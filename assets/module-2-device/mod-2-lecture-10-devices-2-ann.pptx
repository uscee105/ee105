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ppt/ink/ink1194.xml" ContentType="application/inkml+xml"/>
  <Override PartName="/ppt/ink/ink1195.xml" ContentType="application/inkml+xml"/>
  <Override PartName="/ppt/ink/ink1196.xml" ContentType="application/inkml+xml"/>
  <Override PartName="/ppt/ink/ink1197.xml" ContentType="application/inkml+xml"/>
  <Override PartName="/ppt/ink/ink1198.xml" ContentType="application/inkml+xml"/>
  <Override PartName="/ppt/ink/ink1199.xml" ContentType="application/inkml+xml"/>
  <Override PartName="/ppt/ink/ink1200.xml" ContentType="application/inkml+xml"/>
  <Override PartName="/ppt/ink/ink1201.xml" ContentType="application/inkml+xml"/>
  <Override PartName="/ppt/ink/ink1202.xml" ContentType="application/inkml+xml"/>
  <Override PartName="/ppt/ink/ink1203.xml" ContentType="application/inkml+xml"/>
  <Override PartName="/ppt/ink/ink1204.xml" ContentType="application/inkml+xml"/>
  <Override PartName="/ppt/ink/ink1205.xml" ContentType="application/inkml+xml"/>
  <Override PartName="/ppt/ink/ink1206.xml" ContentType="application/inkml+xml"/>
  <Override PartName="/ppt/ink/ink1207.xml" ContentType="application/inkml+xml"/>
  <Override PartName="/ppt/ink/ink1208.xml" ContentType="application/inkml+xml"/>
  <Override PartName="/ppt/ink/ink1209.xml" ContentType="application/inkml+xml"/>
  <Override PartName="/ppt/ink/ink1210.xml" ContentType="application/inkml+xml"/>
  <Override PartName="/ppt/ink/ink1211.xml" ContentType="application/inkml+xml"/>
  <Override PartName="/ppt/ink/ink1212.xml" ContentType="application/inkml+xml"/>
  <Override PartName="/ppt/ink/ink1213.xml" ContentType="application/inkml+xml"/>
  <Override PartName="/ppt/ink/ink1214.xml" ContentType="application/inkml+xml"/>
  <Override PartName="/ppt/ink/ink1215.xml" ContentType="application/inkml+xml"/>
  <Override PartName="/ppt/ink/ink1216.xml" ContentType="application/inkml+xml"/>
  <Override PartName="/ppt/ink/ink1217.xml" ContentType="application/inkml+xml"/>
  <Override PartName="/ppt/ink/ink1218.xml" ContentType="application/inkml+xml"/>
  <Override PartName="/ppt/ink/ink1219.xml" ContentType="application/inkml+xml"/>
  <Override PartName="/ppt/ink/ink1220.xml" ContentType="application/inkml+xml"/>
  <Override PartName="/ppt/ink/ink1221.xml" ContentType="application/inkml+xml"/>
  <Override PartName="/ppt/ink/ink1222.xml" ContentType="application/inkml+xml"/>
  <Override PartName="/ppt/ink/ink1223.xml" ContentType="application/inkml+xml"/>
  <Override PartName="/ppt/ink/ink1224.xml" ContentType="application/inkml+xml"/>
  <Override PartName="/ppt/ink/ink1225.xml" ContentType="application/inkml+xml"/>
  <Override PartName="/ppt/ink/ink1226.xml" ContentType="application/inkml+xml"/>
  <Override PartName="/ppt/ink/ink1227.xml" ContentType="application/inkml+xml"/>
  <Override PartName="/ppt/ink/ink1228.xml" ContentType="application/inkml+xml"/>
  <Override PartName="/ppt/ink/ink1229.xml" ContentType="application/inkml+xml"/>
  <Override PartName="/ppt/ink/ink1230.xml" ContentType="application/inkml+xml"/>
  <Override PartName="/ppt/ink/ink1231.xml" ContentType="application/inkml+xml"/>
  <Override PartName="/ppt/ink/ink1232.xml" ContentType="application/inkml+xml"/>
  <Override PartName="/ppt/ink/ink1233.xml" ContentType="application/inkml+xml"/>
  <Override PartName="/ppt/ink/ink1234.xml" ContentType="application/inkml+xml"/>
  <Override PartName="/ppt/ink/ink1235.xml" ContentType="application/inkml+xml"/>
  <Override PartName="/ppt/ink/ink1236.xml" ContentType="application/inkml+xml"/>
  <Override PartName="/ppt/ink/ink1237.xml" ContentType="application/inkml+xml"/>
  <Override PartName="/ppt/ink/ink1238.xml" ContentType="application/inkml+xml"/>
  <Override PartName="/ppt/ink/ink1239.xml" ContentType="application/inkml+xml"/>
  <Override PartName="/ppt/ink/ink1240.xml" ContentType="application/inkml+xml"/>
  <Override PartName="/ppt/ink/ink1241.xml" ContentType="application/inkml+xml"/>
  <Override PartName="/ppt/ink/ink1242.xml" ContentType="application/inkml+xml"/>
  <Override PartName="/ppt/ink/ink1243.xml" ContentType="application/inkml+xml"/>
  <Override PartName="/ppt/ink/ink1244.xml" ContentType="application/inkml+xml"/>
  <Override PartName="/ppt/ink/ink1245.xml" ContentType="application/inkml+xml"/>
  <Override PartName="/ppt/ink/ink1246.xml" ContentType="application/inkml+xml"/>
  <Override PartName="/ppt/ink/ink1247.xml" ContentType="application/inkml+xml"/>
  <Override PartName="/ppt/ink/ink1248.xml" ContentType="application/inkml+xml"/>
  <Override PartName="/ppt/ink/ink1249.xml" ContentType="application/inkml+xml"/>
  <Override PartName="/ppt/ink/ink1250.xml" ContentType="application/inkml+xml"/>
  <Override PartName="/ppt/ink/ink1251.xml" ContentType="application/inkml+xml"/>
  <Override PartName="/ppt/ink/ink1252.xml" ContentType="application/inkml+xml"/>
  <Override PartName="/ppt/ink/ink1253.xml" ContentType="application/inkml+xml"/>
  <Override PartName="/ppt/ink/ink1254.xml" ContentType="application/inkml+xml"/>
  <Override PartName="/ppt/ink/ink1255.xml" ContentType="application/inkml+xml"/>
  <Override PartName="/ppt/ink/ink1256.xml" ContentType="application/inkml+xml"/>
  <Override PartName="/ppt/ink/ink1257.xml" ContentType="application/inkml+xml"/>
  <Override PartName="/ppt/ink/ink1258.xml" ContentType="application/inkml+xml"/>
  <Override PartName="/ppt/ink/ink1259.xml" ContentType="application/inkml+xml"/>
  <Override PartName="/ppt/ink/ink1260.xml" ContentType="application/inkml+xml"/>
  <Override PartName="/ppt/ink/ink1261.xml" ContentType="application/inkml+xml"/>
  <Override PartName="/ppt/ink/ink1262.xml" ContentType="application/inkml+xml"/>
  <Override PartName="/ppt/ink/ink1263.xml" ContentType="application/inkml+xml"/>
  <Override PartName="/ppt/ink/ink1264.xml" ContentType="application/inkml+xml"/>
  <Override PartName="/ppt/ink/ink1265.xml" ContentType="application/inkml+xml"/>
  <Override PartName="/ppt/ink/ink1266.xml" ContentType="application/inkml+xml"/>
  <Override PartName="/ppt/ink/ink1267.xml" ContentType="application/inkml+xml"/>
  <Override PartName="/ppt/ink/ink1268.xml" ContentType="application/inkml+xml"/>
  <Override PartName="/ppt/ink/ink1269.xml" ContentType="application/inkml+xml"/>
  <Override PartName="/ppt/ink/ink1270.xml" ContentType="application/inkml+xml"/>
  <Override PartName="/ppt/ink/ink1271.xml" ContentType="application/inkml+xml"/>
  <Override PartName="/ppt/ink/ink1272.xml" ContentType="application/inkml+xml"/>
  <Override PartName="/ppt/ink/ink1273.xml" ContentType="application/inkml+xml"/>
  <Override PartName="/ppt/ink/ink1274.xml" ContentType="application/inkml+xml"/>
  <Override PartName="/ppt/ink/ink1275.xml" ContentType="application/inkml+xml"/>
  <Override PartName="/ppt/ink/ink1276.xml" ContentType="application/inkml+xml"/>
  <Override PartName="/ppt/ink/ink1277.xml" ContentType="application/inkml+xml"/>
  <Override PartName="/ppt/ink/ink1278.xml" ContentType="application/inkml+xml"/>
  <Override PartName="/ppt/ink/ink1279.xml" ContentType="application/inkml+xml"/>
  <Override PartName="/ppt/ink/ink1280.xml" ContentType="application/inkml+xml"/>
  <Override PartName="/ppt/ink/ink1281.xml" ContentType="application/inkml+xml"/>
  <Override PartName="/ppt/ink/ink1282.xml" ContentType="application/inkml+xml"/>
  <Override PartName="/ppt/ink/ink1283.xml" ContentType="application/inkml+xml"/>
  <Override PartName="/ppt/ink/ink1284.xml" ContentType="application/inkml+xml"/>
  <Override PartName="/ppt/ink/ink1285.xml" ContentType="application/inkml+xml"/>
  <Override PartName="/ppt/ink/ink1286.xml" ContentType="application/inkml+xml"/>
  <Override PartName="/ppt/ink/ink1287.xml" ContentType="application/inkml+xml"/>
  <Override PartName="/ppt/ink/ink1288.xml" ContentType="application/inkml+xml"/>
  <Override PartName="/ppt/ink/ink1289.xml" ContentType="application/inkml+xml"/>
  <Override PartName="/ppt/ink/ink1290.xml" ContentType="application/inkml+xml"/>
  <Override PartName="/ppt/ink/ink1291.xml" ContentType="application/inkml+xml"/>
  <Override PartName="/ppt/ink/ink1292.xml" ContentType="application/inkml+xml"/>
  <Override PartName="/ppt/ink/ink1293.xml" ContentType="application/inkml+xml"/>
  <Override PartName="/ppt/ink/ink1294.xml" ContentType="application/inkml+xml"/>
  <Override PartName="/ppt/ink/ink1295.xml" ContentType="application/inkml+xml"/>
  <Override PartName="/ppt/ink/ink1296.xml" ContentType="application/inkml+xml"/>
  <Override PartName="/ppt/ink/ink1297.xml" ContentType="application/inkml+xml"/>
  <Override PartName="/ppt/ink/ink1298.xml" ContentType="application/inkml+xml"/>
  <Override PartName="/ppt/ink/ink1299.xml" ContentType="application/inkml+xml"/>
  <Override PartName="/ppt/ink/ink1300.xml" ContentType="application/inkml+xml"/>
  <Override PartName="/ppt/ink/ink1301.xml" ContentType="application/inkml+xml"/>
  <Override PartName="/ppt/ink/ink1302.xml" ContentType="application/inkml+xml"/>
  <Override PartName="/ppt/ink/ink1303.xml" ContentType="application/inkml+xml"/>
  <Override PartName="/ppt/ink/ink1304.xml" ContentType="application/inkml+xml"/>
  <Override PartName="/ppt/ink/ink1305.xml" ContentType="application/inkml+xml"/>
  <Override PartName="/ppt/ink/ink1306.xml" ContentType="application/inkml+xml"/>
  <Override PartName="/ppt/ink/ink1307.xml" ContentType="application/inkml+xml"/>
  <Override PartName="/ppt/ink/ink1308.xml" ContentType="application/inkml+xml"/>
  <Override PartName="/ppt/ink/ink1309.xml" ContentType="application/inkml+xml"/>
  <Override PartName="/ppt/ink/ink1310.xml" ContentType="application/inkml+xml"/>
  <Override PartName="/ppt/ink/ink1311.xml" ContentType="application/inkml+xml"/>
  <Override PartName="/ppt/ink/ink1312.xml" ContentType="application/inkml+xml"/>
  <Override PartName="/ppt/ink/ink1313.xml" ContentType="application/inkml+xml"/>
  <Override PartName="/ppt/ink/ink1314.xml" ContentType="application/inkml+xml"/>
  <Override PartName="/ppt/ink/ink1315.xml" ContentType="application/inkml+xml"/>
  <Override PartName="/ppt/ink/ink1316.xml" ContentType="application/inkml+xml"/>
  <Override PartName="/ppt/ink/ink1317.xml" ContentType="application/inkml+xml"/>
  <Override PartName="/ppt/ink/ink1318.xml" ContentType="application/inkml+xml"/>
  <Override PartName="/ppt/ink/ink1319.xml" ContentType="application/inkml+xml"/>
  <Override PartName="/ppt/ink/ink1320.xml" ContentType="application/inkml+xml"/>
  <Override PartName="/ppt/ink/ink1321.xml" ContentType="application/inkml+xml"/>
  <Override PartName="/ppt/ink/ink1322.xml" ContentType="application/inkml+xml"/>
  <Override PartName="/ppt/ink/ink1323.xml" ContentType="application/inkml+xml"/>
  <Override PartName="/ppt/ink/ink1324.xml" ContentType="application/inkml+xml"/>
  <Override PartName="/ppt/ink/ink1325.xml" ContentType="application/inkml+xml"/>
  <Override PartName="/ppt/ink/ink1326.xml" ContentType="application/inkml+xml"/>
  <Override PartName="/ppt/ink/ink1327.xml" ContentType="application/inkml+xml"/>
  <Override PartName="/ppt/ink/ink1328.xml" ContentType="application/inkml+xml"/>
  <Override PartName="/ppt/ink/ink1329.xml" ContentType="application/inkml+xml"/>
  <Override PartName="/ppt/ink/ink1330.xml" ContentType="application/inkml+xml"/>
  <Override PartName="/ppt/ink/ink1331.xml" ContentType="application/inkml+xml"/>
  <Override PartName="/ppt/ink/ink1332.xml" ContentType="application/inkml+xml"/>
  <Override PartName="/ppt/ink/ink1333.xml" ContentType="application/inkml+xml"/>
  <Override PartName="/ppt/ink/ink1334.xml" ContentType="application/inkml+xml"/>
  <Override PartName="/ppt/ink/ink1335.xml" ContentType="application/inkml+xml"/>
  <Override PartName="/ppt/ink/ink1336.xml" ContentType="application/inkml+xml"/>
  <Override PartName="/ppt/ink/ink1337.xml" ContentType="application/inkml+xml"/>
  <Override PartName="/ppt/ink/ink1338.xml" ContentType="application/inkml+xml"/>
  <Override PartName="/ppt/ink/ink1339.xml" ContentType="application/inkml+xml"/>
  <Override PartName="/ppt/ink/ink1340.xml" ContentType="application/inkml+xml"/>
  <Override PartName="/ppt/ink/ink1341.xml" ContentType="application/inkml+xml"/>
  <Override PartName="/ppt/ink/ink1342.xml" ContentType="application/inkml+xml"/>
  <Override PartName="/ppt/ink/ink1343.xml" ContentType="application/inkml+xml"/>
  <Override PartName="/ppt/ink/ink1344.xml" ContentType="application/inkml+xml"/>
  <Override PartName="/ppt/ink/ink1345.xml" ContentType="application/inkml+xml"/>
  <Override PartName="/ppt/ink/ink1346.xml" ContentType="application/inkml+xml"/>
  <Override PartName="/ppt/ink/ink1347.xml" ContentType="application/inkml+xml"/>
  <Override PartName="/ppt/ink/ink1348.xml" ContentType="application/inkml+xml"/>
  <Override PartName="/ppt/ink/ink1349.xml" ContentType="application/inkml+xml"/>
  <Override PartName="/ppt/ink/ink1350.xml" ContentType="application/inkml+xml"/>
  <Override PartName="/ppt/ink/ink1351.xml" ContentType="application/inkml+xml"/>
  <Override PartName="/ppt/ink/ink1352.xml" ContentType="application/inkml+xml"/>
  <Override PartName="/ppt/ink/ink1353.xml" ContentType="application/inkml+xml"/>
  <Override PartName="/ppt/ink/ink1354.xml" ContentType="application/inkml+xml"/>
  <Override PartName="/ppt/ink/ink1355.xml" ContentType="application/inkml+xml"/>
  <Override PartName="/ppt/ink/ink1356.xml" ContentType="application/inkml+xml"/>
  <Override PartName="/ppt/ink/ink1357.xml" ContentType="application/inkml+xml"/>
  <Override PartName="/ppt/ink/ink1358.xml" ContentType="application/inkml+xml"/>
  <Override PartName="/ppt/ink/ink1359.xml" ContentType="application/inkml+xml"/>
  <Override PartName="/ppt/ink/ink1360.xml" ContentType="application/inkml+xml"/>
  <Override PartName="/ppt/ink/ink1361.xml" ContentType="application/inkml+xml"/>
  <Override PartName="/ppt/ink/ink1362.xml" ContentType="application/inkml+xml"/>
  <Override PartName="/ppt/ink/ink1363.xml" ContentType="application/inkml+xml"/>
  <Override PartName="/ppt/ink/ink1364.xml" ContentType="application/inkml+xml"/>
  <Override PartName="/ppt/ink/ink1365.xml" ContentType="application/inkml+xml"/>
  <Override PartName="/ppt/ink/ink1366.xml" ContentType="application/inkml+xml"/>
  <Override PartName="/ppt/ink/ink1367.xml" ContentType="application/inkml+xml"/>
  <Override PartName="/ppt/ink/ink1368.xml" ContentType="application/inkml+xml"/>
  <Override PartName="/ppt/ink/ink1369.xml" ContentType="application/inkml+xml"/>
  <Override PartName="/ppt/ink/ink1370.xml" ContentType="application/inkml+xml"/>
  <Override PartName="/ppt/ink/ink1371.xml" ContentType="application/inkml+xml"/>
  <Override PartName="/ppt/ink/ink1372.xml" ContentType="application/inkml+xml"/>
  <Override PartName="/ppt/ink/ink1373.xml" ContentType="application/inkml+xml"/>
  <Override PartName="/ppt/ink/ink1374.xml" ContentType="application/inkml+xml"/>
  <Override PartName="/ppt/ink/ink1375.xml" ContentType="application/inkml+xml"/>
  <Override PartName="/ppt/ink/ink1376.xml" ContentType="application/inkml+xml"/>
  <Override PartName="/ppt/ink/ink1377.xml" ContentType="application/inkml+xml"/>
  <Override PartName="/ppt/ink/ink1378.xml" ContentType="application/inkml+xml"/>
  <Override PartName="/ppt/ink/ink1379.xml" ContentType="application/inkml+xml"/>
  <Override PartName="/ppt/ink/ink1380.xml" ContentType="application/inkml+xml"/>
  <Override PartName="/ppt/ink/ink1381.xml" ContentType="application/inkml+xml"/>
  <Override PartName="/ppt/ink/ink1382.xml" ContentType="application/inkml+xml"/>
  <Override PartName="/ppt/ink/ink1383.xml" ContentType="application/inkml+xml"/>
  <Override PartName="/ppt/ink/ink1384.xml" ContentType="application/inkml+xml"/>
  <Override PartName="/ppt/ink/ink1385.xml" ContentType="application/inkml+xml"/>
  <Override PartName="/ppt/ink/ink1386.xml" ContentType="application/inkml+xml"/>
  <Override PartName="/ppt/ink/ink1387.xml" ContentType="application/inkml+xml"/>
  <Override PartName="/ppt/ink/ink1388.xml" ContentType="application/inkml+xml"/>
  <Override PartName="/ppt/ink/ink1389.xml" ContentType="application/inkml+xml"/>
  <Override PartName="/ppt/ink/ink1390.xml" ContentType="application/inkml+xml"/>
  <Override PartName="/ppt/ink/ink1391.xml" ContentType="application/inkml+xml"/>
  <Override PartName="/ppt/ink/ink1392.xml" ContentType="application/inkml+xml"/>
  <Override PartName="/ppt/ink/ink1393.xml" ContentType="application/inkml+xml"/>
  <Override PartName="/ppt/ink/ink1394.xml" ContentType="application/inkml+xml"/>
  <Override PartName="/ppt/ink/ink1395.xml" ContentType="application/inkml+xml"/>
  <Override PartName="/ppt/ink/ink1396.xml" ContentType="application/inkml+xml"/>
  <Override PartName="/ppt/ink/ink1397.xml" ContentType="application/inkml+xml"/>
  <Override PartName="/ppt/ink/ink1398.xml" ContentType="application/inkml+xml"/>
  <Override PartName="/ppt/ink/ink1399.xml" ContentType="application/inkml+xml"/>
  <Override PartName="/ppt/ink/ink1400.xml" ContentType="application/inkml+xml"/>
  <Override PartName="/ppt/ink/ink1401.xml" ContentType="application/inkml+xml"/>
  <Override PartName="/ppt/ink/ink1402.xml" ContentType="application/inkml+xml"/>
  <Override PartName="/ppt/ink/ink1403.xml" ContentType="application/inkml+xml"/>
  <Override PartName="/ppt/ink/ink1404.xml" ContentType="application/inkml+xml"/>
  <Override PartName="/ppt/ink/ink1405.xml" ContentType="application/inkml+xml"/>
  <Override PartName="/ppt/ink/ink1406.xml" ContentType="application/inkml+xml"/>
  <Override PartName="/ppt/ink/ink1407.xml" ContentType="application/inkml+xml"/>
  <Override PartName="/ppt/ink/ink1408.xml" ContentType="application/inkml+xml"/>
  <Override PartName="/ppt/ink/ink1409.xml" ContentType="application/inkml+xml"/>
  <Override PartName="/ppt/ink/ink1410.xml" ContentType="application/inkml+xml"/>
  <Override PartName="/ppt/ink/ink1411.xml" ContentType="application/inkml+xml"/>
  <Override PartName="/ppt/ink/ink1412.xml" ContentType="application/inkml+xml"/>
  <Override PartName="/ppt/ink/ink1413.xml" ContentType="application/inkml+xml"/>
  <Override PartName="/ppt/ink/ink1414.xml" ContentType="application/inkml+xml"/>
  <Override PartName="/ppt/ink/ink1415.xml" ContentType="application/inkml+xml"/>
  <Override PartName="/ppt/ink/ink1416.xml" ContentType="application/inkml+xml"/>
  <Override PartName="/ppt/ink/ink1417.xml" ContentType="application/inkml+xml"/>
  <Override PartName="/ppt/ink/ink1418.xml" ContentType="application/inkml+xml"/>
  <Override PartName="/ppt/ink/ink1419.xml" ContentType="application/inkml+xml"/>
  <Override PartName="/ppt/ink/ink1420.xml" ContentType="application/inkml+xml"/>
  <Override PartName="/ppt/ink/ink1421.xml" ContentType="application/inkml+xml"/>
  <Override PartName="/ppt/ink/ink1422.xml" ContentType="application/inkml+xml"/>
  <Override PartName="/ppt/ink/ink1423.xml" ContentType="application/inkml+xml"/>
  <Override PartName="/ppt/ink/ink1424.xml" ContentType="application/inkml+xml"/>
  <Override PartName="/ppt/ink/ink1425.xml" ContentType="application/inkml+xml"/>
  <Override PartName="/ppt/ink/ink1426.xml" ContentType="application/inkml+xml"/>
  <Override PartName="/ppt/ink/ink1427.xml" ContentType="application/inkml+xml"/>
  <Override PartName="/ppt/ink/ink1428.xml" ContentType="application/inkml+xml"/>
  <Override PartName="/ppt/ink/ink1429.xml" ContentType="application/inkml+xml"/>
  <Override PartName="/ppt/ink/ink1430.xml" ContentType="application/inkml+xml"/>
  <Override PartName="/ppt/ink/ink1431.xml" ContentType="application/inkml+xml"/>
  <Override PartName="/ppt/ink/ink1432.xml" ContentType="application/inkml+xml"/>
  <Override PartName="/ppt/ink/ink1433.xml" ContentType="application/inkml+xml"/>
  <Override PartName="/ppt/ink/ink1434.xml" ContentType="application/inkml+xml"/>
  <Override PartName="/ppt/ink/ink1435.xml" ContentType="application/inkml+xml"/>
  <Override PartName="/ppt/ink/ink1436.xml" ContentType="application/inkml+xml"/>
  <Override PartName="/ppt/ink/ink1437.xml" ContentType="application/inkml+xml"/>
  <Override PartName="/ppt/ink/ink1438.xml" ContentType="application/inkml+xml"/>
  <Override PartName="/ppt/ink/ink1439.xml" ContentType="application/inkml+xml"/>
  <Override PartName="/ppt/ink/ink1440.xml" ContentType="application/inkml+xml"/>
  <Override PartName="/ppt/ink/ink1441.xml" ContentType="application/inkml+xml"/>
  <Override PartName="/ppt/ink/ink1442.xml" ContentType="application/inkml+xml"/>
  <Override PartName="/ppt/ink/ink1443.xml" ContentType="application/inkml+xml"/>
  <Override PartName="/ppt/ink/ink1444.xml" ContentType="application/inkml+xml"/>
  <Override PartName="/ppt/ink/ink1445.xml" ContentType="application/inkml+xml"/>
  <Override PartName="/ppt/ink/ink1446.xml" ContentType="application/inkml+xml"/>
  <Override PartName="/ppt/ink/ink1447.xml" ContentType="application/inkml+xml"/>
  <Override PartName="/ppt/ink/ink1448.xml" ContentType="application/inkml+xml"/>
  <Override PartName="/ppt/ink/ink1449.xml" ContentType="application/inkml+xml"/>
  <Override PartName="/ppt/ink/ink1450.xml" ContentType="application/inkml+xml"/>
  <Override PartName="/ppt/ink/ink1451.xml" ContentType="application/inkml+xml"/>
  <Override PartName="/ppt/ink/ink1452.xml" ContentType="application/inkml+xml"/>
  <Override PartName="/ppt/ink/ink1453.xml" ContentType="application/inkml+xml"/>
  <Override PartName="/ppt/ink/ink1454.xml" ContentType="application/inkml+xml"/>
  <Override PartName="/ppt/ink/ink1455.xml" ContentType="application/inkml+xml"/>
  <Override PartName="/ppt/ink/ink1456.xml" ContentType="application/inkml+xml"/>
  <Override PartName="/ppt/ink/ink1457.xml" ContentType="application/inkml+xml"/>
  <Override PartName="/ppt/ink/ink1458.xml" ContentType="application/inkml+xml"/>
  <Override PartName="/ppt/ink/ink1459.xml" ContentType="application/inkml+xml"/>
  <Override PartName="/ppt/ink/ink1460.xml" ContentType="application/inkml+xml"/>
  <Override PartName="/ppt/ink/ink1461.xml" ContentType="application/inkml+xml"/>
  <Override PartName="/ppt/ink/ink1462.xml" ContentType="application/inkml+xml"/>
  <Override PartName="/ppt/ink/ink1463.xml" ContentType="application/inkml+xml"/>
  <Override PartName="/ppt/ink/ink1464.xml" ContentType="application/inkml+xml"/>
  <Override PartName="/ppt/ink/ink1465.xml" ContentType="application/inkml+xml"/>
  <Override PartName="/ppt/ink/ink1466.xml" ContentType="application/inkml+xml"/>
  <Override PartName="/ppt/ink/ink1467.xml" ContentType="application/inkml+xml"/>
  <Override PartName="/ppt/ink/ink1468.xml" ContentType="application/inkml+xml"/>
  <Override PartName="/ppt/ink/ink1469.xml" ContentType="application/inkml+xml"/>
  <Override PartName="/ppt/ink/ink1470.xml" ContentType="application/inkml+xml"/>
  <Override PartName="/ppt/ink/ink1471.xml" ContentType="application/inkml+xml"/>
  <Override PartName="/ppt/ink/ink1472.xml" ContentType="application/inkml+xml"/>
  <Override PartName="/ppt/ink/ink1473.xml" ContentType="application/inkml+xml"/>
  <Override PartName="/ppt/ink/ink1474.xml" ContentType="application/inkml+xml"/>
  <Override PartName="/ppt/ink/ink1475.xml" ContentType="application/inkml+xml"/>
  <Override PartName="/ppt/ink/ink1476.xml" ContentType="application/inkml+xml"/>
  <Override PartName="/ppt/ink/ink1477.xml" ContentType="application/inkml+xml"/>
  <Override PartName="/ppt/ink/ink1478.xml" ContentType="application/inkml+xml"/>
  <Override PartName="/ppt/ink/ink1479.xml" ContentType="application/inkml+xml"/>
  <Override PartName="/ppt/ink/ink1480.xml" ContentType="application/inkml+xml"/>
  <Override PartName="/ppt/ink/ink1481.xml" ContentType="application/inkml+xml"/>
  <Override PartName="/ppt/ink/ink1482.xml" ContentType="application/inkml+xml"/>
  <Override PartName="/ppt/ink/ink1483.xml" ContentType="application/inkml+xml"/>
  <Override PartName="/ppt/ink/ink1484.xml" ContentType="application/inkml+xml"/>
  <Override PartName="/ppt/ink/ink1485.xml" ContentType="application/inkml+xml"/>
  <Override PartName="/ppt/ink/ink1486.xml" ContentType="application/inkml+xml"/>
  <Override PartName="/ppt/ink/ink1487.xml" ContentType="application/inkml+xml"/>
  <Override PartName="/ppt/ink/ink1488.xml" ContentType="application/inkml+xml"/>
  <Override PartName="/ppt/ink/ink1489.xml" ContentType="application/inkml+xml"/>
  <Override PartName="/ppt/ink/ink1490.xml" ContentType="application/inkml+xml"/>
  <Override PartName="/ppt/ink/ink1491.xml" ContentType="application/inkml+xml"/>
  <Override PartName="/ppt/ink/ink1492.xml" ContentType="application/inkml+xml"/>
  <Override PartName="/ppt/ink/ink1493.xml" ContentType="application/inkml+xml"/>
  <Override PartName="/ppt/ink/ink1494.xml" ContentType="application/inkml+xml"/>
  <Override PartName="/ppt/ink/ink1495.xml" ContentType="application/inkml+xml"/>
  <Override PartName="/ppt/ink/ink1496.xml" ContentType="application/inkml+xml"/>
  <Override PartName="/ppt/ink/ink1497.xml" ContentType="application/inkml+xml"/>
  <Override PartName="/ppt/ink/ink1498.xml" ContentType="application/inkml+xml"/>
  <Override PartName="/ppt/ink/ink1499.xml" ContentType="application/inkml+xml"/>
  <Override PartName="/ppt/ink/ink1500.xml" ContentType="application/inkml+xml"/>
  <Override PartName="/ppt/ink/ink1501.xml" ContentType="application/inkml+xml"/>
  <Override PartName="/ppt/ink/ink1502.xml" ContentType="application/inkml+xml"/>
  <Override PartName="/ppt/ink/ink1503.xml" ContentType="application/inkml+xml"/>
  <Override PartName="/ppt/ink/ink1504.xml" ContentType="application/inkml+xml"/>
  <Override PartName="/ppt/ink/ink1505.xml" ContentType="application/inkml+xml"/>
  <Override PartName="/ppt/ink/ink1506.xml" ContentType="application/inkml+xml"/>
  <Override PartName="/ppt/ink/ink1507.xml" ContentType="application/inkml+xml"/>
  <Override PartName="/ppt/ink/ink1508.xml" ContentType="application/inkml+xml"/>
  <Override PartName="/ppt/ink/ink1509.xml" ContentType="application/inkml+xml"/>
  <Override PartName="/ppt/ink/ink1510.xml" ContentType="application/inkml+xml"/>
  <Override PartName="/ppt/ink/ink1511.xml" ContentType="application/inkml+xml"/>
  <Override PartName="/ppt/ink/ink1512.xml" ContentType="application/inkml+xml"/>
  <Override PartName="/ppt/ink/ink1513.xml" ContentType="application/inkml+xml"/>
  <Override PartName="/ppt/ink/ink1514.xml" ContentType="application/inkml+xml"/>
  <Override PartName="/ppt/ink/ink1515.xml" ContentType="application/inkml+xml"/>
  <Override PartName="/ppt/ink/ink1516.xml" ContentType="application/inkml+xml"/>
  <Override PartName="/ppt/ink/ink1517.xml" ContentType="application/inkml+xml"/>
  <Override PartName="/ppt/ink/ink1518.xml" ContentType="application/inkml+xml"/>
  <Override PartName="/ppt/ink/ink1519.xml" ContentType="application/inkml+xml"/>
  <Override PartName="/ppt/ink/ink1520.xml" ContentType="application/inkml+xml"/>
  <Override PartName="/ppt/ink/ink1521.xml" ContentType="application/inkml+xml"/>
  <Override PartName="/ppt/ink/ink1522.xml" ContentType="application/inkml+xml"/>
  <Override PartName="/ppt/ink/ink1523.xml" ContentType="application/inkml+xml"/>
  <Override PartName="/ppt/ink/ink1524.xml" ContentType="application/inkml+xml"/>
  <Override PartName="/ppt/ink/ink1525.xml" ContentType="application/inkml+xml"/>
  <Override PartName="/ppt/ink/ink1526.xml" ContentType="application/inkml+xml"/>
  <Override PartName="/ppt/ink/ink1527.xml" ContentType="application/inkml+xml"/>
  <Override PartName="/ppt/ink/ink1528.xml" ContentType="application/inkml+xml"/>
  <Override PartName="/ppt/ink/ink1529.xml" ContentType="application/inkml+xml"/>
  <Override PartName="/ppt/ink/ink1530.xml" ContentType="application/inkml+xml"/>
  <Override PartName="/ppt/ink/ink1531.xml" ContentType="application/inkml+xml"/>
  <Override PartName="/ppt/ink/ink1532.xml" ContentType="application/inkml+xml"/>
  <Override PartName="/ppt/ink/ink1533.xml" ContentType="application/inkml+xml"/>
  <Override PartName="/ppt/ink/ink1534.xml" ContentType="application/inkml+xml"/>
  <Override PartName="/ppt/ink/ink1535.xml" ContentType="application/inkml+xml"/>
  <Override PartName="/ppt/ink/ink1536.xml" ContentType="application/inkml+xml"/>
  <Override PartName="/ppt/ink/ink1537.xml" ContentType="application/inkml+xml"/>
  <Override PartName="/ppt/ink/ink1538.xml" ContentType="application/inkml+xml"/>
  <Override PartName="/ppt/ink/ink1539.xml" ContentType="application/inkml+xml"/>
  <Override PartName="/ppt/ink/ink1540.xml" ContentType="application/inkml+xml"/>
  <Override PartName="/ppt/ink/ink1541.xml" ContentType="application/inkml+xml"/>
  <Override PartName="/ppt/ink/ink1542.xml" ContentType="application/inkml+xml"/>
  <Override PartName="/ppt/ink/ink1543.xml" ContentType="application/inkml+xml"/>
  <Override PartName="/ppt/ink/ink1544.xml" ContentType="application/inkml+xml"/>
  <Override PartName="/ppt/ink/ink1545.xml" ContentType="application/inkml+xml"/>
  <Override PartName="/ppt/ink/ink1546.xml" ContentType="application/inkml+xml"/>
  <Override PartName="/ppt/ink/ink1547.xml" ContentType="application/inkml+xml"/>
  <Override PartName="/ppt/ink/ink1548.xml" ContentType="application/inkml+xml"/>
  <Override PartName="/ppt/ink/ink1549.xml" ContentType="application/inkml+xml"/>
  <Override PartName="/ppt/ink/ink1550.xml" ContentType="application/inkml+xml"/>
  <Override PartName="/ppt/ink/ink1551.xml" ContentType="application/inkml+xml"/>
  <Override PartName="/ppt/ink/ink1552.xml" ContentType="application/inkml+xml"/>
  <Override PartName="/ppt/ink/ink1553.xml" ContentType="application/inkml+xml"/>
  <Override PartName="/ppt/ink/ink1554.xml" ContentType="application/inkml+xml"/>
  <Override PartName="/ppt/ink/ink1555.xml" ContentType="application/inkml+xml"/>
  <Override PartName="/ppt/ink/ink1556.xml" ContentType="application/inkml+xml"/>
  <Override PartName="/ppt/ink/ink1557.xml" ContentType="application/inkml+xml"/>
  <Override PartName="/ppt/ink/ink1558.xml" ContentType="application/inkml+xml"/>
  <Override PartName="/ppt/ink/ink1559.xml" ContentType="application/inkml+xml"/>
  <Override PartName="/ppt/ink/ink1560.xml" ContentType="application/inkml+xml"/>
  <Override PartName="/ppt/ink/ink1561.xml" ContentType="application/inkml+xml"/>
  <Override PartName="/ppt/ink/ink1562.xml" ContentType="application/inkml+xml"/>
  <Override PartName="/ppt/ink/ink1563.xml" ContentType="application/inkml+xml"/>
  <Override PartName="/ppt/ink/ink1564.xml" ContentType="application/inkml+xml"/>
  <Override PartName="/ppt/ink/ink1565.xml" ContentType="application/inkml+xml"/>
  <Override PartName="/ppt/ink/ink1566.xml" ContentType="application/inkml+xml"/>
  <Override PartName="/ppt/ink/ink1567.xml" ContentType="application/inkml+xml"/>
  <Override PartName="/ppt/ink/ink1568.xml" ContentType="application/inkml+xml"/>
  <Override PartName="/ppt/ink/ink1569.xml" ContentType="application/inkml+xml"/>
  <Override PartName="/ppt/ink/ink1570.xml" ContentType="application/inkml+xml"/>
  <Override PartName="/ppt/ink/ink1571.xml" ContentType="application/inkml+xml"/>
  <Override PartName="/ppt/ink/ink1572.xml" ContentType="application/inkml+xml"/>
  <Override PartName="/ppt/ink/ink1573.xml" ContentType="application/inkml+xml"/>
  <Override PartName="/ppt/ink/ink1574.xml" ContentType="application/inkml+xml"/>
  <Override PartName="/ppt/ink/ink1575.xml" ContentType="application/inkml+xml"/>
  <Override PartName="/ppt/ink/ink1576.xml" ContentType="application/inkml+xml"/>
  <Override PartName="/ppt/ink/ink1577.xml" ContentType="application/inkml+xml"/>
  <Override PartName="/ppt/ink/ink1578.xml" ContentType="application/inkml+xml"/>
  <Override PartName="/ppt/ink/ink1579.xml" ContentType="application/inkml+xml"/>
  <Override PartName="/ppt/ink/ink1580.xml" ContentType="application/inkml+xml"/>
  <Override PartName="/ppt/ink/ink1581.xml" ContentType="application/inkml+xml"/>
  <Override PartName="/ppt/ink/ink1582.xml" ContentType="application/inkml+xml"/>
  <Override PartName="/ppt/ink/ink1583.xml" ContentType="application/inkml+xml"/>
  <Override PartName="/ppt/ink/ink1584.xml" ContentType="application/inkml+xml"/>
  <Override PartName="/ppt/ink/ink1585.xml" ContentType="application/inkml+xml"/>
  <Override PartName="/ppt/ink/ink1586.xml" ContentType="application/inkml+xml"/>
  <Override PartName="/ppt/ink/ink1587.xml" ContentType="application/inkml+xml"/>
  <Override PartName="/ppt/ink/ink1588.xml" ContentType="application/inkml+xml"/>
  <Override PartName="/ppt/ink/ink1589.xml" ContentType="application/inkml+xml"/>
  <Override PartName="/ppt/ink/ink1590.xml" ContentType="application/inkml+xml"/>
  <Override PartName="/ppt/ink/ink1591.xml" ContentType="application/inkml+xml"/>
  <Override PartName="/ppt/ink/ink1592.xml" ContentType="application/inkml+xml"/>
  <Override PartName="/ppt/ink/ink1593.xml" ContentType="application/inkml+xml"/>
  <Override PartName="/ppt/ink/ink1594.xml" ContentType="application/inkml+xml"/>
  <Override PartName="/ppt/ink/ink1595.xml" ContentType="application/inkml+xml"/>
  <Override PartName="/ppt/ink/ink1596.xml" ContentType="application/inkml+xml"/>
  <Override PartName="/ppt/ink/ink1597.xml" ContentType="application/inkml+xml"/>
  <Override PartName="/ppt/ink/ink1598.xml" ContentType="application/inkml+xml"/>
  <Override PartName="/ppt/ink/ink1599.xml" ContentType="application/inkml+xml"/>
  <Override PartName="/ppt/ink/ink1600.xml" ContentType="application/inkml+xml"/>
  <Override PartName="/ppt/ink/ink1601.xml" ContentType="application/inkml+xml"/>
  <Override PartName="/ppt/ink/ink1602.xml" ContentType="application/inkml+xml"/>
  <Override PartName="/ppt/ink/ink1603.xml" ContentType="application/inkml+xml"/>
  <Override PartName="/ppt/ink/ink1604.xml" ContentType="application/inkml+xml"/>
  <Override PartName="/ppt/ink/ink1605.xml" ContentType="application/inkml+xml"/>
  <Override PartName="/ppt/ink/ink1606.xml" ContentType="application/inkml+xml"/>
  <Override PartName="/ppt/ink/ink1607.xml" ContentType="application/inkml+xml"/>
  <Override PartName="/ppt/ink/ink1608.xml" ContentType="application/inkml+xml"/>
  <Override PartName="/ppt/ink/ink1609.xml" ContentType="application/inkml+xml"/>
  <Override PartName="/ppt/ink/ink1610.xml" ContentType="application/inkml+xml"/>
  <Override PartName="/ppt/ink/ink1611.xml" ContentType="application/inkml+xml"/>
  <Override PartName="/ppt/ink/ink1612.xml" ContentType="application/inkml+xml"/>
  <Override PartName="/ppt/ink/ink1613.xml" ContentType="application/inkml+xml"/>
  <Override PartName="/ppt/ink/ink1614.xml" ContentType="application/inkml+xml"/>
  <Override PartName="/ppt/ink/ink1615.xml" ContentType="application/inkml+xml"/>
  <Override PartName="/ppt/ink/ink1616.xml" ContentType="application/inkml+xml"/>
  <Override PartName="/ppt/ink/ink1617.xml" ContentType="application/inkml+xml"/>
  <Override PartName="/ppt/ink/ink1618.xml" ContentType="application/inkml+xml"/>
  <Override PartName="/ppt/ink/ink1619.xml" ContentType="application/inkml+xml"/>
  <Override PartName="/ppt/ink/ink1620.xml" ContentType="application/inkml+xml"/>
  <Override PartName="/ppt/ink/ink1621.xml" ContentType="application/inkml+xml"/>
  <Override PartName="/ppt/ink/ink1622.xml" ContentType="application/inkml+xml"/>
  <Override PartName="/ppt/ink/ink1623.xml" ContentType="application/inkml+xml"/>
  <Override PartName="/ppt/ink/ink1624.xml" ContentType="application/inkml+xml"/>
  <Override PartName="/ppt/ink/ink1625.xml" ContentType="application/inkml+xml"/>
  <Override PartName="/ppt/ink/ink1626.xml" ContentType="application/inkml+xml"/>
  <Override PartName="/ppt/ink/ink1627.xml" ContentType="application/inkml+xml"/>
  <Override PartName="/ppt/ink/ink1628.xml" ContentType="application/inkml+xml"/>
  <Override PartName="/ppt/ink/ink1629.xml" ContentType="application/inkml+xml"/>
  <Override PartName="/ppt/ink/ink1630.xml" ContentType="application/inkml+xml"/>
  <Override PartName="/ppt/ink/ink1631.xml" ContentType="application/inkml+xml"/>
  <Override PartName="/ppt/ink/ink1632.xml" ContentType="application/inkml+xml"/>
  <Override PartName="/ppt/ink/ink1633.xml" ContentType="application/inkml+xml"/>
  <Override PartName="/ppt/ink/ink1634.xml" ContentType="application/inkml+xml"/>
  <Override PartName="/ppt/ink/ink1635.xml" ContentType="application/inkml+xml"/>
  <Override PartName="/ppt/ink/ink1636.xml" ContentType="application/inkml+xml"/>
  <Override PartName="/ppt/ink/ink1637.xml" ContentType="application/inkml+xml"/>
  <Override PartName="/ppt/ink/ink1638.xml" ContentType="application/inkml+xml"/>
  <Override PartName="/ppt/ink/ink1639.xml" ContentType="application/inkml+xml"/>
  <Override PartName="/ppt/ink/ink1640.xml" ContentType="application/inkml+xml"/>
  <Override PartName="/ppt/ink/ink1641.xml" ContentType="application/inkml+xml"/>
  <Override PartName="/ppt/ink/ink1642.xml" ContentType="application/inkml+xml"/>
  <Override PartName="/ppt/ink/ink1643.xml" ContentType="application/inkml+xml"/>
  <Override PartName="/ppt/ink/ink1644.xml" ContentType="application/inkml+xml"/>
  <Override PartName="/ppt/ink/ink1645.xml" ContentType="application/inkml+xml"/>
  <Override PartName="/ppt/ink/ink1646.xml" ContentType="application/inkml+xml"/>
  <Override PartName="/ppt/ink/ink1647.xml" ContentType="application/inkml+xml"/>
  <Override PartName="/ppt/ink/ink1648.xml" ContentType="application/inkml+xml"/>
  <Override PartName="/ppt/ink/ink1649.xml" ContentType="application/inkml+xml"/>
  <Override PartName="/ppt/ink/ink1650.xml" ContentType="application/inkml+xml"/>
  <Override PartName="/ppt/ink/ink1651.xml" ContentType="application/inkml+xml"/>
  <Override PartName="/ppt/ink/ink1652.xml" ContentType="application/inkml+xml"/>
  <Override PartName="/ppt/ink/ink1653.xml" ContentType="application/inkml+xml"/>
  <Override PartName="/ppt/ink/ink1654.xml" ContentType="application/inkml+xml"/>
  <Override PartName="/ppt/ink/ink1655.xml" ContentType="application/inkml+xml"/>
  <Override PartName="/ppt/ink/ink1656.xml" ContentType="application/inkml+xml"/>
  <Override PartName="/ppt/ink/ink1657.xml" ContentType="application/inkml+xml"/>
  <Override PartName="/ppt/ink/ink1658.xml" ContentType="application/inkml+xml"/>
  <Override PartName="/ppt/ink/ink1659.xml" ContentType="application/inkml+xml"/>
  <Override PartName="/ppt/ink/ink1660.xml" ContentType="application/inkml+xml"/>
  <Override PartName="/ppt/ink/ink1661.xml" ContentType="application/inkml+xml"/>
  <Override PartName="/ppt/ink/ink1662.xml" ContentType="application/inkml+xml"/>
  <Override PartName="/ppt/ink/ink1663.xml" ContentType="application/inkml+xml"/>
  <Override PartName="/ppt/ink/ink1664.xml" ContentType="application/inkml+xml"/>
  <Override PartName="/ppt/ink/ink1665.xml" ContentType="application/inkml+xml"/>
  <Override PartName="/ppt/ink/ink1666.xml" ContentType="application/inkml+xml"/>
  <Override PartName="/ppt/ink/ink1667.xml" ContentType="application/inkml+xml"/>
  <Override PartName="/ppt/ink/ink1668.xml" ContentType="application/inkml+xml"/>
  <Override PartName="/ppt/ink/ink1669.xml" ContentType="application/inkml+xml"/>
  <Override PartName="/ppt/ink/ink1670.xml" ContentType="application/inkml+xml"/>
  <Override PartName="/ppt/ink/ink1671.xml" ContentType="application/inkml+xml"/>
  <Override PartName="/ppt/ink/ink1672.xml" ContentType="application/inkml+xml"/>
  <Override PartName="/ppt/ink/ink1673.xml" ContentType="application/inkml+xml"/>
  <Override PartName="/ppt/ink/ink1674.xml" ContentType="application/inkml+xml"/>
  <Override PartName="/ppt/ink/ink1675.xml" ContentType="application/inkml+xml"/>
  <Override PartName="/ppt/ink/ink1676.xml" ContentType="application/inkml+xml"/>
  <Override PartName="/ppt/ink/ink1677.xml" ContentType="application/inkml+xml"/>
  <Override PartName="/ppt/ink/ink1678.xml" ContentType="application/inkml+xml"/>
  <Override PartName="/ppt/ink/ink1679.xml" ContentType="application/inkml+xml"/>
  <Override PartName="/ppt/ink/ink1680.xml" ContentType="application/inkml+xml"/>
  <Override PartName="/ppt/ink/ink1681.xml" ContentType="application/inkml+xml"/>
  <Override PartName="/ppt/ink/ink1682.xml" ContentType="application/inkml+xml"/>
  <Override PartName="/ppt/ink/ink1683.xml" ContentType="application/inkml+xml"/>
  <Override PartName="/ppt/ink/ink1684.xml" ContentType="application/inkml+xml"/>
  <Override PartName="/ppt/ink/ink1685.xml" ContentType="application/inkml+xml"/>
  <Override PartName="/ppt/ink/ink1686.xml" ContentType="application/inkml+xml"/>
  <Override PartName="/ppt/ink/ink1687.xml" ContentType="application/inkml+xml"/>
  <Override PartName="/ppt/ink/ink1688.xml" ContentType="application/inkml+xml"/>
  <Override PartName="/ppt/ink/ink1689.xml" ContentType="application/inkml+xml"/>
  <Override PartName="/ppt/ink/ink1690.xml" ContentType="application/inkml+xml"/>
  <Override PartName="/ppt/ink/ink1691.xml" ContentType="application/inkml+xml"/>
  <Override PartName="/ppt/ink/ink1692.xml" ContentType="application/inkml+xml"/>
  <Override PartName="/ppt/ink/ink1693.xml" ContentType="application/inkml+xml"/>
  <Override PartName="/ppt/ink/ink1694.xml" ContentType="application/inkml+xml"/>
  <Override PartName="/ppt/ink/ink1695.xml" ContentType="application/inkml+xml"/>
  <Override PartName="/ppt/ink/ink1696.xml" ContentType="application/inkml+xml"/>
  <Override PartName="/ppt/ink/ink1697.xml" ContentType="application/inkml+xml"/>
  <Override PartName="/ppt/ink/ink1698.xml" ContentType="application/inkml+xml"/>
  <Override PartName="/ppt/ink/ink1699.xml" ContentType="application/inkml+xml"/>
  <Override PartName="/ppt/ink/ink1700.xml" ContentType="application/inkml+xml"/>
  <Override PartName="/ppt/ink/ink1701.xml" ContentType="application/inkml+xml"/>
  <Override PartName="/ppt/ink/ink1702.xml" ContentType="application/inkml+xml"/>
  <Override PartName="/ppt/ink/ink1703.xml" ContentType="application/inkml+xml"/>
  <Override PartName="/ppt/ink/ink1704.xml" ContentType="application/inkml+xml"/>
  <Override PartName="/ppt/ink/ink1705.xml" ContentType="application/inkml+xml"/>
  <Override PartName="/ppt/ink/ink1706.xml" ContentType="application/inkml+xml"/>
  <Override PartName="/ppt/ink/ink1707.xml" ContentType="application/inkml+xml"/>
  <Override PartName="/ppt/ink/ink1708.xml" ContentType="application/inkml+xml"/>
  <Override PartName="/ppt/ink/ink1709.xml" ContentType="application/inkml+xml"/>
  <Override PartName="/ppt/ink/ink1710.xml" ContentType="application/inkml+xml"/>
  <Override PartName="/ppt/ink/ink1711.xml" ContentType="application/inkml+xml"/>
  <Override PartName="/ppt/ink/ink1712.xml" ContentType="application/inkml+xml"/>
  <Override PartName="/ppt/ink/ink1713.xml" ContentType="application/inkml+xml"/>
  <Override PartName="/ppt/ink/ink1714.xml" ContentType="application/inkml+xml"/>
  <Override PartName="/ppt/ink/ink1715.xml" ContentType="application/inkml+xml"/>
  <Override PartName="/ppt/ink/ink1716.xml" ContentType="application/inkml+xml"/>
  <Override PartName="/ppt/ink/ink1717.xml" ContentType="application/inkml+xml"/>
  <Override PartName="/ppt/ink/ink1718.xml" ContentType="application/inkml+xml"/>
  <Override PartName="/ppt/ink/ink1719.xml" ContentType="application/inkml+xml"/>
  <Override PartName="/ppt/ink/ink1720.xml" ContentType="application/inkml+xml"/>
  <Override PartName="/ppt/ink/ink1721.xml" ContentType="application/inkml+xml"/>
  <Override PartName="/ppt/ink/ink1722.xml" ContentType="application/inkml+xml"/>
  <Override PartName="/ppt/ink/ink1723.xml" ContentType="application/inkml+xml"/>
  <Override PartName="/ppt/ink/ink1724.xml" ContentType="application/inkml+xml"/>
  <Override PartName="/ppt/ink/ink1725.xml" ContentType="application/inkml+xml"/>
  <Override PartName="/ppt/ink/ink1726.xml" ContentType="application/inkml+xml"/>
  <Override PartName="/ppt/ink/ink1727.xml" ContentType="application/inkml+xml"/>
  <Override PartName="/ppt/ink/ink1728.xml" ContentType="application/inkml+xml"/>
  <Override PartName="/ppt/ink/ink1729.xml" ContentType="application/inkml+xml"/>
  <Override PartName="/ppt/ink/ink1730.xml" ContentType="application/inkml+xml"/>
  <Override PartName="/ppt/ink/ink1731.xml" ContentType="application/inkml+xml"/>
  <Override PartName="/ppt/ink/ink1732.xml" ContentType="application/inkml+xml"/>
  <Override PartName="/ppt/ink/ink1733.xml" ContentType="application/inkml+xml"/>
  <Override PartName="/ppt/ink/ink1734.xml" ContentType="application/inkml+xml"/>
  <Override PartName="/ppt/ink/ink1735.xml" ContentType="application/inkml+xml"/>
  <Override PartName="/ppt/ink/ink1736.xml" ContentType="application/inkml+xml"/>
  <Override PartName="/ppt/ink/ink1737.xml" ContentType="application/inkml+xml"/>
  <Override PartName="/ppt/ink/ink1738.xml" ContentType="application/inkml+xml"/>
  <Override PartName="/ppt/ink/ink1739.xml" ContentType="application/inkml+xml"/>
  <Override PartName="/ppt/ink/ink1740.xml" ContentType="application/inkml+xml"/>
  <Override PartName="/ppt/ink/ink1741.xml" ContentType="application/inkml+xml"/>
  <Override PartName="/ppt/ink/ink1742.xml" ContentType="application/inkml+xml"/>
  <Override PartName="/ppt/ink/ink1743.xml" ContentType="application/inkml+xml"/>
  <Override PartName="/ppt/ink/ink1744.xml" ContentType="application/inkml+xml"/>
  <Override PartName="/ppt/ink/ink1745.xml" ContentType="application/inkml+xml"/>
  <Override PartName="/ppt/ink/ink1746.xml" ContentType="application/inkml+xml"/>
  <Override PartName="/ppt/ink/ink1747.xml" ContentType="application/inkml+xml"/>
  <Override PartName="/ppt/ink/ink1748.xml" ContentType="application/inkml+xml"/>
  <Override PartName="/ppt/ink/ink1749.xml" ContentType="application/inkml+xml"/>
  <Override PartName="/ppt/ink/ink1750.xml" ContentType="application/inkml+xml"/>
  <Override PartName="/ppt/ink/ink1751.xml" ContentType="application/inkml+xml"/>
  <Override PartName="/ppt/ink/ink1752.xml" ContentType="application/inkml+xml"/>
  <Override PartName="/ppt/ink/ink1753.xml" ContentType="application/inkml+xml"/>
  <Override PartName="/ppt/ink/ink1754.xml" ContentType="application/inkml+xml"/>
  <Override PartName="/ppt/ink/ink1755.xml" ContentType="application/inkml+xml"/>
  <Override PartName="/ppt/ink/ink1756.xml" ContentType="application/inkml+xml"/>
  <Override PartName="/ppt/ink/ink1757.xml" ContentType="application/inkml+xml"/>
  <Override PartName="/ppt/ink/ink1758.xml" ContentType="application/inkml+xml"/>
  <Override PartName="/ppt/ink/ink1759.xml" ContentType="application/inkml+xml"/>
  <Override PartName="/ppt/ink/ink1760.xml" ContentType="application/inkml+xml"/>
  <Override PartName="/ppt/ink/ink1761.xml" ContentType="application/inkml+xml"/>
  <Override PartName="/ppt/ink/ink1762.xml" ContentType="application/inkml+xml"/>
  <Override PartName="/ppt/ink/ink1763.xml" ContentType="application/inkml+xml"/>
  <Override PartName="/ppt/ink/ink1764.xml" ContentType="application/inkml+xml"/>
  <Override PartName="/ppt/ink/ink1765.xml" ContentType="application/inkml+xml"/>
  <Override PartName="/ppt/ink/ink1766.xml" ContentType="application/inkml+xml"/>
  <Override PartName="/ppt/ink/ink1767.xml" ContentType="application/inkml+xml"/>
  <Override PartName="/ppt/ink/ink1768.xml" ContentType="application/inkml+xml"/>
  <Override PartName="/ppt/ink/ink1769.xml" ContentType="application/inkml+xml"/>
  <Override PartName="/ppt/ink/ink1770.xml" ContentType="application/inkml+xml"/>
  <Override PartName="/ppt/ink/ink1771.xml" ContentType="application/inkml+xml"/>
  <Override PartName="/ppt/ink/ink1772.xml" ContentType="application/inkml+xml"/>
  <Override PartName="/ppt/ink/ink1773.xml" ContentType="application/inkml+xml"/>
  <Override PartName="/ppt/ink/ink1774.xml" ContentType="application/inkml+xml"/>
  <Override PartName="/ppt/ink/ink1775.xml" ContentType="application/inkml+xml"/>
  <Override PartName="/ppt/ink/ink1776.xml" ContentType="application/inkml+xml"/>
  <Override PartName="/ppt/ink/ink1777.xml" ContentType="application/inkml+xml"/>
  <Override PartName="/ppt/ink/ink1778.xml" ContentType="application/inkml+xml"/>
  <Override PartName="/ppt/ink/ink1779.xml" ContentType="application/inkml+xml"/>
  <Override PartName="/ppt/ink/ink1780.xml" ContentType="application/inkml+xml"/>
  <Override PartName="/ppt/ink/ink1781.xml" ContentType="application/inkml+xml"/>
  <Override PartName="/ppt/ink/ink1782.xml" ContentType="application/inkml+xml"/>
  <Override PartName="/ppt/ink/ink1783.xml" ContentType="application/inkml+xml"/>
  <Override PartName="/ppt/ink/ink1784.xml" ContentType="application/inkml+xml"/>
  <Override PartName="/ppt/ink/ink1785.xml" ContentType="application/inkml+xml"/>
  <Override PartName="/ppt/ink/ink1786.xml" ContentType="application/inkml+xml"/>
  <Override PartName="/ppt/ink/ink1787.xml" ContentType="application/inkml+xml"/>
  <Override PartName="/ppt/ink/ink1788.xml" ContentType="application/inkml+xml"/>
  <Override PartName="/ppt/ink/ink1789.xml" ContentType="application/inkml+xml"/>
  <Override PartName="/ppt/ink/ink1790.xml" ContentType="application/inkml+xml"/>
  <Override PartName="/ppt/ink/ink1791.xml" ContentType="application/inkml+xml"/>
  <Override PartName="/ppt/ink/ink1792.xml" ContentType="application/inkml+xml"/>
  <Override PartName="/ppt/ink/ink1793.xml" ContentType="application/inkml+xml"/>
  <Override PartName="/ppt/ink/ink1794.xml" ContentType="application/inkml+xml"/>
  <Override PartName="/ppt/ink/ink1795.xml" ContentType="application/inkml+xml"/>
  <Override PartName="/ppt/ink/ink1796.xml" ContentType="application/inkml+xml"/>
  <Override PartName="/ppt/ink/ink1797.xml" ContentType="application/inkml+xml"/>
  <Override PartName="/ppt/ink/ink1798.xml" ContentType="application/inkml+xml"/>
  <Override PartName="/ppt/ink/ink1799.xml" ContentType="application/inkml+xml"/>
  <Override PartName="/ppt/ink/ink1800.xml" ContentType="application/inkml+xml"/>
  <Override PartName="/ppt/ink/ink1801.xml" ContentType="application/inkml+xml"/>
  <Override PartName="/ppt/ink/ink1802.xml" ContentType="application/inkml+xml"/>
  <Override PartName="/ppt/ink/ink1803.xml" ContentType="application/inkml+xml"/>
  <Override PartName="/ppt/ink/ink1804.xml" ContentType="application/inkml+xml"/>
  <Override PartName="/ppt/ink/ink1805.xml" ContentType="application/inkml+xml"/>
  <Override PartName="/ppt/ink/ink1806.xml" ContentType="application/inkml+xml"/>
  <Override PartName="/ppt/ink/ink1807.xml" ContentType="application/inkml+xml"/>
  <Override PartName="/ppt/ink/ink1808.xml" ContentType="application/inkml+xml"/>
  <Override PartName="/ppt/ink/ink1809.xml" ContentType="application/inkml+xml"/>
  <Override PartName="/ppt/ink/ink1810.xml" ContentType="application/inkml+xml"/>
  <Override PartName="/ppt/ink/ink1811.xml" ContentType="application/inkml+xml"/>
  <Override PartName="/ppt/ink/ink1812.xml" ContentType="application/inkml+xml"/>
  <Override PartName="/ppt/ink/ink1813.xml" ContentType="application/inkml+xml"/>
  <Override PartName="/ppt/ink/ink1814.xml" ContentType="application/inkml+xml"/>
  <Override PartName="/ppt/ink/ink1815.xml" ContentType="application/inkml+xml"/>
  <Override PartName="/ppt/ink/ink1816.xml" ContentType="application/inkml+xml"/>
  <Override PartName="/ppt/ink/ink1817.xml" ContentType="application/inkml+xml"/>
  <Override PartName="/ppt/ink/ink1818.xml" ContentType="application/inkml+xml"/>
  <Override PartName="/ppt/ink/ink1819.xml" ContentType="application/inkml+xml"/>
  <Override PartName="/ppt/ink/ink1820.xml" ContentType="application/inkml+xml"/>
  <Override PartName="/ppt/ink/ink1821.xml" ContentType="application/inkml+xml"/>
  <Override PartName="/ppt/ink/ink1822.xml" ContentType="application/inkml+xml"/>
  <Override PartName="/ppt/ink/ink1823.xml" ContentType="application/inkml+xml"/>
  <Override PartName="/ppt/ink/ink1824.xml" ContentType="application/inkml+xml"/>
  <Override PartName="/ppt/ink/ink1825.xml" ContentType="application/inkml+xml"/>
  <Override PartName="/ppt/ink/ink1826.xml" ContentType="application/inkml+xml"/>
  <Override PartName="/ppt/ink/ink1827.xml" ContentType="application/inkml+xml"/>
  <Override PartName="/ppt/ink/ink1828.xml" ContentType="application/inkml+xml"/>
  <Override PartName="/ppt/ink/ink1829.xml" ContentType="application/inkml+xml"/>
  <Override PartName="/ppt/ink/ink1830.xml" ContentType="application/inkml+xml"/>
  <Override PartName="/ppt/ink/ink1831.xml" ContentType="application/inkml+xml"/>
  <Override PartName="/ppt/ink/ink1832.xml" ContentType="application/inkml+xml"/>
  <Override PartName="/ppt/ink/ink1833.xml" ContentType="application/inkml+xml"/>
  <Override PartName="/ppt/ink/ink1834.xml" ContentType="application/inkml+xml"/>
  <Override PartName="/ppt/ink/ink1835.xml" ContentType="application/inkml+xml"/>
  <Override PartName="/ppt/ink/ink1836.xml" ContentType="application/inkml+xml"/>
  <Override PartName="/ppt/ink/ink1837.xml" ContentType="application/inkml+xml"/>
  <Override PartName="/ppt/ink/ink1838.xml" ContentType="application/inkml+xml"/>
  <Override PartName="/ppt/ink/ink1839.xml" ContentType="application/inkml+xml"/>
  <Override PartName="/ppt/ink/ink1840.xml" ContentType="application/inkml+xml"/>
  <Override PartName="/ppt/ink/ink1841.xml" ContentType="application/inkml+xml"/>
  <Override PartName="/ppt/ink/ink1842.xml" ContentType="application/inkml+xml"/>
  <Override PartName="/ppt/ink/ink1843.xml" ContentType="application/inkml+xml"/>
  <Override PartName="/ppt/ink/ink1844.xml" ContentType="application/inkml+xml"/>
  <Override PartName="/ppt/ink/ink1845.xml" ContentType="application/inkml+xml"/>
  <Override PartName="/ppt/ink/ink1846.xml" ContentType="application/inkml+xml"/>
  <Override PartName="/ppt/ink/ink1847.xml" ContentType="application/inkml+xml"/>
  <Override PartName="/ppt/ink/ink1848.xml" ContentType="application/inkml+xml"/>
  <Override PartName="/ppt/ink/ink1849.xml" ContentType="application/inkml+xml"/>
  <Override PartName="/ppt/ink/ink1850.xml" ContentType="application/inkml+xml"/>
  <Override PartName="/ppt/ink/ink1851.xml" ContentType="application/inkml+xml"/>
  <Override PartName="/ppt/ink/ink1852.xml" ContentType="application/inkml+xml"/>
  <Override PartName="/ppt/ink/ink1853.xml" ContentType="application/inkml+xml"/>
  <Override PartName="/ppt/ink/ink1854.xml" ContentType="application/inkml+xml"/>
  <Override PartName="/ppt/ink/ink1855.xml" ContentType="application/inkml+xml"/>
  <Override PartName="/ppt/ink/ink1856.xml" ContentType="application/inkml+xml"/>
  <Override PartName="/ppt/ink/ink1857.xml" ContentType="application/inkml+xml"/>
  <Override PartName="/ppt/ink/ink1858.xml" ContentType="application/inkml+xml"/>
  <Override PartName="/ppt/ink/ink1859.xml" ContentType="application/inkml+xml"/>
  <Override PartName="/ppt/ink/ink1860.xml" ContentType="application/inkml+xml"/>
  <Override PartName="/ppt/ink/ink1861.xml" ContentType="application/inkml+xml"/>
  <Override PartName="/ppt/ink/ink1862.xml" ContentType="application/inkml+xml"/>
  <Override PartName="/ppt/ink/ink1863.xml" ContentType="application/inkml+xml"/>
  <Override PartName="/ppt/ink/ink1864.xml" ContentType="application/inkml+xml"/>
  <Override PartName="/ppt/ink/ink1865.xml" ContentType="application/inkml+xml"/>
  <Override PartName="/ppt/ink/ink1866.xml" ContentType="application/inkml+xml"/>
  <Override PartName="/ppt/ink/ink1867.xml" ContentType="application/inkml+xml"/>
  <Override PartName="/ppt/ink/ink1868.xml" ContentType="application/inkml+xml"/>
  <Override PartName="/ppt/ink/ink1869.xml" ContentType="application/inkml+xml"/>
  <Override PartName="/ppt/ink/ink1870.xml" ContentType="application/inkml+xml"/>
  <Override PartName="/ppt/ink/ink1871.xml" ContentType="application/inkml+xml"/>
  <Override PartName="/ppt/ink/ink1872.xml" ContentType="application/inkml+xml"/>
  <Override PartName="/ppt/ink/ink1873.xml" ContentType="application/inkml+xml"/>
  <Override PartName="/ppt/ink/ink1874.xml" ContentType="application/inkml+xml"/>
  <Override PartName="/ppt/ink/ink1875.xml" ContentType="application/inkml+xml"/>
  <Override PartName="/ppt/ink/ink1876.xml" ContentType="application/inkml+xml"/>
  <Override PartName="/ppt/ink/ink1877.xml" ContentType="application/inkml+xml"/>
  <Override PartName="/ppt/ink/ink1878.xml" ContentType="application/inkml+xml"/>
  <Override PartName="/ppt/ink/ink1879.xml" ContentType="application/inkml+xml"/>
  <Override PartName="/ppt/ink/ink1880.xml" ContentType="application/inkml+xml"/>
  <Override PartName="/ppt/ink/ink1881.xml" ContentType="application/inkml+xml"/>
  <Override PartName="/ppt/ink/ink1882.xml" ContentType="application/inkml+xml"/>
  <Override PartName="/ppt/ink/ink1883.xml" ContentType="application/inkml+xml"/>
  <Override PartName="/ppt/ink/ink1884.xml" ContentType="application/inkml+xml"/>
  <Override PartName="/ppt/ink/ink1885.xml" ContentType="application/inkml+xml"/>
  <Override PartName="/ppt/ink/ink1886.xml" ContentType="application/inkml+xml"/>
  <Override PartName="/ppt/ink/ink1887.xml" ContentType="application/inkml+xml"/>
  <Override PartName="/ppt/ink/ink1888.xml" ContentType="application/inkml+xml"/>
  <Override PartName="/ppt/ink/ink1889.xml" ContentType="application/inkml+xml"/>
  <Override PartName="/ppt/ink/ink1890.xml" ContentType="application/inkml+xml"/>
  <Override PartName="/ppt/ink/ink1891.xml" ContentType="application/inkml+xml"/>
  <Override PartName="/ppt/ink/ink1892.xml" ContentType="application/inkml+xml"/>
  <Override PartName="/ppt/ink/ink1893.xml" ContentType="application/inkml+xml"/>
  <Override PartName="/ppt/ink/ink1894.xml" ContentType="application/inkml+xml"/>
  <Override PartName="/ppt/ink/ink1895.xml" ContentType="application/inkml+xml"/>
  <Override PartName="/ppt/ink/ink1896.xml" ContentType="application/inkml+xml"/>
  <Override PartName="/ppt/ink/ink1897.xml" ContentType="application/inkml+xml"/>
  <Override PartName="/ppt/ink/ink1898.xml" ContentType="application/inkml+xml"/>
  <Override PartName="/ppt/ink/ink1899.xml" ContentType="application/inkml+xml"/>
  <Override PartName="/ppt/ink/ink1900.xml" ContentType="application/inkml+xml"/>
  <Override PartName="/ppt/ink/ink1901.xml" ContentType="application/inkml+xml"/>
  <Override PartName="/ppt/ink/ink1902.xml" ContentType="application/inkml+xml"/>
  <Override PartName="/ppt/ink/ink1903.xml" ContentType="application/inkml+xml"/>
  <Override PartName="/ppt/ink/ink1904.xml" ContentType="application/inkml+xml"/>
  <Override PartName="/ppt/ink/ink1905.xml" ContentType="application/inkml+xml"/>
  <Override PartName="/ppt/ink/ink1906.xml" ContentType="application/inkml+xml"/>
  <Override PartName="/ppt/ink/ink1907.xml" ContentType="application/inkml+xml"/>
  <Override PartName="/ppt/ink/ink1908.xml" ContentType="application/inkml+xml"/>
  <Override PartName="/ppt/ink/ink1909.xml" ContentType="application/inkml+xml"/>
  <Override PartName="/ppt/ink/ink1910.xml" ContentType="application/inkml+xml"/>
  <Override PartName="/ppt/ink/ink1911.xml" ContentType="application/inkml+xml"/>
  <Override PartName="/ppt/ink/ink1912.xml" ContentType="application/inkml+xml"/>
  <Override PartName="/ppt/ink/ink1913.xml" ContentType="application/inkml+xml"/>
  <Override PartName="/ppt/ink/ink1914.xml" ContentType="application/inkml+xml"/>
  <Override PartName="/ppt/ink/ink1915.xml" ContentType="application/inkml+xml"/>
  <Override PartName="/ppt/ink/ink1916.xml" ContentType="application/inkml+xml"/>
  <Override PartName="/ppt/ink/ink1917.xml" ContentType="application/inkml+xml"/>
  <Override PartName="/ppt/ink/ink1918.xml" ContentType="application/inkml+xml"/>
  <Override PartName="/ppt/ink/ink1919.xml" ContentType="application/inkml+xml"/>
  <Override PartName="/ppt/ink/ink1920.xml" ContentType="application/inkml+xml"/>
  <Override PartName="/ppt/ink/ink1921.xml" ContentType="application/inkml+xml"/>
  <Override PartName="/ppt/ink/ink1922.xml" ContentType="application/inkml+xml"/>
  <Override PartName="/ppt/ink/ink1923.xml" ContentType="application/inkml+xml"/>
  <Override PartName="/ppt/ink/ink1924.xml" ContentType="application/inkml+xml"/>
  <Override PartName="/ppt/ink/ink1925.xml" ContentType="application/inkml+xml"/>
  <Override PartName="/ppt/ink/ink1926.xml" ContentType="application/inkml+xml"/>
  <Override PartName="/ppt/ink/ink1927.xml" ContentType="application/inkml+xml"/>
  <Override PartName="/ppt/ink/ink1928.xml" ContentType="application/inkml+xml"/>
  <Override PartName="/ppt/ink/ink1929.xml" ContentType="application/inkml+xml"/>
  <Override PartName="/ppt/ink/ink1930.xml" ContentType="application/inkml+xml"/>
  <Override PartName="/ppt/ink/ink1931.xml" ContentType="application/inkml+xml"/>
  <Override PartName="/ppt/ink/ink1932.xml" ContentType="application/inkml+xml"/>
  <Override PartName="/ppt/ink/ink1933.xml" ContentType="application/inkml+xml"/>
  <Override PartName="/ppt/ink/ink1934.xml" ContentType="application/inkml+xml"/>
  <Override PartName="/ppt/ink/ink1935.xml" ContentType="application/inkml+xml"/>
  <Override PartName="/ppt/ink/ink1936.xml" ContentType="application/inkml+xml"/>
  <Override PartName="/ppt/ink/ink1937.xml" ContentType="application/inkml+xml"/>
  <Override PartName="/ppt/ink/ink1938.xml" ContentType="application/inkml+xml"/>
  <Override PartName="/ppt/ink/ink1939.xml" ContentType="application/inkml+xml"/>
  <Override PartName="/ppt/ink/ink1940.xml" ContentType="application/inkml+xml"/>
  <Override PartName="/ppt/ink/ink1941.xml" ContentType="application/inkml+xml"/>
  <Override PartName="/ppt/ink/ink1942.xml" ContentType="application/inkml+xml"/>
  <Override PartName="/ppt/ink/ink1943.xml" ContentType="application/inkml+xml"/>
  <Override PartName="/ppt/ink/ink1944.xml" ContentType="application/inkml+xml"/>
  <Override PartName="/ppt/ink/ink1945.xml" ContentType="application/inkml+xml"/>
  <Override PartName="/ppt/ink/ink1946.xml" ContentType="application/inkml+xml"/>
  <Override PartName="/ppt/ink/ink1947.xml" ContentType="application/inkml+xml"/>
  <Override PartName="/ppt/ink/ink1948.xml" ContentType="application/inkml+xml"/>
  <Override PartName="/ppt/ink/ink1949.xml" ContentType="application/inkml+xml"/>
  <Override PartName="/ppt/ink/ink1950.xml" ContentType="application/inkml+xml"/>
  <Override PartName="/ppt/ink/ink1951.xml" ContentType="application/inkml+xml"/>
  <Override PartName="/ppt/ink/ink1952.xml" ContentType="application/inkml+xml"/>
  <Override PartName="/ppt/ink/ink1953.xml" ContentType="application/inkml+xml"/>
  <Override PartName="/ppt/ink/ink1954.xml" ContentType="application/inkml+xml"/>
  <Override PartName="/ppt/ink/ink1955.xml" ContentType="application/inkml+xml"/>
  <Override PartName="/ppt/ink/ink1956.xml" ContentType="application/inkml+xml"/>
  <Override PartName="/ppt/ink/ink1957.xml" ContentType="application/inkml+xml"/>
  <Override PartName="/ppt/ink/ink1958.xml" ContentType="application/inkml+xml"/>
  <Override PartName="/ppt/ink/ink1959.xml" ContentType="application/inkml+xml"/>
  <Override PartName="/ppt/ink/ink1960.xml" ContentType="application/inkml+xml"/>
  <Override PartName="/ppt/ink/ink1961.xml" ContentType="application/inkml+xml"/>
  <Override PartName="/ppt/ink/ink1962.xml" ContentType="application/inkml+xml"/>
  <Override PartName="/ppt/ink/ink1963.xml" ContentType="application/inkml+xml"/>
  <Override PartName="/ppt/ink/ink1964.xml" ContentType="application/inkml+xml"/>
  <Override PartName="/ppt/ink/ink1965.xml" ContentType="application/inkml+xml"/>
  <Override PartName="/ppt/ink/ink1966.xml" ContentType="application/inkml+xml"/>
  <Override PartName="/ppt/ink/ink1967.xml" ContentType="application/inkml+xml"/>
  <Override PartName="/ppt/ink/ink1968.xml" ContentType="application/inkml+xml"/>
  <Override PartName="/ppt/ink/ink1969.xml" ContentType="application/inkml+xml"/>
  <Override PartName="/ppt/ink/ink1970.xml" ContentType="application/inkml+xml"/>
  <Override PartName="/ppt/ink/ink1971.xml" ContentType="application/inkml+xml"/>
  <Override PartName="/ppt/ink/ink1972.xml" ContentType="application/inkml+xml"/>
  <Override PartName="/ppt/ink/ink1973.xml" ContentType="application/inkml+xml"/>
  <Override PartName="/ppt/ink/ink1974.xml" ContentType="application/inkml+xml"/>
  <Override PartName="/ppt/ink/ink1975.xml" ContentType="application/inkml+xml"/>
  <Override PartName="/ppt/ink/ink1976.xml" ContentType="application/inkml+xml"/>
  <Override PartName="/ppt/ink/ink1977.xml" ContentType="application/inkml+xml"/>
  <Override PartName="/ppt/ink/ink1978.xml" ContentType="application/inkml+xml"/>
  <Override PartName="/ppt/ink/ink1979.xml" ContentType="application/inkml+xml"/>
  <Override PartName="/ppt/ink/ink1980.xml" ContentType="application/inkml+xml"/>
  <Override PartName="/ppt/ink/ink1981.xml" ContentType="application/inkml+xml"/>
  <Override PartName="/ppt/ink/ink1982.xml" ContentType="application/inkml+xml"/>
  <Override PartName="/ppt/ink/ink1983.xml" ContentType="application/inkml+xml"/>
  <Override PartName="/ppt/ink/ink1984.xml" ContentType="application/inkml+xml"/>
  <Override PartName="/ppt/ink/ink1985.xml" ContentType="application/inkml+xml"/>
  <Override PartName="/ppt/ink/ink1986.xml" ContentType="application/inkml+xml"/>
  <Override PartName="/ppt/ink/ink1987.xml" ContentType="application/inkml+xml"/>
  <Override PartName="/ppt/ink/ink1988.xml" ContentType="application/inkml+xml"/>
  <Override PartName="/ppt/ink/ink1989.xml" ContentType="application/inkml+xml"/>
  <Override PartName="/ppt/ink/ink1990.xml" ContentType="application/inkml+xml"/>
  <Override PartName="/ppt/ink/ink1991.xml" ContentType="application/inkml+xml"/>
  <Override PartName="/ppt/ink/ink1992.xml" ContentType="application/inkml+xml"/>
  <Override PartName="/ppt/ink/ink1993.xml" ContentType="application/inkml+xml"/>
  <Override PartName="/ppt/ink/ink1994.xml" ContentType="application/inkml+xml"/>
  <Override PartName="/ppt/ink/ink1995.xml" ContentType="application/inkml+xml"/>
  <Override PartName="/ppt/ink/ink1996.xml" ContentType="application/inkml+xml"/>
  <Override PartName="/ppt/ink/ink1997.xml" ContentType="application/inkml+xml"/>
  <Override PartName="/ppt/ink/ink1998.xml" ContentType="application/inkml+xml"/>
  <Override PartName="/ppt/ink/ink1999.xml" ContentType="application/inkml+xml"/>
  <Override PartName="/ppt/ink/ink2000.xml" ContentType="application/inkml+xml"/>
  <Override PartName="/ppt/ink/ink2001.xml" ContentType="application/inkml+xml"/>
  <Override PartName="/ppt/ink/ink2002.xml" ContentType="application/inkml+xml"/>
  <Override PartName="/ppt/ink/ink2003.xml" ContentType="application/inkml+xml"/>
  <Override PartName="/ppt/ink/ink2004.xml" ContentType="application/inkml+xml"/>
  <Override PartName="/ppt/ink/ink2005.xml" ContentType="application/inkml+xml"/>
  <Override PartName="/ppt/ink/ink2006.xml" ContentType="application/inkml+xml"/>
  <Override PartName="/ppt/ink/ink2007.xml" ContentType="application/inkml+xml"/>
  <Override PartName="/ppt/ink/ink2008.xml" ContentType="application/inkml+xml"/>
  <Override PartName="/ppt/ink/ink2009.xml" ContentType="application/inkml+xml"/>
  <Override PartName="/ppt/ink/ink2010.xml" ContentType="application/inkml+xml"/>
  <Override PartName="/ppt/ink/ink2011.xml" ContentType="application/inkml+xml"/>
  <Override PartName="/ppt/ink/ink2012.xml" ContentType="application/inkml+xml"/>
  <Override PartName="/ppt/ink/ink2013.xml" ContentType="application/inkml+xml"/>
  <Override PartName="/ppt/ink/ink2014.xml" ContentType="application/inkml+xml"/>
  <Override PartName="/ppt/ink/ink2015.xml" ContentType="application/inkml+xml"/>
  <Override PartName="/ppt/ink/ink2016.xml" ContentType="application/inkml+xml"/>
  <Override PartName="/ppt/ink/ink2017.xml" ContentType="application/inkml+xml"/>
  <Override PartName="/ppt/ink/ink2018.xml" ContentType="application/inkml+xml"/>
  <Override PartName="/ppt/ink/ink2019.xml" ContentType="application/inkml+xml"/>
  <Override PartName="/ppt/ink/ink2020.xml" ContentType="application/inkml+xml"/>
  <Override PartName="/ppt/ink/ink2021.xml" ContentType="application/inkml+xml"/>
  <Override PartName="/ppt/ink/ink2022.xml" ContentType="application/inkml+xml"/>
  <Override PartName="/ppt/ink/ink2023.xml" ContentType="application/inkml+xml"/>
  <Override PartName="/ppt/ink/ink2024.xml" ContentType="application/inkml+xml"/>
  <Override PartName="/ppt/ink/ink2025.xml" ContentType="application/inkml+xml"/>
  <Override PartName="/ppt/ink/ink2026.xml" ContentType="application/inkml+xml"/>
  <Override PartName="/ppt/ink/ink2027.xml" ContentType="application/inkml+xml"/>
  <Override PartName="/ppt/ink/ink2028.xml" ContentType="application/inkml+xml"/>
  <Override PartName="/ppt/ink/ink2029.xml" ContentType="application/inkml+xml"/>
  <Override PartName="/ppt/ink/ink2030.xml" ContentType="application/inkml+xml"/>
  <Override PartName="/ppt/ink/ink2031.xml" ContentType="application/inkml+xml"/>
  <Override PartName="/ppt/ink/ink2032.xml" ContentType="application/inkml+xml"/>
  <Override PartName="/ppt/ink/ink2033.xml" ContentType="application/inkml+xml"/>
  <Override PartName="/ppt/ink/ink2034.xml" ContentType="application/inkml+xml"/>
  <Override PartName="/ppt/ink/ink2035.xml" ContentType="application/inkml+xml"/>
  <Override PartName="/ppt/ink/ink2036.xml" ContentType="application/inkml+xml"/>
  <Override PartName="/ppt/ink/ink2037.xml" ContentType="application/inkml+xml"/>
  <Override PartName="/ppt/ink/ink2038.xml" ContentType="application/inkml+xml"/>
  <Override PartName="/ppt/ink/ink2039.xml" ContentType="application/inkml+xml"/>
  <Override PartName="/ppt/ink/ink2040.xml" ContentType="application/inkml+xml"/>
  <Override PartName="/ppt/ink/ink2041.xml" ContentType="application/inkml+xml"/>
  <Override PartName="/ppt/ink/ink2042.xml" ContentType="application/inkml+xml"/>
  <Override PartName="/ppt/ink/ink2043.xml" ContentType="application/inkml+xml"/>
  <Override PartName="/ppt/ink/ink2044.xml" ContentType="application/inkml+xml"/>
  <Override PartName="/ppt/ink/ink2045.xml" ContentType="application/inkml+xml"/>
  <Override PartName="/ppt/ink/ink2046.xml" ContentType="application/inkml+xml"/>
  <Override PartName="/ppt/ink/ink2047.xml" ContentType="application/inkml+xml"/>
  <Override PartName="/ppt/ink/ink2048.xml" ContentType="application/inkml+xml"/>
  <Override PartName="/ppt/ink/ink2049.xml" ContentType="application/inkml+xml"/>
  <Override PartName="/ppt/ink/ink2050.xml" ContentType="application/inkml+xml"/>
  <Override PartName="/ppt/ink/ink2051.xml" ContentType="application/inkml+xml"/>
  <Override PartName="/ppt/ink/ink2052.xml" ContentType="application/inkml+xml"/>
  <Override PartName="/ppt/ink/ink2053.xml" ContentType="application/inkml+xml"/>
  <Override PartName="/ppt/ink/ink2054.xml" ContentType="application/inkml+xml"/>
  <Override PartName="/ppt/ink/ink2055.xml" ContentType="application/inkml+xml"/>
  <Override PartName="/ppt/ink/ink2056.xml" ContentType="application/inkml+xml"/>
  <Override PartName="/ppt/ink/ink2057.xml" ContentType="application/inkml+xml"/>
  <Override PartName="/ppt/ink/ink2058.xml" ContentType="application/inkml+xml"/>
  <Override PartName="/ppt/ink/ink2059.xml" ContentType="application/inkml+xml"/>
  <Override PartName="/ppt/ink/ink2060.xml" ContentType="application/inkml+xml"/>
  <Override PartName="/ppt/ink/ink2061.xml" ContentType="application/inkml+xml"/>
  <Override PartName="/ppt/ink/ink2062.xml" ContentType="application/inkml+xml"/>
  <Override PartName="/ppt/ink/ink2063.xml" ContentType="application/inkml+xml"/>
  <Override PartName="/ppt/ink/ink2064.xml" ContentType="application/inkml+xml"/>
  <Override PartName="/ppt/ink/ink2065.xml" ContentType="application/inkml+xml"/>
  <Override PartName="/ppt/ink/ink2066.xml" ContentType="application/inkml+xml"/>
  <Override PartName="/ppt/ink/ink2067.xml" ContentType="application/inkml+xml"/>
  <Override PartName="/ppt/ink/ink2068.xml" ContentType="application/inkml+xml"/>
  <Override PartName="/ppt/ink/ink2069.xml" ContentType="application/inkml+xml"/>
  <Override PartName="/ppt/ink/ink2070.xml" ContentType="application/inkml+xml"/>
  <Override PartName="/ppt/ink/ink2071.xml" ContentType="application/inkml+xml"/>
  <Override PartName="/ppt/ink/ink2072.xml" ContentType="application/inkml+xml"/>
  <Override PartName="/ppt/ink/ink2073.xml" ContentType="application/inkml+xml"/>
  <Override PartName="/ppt/ink/ink2074.xml" ContentType="application/inkml+xml"/>
  <Override PartName="/ppt/ink/ink2075.xml" ContentType="application/inkml+xml"/>
  <Override PartName="/ppt/ink/ink2076.xml" ContentType="application/inkml+xml"/>
  <Override PartName="/ppt/ink/ink2077.xml" ContentType="application/inkml+xml"/>
  <Override PartName="/ppt/ink/ink2078.xml" ContentType="application/inkml+xml"/>
  <Override PartName="/ppt/ink/ink2079.xml" ContentType="application/inkml+xml"/>
  <Override PartName="/ppt/ink/ink2080.xml" ContentType="application/inkml+xml"/>
  <Override PartName="/ppt/ink/ink2081.xml" ContentType="application/inkml+xml"/>
  <Override PartName="/ppt/ink/ink2082.xml" ContentType="application/inkml+xml"/>
  <Override PartName="/ppt/ink/ink2083.xml" ContentType="application/inkml+xml"/>
  <Override PartName="/ppt/ink/ink2084.xml" ContentType="application/inkml+xml"/>
  <Override PartName="/ppt/ink/ink2085.xml" ContentType="application/inkml+xml"/>
  <Override PartName="/ppt/ink/ink2086.xml" ContentType="application/inkml+xml"/>
  <Override PartName="/ppt/ink/ink2087.xml" ContentType="application/inkml+xml"/>
  <Override PartName="/ppt/ink/ink2088.xml" ContentType="application/inkml+xml"/>
  <Override PartName="/ppt/ink/ink2089.xml" ContentType="application/inkml+xml"/>
  <Override PartName="/ppt/ink/ink2090.xml" ContentType="application/inkml+xml"/>
  <Override PartName="/ppt/ink/ink2091.xml" ContentType="application/inkml+xml"/>
  <Override PartName="/ppt/ink/ink2092.xml" ContentType="application/inkml+xml"/>
  <Override PartName="/ppt/ink/ink2093.xml" ContentType="application/inkml+xml"/>
  <Override PartName="/ppt/ink/ink2094.xml" ContentType="application/inkml+xml"/>
  <Override PartName="/ppt/ink/ink2095.xml" ContentType="application/inkml+xml"/>
  <Override PartName="/ppt/ink/ink2096.xml" ContentType="application/inkml+xml"/>
  <Override PartName="/ppt/ink/ink2097.xml" ContentType="application/inkml+xml"/>
  <Override PartName="/ppt/ink/ink2098.xml" ContentType="application/inkml+xml"/>
  <Override PartName="/ppt/ink/ink2099.xml" ContentType="application/inkml+xml"/>
  <Override PartName="/ppt/ink/ink2100.xml" ContentType="application/inkml+xml"/>
  <Override PartName="/ppt/ink/ink2101.xml" ContentType="application/inkml+xml"/>
  <Override PartName="/ppt/ink/ink2102.xml" ContentType="application/inkml+xml"/>
  <Override PartName="/ppt/ink/ink2103.xml" ContentType="application/inkml+xml"/>
  <Override PartName="/ppt/ink/ink2104.xml" ContentType="application/inkml+xml"/>
  <Override PartName="/ppt/ink/ink2105.xml" ContentType="application/inkml+xml"/>
  <Override PartName="/ppt/ink/ink2106.xml" ContentType="application/inkml+xml"/>
  <Override PartName="/ppt/ink/ink2107.xml" ContentType="application/inkml+xml"/>
  <Override PartName="/ppt/ink/ink2108.xml" ContentType="application/inkml+xml"/>
  <Override PartName="/ppt/ink/ink2109.xml" ContentType="application/inkml+xml"/>
  <Override PartName="/ppt/ink/ink2110.xml" ContentType="application/inkml+xml"/>
  <Override PartName="/ppt/ink/ink2111.xml" ContentType="application/inkml+xml"/>
  <Override PartName="/ppt/ink/ink2112.xml" ContentType="application/inkml+xml"/>
  <Override PartName="/ppt/ink/ink2113.xml" ContentType="application/inkml+xml"/>
  <Override PartName="/ppt/ink/ink2114.xml" ContentType="application/inkml+xml"/>
  <Override PartName="/ppt/ink/ink2115.xml" ContentType="application/inkml+xml"/>
  <Override PartName="/ppt/ink/ink2116.xml" ContentType="application/inkml+xml"/>
  <Override PartName="/ppt/ink/ink2117.xml" ContentType="application/inkml+xml"/>
  <Override PartName="/ppt/ink/ink2118.xml" ContentType="application/inkml+xml"/>
  <Override PartName="/ppt/ink/ink2119.xml" ContentType="application/inkml+xml"/>
  <Override PartName="/ppt/ink/ink2120.xml" ContentType="application/inkml+xml"/>
  <Override PartName="/ppt/ink/ink2121.xml" ContentType="application/inkml+xml"/>
  <Override PartName="/ppt/ink/ink2122.xml" ContentType="application/inkml+xml"/>
  <Override PartName="/ppt/ink/ink2123.xml" ContentType="application/inkml+xml"/>
  <Override PartName="/ppt/ink/ink2124.xml" ContentType="application/inkml+xml"/>
  <Override PartName="/ppt/ink/ink2125.xml" ContentType="application/inkml+xml"/>
  <Override PartName="/ppt/ink/ink2126.xml" ContentType="application/inkml+xml"/>
  <Override PartName="/ppt/ink/ink2127.xml" ContentType="application/inkml+xml"/>
  <Override PartName="/ppt/ink/ink2128.xml" ContentType="application/inkml+xml"/>
  <Override PartName="/ppt/ink/ink2129.xml" ContentType="application/inkml+xml"/>
  <Override PartName="/ppt/ink/ink2130.xml" ContentType="application/inkml+xml"/>
  <Override PartName="/ppt/ink/ink2131.xml" ContentType="application/inkml+xml"/>
  <Override PartName="/ppt/ink/ink2132.xml" ContentType="application/inkml+xml"/>
  <Override PartName="/ppt/ink/ink2133.xml" ContentType="application/inkml+xml"/>
  <Override PartName="/ppt/ink/ink2134.xml" ContentType="application/inkml+xml"/>
  <Override PartName="/ppt/ink/ink2135.xml" ContentType="application/inkml+xml"/>
  <Override PartName="/ppt/ink/ink2136.xml" ContentType="application/inkml+xml"/>
  <Override PartName="/ppt/ink/ink2137.xml" ContentType="application/inkml+xml"/>
  <Override PartName="/ppt/ink/ink2138.xml" ContentType="application/inkml+xml"/>
  <Override PartName="/ppt/ink/ink2139.xml" ContentType="application/inkml+xml"/>
  <Override PartName="/ppt/ink/ink2140.xml" ContentType="application/inkml+xml"/>
  <Override PartName="/ppt/ink/ink2141.xml" ContentType="application/inkml+xml"/>
  <Override PartName="/ppt/ink/ink2142.xml" ContentType="application/inkml+xml"/>
  <Override PartName="/ppt/ink/ink2143.xml" ContentType="application/inkml+xml"/>
  <Override PartName="/ppt/ink/ink2144.xml" ContentType="application/inkml+xml"/>
  <Override PartName="/ppt/ink/ink2145.xml" ContentType="application/inkml+xml"/>
  <Override PartName="/ppt/ink/ink2146.xml" ContentType="application/inkml+xml"/>
  <Override PartName="/ppt/ink/ink2147.xml" ContentType="application/inkml+xml"/>
  <Override PartName="/ppt/ink/ink2148.xml" ContentType="application/inkml+xml"/>
  <Override PartName="/ppt/ink/ink2149.xml" ContentType="application/inkml+xml"/>
  <Override PartName="/ppt/ink/ink2150.xml" ContentType="application/inkml+xml"/>
  <Override PartName="/ppt/ink/ink2151.xml" ContentType="application/inkml+xml"/>
  <Override PartName="/ppt/ink/ink2152.xml" ContentType="application/inkml+xml"/>
  <Override PartName="/ppt/ink/ink2153.xml" ContentType="application/inkml+xml"/>
  <Override PartName="/ppt/ink/ink2154.xml" ContentType="application/inkml+xml"/>
  <Override PartName="/ppt/ink/ink2155.xml" ContentType="application/inkml+xml"/>
  <Override PartName="/ppt/ink/ink2156.xml" ContentType="application/inkml+xml"/>
  <Override PartName="/ppt/ink/ink2157.xml" ContentType="application/inkml+xml"/>
  <Override PartName="/ppt/ink/ink2158.xml" ContentType="application/inkml+xml"/>
  <Override PartName="/ppt/ink/ink2159.xml" ContentType="application/inkml+xml"/>
  <Override PartName="/ppt/ink/ink2160.xml" ContentType="application/inkml+xml"/>
  <Override PartName="/ppt/ink/ink2161.xml" ContentType="application/inkml+xml"/>
  <Override PartName="/ppt/ink/ink2162.xml" ContentType="application/inkml+xml"/>
  <Override PartName="/ppt/ink/ink2163.xml" ContentType="application/inkml+xml"/>
  <Override PartName="/ppt/ink/ink2164.xml" ContentType="application/inkml+xml"/>
  <Override PartName="/ppt/ink/ink2165.xml" ContentType="application/inkml+xml"/>
  <Override PartName="/ppt/ink/ink2166.xml" ContentType="application/inkml+xml"/>
  <Override PartName="/ppt/ink/ink2167.xml" ContentType="application/inkml+xml"/>
  <Override PartName="/ppt/ink/ink2168.xml" ContentType="application/inkml+xml"/>
  <Override PartName="/ppt/ink/ink2169.xml" ContentType="application/inkml+xml"/>
  <Override PartName="/ppt/ink/ink2170.xml" ContentType="application/inkml+xml"/>
  <Override PartName="/ppt/ink/ink2171.xml" ContentType="application/inkml+xml"/>
  <Override PartName="/ppt/ink/ink2172.xml" ContentType="application/inkml+xml"/>
  <Override PartName="/ppt/ink/ink2173.xml" ContentType="application/inkml+xml"/>
  <Override PartName="/ppt/ink/ink2174.xml" ContentType="application/inkml+xml"/>
  <Override PartName="/ppt/ink/ink2175.xml" ContentType="application/inkml+xml"/>
  <Override PartName="/ppt/ink/ink2176.xml" ContentType="application/inkml+xml"/>
  <Override PartName="/ppt/ink/ink2177.xml" ContentType="application/inkml+xml"/>
  <Override PartName="/ppt/ink/ink2178.xml" ContentType="application/inkml+xml"/>
  <Override PartName="/ppt/ink/ink2179.xml" ContentType="application/inkml+xml"/>
  <Override PartName="/ppt/ink/ink2180.xml" ContentType="application/inkml+xml"/>
  <Override PartName="/ppt/ink/ink2181.xml" ContentType="application/inkml+xml"/>
  <Override PartName="/ppt/ink/ink2182.xml" ContentType="application/inkml+xml"/>
  <Override PartName="/ppt/ink/ink2183.xml" ContentType="application/inkml+xml"/>
  <Override PartName="/ppt/ink/ink2184.xml" ContentType="application/inkml+xml"/>
  <Override PartName="/ppt/ink/ink2185.xml" ContentType="application/inkml+xml"/>
  <Override PartName="/ppt/ink/ink2186.xml" ContentType="application/inkml+xml"/>
  <Override PartName="/ppt/ink/ink2187.xml" ContentType="application/inkml+xml"/>
  <Override PartName="/ppt/ink/ink2188.xml" ContentType="application/inkml+xml"/>
  <Override PartName="/ppt/ink/ink2189.xml" ContentType="application/inkml+xml"/>
  <Override PartName="/ppt/ink/ink2190.xml" ContentType="application/inkml+xml"/>
  <Override PartName="/ppt/ink/ink2191.xml" ContentType="application/inkml+xml"/>
  <Override PartName="/ppt/ink/ink2192.xml" ContentType="application/inkml+xml"/>
  <Override PartName="/ppt/ink/ink2193.xml" ContentType="application/inkml+xml"/>
  <Override PartName="/ppt/ink/ink2194.xml" ContentType="application/inkml+xml"/>
  <Override PartName="/ppt/ink/ink2195.xml" ContentType="application/inkml+xml"/>
  <Override PartName="/ppt/ink/ink2196.xml" ContentType="application/inkml+xml"/>
  <Override PartName="/ppt/ink/ink2197.xml" ContentType="application/inkml+xml"/>
  <Override PartName="/ppt/ink/ink2198.xml" ContentType="application/inkml+xml"/>
  <Override PartName="/ppt/ink/ink2199.xml" ContentType="application/inkml+xml"/>
  <Override PartName="/ppt/ink/ink2200.xml" ContentType="application/inkml+xml"/>
  <Override PartName="/ppt/ink/ink2201.xml" ContentType="application/inkml+xml"/>
  <Override PartName="/ppt/ink/ink2202.xml" ContentType="application/inkml+xml"/>
  <Override PartName="/ppt/ink/ink2203.xml" ContentType="application/inkml+xml"/>
  <Override PartName="/ppt/ink/ink2204.xml" ContentType="application/inkml+xml"/>
  <Override PartName="/ppt/ink/ink2205.xml" ContentType="application/inkml+xml"/>
  <Override PartName="/ppt/ink/ink2206.xml" ContentType="application/inkml+xml"/>
  <Override PartName="/ppt/ink/ink2207.xml" ContentType="application/inkml+xml"/>
  <Override PartName="/ppt/ink/ink2208.xml" ContentType="application/inkml+xml"/>
  <Override PartName="/ppt/ink/ink2209.xml" ContentType="application/inkml+xml"/>
  <Override PartName="/ppt/ink/ink2210.xml" ContentType="application/inkml+xml"/>
  <Override PartName="/ppt/ink/ink2211.xml" ContentType="application/inkml+xml"/>
  <Override PartName="/ppt/ink/ink2212.xml" ContentType="application/inkml+xml"/>
  <Override PartName="/ppt/ink/ink2213.xml" ContentType="application/inkml+xml"/>
  <Override PartName="/ppt/ink/ink2214.xml" ContentType="application/inkml+xml"/>
  <Override PartName="/ppt/ink/ink2215.xml" ContentType="application/inkml+xml"/>
  <Override PartName="/ppt/ink/ink2216.xml" ContentType="application/inkml+xml"/>
  <Override PartName="/ppt/ink/ink2217.xml" ContentType="application/inkml+xml"/>
  <Override PartName="/ppt/ink/ink2218.xml" ContentType="application/inkml+xml"/>
  <Override PartName="/ppt/ink/ink2219.xml" ContentType="application/inkml+xml"/>
  <Override PartName="/ppt/ink/ink2220.xml" ContentType="application/inkml+xml"/>
  <Override PartName="/ppt/ink/ink2221.xml" ContentType="application/inkml+xml"/>
  <Override PartName="/ppt/ink/ink2222.xml" ContentType="application/inkml+xml"/>
  <Override PartName="/ppt/ink/ink2223.xml" ContentType="application/inkml+xml"/>
  <Override PartName="/ppt/ink/ink2224.xml" ContentType="application/inkml+xml"/>
  <Override PartName="/ppt/ink/ink2225.xml" ContentType="application/inkml+xml"/>
  <Override PartName="/ppt/ink/ink2226.xml" ContentType="application/inkml+xml"/>
  <Override PartName="/ppt/ink/ink2227.xml" ContentType="application/inkml+xml"/>
  <Override PartName="/ppt/ink/ink2228.xml" ContentType="application/inkml+xml"/>
  <Override PartName="/ppt/ink/ink2229.xml" ContentType="application/inkml+xml"/>
  <Override PartName="/ppt/ink/ink2230.xml" ContentType="application/inkml+xml"/>
  <Override PartName="/ppt/ink/ink2231.xml" ContentType="application/inkml+xml"/>
  <Override PartName="/ppt/ink/ink2232.xml" ContentType="application/inkml+xml"/>
  <Override PartName="/ppt/ink/ink2233.xml" ContentType="application/inkml+xml"/>
  <Override PartName="/ppt/ink/ink2234.xml" ContentType="application/inkml+xml"/>
  <Override PartName="/ppt/ink/ink2235.xml" ContentType="application/inkml+xml"/>
  <Override PartName="/ppt/ink/ink2236.xml" ContentType="application/inkml+xml"/>
  <Override PartName="/ppt/ink/ink2237.xml" ContentType="application/inkml+xml"/>
  <Override PartName="/ppt/ink/ink2238.xml" ContentType="application/inkml+xml"/>
  <Override PartName="/ppt/ink/ink2239.xml" ContentType="application/inkml+xml"/>
  <Override PartName="/ppt/ink/ink2240.xml" ContentType="application/inkml+xml"/>
  <Override PartName="/ppt/ink/ink2241.xml" ContentType="application/inkml+xml"/>
  <Override PartName="/ppt/ink/ink2242.xml" ContentType="application/inkml+xml"/>
  <Override PartName="/ppt/ink/ink2243.xml" ContentType="application/inkml+xml"/>
  <Override PartName="/ppt/ink/ink2244.xml" ContentType="application/inkml+xml"/>
  <Override PartName="/ppt/ink/ink2245.xml" ContentType="application/inkml+xml"/>
  <Override PartName="/ppt/ink/ink2246.xml" ContentType="application/inkml+xml"/>
  <Override PartName="/ppt/ink/ink2247.xml" ContentType="application/inkml+xml"/>
  <Override PartName="/ppt/ink/ink2248.xml" ContentType="application/inkml+xml"/>
  <Override PartName="/ppt/ink/ink2249.xml" ContentType="application/inkml+xml"/>
  <Override PartName="/ppt/ink/ink2250.xml" ContentType="application/inkml+xml"/>
  <Override PartName="/ppt/ink/ink2251.xml" ContentType="application/inkml+xml"/>
  <Override PartName="/ppt/ink/ink2252.xml" ContentType="application/inkml+xml"/>
  <Override PartName="/ppt/ink/ink2253.xml" ContentType="application/inkml+xml"/>
  <Override PartName="/ppt/ink/ink2254.xml" ContentType="application/inkml+xml"/>
  <Override PartName="/ppt/ink/ink2255.xml" ContentType="application/inkml+xml"/>
  <Override PartName="/ppt/ink/ink2256.xml" ContentType="application/inkml+xml"/>
  <Override PartName="/ppt/ink/ink2257.xml" ContentType="application/inkml+xml"/>
  <Override PartName="/ppt/ink/ink2258.xml" ContentType="application/inkml+xml"/>
  <Override PartName="/ppt/ink/ink2259.xml" ContentType="application/inkml+xml"/>
  <Override PartName="/ppt/ink/ink2260.xml" ContentType="application/inkml+xml"/>
  <Override PartName="/ppt/ink/ink2261.xml" ContentType="application/inkml+xml"/>
  <Override PartName="/ppt/ink/ink2262.xml" ContentType="application/inkml+xml"/>
  <Override PartName="/ppt/ink/ink2263.xml" ContentType="application/inkml+xml"/>
  <Override PartName="/ppt/ink/ink2264.xml" ContentType="application/inkml+xml"/>
  <Override PartName="/ppt/ink/ink2265.xml" ContentType="application/inkml+xml"/>
  <Override PartName="/ppt/ink/ink2266.xml" ContentType="application/inkml+xml"/>
  <Override PartName="/ppt/ink/ink2267.xml" ContentType="application/inkml+xml"/>
  <Override PartName="/ppt/ink/ink2268.xml" ContentType="application/inkml+xml"/>
  <Override PartName="/ppt/ink/ink2269.xml" ContentType="application/inkml+xml"/>
  <Override PartName="/ppt/ink/ink2270.xml" ContentType="application/inkml+xml"/>
  <Override PartName="/ppt/ink/ink2271.xml" ContentType="application/inkml+xml"/>
  <Override PartName="/ppt/ink/ink2272.xml" ContentType="application/inkml+xml"/>
  <Override PartName="/ppt/ink/ink2273.xml" ContentType="application/inkml+xml"/>
  <Override PartName="/ppt/ink/ink2274.xml" ContentType="application/inkml+xml"/>
  <Override PartName="/ppt/ink/ink2275.xml" ContentType="application/inkml+xml"/>
  <Override PartName="/ppt/ink/ink2276.xml" ContentType="application/inkml+xml"/>
  <Override PartName="/ppt/ink/ink2277.xml" ContentType="application/inkml+xml"/>
  <Override PartName="/ppt/ink/ink2278.xml" ContentType="application/inkml+xml"/>
  <Override PartName="/ppt/ink/ink2279.xml" ContentType="application/inkml+xml"/>
  <Override PartName="/ppt/ink/ink2280.xml" ContentType="application/inkml+xml"/>
  <Override PartName="/ppt/ink/ink2281.xml" ContentType="application/inkml+xml"/>
  <Override PartName="/ppt/ink/ink2282.xml" ContentType="application/inkml+xml"/>
  <Override PartName="/ppt/ink/ink2283.xml" ContentType="application/inkml+xml"/>
  <Override PartName="/ppt/ink/ink2284.xml" ContentType="application/inkml+xml"/>
  <Override PartName="/ppt/ink/ink2285.xml" ContentType="application/inkml+xml"/>
  <Override PartName="/ppt/ink/ink2286.xml" ContentType="application/inkml+xml"/>
  <Override PartName="/ppt/ink/ink2287.xml" ContentType="application/inkml+xml"/>
  <Override PartName="/ppt/ink/ink2288.xml" ContentType="application/inkml+xml"/>
  <Override PartName="/ppt/ink/ink2289.xml" ContentType="application/inkml+xml"/>
  <Override PartName="/ppt/ink/ink2290.xml" ContentType="application/inkml+xml"/>
  <Override PartName="/ppt/ink/ink2291.xml" ContentType="application/inkml+xml"/>
  <Override PartName="/ppt/ink/ink2292.xml" ContentType="application/inkml+xml"/>
  <Override PartName="/ppt/ink/ink2293.xml" ContentType="application/inkml+xml"/>
  <Override PartName="/ppt/ink/ink2294.xml" ContentType="application/inkml+xml"/>
  <Override PartName="/ppt/ink/ink2295.xml" ContentType="application/inkml+xml"/>
  <Override PartName="/ppt/ink/ink2296.xml" ContentType="application/inkml+xml"/>
  <Override PartName="/ppt/ink/ink2297.xml" ContentType="application/inkml+xml"/>
  <Override PartName="/ppt/ink/ink2298.xml" ContentType="application/inkml+xml"/>
  <Override PartName="/ppt/ink/ink2299.xml" ContentType="application/inkml+xml"/>
  <Override PartName="/ppt/ink/ink2300.xml" ContentType="application/inkml+xml"/>
  <Override PartName="/ppt/ink/ink2301.xml" ContentType="application/inkml+xml"/>
  <Override PartName="/ppt/ink/ink2302.xml" ContentType="application/inkml+xml"/>
  <Override PartName="/ppt/ink/ink2303.xml" ContentType="application/inkml+xml"/>
  <Override PartName="/ppt/ink/ink2304.xml" ContentType="application/inkml+xml"/>
  <Override PartName="/ppt/ink/ink2305.xml" ContentType="application/inkml+xml"/>
  <Override PartName="/ppt/ink/ink2306.xml" ContentType="application/inkml+xml"/>
  <Override PartName="/ppt/ink/ink2307.xml" ContentType="application/inkml+xml"/>
  <Override PartName="/ppt/ink/ink2308.xml" ContentType="application/inkml+xml"/>
  <Override PartName="/ppt/ink/ink2309.xml" ContentType="application/inkml+xml"/>
  <Override PartName="/ppt/ink/ink2310.xml" ContentType="application/inkml+xml"/>
  <Override PartName="/ppt/ink/ink2311.xml" ContentType="application/inkml+xml"/>
  <Override PartName="/ppt/ink/ink2312.xml" ContentType="application/inkml+xml"/>
  <Override PartName="/ppt/ink/ink2313.xml" ContentType="application/inkml+xml"/>
  <Override PartName="/ppt/ink/ink2314.xml" ContentType="application/inkml+xml"/>
  <Override PartName="/ppt/ink/ink2315.xml" ContentType="application/inkml+xml"/>
  <Override PartName="/ppt/ink/ink2316.xml" ContentType="application/inkml+xml"/>
  <Override PartName="/ppt/ink/ink2317.xml" ContentType="application/inkml+xml"/>
  <Override PartName="/ppt/ink/ink2318.xml" ContentType="application/inkml+xml"/>
  <Override PartName="/ppt/ink/ink2319.xml" ContentType="application/inkml+xml"/>
  <Override PartName="/ppt/ink/ink2320.xml" ContentType="application/inkml+xml"/>
  <Override PartName="/ppt/ink/ink2321.xml" ContentType="application/inkml+xml"/>
  <Override PartName="/ppt/ink/ink2322.xml" ContentType="application/inkml+xml"/>
  <Override PartName="/ppt/ink/ink2323.xml" ContentType="application/inkml+xml"/>
  <Override PartName="/ppt/ink/ink2324.xml" ContentType="application/inkml+xml"/>
  <Override PartName="/ppt/ink/ink2325.xml" ContentType="application/inkml+xml"/>
  <Override PartName="/ppt/ink/ink2326.xml" ContentType="application/inkml+xml"/>
  <Override PartName="/ppt/ink/ink2327.xml" ContentType="application/inkml+xml"/>
  <Override PartName="/ppt/ink/ink2328.xml" ContentType="application/inkml+xml"/>
  <Override PartName="/ppt/ink/ink2329.xml" ContentType="application/inkml+xml"/>
  <Override PartName="/ppt/ink/ink2330.xml" ContentType="application/inkml+xml"/>
  <Override PartName="/ppt/ink/ink2331.xml" ContentType="application/inkml+xml"/>
  <Override PartName="/ppt/ink/ink2332.xml" ContentType="application/inkml+xml"/>
  <Override PartName="/ppt/ink/ink2333.xml" ContentType="application/inkml+xml"/>
  <Override PartName="/ppt/ink/ink2334.xml" ContentType="application/inkml+xml"/>
  <Override PartName="/ppt/ink/ink2335.xml" ContentType="application/inkml+xml"/>
  <Override PartName="/ppt/ink/ink2336.xml" ContentType="application/inkml+xml"/>
  <Override PartName="/ppt/ink/ink2337.xml" ContentType="application/inkml+xml"/>
  <Override PartName="/ppt/ink/ink2338.xml" ContentType="application/inkml+xml"/>
  <Override PartName="/ppt/ink/ink2339.xml" ContentType="application/inkml+xml"/>
  <Override PartName="/ppt/ink/ink2340.xml" ContentType="application/inkml+xml"/>
  <Override PartName="/ppt/ink/ink2341.xml" ContentType="application/inkml+xml"/>
  <Override PartName="/ppt/ink/ink2342.xml" ContentType="application/inkml+xml"/>
  <Override PartName="/ppt/ink/ink2343.xml" ContentType="application/inkml+xml"/>
  <Override PartName="/ppt/ink/ink2344.xml" ContentType="application/inkml+xml"/>
  <Override PartName="/ppt/ink/ink2345.xml" ContentType="application/inkml+xml"/>
  <Override PartName="/ppt/ink/ink2346.xml" ContentType="application/inkml+xml"/>
  <Override PartName="/ppt/ink/ink2347.xml" ContentType="application/inkml+xml"/>
  <Override PartName="/ppt/ink/ink2348.xml" ContentType="application/inkml+xml"/>
  <Override PartName="/ppt/ink/ink2349.xml" ContentType="application/inkml+xml"/>
  <Override PartName="/ppt/ink/ink2350.xml" ContentType="application/inkml+xml"/>
  <Override PartName="/ppt/ink/ink2351.xml" ContentType="application/inkml+xml"/>
  <Override PartName="/ppt/ink/ink2352.xml" ContentType="application/inkml+xml"/>
  <Override PartName="/ppt/ink/ink2353.xml" ContentType="application/inkml+xml"/>
  <Override PartName="/ppt/ink/ink2354.xml" ContentType="application/inkml+xml"/>
  <Override PartName="/ppt/ink/ink2355.xml" ContentType="application/inkml+xml"/>
  <Override PartName="/ppt/ink/ink2356.xml" ContentType="application/inkml+xml"/>
  <Override PartName="/ppt/ink/ink2357.xml" ContentType="application/inkml+xml"/>
  <Override PartName="/ppt/ink/ink2358.xml" ContentType="application/inkml+xml"/>
  <Override PartName="/ppt/ink/ink2359.xml" ContentType="application/inkml+xml"/>
  <Override PartName="/ppt/ink/ink2360.xml" ContentType="application/inkml+xml"/>
  <Override PartName="/ppt/ink/ink2361.xml" ContentType="application/inkml+xml"/>
  <Override PartName="/ppt/ink/ink2362.xml" ContentType="application/inkml+xml"/>
  <Override PartName="/ppt/ink/ink2363.xml" ContentType="application/inkml+xml"/>
  <Override PartName="/ppt/ink/ink2364.xml" ContentType="application/inkml+xml"/>
  <Override PartName="/ppt/ink/ink2365.xml" ContentType="application/inkml+xml"/>
  <Override PartName="/ppt/ink/ink2366.xml" ContentType="application/inkml+xml"/>
  <Override PartName="/ppt/ink/ink2367.xml" ContentType="application/inkml+xml"/>
  <Override PartName="/ppt/ink/ink2368.xml" ContentType="application/inkml+xml"/>
  <Override PartName="/ppt/ink/ink2369.xml" ContentType="application/inkml+xml"/>
  <Override PartName="/ppt/ink/ink2370.xml" ContentType="application/inkml+xml"/>
  <Override PartName="/ppt/ink/ink2371.xml" ContentType="application/inkml+xml"/>
  <Override PartName="/ppt/ink/ink2372.xml" ContentType="application/inkml+xml"/>
  <Override PartName="/ppt/ink/ink2373.xml" ContentType="application/inkml+xml"/>
  <Override PartName="/ppt/ink/ink2374.xml" ContentType="application/inkml+xml"/>
  <Override PartName="/ppt/ink/ink2375.xml" ContentType="application/inkml+xml"/>
  <Override PartName="/ppt/ink/ink2376.xml" ContentType="application/inkml+xml"/>
  <Override PartName="/ppt/ink/ink2377.xml" ContentType="application/inkml+xml"/>
  <Override PartName="/ppt/ink/ink2378.xml" ContentType="application/inkml+xml"/>
  <Override PartName="/ppt/ink/ink2379.xml" ContentType="application/inkml+xml"/>
  <Override PartName="/ppt/ink/ink2380.xml" ContentType="application/inkml+xml"/>
  <Override PartName="/ppt/ink/ink2381.xml" ContentType="application/inkml+xml"/>
  <Override PartName="/ppt/ink/ink2382.xml" ContentType="application/inkml+xml"/>
  <Override PartName="/ppt/ink/ink2383.xml" ContentType="application/inkml+xml"/>
  <Override PartName="/ppt/ink/ink2384.xml" ContentType="application/inkml+xml"/>
  <Override PartName="/ppt/ink/ink2385.xml" ContentType="application/inkml+xml"/>
  <Override PartName="/ppt/ink/ink2386.xml" ContentType="application/inkml+xml"/>
  <Override PartName="/ppt/ink/ink2387.xml" ContentType="application/inkml+xml"/>
  <Override PartName="/ppt/ink/ink2388.xml" ContentType="application/inkml+xml"/>
  <Override PartName="/ppt/ink/ink2389.xml" ContentType="application/inkml+xml"/>
  <Override PartName="/ppt/ink/ink2390.xml" ContentType="application/inkml+xml"/>
  <Override PartName="/ppt/ink/ink2391.xml" ContentType="application/inkml+xml"/>
  <Override PartName="/ppt/ink/ink2392.xml" ContentType="application/inkml+xml"/>
  <Override PartName="/ppt/ink/ink2393.xml" ContentType="application/inkml+xml"/>
  <Override PartName="/ppt/ink/ink2394.xml" ContentType="application/inkml+xml"/>
  <Override PartName="/ppt/ink/ink2395.xml" ContentType="application/inkml+xml"/>
  <Override PartName="/ppt/ink/ink2396.xml" ContentType="application/inkml+xml"/>
  <Override PartName="/ppt/ink/ink2397.xml" ContentType="application/inkml+xml"/>
  <Override PartName="/ppt/ink/ink2398.xml" ContentType="application/inkml+xml"/>
  <Override PartName="/ppt/ink/ink2399.xml" ContentType="application/inkml+xml"/>
  <Override PartName="/ppt/ink/ink2400.xml" ContentType="application/inkml+xml"/>
  <Override PartName="/ppt/ink/ink2401.xml" ContentType="application/inkml+xml"/>
  <Override PartName="/ppt/ink/ink2402.xml" ContentType="application/inkml+xml"/>
  <Override PartName="/ppt/ink/ink2403.xml" ContentType="application/inkml+xml"/>
  <Override PartName="/ppt/ink/ink2404.xml" ContentType="application/inkml+xml"/>
  <Override PartName="/ppt/ink/ink2405.xml" ContentType="application/inkml+xml"/>
  <Override PartName="/ppt/ink/ink2406.xml" ContentType="application/inkml+xml"/>
  <Override PartName="/ppt/ink/ink2407.xml" ContentType="application/inkml+xml"/>
  <Override PartName="/ppt/ink/ink2408.xml" ContentType="application/inkml+xml"/>
  <Override PartName="/ppt/ink/ink2409.xml" ContentType="application/inkml+xml"/>
  <Override PartName="/ppt/ink/ink2410.xml" ContentType="application/inkml+xml"/>
  <Override PartName="/ppt/ink/ink2411.xml" ContentType="application/inkml+xml"/>
  <Override PartName="/ppt/ink/ink2412.xml" ContentType="application/inkml+xml"/>
  <Override PartName="/ppt/ink/ink2413.xml" ContentType="application/inkml+xml"/>
  <Override PartName="/ppt/ink/ink2414.xml" ContentType="application/inkml+xml"/>
  <Override PartName="/ppt/ink/ink2415.xml" ContentType="application/inkml+xml"/>
  <Override PartName="/ppt/ink/ink2416.xml" ContentType="application/inkml+xml"/>
  <Override PartName="/ppt/ink/ink2417.xml" ContentType="application/inkml+xml"/>
  <Override PartName="/ppt/ink/ink2418.xml" ContentType="application/inkml+xml"/>
  <Override PartName="/ppt/ink/ink2419.xml" ContentType="application/inkml+xml"/>
  <Override PartName="/ppt/ink/ink2420.xml" ContentType="application/inkml+xml"/>
  <Override PartName="/ppt/ink/ink2421.xml" ContentType="application/inkml+xml"/>
  <Override PartName="/ppt/ink/ink2422.xml" ContentType="application/inkml+xml"/>
  <Override PartName="/ppt/ink/ink2423.xml" ContentType="application/inkml+xml"/>
  <Override PartName="/ppt/ink/ink2424.xml" ContentType="application/inkml+xml"/>
  <Override PartName="/ppt/ink/ink2425.xml" ContentType="application/inkml+xml"/>
  <Override PartName="/ppt/ink/ink2426.xml" ContentType="application/inkml+xml"/>
  <Override PartName="/ppt/ink/ink2427.xml" ContentType="application/inkml+xml"/>
  <Override PartName="/ppt/ink/ink2428.xml" ContentType="application/inkml+xml"/>
  <Override PartName="/ppt/ink/ink2429.xml" ContentType="application/inkml+xml"/>
  <Override PartName="/ppt/ink/ink2430.xml" ContentType="application/inkml+xml"/>
  <Override PartName="/ppt/ink/ink2431.xml" ContentType="application/inkml+xml"/>
  <Override PartName="/ppt/ink/ink2432.xml" ContentType="application/inkml+xml"/>
  <Override PartName="/ppt/ink/ink2433.xml" ContentType="application/inkml+xml"/>
  <Override PartName="/ppt/ink/ink2434.xml" ContentType="application/inkml+xml"/>
  <Override PartName="/ppt/ink/ink2435.xml" ContentType="application/inkml+xml"/>
  <Override PartName="/ppt/ink/ink2436.xml" ContentType="application/inkml+xml"/>
  <Override PartName="/ppt/ink/ink2437.xml" ContentType="application/inkml+xml"/>
  <Override PartName="/ppt/ink/ink2438.xml" ContentType="application/inkml+xml"/>
  <Override PartName="/ppt/ink/ink2439.xml" ContentType="application/inkml+xml"/>
  <Override PartName="/ppt/ink/ink2440.xml" ContentType="application/inkml+xml"/>
  <Override PartName="/ppt/ink/ink2441.xml" ContentType="application/inkml+xml"/>
  <Override PartName="/ppt/ink/ink2442.xml" ContentType="application/inkml+xml"/>
  <Override PartName="/ppt/ink/ink2443.xml" ContentType="application/inkml+xml"/>
  <Override PartName="/ppt/ink/ink2444.xml" ContentType="application/inkml+xml"/>
  <Override PartName="/ppt/ink/ink2445.xml" ContentType="application/inkml+xml"/>
  <Override PartName="/ppt/ink/ink2446.xml" ContentType="application/inkml+xml"/>
  <Override PartName="/ppt/ink/ink2447.xml" ContentType="application/inkml+xml"/>
  <Override PartName="/ppt/ink/ink2448.xml" ContentType="application/inkml+xml"/>
  <Override PartName="/ppt/ink/ink2449.xml" ContentType="application/inkml+xml"/>
  <Override PartName="/ppt/ink/ink2450.xml" ContentType="application/inkml+xml"/>
  <Override PartName="/ppt/ink/ink2451.xml" ContentType="application/inkml+xml"/>
  <Override PartName="/ppt/ink/ink2452.xml" ContentType="application/inkml+xml"/>
  <Override PartName="/ppt/ink/ink2453.xml" ContentType="application/inkml+xml"/>
  <Override PartName="/ppt/ink/ink2454.xml" ContentType="application/inkml+xml"/>
  <Override PartName="/ppt/ink/ink2455.xml" ContentType="application/inkml+xml"/>
  <Override PartName="/ppt/ink/ink2456.xml" ContentType="application/inkml+xml"/>
  <Override PartName="/ppt/ink/ink2457.xml" ContentType="application/inkml+xml"/>
  <Override PartName="/ppt/ink/ink2458.xml" ContentType="application/inkml+xml"/>
  <Override PartName="/ppt/ink/ink2459.xml" ContentType="application/inkml+xml"/>
  <Override PartName="/ppt/ink/ink2460.xml" ContentType="application/inkml+xml"/>
  <Override PartName="/ppt/ink/ink2461.xml" ContentType="application/inkml+xml"/>
  <Override PartName="/ppt/ink/ink2462.xml" ContentType="application/inkml+xml"/>
  <Override PartName="/ppt/ink/ink2463.xml" ContentType="application/inkml+xml"/>
  <Override PartName="/ppt/ink/ink2464.xml" ContentType="application/inkml+xml"/>
  <Override PartName="/ppt/ink/ink2465.xml" ContentType="application/inkml+xml"/>
  <Override PartName="/ppt/ink/ink2466.xml" ContentType="application/inkml+xml"/>
  <Override PartName="/ppt/ink/ink2467.xml" ContentType="application/inkml+xml"/>
  <Override PartName="/ppt/ink/ink2468.xml" ContentType="application/inkml+xml"/>
  <Override PartName="/ppt/ink/ink2469.xml" ContentType="application/inkml+xml"/>
  <Override PartName="/ppt/ink/ink2470.xml" ContentType="application/inkml+xml"/>
  <Override PartName="/ppt/ink/ink2471.xml" ContentType="application/inkml+xml"/>
  <Override PartName="/ppt/ink/ink2472.xml" ContentType="application/inkml+xml"/>
  <Override PartName="/ppt/ink/ink2473.xml" ContentType="application/inkml+xml"/>
  <Override PartName="/ppt/ink/ink2474.xml" ContentType="application/inkml+xml"/>
  <Override PartName="/ppt/ink/ink2475.xml" ContentType="application/inkml+xml"/>
  <Override PartName="/ppt/ink/ink2476.xml" ContentType="application/inkml+xml"/>
  <Override PartName="/ppt/ink/ink2477.xml" ContentType="application/inkml+xml"/>
  <Override PartName="/ppt/ink/ink2478.xml" ContentType="application/inkml+xml"/>
  <Override PartName="/ppt/ink/ink2479.xml" ContentType="application/inkml+xml"/>
  <Override PartName="/ppt/ink/ink2480.xml" ContentType="application/inkml+xml"/>
  <Override PartName="/ppt/ink/ink2481.xml" ContentType="application/inkml+xml"/>
  <Override PartName="/ppt/ink/ink2482.xml" ContentType="application/inkml+xml"/>
  <Override PartName="/ppt/ink/ink2483.xml" ContentType="application/inkml+xml"/>
  <Override PartName="/ppt/ink/ink2484.xml" ContentType="application/inkml+xml"/>
  <Override PartName="/ppt/ink/ink2485.xml" ContentType="application/inkml+xml"/>
  <Override PartName="/ppt/ink/ink2486.xml" ContentType="application/inkml+xml"/>
  <Override PartName="/ppt/ink/ink2487.xml" ContentType="application/inkml+xml"/>
  <Override PartName="/ppt/ink/ink2488.xml" ContentType="application/inkml+xml"/>
  <Override PartName="/ppt/ink/ink2489.xml" ContentType="application/inkml+xml"/>
  <Override PartName="/ppt/ink/ink2490.xml" ContentType="application/inkml+xml"/>
  <Override PartName="/ppt/ink/ink2491.xml" ContentType="application/inkml+xml"/>
  <Override PartName="/ppt/ink/ink2492.xml" ContentType="application/inkml+xml"/>
  <Override PartName="/ppt/ink/ink2493.xml" ContentType="application/inkml+xml"/>
  <Override PartName="/ppt/ink/ink2494.xml" ContentType="application/inkml+xml"/>
  <Override PartName="/ppt/ink/ink2495.xml" ContentType="application/inkml+xml"/>
  <Override PartName="/ppt/ink/ink2496.xml" ContentType="application/inkml+xml"/>
  <Override PartName="/ppt/ink/ink2497.xml" ContentType="application/inkml+xml"/>
  <Override PartName="/ppt/ink/ink2498.xml" ContentType="application/inkml+xml"/>
  <Override PartName="/ppt/ink/ink2499.xml" ContentType="application/inkml+xml"/>
  <Override PartName="/ppt/ink/ink2500.xml" ContentType="application/inkml+xml"/>
  <Override PartName="/ppt/ink/ink2501.xml" ContentType="application/inkml+xml"/>
  <Override PartName="/ppt/ink/ink2502.xml" ContentType="application/inkml+xml"/>
  <Override PartName="/ppt/ink/ink2503.xml" ContentType="application/inkml+xml"/>
  <Override PartName="/ppt/ink/ink2504.xml" ContentType="application/inkml+xml"/>
  <Override PartName="/ppt/ink/ink2505.xml" ContentType="application/inkml+xml"/>
  <Override PartName="/ppt/ink/ink2506.xml" ContentType="application/inkml+xml"/>
  <Override PartName="/ppt/ink/ink2507.xml" ContentType="application/inkml+xml"/>
  <Override PartName="/ppt/ink/ink2508.xml" ContentType="application/inkml+xml"/>
  <Override PartName="/ppt/ink/ink2509.xml" ContentType="application/inkml+xml"/>
  <Override PartName="/ppt/ink/ink2510.xml" ContentType="application/inkml+xml"/>
  <Override PartName="/ppt/ink/ink2511.xml" ContentType="application/inkml+xml"/>
  <Override PartName="/ppt/ink/ink2512.xml" ContentType="application/inkml+xml"/>
  <Override PartName="/ppt/ink/ink2513.xml" ContentType="application/inkml+xml"/>
  <Override PartName="/ppt/ink/ink2514.xml" ContentType="application/inkml+xml"/>
  <Override PartName="/ppt/ink/ink2515.xml" ContentType="application/inkml+xml"/>
  <Override PartName="/ppt/ink/ink2516.xml" ContentType="application/inkml+xml"/>
  <Override PartName="/ppt/ink/ink2517.xml" ContentType="application/inkml+xml"/>
  <Override PartName="/ppt/ink/ink2518.xml" ContentType="application/inkml+xml"/>
  <Override PartName="/ppt/ink/ink2519.xml" ContentType="application/inkml+xml"/>
  <Override PartName="/ppt/ink/ink2520.xml" ContentType="application/inkml+xml"/>
  <Override PartName="/ppt/ink/ink2521.xml" ContentType="application/inkml+xml"/>
  <Override PartName="/ppt/ink/ink2522.xml" ContentType="application/inkml+xml"/>
  <Override PartName="/ppt/ink/ink2523.xml" ContentType="application/inkml+xml"/>
  <Override PartName="/ppt/ink/ink2524.xml" ContentType="application/inkml+xml"/>
  <Override PartName="/ppt/ink/ink2525.xml" ContentType="application/inkml+xml"/>
  <Override PartName="/ppt/ink/ink2526.xml" ContentType="application/inkml+xml"/>
  <Override PartName="/ppt/ink/ink2527.xml" ContentType="application/inkml+xml"/>
  <Override PartName="/ppt/ink/ink2528.xml" ContentType="application/inkml+xml"/>
  <Override PartName="/ppt/ink/ink2529.xml" ContentType="application/inkml+xml"/>
  <Override PartName="/ppt/ink/ink2530.xml" ContentType="application/inkml+xml"/>
  <Override PartName="/ppt/ink/ink2531.xml" ContentType="application/inkml+xml"/>
  <Override PartName="/ppt/ink/ink2532.xml" ContentType="application/inkml+xml"/>
  <Override PartName="/ppt/ink/ink2533.xml" ContentType="application/inkml+xml"/>
  <Override PartName="/ppt/ink/ink2534.xml" ContentType="application/inkml+xml"/>
  <Override PartName="/ppt/ink/ink2535.xml" ContentType="application/inkml+xml"/>
  <Override PartName="/ppt/ink/ink2536.xml" ContentType="application/inkml+xml"/>
  <Override PartName="/ppt/ink/ink2537.xml" ContentType="application/inkml+xml"/>
  <Override PartName="/ppt/ink/ink2538.xml" ContentType="application/inkml+xml"/>
  <Override PartName="/ppt/ink/ink2539.xml" ContentType="application/inkml+xml"/>
  <Override PartName="/ppt/ink/ink2540.xml" ContentType="application/inkml+xml"/>
  <Override PartName="/ppt/ink/ink2541.xml" ContentType="application/inkml+xml"/>
  <Override PartName="/ppt/ink/ink2542.xml" ContentType="application/inkml+xml"/>
  <Override PartName="/ppt/ink/ink2543.xml" ContentType="application/inkml+xml"/>
  <Override PartName="/ppt/ink/ink2544.xml" ContentType="application/inkml+xml"/>
  <Override PartName="/ppt/ink/ink2545.xml" ContentType="application/inkml+xml"/>
  <Override PartName="/ppt/ink/ink2546.xml" ContentType="application/inkml+xml"/>
  <Override PartName="/ppt/ink/ink2547.xml" ContentType="application/inkml+xml"/>
  <Override PartName="/ppt/ink/ink2548.xml" ContentType="application/inkml+xml"/>
  <Override PartName="/ppt/ink/ink2549.xml" ContentType="application/inkml+xml"/>
  <Override PartName="/ppt/ink/ink2550.xml" ContentType="application/inkml+xml"/>
  <Override PartName="/ppt/ink/ink2551.xml" ContentType="application/inkml+xml"/>
  <Override PartName="/ppt/ink/ink2552.xml" ContentType="application/inkml+xml"/>
  <Override PartName="/ppt/ink/ink2553.xml" ContentType="application/inkml+xml"/>
  <Override PartName="/ppt/ink/ink2554.xml" ContentType="application/inkml+xml"/>
  <Override PartName="/ppt/ink/ink2555.xml" ContentType="application/inkml+xml"/>
  <Override PartName="/ppt/ink/ink2556.xml" ContentType="application/inkml+xml"/>
  <Override PartName="/ppt/ink/ink2557.xml" ContentType="application/inkml+xml"/>
  <Override PartName="/ppt/ink/ink2558.xml" ContentType="application/inkml+xml"/>
  <Override PartName="/ppt/ink/ink2559.xml" ContentType="application/inkml+xml"/>
  <Override PartName="/ppt/ink/ink2560.xml" ContentType="application/inkml+xml"/>
  <Override PartName="/ppt/ink/ink2561.xml" ContentType="application/inkml+xml"/>
  <Override PartName="/ppt/ink/ink2562.xml" ContentType="application/inkml+xml"/>
  <Override PartName="/ppt/ink/ink2563.xml" ContentType="application/inkml+xml"/>
  <Override PartName="/ppt/ink/ink2564.xml" ContentType="application/inkml+xml"/>
  <Override PartName="/ppt/ink/ink2565.xml" ContentType="application/inkml+xml"/>
  <Override PartName="/ppt/ink/ink2566.xml" ContentType="application/inkml+xml"/>
  <Override PartName="/ppt/ink/ink2567.xml" ContentType="application/inkml+xml"/>
  <Override PartName="/ppt/ink/ink2568.xml" ContentType="application/inkml+xml"/>
  <Override PartName="/ppt/ink/ink2569.xml" ContentType="application/inkml+xml"/>
  <Override PartName="/ppt/ink/ink2570.xml" ContentType="application/inkml+xml"/>
  <Override PartName="/ppt/ink/ink2571.xml" ContentType="application/inkml+xml"/>
  <Override PartName="/ppt/ink/ink2572.xml" ContentType="application/inkml+xml"/>
  <Override PartName="/ppt/ink/ink2573.xml" ContentType="application/inkml+xml"/>
  <Override PartName="/ppt/ink/ink2574.xml" ContentType="application/inkml+xml"/>
  <Override PartName="/ppt/ink/ink2575.xml" ContentType="application/inkml+xml"/>
  <Override PartName="/ppt/ink/ink2576.xml" ContentType="application/inkml+xml"/>
  <Override PartName="/ppt/ink/ink2577.xml" ContentType="application/inkml+xml"/>
  <Override PartName="/ppt/ink/ink2578.xml" ContentType="application/inkml+xml"/>
  <Override PartName="/ppt/ink/ink2579.xml" ContentType="application/inkml+xml"/>
  <Override PartName="/ppt/ink/ink2580.xml" ContentType="application/inkml+xml"/>
  <Override PartName="/ppt/ink/ink2581.xml" ContentType="application/inkml+xml"/>
  <Override PartName="/ppt/ink/ink2582.xml" ContentType="application/inkml+xml"/>
  <Override PartName="/ppt/ink/ink2583.xml" ContentType="application/inkml+xml"/>
  <Override PartName="/ppt/ink/ink2584.xml" ContentType="application/inkml+xml"/>
  <Override PartName="/ppt/ink/ink2585.xml" ContentType="application/inkml+xml"/>
  <Override PartName="/ppt/ink/ink2586.xml" ContentType="application/inkml+xml"/>
  <Override PartName="/ppt/ink/ink2587.xml" ContentType="application/inkml+xml"/>
  <Override PartName="/ppt/ink/ink2588.xml" ContentType="application/inkml+xml"/>
  <Override PartName="/ppt/ink/ink2589.xml" ContentType="application/inkml+xml"/>
  <Override PartName="/ppt/ink/ink2590.xml" ContentType="application/inkml+xml"/>
  <Override PartName="/ppt/ink/ink2591.xml" ContentType="application/inkml+xml"/>
  <Override PartName="/ppt/ink/ink2592.xml" ContentType="application/inkml+xml"/>
  <Override PartName="/ppt/ink/ink2593.xml" ContentType="application/inkml+xml"/>
  <Override PartName="/ppt/ink/ink2594.xml" ContentType="application/inkml+xml"/>
  <Override PartName="/ppt/ink/ink2595.xml" ContentType="application/inkml+xml"/>
  <Override PartName="/ppt/ink/ink2596.xml" ContentType="application/inkml+xml"/>
  <Override PartName="/ppt/ink/ink2597.xml" ContentType="application/inkml+xml"/>
  <Override PartName="/ppt/ink/ink2598.xml" ContentType="application/inkml+xml"/>
  <Override PartName="/ppt/ink/ink2599.xml" ContentType="application/inkml+xml"/>
  <Override PartName="/ppt/ink/ink2600.xml" ContentType="application/inkml+xml"/>
  <Override PartName="/ppt/ink/ink2601.xml" ContentType="application/inkml+xml"/>
  <Override PartName="/ppt/ink/ink2602.xml" ContentType="application/inkml+xml"/>
  <Override PartName="/ppt/ink/ink2603.xml" ContentType="application/inkml+xml"/>
  <Override PartName="/ppt/ink/ink2604.xml" ContentType="application/inkml+xml"/>
  <Override PartName="/ppt/ink/ink2605.xml" ContentType="application/inkml+xml"/>
  <Override PartName="/ppt/ink/ink2606.xml" ContentType="application/inkml+xml"/>
  <Override PartName="/ppt/ink/ink2607.xml" ContentType="application/inkml+xml"/>
  <Override PartName="/ppt/ink/ink2608.xml" ContentType="application/inkml+xml"/>
  <Override PartName="/ppt/ink/ink2609.xml" ContentType="application/inkml+xml"/>
  <Override PartName="/ppt/ink/ink2610.xml" ContentType="application/inkml+xml"/>
  <Override PartName="/ppt/ink/ink2611.xml" ContentType="application/inkml+xml"/>
  <Override PartName="/ppt/ink/ink2612.xml" ContentType="application/inkml+xml"/>
  <Override PartName="/ppt/ink/ink2613.xml" ContentType="application/inkml+xml"/>
  <Override PartName="/ppt/ink/ink2614.xml" ContentType="application/inkml+xml"/>
  <Override PartName="/ppt/ink/ink2615.xml" ContentType="application/inkml+xml"/>
  <Override PartName="/ppt/ink/ink2616.xml" ContentType="application/inkml+xml"/>
  <Override PartName="/ppt/ink/ink2617.xml" ContentType="application/inkml+xml"/>
  <Override PartName="/ppt/ink/ink2618.xml" ContentType="application/inkml+xml"/>
  <Override PartName="/ppt/ink/ink2619.xml" ContentType="application/inkml+xml"/>
  <Override PartName="/ppt/ink/ink2620.xml" ContentType="application/inkml+xml"/>
  <Override PartName="/ppt/ink/ink2621.xml" ContentType="application/inkml+xml"/>
  <Override PartName="/ppt/ink/ink2622.xml" ContentType="application/inkml+xml"/>
  <Override PartName="/ppt/ink/ink2623.xml" ContentType="application/inkml+xml"/>
  <Override PartName="/ppt/ink/ink2624.xml" ContentType="application/inkml+xml"/>
  <Override PartName="/ppt/ink/ink2625.xml" ContentType="application/inkml+xml"/>
  <Override PartName="/ppt/ink/ink2626.xml" ContentType="application/inkml+xml"/>
  <Override PartName="/ppt/ink/ink2627.xml" ContentType="application/inkml+xml"/>
  <Override PartName="/ppt/ink/ink2628.xml" ContentType="application/inkml+xml"/>
  <Override PartName="/ppt/ink/ink2629.xml" ContentType="application/inkml+xml"/>
  <Override PartName="/ppt/ink/ink2630.xml" ContentType="application/inkml+xml"/>
  <Override PartName="/ppt/ink/ink2631.xml" ContentType="application/inkml+xml"/>
  <Override PartName="/ppt/ink/ink2632.xml" ContentType="application/inkml+xml"/>
  <Override PartName="/ppt/ink/ink2633.xml" ContentType="application/inkml+xml"/>
  <Override PartName="/ppt/ink/ink2634.xml" ContentType="application/inkml+xml"/>
  <Override PartName="/ppt/ink/ink2635.xml" ContentType="application/inkml+xml"/>
  <Override PartName="/ppt/ink/ink2636.xml" ContentType="application/inkml+xml"/>
  <Override PartName="/ppt/ink/ink2637.xml" ContentType="application/inkml+xml"/>
  <Override PartName="/ppt/ink/ink2638.xml" ContentType="application/inkml+xml"/>
  <Override PartName="/ppt/ink/ink2639.xml" ContentType="application/inkml+xml"/>
  <Override PartName="/ppt/ink/ink2640.xml" ContentType="application/inkml+xml"/>
  <Override PartName="/ppt/ink/ink2641.xml" ContentType="application/inkml+xml"/>
  <Override PartName="/ppt/ink/ink2642.xml" ContentType="application/inkml+xml"/>
  <Override PartName="/ppt/ink/ink2643.xml" ContentType="application/inkml+xml"/>
  <Override PartName="/ppt/ink/ink2644.xml" ContentType="application/inkml+xml"/>
  <Override PartName="/ppt/ink/ink2645.xml" ContentType="application/inkml+xml"/>
  <Override PartName="/ppt/ink/ink2646.xml" ContentType="application/inkml+xml"/>
  <Override PartName="/ppt/ink/ink2647.xml" ContentType="application/inkml+xml"/>
  <Override PartName="/ppt/ink/ink2648.xml" ContentType="application/inkml+xml"/>
  <Override PartName="/ppt/ink/ink2649.xml" ContentType="application/inkml+xml"/>
  <Override PartName="/ppt/ink/ink2650.xml" ContentType="application/inkml+xml"/>
  <Override PartName="/ppt/ink/ink2651.xml" ContentType="application/inkml+xml"/>
  <Override PartName="/ppt/ink/ink2652.xml" ContentType="application/inkml+xml"/>
  <Override PartName="/ppt/ink/ink2653.xml" ContentType="application/inkml+xml"/>
  <Override PartName="/ppt/ink/ink2654.xml" ContentType="application/inkml+xml"/>
  <Override PartName="/ppt/ink/ink2655.xml" ContentType="application/inkml+xml"/>
  <Override PartName="/ppt/ink/ink2656.xml" ContentType="application/inkml+xml"/>
  <Override PartName="/ppt/ink/ink2657.xml" ContentType="application/inkml+xml"/>
  <Override PartName="/ppt/ink/ink2658.xml" ContentType="application/inkml+xml"/>
  <Override PartName="/ppt/ink/ink2659.xml" ContentType="application/inkml+xml"/>
  <Override PartName="/ppt/ink/ink2660.xml" ContentType="application/inkml+xml"/>
  <Override PartName="/ppt/ink/ink2661.xml" ContentType="application/inkml+xml"/>
  <Override PartName="/ppt/ink/ink2662.xml" ContentType="application/inkml+xml"/>
  <Override PartName="/ppt/ink/ink2663.xml" ContentType="application/inkml+xml"/>
  <Override PartName="/ppt/ink/ink2664.xml" ContentType="application/inkml+xml"/>
  <Override PartName="/ppt/ink/ink2665.xml" ContentType="application/inkml+xml"/>
  <Override PartName="/ppt/ink/ink2666.xml" ContentType="application/inkml+xml"/>
  <Override PartName="/ppt/ink/ink2667.xml" ContentType="application/inkml+xml"/>
  <Override PartName="/ppt/ink/ink2668.xml" ContentType="application/inkml+xml"/>
  <Override PartName="/ppt/ink/ink2669.xml" ContentType="application/inkml+xml"/>
  <Override PartName="/ppt/ink/ink2670.xml" ContentType="application/inkml+xml"/>
  <Override PartName="/ppt/ink/ink2671.xml" ContentType="application/inkml+xml"/>
  <Override PartName="/ppt/ink/ink2672.xml" ContentType="application/inkml+xml"/>
  <Override PartName="/ppt/ink/ink2673.xml" ContentType="application/inkml+xml"/>
  <Override PartName="/ppt/ink/ink2674.xml" ContentType="application/inkml+xml"/>
  <Override PartName="/ppt/ink/ink2675.xml" ContentType="application/inkml+xml"/>
  <Override PartName="/ppt/ink/ink2676.xml" ContentType="application/inkml+xml"/>
  <Override PartName="/ppt/ink/ink2677.xml" ContentType="application/inkml+xml"/>
  <Override PartName="/ppt/ink/ink2678.xml" ContentType="application/inkml+xml"/>
  <Override PartName="/ppt/ink/ink2679.xml" ContentType="application/inkml+xml"/>
  <Override PartName="/ppt/ink/ink2680.xml" ContentType="application/inkml+xml"/>
  <Override PartName="/ppt/ink/ink2681.xml" ContentType="application/inkml+xml"/>
  <Override PartName="/ppt/ink/ink2682.xml" ContentType="application/inkml+xml"/>
  <Override PartName="/ppt/ink/ink2683.xml" ContentType="application/inkml+xml"/>
  <Override PartName="/ppt/ink/ink2684.xml" ContentType="application/inkml+xml"/>
  <Override PartName="/ppt/ink/ink2685.xml" ContentType="application/inkml+xml"/>
  <Override PartName="/ppt/ink/ink2686.xml" ContentType="application/inkml+xml"/>
  <Override PartName="/ppt/ink/ink2687.xml" ContentType="application/inkml+xml"/>
  <Override PartName="/ppt/ink/ink2688.xml" ContentType="application/inkml+xml"/>
  <Override PartName="/ppt/ink/ink2689.xml" ContentType="application/inkml+xml"/>
  <Override PartName="/ppt/ink/ink2690.xml" ContentType="application/inkml+xml"/>
  <Override PartName="/ppt/ink/ink2691.xml" ContentType="application/inkml+xml"/>
  <Override PartName="/ppt/ink/ink2692.xml" ContentType="application/inkml+xml"/>
  <Override PartName="/ppt/ink/ink2693.xml" ContentType="application/inkml+xml"/>
  <Override PartName="/ppt/ink/ink2694.xml" ContentType="application/inkml+xml"/>
  <Override PartName="/ppt/ink/ink2695.xml" ContentType="application/inkml+xml"/>
  <Override PartName="/ppt/ink/ink2696.xml" ContentType="application/inkml+xml"/>
  <Override PartName="/ppt/ink/ink2697.xml" ContentType="application/inkml+xml"/>
  <Override PartName="/ppt/ink/ink2698.xml" ContentType="application/inkml+xml"/>
  <Override PartName="/ppt/ink/ink2699.xml" ContentType="application/inkml+xml"/>
  <Override PartName="/ppt/ink/ink2700.xml" ContentType="application/inkml+xml"/>
  <Override PartName="/ppt/ink/ink2701.xml" ContentType="application/inkml+xml"/>
  <Override PartName="/ppt/ink/ink2702.xml" ContentType="application/inkml+xml"/>
  <Override PartName="/ppt/ink/ink2703.xml" ContentType="application/inkml+xml"/>
  <Override PartName="/ppt/ink/ink2704.xml" ContentType="application/inkml+xml"/>
  <Override PartName="/ppt/ink/ink2705.xml" ContentType="application/inkml+xml"/>
  <Override PartName="/ppt/ink/ink2706.xml" ContentType="application/inkml+xml"/>
  <Override PartName="/ppt/ink/ink2707.xml" ContentType="application/inkml+xml"/>
  <Override PartName="/ppt/ink/ink2708.xml" ContentType="application/inkml+xml"/>
  <Override PartName="/ppt/ink/ink2709.xml" ContentType="application/inkml+xml"/>
  <Override PartName="/ppt/ink/ink2710.xml" ContentType="application/inkml+xml"/>
  <Override PartName="/ppt/ink/ink2711.xml" ContentType="application/inkml+xml"/>
  <Override PartName="/ppt/ink/ink2712.xml" ContentType="application/inkml+xml"/>
  <Override PartName="/ppt/ink/ink2713.xml" ContentType="application/inkml+xml"/>
  <Override PartName="/ppt/ink/ink2714.xml" ContentType="application/inkml+xml"/>
  <Override PartName="/ppt/ink/ink2715.xml" ContentType="application/inkml+xml"/>
  <Override PartName="/ppt/ink/ink2716.xml" ContentType="application/inkml+xml"/>
  <Override PartName="/ppt/ink/ink2717.xml" ContentType="application/inkml+xml"/>
  <Override PartName="/ppt/ink/ink2718.xml" ContentType="application/inkml+xml"/>
  <Override PartName="/ppt/ink/ink2719.xml" ContentType="application/inkml+xml"/>
  <Override PartName="/ppt/ink/ink2720.xml" ContentType="application/inkml+xml"/>
  <Override PartName="/ppt/ink/ink2721.xml" ContentType="application/inkml+xml"/>
  <Override PartName="/ppt/ink/ink2722.xml" ContentType="application/inkml+xml"/>
  <Override PartName="/ppt/ink/ink2723.xml" ContentType="application/inkml+xml"/>
  <Override PartName="/ppt/ink/ink2724.xml" ContentType="application/inkml+xml"/>
  <Override PartName="/ppt/ink/ink2725.xml" ContentType="application/inkml+xml"/>
  <Override PartName="/ppt/ink/ink2726.xml" ContentType="application/inkml+xml"/>
  <Override PartName="/ppt/ink/ink2727.xml" ContentType="application/inkml+xml"/>
  <Override PartName="/ppt/ink/ink2728.xml" ContentType="application/inkml+xml"/>
  <Override PartName="/ppt/ink/ink2729.xml" ContentType="application/inkml+xml"/>
  <Override PartName="/ppt/ink/ink2730.xml" ContentType="application/inkml+xml"/>
  <Override PartName="/ppt/ink/ink2731.xml" ContentType="application/inkml+xml"/>
  <Override PartName="/ppt/ink/ink2732.xml" ContentType="application/inkml+xml"/>
  <Override PartName="/ppt/ink/ink2733.xml" ContentType="application/inkml+xml"/>
  <Override PartName="/ppt/ink/ink2734.xml" ContentType="application/inkml+xml"/>
  <Override PartName="/ppt/ink/ink2735.xml" ContentType="application/inkml+xml"/>
  <Override PartName="/ppt/ink/ink2736.xml" ContentType="application/inkml+xml"/>
  <Override PartName="/ppt/ink/ink2737.xml" ContentType="application/inkml+xml"/>
  <Override PartName="/ppt/ink/ink2738.xml" ContentType="application/inkml+xml"/>
  <Override PartName="/ppt/ink/ink2739.xml" ContentType="application/inkml+xml"/>
  <Override PartName="/ppt/ink/ink2740.xml" ContentType="application/inkml+xml"/>
  <Override PartName="/ppt/ink/ink2741.xml" ContentType="application/inkml+xml"/>
  <Override PartName="/ppt/ink/ink2742.xml" ContentType="application/inkml+xml"/>
  <Override PartName="/ppt/ink/ink2743.xml" ContentType="application/inkml+xml"/>
  <Override PartName="/ppt/ink/ink2744.xml" ContentType="application/inkml+xml"/>
  <Override PartName="/ppt/ink/ink2745.xml" ContentType="application/inkml+xml"/>
  <Override PartName="/ppt/ink/ink2746.xml" ContentType="application/inkml+xml"/>
  <Override PartName="/ppt/ink/ink2747.xml" ContentType="application/inkml+xml"/>
  <Override PartName="/ppt/ink/ink2748.xml" ContentType="application/inkml+xml"/>
  <Override PartName="/ppt/ink/ink2749.xml" ContentType="application/inkml+xml"/>
  <Override PartName="/ppt/ink/ink2750.xml" ContentType="application/inkml+xml"/>
  <Override PartName="/ppt/ink/ink2751.xml" ContentType="application/inkml+xml"/>
  <Override PartName="/ppt/ink/ink2752.xml" ContentType="application/inkml+xml"/>
  <Override PartName="/ppt/ink/ink2753.xml" ContentType="application/inkml+xml"/>
  <Override PartName="/ppt/ink/ink2754.xml" ContentType="application/inkml+xml"/>
  <Override PartName="/ppt/ink/ink2755.xml" ContentType="application/inkml+xml"/>
  <Override PartName="/ppt/ink/ink2756.xml" ContentType="application/inkml+xml"/>
  <Override PartName="/ppt/ink/ink2757.xml" ContentType="application/inkml+xml"/>
  <Override PartName="/ppt/ink/ink2758.xml" ContentType="application/inkml+xml"/>
  <Override PartName="/ppt/ink/ink2759.xml" ContentType="application/inkml+xml"/>
  <Override PartName="/ppt/ink/ink2760.xml" ContentType="application/inkml+xml"/>
  <Override PartName="/ppt/ink/ink2761.xml" ContentType="application/inkml+xml"/>
  <Override PartName="/ppt/ink/ink2762.xml" ContentType="application/inkml+xml"/>
  <Override PartName="/ppt/ink/ink2763.xml" ContentType="application/inkml+xml"/>
  <Override PartName="/ppt/ink/ink2764.xml" ContentType="application/inkml+xml"/>
  <Override PartName="/ppt/ink/ink2765.xml" ContentType="application/inkml+xml"/>
  <Override PartName="/ppt/ink/ink2766.xml" ContentType="application/inkml+xml"/>
  <Override PartName="/ppt/ink/ink2767.xml" ContentType="application/inkml+xml"/>
  <Override PartName="/ppt/ink/ink2768.xml" ContentType="application/inkml+xml"/>
  <Override PartName="/ppt/ink/ink2769.xml" ContentType="application/inkml+xml"/>
  <Override PartName="/ppt/ink/ink2770.xml" ContentType="application/inkml+xml"/>
  <Override PartName="/ppt/ink/ink2771.xml" ContentType="application/inkml+xml"/>
  <Override PartName="/ppt/ink/ink2772.xml" ContentType="application/inkml+xml"/>
  <Override PartName="/ppt/ink/ink2773.xml" ContentType="application/inkml+xml"/>
  <Override PartName="/ppt/ink/ink2774.xml" ContentType="application/inkml+xml"/>
  <Override PartName="/ppt/ink/ink2775.xml" ContentType="application/inkml+xml"/>
  <Override PartName="/ppt/ink/ink2776.xml" ContentType="application/inkml+xml"/>
  <Override PartName="/ppt/ink/ink2777.xml" ContentType="application/inkml+xml"/>
  <Override PartName="/ppt/ink/ink2778.xml" ContentType="application/inkml+xml"/>
  <Override PartName="/ppt/ink/ink2779.xml" ContentType="application/inkml+xml"/>
  <Override PartName="/ppt/ink/ink2780.xml" ContentType="application/inkml+xml"/>
  <Override PartName="/ppt/ink/ink2781.xml" ContentType="application/inkml+xml"/>
  <Override PartName="/ppt/ink/ink2782.xml" ContentType="application/inkml+xml"/>
  <Override PartName="/ppt/ink/ink2783.xml" ContentType="application/inkml+xml"/>
  <Override PartName="/ppt/ink/ink2784.xml" ContentType="application/inkml+xml"/>
  <Override PartName="/ppt/ink/ink2785.xml" ContentType="application/inkml+xml"/>
  <Override PartName="/ppt/ink/ink2786.xml" ContentType="application/inkml+xml"/>
  <Override PartName="/ppt/ink/ink2787.xml" ContentType="application/inkml+xml"/>
  <Override PartName="/ppt/ink/ink2788.xml" ContentType="application/inkml+xml"/>
  <Override PartName="/ppt/ink/ink2789.xml" ContentType="application/inkml+xml"/>
  <Override PartName="/ppt/ink/ink2790.xml" ContentType="application/inkml+xml"/>
  <Override PartName="/ppt/ink/ink2791.xml" ContentType="application/inkml+xml"/>
  <Override PartName="/ppt/ink/ink2792.xml" ContentType="application/inkml+xml"/>
  <Override PartName="/ppt/ink/ink2793.xml" ContentType="application/inkml+xml"/>
  <Override PartName="/ppt/ink/ink2794.xml" ContentType="application/inkml+xml"/>
  <Override PartName="/ppt/ink/ink2795.xml" ContentType="application/inkml+xml"/>
  <Override PartName="/ppt/ink/ink2796.xml" ContentType="application/inkml+xml"/>
  <Override PartName="/ppt/ink/ink2797.xml" ContentType="application/inkml+xml"/>
  <Override PartName="/ppt/ink/ink2798.xml" ContentType="application/inkml+xml"/>
  <Override PartName="/ppt/ink/ink2799.xml" ContentType="application/inkml+xml"/>
  <Override PartName="/ppt/ink/ink2800.xml" ContentType="application/inkml+xml"/>
  <Override PartName="/ppt/ink/ink2801.xml" ContentType="application/inkml+xml"/>
  <Override PartName="/ppt/ink/ink2802.xml" ContentType="application/inkml+xml"/>
  <Override PartName="/ppt/ink/ink2803.xml" ContentType="application/inkml+xml"/>
  <Override PartName="/ppt/ink/ink2804.xml" ContentType="application/inkml+xml"/>
  <Override PartName="/ppt/ink/ink2805.xml" ContentType="application/inkml+xml"/>
  <Override PartName="/ppt/ink/ink2806.xml" ContentType="application/inkml+xml"/>
  <Override PartName="/ppt/ink/ink2807.xml" ContentType="application/inkml+xml"/>
  <Override PartName="/ppt/ink/ink2808.xml" ContentType="application/inkml+xml"/>
  <Override PartName="/ppt/ink/ink2809.xml" ContentType="application/inkml+xml"/>
  <Override PartName="/ppt/ink/ink2810.xml" ContentType="application/inkml+xml"/>
  <Override PartName="/ppt/ink/ink2811.xml" ContentType="application/inkml+xml"/>
  <Override PartName="/ppt/ink/ink2812.xml" ContentType="application/inkml+xml"/>
  <Override PartName="/ppt/ink/ink2813.xml" ContentType="application/inkml+xml"/>
  <Override PartName="/ppt/ink/ink2814.xml" ContentType="application/inkml+xml"/>
  <Override PartName="/ppt/ink/ink2815.xml" ContentType="application/inkml+xml"/>
  <Override PartName="/ppt/ink/ink2816.xml" ContentType="application/inkml+xml"/>
  <Override PartName="/ppt/ink/ink2817.xml" ContentType="application/inkml+xml"/>
  <Override PartName="/ppt/ink/ink2818.xml" ContentType="application/inkml+xml"/>
  <Override PartName="/ppt/ink/ink2819.xml" ContentType="application/inkml+xml"/>
  <Override PartName="/ppt/ink/ink2820.xml" ContentType="application/inkml+xml"/>
  <Override PartName="/ppt/ink/ink2821.xml" ContentType="application/inkml+xml"/>
  <Override PartName="/ppt/ink/ink2822.xml" ContentType="application/inkml+xml"/>
  <Override PartName="/ppt/ink/ink2823.xml" ContentType="application/inkml+xml"/>
  <Override PartName="/ppt/ink/ink2824.xml" ContentType="application/inkml+xml"/>
  <Override PartName="/ppt/ink/ink2825.xml" ContentType="application/inkml+xml"/>
  <Override PartName="/ppt/ink/ink2826.xml" ContentType="application/inkml+xml"/>
  <Override PartName="/ppt/ink/ink2827.xml" ContentType="application/inkml+xml"/>
  <Override PartName="/ppt/ink/ink2828.xml" ContentType="application/inkml+xml"/>
  <Override PartName="/ppt/ink/ink2829.xml" ContentType="application/inkml+xml"/>
  <Override PartName="/ppt/ink/ink2830.xml" ContentType="application/inkml+xml"/>
  <Override PartName="/ppt/ink/ink2831.xml" ContentType="application/inkml+xml"/>
  <Override PartName="/ppt/ink/ink2832.xml" ContentType="application/inkml+xml"/>
  <Override PartName="/ppt/ink/ink2833.xml" ContentType="application/inkml+xml"/>
  <Override PartName="/ppt/ink/ink2834.xml" ContentType="application/inkml+xml"/>
  <Override PartName="/ppt/ink/ink2835.xml" ContentType="application/inkml+xml"/>
  <Override PartName="/ppt/ink/ink2836.xml" ContentType="application/inkml+xml"/>
  <Override PartName="/ppt/ink/ink2837.xml" ContentType="application/inkml+xml"/>
  <Override PartName="/ppt/ink/ink2838.xml" ContentType="application/inkml+xml"/>
  <Override PartName="/ppt/ink/ink2839.xml" ContentType="application/inkml+xml"/>
  <Override PartName="/ppt/ink/ink2840.xml" ContentType="application/inkml+xml"/>
  <Override PartName="/ppt/ink/ink2841.xml" ContentType="application/inkml+xml"/>
  <Override PartName="/ppt/ink/ink2842.xml" ContentType="application/inkml+xml"/>
  <Override PartName="/ppt/ink/ink2843.xml" ContentType="application/inkml+xml"/>
  <Override PartName="/ppt/ink/ink2844.xml" ContentType="application/inkml+xml"/>
  <Override PartName="/ppt/ink/ink2845.xml" ContentType="application/inkml+xml"/>
  <Override PartName="/ppt/ink/ink2846.xml" ContentType="application/inkml+xml"/>
  <Override PartName="/ppt/ink/ink2847.xml" ContentType="application/inkml+xml"/>
  <Override PartName="/ppt/ink/ink2848.xml" ContentType="application/inkml+xml"/>
  <Override PartName="/ppt/ink/ink2849.xml" ContentType="application/inkml+xml"/>
  <Override PartName="/ppt/ink/ink2850.xml" ContentType="application/inkml+xml"/>
  <Override PartName="/ppt/ink/ink2851.xml" ContentType="application/inkml+xml"/>
  <Override PartName="/ppt/ink/ink2852.xml" ContentType="application/inkml+xml"/>
  <Override PartName="/ppt/ink/ink2853.xml" ContentType="application/inkml+xml"/>
  <Override PartName="/ppt/ink/ink2854.xml" ContentType="application/inkml+xml"/>
  <Override PartName="/ppt/ink/ink2855.xml" ContentType="application/inkml+xml"/>
  <Override PartName="/ppt/ink/ink2856.xml" ContentType="application/inkml+xml"/>
  <Override PartName="/ppt/ink/ink2857.xml" ContentType="application/inkml+xml"/>
  <Override PartName="/ppt/ink/ink2858.xml" ContentType="application/inkml+xml"/>
  <Override PartName="/ppt/ink/ink2859.xml" ContentType="application/inkml+xml"/>
  <Override PartName="/ppt/ink/ink2860.xml" ContentType="application/inkml+xml"/>
  <Override PartName="/ppt/ink/ink2861.xml" ContentType="application/inkml+xml"/>
  <Override PartName="/ppt/ink/ink2862.xml" ContentType="application/inkml+xml"/>
  <Override PartName="/ppt/ink/ink2863.xml" ContentType="application/inkml+xml"/>
  <Override PartName="/ppt/ink/ink2864.xml" ContentType="application/inkml+xml"/>
  <Override PartName="/ppt/ink/ink2865.xml" ContentType="application/inkml+xml"/>
  <Override PartName="/ppt/ink/ink2866.xml" ContentType="application/inkml+xml"/>
  <Override PartName="/ppt/ink/ink2867.xml" ContentType="application/inkml+xml"/>
  <Override PartName="/ppt/ink/ink2868.xml" ContentType="application/inkml+xml"/>
  <Override PartName="/ppt/ink/ink2869.xml" ContentType="application/inkml+xml"/>
  <Override PartName="/ppt/ink/ink2870.xml" ContentType="application/inkml+xml"/>
  <Override PartName="/ppt/ink/ink2871.xml" ContentType="application/inkml+xml"/>
  <Override PartName="/ppt/ink/ink2872.xml" ContentType="application/inkml+xml"/>
  <Override PartName="/ppt/ink/ink2873.xml" ContentType="application/inkml+xml"/>
  <Override PartName="/ppt/ink/ink2874.xml" ContentType="application/inkml+xml"/>
  <Override PartName="/ppt/ink/ink2875.xml" ContentType="application/inkml+xml"/>
  <Override PartName="/ppt/ink/ink2876.xml" ContentType="application/inkml+xml"/>
  <Override PartName="/ppt/ink/ink2877.xml" ContentType="application/inkml+xml"/>
  <Override PartName="/ppt/ink/ink2878.xml" ContentType="application/inkml+xml"/>
  <Override PartName="/ppt/ink/ink2879.xml" ContentType="application/inkml+xml"/>
  <Override PartName="/ppt/ink/ink2880.xml" ContentType="application/inkml+xml"/>
  <Override PartName="/ppt/ink/ink2881.xml" ContentType="application/inkml+xml"/>
  <Override PartName="/ppt/ink/ink2882.xml" ContentType="application/inkml+xml"/>
  <Override PartName="/ppt/ink/ink2883.xml" ContentType="application/inkml+xml"/>
  <Override PartName="/ppt/ink/ink2884.xml" ContentType="application/inkml+xml"/>
  <Override PartName="/ppt/ink/ink2885.xml" ContentType="application/inkml+xml"/>
  <Override PartName="/ppt/ink/ink2886.xml" ContentType="application/inkml+xml"/>
  <Override PartName="/ppt/ink/ink2887.xml" ContentType="application/inkml+xml"/>
  <Override PartName="/ppt/ink/ink2888.xml" ContentType="application/inkml+xml"/>
  <Override PartName="/ppt/ink/ink2889.xml" ContentType="application/inkml+xml"/>
  <Override PartName="/ppt/ink/ink2890.xml" ContentType="application/inkml+xml"/>
  <Override PartName="/ppt/ink/ink2891.xml" ContentType="application/inkml+xml"/>
  <Override PartName="/ppt/ink/ink2892.xml" ContentType="application/inkml+xml"/>
  <Override PartName="/ppt/ink/ink2893.xml" ContentType="application/inkml+xml"/>
  <Override PartName="/ppt/ink/ink2894.xml" ContentType="application/inkml+xml"/>
  <Override PartName="/ppt/ink/ink2895.xml" ContentType="application/inkml+xml"/>
  <Override PartName="/ppt/ink/ink2896.xml" ContentType="application/inkml+xml"/>
  <Override PartName="/ppt/ink/ink2897.xml" ContentType="application/inkml+xml"/>
  <Override PartName="/ppt/ink/ink2898.xml" ContentType="application/inkml+xml"/>
  <Override PartName="/ppt/ink/ink2899.xml" ContentType="application/inkml+xml"/>
  <Override PartName="/ppt/ink/ink2900.xml" ContentType="application/inkml+xml"/>
  <Override PartName="/ppt/ink/ink2901.xml" ContentType="application/inkml+xml"/>
  <Override PartName="/ppt/ink/ink2902.xml" ContentType="application/inkml+xml"/>
  <Override PartName="/ppt/ink/ink2903.xml" ContentType="application/inkml+xml"/>
  <Override PartName="/ppt/ink/ink2904.xml" ContentType="application/inkml+xml"/>
  <Override PartName="/ppt/ink/ink2905.xml" ContentType="application/inkml+xml"/>
  <Override PartName="/ppt/ink/ink2906.xml" ContentType="application/inkml+xml"/>
  <Override PartName="/ppt/ink/ink2907.xml" ContentType="application/inkml+xml"/>
  <Override PartName="/ppt/ink/ink2908.xml" ContentType="application/inkml+xml"/>
  <Override PartName="/ppt/ink/ink2909.xml" ContentType="application/inkml+xml"/>
  <Override PartName="/ppt/ink/ink2910.xml" ContentType="application/inkml+xml"/>
  <Override PartName="/ppt/ink/ink2911.xml" ContentType="application/inkml+xml"/>
  <Override PartName="/ppt/ink/ink2912.xml" ContentType="application/inkml+xml"/>
  <Override PartName="/ppt/ink/ink2913.xml" ContentType="application/inkml+xml"/>
  <Override PartName="/ppt/ink/ink2914.xml" ContentType="application/inkml+xml"/>
  <Override PartName="/ppt/ink/ink2915.xml" ContentType="application/inkml+xml"/>
  <Override PartName="/ppt/ink/ink2916.xml" ContentType="application/inkml+xml"/>
  <Override PartName="/ppt/ink/ink2917.xml" ContentType="application/inkml+xml"/>
  <Override PartName="/ppt/ink/ink2918.xml" ContentType="application/inkml+xml"/>
  <Override PartName="/ppt/ink/ink2919.xml" ContentType="application/inkml+xml"/>
  <Override PartName="/ppt/ink/ink2920.xml" ContentType="application/inkml+xml"/>
  <Override PartName="/ppt/ink/ink2921.xml" ContentType="application/inkml+xml"/>
  <Override PartName="/ppt/ink/ink2922.xml" ContentType="application/inkml+xml"/>
  <Override PartName="/ppt/ink/ink2923.xml" ContentType="application/inkml+xml"/>
  <Override PartName="/ppt/ink/ink2924.xml" ContentType="application/inkml+xml"/>
  <Override PartName="/ppt/ink/ink2925.xml" ContentType="application/inkml+xml"/>
  <Override PartName="/ppt/ink/ink2926.xml" ContentType="application/inkml+xml"/>
  <Override PartName="/ppt/ink/ink2927.xml" ContentType="application/inkml+xml"/>
  <Override PartName="/ppt/ink/ink2928.xml" ContentType="application/inkml+xml"/>
  <Override PartName="/ppt/ink/ink2929.xml" ContentType="application/inkml+xml"/>
  <Override PartName="/ppt/ink/ink2930.xml" ContentType="application/inkml+xml"/>
  <Override PartName="/ppt/ink/ink2931.xml" ContentType="application/inkml+xml"/>
  <Override PartName="/ppt/ink/ink2932.xml" ContentType="application/inkml+xml"/>
  <Override PartName="/ppt/ink/ink2933.xml" ContentType="application/inkml+xml"/>
  <Override PartName="/ppt/ink/ink2934.xml" ContentType="application/inkml+xml"/>
  <Override PartName="/ppt/ink/ink2935.xml" ContentType="application/inkml+xml"/>
  <Override PartName="/ppt/ink/ink2936.xml" ContentType="application/inkml+xml"/>
  <Override PartName="/ppt/ink/ink2937.xml" ContentType="application/inkml+xml"/>
  <Override PartName="/ppt/ink/ink2938.xml" ContentType="application/inkml+xml"/>
  <Override PartName="/ppt/ink/ink2939.xml" ContentType="application/inkml+xml"/>
  <Override PartName="/ppt/ink/ink2940.xml" ContentType="application/inkml+xml"/>
  <Override PartName="/ppt/ink/ink2941.xml" ContentType="application/inkml+xml"/>
  <Override PartName="/ppt/ink/ink2942.xml" ContentType="application/inkml+xml"/>
  <Override PartName="/ppt/ink/ink2943.xml" ContentType="application/inkml+xml"/>
  <Override PartName="/ppt/ink/ink2944.xml" ContentType="application/inkml+xml"/>
  <Override PartName="/ppt/ink/ink2945.xml" ContentType="application/inkml+xml"/>
  <Override PartName="/ppt/ink/ink2946.xml" ContentType="application/inkml+xml"/>
  <Override PartName="/ppt/ink/ink2947.xml" ContentType="application/inkml+xml"/>
  <Override PartName="/ppt/ink/ink2948.xml" ContentType="application/inkml+xml"/>
  <Override PartName="/ppt/ink/ink2949.xml" ContentType="application/inkml+xml"/>
  <Override PartName="/ppt/ink/ink2950.xml" ContentType="application/inkml+xml"/>
  <Override PartName="/ppt/ink/ink2951.xml" ContentType="application/inkml+xml"/>
  <Override PartName="/ppt/ink/ink2952.xml" ContentType="application/inkml+xml"/>
  <Override PartName="/ppt/ink/ink2953.xml" ContentType="application/inkml+xml"/>
  <Override PartName="/ppt/ink/ink2954.xml" ContentType="application/inkml+xml"/>
  <Override PartName="/ppt/ink/ink2955.xml" ContentType="application/inkml+xml"/>
  <Override PartName="/ppt/ink/ink2956.xml" ContentType="application/inkml+xml"/>
  <Override PartName="/ppt/ink/ink2957.xml" ContentType="application/inkml+xml"/>
  <Override PartName="/ppt/ink/ink2958.xml" ContentType="application/inkml+xml"/>
  <Override PartName="/ppt/ink/ink2959.xml" ContentType="application/inkml+xml"/>
  <Override PartName="/ppt/ink/ink2960.xml" ContentType="application/inkml+xml"/>
  <Override PartName="/ppt/ink/ink2961.xml" ContentType="application/inkml+xml"/>
  <Override PartName="/ppt/ink/ink2962.xml" ContentType="application/inkml+xml"/>
  <Override PartName="/ppt/ink/ink2963.xml" ContentType="application/inkml+xml"/>
  <Override PartName="/ppt/ink/ink2964.xml" ContentType="application/inkml+xml"/>
  <Override PartName="/ppt/ink/ink2965.xml" ContentType="application/inkml+xml"/>
  <Override PartName="/ppt/ink/ink2966.xml" ContentType="application/inkml+xml"/>
  <Override PartName="/ppt/ink/ink2967.xml" ContentType="application/inkml+xml"/>
  <Override PartName="/ppt/ink/ink2968.xml" ContentType="application/inkml+xml"/>
  <Override PartName="/ppt/ink/ink2969.xml" ContentType="application/inkml+xml"/>
  <Override PartName="/ppt/ink/ink2970.xml" ContentType="application/inkml+xml"/>
  <Override PartName="/ppt/ink/ink2971.xml" ContentType="application/inkml+xml"/>
  <Override PartName="/ppt/ink/ink2972.xml" ContentType="application/inkml+xml"/>
  <Override PartName="/ppt/ink/ink2973.xml" ContentType="application/inkml+xml"/>
  <Override PartName="/ppt/ink/ink2974.xml" ContentType="application/inkml+xml"/>
  <Override PartName="/ppt/ink/ink2975.xml" ContentType="application/inkml+xml"/>
  <Override PartName="/ppt/ink/ink2976.xml" ContentType="application/inkml+xml"/>
  <Override PartName="/ppt/ink/ink2977.xml" ContentType="application/inkml+xml"/>
  <Override PartName="/ppt/ink/ink2978.xml" ContentType="application/inkml+xml"/>
  <Override PartName="/ppt/ink/ink2979.xml" ContentType="application/inkml+xml"/>
  <Override PartName="/ppt/ink/ink2980.xml" ContentType="application/inkml+xml"/>
  <Override PartName="/ppt/ink/ink2981.xml" ContentType="application/inkml+xml"/>
  <Override PartName="/ppt/ink/ink2982.xml" ContentType="application/inkml+xml"/>
  <Override PartName="/ppt/ink/ink2983.xml" ContentType="application/inkml+xml"/>
  <Override PartName="/ppt/ink/ink2984.xml" ContentType="application/inkml+xml"/>
  <Override PartName="/ppt/ink/ink2985.xml" ContentType="application/inkml+xml"/>
  <Override PartName="/ppt/ink/ink2986.xml" ContentType="application/inkml+xml"/>
  <Override PartName="/ppt/ink/ink2987.xml" ContentType="application/inkml+xml"/>
  <Override PartName="/ppt/ink/ink2988.xml" ContentType="application/inkml+xml"/>
  <Override PartName="/ppt/ink/ink2989.xml" ContentType="application/inkml+xml"/>
  <Override PartName="/ppt/ink/ink2990.xml" ContentType="application/inkml+xml"/>
  <Override PartName="/ppt/ink/ink2991.xml" ContentType="application/inkml+xml"/>
  <Override PartName="/ppt/ink/ink2992.xml" ContentType="application/inkml+xml"/>
  <Override PartName="/ppt/ink/ink2993.xml" ContentType="application/inkml+xml"/>
  <Override PartName="/ppt/ink/ink2994.xml" ContentType="application/inkml+xml"/>
  <Override PartName="/ppt/ink/ink2995.xml" ContentType="application/inkml+xml"/>
  <Override PartName="/ppt/ink/ink2996.xml" ContentType="application/inkml+xml"/>
  <Override PartName="/ppt/ink/ink2997.xml" ContentType="application/inkml+xml"/>
  <Override PartName="/ppt/ink/ink2998.xml" ContentType="application/inkml+xml"/>
  <Override PartName="/ppt/ink/ink2999.xml" ContentType="application/inkml+xml"/>
  <Override PartName="/ppt/ink/ink3000.xml" ContentType="application/inkml+xml"/>
  <Override PartName="/ppt/ink/ink3001.xml" ContentType="application/inkml+xml"/>
  <Override PartName="/ppt/ink/ink3002.xml" ContentType="application/inkml+xml"/>
  <Override PartName="/ppt/ink/ink3003.xml" ContentType="application/inkml+xml"/>
  <Override PartName="/ppt/ink/ink3004.xml" ContentType="application/inkml+xml"/>
  <Override PartName="/ppt/ink/ink3005.xml" ContentType="application/inkml+xml"/>
  <Override PartName="/ppt/ink/ink3006.xml" ContentType="application/inkml+xml"/>
  <Override PartName="/ppt/ink/ink3007.xml" ContentType="application/inkml+xml"/>
  <Override PartName="/ppt/ink/ink3008.xml" ContentType="application/inkml+xml"/>
  <Override PartName="/ppt/ink/ink3009.xml" ContentType="application/inkml+xml"/>
  <Override PartName="/ppt/ink/ink3010.xml" ContentType="application/inkml+xml"/>
  <Override PartName="/ppt/ink/ink3011.xml" ContentType="application/inkml+xml"/>
  <Override PartName="/ppt/ink/ink3012.xml" ContentType="application/inkml+xml"/>
  <Override PartName="/ppt/ink/ink3013.xml" ContentType="application/inkml+xml"/>
  <Override PartName="/ppt/ink/ink3014.xml" ContentType="application/inkml+xml"/>
  <Override PartName="/ppt/ink/ink3015.xml" ContentType="application/inkml+xml"/>
  <Override PartName="/ppt/ink/ink3016.xml" ContentType="application/inkml+xml"/>
  <Override PartName="/ppt/ink/ink3017.xml" ContentType="application/inkml+xml"/>
  <Override PartName="/ppt/ink/ink3018.xml" ContentType="application/inkml+xml"/>
  <Override PartName="/ppt/ink/ink3019.xml" ContentType="application/inkml+xml"/>
  <Override PartName="/ppt/ink/ink3020.xml" ContentType="application/inkml+xml"/>
  <Override PartName="/ppt/ink/ink3021.xml" ContentType="application/inkml+xml"/>
  <Override PartName="/ppt/ink/ink3022.xml" ContentType="application/inkml+xml"/>
  <Override PartName="/ppt/ink/ink3023.xml" ContentType="application/inkml+xml"/>
  <Override PartName="/ppt/ink/ink3024.xml" ContentType="application/inkml+xml"/>
  <Override PartName="/ppt/ink/ink3025.xml" ContentType="application/inkml+xml"/>
  <Override PartName="/ppt/ink/ink3026.xml" ContentType="application/inkml+xml"/>
  <Override PartName="/ppt/ink/ink3027.xml" ContentType="application/inkml+xml"/>
  <Override PartName="/ppt/ink/ink3028.xml" ContentType="application/inkml+xml"/>
  <Override PartName="/ppt/ink/ink3029.xml" ContentType="application/inkml+xml"/>
  <Override PartName="/ppt/ink/ink3030.xml" ContentType="application/inkml+xml"/>
  <Override PartName="/ppt/ink/ink3031.xml" ContentType="application/inkml+xml"/>
  <Override PartName="/ppt/ink/ink3032.xml" ContentType="application/inkml+xml"/>
  <Override PartName="/ppt/ink/ink3033.xml" ContentType="application/inkml+xml"/>
  <Override PartName="/ppt/ink/ink3034.xml" ContentType="application/inkml+xml"/>
  <Override PartName="/ppt/ink/ink3035.xml" ContentType="application/inkml+xml"/>
  <Override PartName="/ppt/ink/ink3036.xml" ContentType="application/inkml+xml"/>
  <Override PartName="/ppt/ink/ink3037.xml" ContentType="application/inkml+xml"/>
  <Override PartName="/ppt/ink/ink3038.xml" ContentType="application/inkml+xml"/>
  <Override PartName="/ppt/ink/ink3039.xml" ContentType="application/inkml+xml"/>
  <Override PartName="/ppt/ink/ink3040.xml" ContentType="application/inkml+xml"/>
  <Override PartName="/ppt/ink/ink3041.xml" ContentType="application/inkml+xml"/>
  <Override PartName="/ppt/ink/ink3042.xml" ContentType="application/inkml+xml"/>
  <Override PartName="/ppt/ink/ink3043.xml" ContentType="application/inkml+xml"/>
  <Override PartName="/ppt/ink/ink3044.xml" ContentType="application/inkml+xml"/>
  <Override PartName="/ppt/ink/ink3045.xml" ContentType="application/inkml+xml"/>
  <Override PartName="/ppt/ink/ink3046.xml" ContentType="application/inkml+xml"/>
  <Override PartName="/ppt/ink/ink3047.xml" ContentType="application/inkml+xml"/>
  <Override PartName="/ppt/ink/ink3048.xml" ContentType="application/inkml+xml"/>
  <Override PartName="/ppt/ink/ink3049.xml" ContentType="application/inkml+xml"/>
  <Override PartName="/ppt/ink/ink3050.xml" ContentType="application/inkml+xml"/>
  <Override PartName="/ppt/ink/ink3051.xml" ContentType="application/inkml+xml"/>
  <Override PartName="/ppt/ink/ink3052.xml" ContentType="application/inkml+xml"/>
  <Override PartName="/ppt/ink/ink3053.xml" ContentType="application/inkml+xml"/>
  <Override PartName="/ppt/ink/ink3054.xml" ContentType="application/inkml+xml"/>
  <Override PartName="/ppt/ink/ink3055.xml" ContentType="application/inkml+xml"/>
  <Override PartName="/ppt/ink/ink3056.xml" ContentType="application/inkml+xml"/>
  <Override PartName="/ppt/ink/ink3057.xml" ContentType="application/inkml+xml"/>
  <Override PartName="/ppt/ink/ink3058.xml" ContentType="application/inkml+xml"/>
  <Override PartName="/ppt/ink/ink3059.xml" ContentType="application/inkml+xml"/>
  <Override PartName="/ppt/ink/ink3060.xml" ContentType="application/inkml+xml"/>
  <Override PartName="/ppt/ink/ink3061.xml" ContentType="application/inkml+xml"/>
  <Override PartName="/ppt/ink/ink3062.xml" ContentType="application/inkml+xml"/>
  <Override PartName="/ppt/ink/ink3063.xml" ContentType="application/inkml+xml"/>
  <Override PartName="/ppt/ink/ink3064.xml" ContentType="application/inkml+xml"/>
  <Override PartName="/ppt/ink/ink3065.xml" ContentType="application/inkml+xml"/>
  <Override PartName="/ppt/ink/ink3066.xml" ContentType="application/inkml+xml"/>
  <Override PartName="/ppt/ink/ink3067.xml" ContentType="application/inkml+xml"/>
  <Override PartName="/ppt/ink/ink3068.xml" ContentType="application/inkml+xml"/>
  <Override PartName="/ppt/ink/ink3069.xml" ContentType="application/inkml+xml"/>
  <Override PartName="/ppt/ink/ink3070.xml" ContentType="application/inkml+xml"/>
  <Override PartName="/ppt/ink/ink3071.xml" ContentType="application/inkml+xml"/>
  <Override PartName="/ppt/ink/ink3072.xml" ContentType="application/inkml+xml"/>
  <Override PartName="/ppt/ink/ink3073.xml" ContentType="application/inkml+xml"/>
  <Override PartName="/ppt/ink/ink3074.xml" ContentType="application/inkml+xml"/>
  <Override PartName="/ppt/ink/ink3075.xml" ContentType="application/inkml+xml"/>
  <Override PartName="/ppt/ink/ink3076.xml" ContentType="application/inkml+xml"/>
  <Override PartName="/ppt/ink/ink3077.xml" ContentType="application/inkml+xml"/>
  <Override PartName="/ppt/ink/ink3078.xml" ContentType="application/inkml+xml"/>
  <Override PartName="/ppt/ink/ink3079.xml" ContentType="application/inkml+xml"/>
  <Override PartName="/ppt/ink/ink3080.xml" ContentType="application/inkml+xml"/>
  <Override PartName="/ppt/ink/ink3081.xml" ContentType="application/inkml+xml"/>
  <Override PartName="/ppt/ink/ink3082.xml" ContentType="application/inkml+xml"/>
  <Override PartName="/ppt/ink/ink3083.xml" ContentType="application/inkml+xml"/>
  <Override PartName="/ppt/ink/ink3084.xml" ContentType="application/inkml+xml"/>
  <Override PartName="/ppt/ink/ink3085.xml" ContentType="application/inkml+xml"/>
  <Override PartName="/ppt/ink/ink3086.xml" ContentType="application/inkml+xml"/>
  <Override PartName="/ppt/ink/ink3087.xml" ContentType="application/inkml+xml"/>
  <Override PartName="/ppt/ink/ink3088.xml" ContentType="application/inkml+xml"/>
  <Override PartName="/ppt/ink/ink3089.xml" ContentType="application/inkml+xml"/>
  <Override PartName="/ppt/ink/ink3090.xml" ContentType="application/inkml+xml"/>
  <Override PartName="/ppt/ink/ink3091.xml" ContentType="application/inkml+xml"/>
  <Override PartName="/ppt/ink/ink3092.xml" ContentType="application/inkml+xml"/>
  <Override PartName="/ppt/ink/ink3093.xml" ContentType="application/inkml+xml"/>
  <Override PartName="/ppt/ink/ink3094.xml" ContentType="application/inkml+xml"/>
  <Override PartName="/ppt/ink/ink3095.xml" ContentType="application/inkml+xml"/>
  <Override PartName="/ppt/ink/ink3096.xml" ContentType="application/inkml+xml"/>
  <Override PartName="/ppt/ink/ink3097.xml" ContentType="application/inkml+xml"/>
  <Override PartName="/ppt/ink/ink3098.xml" ContentType="application/inkml+xml"/>
  <Override PartName="/ppt/ink/ink3099.xml" ContentType="application/inkml+xml"/>
  <Override PartName="/ppt/ink/ink3100.xml" ContentType="application/inkml+xml"/>
  <Override PartName="/ppt/ink/ink3101.xml" ContentType="application/inkml+xml"/>
  <Override PartName="/ppt/ink/ink3102.xml" ContentType="application/inkml+xml"/>
  <Override PartName="/ppt/ink/ink3103.xml" ContentType="application/inkml+xml"/>
  <Override PartName="/ppt/ink/ink3104.xml" ContentType="application/inkml+xml"/>
  <Override PartName="/ppt/ink/ink3105.xml" ContentType="application/inkml+xml"/>
  <Override PartName="/ppt/ink/ink3106.xml" ContentType="application/inkml+xml"/>
  <Override PartName="/ppt/ink/ink3107.xml" ContentType="application/inkml+xml"/>
  <Override PartName="/ppt/ink/ink3108.xml" ContentType="application/inkml+xml"/>
  <Override PartName="/ppt/ink/ink3109.xml" ContentType="application/inkml+xml"/>
  <Override PartName="/ppt/ink/ink3110.xml" ContentType="application/inkml+xml"/>
  <Override PartName="/ppt/ink/ink3111.xml" ContentType="application/inkml+xml"/>
  <Override PartName="/ppt/ink/ink3112.xml" ContentType="application/inkml+xml"/>
  <Override PartName="/ppt/ink/ink3113.xml" ContentType="application/inkml+xml"/>
  <Override PartName="/ppt/ink/ink3114.xml" ContentType="application/inkml+xml"/>
  <Override PartName="/ppt/ink/ink3115.xml" ContentType="application/inkml+xml"/>
  <Override PartName="/ppt/ink/ink3116.xml" ContentType="application/inkml+xml"/>
  <Override PartName="/ppt/ink/ink3117.xml" ContentType="application/inkml+xml"/>
  <Override PartName="/ppt/ink/ink3118.xml" ContentType="application/inkml+xml"/>
  <Override PartName="/ppt/ink/ink3119.xml" ContentType="application/inkml+xml"/>
  <Override PartName="/ppt/ink/ink3120.xml" ContentType="application/inkml+xml"/>
  <Override PartName="/ppt/ink/ink3121.xml" ContentType="application/inkml+xml"/>
  <Override PartName="/ppt/ink/ink3122.xml" ContentType="application/inkml+xml"/>
  <Override PartName="/ppt/ink/ink3123.xml" ContentType="application/inkml+xml"/>
  <Override PartName="/ppt/ink/ink3124.xml" ContentType="application/inkml+xml"/>
  <Override PartName="/ppt/ink/ink3125.xml" ContentType="application/inkml+xml"/>
  <Override PartName="/ppt/ink/ink3126.xml" ContentType="application/inkml+xml"/>
  <Override PartName="/ppt/ink/ink312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3"/>
  </p:notesMasterIdLst>
  <p:handoutMasterIdLst>
    <p:handoutMasterId r:id="rId44"/>
  </p:handoutMasterIdLst>
  <p:sldIdLst>
    <p:sldId id="794" r:id="rId2"/>
    <p:sldId id="824" r:id="rId3"/>
    <p:sldId id="805" r:id="rId4"/>
    <p:sldId id="825" r:id="rId5"/>
    <p:sldId id="806" r:id="rId6"/>
    <p:sldId id="826" r:id="rId7"/>
    <p:sldId id="827" r:id="rId8"/>
    <p:sldId id="828" r:id="rId9"/>
    <p:sldId id="809" r:id="rId10"/>
    <p:sldId id="821" r:id="rId11"/>
    <p:sldId id="822" r:id="rId12"/>
    <p:sldId id="823" r:id="rId13"/>
    <p:sldId id="811" r:id="rId14"/>
    <p:sldId id="819" r:id="rId15"/>
    <p:sldId id="829" r:id="rId16"/>
    <p:sldId id="820" r:id="rId17"/>
    <p:sldId id="415" r:id="rId18"/>
    <p:sldId id="796" r:id="rId19"/>
    <p:sldId id="416" r:id="rId20"/>
    <p:sldId id="337" r:id="rId21"/>
    <p:sldId id="343" r:id="rId22"/>
    <p:sldId id="800" r:id="rId23"/>
    <p:sldId id="801" r:id="rId24"/>
    <p:sldId id="334" r:id="rId25"/>
    <p:sldId id="335" r:id="rId26"/>
    <p:sldId id="344" r:id="rId27"/>
    <p:sldId id="339" r:id="rId28"/>
    <p:sldId id="361" r:id="rId29"/>
    <p:sldId id="797" r:id="rId30"/>
    <p:sldId id="798" r:id="rId31"/>
    <p:sldId id="799" r:id="rId32"/>
    <p:sldId id="340" r:id="rId33"/>
    <p:sldId id="802" r:id="rId34"/>
    <p:sldId id="803" r:id="rId35"/>
    <p:sldId id="804" r:id="rId36"/>
    <p:sldId id="359" r:id="rId37"/>
    <p:sldId id="366" r:id="rId38"/>
    <p:sldId id="362" r:id="rId39"/>
    <p:sldId id="367" r:id="rId40"/>
    <p:sldId id="377" r:id="rId41"/>
    <p:sldId id="378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Yasser Khan" initials="Y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1B1E"/>
    <a:srgbClr val="8C1515"/>
    <a:srgbClr val="AFEBFF"/>
    <a:srgbClr val="FFAAAA"/>
    <a:srgbClr val="E3B7F1"/>
    <a:srgbClr val="C6D4FF"/>
    <a:srgbClr val="C5FFC5"/>
    <a:srgbClr val="05274E"/>
    <a:srgbClr val="B0C3FF"/>
    <a:srgbClr val="FFFF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005" autoAdjust="0"/>
    <p:restoredTop sz="87782" autoAdjust="0"/>
  </p:normalViewPr>
  <p:slideViewPr>
    <p:cSldViewPr snapToGrid="0">
      <p:cViewPr>
        <p:scale>
          <a:sx n="122" d="100"/>
          <a:sy n="122" d="100"/>
        </p:scale>
        <p:origin x="504" y="134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2856"/>
    </p:cViewPr>
  </p:sorterViewPr>
  <p:notesViewPr>
    <p:cSldViewPr snapToGrid="0">
      <p:cViewPr varScale="1">
        <p:scale>
          <a:sx n="65" d="100"/>
          <a:sy n="65" d="100"/>
        </p:scale>
        <p:origin x="2578" y="5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9E6E90-D057-4D0D-B992-091951C9891F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CD6554-DBE6-4CB7-8C9A-72353E7B63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987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7:56.9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 57 5065 0 0,'-1'-34'949'0'0,"-1"12"2922"0"0,-1 50 1664 0 0,-1 5-4415 0 0,-5 223 241 0 0,-22 297 1903 0 0,28-524-3370 0 0,-4 65-902 0 0,6-93 922 0 0,1-1-1 0 0,0 0 1 0 0,0 1 0 0 0,0-1-1 0 0,0 1 1 0 0,0-1 0 0 0,0 0-1 0 0,0 1 1 0 0,0-1 0 0 0,0 1-1 0 0,0-1 1 0 0,0 0 0 0 0,0 1-1 0 0,1-1 1 0 0,-1 0 0 0 0,0 1 0 0 0,0-1-1 0 0,0 0 1 0 0,0 1 0 0 0,1-1-1 0 0,-1 0 1 0 0,0 1 0 0 0,0-1-1 0 0,1 0 1 0 0,-1 1 0 0 0,0-1-1 0 0,0 0 1 0 0,1 0 0 0 0,-1 1-1 0 0,0-1 1 0 0,1 0 0 0 0,-1 0-1 0 0,0 0 1 0 0,1 0 0 0 0,-1 1 0 0 0,1-1-1 0 0,-1 0 1 0 0,0 0 0 0 0,1 0-1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7:57.3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0 132 2304 0 0,'4'-27'1342'0'0,"17"-21"15082"0"0,-8 81-15774 0 0,79 170 112 0 0,-16-42-575 0 0,-45-80-128 0 0,-17-40-56 0 0,2-1-1 0 0,2-1 1 0 0,28 47-1 0 0,-45-85-22 0 0,0 1 1 0 0,-1-1-1 0 0,1 0 1 0 0,0 1-1 0 0,0-1 1 0 0,0 0-1 0 0,0 1 0 0 0,0-1 1 0 0,1 0-1 0 0,-1 0 1 0 0,0 0-1 0 0,0 0 1 0 0,1 0-1 0 0,-1-1 0 0 0,1 1 1 0 0,-1 0-1 0 0,0 0 1 0 0,1-1-1 0 0,0 1 1 0 0,-1-1-1 0 0,1 0 0 0 0,-1 1 1 0 0,3-1-1 0 0,-3-1-11 0 0,1 1-1 0 0,-1-1 0 0 0,1 0 1 0 0,-1 0-1 0 0,0 0 0 0 0,1 0 1 0 0,-1 0-1 0 0,0 0 1 0 0,0 0-1 0 0,0 0 0 0 0,0 0 1 0 0,1-1-1 0 0,-2 1 0 0 0,1-1 1 0 0,0 1-1 0 0,0 0 0 0 0,0-1 1 0 0,-1 1-1 0 0,1-1 0 0 0,-1 0 1 0 0,1 1-1 0 0,0-3 0 0 0,7-32-110 0 0,-1 1-1 0 0,-2-1 0 0 0,-2 0 1 0 0,-2-71-1 0 0,1 1 174 0 0,1 63 261 0 0,1 0 1 0 0,16-64 0 0 0,-16 91-141 0 0,1 0 0 0 0,0 1 0 0 0,1 0 0 0 0,0 0-1 0 0,1 1 1 0 0,1 0 0 0 0,1 0 0 0 0,0 1 0 0 0,0 0-1 0 0,13-13 1 0 0,-22 25-139 0 0,1 0 0 0 0,0 0-1 0 0,0 0 1 0 0,0 0 0 0 0,0 1 0 0 0,0-1-1 0 0,0 0 1 0 0,0 0 0 0 0,0 1 0 0 0,0-1-1 0 0,0 1 1 0 0,0-1 0 0 0,0 1 0 0 0,0-1-1 0 0,1 1 1 0 0,-1 0 0 0 0,0-1 0 0 0,0 1-1 0 0,1 0 1 0 0,-1 0 0 0 0,0 0 0 0 0,0 0-1 0 0,1 0 1 0 0,-1 0 0 0 0,2 1 0 0 0,-2-1 0 0 0,1 1 0 0 0,-1 0 0 0 0,1 1 0 0 0,-1-1 0 0 0,0 0-1 0 0,1 0 1 0 0,-1 1 0 0 0,0-1 0 0 0,0 0 0 0 0,0 1 0 0 0,0-1 0 0 0,0 1 0 0 0,0 0 0 0 0,0-1 0 0 0,0 3 0 0 0,4 10 34 0 0,-1-1 0 0 0,-1 1 0 0 0,3 21 0 0 0,-5-28-31 0 0,17 122-178 0 0,15 82 597 0 0,3-73-7088 0 0,-22-98-554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7:57.7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1 523 5065 0 0,'52'-31'7034'0'0,"-39"25"-6130"0"0,1-2 0 0 0,-1 0 0 0 0,-1 0 0 0 0,0-1 0 0 0,0-1 0 0 0,11-12 0 0 0,-8 4-799 0 0,-2 0 1 0 0,1-1 0 0 0,-2-1 0 0 0,-1 0 0 0 0,0 0 0 0 0,9-29-1 0 0,-14 35-274 0 0,-2 0 0 0 0,1-1 0 0 0,-2 1 0 0 0,0-1 0 0 0,-1 0 0 0 0,0 0 0 0 0,-2 0 0 0 0,1 0 0 0 0,-2 0 0 0 0,-3-25 0 0 0,2 33 157 0 0,0 1 1 0 0,0 0 0 0 0,-1 0-1 0 0,0-1 1 0 0,0 2-1 0 0,0-1 1 0 0,-5-6 0 0 0,7 11 26 0 0,1 0 1 0 0,-1 0 0 0 0,1 0 0 0 0,-1 1 0 0 0,0-1 0 0 0,1 0-1 0 0,-1 0 1 0 0,0 0 0 0 0,0 1 0 0 0,0-1 0 0 0,1 0-1 0 0,-1 1 1 0 0,0-1 0 0 0,0 1 0 0 0,0-1 0 0 0,0 1-1 0 0,0-1 1 0 0,0 1 0 0 0,0 0 0 0 0,0-1 0 0 0,0 1-1 0 0,0 0 1 0 0,0 0 0 0 0,0 0 0 0 0,0 0 0 0 0,0 0-1 0 0,0 0 1 0 0,-1 0 0 0 0,1 0 0 0 0,0 0 0 0 0,0 1 0 0 0,0-1-1 0 0,0 0 1 0 0,0 1 0 0 0,0-1 0 0 0,0 0 0 0 0,0 1-1 0 0,1 0 1 0 0,-1-1 0 0 0,0 1 0 0 0,0-1 0 0 0,0 1-1 0 0,0 0 1 0 0,1 0 0 0 0,-1-1 0 0 0,0 1 0 0 0,1 0-1 0 0,-1 0 1 0 0,0 0 0 0 0,1 0 0 0 0,-1 0 0 0 0,0 1 0 0 0,-4 7 79 0 0,1 0 0 0 0,0 0 0 0 0,0 0 0 0 0,0 0 0 0 0,1 0 1 0 0,1 1-1 0 0,0-1 0 0 0,0 1 0 0 0,1 0 0 0 0,0 0 1 0 0,0-1-1 0 0,1 1 0 0 0,1 0 0 0 0,2 17 0 0 0,0-13 31 0 0,0-1 0 0 0,1 1 0 0 0,0-1 0 0 0,1 0 0 0 0,1 0 0 0 0,0-1 0 0 0,1 0 0 0 0,0 0 0 0 0,16 20 0 0 0,-5-10 77 0 0,30 29 0 0 0,-8-22-1384 0 0,-34-25 61 0 0,1 0-1 0 0,0-1 1 0 0,0 0-1 0 0,11 3 0 0 0,8 0-5057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7:57.9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84 9218 0 0,'5'-14'629'0'0,"11"-27"-746"0"0,-15 39 454 0 0,0 0 0 0 0,1 0-1 0 0,-1 0 1 0 0,0 0 0 0 0,1 0 0 0 0,-1 0 0 0 0,1 0 0 0 0,0 0-1 0 0,-1 0 1 0 0,1 1 0 0 0,0-1 0 0 0,0 1 0 0 0,4-3 0 0 0,-5 4-214 0 0,0 0 1 0 0,-1 0-1 0 0,1 0 1 0 0,0 0-1 0 0,0 0 1 0 0,-1 0-1 0 0,1 0 1 0 0,0 0-1 0 0,0 0 1 0 0,-1 1-1 0 0,1-1 1 0 0,0 0-1 0 0,-1 1 1 0 0,1-1-1 0 0,0 0 1 0 0,-1 1-1 0 0,1-1 1 0 0,-1 1-1 0 0,1-1 1 0 0,0 1-1 0 0,-1-1 1 0 0,1 1-1 0 0,-1-1 1 0 0,1 1-1 0 0,-1-1 1 0 0,0 1-1 0 0,1 0 1 0 0,-1-1-1 0 0,0 1 1 0 0,1 0-1 0 0,-1-1 1 0 0,0 1-1 0 0,0 0 1 0 0,0 0-1 0 0,1-1 1 0 0,-1 1-1 0 0,0 0 1 0 0,0 1-1 0 0,6 36 1829 0 0,-5-32-1512 0 0,32 411 1745 0 0,-3-27-3475 0 0,-27-363 71 0 0,1-1-4125 0 0,0-3-1544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7:58.1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3 150 10138 0 0,'0'0'18'0'0,"0"0"-1"0"0,0 0 1 0 0,0 0-1 0 0,0 0 0 0 0,0 0 1 0 0,0 0-1 0 0,0 0 1 0 0,0 0-1 0 0,-1 0 1 0 0,1 0-1 0 0,0 0 1 0 0,0 0-1 0 0,0 0 0 0 0,0 0 1 0 0,0 0-1 0 0,0 0 1 0 0,0 0-1 0 0,0 0 1 0 0,0 0-1 0 0,0 0 1 0 0,-1 0-1 0 0,1 0 1 0 0,0 0-1 0 0,0 0 0 0 0,0 0 1 0 0,0 0-1 0 0,0-1 1 0 0,0 1-1 0 0,0 0 1 0 0,0 0-1 0 0,0 0 1 0 0,0 0-1 0 0,0 0 1 0 0,0 0-1 0 0,0 0 0 0 0,0 0 1 0 0,0 0-1 0 0,0 0 1 0 0,0-1-1 0 0,0 1 1 0 0,0 0-1 0 0,0 0 1 0 0,0 0-1 0 0,0 0 0 0 0,0 0 1 0 0,0 0-1 0 0,0 0 1 0 0,0 0-1 0 0,0 0 1 0 0,0-1-1 0 0,0 1 1 0 0,0 0-1 0 0,0 0 1 0 0,0 0-1 0 0,0 0 0 0 0,0 0 1 0 0,0 0-1 0 0,0 0 1 0 0,0 0-1 0 0,1 0 1 0 0,-1 0-1 0 0,7-9 502 0 0,11-7-23 0 0,-1 4-157 0 0,0 1 0 0 0,2 1 0 0 0,-1 0 0 0 0,1 2 0 0 0,0 0 0 0 0,1 0 0 0 0,28-5 0 0 0,14 1-259 0 0,70-5 0 0 0,-61 9-864 0 0,-37 3 768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7:58.5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199 90 3225 0 0,'-1'-6'708'0'0,"-1"0"1"0"0,0 0 0 0 0,0 0 0 0 0,0 0-1 0 0,-1 0 1 0 0,1 1 0 0 0,-1-1-1 0 0,-1 1 1 0 0,1 0 0 0 0,-1 0-1 0 0,-6-8 1 0 0,8 12-510 0 0,0-1 0 0 0,1 1 0 0 0,-1 0 0 0 0,0-1 0 0 0,0 1 0 0 0,0 0-1 0 0,0 0 1 0 0,0 0 0 0 0,0 0 0 0 0,0 1 0 0 0,0-1 0 0 0,-1 1 0 0 0,1-1 0 0 0,0 1 0 0 0,0 0 0 0 0,0-1-1 0 0,-1 1 1 0 0,1 0 0 0 0,0 1 0 0 0,0-1 0 0 0,-1 0 0 0 0,1 1 0 0 0,0-1 0 0 0,0 1 0 0 0,0-1 0 0 0,0 1-1 0 0,0 0 1 0 0,0 0 0 0 0,0 0 0 0 0,0 0 0 0 0,0 1 0 0 0,0-1 0 0 0,0 0 0 0 0,-2 4 0 0 0,-4 2-61 0 0,1 1 0 0 0,0 0 1 0 0,0 0-1 0 0,1 1 0 0 0,0 0 1 0 0,0 0-1 0 0,1 0 0 0 0,0 1 0 0 0,1-1 1 0 0,0 1-1 0 0,1 1 0 0 0,-4 13 1 0 0,3-6 50 0 0,1 0 0 0 0,1 0 0 0 0,0 1 0 0 0,1-1 0 0 0,1 0 1 0 0,4 28-1 0 0,-3-38-289 0 0,0-1 0 0 0,1 1 1 0 0,0 0-1 0 0,0-1 1 0 0,1 1-1 0 0,0-1 1 0 0,0 0-1 0 0,1 0 0 0 0,8 12 1 0 0,-10-17 55 0 0,0 1 0 0 0,0-1 0 0 0,0 0 0 0 0,1 0 0 0 0,-1 0 0 0 0,1 0 0 0 0,-1 0 0 0 0,1 0 0 0 0,0-1 1 0 0,-1 0-1 0 0,1 1 0 0 0,0-1 0 0 0,0 0 0 0 0,0 0 0 0 0,0 0 0 0 0,0-1 0 0 0,0 1 0 0 0,0-1 0 0 0,0 0 0 0 0,1 0 0 0 0,-1 0 0 0 0,0 0 0 0 0,0 0 1 0 0,0 0-1 0 0,0-1 0 0 0,0 0 0 0 0,4-1 0 0 0,1-1-169 0 0,0 0 0 0 0,-1 0 0 0 0,0-1 0 0 0,1 0 0 0 0,-2 0 0 0 0,1-1-1 0 0,0 0 1 0 0,-1 0 0 0 0,0 0 0 0 0,0-1 0 0 0,0 0 0 0 0,4-7 0 0 0,4-6-197 0 0,-1-1 0 0 0,20-40 0 0 0,-33 58 487 0 0,1 0 1 0 0,0 1-1 0 0,0-1 0 0 0,0 0 0 0 0,0 0 0 0 0,0 1 0 0 0,0-1 0 0 0,0 0 0 0 0,1 1 0 0 0,-1 0 0 0 0,1-1 0 0 0,-1 1 0 0 0,1 0 1 0 0,-1-1-1 0 0,1 1 0 0 0,0 0 0 0 0,0 0 0 0 0,-1 0 0 0 0,1 1 0 0 0,0-1 0 0 0,0 0 0 0 0,0 1 0 0 0,0-1 0 0 0,0 1 1 0 0,0 0-1 0 0,0-1 0 0 0,3 1 0 0 0,-2 1 104 0 0,0 0 0 0 0,0 0 0 0 0,0 0 0 0 0,0 0 0 0 0,0 1 0 0 0,0-1 0 0 0,0 1 0 0 0,-1 0 0 0 0,1 0 0 0 0,-1 0 0 0 0,1 0 0 0 0,-1 0 0 0 0,0 0 0 0 0,0 1 0 0 0,0-1 0 0 0,4 6 0 0 0,-1 0 133 0 0,-2-3-499 0 0,0 0-1 0 0,1 0 1 0 0,-1 0-1 0 0,1 0 1 0 0,0-1 0 0 0,0 1-1 0 0,1-1 1 0 0,-1 0-1 0 0,1 0 1 0 0,0-1 0 0 0,0 1-1 0 0,0-1 1 0 0,0 0-1 0 0,1 0 1 0 0,7 2 0 0 0,9 0-966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7:58.7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6913 0 0,'3'2'6212'0'0,"5"13"-3290"0"0,6 21-124 0 0,-5 6-1002 0 0,5 50-1 0 0,-3 114-606 0 0,-5-63-953 0 0,23 104-405 0 0,-10-142-6687 0 0,-10-66-378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7:59.1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142 1 5529 0 0,'-18'19'4346'0'0,"-24"33"0"0"0,26-29-2930 0 0,1 0 1 0 0,2 1-1 0 0,-13 29 1 0 0,24-50-1376 0 0,0 1 0 0 0,1 0 0 0 0,-1 1 1 0 0,1-1-1 0 0,0 0 0 0 0,0 0 0 0 0,1 0 0 0 0,-1 1 0 0 0,1-1 1 0 0,0 0-1 0 0,0 1 0 0 0,0-1 0 0 0,0 0 0 0 0,1 1 0 0 0,0-1 1 0 0,0 0-1 0 0,0 0 0 0 0,1 0 0 0 0,-1 0 0 0 0,1 0 0 0 0,0 0 1 0 0,0 0-1 0 0,0 0 0 0 0,0-1 0 0 0,1 1 0 0 0,0-1 1 0 0,0 1-1 0 0,0-1 0 0 0,0 0 0 0 0,0 0 0 0 0,0-1 0 0 0,1 1 1 0 0,-1-1-1 0 0,1 1 0 0 0,0-1 0 0 0,0 0 0 0 0,0-1 0 0 0,8 4 1 0 0,50 16-159 0 0,-36-13-66 0 0,36 16 0 0 0,-54-20 156 0 0,0 0-1 0 0,-1 1 1 0 0,1-1 0 0 0,-1 1 0 0 0,-1 1-1 0 0,1-1 1 0 0,-1 1 0 0 0,10 12-1 0 0,-15-17 30 0 0,0 1 0 0 0,1 0 0 0 0,-1-1-1 0 0,0 1 1 0 0,-1 0 0 0 0,1 0-1 0 0,0 0 1 0 0,0-1 0 0 0,-1 1 0 0 0,1 0-1 0 0,-1 0 1 0 0,0 0 0 0 0,0 0 0 0 0,1 0-1 0 0,-1 0 1 0 0,0 0 0 0 0,-1 0-1 0 0,1 0 1 0 0,0 0 0 0 0,-1 0 0 0 0,1 0-1 0 0,-1 0 1 0 0,1 0 0 0 0,-1 0-1 0 0,0 0 1 0 0,0 0 0 0 0,-2 2 0 0 0,0 0-159 0 0,0 1 0 0 0,0-1 0 0 0,0 0 0 0 0,-1-1 0 0 0,0 1 0 0 0,0-1 0 0 0,0 0 0 0 0,0 0 0 0 0,-9 5 0 0 0,-7 2-6739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7:59.6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27 12899 0 0,'0'-1'232'0'0,"-6"-13"1253"0"0,6 13-1382 0 0,0 1 0 0 0,0 0 0 0 0,0-1 0 0 0,-1 1 1 0 0,1 0-1 0 0,0-1 0 0 0,0 1 0 0 0,0-1 0 0 0,0 1 0 0 0,0 0 0 0 0,0-1 0 0 0,1 1 1 0 0,-1 0-1 0 0,0-1 0 0 0,0 1 0 0 0,0-1 0 0 0,0 1 0 0 0,0 0 0 0 0,0-1 0 0 0,1 1 1 0 0,-1 0-1 0 0,0-1 0 0 0,0 1 0 0 0,1 0 0 0 0,-1 0 0 0 0,0-1 0 0 0,0 1 0 0 0,1 0 1 0 0,-1 0-1 0 0,0-1 0 0 0,1 1 0 0 0,-1 0 0 0 0,0 0 0 0 0,1 0 0 0 0,-1 0 0 0 0,0-1 0 0 0,1 1 1 0 0,1 2 193 0 0,-1 1 0 0 0,0-1 0 0 0,0 1 1 0 0,0-1-1 0 0,0 1 0 0 0,0-1 1 0 0,-1 1-1 0 0,1 0 0 0 0,-1-1 0 0 0,1 6 1 0 0,-1-7-176 0 0,22 330 1696 0 0,-19-260-1753 0 0,9 372-1884 0 0,-12-395 600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7:59.8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69 11979 0 0,'0'-1'1064'0'0,"0"0"-848"0"0,1-1-216 0 0,2 0 744 0 0,0-1 112 0 0,2-3 16 0 0,2-2 9 0 0,4-3-73 0 0,1 0-8 0 0,4 1-8 0 0,-4 4 0 0 0,0 1-552 0 0,1 3-112 0 0,0 2-16 0 0,7 5-5505 0 0,-2 1-1104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8:00.2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58 6913 0 0,'0'-1'168'0'0,"0"0"-1"0"0,0 0 0 0 0,0 0 0 0 0,0 0 1 0 0,0 0-1 0 0,0 0 0 0 0,0 0 0 0 0,0 0 1 0 0,0-1-1 0 0,1 1 0 0 0,-1 0 0 0 0,0 0 1 0 0,1 0-1 0 0,-1 0 0 0 0,0 1 0 0 0,1-1 1 0 0,-1 0-1 0 0,1 0 0 0 0,0 0 0 0 0,-1 0 1 0 0,1 0-1 0 0,0 1 0 0 0,-1-1 0 0 0,1 0 1 0 0,0 0-1 0 0,1 0 0 0 0,-1 1 84 0 0,1 0 1 0 0,-1 0-1 0 0,0 0 0 0 0,1 0 1 0 0,-1 0-1 0 0,0 0 0 0 0,0 0 1 0 0,1 1-1 0 0,-1-1 0 0 0,0 0 1 0 0,1 1-1 0 0,-1-1 0 0 0,0 1 1 0 0,0-1-1 0 0,0 1 0 0 0,0 0 0 0 0,2 1 1 0 0,5 3 518 0 0,-1 1 0 0 0,0 0 0 0 0,0 1 0 0 0,10 13 0 0 0,25 40 507 0 0,-27-36-1425 0 0,1-2 0 0 0,30 34 0 0 0,-46-56 109 0 0,1-1-1 0 0,-1 1 0 0 0,1 0 1 0 0,-1 0-1 0 0,1 0 0 0 0,-1 0 1 0 0,1 0-1 0 0,-1-1 0 0 0,1 1 1 0 0,-1 0-1 0 0,0 0 0 0 0,1 0 1 0 0,-1-1-1 0 0,1 1 0 0 0,-1 0 1 0 0,0-1-1 0 0,1 1 0 0 0,-1 0 1 0 0,0-1-1 0 0,1 1 0 0 0,-1-1 1 0 0,0 1-1 0 0,0 0 0 0 0,1-1 1 0 0,-1 1-1 0 0,0-1 0 0 0,0 1 1 0 0,0-1-1 0 0,0 1 0 0 0,0-1 1 0 0,1 1-1 0 0,-1-1 0 0 0,0 1 1 0 0,0-1-1 0 0,0 1 0 0 0,0-1 1 0 0,-1 0-1 0 0,9-28-54 0 0,-7 23-25 0 0,3-8 90 0 0,3-13-185 0 0,16-44 0 0 0,-21 64 190 0 0,1 1 0 0 0,0-1 0 0 0,1 1 0 0 0,-1 0 0 0 0,1 0 1 0 0,1 0-1 0 0,-1 1 0 0 0,1 0 0 0 0,0-1 0 0 0,0 2 0 0 0,0-1 0 0 0,7-4 0 0 0,-11 8 39 0 0,0 1 0 0 0,0-1 0 0 0,0 1 0 0 0,0-1 1 0 0,0 1-1 0 0,0-1 0 0 0,0 1 0 0 0,0-1 0 0 0,0 1 0 0 0,1 0 1 0 0,-1 0-1 0 0,0 0 0 0 0,0 0 0 0 0,0 0 0 0 0,1 0 0 0 0,-1 0 0 0 0,0 0 1 0 0,0 0-1 0 0,0 0 0 0 0,1 1 0 0 0,-1-1 0 0 0,0 0 0 0 0,0 1 0 0 0,0-1 1 0 0,2 2-1 0 0,-1-1 63 0 0,0 1 1 0 0,0 0 0 0 0,0 0 0 0 0,0 0 0 0 0,0 0-1 0 0,0 0 1 0 0,-1 1 0 0 0,1-1 0 0 0,-1 1-1 0 0,2 3 1 0 0,2 6 236 0 0,0 0 0 0 0,-2 1 0 0 0,5 19 0 0 0,8 73-1443 0 0,-13-70-56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8:00.7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202 97 5529 0 0,'-4'-31'501'0'0,"3"25"240"0"0,0 0 1 0 0,-1 1-1 0 0,0-1 0 0 0,0 1 1 0 0,-1-1-1 0 0,-3-6 1 0 0,5 10-490 0 0,0 1 1 0 0,0-1 0 0 0,0 1-1 0 0,0 0 1 0 0,0-1-1 0 0,0 1 1 0 0,-1 0 0 0 0,1 0-1 0 0,0 0 1 0 0,-1 0 0 0 0,1 0-1 0 0,0 0 1 0 0,-1 0-1 0 0,1 1 1 0 0,-1-1 0 0 0,0 1-1 0 0,1-1 1 0 0,-2 0 0 0 0,1 1-161 0 0,0 0-1 0 0,0 1 1 0 0,0-1 0 0 0,0 0 0 0 0,0 1 0 0 0,0-1 0 0 0,0 1 0 0 0,0 0 0 0 0,0-1 0 0 0,0 1 0 0 0,0 0 0 0 0,1 0 0 0 0,-1 0 0 0 0,0 0 0 0 0,1 1 0 0 0,-1-1 0 0 0,1 0 0 0 0,-3 4-1 0 0,-9 8 152 0 0,2 0 0 0 0,0 1 0 0 0,0 0 0 0 0,1 1 0 0 0,1 0 0 0 0,1 1 0 0 0,0 0 0 0 0,1 0 0 0 0,0 0 0 0 0,2 1-1 0 0,0 0 1 0 0,1 0 0 0 0,-4 26 0 0 0,8-39-223 0 0,0-1 0 0 0,0 1 0 0 0,0-1 0 0 0,0 1 0 0 0,1-1 1 0 0,-1 0-1 0 0,1 1 0 0 0,0-1 0 0 0,0 1 0 0 0,0-1 0 0 0,0 0 0 0 0,1 0 0 0 0,-1 1 0 0 0,1-1 0 0 0,0 0 0 0 0,0 0 0 0 0,0-1 0 0 0,0 1 0 0 0,0 0 0 0 0,1-1 0 0 0,-1 1 1 0 0,1-1-1 0 0,0 0 0 0 0,0 0 0 0 0,0 0 0 0 0,0 0 0 0 0,4 2 0 0 0,6 0-14 0 0,1 0 0 0 0,0 0 0 0 0,-1-1 0 0 0,1-1 0 0 0,23 2 0 0 0,-21-3-55 0 0,0 1 0 0 0,20 5 0 0 0,-33-6 27 0 0,0 0 0 0 0,-1-1 0 0 0,1 2 0 0 0,0-1 0 0 0,-1 0 0 0 0,1 1 0 0 0,-1-1 1 0 0,1 1-1 0 0,-1 0 0 0 0,1-1 0 0 0,-1 1 0 0 0,0 1 0 0 0,0-1 0 0 0,0 0 0 0 0,-1 0 0 0 0,1 1 0 0 0,0-1 0 0 0,-1 1 0 0 0,3 5 0 0 0,-3-4 5 0 0,0 1-1 0 0,0-1 0 0 0,0 1 1 0 0,0 0-1 0 0,-1-1 0 0 0,0 1 1 0 0,0 0-1 0 0,0-1 1 0 0,-1 1-1 0 0,0 0 0 0 0,-1 6 1 0 0,-2 1-28 0 0,0-1-1 0 0,0 0 1 0 0,-1 0 0 0 0,0 0 0 0 0,-1-1 0 0 0,0 0 0 0 0,-1 0 0 0 0,0 0 0 0 0,-9 9-1 0 0,13-15-221 0 0,-1-1 0 0 0,1 1-1 0 0,-1-1 1 0 0,1 0-1 0 0,-1 0 1 0 0,0-1 0 0 0,0 1-1 0 0,-1-1 1 0 0,-7 4-1 0 0,4-6-666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8:01.0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2761 0 0,'1'0'294'0'0,"1"1"0"0"0,-1 0 0 0 0,0-1 0 0 0,0 1 0 0 0,1 0 0 0 0,-1 0 0 0 0,0 0 0 0 0,0 0 0 0 0,0 0 0 0 0,0 0 0 0 0,0 0 0 0 0,-1 0 0 0 0,1 1 1 0 0,0-1-1 0 0,0 0 0 0 0,-1 0 0 0 0,1 1 0 0 0,-1-1 0 0 0,1 1 0 0 0,-1-1 0 0 0,1 2 0 0 0,6 38 4121 0 0,-5-25-3562 0 0,3 15 833 0 0,-3-13-935 0 0,1 1 1 0 0,1-1-1 0 0,10 28 0 0 0,-12-41-673 0 0,-1-1 0 0 0,1 0 0 0 0,0 0 0 0 0,0 0 0 0 0,1 0 0 0 0,0 0 0 0 0,-1-1 0 0 0,1 1 0 0 0,0-1 0 0 0,0 0-1 0 0,1 0 1 0 0,-1 0 0 0 0,1 0 0 0 0,0 0 0 0 0,-1-1 0 0 0,1 0 0 0 0,0 0 0 0 0,0 0 0 0 0,1 0 0 0 0,3 1 0 0 0,-5-3-53 0 0,-1 1 0 0 0,1-1 0 0 0,0 0 0 0 0,-1-1 0 0 0,1 1 0 0 0,-1 0 0 0 0,1-1 0 0 0,-1 1 0 0 0,1-1 0 0 0,-1 0 1 0 0,0 0-1 0 0,1 0 0 0 0,-1 0 0 0 0,0 0 0 0 0,0 0 0 0 0,0-1 0 0 0,1 1 0 0 0,-1-1 0 0 0,-1 1 0 0 0,1-1 0 0 0,0 0 0 0 0,0 0 0 0 0,-1 0 0 0 0,2-2 0 0 0,7-9 59 0 0,-1 1 0 0 0,12-25-1 0 0,-14 25-191 0 0,-6 9 100 0 0,4-6-32 0 0,0 0 0 0 0,0 0-1 0 0,1 1 1 0 0,0 0 0 0 0,1 0-1 0 0,0 0 1 0 0,0 1 0 0 0,8-8 0 0 0,-13 15 83 0 0,1-1 1 0 0,-1 1-1 0 0,0 0 0 0 0,0 0 1 0 0,0 0-1 0 0,0 0 1 0 0,0 0-1 0 0,0 0 1 0 0,0 0-1 0 0,0 1 1 0 0,0-1-1 0 0,0 1 1 0 0,0-1-1 0 0,0 1 1 0 0,0 0-1 0 0,0 0 1 0 0,0 0-1 0 0,0 0 1 0 0,0 0-1 0 0,1 2 1 0 0,38 26 727 0 0,-33-21-722 0 0,0 0 0 0 0,0 0 0 0 0,-1 1 0 0 0,0 0 1 0 0,0 1-1 0 0,5 12 0 0 0,30 66 210 0 0,-4-6-2244 0 0,-24-59-5739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8:01.3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 18 12899 0 0,'-2'-3'568'0'0,"0"1"0"0"0,0 0 0 0 0,0-1 0 0 0,0 1 0 0 0,0 0 0 0 0,0 1 0 0 0,-1-1 0 0 0,-8 2 3888 0 0,11 0-4366 0 0,2 20 925 0 0,54 235 1062 0 0,-12-50-3171 0 0,-9-70-5229 0 0,-26-102-1267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8:01.7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213 0 10594 0 0,'-5'1'349'0'0,"0"0"0"0"0,0 0 1 0 0,0 0-1 0 0,0 0 0 0 0,0 1 0 0 0,1 0 0 0 0,-1 0 0 0 0,0 0 0 0 0,1 1 0 0 0,0-1 0 0 0,-1 1 0 0 0,1 0 1 0 0,-6 6-1 0 0,-5 5 523 0 0,1 0 0 0 0,-12 17 1 0 0,13-15-440 0 0,2 0 0 0 0,0 1 0 0 0,1 0 1 0 0,1 0-1 0 0,-8 20 0 0 0,14-30-401 0 0,0 0 0 0 0,1 1-1 0 0,0-1 1 0 0,0 0 0 0 0,1 1-1 0 0,-1-1 1 0 0,2 1 0 0 0,-1-1-1 0 0,1 1 1 0 0,0-1 0 0 0,1 1-1 0 0,0-1 1 0 0,0 1 0 0 0,0-1-1 0 0,1 1 1 0 0,3 8 0 0 0,-4-14-33 0 0,0 0 1 0 0,0 0 0 0 0,1 0 0 0 0,-1 0 0 0 0,0 0 0 0 0,1 0 0 0 0,-1 0 0 0 0,1-1-1 0 0,0 1 1 0 0,-1 0 0 0 0,1-1 0 0 0,0 1 0 0 0,0-1 0 0 0,0 0 0 0 0,0 0 0 0 0,1 1-1 0 0,-1-1 1 0 0,0-1 0 0 0,0 1 0 0 0,0 0 0 0 0,1-1 0 0 0,-1 1 0 0 0,1-1 0 0 0,-1 1-1 0 0,0-1 1 0 0,1 0 0 0 0,-1 0 0 0 0,0 0 0 0 0,1-1 0 0 0,-1 1 0 0 0,1 0 0 0 0,-1-1-1 0 0,0 0 1 0 0,1 1 0 0 0,-1-1 0 0 0,0 0 0 0 0,0 0 0 0 0,2-2 0 0 0,4 0-39 0 0,-1-1 1 0 0,0-1 0 0 0,0 1 0 0 0,0-1 0 0 0,-1 0 0 0 0,0-1-1 0 0,0 0 1 0 0,0 0 0 0 0,9-13 0 0 0,13-35-419 0 0,-25 44 410 0 0,2 0 1 0 0,-1 1 0 0 0,1 0 0 0 0,0 0-1 0 0,1 1 1 0 0,0-1 0 0 0,1 1 0 0 0,7-8-1 0 0,-13 15 104 0 0,0 0 0 0 0,0 0 0 0 0,1 0 0 0 0,-1 1 0 0 0,0-1 0 0 0,1 0 0 0 0,-1 0 0 0 0,0 1 0 0 0,1-1 0 0 0,-1 1 0 0 0,1-1 0 0 0,-1 1 0 0 0,1 0 0 0 0,-1-1 0 0 0,1 1 0 0 0,-1 0 0 0 0,1 0 0 0 0,0 0 0 0 0,-1 0 1 0 0,1 1-1 0 0,-1-1 0 0 0,2 1 0 0 0,0 0 28 0 0,0 0 1 0 0,0 0-1 0 0,-1 1 1 0 0,1-1-1 0 0,-1 1 1 0 0,1 0 0 0 0,-1 0-1 0 0,0 0 1 0 0,1 0-1 0 0,2 4 1 0 0,4 6 143 0 0,0 1 1 0 0,-1 0-1 0 0,10 22 1 0 0,-14-27-189 0 0,12 26-182 0 0,-6-12 312 0 0,0-1 0 0 0,26 38 0 0 0,-32-54-326 0 0,-1 0 1 0 0,1-1-1 0 0,1 1 0 0 0,-1-1 1 0 0,0 0-1 0 0,1 0 0 0 0,0 0 1 0 0,0-1-1 0 0,0 1 1 0 0,1-1-1 0 0,-1-1 0 0 0,1 1 1 0 0,-1-1-1 0 0,1 0 0 0 0,0 0 1 0 0,8 1-1 0 0,5-2-692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8:01.9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14283 0 0,'0'0'1103'0'0,"5"12"1916"0"0,56 251 3078 0 0,-7 140-5996 0 0,-51-339-1155 0 0,-10-23-3029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8:02.1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0 123 10594 0 0,'113'-35'2744'0'0,"219"-37"1"0"0,-291 65-2753 0 0,-11 2 19 0 0,-2 1 42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8:03.0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130 95 3225 0 0,'1'-4'398'0'0,"1"1"0"0"0,-1 0 1 0 0,-1 0-1 0 0,1-1 0 0 0,0 1 0 0 0,-1-1 1 0 0,0 1-1 0 0,0-1 0 0 0,0 1 1 0 0,0 0-1 0 0,0-1 0 0 0,-1 1 1 0 0,0-1-1 0 0,1 1 0 0 0,-1 0 0 0 0,0-1 1 0 0,-1 1-1 0 0,1 0 0 0 0,-1 0 1 0 0,-2-5-1 0 0,3 6-206 0 0,0 1 0 0 0,0 0 0 0 0,0-1 0 0 0,0 1 0 0 0,0 0 0 0 0,0 0-1 0 0,-1 0 1 0 0,1 0 0 0 0,0 0 0 0 0,-1 0 0 0 0,1 0 0 0 0,0 0 0 0 0,-1 0 0 0 0,1 1 0 0 0,-1-1 0 0 0,0 0 0 0 0,1 1 0 0 0,-1-1 0 0 0,1 1-1 0 0,-1 0 1 0 0,0 0 0 0 0,1-1 0 0 0,-1 1 0 0 0,0 0 0 0 0,1 1 0 0 0,-1-1 0 0 0,0 0 0 0 0,1 0 0 0 0,-1 1 0 0 0,1-1 0 0 0,-1 1 0 0 0,1-1-1 0 0,-1 1 1 0 0,1-1 0 0 0,-1 1 0 0 0,1 0 0 0 0,-1 0 0 0 0,1 0 0 0 0,0 0 0 0 0,-1 0 0 0 0,1 0 0 0 0,0 0 0 0 0,-2 3 0 0 0,-3 2 8 0 0,1 1 0 0 0,0 0 1 0 0,0 0-1 0 0,0 0 1 0 0,1 1-1 0 0,0 0 0 0 0,0 0 1 0 0,1 0-1 0 0,0 0 1 0 0,1 0-1 0 0,-3 18 0 0 0,1-5-99 0 0,2 0-1 0 0,0 1 0 0 0,3 36 1 0 0,1-42-89 0 0,0 0 1 0 0,0 0 0 0 0,2-1 0 0 0,8 26 0 0 0,-10-36-13 0 0,0 1 0 0 0,0-1-1 0 0,1 0 1 0 0,-1 0 0 0 0,1 0 0 0 0,0-1 0 0 0,0 1 0 0 0,1-1-1 0 0,-1 1 1 0 0,1-1 0 0 0,0 0 0 0 0,0 0 0 0 0,1-1-1 0 0,-1 1 1 0 0,1-1 0 0 0,8 4 0 0 0,-11-6-12 0 0,-1 0 0 0 0,1-1-1 0 0,0 1 1 0 0,-1-1 0 0 0,1 1 0 0 0,0-1 0 0 0,0 0 0 0 0,-1 0 0 0 0,1 0 0 0 0,0 0-1 0 0,0 0 1 0 0,0 0 0 0 0,-1 0 0 0 0,1 0 0 0 0,0-1 0 0 0,0 1 0 0 0,-1-1-1 0 0,1 1 1 0 0,0-1 0 0 0,-1 0 0 0 0,1 0 0 0 0,-1 0 0 0 0,3-2 0 0 0,-1 1-10 0 0,0-1 0 0 0,-1 0 1 0 0,1 0-1 0 0,-1 0 1 0 0,0 0-1 0 0,0-1 0 0 0,0 1 1 0 0,0-1-1 0 0,-1 1 0 0 0,2-7 1 0 0,1-5 29 0 0,-1 0 0 0 0,0 0 0 0 0,-1 0 1 0 0,0-24-1 0 0,-2 25-187 0 0,0 0 1 0 0,-1 0 0 0 0,0-1-1 0 0,-2 2 1 0 0,1-1-1 0 0,-2 0 1 0 0,0 0 0 0 0,0 1-1 0 0,-1 0 1 0 0,-1 0-1 0 0,0 0 1 0 0,-11-16 0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8:03.9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1 133 9218 0 0,'3'-9'12424'0'0,"-3"10"-12303"0"0,12 8 25 0 0,0 0-1 0 0,0 1 0 0 0,-1 1 0 0 0,0 0 0 0 0,12 17 1 0 0,-17-22-88 0 0,-2 1 1 0 0,1 0-1 0 0,-1 0 1 0 0,0 0 0 0 0,0 1-1 0 0,-1-1 1 0 0,0 1 0 0 0,0 0-1 0 0,-1 0 1 0 0,0 0 0 0 0,-1 0-1 0 0,2 12 1 0 0,-17-102 1093 0 0,13 77-1310 0 0,-3-30 440 0 0,1-46 1 0 0,10 24-1807 0 0,-5 50 420 0 0,0 0 0 0 0,0 0 0 0 0,1 0 0 0 0,0 0 0 0 0,6-10 0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8:04.1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149 104 3225 0 0,'-2'-9'937'0'0,"-16"-48"3023"0"0,17 55-3693 0 0,0 0-1 0 0,0-1 0 0 0,0 1 1 0 0,0 0-1 0 0,0 0 0 0 0,-1 0 0 0 0,1-1 1 0 0,-1 2-1 0 0,1-1 0 0 0,-1 0 1 0 0,0 0-1 0 0,0 0 0 0 0,0 1 0 0 0,0-1 1 0 0,0 1-1 0 0,0 0 0 0 0,0-1 1 0 0,0 1-1 0 0,-5-1 0 0 0,5 2-102 0 0,0 0-1 0 0,-1 0 0 0 0,1 1 1 0 0,0-1-1 0 0,-1 1 1 0 0,1-1-1 0 0,0 1 1 0 0,0 0-1 0 0,0 0 0 0 0,0 0 1 0 0,-1 0-1 0 0,2 1 1 0 0,-1-1-1 0 0,0 0 1 0 0,0 1-1 0 0,0-1 0 0 0,0 1 1 0 0,1 0-1 0 0,-1 0 1 0 0,1-1-1 0 0,0 1 0 0 0,-1 0 1 0 0,1 0-1 0 0,-2 4 1 0 0,-4 7 544 0 0,0 1 1 0 0,-7 19 0 0 0,13-31-613 0 0,-1 3 10 0 0,0 1-1 0 0,0 0 1 0 0,0 0-1 0 0,0 0 0 0 0,1 0 1 0 0,0 0-1 0 0,0 0 1 0 0,1 0-1 0 0,0 0 1 0 0,0 0-1 0 0,0 1 1 0 0,1-1-1 0 0,0 0 1 0 0,0 0-1 0 0,0 0 0 0 0,1 0 1 0 0,0 0-1 0 0,0-1 1 0 0,0 1-1 0 0,1 0 1 0 0,0-1-1 0 0,0 0 1 0 0,1 1-1 0 0,-1-1 1 0 0,1-1-1 0 0,0 1 0 0 0,9 8 1 0 0,7 7-65 0 0,-6-6 41 0 0,0 0-1 0 0,-1 1 1 0 0,0 1 0 0 0,-1 0-1 0 0,15 27 1 0 0,-25-39-139 0 0,-1 0-1 0 0,1 0 1 0 0,-1 0-1 0 0,1 1 1 0 0,-1-1 0 0 0,0 0-1 0 0,-1 1 1 0 0,1-1-1 0 0,-1 1 1 0 0,0-1 0 0 0,0 0-1 0 0,0 1 1 0 0,-1-1-1 0 0,1 1 1 0 0,-1-1 0 0 0,0 0-1 0 0,0 1 1 0 0,-1-1-1 0 0,0 0 1 0 0,1 0 0 0 0,-1 0-1 0 0,0 0 1 0 0,-1 0-1 0 0,1-1 1 0 0,-1 1 0 0 0,0-1-1 0 0,1 1 1 0 0,-2-1-1 0 0,1 0 1 0 0,-6 5 0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8:05.8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401 7 5985 0 0,'0'0'81'0'0,"0"0"0"0"0,0 0 0 0 0,0-1 0 0 0,-1 1 0 0 0,1 0 0 0 0,0-1-1 0 0,0 1 1 0 0,0 0 0 0 0,0-1 0 0 0,0 1 0 0 0,0 0 0 0 0,-1 0 0 0 0,1-1 0 0 0,0 1-1 0 0,0 0 1 0 0,0 0 0 0 0,-1-1 0 0 0,1 1 0 0 0,0 0 0 0 0,0 0 0 0 0,-1 0 0 0 0,1 0-1 0 0,0-1 1 0 0,-1 1 0 0 0,1 0 0 0 0,0 0 0 0 0,0 0 0 0 0,-1 0 0 0 0,1 0 0 0 0,0 0-1 0 0,-1 0 1 0 0,1 0 0 0 0,0 0 0 0 0,-1 0 0 0 0,1 0 0 0 0,-19 2 1769 0 0,-15 10 639 0 0,14 0-1794 0 0,2 0-1 0 0,-1 2 1 0 0,2 0 0 0 0,0 1-1 0 0,0 0 1 0 0,-19 25 0 0 0,-78 114 1276 0 0,98-131-1647 0 0,10-15-255 0 0,1-1 0 0 0,0 1 1 0 0,1 1-1 0 0,0-1 0 0 0,0 0 1 0 0,-3 11-1 0 0,7-17-58 0 0,-1 0-1 0 0,1 0 1 0 0,-1 0-1 0 0,1 0 1 0 0,0 0 0 0 0,0 1-1 0 0,0-1 1 0 0,0 0-1 0 0,0 0 1 0 0,1 0 0 0 0,-1 0-1 0 0,1 0 1 0 0,-1 0-1 0 0,1 0 1 0 0,0 0 0 0 0,-1 0-1 0 0,1 0 1 0 0,0 0-1 0 0,0-1 1 0 0,1 1-1 0 0,-1 0 1 0 0,0-1 0 0 0,0 1-1 0 0,1-1 1 0 0,-1 1-1 0 0,1-1 1 0 0,0 1 0 0 0,-1-1-1 0 0,1 0 1 0 0,0 0-1 0 0,0 0 1 0 0,3 2 0 0 0,8 2-11 0 0,1 0 0 0 0,-1-1 0 0 0,1 0 0 0 0,0-1 0 0 0,0 0 0 0 0,18 0 0 0 0,90-1 0 0 0,-42-2 0 0 0,-59 0 0 0 0,1 0 7 0 0,-1 0 0 0 0,1 2-1 0 0,-1 0 1 0 0,0 2-1 0 0,0 0 1 0 0,0 1-1 0 0,25 10 1 0 0,-44-15-4 0 0,0 1 0 0 0,0 0 1 0 0,0 1-1 0 0,-1-1 0 0 0,1 0 1 0 0,0 0-1 0 0,0 1 0 0 0,-1-1 0 0 0,1 1 1 0 0,-1-1-1 0 0,1 1 0 0 0,-1 0 0 0 0,0 0 1 0 0,0-1-1 0 0,1 1 0 0 0,-1 0 1 0 0,-1 0-1 0 0,1 0 0 0 0,0 0 0 0 0,0 0 1 0 0,-1 1-1 0 0,1-1 0 0 0,-1 0 0 0 0,0 0 1 0 0,1 0-1 0 0,-1 0 0 0 0,0 1 1 0 0,0-1-1 0 0,-1 0 0 0 0,1 0 0 0 0,0 0 1 0 0,-1 0-1 0 0,1 1 0 0 0,-1-1 0 0 0,0 0 1 0 0,0 0-1 0 0,0 0 0 0 0,-2 3 1 0 0,-3 8 85 0 0,-2-1 0 0 0,0 0 0 0 0,-1 0 0 0 0,-15 16 0 0 0,21-24-59 0 0,-40 41 178 0 0,-1-3 1 0 0,-3-2 0 0 0,-99 67 0 0 0,119-91-350 0 0,-1-2 1 0 0,0-1 0 0 0,-56 18 0 0 0,-8 3-7837 0 0,74-25 1853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8:06.2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96 2761 0 0,'-7'-66'11830'0'0,"8"37"-3581"0"0,3 36-6460 0 0,11 50-1419 0 0,-2 2-1 0 0,-2-1 0 0 0,3 76 1 0 0,-10-90-235 0 0,11 352 215 0 0,-7-83-325 0 0,-2-236-112 0 0,4 0 1 0 0,19 79 0 0 0,-4-75-1207 0 0,-10-49-5789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8:06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149 72 5065 0 0,'1'-4'821'0'0,"0"0"-1"0"0,0 0 1 0 0,0 1 0 0 0,0-1 0 0 0,-1 0-1 0 0,0 0 1 0 0,0 0 0 0 0,0 1-1 0 0,0-1 1 0 0,-1 0 0 0 0,1 0 0 0 0,-3-7-1 0 0,2 11-612 0 0,1-1 0 0 0,0 0-1 0 0,-1 0 1 0 0,1 0 0 0 0,-1 0-1 0 0,1 0 1 0 0,-1 1 0 0 0,0-1-1 0 0,1 0 1 0 0,-1 0 0 0 0,0 1-1 0 0,1-1 1 0 0,-1 1-1 0 0,0-1 1 0 0,0 1 0 0 0,0-1-1 0 0,1 1 1 0 0,-1-1 0 0 0,0 1-1 0 0,-2-1 1 0 0,1 1-61 0 0,1 0 1 0 0,-1 0-1 0 0,0 0 1 0 0,0 0-1 0 0,1 0 0 0 0,-1 1 1 0 0,0-1-1 0 0,0 1 0 0 0,1-1 1 0 0,-1 1-1 0 0,0 0 0 0 0,1-1 1 0 0,-1 1-1 0 0,1 0 0 0 0,-3 2 1 0 0,-4 3-40 0 0,0 1 1 0 0,0 0 0 0 0,1 1-1 0 0,0 0 1 0 0,0 0 0 0 0,1 0-1 0 0,0 1 1 0 0,1-1 0 0 0,-1 1-1 0 0,2 1 1 0 0,-1-1-1 0 0,2 1 1 0 0,-1 0 0 0 0,1 0-1 0 0,-3 19 1 0 0,1 0-69 0 0,2 0 0 0 0,0 0 1 0 0,2 1-1 0 0,4 40 0 0 0,-1-55 36 0 0,0 0 1 0 0,0 0-1 0 0,2 0 1 0 0,0 0 0 0 0,0-1-1 0 0,1 1 1 0 0,1-1-1 0 0,1 0 1 0 0,14 23-1 0 0,-17-32-183 0 0,0 0 1 0 0,0 0-1 0 0,0 0 0 0 0,0-1 0 0 0,1 0 1 0 0,0 0-1 0 0,0 0 0 0 0,0 0 0 0 0,0-1 1 0 0,1 0-1 0 0,7 3 0 0 0,-8-4-398 0 0,1 0 0 0 0,-1-1 0 0 0,1 0 0 0 0,-1 0 0 0 0,1-1 0 0 0,-1 1 1 0 0,1-1-1 0 0,0 0 0 0 0,-1-1 0 0 0,1 1 0 0 0,-1-1 0 0 0,1 0 0 0 0,-1-1 0 0 0,8-2 0 0 0,9-5-6515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8:07.1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 1 5473 0 0,'29'21'19558'0'0,"-32"-19"-19442"0"0,-3 5-198 0 0,-1 0 0 0 0,1 0 1 0 0,0 1-1 0 0,-8 14 0 0 0,11-18-10 0 0,1 1 0 0 0,-1-1-1 0 0,1 1 1 0 0,1 0 0 0 0,-1 0-1 0 0,1 0 1 0 0,-1 0 0 0 0,1 0-1 0 0,1 0 1 0 0,-1 0 0 0 0,1 8-1 0 0,0-11 63 0 0,1 1-1 0 0,0-1 0 0 0,0 0 0 0 0,0 0 0 0 0,0 0 0 0 0,0 0 0 0 0,0 0 1 0 0,0 0-1 0 0,1-1 0 0 0,-1 1 0 0 0,0 0 0 0 0,1 0 0 0 0,0-1 0 0 0,-1 1 1 0 0,1-1-1 0 0,0 0 0 0 0,0 0 0 0 0,0 1 0 0 0,0-1 0 0 0,0 0 0 0 0,0 0 1 0 0,0-1-1 0 0,4 2 0 0 0,8 3-54 0 0,0-2 1 0 0,23 4-1 0 0,-20-4 43 0 0,-8-1 34 0 0,-1 0 0 0 0,1 0 0 0 0,-1 1 0 0 0,1 0 0 0 0,-1 0 0 0 0,0 1 0 0 0,-1 0 0 0 0,1 0 0 0 0,11 10-1 0 0,-17-12 8 0 0,1 0-1 0 0,-1 0 0 0 0,0 0 0 0 0,0 0 0 0 0,-1 1 0 0 0,1-1 1 0 0,0 1-1 0 0,-1-1 0 0 0,0 1 0 0 0,1 0 0 0 0,-1-1 0 0 0,0 1 1 0 0,0 0-1 0 0,-1 0 0 0 0,1 0 0 0 0,-1 0 0 0 0,1 0 0 0 0,-1 0 1 0 0,0 0-1 0 0,0 0 0 0 0,0 0 0 0 0,0-1 0 0 0,-1 1 0 0 0,1 0 1 0 0,-1 0-1 0 0,0 0 0 0 0,0 0 0 0 0,0 0 0 0 0,0-1 0 0 0,0 1 1 0 0,0 0-1 0 0,-3 2 0 0 0,-1 4-193 0 0,-1-1 1 0 0,0 0-1 0 0,-1 0 1 0 0,0 0 0 0 0,0-1-1 0 0,-1 1 1 0 0,-9 6-1 0 0,-7 3-2213 0 0,-32 18 0 0 0,39-25-4503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8:07.3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63 0 13827 0 0,'1'14'1224'0'0,"-2"-5"-976"0"0,-1-1-248 0 0,-1-1 0 0 0,1-3 1377 0 0,-1 0 223 0 0,-1 3 40 0 0,-4 4 17 0 0,-3 4-1305 0 0,-5 6-256 0 0,3-2-96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17 1376 0 0,'-16'-17'10720'0'0,"15"33"-7381"0"0,12 88 1226 0 0,17 50-2802 0 0,0 1-1235 0 0,-6 140 41 0 0,-27 1-377 0 0,1-121-199 0 0,3-138-150 0 0,9 71 1 0 0,7-49-2525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04.3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175 161 7370 0 0,'5'-9'271'0'0,"0"0"0"0"0,0 1 0 0 0,1 0 0 0 0,0 0 0 0 0,0 0 0 0 0,1 1 0 0 0,0-1 0 0 0,0 2 0 0 0,1-1 0 0 0,0 1 0 0 0,0 0 0 0 0,0 1 0 0 0,13-7 0 0 0,-6 4 317 0 0,0 0 0 0 0,0 1 1 0 0,1 1-1 0 0,0 0 0 0 0,0 1 1 0 0,1 1-1 0 0,24-4 0 0 0,-37 7-455 0 0,1 1 0 0 0,-1 0-1 0 0,1-1 1 0 0,-1 2 0 0 0,1-1-1 0 0,-1 0 1 0 0,1 1 0 0 0,-1 0 0 0 0,1 0-1 0 0,-1 0 1 0 0,1 1 0 0 0,-1-1-1 0 0,0 1 1 0 0,0 0 0 0 0,0 0 0 0 0,0 0-1 0 0,0 1 1 0 0,0 0 0 0 0,-1-1-1 0 0,1 1 1 0 0,-1 1 0 0 0,0-1 0 0 0,0 0-1 0 0,0 1 1 0 0,0 0 0 0 0,0-1-1 0 0,-1 1 1 0 0,0 0 0 0 0,0 0 0 0 0,0 0-1 0 0,0 1 1 0 0,1 6 0 0 0,0 2-64 0 0,0 0 1 0 0,-1 1-1 0 0,-1-1 1 0 0,0 0 0 0 0,-1 1-1 0 0,-1-1 1 0 0,0 0-1 0 0,0 1 1 0 0,-1-1 0 0 0,-1 0-1 0 0,0 0 1 0 0,-1 0-1 0 0,-1 0 1 0 0,0-1 0 0 0,0 0-1 0 0,-1 0 1 0 0,-8 12-1 0 0,-5 5 47 0 0,-1-1 0 0 0,-1-1 0 0 0,-1-1 0 0 0,-1-1 0 0 0,-41 34 0 0 0,48-45-83 0 0,-20 17 125 0 0,-63 42 0 0 0,89-66-167 0 0,-1-1 1 0 0,0 0-1 0 0,0-1 1 0 0,0 0 0 0 0,0 0-1 0 0,-1-1 1 0 0,0-1 0 0 0,0 0-1 0 0,0-1 1 0 0,0 0 0 0 0,-19 0-1 0 0,29-2-51 0 0,1 0 0 0 0,-1 0 0 0 0,0 0 0 0 0,0 0 0 0 0,1 0-1 0 0,-1 0 1 0 0,0-1 0 0 0,1 1 0 0 0,-1-1 0 0 0,0 1 0 0 0,1-1 0 0 0,-1 0 0 0 0,1 0 0 0 0,-1 1-1 0 0,1-1 1 0 0,-1 0 0 0 0,1-1 0 0 0,-1 1 0 0 0,-1-2 0 0 0,3 2-97 0 0,-1 0 1 0 0,1 0-1 0 0,-1-1 0 0 0,1 1 0 0 0,0 0 1 0 0,-1 0-1 0 0,1-1 0 0 0,0 1 0 0 0,0 0 1 0 0,0 0-1 0 0,0-1 0 0 0,0 1 0 0 0,0 0 1 0 0,1 0-1 0 0,-1-1 0 0 0,0 1 1 0 0,1 0-1 0 0,-1 0 0 0 0,0 0 0 0 0,2-2 1 0 0,1-3-602 0 0,0 1 1 0 0,1-1-1 0 0,-1 1 1 0 0,1 0-1 0 0,1 0 1 0 0,-1 0 0 0 0,1 0-1 0 0,9-7 1 0 0,8-1 65 0 0,3 1 514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04.7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4 129 10594 0 0,'-3'-5'4543'0'0,"3"5"-4471"0"0,17-13 2695 0 0,42-18-331 0 0,-36 19-1515 0 0,43-21-776 0 0,-21 12-5918 0 0,-12 8-970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05.0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7370 0 0,'1'19'6479'0'0,"5"30"-4181"0"0,36 235 3092 0 0,2 143-3930 0 0,-32-323-1416 0 0,24 102 0 0 0,-4-77-6762 0 0,-23-102-319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05.2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30 184 6913 0 0,'-4'-1'3'0'0,"-18"-3"1255"0"0,22 4-1190 0 0,0-1-1 0 0,-1 1 1 0 0,1-1 0 0 0,0 1-1 0 0,-1-1 1 0 0,1 1-1 0 0,0 0 1 0 0,0-1-1 0 0,0 1 1 0 0,-1-1 0 0 0,1 1-1 0 0,0-1 1 0 0,0 1-1 0 0,0-1 1 0 0,0 0-1 0 0,0 1 1 0 0,0-1 0 0 0,0 1-1 0 0,0-1 1 0 0,0 1-1 0 0,0-1 1 0 0,0 1-1 0 0,0-1 1 0 0,1 1-1 0 0,-1-1 1 0 0,0 1 0 0 0,0-1-1 0 0,0 1 1 0 0,1-1-1 0 0,-1 1 1 0 0,0 0-1 0 0,1-1 1 0 0,-1 1 0 0 0,0-1-1 0 0,1 1 1 0 0,-1 0-1 0 0,0-1 1 0 0,1 1-1 0 0,0-1 1 0 0,9-10 809 0 0,1 0 0 0 0,0 0 0 0 0,0 1-1 0 0,1 0 1 0 0,0 1 0 0 0,1 1 0 0 0,25-14 0 0 0,33-9-346 0 0,-1 6-5262 0 0,-34 14-1143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05.5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7370 0 0,'0'0'333'0'0,"7"13"2325"0"0,0 17 479 0 0,3 41 1 0 0,5 26-910 0 0,-12-87-2015 0 0,0 0-1 0 0,0 0 1 0 0,1 0-1 0 0,0 0 1 0 0,1-1 0 0 0,10 17-1 0 0,-14-24-200 0 0,0-1 0 0 0,0 0 0 0 0,0 1 0 0 0,0-1-1 0 0,1 0 1 0 0,-1 0 0 0 0,0 0 0 0 0,1 0 0 0 0,-1 0 0 0 0,1-1-1 0 0,-1 1 1 0 0,1 0 0 0 0,-1-1 0 0 0,1 1 0 0 0,-1-1 0 0 0,1 1-1 0 0,0-1 1 0 0,-1 0 0 0 0,1 1 0 0 0,0-1 0 0 0,-1 0 0 0 0,1 0-1 0 0,0 0 1 0 0,-1 0 0 0 0,1-1 0 0 0,0 1 0 0 0,-1 0-1 0 0,1-1 1 0 0,-1 1 0 0 0,1-1 0 0 0,-1 0 0 0 0,4-1 0 0 0,4-3 15 0 0,1-1 0 0 0,-1 0 1 0 0,0 0-1 0 0,8-9 0 0 0,-4 4 13 0 0,0 2-28 0 0,-4 1-11 0 0,0 0 0 0 0,1 1-1 0 0,0 1 1 0 0,1 0 0 0 0,13-6-1 0 0,-21 11 10 0 0,-1 0 0 0 0,1 0 0 0 0,-1 0-1 0 0,1 1 1 0 0,0-1 0 0 0,0 1 0 0 0,-1 0 0 0 0,1 0 0 0 0,0 0 0 0 0,0 0-1 0 0,-1 0 1 0 0,1 0 0 0 0,0 1 0 0 0,0 0 0 0 0,-1-1 0 0 0,1 1-1 0 0,-1 0 1 0 0,1 0 0 0 0,-1 0 0 0 0,1 1 0 0 0,-1-1 0 0 0,0 1-1 0 0,1-1 1 0 0,-1 1 0 0 0,0 0 0 0 0,0 0 0 0 0,0 0 0 0 0,2 3 0 0 0,3 4 95 0 0,-1 0 0 0 0,0 0 0 0 0,-1 1 1 0 0,0 0-1 0 0,-1 0 0 0 0,0 0 1 0 0,0 0-1 0 0,-1 1 0 0 0,3 17 1 0 0,0 12 171 0 0,2 49 0 0 0,-7-71-224 0 0,1 26 90 0 0,-1-1-1 0 0,-8 73 1 0 0,4-98-194 0 0,0-1 1 0 0,-1 0-1 0 0,-1 1 1 0 0,0-1-1 0 0,-1-1 1 0 0,-1 1-1 0 0,-1-1 1 0 0,0-1-1 0 0,-14 20 1 0 0,9-19-133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05.8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18 9218 0 0,'2'-2'151'0'0,"-1"1"0"0"0,1-1 0 0 0,-1 1 0 0 0,1 0 0 0 0,0-1-1 0 0,0 1 1 0 0,-1 0 0 0 0,1 0 0 0 0,0 0 0 0 0,0 0 0 0 0,0 0 0 0 0,0 1 0 0 0,0-1 0 0 0,0 1 0 0 0,0-1 0 0 0,0 1 0 0 0,1 0 0 0 0,-1-1-1 0 0,3 1 1 0 0,-3 1 54 0 0,-1 0 0 0 0,1-1 0 0 0,0 1-1 0 0,0 0 1 0 0,-1 0 0 0 0,1 0 0 0 0,-1 0-1 0 0,1 0 1 0 0,-1 0 0 0 0,1 0 0 0 0,-1 1-1 0 0,0-1 1 0 0,1 0 0 0 0,-1 1 0 0 0,0-1-1 0 0,0 1 1 0 0,0 0 0 0 0,0-1 0 0 0,0 1-1 0 0,0 0 1 0 0,-1-1 0 0 0,1 1 0 0 0,0 2-1 0 0,6 20 809 0 0,-1-1-1 0 0,0 1 1 0 0,-2 0-1 0 0,1 28 0 0 0,-2 102-295 0 0,-2-67-249 0 0,1-17-268 0 0,1-2-26 0 0,-11 126-1 0 0,7-189-469 0 0,1 0-1 0 0,-1 0 1 0 0,0 0 0 0 0,0 0 0 0 0,-1 0-1 0 0,-3 8 1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06.0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6 5985 0 0,'8'-1'531'0'0,"0"-1"-1"0"0,0 1 0 0 0,0 0 0 0 0,0 1 1 0 0,0 0-1 0 0,1 0 0 0 0,-1 1 1 0 0,0 0-1 0 0,0 0 0 0 0,0 1 0 0 0,0 0 1 0 0,0 1-1 0 0,11 4 0 0 0,-9-3 65 0 0,-1 0 0 0 0,0 1-1 0 0,0 0 1 0 0,-1 0 0 0 0,1 1-1 0 0,-1 0 1 0 0,0 1 0 0 0,-1-1 0 0 0,1 1-1 0 0,9 13 1 0 0,-15-16-471 0 0,0-1 0 0 0,0 1 0 0 0,0-1 0 0 0,0 1-1 0 0,-1 0 1 0 0,0 0 0 0 0,1 0 0 0 0,-1 0 0 0 0,-1 0 0 0 0,1 0 0 0 0,0 0 0 0 0,-1 0 0 0 0,0 0 0 0 0,0 0-1 0 0,-1 4 1 0 0,0-1-56 0 0,-1 0 1 0 0,1 0-1 0 0,-2 0 0 0 0,1 0 0 0 0,-1 0 0 0 0,0-1 0 0 0,-7 13 0 0 0,-1-4-59 0 0,-1 1-1 0 0,-1-1 1 0 0,0-1-1 0 0,0-1 0 0 0,-24 19 1 0 0,27-25 54 0 0,0 0 1 0 0,0 0 0 0 0,-1-1-1 0 0,0 0 1 0 0,0-1-1 0 0,-22 7 1 0 0,-12-4-2480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06.4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1 303 1368 0 0,'13'2'264'0'0,"1"0"-1"0"0,1-1 0 0 0,-1-1 0 0 0,23-1 0 0 0,-8-3 3613 0 0,0 0 0 0 0,53-17 0 0 0,-74 17-3506 0 0,1 0 0 0 0,0 0 0 0 0,-1-1-1 0 0,0 0 1 0 0,0 0 0 0 0,0-1 0 0 0,0 0-1 0 0,-1 0 1 0 0,0-1 0 0 0,-1 0 0 0 0,0 0-1 0 0,0-1 1 0 0,0 0 0 0 0,6-12 0 0 0,-8 15-311 0 0,-1 0 0 0 0,0-1 1 0 0,-1 0-1 0 0,0 1 1 0 0,1-1-1 0 0,-2 0 1 0 0,1 0-1 0 0,-1 0 0 0 0,0 0 1 0 0,0 0-1 0 0,0 0 1 0 0,-1-1-1 0 0,0 1 0 0 0,-1 0 1 0 0,1 0-1 0 0,-1 0 1 0 0,0 0-1 0 0,0 0 0 0 0,-1 0 1 0 0,0 0-1 0 0,0 0 1 0 0,-1 0-1 0 0,-3-6 1 0 0,5 10-51 0 0,0 0 0 0 0,0 0 0 0 0,-1 0 0 0 0,1 1 1 0 0,-1-1-1 0 0,1 0 0 0 0,-1 1 0 0 0,0-1 0 0 0,1 1 1 0 0,-1 0-1 0 0,0-1 0 0 0,0 1 0 0 0,0 0 0 0 0,0 0 1 0 0,0 0-1 0 0,0 1 0 0 0,0-1 0 0 0,-1 0 0 0 0,1 1 1 0 0,0-1-1 0 0,0 1 0 0 0,-3 0 0 0 0,1 0 10 0 0,1 1-1 0 0,-1-1 1 0 0,0 1 0 0 0,0 0-1 0 0,1 0 1 0 0,-1 1 0 0 0,1-1-1 0 0,-1 1 1 0 0,1-1-1 0 0,-1 1 1 0 0,1 0 0 0 0,-3 3-1 0 0,-3 2 173 0 0,1 0-1 0 0,0 1 1 0 0,0 0-1 0 0,1 0 1 0 0,0 1-1 0 0,0-1 1 0 0,1 2 0 0 0,-6 11-1 0 0,10-17-201 0 0,0 0 0 0 0,1-1 0 0 0,-1 1-1 0 0,1 0 1 0 0,0 0 0 0 0,0 1 0 0 0,1-1 0 0 0,-1 0 0 0 0,1 0-1 0 0,0 0 1 0 0,0 0 0 0 0,0 1 0 0 0,1-1 0 0 0,-1 0 0 0 0,1 0 0 0 0,0 0-1 0 0,3 7 1 0 0,-2-5 38 0 0,1-1 0 0 0,1 0 1 0 0,-1 1-1 0 0,1-1 0 0 0,0-1 0 0 0,0 1 0 0 0,0 0 0 0 0,1-1 0 0 0,0 0 0 0 0,9 7 0 0 0,1-2-7 0 0,-1-1-1 0 0,2-1 0 0 0,-1 0 0 0 0,1-1 1 0 0,0 0-1 0 0,0-2 0 0 0,0 0 0 0 0,18 2 1 0 0,47-2-1194 0 0,-27-7-4371 0 0,3-2-1762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07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14283 0 0,'4'3'77'0'0,"-1"0"0"0"0,1 1 0 0 0,-1-1 0 0 0,0 1-1 0 0,-1 0 1 0 0,1 0 0 0 0,0 0 0 0 0,-1 0 0 0 0,0 0 0 0 0,0 0 0 0 0,0 0 0 0 0,1 5 0 0 0,2 4 69 0 0,23 57 313 0 0,-3 2 1 0 0,-3 0 0 0 0,-3 1-1 0 0,16 135 1 0 0,-5 309 1025 0 0,-42 391 29 0 0,0-432-1003 0 0,9-291-316 0 0,-14 1421 931 0 0,46 2-519 0 0,3-832-455 0 0,61 1293 528 0 0,224 1300 48 0 0,22-1320 6 0 0,-258-1586-668 0 0,-67-383-168 0 0,14 87-3423 0 0,68 224 0 0 0,-78-338-4366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08.1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72 0 5529 0 0,'3'3'3450'0'0,"-3"-3"-3396"0"0,2 15 1873 0 0,0 20 254 0 0,-13 179 3345 0 0,-20 107-3022 0 0,2-21-2409 0 0,26-270-526 0 0,0-9-1069 0 0,2 38-1 0 0,2-51 55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08.4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1 450 2304 0 0,'21'-42'1915'0'0,"-16"32"-318"0"0,1 0-1 0 0,1 1 1 0 0,0 0 0 0 0,8-9 0 0 0,-14 17-1432 0 0,-1 1 0 0 0,1 0 1 0 0,0-1-1 0 0,-1 1 0 0 0,1 0 1 0 0,0-1-1 0 0,-1 1 0 0 0,1 0 1 0 0,0 0-1 0 0,-1 0 1 0 0,1-1-1 0 0,0 1 0 0 0,0 0 1 0 0,-1 0-1 0 0,1 0 0 0 0,0 0 1 0 0,0 0-1 0 0,-1 0 0 0 0,1 1 1 0 0,0-1-1 0 0,0 0 0 0 0,-1 0 1 0 0,1 0-1 0 0,0 1 1 0 0,-1-1-1 0 0,1 0 0 0 0,0 1 1 0 0,-1-1-1 0 0,1 1 0 0 0,-1-1 1 0 0,1 0-1 0 0,-1 1 0 0 0,1-1 1 0 0,-1 1-1 0 0,1 0 1 0 0,-1-1-1 0 0,1 1 0 0 0,-1-1 1 0 0,1 1-1 0 0,-1 1 0 0 0,22 32 1734 0 0,-17-24-1523 0 0,114 173 351 0 0,-87-138-505 0 0,74 78 1 0 0,-98-114-207 0 0,1-2 0 0 0,0 1 0 0 0,1-1 0 0 0,-1 0 0 0 0,1-1 0 0 0,1 0 0 0 0,-1-1 0 0 0,1 0 0 0 0,20 6-1 0 0,-28-10-8 0 0,1 0 0 0 0,-1 0 0 0 0,1-1 0 0 0,-1 1 0 0 0,1-1 0 0 0,0 0 0 0 0,-1 0 0 0 0,1 0 0 0 0,0-1 0 0 0,-1 1-1 0 0,1-1 1 0 0,-1 0 0 0 0,1 0 0 0 0,-1 0 0 0 0,1 0 0 0 0,-1 0 0 0 0,0-1 0 0 0,1 0 0 0 0,-1 1 0 0 0,0-1 0 0 0,0-1-1 0 0,0 1 1 0 0,-1 0 0 0 0,1-1 0 0 0,0 1 0 0 0,-1-1 0 0 0,0 0 0 0 0,0 0 0 0 0,1 0 0 0 0,-2 0 0 0 0,1 0-1 0 0,0 0 1 0 0,-1-1 0 0 0,3-6 0 0 0,2-9 99 0 0,0-1-1 0 0,-1-1 1 0 0,-1 1 0 0 0,-1-1-1 0 0,-1 1 1 0 0,-1-1-1 0 0,-2-29 1 0 0,-23-148 199 0 0,18 163-320 0 0,-1-9-107 0 0,-6-33-856 0 0,-3-101-1 0 0,17 134-6880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08.6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0 181 5985 0 0,'14'-15'493'0'0,"-1"3"2052"0"0,-1 0 0 0 0,16-12-1 0 0,-5 7-687 0 0,62-39 2839 0 0,-76 50-4722 0 0,2 1 1 0 0,-1 1-1 0 0,0-1 0 0 0,1 2 1 0 0,0-1-1 0 0,0 2 1 0 0,11-2-1 0 0,4-1-475 0 0,-12-1 490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09.0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1 14283 0 0,'-3'4'4565'0'0,"4"11"-2369"0"0,5 30-1279 0 0,-3-24-149 0 0,19 254 592 0 0,-2-15-1092 0 0,-11-192-1342 0 0,31 119 0 0 0,-30-153-4375 0 0,2-4-1765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09.2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19 141 2288 0 0,'-7'4'-79'0'0,"-5"9"2626"0"0,24-14-36 0 0,107-31 9353 0 0,-2-9-8242 0 0,-47 15-4921 0 0,92-21 1 0 0,-136 42 1104 0 0,-3-1 172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09.7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4609 0 0,'26'28'7108'0'0,"-14"-10"-6255"0"0,-1 1 0 0 0,9 21-1 0 0,-15-28-463 0 0,0 0-1 0 0,1-1 0 0 0,0 1 1 0 0,1-2-1 0 0,0 1 1 0 0,1-1-1 0 0,0 0 1 0 0,1 0-1 0 0,-1-1 1 0 0,12 9-1 0 0,-17-16-395 0 0,0 0 1 0 0,0-1-1 0 0,0 1 1 0 0,0-1-1 0 0,0 1 1 0 0,1-1-1 0 0,-1 0 0 0 0,0 0 1 0 0,1 0-1 0 0,-1-1 1 0 0,1 1-1 0 0,-1-1 0 0 0,1 0 1 0 0,-1 0-1 0 0,0 0 1 0 0,1 0-1 0 0,-1-1 1 0 0,5 0-1 0 0,-3-1-16 0 0,0 0 0 0 0,0 0-1 0 0,-1 0 1 0 0,1-1 0 0 0,0 1 0 0 0,-1-1-1 0 0,0 0 1 0 0,1-1 0 0 0,-1 1 0 0 0,6-8 0 0 0,1-2-4 0 0,0-1 0 0 0,-1-1 1 0 0,-1 1-1 0 0,-1-2 0 0 0,0 1 1 0 0,7-20-1 0 0,-13 30 262 0 0,12-27 579 0 0,-14 31-693 0 0,1-1 0 0 0,-1 1 0 0 0,1 0 0 0 0,0 0 0 0 0,0 0 0 0 0,-1-1 0 0 0,1 1 0 0 0,0 0 0 0 0,0 0 1 0 0,0 0-1 0 0,0 0 0 0 0,0 0 0 0 0,0 1 0 0 0,0-1 0 0 0,0 0 0 0 0,0 0 0 0 0,1 1 0 0 0,-1-1 0 0 0,2 0 0 0 0,-2 1-73 0 0,0 0 0 0 0,0 1 0 0 0,-1-1-1 0 0,1 1 1 0 0,0-1 0 0 0,0 0 0 0 0,0 1-1 0 0,-1-1 1 0 0,1 1 0 0 0,0 0 0 0 0,-1-1 0 0 0,1 1-1 0 0,0 0 1 0 0,-1-1 0 0 0,1 1 0 0 0,-1 0-1 0 0,1 0 1 0 0,-1-1 0 0 0,1 1 0 0 0,-1 0-1 0 0,0 0 1 0 0,1 0 0 0 0,-1 1 0 0 0,8 24 294 0 0,-7-22-261 0 0,20 94 688 0 0,10 116-1 0 0,-27-162-640 0 0,-2 0 0 0 0,-3 0 0 0 0,-1 0 0 0 0,-11 57-1 0 0,6-81-209 0 0,0 1 0 0 0,-2-1 0 0 0,-1-1 0 0 0,-17 34-1 0 0,-9 11-2628 0 0,26-53-5265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09.9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2761 0 0,'16'28'8009'0'0,"11"43"-2406"0"0,-5-12-2869 0 0,-17-46-2308 0 0,50 130 2509 0 0,-50-126-2834 0 0,0 1-1 0 0,-1 0 0 0 0,-1 0 0 0 0,-1 0 1 0 0,-1 0-1 0 0,0 24 0 0 0,-1-38-169 0 0,-1-1-1 0 0,1 1 0 0 0,0-1 0 0 0,-1 0 1 0 0,0 1-1 0 0,1-1 0 0 0,-1 0 0 0 0,-1 0 1 0 0,1 0-1 0 0,0 1 0 0 0,-1-1 1 0 0,0-1-1 0 0,1 1 0 0 0,-1 0 0 0 0,0 0 1 0 0,-1-1-1 0 0,1 1 0 0 0,0-1 0 0 0,-1 1 1 0 0,-3 2-1 0 0,-5-1-1056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10.1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0 171 3681 0 0,'6'-8'478'0'0,"0"0"0"0"0,1 0 0 0 0,0 0 0 0 0,0 1 0 0 0,1 0 0 0 0,-1 0-1 0 0,18-11 1 0 0,67-33 5508 0 0,-72 40-5609 0 0,-8 5 293 0 0,0 0 0 0 0,1 1 1 0 0,0 1-1 0 0,0-1 0 0 0,0 2 0 0 0,26-4 0 0 0,-36 7-585 0 0,-1-1-1 0 0,1 1 0 0 0,0 0 1 0 0,-1 0-1 0 0,1 0 0 0 0,-1 0 1 0 0,1 1-1 0 0,0-1 0 0 0,-1 1 1 0 0,1-1-1 0 0,-1 1 0 0 0,1 0 0 0 0,-1 0 1 0 0,1 0-1 0 0,-1 1 0 0 0,0-1 1 0 0,1 0-1 0 0,-1 1 0 0 0,0 0 1 0 0,0-1-1 0 0,0 1 0 0 0,0 0 1 0 0,-1 0-1 0 0,1 0 0 0 0,0 0 0 0 0,-1 0 1 0 0,1 1-1 0 0,-1-1 0 0 0,0 0 1 0 0,0 1-1 0 0,0-1 0 0 0,0 1 1 0 0,0-1-1 0 0,0 1 0 0 0,-1-1 1 0 0,1 1-1 0 0,-1 0 0 0 0,0-1 0 0 0,0 1 1 0 0,0-1-1 0 0,-1 6 0 0 0,0 4-3 0 0,0 0 0 0 0,-1 0 0 0 0,0 0-1 0 0,-1-1 1 0 0,-1 1 0 0 0,0-1-1 0 0,0 0 1 0 0,-1 0 0 0 0,-1 0 0 0 0,0-1-1 0 0,0 1 1 0 0,-14 15 0 0 0,6-8-413 0 0,-1-1 0 0 0,-18 16 1 0 0,-34 20-5764 0 0,45-39-810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10.5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0 239 3681 0 0,'10'3'734'0'0,"-1"0"0"0"0,1-1 0 0 0,0 0 0 0 0,0 0 0 0 0,0-1 0 0 0,0-1 0 0 0,-1 0 0 0 0,1 0 1 0 0,0-1-1 0 0,0 0 0 0 0,0 0 0 0 0,0-1 0 0 0,13-5 0 0 0,-9 2-219 0 0,0 0 1 0 0,0-1-1 0 0,-1-1 1 0 0,0 0-1 0 0,0 0 1 0 0,0-2-1 0 0,-1 1 1 0 0,14-15-1 0 0,-22 20-446 0 0,-1 0 0 0 0,0 0 0 0 0,0 0 0 0 0,0-1 0 0 0,0 1 1 0 0,0-1-1 0 0,-1 0 0 0 0,0 0 0 0 0,0 0 0 0 0,0 0 0 0 0,0 0 0 0 0,0-1 0 0 0,-1 1 0 0 0,0 0 0 0 0,0-1 0 0 0,0 1 0 0 0,0-6 0 0 0,-2 5-36 0 0,1 0-1 0 0,-1-1 1 0 0,0 1 0 0 0,-1 0-1 0 0,1 1 1 0 0,-1-1-1 0 0,0 0 1 0 0,-1 0 0 0 0,1 1-1 0 0,-1-1 1 0 0,0 1 0 0 0,0 0-1 0 0,0 0 1 0 0,-7-7 0 0 0,-3 0 6 0 0,5 14-67 0 0,3 27 179 0 0,5-16-59 0 0,0 1 0 0 0,1-1-1 0 0,1 0 1 0 0,0 0-1 0 0,1 0 1 0 0,0 0 0 0 0,1-1-1 0 0,0 1 1 0 0,1-1 0 0 0,1 0-1 0 0,0 0 1 0 0,1-1-1 0 0,1 0 1 0 0,-1 0 0 0 0,2 0-1 0 0,0-1 1 0 0,0-1 0 0 0,1 1-1 0 0,0-1 1 0 0,1-1-1 0 0,0 0 1 0 0,0-1 0 0 0,1 0-1 0 0,0 0 1 0 0,1-2 0 0 0,-1 1-1 0 0,1-2 1 0 0,0 1-1 0 0,21 4 1 0 0,-7-6-224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10.6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21661 0 0,'15'11'960'0'0,"-5"-3"192"0"0,0 0-920 0 0,-4-2-232 0 0,0-2 0 0 0,-3-2 0 0 0,-1 4-320 0 0,5-1-104 0 0,4 4-24 0 0,3-7-8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47.2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0 968 9674 0 0,'143'11'3046'0'0,"-79"-5"-2985"0"0,74 0 1 0 0,414-50 689 0 0,-255 16-29 0 0,1454-167 3578 0 0,-153 9-2477 0 0,-246 30-481 0 0,-715 84-1126 0 0,168-21 0 0 0,-212 19-91 0 0,75-10-50 0 0,-284 33-2260 0 0,-343 44-5096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47.7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83 0 1376 0 0,'-9'18'277'0'0,"0"0"0"0"0,-20 30 0 0 0,-2 1-396 0 0,30-48 105 0 0,1-1 0 0 0,0 1-1 0 0,-1-1 1 0 0,1 1-1 0 0,0-1 1 0 0,-1 1-1 0 0,1-1 1 0 0,0 1-1 0 0,0 0 1 0 0,-1-1 0 0 0,1 1-1 0 0,0-1 1 0 0,0 1-1 0 0,0 0 1 0 0,0-1-1 0 0,0 1 1 0 0,0-1-1 0 0,0 1 1 0 0,0 0-1 0 0,0-1 1 0 0,0 1 0 0 0,0-1-1 0 0,1 1 1 0 0,-1 0-1 0 0,0-1 1 0 0,0 1-1 0 0,0-1 1 0 0,1 1-1 0 0,-1-1 1 0 0,0 1 0 0 0,1-1-1 0 0,-1 1 1 0 0,1-1-1 0 0,-1 1 1 0 0,1 0-1 0 0,0-1-6 0 0,0 1-1 0 0,0-1 1 0 0,0 0-1 0 0,0 0 0 0 0,0 1 1 0 0,0-1-1 0 0,-1 0 1 0 0,1 0-1 0 0,0 0 1 0 0,0 0-1 0 0,0 0 0 0 0,0 0 1 0 0,0-1-1 0 0,0 1 1 0 0,0 0-1 0 0,0 0 1 0 0,0-1-1 0 0,0 1 1 0 0,-1 0-1 0 0,1-1 0 0 0,0 1 1 0 0,1-1-1 0 0,3-2 22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48.0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36 165 4609 0 0,'8'-41'912'0'0,"6"-34"2661"0"0,-10 26 5145 0 0,5 136-3982 0 0,-1-13-4583 0 0,-10 61 66 0 0,-6 1 0 0 0,-26 143 1 0 0,16-143-182 0 0,16-118-73 0 0,1-10-110 0 0,1 0 0 0 0,-1 0 0 0 0,-1-1 0 0 0,1 1-1 0 0,-1 0 1 0 0,-5 12 0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48.4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1 149 2304 0 0,'1'-7'180'0'0,"1"1"-1"0"0,0-1 0 0 0,0 1 1 0 0,0 0-1 0 0,1 0 0 0 0,0 0 0 0 0,6-10 1 0 0,-5 11 404 0 0,0 0 0 0 0,0 0 0 0 0,0 1 1 0 0,1-1-1 0 0,0 1 0 0 0,0 0 1 0 0,0 1-1 0 0,0-1 0 0 0,1 1 0 0 0,-1 0 1 0 0,1 0-1 0 0,0 1 0 0 0,7-3 1 0 0,-8 4-212 0 0,-1 0 0 0 0,1 0 0 0 0,-1 1 0 0 0,0 0 0 0 0,1 0 0 0 0,-1 0 1 0 0,1 0-1 0 0,-1 1 0 0 0,0 0 0 0 0,1-1 0 0 0,-1 2 0 0 0,0-1 1 0 0,0 0-1 0 0,1 1 0 0 0,-1 0 0 0 0,0 0 0 0 0,-1 0 0 0 0,1 0 0 0 0,0 1 1 0 0,-1 0-1 0 0,1-1 0 0 0,-1 1 0 0 0,4 4 0 0 0,8 10 98 0 0,0 0 0 0 0,-1 0 0 0 0,16 26-1 0 0,-21-28-371 0 0,32 52 174 0 0,42 92 1 0 0,-50-91-280 0 0,-30-61 6 0 0,1 0 0 0 0,0-1 0 0 0,1 1 0 0 0,0-1 0 0 0,5 7 0 0 0,-9-12 0 0 0,0-1 0 0 0,-1 1 0 0 0,1 0 0 0 0,0 0 0 0 0,0-1 0 0 0,0 1 0 0 0,0-1 0 0 0,0 1 0 0 0,0-1 0 0 0,0 1 0 0 0,0-1 0 0 0,0 1 0 0 0,0-1 0 0 0,0 0 0 0 0,0 0 0 0 0,0 0 0 0 0,0 1 0 0 0,2-1 0 0 0,-2-1 0 0 0,0 1 0 0 0,0-1 0 0 0,0 1 0 0 0,0-1 0 0 0,0 0 0 0 0,0 1 0 0 0,0-1 0 0 0,0 0 0 0 0,0 0 0 0 0,0 0 0 0 0,0 0 0 0 0,-1 1 0 0 0,1-1 0 0 0,0 0 0 0 0,-1 0 0 0 0,1-1 0 0 0,-1 1 0 0 0,1 0 0 0 0,-1 0 0 0 0,1 0 0 0 0,-1-2 0 0 0,12-36-1 0 0,-2 0 0 0 0,9-77 0 0 0,-4 16-60 0 0,-11 76 92 0 0,2-7-64 0 0,10-35 1 0 0,-14 59 65 0 0,0 1-1 0 0,1-1 1 0 0,-1 1 0 0 0,2 0 0 0 0,-1 0 0 0 0,0 0 0 0 0,1 0 0 0 0,0 0-1 0 0,1 1 1 0 0,-1 0 0 0 0,8-7 0 0 0,-10 11-12 0 0,-1 0 0 0 0,1 0 0 0 0,0 0 0 0 0,0 0 0 0 0,0 0 0 0 0,0 0 0 0 0,0 1 0 0 0,0-1 0 0 0,0 1 0 0 0,0 0 0 0 0,0-1 0 0 0,0 1 0 0 0,0 0 0 0 0,0 0 0 0 0,1 0 1 0 0,-1 0-1 0 0,0 1 0 0 0,0-1 0 0 0,0 1 0 0 0,0-1 0 0 0,0 1 0 0 0,0 0 0 0 0,0-1 0 0 0,0 1 0 0 0,0 0 0 0 0,-1 0 0 0 0,1 0 0 0 0,0 1 0 0 0,-1-1 0 0 0,1 0 0 0 0,0 1 0 0 0,-1-1 0 0 0,1 1 0 0 0,-1-1 0 0 0,1 3 0 0 0,7 6 39 0 0,-2 0-1 0 0,1 0 1 0 0,-1 1-1 0 0,7 15 1 0 0,32 65 34 0 0,59 110 133 0 0,-34-58-1458 0 0,-61-119 582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48.8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138 41 5065 0 0,'0'-1'332'0'0,"1"-1"-1"0"0,-1 1 1 0 0,1 0-1 0 0,-1 0 1 0 0,0 0 0 0 0,0 0-1 0 0,1-1 1 0 0,-1 1-1 0 0,0 0 1 0 0,0 0-1 0 0,0-1 1 0 0,0 1 0 0 0,-1 0-1 0 0,1 0 1 0 0,0 0-1 0 0,0-1 1 0 0,-1 1 0 0 0,1 0-1 0 0,-1 0 1 0 0,1 0-1 0 0,-1 0 1 0 0,1 0-1 0 0,-1 0 1 0 0,0 0 0 0 0,1 0-1 0 0,-1 0 1 0 0,0 0-1 0 0,0 0 1 0 0,0 0-1 0 0,0 0 1 0 0,0 1 0 0 0,0-1-1 0 0,0 0 1 0 0,0 1-1 0 0,0-1 1 0 0,-2 0 0 0 0,2 0-167 0 0,-1 1 1 0 0,1 0-1 0 0,-1 0 1 0 0,0 0-1 0 0,1-1 1 0 0,-1 2 0 0 0,0-1-1 0 0,1 0 1 0 0,-1 0-1 0 0,1 0 1 0 0,-1 1 0 0 0,1-1-1 0 0,-1 1 1 0 0,0-1-1 0 0,1 1 1 0 0,0-1-1 0 0,-1 1 1 0 0,1 0 0 0 0,-1 0-1 0 0,1 0 1 0 0,0 0-1 0 0,0 0 1 0 0,-1 0-1 0 0,1 0 1 0 0,0 0 0 0 0,0 1-1 0 0,0-1 1 0 0,-1 2-1 0 0,-8 14-64 0 0,1 0 0 0 0,1 1 0 0 0,1 0 0 0 0,0 0 0 0 0,-4 21 0 0 0,1 5-113 0 0,-5 48 0 0 0,14-81-92 0 0,0 1 0 0 0,1-1 0 0 0,0 1 0 0 0,1-1-1 0 0,3 17 1 0 0,-4-26 15 0 0,1 0 0 0 0,-1 0 0 0 0,1 0 0 0 0,0 1 0 0 0,-1-1-1 0 0,1 0 1 0 0,0 0 0 0 0,1-1 0 0 0,-1 1 0 0 0,0 0 0 0 0,0 0-1 0 0,1 0 1 0 0,-1-1 0 0 0,1 1 0 0 0,2 1 0 0 0,-3-3-31 0 0,1 1 0 0 0,-1 0 0 0 0,1-1 0 0 0,0 1 0 0 0,-1-1 0 0 0,1 1 0 0 0,0-1 0 0 0,0 0 0 0 0,-1 0 0 0 0,1 0 0 0 0,0 0 0 0 0,-1 0 0 0 0,1 0 0 0 0,0-1 0 0 0,0 1 0 0 0,-1 0 0 0 0,1-1 0 0 0,0 0 0 0 0,-1 1 0 0 0,1-1 0 0 0,-1 0 0 0 0,3-1 0 0 0,2-1-191 0 0,0-1 0 0 0,-1 1 0 0 0,1-1 0 0 0,-1-1 0 0 0,0 1 0 0 0,0-1 0 0 0,0 0 0 0 0,0 0 0 0 0,-1 0 0 0 0,0-1 0 0 0,0 1 0 0 0,-1-1 0 0 0,1 0 0 0 0,2-7 0 0 0,2-9 298 0 0,-1 0 0 0 0,9-42 0 0 0,-11 42 1855 0 0,0 0-1 0 0,13-32 1 0 0,-17 53-1706 0 0,-1-1 0 0 0,1 0 1 0 0,0 0-1 0 0,-1 1 1 0 0,1-1-1 0 0,0 1 0 0 0,0-1 1 0 0,0 1-1 0 0,0-1 0 0 0,1 1 1 0 0,-1 0-1 0 0,0-1 0 0 0,0 1 1 0 0,1 0-1 0 0,-1 0 1 0 0,1 0-1 0 0,-1 0 0 0 0,1 0 1 0 0,0 0-1 0 0,-1 1 0 0 0,1-1 1 0 0,0 0-1 0 0,-1 1 1 0 0,1-1-1 0 0,0 1 0 0 0,2 0 1 0 0,-2 0-90 0 0,0 1 1 0 0,0-1-1 0 0,0 1 1 0 0,-1 0-1 0 0,1-1 1 0 0,0 1-1 0 0,0 0 1 0 0,-1 0-1 0 0,1 1 1 0 0,-1-1-1 0 0,1 0 1 0 0,-1 0-1 0 0,1 1 1 0 0,-1-1-1 0 0,0 1 1 0 0,1-1-1 0 0,-1 1 1 0 0,0 0-1 0 0,0-1 1 0 0,0 1-1 0 0,-1 0 1 0 0,1 0 0 0 0,1 3-1 0 0,9 27 242 0 0,10 52 0 0 0,-18-64-363 0 0,2 0 1 0 0,0 0-1 0 0,1 0 0 0 0,1-1 0 0 0,1 1 1 0 0,1-2-1 0 0,16 28 0 0 0,-8-25-426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49.2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11058 0 0,'1'5'705'0'0,"1"-1"-1"0"0,0 0 0 0 0,0 0 1 0 0,1 0-1 0 0,-1 0 0 0 0,1 0 0 0 0,0 0 1 0 0,0-1-1 0 0,5 6 0 0 0,-3-4-218 0 0,14 19 252 0 0,-1-1 1 0 0,-2 2 0 0 0,0 0-1 0 0,-1 1 1 0 0,-1 1 0 0 0,10 31-1 0 0,-20-48-761 0 0,-2 0-1 0 0,1 1 1 0 0,-1-1 0 0 0,-1 0-1 0 0,0 1 1 0 0,0-1-1 0 0,-1 1 1 0 0,-1-1 0 0 0,-1 12-1 0 0,0-14 24 0 0,0 0 1 0 0,0 0-1 0 0,-1 0 0 0 0,0-1 0 0 0,0 1 0 0 0,-1-1 1 0 0,0 0-1 0 0,0 0 0 0 0,-1 0 0 0 0,0-1 1 0 0,0 0-1 0 0,0 1 0 0 0,-8 5 0 0 0,8-8-79 0 0,0 1 0 0 0,0-1 0 0 0,-1-1 0 0 0,1 1 0 0 0,-1-1 0 0 0,0 0 0 0 0,0 0 0 0 0,0-1 0 0 0,-10 4 0 0 0,-9-1-532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49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1 146 15003 0 0,'0'-5'145'0'0,"-1"0"0"0"0,1 0 0 0 0,0 0 0 0 0,0 0 0 0 0,1 0 0 0 0,0 0 0 0 0,0 0 0 0 0,0 0 0 0 0,0 0 0 0 0,1 0 0 0 0,-1 1 0 0 0,1-1-1 0 0,1 0 1 0 0,-1 1 0 0 0,0 0 0 0 0,1 0 0 0 0,0-1 0 0 0,4-3 0 0 0,0-2 729 0 0,13-17 1453 0 0,-19 26-2221 0 0,0 0 0 0 0,0-1-1 0 0,1 1 1 0 0,-1 0 0 0 0,0 0 0 0 0,0 0 0 0 0,1 0 0 0 0,-1 0 0 0 0,0 0-1 0 0,1 1 1 0 0,-1-1 0 0 0,1 0 0 0 0,-1 1 0 0 0,1-1 0 0 0,2 0 0 0 0,-2 2-97 0 0,0 1 0 0 0,0-1 0 0 0,-1 0 1 0 0,1 1-1 0 0,0-1 0 0 0,-1 1 0 0 0,1-1 1 0 0,-1 1-1 0 0,0 0 0 0 0,0-1 0 0 0,1 1 1 0 0,0 4-1 0 0,8 7-56 0 0,2-3-33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49.7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138 0 2304 0 0,'-41'50'7638'0'0,"6"7"-3563"0"0,24-34-3333 0 0,1 0-1 0 0,0 1 1 0 0,2 1 0 0 0,1-1-1 0 0,-7 46 1 0 0,14-63-586 0 0,-1 1 0 0 0,1 0 0 0 0,0-1 0 0 0,1 1 0 0 0,0 0 1 0 0,0-1-1 0 0,0 1 0 0 0,1-1 0 0 0,0 1 0 0 0,1-1 0 0 0,0 0 1 0 0,5 10-1 0 0,-7-15-140 0 0,1 0 1 0 0,-1 1-1 0 0,1-1 0 0 0,-1 0 1 0 0,1 0-1 0 0,0 0 1 0 0,0 0-1 0 0,0-1 1 0 0,0 1-1 0 0,0 0 0 0 0,1-1 1 0 0,-1 0-1 0 0,0 1 1 0 0,1-1-1 0 0,-1 0 0 0 0,1 0 1 0 0,-1 0-1 0 0,1-1 1 0 0,0 1-1 0 0,-1 0 0 0 0,1-1 1 0 0,0 0-1 0 0,-1 0 1 0 0,1 0-1 0 0,0 0 1 0 0,-1 0-1 0 0,1 0 0 0 0,0-1 1 0 0,-1 1-1 0 0,1-1 1 0 0,0 0-1 0 0,-1 0 0 0 0,1 0 1 0 0,-1 0-1 0 0,0 0 1 0 0,1 0-1 0 0,3-4 1 0 0,0 1 7 0 0,0 0 0 0 0,-1-1 0 0 0,1 1 0 0 0,-1-1 0 0 0,-1 0 0 0 0,1-1 0 0 0,-1 1 0 0 0,0-1 0 0 0,0 0 0 0 0,0 0 0 0 0,-1 0 0 0 0,0-1 0 0 0,0 1 1 0 0,-1-1-1 0 0,0 1 0 0 0,0-1 0 0 0,1-8 0 0 0,0 1 48 0 0,-1 1 0 0 0,-1-1-1 0 0,0-1 1 0 0,0 1 0 0 0,-2 0 0 0 0,0 0 0 0 0,-4-22 0 0 0,3 25-175 0 0,-1 1 0 0 0,0-1 0 0 0,0 0 0 0 0,-1 1 0 0 0,0 0 0 0 0,-1 0 0 0 0,0 0 0 0 0,-1 1 0 0 0,0-1 0 0 0,0 1 0 0 0,-1 1 0 0 0,0-1 1 0 0,0 1-1 0 0,-1 0 0 0 0,-13-10 0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50.1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1 164 21661 0 0,'12'-10'1724'0'0,"-10"9"-1898"0"0,-1 0-1 0 0,1 0 0 0 0,0 0 1 0 0,-1 0-1 0 0,1 1 0 0 0,0-1 1 0 0,-1 1-1 0 0,1 0 1 0 0,0-1-1 0 0,0 1 0 0 0,-1 0 1 0 0,1 0-1 0 0,0 0 0 0 0,0 0 1 0 0,-1 0-1 0 0,1 0 0 0 0,0 1 1 0 0,0-1-1 0 0,2 1 1 0 0,14 7 1304 0 0,1 5-928 0 0,-1 0-1 0 0,-1 0 0 0 0,0 2 1 0 0,-1 0-1 0 0,25 31 0 0 0,-75-130 1516 0 0,27 63-1586 0 0,2 0 0 0 0,-5-31 0 0 0,9 46-369 0 0,0-1 1 0 0,1 0-1 0 0,0 0 0 0 0,0 0 1 0 0,1 0-1 0 0,0 0 1 0 0,0 0-1 0 0,1 0 1 0 0,-1 0-1 0 0,1 1 0 0 0,6-13 1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50.3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15203 0 0,'19'21'894'0'0,"52"63"3308"0"0,-63-73-4014 0 0,-1 0-1 0 0,0 1 1 0 0,0 0 0 0 0,-1 0-1 0 0,-1 0 1 0 0,5 13 0 0 0,-10-21 157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50.5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0 11522 0 0,'6'16'8297'0'0,"-10"18"-5405"0"0,1-3-4056 0 0,4-19 816 0 0,2 3 169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50.7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 15843 0 0,'7'-11'6366'0'0,"-7"13"-6299"0"0,1-1 0 0 0,-1 1 0 0 0,1 0 0 0 0,-1 0 0 0 0,0-1-1 0 0,0 1 1 0 0,0 0 0 0 0,0 0 0 0 0,0-1 0 0 0,0 1 0 0 0,-1 2 0 0 0,1 0 41 0 0,6 198 1079 0 0,-6-111-1260 0 0,5-1-1 0 0,23 138 0 0 0,-24-211-257 0 0,1 0 0 0 0,0-1-1 0 0,10 20 1 0 0,-5-16-833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50.9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68 9218 0 0,'-1'2'2456'0'0,"1"-2"-2393"0"0,13 0 1250 0 0,18-3-216 0 0,95-33 12 0 0,-54 14-3027 0 0,-41 13 1023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51.2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1840 0 0,'28'9'4963'0'0,"-24"-7"-4369"0"0,0 0 0 0 0,0 0-1 0 0,0 1 1 0 0,-1 0 0 0 0,1 0 0 0 0,-1 0 0 0 0,0 0 0 0 0,0 0 0 0 0,0 1-1 0 0,0-1 1 0 0,0 1 0 0 0,-1 0 0 0 0,3 4 0 0 0,0 3 886 0 0,-1 0-1 0 0,0 0 1 0 0,3 19 0 0 0,-6-21-1245 0 0,1 0 0 0 0,1 0 0 0 0,0 0 0 0 0,0 0 0 0 0,0-1 1 0 0,1 1-1 0 0,9 13 0 0 0,-12-21-235 0 0,0 0 0 0 0,0 1 0 0 0,0-1 0 0 0,0 0-1 0 0,0 0 1 0 0,0 0 0 0 0,1 0 0 0 0,-1-1 0 0 0,0 1 0 0 0,0 0 0 0 0,1 0 0 0 0,-1-1 0 0 0,1 1 0 0 0,-1-1-1 0 0,0 1 1 0 0,1-1 0 0 0,-1 0 0 0 0,1 1 0 0 0,-1-1 0 0 0,4 0 0 0 0,-2 0 0 0 0,1-1 1 0 0,-1 0-1 0 0,0 1 1 0 0,1-1-1 0 0,-1 0 1 0 0,0 0-1 0 0,0-1 1 0 0,0 1-1 0 0,3-3 1 0 0,7-4-16 0 0,-1 0 1 0 0,-1-1 0 0 0,15-15-1 0 0,-24 22 6 0 0,3-3 34 0 0,0 0-1 0 0,1 0 1 0 0,-1 0-1 0 0,1 1 1 0 0,0 0 0 0 0,13-6-1 0 0,-17 9-6 0 0,0 1 0 0 0,-1-1 0 0 0,1 1 0 0 0,0 0 0 0 0,-1 0 0 0 0,1 0 0 0 0,0 0 0 0 0,0 0 0 0 0,-1 0 0 0 0,1 0 0 0 0,0 0 0 0 0,0 1 0 0 0,-1-1 0 0 0,1 1 0 0 0,-1-1 0 0 0,1 1 0 0 0,0 0-1 0 0,-1-1 1 0 0,1 1 0 0 0,-1 0 0 0 0,1 0 0 0 0,-1 0 0 0 0,0 0 0 0 0,1 1 0 0 0,-1-1 0 0 0,0 0 0 0 0,0 0 0 0 0,0 1 0 0 0,0-1 0 0 0,0 1 0 0 0,0-1 0 0 0,0 1 0 0 0,-1-1 0 0 0,1 1 0 0 0,0 2 0 0 0,3 5 42 0 0,0 1 1 0 0,-1-1 0 0 0,-1 1-1 0 0,0 0 1 0 0,0 0 0 0 0,-1 1 0 0 0,0-1-1 0 0,0 0 1 0 0,-1 0 0 0 0,-1 0-1 0 0,0 1 1 0 0,0-1 0 0 0,-1 0-1 0 0,0 0 1 0 0,-4 9 0 0 0,-4 12 18 0 0,-1-1 0 0 0,-2 0 0 0 0,-23 41 0 0 0,-10 4-794 0 0,-4-2 0 0 0,-82 94 0 0 0,102-132-7480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51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234 2 10594 0 0,'-1'-1'224'0'0,"0"1"-1"0"0,0 0 0 0 0,0 0 1 0 0,0-1-1 0 0,0 1 0 0 0,-1 0 1 0 0,1 0-1 0 0,0 0 0 0 0,0 0 1 0 0,0 0-1 0 0,0 1 0 0 0,0-1 1 0 0,0 0-1 0 0,0 0 0 0 0,0 1 0 0 0,0-1 1 0 0,0 1-1 0 0,0-1 0 0 0,0 1 1 0 0,-1 0-1 0 0,-22 12 1514 0 0,23-13-1709 0 0,-11 8 258 0 0,-1 2-1 0 0,2-1 1 0 0,-1 2 0 0 0,1-1-1 0 0,1 1 1 0 0,0 1-1 0 0,0 0 1 0 0,1 1 0 0 0,1-1-1 0 0,-9 19 1 0 0,6-9 138 0 0,1 0-1 0 0,0 1 1 0 0,2 1 0 0 0,1 0-1 0 0,-7 40 1 0 0,13-56-618 0 0,0 0 0 0 0,1 1 1 0 0,-1-1-1 0 0,2 0 0 0 0,-1 1 1 0 0,1-1-1 0 0,0 0 0 0 0,4 13 0 0 0,-4-19 58 0 0,0 1 0 0 0,0 0 0 0 0,0-1 0 0 0,0 1-1 0 0,1 0 1 0 0,-1-1 0 0 0,1 1 0 0 0,0-1 0 0 0,0 0-1 0 0,0 0 1 0 0,0 0 0 0 0,0 0 0 0 0,0 0 0 0 0,0 0-1 0 0,1 0 1 0 0,-1-1 0 0 0,1 1 0 0 0,-1-1 0 0 0,1 1-1 0 0,-1-1 1 0 0,1 0 0 0 0,0 0 0 0 0,0-1 0 0 0,-1 1-1 0 0,1 0 1 0 0,0-1 0 0 0,5 1 0 0 0,11-2-6174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52.0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133 0 12443 0 0,'-3'1'409'0'0,"-1"0"1"0"0,1-1-1 0 0,-1 2 1 0 0,1-1-1 0 0,0 0 1 0 0,-1 1-1 0 0,1-1 1 0 0,0 1 0 0 0,0 0-1 0 0,0 0 1 0 0,0 0-1 0 0,1 0 1 0 0,-1 1-1 0 0,0-1 1 0 0,1 1-1 0 0,0 0 1 0 0,-1-1-1 0 0,1 1 1 0 0,-3 5-1 0 0,-4 7 176 0 0,1 0-1 0 0,-11 27 0 0 0,11-23-519 0 0,2 1 0 0 0,0-1 0 0 0,1 1 0 0 0,-4 29 0 0 0,8-41-67 0 0,0-1 0 0 0,1 1 1 0 0,0-1-1 0 0,0 1 0 0 0,1-1 1 0 0,0 1-1 0 0,0-1 1 0 0,1 0-1 0 0,0 1 0 0 0,0-1 1 0 0,0 0-1 0 0,1 0 1 0 0,0 0-1 0 0,1-1 0 0 0,5 10 1 0 0,-8-15-31 0 0,1 1 1 0 0,-1-1-1 0 0,0 0 0 0 0,1 0 1 0 0,-1 1-1 0 0,0-1 0 0 0,1 0 1 0 0,-1-1-1 0 0,1 1 1 0 0,0 0-1 0 0,-1 0 0 0 0,1-1 1 0 0,0 1-1 0 0,-1-1 0 0 0,1 1 1 0 0,0-1-1 0 0,-1 0 0 0 0,1 1 1 0 0,0-1-1 0 0,0 0 1 0 0,0 0-1 0 0,-1-1 0 0 0,1 1 1 0 0,0 0-1 0 0,0 0 0 0 0,-1-1 1 0 0,1 1-1 0 0,0-1 0 0 0,-1 0 1 0 0,1 1-1 0 0,-1-1 1 0 0,1 0-1 0 0,-1 0 0 0 0,1 0 1 0 0,-1 0-1 0 0,1 0 0 0 0,1-2 1 0 0,7-6-859 0 0,1 0 0 0 0,-2-1 1 0 0,16-19-1 0 0,-17 20 636 0 0,7-10 220 0 0,-4 0 34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52.4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22 7834 0 0,'0'-1'490'0'0,"1"-1"0"0"0,0 1 1 0 0,-1 0-1 0 0,1-1 0 0 0,0 1 1 0 0,0 0-1 0 0,0-1 1 0 0,0 1-1 0 0,1-1 491 0 0,-1 1-491 0 0,2-1 0 0 0,-3 1-400 0 0,0 1 0 0 0,0 0-1 0 0,1 0 1 0 0,-1-1 0 0 0,0 1-1 0 0,0 0 1 0 0,0 0 0 0 0,1-1-1 0 0,-1 1 1 0 0,0 0-1 0 0,0 0 1 0 0,1 0 0 0 0,-1 0-1 0 0,0-1 1 0 0,1 1 0 0 0,-1 0-1 0 0,0 0 1 0 0,0 0 0 0 0,1 0-1 0 0,-1 0 1 0 0,0 0-1 0 0,1 0 1 0 0,-1 0 0 0 0,0 0-1 0 0,1 0 1 0 0,-1 0 0 0 0,0 0-1 0 0,0 0 1 0 0,1 0 0 0 0,-1 0-1 0 0,0 0 1 0 0,1 0 0 0 0,-1 0-1 0 0,0 0 1 0 0,1 0-1 0 0,-1 1 1 0 0,0-1 0 0 0,0 0-1 0 0,1 0 1 0 0,-1 0 0 0 0,0 0-1 0 0,0 1 1 0 0,1-1 0 0 0,-1 0-1 0 0,0 0 1 0 0,0 1 0 0 0,0-1-1 0 0,1 0 1 0 0,-1 0-1 0 0,0 1 1 0 0,0-1 0 0 0,0 0-1 0 0,0 1 1 0 0,0-1 0 0 0,0 0-1 0 0,0 0 1 0 0,0 1 0 0 0,0-1-1 0 0,1 0 1 0 0,-1 1 0 0 0,0-1-1 0 0,0 0 1 0 0,-1 1-1 0 0,1-1 1 0 0,0 0 0 0 0,0 1-1 0 0,0-1 1 0 0,0 0 0 0 0,0 22 198 0 0,2-1 0 0 0,0 0 1 0 0,1 0-1 0 0,1 0 0 0 0,1 0 0 0 0,0-1 1 0 0,2 1-1 0 0,1-2 0 0 0,0 1 1 0 0,1-1-1 0 0,14 21 0 0 0,-19-35-302 0 0,1 1 0 0 0,0-1-1 0 0,0 1 1 0 0,1-1 0 0 0,6 4 0 0 0,2 0-413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52.8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94 2473 0 0,'56'22'3898'0'0,"-41"-17"-2206"0"0,0 1 0 0 0,-1 0-1 0 0,0 1 1 0 0,19 11 0 0 0,-30-16-1416 0 0,0 1-1 0 0,1-1 1 0 0,-1 1-1 0 0,0 0 1 0 0,-1 0-1 0 0,1 0 1 0 0,0 0 0 0 0,-1 1-1 0 0,0-1 1 0 0,1 1-1 0 0,-2 0 1 0 0,1-1-1 0 0,0 1 1 0 0,-1 0 0 0 0,1 0-1 0 0,-1 0 1 0 0,0 0-1 0 0,-1 0 1 0 0,1 0-1 0 0,-1 0 1 0 0,1 5-1 0 0,-1-8-242 0 0,0-1-1 0 0,0 0 1 0 0,0 0-1 0 0,0 0 1 0 0,0 1-1 0 0,0-1 0 0 0,0 0 1 0 0,0 1-1 0 0,0-1 1 0 0,0 0-1 0 0,0 0 0 0 0,0 1 1 0 0,0-1-1 0 0,0 0 1 0 0,0 0-1 0 0,0 1 1 0 0,0-1-1 0 0,0 0 0 0 0,0 0 1 0 0,0 1-1 0 0,0-1 1 0 0,0 0-1 0 0,-1 0 0 0 0,1 0 1 0 0,0 1-1 0 0,0-1 1 0 0,0 0-1 0 0,0 0 0 0 0,-1 0 1 0 0,1 1-1 0 0,0-1 1 0 0,0 0-1 0 0,0 0 1 0 0,-1 0-1 0 0,1 0 0 0 0,0 0 1 0 0,0 0-1 0 0,-1 1 1 0 0,1-1-1 0 0,0 0 0 0 0,0 0 1 0 0,-1 0-1 0 0,1 0 1 0 0,0 0-1 0 0,-12-9 497 0 0,-7-16-292 0 0,14 16-240 0 0,0 0 0 0 0,0 0 0 0 0,2 0 0 0 0,-1 0 0 0 0,1-1 0 0 0,0 1 0 0 0,1-1 0 0 0,0 0 0 0 0,0 0 0 0 0,1 1 0 0 0,1-18 0 0 0,0 16-1669 0 0,2 1 0 0 0,-1-1 0 0 0,5-16 0 0 0,2 3-5375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52.9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8290 0 0,'11'16'1183'0'0,"-1"-1"0"0"0,-1 1 0 0 0,0 1 0 0 0,-2 0 0 0 0,1 0 0 0 0,4 20-1 0 0,-3-2-572 0 0,-1 0-1 0 0,3 42 1 0 0,-10-66-877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53.2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86 11979 0 0,'2'-7'1064'0'0,"0"3"-848"0"0,2 0-216 0 0,-1 0 0 0 0,0 1 800 0 0,0 2 112 0 0,1-2 24 0 0,3-1 9 0 0,4-3-369 0 0,4-3-80 0 0,0 2-16 0 0,0 0 0 0 0,2 0-1080 0 0,-4 1-216 0 0,2 3-48 0 0,2 1-1 0 0,1 3 729 0 0,1 1 136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54.3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26 134 4145 0 0,'-1'0'154'0'0,"-1"0"1"0"0,1 0-1 0 0,0-1 1 0 0,0 1-1 0 0,0 0 1 0 0,0-1-1 0 0,0 1 1 0 0,0-1-1 0 0,-1 1 0 0 0,1-1 1 0 0,0 1-1 0 0,0-1 1 0 0,0 0-1 0 0,1 1 1 0 0,-1-1-1 0 0,0 0 1 0 0,0 0-1 0 0,0 0 1 0 0,1 0-1 0 0,-1 0 0 0 0,0 0 1 0 0,1 0-1 0 0,-1 0 1 0 0,1 0-1 0 0,-1 0 1 0 0,1 0-1 0 0,-1 0 1 0 0,1 0-1 0 0,0-1 1 0 0,-1 1-1 0 0,1 0 1 0 0,0 0-1 0 0,0 0 0 0 0,0-1 1 0 0,0 1-1 0 0,0 0 1 0 0,0 0-1 0 0,1 0 1 0 0,-1 0-1 0 0,0-1 1 0 0,1-1-1 0 0,-1 1 57 0 0,1 1-1 0 0,-1-1 1 0 0,1 0-1 0 0,-1 0 1 0 0,1 0-1 0 0,0 1 1 0 0,0-1 0 0 0,-1 0-1 0 0,1 1 1 0 0,0-1-1 0 0,1 0 1 0 0,-1 1-1 0 0,0 0 1 0 0,0-1 0 0 0,1 1-1 0 0,-1 0 1 0 0,0-1-1 0 0,1 1 1 0 0,0 0-1 0 0,-1 0 1 0 0,1 0-1 0 0,-1 0 1 0 0,1 1 0 0 0,0-1-1 0 0,0 0 1 0 0,0 1-1 0 0,-1-1 1 0 0,1 1-1 0 0,2-1 1 0 0,0 2-10 0 0,-1-1 0 0 0,0 1 0 0 0,0 0 0 0 0,1 0 0 0 0,-1 0 0 0 0,0 0 0 0 0,0 1 0 0 0,0-1 0 0 0,0 1 0 0 0,0 0 0 0 0,0 0 0 0 0,-1 0 1 0 0,1 0-1 0 0,-1 0 0 0 0,1 1 0 0 0,-1-1 0 0 0,0 1 0 0 0,0-1 0 0 0,0 1 0 0 0,0 0 0 0 0,0 0 0 0 0,-1 0 0 0 0,1 0 0 0 0,0 4 0 0 0,7 13-116 0 0,-2 0-1 0 0,8 37 1 0 0,-8-32 183 0 0,-2-8-254 0 0,-1-6 32 0 0,-1 0 0 0 0,0 0 0 0 0,-1 0 0 0 0,0 0 0 0 0,0 0 0 0 0,-1 21 0 0 0,-1-32-34 0 0,0 0 0 0 0,0 1 0 0 0,0-1 0 0 0,0 0 0 0 0,0 0 0 0 0,0 0-1 0 0,0 0 1 0 0,0 0 0 0 0,0 0 0 0 0,0 0 0 0 0,-1 0 0 0 0,1 0 0 0 0,0 0 0 0 0,0 0 0 0 0,0 0 0 0 0,0 1 0 0 0,0-1 0 0 0,0 0 0 0 0,0 0 0 0 0,0 0 0 0 0,0 0 0 0 0,0 0 0 0 0,0 0-1 0 0,-1 0 1 0 0,1 0 0 0 0,0 0 0 0 0,0 0 0 0 0,0 0 0 0 0,0 0 0 0 0,0 0 0 0 0,0 0 0 0 0,0 0 0 0 0,0 0 0 0 0,0 0 0 0 0,-1 0 0 0 0,1 0 0 0 0,0 0 0 0 0,0 0 0 0 0,0 0 0 0 0,0 0-1 0 0,0 0 1 0 0,0 0 0 0 0,0 0 0 0 0,0 0 0 0 0,0-1 0 0 0,0 1 0 0 0,-1 0 0 0 0,1 0 0 0 0,0 0 0 0 0,0 0 0 0 0,0 0 0 0 0,0 0 0 0 0,0 0 0 0 0,0 0 0 0 0,0 0 0 0 0,0 0 0 0 0,0 0-1 0 0,0 0 1 0 0,0-1 0 0 0,0 1 0 0 0,0 0 0 0 0,0 0 0 0 0,0 0 0 0 0,0 0 0 0 0,0 0 0 0 0,0 0 0 0 0,-8-12 439 0 0,-5-13 22 0 0,7 5-377 0 0,1-1 0 0 0,0 0 0 0 0,2 0 0 0 0,0 0 0 0 0,1 0 0 0 0,2-28 0 0 0,1 29-872 0 0,0 0-1 0 0,2 0 1 0 0,9-34-1 0 0,-5 32-7223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54.5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6449 0 0,'2'36'3555'0'0,"2"0"-1"0"0,13 58 1 0 0,-7-42-1299 0 0,8 24 65 0 0,-16-69-2341 0 0,1 0 0 0 0,0 0 0 0 0,0 0 0 0 0,0 0 0 0 0,1-1 0 0 0,-1 1 0 0 0,2-1 0 0 0,6 7 0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54.7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2304 0 0,'12'18'10275'0'0,"-7"-11"-9187"0"0,1 1-320 0 0,1 1-64 0 0,-2 2-16 0 0,2 0-1296 0 0,0 3-256 0 0,1 3-48 0 0,-1-2-16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55.0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120 235 3225 0 0,'11'-8'873'0'0,"0"0"0"0"0,-1-1 1 0 0,0 0-1 0 0,0-1 0 0 0,-1 0 0 0 0,0 0 1 0 0,10-17-1 0 0,-16 22-447 0 0,1 1-1 0 0,-1-1 1 0 0,-1 0 0 0 0,1 0 0 0 0,-1 0 0 0 0,0-1-1 0 0,0 1 1 0 0,0-1 0 0 0,-1 1 0 0 0,0-1-1 0 0,0 1 1 0 0,0-1 0 0 0,-1 1 0 0 0,0-1-1 0 0,0 0 1 0 0,0 1 0 0 0,-1-1 0 0 0,0 0 0 0 0,0 1-1 0 0,-2-7 1 0 0,2 10-360 0 0,1 1-1 0 0,-1-1 1 0 0,0 1-1 0 0,0-1 1 0 0,0 1 0 0 0,1 0-1 0 0,-1 0 1 0 0,-1-1-1 0 0,1 1 1 0 0,0 0 0 0 0,0 0-1 0 0,0 0 1 0 0,0 0-1 0 0,-1 0 1 0 0,1 0 0 0 0,-1 0-1 0 0,1 1 1 0 0,0-1-1 0 0,-1 0 1 0 0,1 1-1 0 0,-1-1 1 0 0,-2 1 0 0 0,1-1-22 0 0,-1 1 1 0 0,1 0-1 0 0,0 1 0 0 0,0-1 1 0 0,0 1-1 0 0,-1-1 1 0 0,1 1-1 0 0,0 0 1 0 0,0 0-1 0 0,-5 3 1 0 0,-4 2-45 0 0,0 1 0 0 0,0 1 0 0 0,0 0 0 0 0,-10 10 0 0 0,13-10-27 0 0,0 1 1 0 0,0 0-1 0 0,1 0 1 0 0,0 0-1 0 0,1 1 0 0 0,0 1 1 0 0,0-1-1 0 0,-8 21 1 0 0,13-27 34 0 0,0 1 1 0 0,0 0 0 0 0,1 0-1 0 0,0 1 1 0 0,0-1 0 0 0,0 0-1 0 0,0 0 1 0 0,1 0 0 0 0,0 1-1 0 0,0-1 1 0 0,0 0 0 0 0,1 0-1 0 0,0 1 1 0 0,0-1 0 0 0,0 0-1 0 0,0 0 1 0 0,1 0 0 0 0,0 0-1 0 0,0 0 1 0 0,1-1 0 0 0,-1 1-1 0 0,6 8 1 0 0,0-5 31 0 0,0 1 1 0 0,0-1-1 0 0,1 0 1 0 0,0-1-1 0 0,0 0 0 0 0,1-1 1 0 0,0 1-1 0 0,0-2 1 0 0,0 0-1 0 0,1 0 1 0 0,0-1-1 0 0,0 0 0 0 0,0 0 1 0 0,13 1-1 0 0,-14-3-431 0 0,1-1 0 0 0,-1 0 1 0 0,1-1-1 0 0,-1 0 0 0 0,17-2 0 0 0,-4-2-6609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55.3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1 103 9218 0 0,'3'3'687'0'0,"0"0"1"0"0,0 1-1 0 0,1-1 0 0 0,-1 0 1 0 0,1 0-1 0 0,0-1 0 0 0,0 1 1 0 0,0-1-1 0 0,0 0 1 0 0,7 2-1 0 0,17 12 2010 0 0,-23-12-2540 0 0,-1 0-1 0 0,1 0 1 0 0,-1 0 0 0 0,0 1-1 0 0,0-1 1 0 0,-1 1 0 0 0,0 0-1 0 0,1 1 1 0 0,-2-1 0 0 0,1 0-1 0 0,0 1 1 0 0,-1-1 0 0 0,0 1-1 0 0,-1 0 1 0 0,1 0 0 0 0,-1 0-1 0 0,0 0 1 0 0,0 6 0 0 0,-1-12-135 0 0,0 1-1 0 0,0-1 1 0 0,0 0 0 0 0,0 0 0 0 0,0 1-1 0 0,0-1 1 0 0,0 0 0 0 0,0 0 0 0 0,0 1-1 0 0,0-1 1 0 0,0 0 0 0 0,0 1 0 0 0,0-1 0 0 0,0 0-1 0 0,0 0 1 0 0,0 1 0 0 0,0-1 0 0 0,0 0-1 0 0,0 0 1 0 0,-1 1 0 0 0,1-1 0 0 0,0 0-1 0 0,0 0 1 0 0,0 1 0 0 0,0-1 0 0 0,-1 0-1 0 0,1 0 1 0 0,0 0 0 0 0,0 1 0 0 0,0-1 0 0 0,-1 0-1 0 0,1 0 1 0 0,0 0 0 0 0,0 0 0 0 0,-1 0-1 0 0,1 1 1 0 0,0-1 0 0 0,-1 0 0 0 0,-4-11 522 0 0,-2-20 49 0 0,7 12-557 0 0,1-1 0 0 0,0 1 0 0 0,1 0 0 0 0,1 0 0 0 0,8-24 0 0 0,9-13-7175 0 0,-8 30-399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55.6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261 18 7834 0 0,'1'0'91'0'0,"-1"-1"-1"0"0,0 1 1 0 0,0 0 0 0 0,0-1 0 0 0,0 1 0 0 0,0-1 0 0 0,1 1 0 0 0,-1-1 0 0 0,0 1 0 0 0,0-1 0 0 0,0 1 0 0 0,0-1-1 0 0,0 1 1 0 0,0-1 0 0 0,-1 1 0 0 0,1-1 0 0 0,0 1 0 0 0,0-1 0 0 0,0 1 0 0 0,0-1 0 0 0,0 1 0 0 0,-1 0 0 0 0,1-1-1 0 0,0 1 1 0 0,0-1 0 0 0,-1 1 0 0 0,1 0 0 0 0,0-1 0 0 0,-1 1 0 0 0,1-1 0 0 0,0 1 0 0 0,-1 0 0 0 0,1 0 0 0 0,-1-1-1 0 0,-21-2 3270 0 0,-24 14 556 0 0,32-6-3620 0 0,1 2 1 0 0,-1 0-1 0 0,1 1 1 0 0,1 0-1 0 0,-1 1 1 0 0,1 0-1 0 0,1 1 1 0 0,0 0-1 0 0,0 1 1 0 0,1 0-1 0 0,0 1 1 0 0,1 0-1 0 0,1 0 1 0 0,-10 18-1 0 0,17-27-296 0 0,-1 0 0 0 0,1 1 0 0 0,0-1 0 0 0,0 0-1 0 0,0 1 1 0 0,0-1 0 0 0,1 1 0 0 0,-1-1 0 0 0,1 1 0 0 0,0-1-1 0 0,0 1 1 0 0,0-1 0 0 0,0 1 0 0 0,1-1 0 0 0,0 1 0 0 0,0-1 0 0 0,-1 1-1 0 0,2-1 1 0 0,-1 0 0 0 0,0 1 0 0 0,1-1 0 0 0,0 0 0 0 0,-1 0-1 0 0,1 0 1 0 0,0 0 0 0 0,5 4 0 0 0,5 6-15 0 0,1-1 0 0 0,0-1 0 0 0,1 0 0 0 0,21 12 0 0 0,1 2 1 0 0,-27-18 18 0 0,0 0 1 0 0,0 1 0 0 0,-1 0-1 0 0,0 0 1 0 0,0 1-1 0 0,7 10 1 0 0,-13-16-4 0 0,-1 0 0 0 0,1 0 1 0 0,0 1-1 0 0,-1-1 0 0 0,0 0 1 0 0,0 1-1 0 0,0-1 0 0 0,0 0 0 0 0,0 1 1 0 0,-1-1-1 0 0,1 1 0 0 0,-1 0 0 0 0,0-1 1 0 0,0 1-1 0 0,0-1 0 0 0,-1 1 1 0 0,1-1-1 0 0,-1 1 0 0 0,0-1 0 0 0,0 1 1 0 0,0-1-1 0 0,-1 0 0 0 0,1 1 1 0 0,-3 2-1 0 0,1 1-102 0 0,-1-1 0 0 0,-1 0-1 0 0,1 0 1 0 0,-1 0 0 0 0,0-1 0 0 0,-1 1 0 0 0,1-1 0 0 0,-1 0 0 0 0,0-1-1 0 0,0 1 1 0 0,-1-1 0 0 0,-7 3 0 0 0,-4 1-7530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59.6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52 10594 0 0,'-3'-5'1273'0'0,"0"0"-1"0"0,1 0 1 0 0,0-1-1 0 0,0 1 1 0 0,0 0-1 0 0,-2-11 1 0 0,3 11-87 0 0,20 92-467 0 0,8 96-1 0 0,-5 96 815 0 0,-13-158-1306 0 0,-7-96-384 0 0,0-12-165 0 0,-1 0 0 0 0,0 0 1 0 0,-1 0-1 0 0,0 0 0 0 0,-1 0 1 0 0,0 0-1 0 0,-1 0 0 0 0,-6 18 0 0 0,3-21-1909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09:59.8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1 285 10594 0 0,'2'-11'335'0'0,"0"1"0"0"0,1 0 0 0 0,0 0 0 0 0,1 0 1 0 0,0 0-1 0 0,1 0 0 0 0,0 1 0 0 0,1 0 0 0 0,0 0 0 0 0,9-11 0 0 0,5-3 1101 0 0,0 2 0 0 0,35-28 0 0 0,-42 38-876 0 0,0 1-1 0 0,1 0 1 0 0,1 2-1 0 0,21-11 1 0 0,-31 17-513 0 0,1-1-1 0 0,0 1 0 0 0,0 0 1 0 0,0 0-1 0 0,0 1 0 0 0,0-1 1 0 0,0 1-1 0 0,0 1 1 0 0,0-1-1 0 0,1 1 0 0 0,-1 0 1 0 0,0 1-1 0 0,0-1 1 0 0,12 4-1 0 0,-5 3-1306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0:00.0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0 178 11058 0 0,'27'-13'1039'0'0,"-1"-2"-1"0"0,-1-1 0 0 0,39-32 1 0 0,-12 9-1406 0 0,-41 30 191 0 0,30-18-655 0 0,-39 25 420 0 0,1 1 1 0 0,-1 0 0 0 0,1-1 0 0 0,0 1 0 0 0,-1 0-1 0 0,1 1 1 0 0,0-1 0 0 0,0 0 0 0 0,-1 1 0 0 0,1 0 0 0 0,0-1-1 0 0,0 1 1 0 0,4 1 0 0 0,-6-1 319 0 0,0 1-1 0 0,0-1 1 0 0,0 1 0 0 0,0-1-1 0 0,0 1 1 0 0,0 0-1 0 0,0-1 1 0 0,0 1 0 0 0,0 0-1 0 0,-1 0 1 0 0,1 0 0 0 0,0-1-1 0 0,-1 1 1 0 0,1 0 0 0 0,0 0-1 0 0,-1 0 1 0 0,1 0-1 0 0,-1 0 1 0 0,0 0 0 0 0,1 0-1 0 0,-1 0 1 0 0,0 0 0 0 0,0 1-1 0 0,1-1 1 0 0,-1 0 0 0 0,0 0-1 0 0,0 0 1 0 0,0 0-1 0 0,0 0 1 0 0,-1 0 0 0 0,1 2-1 0 0,-7 34 230 0 0,-1-13-198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0:00.1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90 10138 0 0,'-1'2'132'0'0,"0"1"1"0"0,1-1-1 0 0,0 1 0 0 0,-1-1 0 0 0,1 0 0 0 0,0 1 0 0 0,0-1 1 0 0,0 1-1 0 0,1-1 0 0 0,-1 1 0 0 0,0-1 0 0 0,1 1 1 0 0,0-1-1 0 0,0 0 0 0 0,-1 1 0 0 0,1-1 0 0 0,3 4 0 0 0,-2-4 150 0 0,0 0 0 0 0,1-1 0 0 0,-1 1 0 0 0,0-1-1 0 0,1 0 1 0 0,-1 1 0 0 0,1-1 0 0 0,0 0-1 0 0,-1-1 1 0 0,1 1 0 0 0,0 0 0 0 0,-1-1 0 0 0,1 0-1 0 0,0 1 1 0 0,0-1 0 0 0,4 0 0 0 0,2-1 170 0 0,0 1 0 0 0,-1-1 0 0 0,1-1 0 0 0,0 1 0 0 0,-1-2 0 0 0,1 1 0 0 0,-1-1 0 0 0,0 0 0 0 0,14-8 0 0 0,7-6-410 0 0,34-25 1 0 0,-2 1-4438 0 0,-37 27-96 0 0,2 3-214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0:00.4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1 17052 0 0,'-2'0'159'0'0,"0"1"1"0"0,1 0 0 0 0,-1 0-1 0 0,1 0 1 0 0,-1 0 0 0 0,1 0-1 0 0,-1 0 1 0 0,1 0 0 0 0,0 1-1 0 0,-1-1 1 0 0,1 1 0 0 0,0-1-1 0 0,0 0 1 0 0,0 1 0 0 0,0 0-1 0 0,0-1 1 0 0,1 1 0 0 0,-1 0-1 0 0,0-1 1 0 0,1 1-1 0 0,-1 0 1 0 0,1 0 0 0 0,0-1-1 0 0,-1 1 1 0 0,1 0 0 0 0,0 0-1 0 0,0 0 1 0 0,0 0 0 0 0,1 3-1 0 0,0 10 284 0 0,0-1-1 0 0,7 27 0 0 0,-5-23-110 0 0,52 355 872 0 0,-45-297-1441 0 0,-3-41-97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0:00.7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0 370 7370 0 0,'20'-12'3954'0'0,"50"-33"2711"0"0,-1-8-3804 0 0,-51 38-2681 0 0,-1-1 0 0 0,-1-1 0 0 0,0 0 0 0 0,-2-1 0 0 0,17-25 0 0 0,-27 35-146 0 0,0 1 0 0 0,0-1 0 0 0,0 0 0 0 0,-1 0-1 0 0,-1-1 1 0 0,1 1 0 0 0,-2-1 0 0 0,2-9 0 0 0,-2 16-50 0 0,-1 0 0 0 0,0 0 1 0 0,0 0-1 0 0,0 1 0 0 0,0-1 0 0 0,0 0 0 0 0,-1 0 1 0 0,1 0-1 0 0,0 0 0 0 0,-1 1 0 0 0,1-1 1 0 0,-1 0-1 0 0,0 0 0 0 0,0 1 0 0 0,1-1 0 0 0,-1 1 1 0 0,0-1-1 0 0,-1 1 0 0 0,1-1 0 0 0,0 1 1 0 0,0-1-1 0 0,0 1 0 0 0,-1 0 0 0 0,1 0 0 0 0,-1 0 1 0 0,1 0-1 0 0,-1 0 0 0 0,0 0 0 0 0,1 0 1 0 0,-1 0-1 0 0,0 0 0 0 0,1 1 0 0 0,-1-1 0 0 0,0 1 1 0 0,0-1-1 0 0,0 1 0 0 0,1 0 0 0 0,-1 0 0 0 0,0 0 1 0 0,0 0-1 0 0,0 0 0 0 0,0 0 0 0 0,-2 1 1 0 0,-1-1-50 0 0,1 0 1 0 0,-1 1-1 0 0,1-1 1 0 0,-1 1 0 0 0,1 0-1 0 0,0 1 1 0 0,-1-1-1 0 0,1 1 1 0 0,0-1 0 0 0,0 1-1 0 0,0 1 1 0 0,0-1-1 0 0,0 0 1 0 0,1 1 0 0 0,-1 0-1 0 0,1 0 1 0 0,-1 0-1 0 0,-2 4 1 0 0,3-2 45 0 0,-1 0 0 0 0,1 0 0 0 0,0 0 0 0 0,1 1 0 0 0,0-1 0 0 0,-1 1 0 0 0,2 0 0 0 0,-1-1 0 0 0,1 1 0 0 0,0 0 0 0 0,0 0 0 0 0,0 8 0 0 0,1-3 72 0 0,0 1-1 0 0,1-1 1 0 0,0 1-1 0 0,1-1 0 0 0,0 1 1 0 0,1-1-1 0 0,0 0 1 0 0,1 0-1 0 0,0 0 1 0 0,1-1-1 0 0,0 0 1 0 0,0 1-1 0 0,13 15 0 0 0,-13-20-183 0 0,1 1 0 0 0,0-2-1 0 0,1 1 1 0 0,0-1-1 0 0,-1 0 1 0 0,2 0-1 0 0,-1-1 1 0 0,0 1-1 0 0,1-2 1 0 0,0 1-1 0 0,8 2 1 0 0,5-1-6773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0:01.0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154 22 11979 0 0,'0'-1'217'0'0,"-1"0"0"0"0,1 0 0 0 0,-1 0 0 0 0,1-1 0 0 0,-1 1 0 0 0,1 0 0 0 0,-1 0 0 0 0,0 0 0 0 0,0 0 0 0 0,1 0 0 0 0,-1 0 0 0 0,0 1 0 0 0,0-1 0 0 0,0 0 1 0 0,0 0-1 0 0,0 0 0 0 0,0 1 0 0 0,0-1 0 0 0,-1 1 0 0 0,1-1 0 0 0,0 1 0 0 0,-2-1 0 0 0,0 0 50 0 0,0 1 0 0 0,0 0 0 0 0,1 0 0 0 0,-1 0 0 0 0,0 0 0 0 0,0 0 0 0 0,1 1 0 0 0,-1-1 0 0 0,0 1 0 0 0,-2 1 0 0 0,-2 0 9 0 0,1 1 0 0 0,-1 0 0 0 0,1 0 1 0 0,0 1-1 0 0,0 0 0 0 0,0 0 0 0 0,-8 8 0 0 0,9-7-230 0 0,1 0 1 0 0,0 0 0 0 0,0 1-1 0 0,1 0 1 0 0,-1-1-1 0 0,1 1 1 0 0,1 0 0 0 0,-1 0-1 0 0,1 1 1 0 0,0-1-1 0 0,0 0 1 0 0,1 1 0 0 0,0-1-1 0 0,0 1 1 0 0,0 0 0 0 0,1-1-1 0 0,0 1 1 0 0,1-1-1 0 0,-1 1 1 0 0,1 0 0 0 0,0-1-1 0 0,1 1 1 0 0,0-1-1 0 0,0 0 1 0 0,0 0 0 0 0,0 1-1 0 0,1-1 1 0 0,0-1 0 0 0,1 1-1 0 0,-1 0 1 0 0,1-1-1 0 0,0 0 1 0 0,1 0 0 0 0,-1 0-1 0 0,1 0 1 0 0,0-1-1 0 0,0 0 1 0 0,0 0 0 0 0,1 0-1 0 0,-1 0 1 0 0,1-1 0 0 0,8 4-1 0 0,-9-6-145 0 0,1 1 0 0 0,-1-1 0 0 0,1 0 0 0 0,0 0 1 0 0,-1 0-1 0 0,1-1 0 0 0,0 0 0 0 0,-1 0 0 0 0,1-1 0 0 0,9-1 0 0 0,7-3-721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0:01.2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13827 0 0,'0'0'1062'0'0,"19"17"4509"0"0,-5-2-4970 0 0,0 0-1 0 0,-1 1 1 0 0,0 1-1 0 0,-1 0 1 0 0,-2 1 0 0 0,1 0-1 0 0,9 25 1 0 0,-11-17-369 0 0,0 1 1 0 0,-2 0 0 0 0,-1 1 0 0 0,5 53-1 0 0,1 83 259 0 0,1 1-3509 0 0,-12-142-5600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0:01.4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1 203 11058 0 0,'57'-84'5833'0'0,"-42"66"-5117"0"0,0 1 0 0 0,25-23 0 0 0,-34 35-952 0 0,1 1 0 0 0,0-1 0 0 0,0 1 0 0 0,0 1 0 0 0,1-1 0 0 0,-1 1 0 0 0,1 0 0 0 0,0 1 0 0 0,0 0 0 0 0,10-1 1 0 0,5-3 235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0:01.7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1 154 11979 0 0,'15'30'3714'0'0,"27"59"472"0"0,-39-81-4130 0 0,0 1 0 0 0,0-1 0 0 0,-1 1 0 0 0,0 0 0 0 0,-1 0 0 0 0,0 0 0 0 0,0 0 0 0 0,-1 13 0 0 0,0-22-49 0 0,0 1 1 0 0,0 0-1 0 0,0-1 1 0 0,0 1-1 0 0,0 0 1 0 0,0-1-1 0 0,-1 1 0 0 0,1-1 1 0 0,0 1-1 0 0,0 0 1 0 0,0-1-1 0 0,-1 1 0 0 0,1-1 1 0 0,0 1-1 0 0,-1 0 1 0 0,1-1-1 0 0,0 1 0 0 0,-1-1 1 0 0,1 1-1 0 0,-1-1 1 0 0,1 1-1 0 0,-1 0 1 0 0,-9-7 958 0 0,-6-22 116 0 0,14 18-1025 0 0,0-1 0 0 0,1 1 0 0 0,1-1 0 0 0,-1 1 0 0 0,2-1 0 0 0,-1 1 0 0 0,2-1 0 0 0,-1 1 0 0 0,1 0 0 0 0,1-1 0 0 0,0 1 0 0 0,0 0 0 0 0,9-16 0 0 0,3-5-400 0 0,2 0 0 0 0,36-50-1 0 0,-37 59-1459 0 0,-1 3-5625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0:02.0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34 6 5065 0 0,'-1'0'138'0'0,"1"-1"-1"0"0,-1 1 1 0 0,0 0 0 0 0,0 0-1 0 0,0-1 1 0 0,1 1 0 0 0,-1 0 0 0 0,0 0-1 0 0,0 0 1 0 0,0 0 0 0 0,0 0-1 0 0,1 0 1 0 0,-1 1 0 0 0,0-1-1 0 0,0 0 1 0 0,0 0 0 0 0,1 0-1 0 0,-1 1 1 0 0,0-1 0 0 0,0 1-1 0 0,0-1 1 0 0,-8 20 4200 0 0,7-11-3878 0 0,0 0 1 0 0,1 0-1 0 0,0 1 0 0 0,0-1 1 0 0,1 1-1 0 0,0-1 1 0 0,1 0-1 0 0,0 1 0 0 0,1-1 1 0 0,0 0-1 0 0,4 14 1 0 0,-4-18-236 0 0,0 1 1 0 0,0-1 0 0 0,0 0 0 0 0,1 0 0 0 0,-1 0 0 0 0,1 0 0 0 0,1 0 0 0 0,-1-1 0 0 0,1 1 0 0 0,-1-1 0 0 0,1 0 0 0 0,0 0-1 0 0,1 0 1 0 0,-1-1 0 0 0,1 1 0 0 0,0-1 0 0 0,-1 0 0 0 0,1-1 0 0 0,1 1 0 0 0,5 1 0 0 0,-10-3-226 0 0,1-1 1 0 0,0 1-1 0 0,-1-1 1 0 0,1 1 0 0 0,0-1-1 0 0,-1 0 1 0 0,1 0-1 0 0,0 0 1 0 0,-1 0-1 0 0,1 0 1 0 0,0 0-1 0 0,0-1 1 0 0,-1 1-1 0 0,1 0 1 0 0,0-1 0 0 0,-1 1-1 0 0,1-1 1 0 0,-1 0-1 0 0,1 0 1 0 0,-1 1-1 0 0,1-1 1 0 0,-1 0-1 0 0,1 0 1 0 0,-1 0-1 0 0,0 0 1 0 0,0-1-1 0 0,1 1 1 0 0,-1 0 0 0 0,0-1-1 0 0,0 1 1 0 0,0 0-1 0 0,-1-1 1 0 0,1 1-1 0 0,0-1 1 0 0,0 1-1 0 0,-1-1 1 0 0,1 0-1 0 0,-1 1 1 0 0,1-1-1 0 0,-1 0 1 0 0,0 1 0 0 0,0-1-1 0 0,0 0 1 0 0,0-1-1 0 0,1-4 0 0 0,-1 0 0 0 0,1 0 0 0 0,-2-1 0 0 0,1 1-1 0 0,-1 1 1 0 0,0-1 0 0 0,-1 0 0 0 0,1 0 0 0 0,-5-9 0 0 0,0 3-96 0 0,0 1 1 0 0,-2 0 0 0 0,1 0 0 0 0,-1 1 0 0 0,-1 0 0 0 0,-10-10 0 0 0,-17-9-6505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0:02.4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66 9674 0 0,'17'-13'423'0'0,"-12"8"303"0"0,1 0 0 0 0,0 1 0 0 0,0-1 0 0 0,0 2 0 0 0,0-1 0 0 0,1 0 0 0 0,-1 1 0 0 0,1 1 0 0 0,0-1 0 0 0,0 1 0 0 0,14-3 0 0 0,-20 5-630 0 0,1 1 0 0 0,-1-1 0 0 0,1 0 0 0 0,-1 1 0 0 0,1-1 0 0 0,-1 1 0 0 0,0 0 0 0 0,1-1 0 0 0,-1 1 0 0 0,0 0 0 0 0,0 0 0 0 0,1 0 0 0 0,-1 0 0 0 0,0 0 0 0 0,0 0 0 0 0,0 0 0 0 0,0 0 0 0 0,0 0 0 0 0,0 0 0 0 0,-1 1 0 0 0,1-1 0 0 0,0 0 0 0 0,-1 1 0 0 0,1-1 0 0 0,0 1 0 0 0,-1-1 0 0 0,0 0 0 0 0,1 3 0 0 0,7 47 219 0 0,-7-40-125 0 0,3 30 57 0 0,4 36-158 0 0,-7-71-91 0 0,0 0 0 0 0,0 0 0 0 0,1-1 0 0 0,0 1-1 0 0,1-1 1 0 0,-1 1 0 0 0,1-1 0 0 0,0 0 0 0 0,0 0-1 0 0,5 6 1 0 0,-8-10-5 0 0,1-1 0 0 0,-1 1-1 0 0,1 0 1 0 0,0 0 0 0 0,-1 0 0 0 0,1-1 0 0 0,0 1-1 0 0,0 0 1 0 0,0-1 0 0 0,-1 1 0 0 0,1 0 0 0 0,0-1-1 0 0,0 1 1 0 0,0-1 0 0 0,0 0 0 0 0,0 1 0 0 0,0-1-1 0 0,0 0 1 0 0,0 1 0 0 0,0-1 0 0 0,0 0-1 0 0,0 0 1 0 0,0 0 0 0 0,0 0 0 0 0,0 0 0 0 0,0 0-1 0 0,0 0 1 0 0,0 0 0 0 0,0-1 0 0 0,0 1 0 0 0,0 0-1 0 0,0 0 1 0 0,0-1 0 0 0,0 1 0 0 0,0-1-1 0 0,0 1 1 0 0,0-1 0 0 0,0 1 0 0 0,-1-1 0 0 0,1 0-1 0 0,0 1 1 0 0,0-1 0 0 0,-1 0 0 0 0,1 0 0 0 0,0 1-1 0 0,0-3 1 0 0,4-5-181 0 0,0 1 0 0 0,-1-2 0 0 0,0 1 1 0 0,4-14-1 0 0,-1 3-172 0 0,7-10 162 0 0,1 0-1 0 0,23-34 1 0 0,-32 55 256 0 0,0 0 0 0 0,0 1 0 0 0,0 0 0 0 0,1 0 0 0 0,0 0 1 0 0,0 1-1 0 0,1 0 0 0 0,0 0 0 0 0,0 1 0 0 0,0 0 0 0 0,1 0 0 0 0,10-4 0 0 0,-16 8 20 0 0,-1 1 0 0 0,1-1-1 0 0,0 1 1 0 0,0-1-1 0 0,-1 1 1 0 0,1 0 0 0 0,0 0-1 0 0,0 0 1 0 0,0 0-1 0 0,-1 0 1 0 0,1 1-1 0 0,0-1 1 0 0,0 1 0 0 0,-1 0-1 0 0,1 0 1 0 0,0 0-1 0 0,-1 0 1 0 0,1 0 0 0 0,-1 1-1 0 0,0-1 1 0 0,1 1-1 0 0,-1 0 1 0 0,0-1 0 0 0,0 1-1 0 0,0 0 1 0 0,0 0-1 0 0,0 0 1 0 0,0 1-1 0 0,-1-1 1 0 0,3 4 0 0 0,5 9 86 0 0,-2-1-1 0 0,0 2 1 0 0,0-1 0 0 0,4 20 0 0 0,1-2-533 0 0,-6-19-101 0 0,0 0-131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0:02.8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124 4 3225 0 0,'-1'-1'719'0'0,"-1"1"1"0"0,0-1 0 0 0,1 1-1 0 0,-1-1 1 0 0,0 1 0 0 0,0-1-1 0 0,0 1 1 0 0,1 0 0 0 0,-1 0-1 0 0,0 0 1 0 0,0 0-1 0 0,0 0 1 0 0,-2 1 0 0 0,-24 11 4302 0 0,21-8-4449 0 0,1 1 1 0 0,0 0 0 0 0,0 0-1 0 0,1 1 1 0 0,-7 7-1 0 0,9-9-500 0 0,0-1-1 0 0,1 1 0 0 0,-1 0 0 0 0,1-1 0 0 0,0 1 1 0 0,0 0-1 0 0,0 0 0 0 0,0 0 0 0 0,1 1 1 0 0,0-1-1 0 0,0 0 0 0 0,0 1 0 0 0,0-1 0 0 0,1 0 1 0 0,-1 7-1 0 0,2-7-70 0 0,0 0-1 0 0,0 0 1 0 0,0 0 0 0 0,1 0 0 0 0,-1 0-1 0 0,1-1 1 0 0,0 1 0 0 0,0 0 0 0 0,0-1 0 0 0,1 1-1 0 0,-1-1 1 0 0,1 0 0 0 0,0 0 0 0 0,0 0-1 0 0,0 0 1 0 0,6 4 0 0 0,10 6 19 0 0,0-1 0 0 0,1 0 0 0 0,35 14-1 0 0,-39-19-4 0 0,0 0 0 0 0,-1 1-1 0 0,0 0 1 0 0,0 1-1 0 0,-1 1 1 0 0,0 0-1 0 0,21 22 1 0 0,-32-30-6 0 0,-1 1 0 0 0,0-1 0 0 0,-1 1 0 0 0,1-1 0 0 0,0 1 0 0 0,-1 0 0 0 0,1 0 0 0 0,-1-1 0 0 0,0 1 0 0 0,0 0 0 0 0,0 0 0 0 0,-1 0-1 0 0,1 1 1 0 0,0-1 0 0 0,-1 0 0 0 0,0 0 0 0 0,0 0 0 0 0,0 0 0 0 0,-1 4 0 0 0,0-2 28 0 0,0-1 0 0 0,-1 1-1 0 0,0-1 1 0 0,1 0 0 0 0,-2 0 0 0 0,1 0-1 0 0,0 0 1 0 0,-1 0 0 0 0,0 0 0 0 0,0-1-1 0 0,-6 7 1 0 0,-1-1 51 0 0,0-1-1 0 0,0 0 0 0 0,-1-1 1 0 0,0 0-1 0 0,-1 0 1 0 0,0-2-1 0 0,0 1 1 0 0,-16 4-1 0 0,-1-3 200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0:04.9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188 107 4145 0 0,'-10'-6'744'0'0,"0"0"-1"0"0,1-1 1 0 0,0 0-1 0 0,-16-16 1 0 0,20 18-764 0 0,0-1 0 0 0,0 1 0 0 0,0 1 0 0 0,-1-1 0 0 0,0 1-1 0 0,0 0 1 0 0,0 0 0 0 0,0 0 0 0 0,0 1 0 0 0,-1 0 0 0 0,0 0 0 0 0,0 1 0 0 0,0 0 0 0 0,-34-1 12492 0 0,49 11-12146 0 0,0 1 0 0 0,-1 0 1 0 0,0 1-1 0 0,-1-1 1 0 0,0 1-1 0 0,4 12 0 0 0,30 74 374 0 0,-27-61-556 0 0,28 74 173 0 0,-6 3 0 0 0,28 146 0 0 0,-51-197-925 0 0,-10-54 16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0:05.1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11979 0 0,'29'14'3754'0'0,"-20"-6"-3262"0"0,-1 0 0 0 0,1 1 0 0 0,-2 0 1 0 0,1 0-1 0 0,-1 1 0 0 0,-1 0 0 0 0,0 0 0 0 0,0 1 1 0 0,-1 0-1 0 0,0 0 0 0 0,-1 0 0 0 0,0 0 0 0 0,3 16 1 0 0,1 18-236 0 0,-1-1 1 0 0,2 51-1 0 0,-9-87-176 0 0,4 53-260 0 0,2-1 0 0 0,24 104 0 0 0,-27-153-1595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0:05.3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86 12411 0 0,'9'-1'281'0'0,"0"-1"1"0"0,0 0-1 0 0,0 0 0 0 0,0 0 1 0 0,-1-1-1 0 0,10-5 1 0 0,11-3 936 0 0,88-21 849 0 0,-79 24-5308 0 0,43-3 0 0 0,-51 7 971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0:05.6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141 50 6913 0 0,'-6'0'519'0'0,"0"0"0"0"0,0 1 0 0 0,0 0 0 0 0,0 0 0 0 0,1 0 0 0 0,-1 1 0 0 0,0 0 0 0 0,1 0 0 0 0,0 0 0 0 0,-1 1 0 0 0,1 0 0 0 0,0 0 0 0 0,0 0 0 0 0,0 1-1 0 0,1 0 1 0 0,-1-1 0 0 0,1 1 0 0 0,0 1 0 0 0,0-1 0 0 0,1 1 0 0 0,-1 0 0 0 0,1-1 0 0 0,0 2 0 0 0,0-1 0 0 0,-2 6 0 0 0,2-4-405 0 0,0 0 0 0 0,1 0 0 0 0,0 1 0 0 0,0 0 0 0 0,0-1-1 0 0,1 1 1 0 0,1 0 0 0 0,-1-1 0 0 0,1 1 0 0 0,0 0 0 0 0,1 0 0 0 0,0-1 0 0 0,0 1 0 0 0,1 0 0 0 0,0-1 0 0 0,0 1 0 0 0,1-1 0 0 0,0 0 0 0 0,3 7 0 0 0,-4-11-105 0 0,0 0 0 0 0,-1 0-1 0 0,1 0 1 0 0,0-1 0 0 0,0 1 0 0 0,1-1 0 0 0,-1 0-1 0 0,0 1 1 0 0,1-1 0 0 0,0 0 0 0 0,-1 0 0 0 0,1-1 0 0 0,0 1-1 0 0,0 0 1 0 0,0-1 0 0 0,0 0 0 0 0,0 0 0 0 0,0 0 0 0 0,0 0-1 0 0,1 0 1 0 0,5 0 0 0 0,-7-1 11 0 0,0 0 0 0 0,0-1-1 0 0,0 1 1 0 0,0-1 0 0 0,1 1-1 0 0,-1-1 1 0 0,0 0 0 0 0,0 0-1 0 0,-1 0 1 0 0,1 0 0 0 0,0 0 0 0 0,0 0-1 0 0,0 0 1 0 0,-1-1 0 0 0,1 1-1 0 0,0-1 1 0 0,-1 1 0 0 0,0-1-1 0 0,1 0 1 0 0,-1 1 0 0 0,0-1 0 0 0,0 0-1 0 0,0 0 1 0 0,0 0 0 0 0,0 0-1 0 0,0 0 1 0 0,0 0 0 0 0,-1 0 0 0 0,1 0-1 0 0,-1 0 1 0 0,0 0 0 0 0,1 0-1 0 0,-1-5 1 0 0,0-4 40 0 0,0-1 0 0 0,0 0 0 0 0,-1 0 0 0 0,0 1-1 0 0,-1-1 1 0 0,0 1 0 0 0,-1-1 0 0 0,-1 1 0 0 0,0 0 0 0 0,0 0 0 0 0,-9-15 0 0 0,2 6-806 0 0,-1 0 0 0 0,-1 1 0 0 0,-1 0 1 0 0,-31-31-1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0:06.1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39 109 5985 0 0,'-2'-22'474'0'0,"-5"-31"2473"0"0,7 50-2380 0 0,-1 1 1 0 0,0-1-1 0 0,0 1 0 0 0,0 0 0 0 0,0-1 1 0 0,0 1-1 0 0,0 0 0 0 0,-1 0 0 0 0,1 0 0 0 0,-1 0 1 0 0,1 0-1 0 0,-1 0 0 0 0,0 0 0 0 0,-10-1 4740 0 0,18 30-4525 0 0,15 48 49 0 0,-4 0 0 0 0,9 83 0 0 0,-17-88-824 0 0,3-2 0 0 0,42 134 0 0 0,-32-140-3107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0:06.5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26 251 11058 0 0,'-2'2'-116'0'0,"-20"28"2554"0"0,22-29-2309 0 0,0-1-1 0 0,0 1 1 0 0,-1 0-1 0 0,1-1 1 0 0,0 1 0 0 0,0 0-1 0 0,0-1 1 0 0,0 1 0 0 0,-1 0-1 0 0,1-1 1 0 0,0 1-1 0 0,0 0 1 0 0,1-1 0 0 0,-1 1-1 0 0,0 0 1 0 0,0-1-1 0 0,0 1 1 0 0,0-1 0 0 0,0 1-1 0 0,1 0 1 0 0,-1-1-1 0 0,0 1 1 0 0,1 0 0 0 0,-1-1-1 0 0,0 1 1 0 0,1-1-1 0 0,-1 1 1 0 0,1-1 0 0 0,-1 1-1 0 0,0-1 1 0 0,1 1 0 0 0,0-1-1 0 0,-1 0 1 0 0,1 1-1 0 0,-1-1 1 0 0,1 0 0 0 0,-1 1-1 0 0,1-1 1 0 0,0 0-1 0 0,-1 0 1 0 0,1 1 0 0 0,0-1-1 0 0,-1 0 1 0 0,1 0-1 0 0,-1 0 1 0 0,1 0 0 0 0,0 0-1 0 0,-1 0 1 0 0,1 0 0 0 0,0 0-1 0 0,-1 0 1 0 0,2 0-1 0 0,2-1 52 0 0,0 1-1 0 0,-1 0 1 0 0,1-1 0 0 0,0 0-1 0 0,0 0 1 0 0,-1 0-1 0 0,1 0 1 0 0,0-1-1 0 0,-1 1 1 0 0,0-1 0 0 0,1 0-1 0 0,-1 0 1 0 0,0 0-1 0 0,0-1 1 0 0,0 1 0 0 0,0-1-1 0 0,0 1 1 0 0,0-1-1 0 0,-1 0 1 0 0,0 0-1 0 0,3-4 1 0 0,2-3-157 0 0,0 0-1 0 0,-1-1 1 0 0,0 0-1 0 0,-1-1 1 0 0,5-13 0 0 0,-6 11 16 0 0,0 1 0 0 0,-2-1 0 0 0,1 0 0 0 0,0-23 0 0 0,-3 32-128 0 0,0 0 0 0 0,0 0 0 0 0,0 0 0 0 0,-1 0 0 0 0,1 1 0 0 0,-1-1 0 0 0,0 0 0 0 0,-1 0 0 0 0,1 1 1 0 0,-1-1-1 0 0,0 1 0 0 0,0-1 0 0 0,0 1 0 0 0,0 0 0 0 0,-1 0 0 0 0,-6-7 0 0 0,9 10 59 0 0,-1 0 1 0 0,0 1-1 0 0,1-1 0 0 0,-1 1 0 0 0,0-1 0 0 0,0 1 0 0 0,1-1 0 0 0,-1 1 1 0 0,0 0-1 0 0,0-1 0 0 0,0 1 0 0 0,0 0 0 0 0,1 0 0 0 0,-1-1 0 0 0,0 1 1 0 0,0 0-1 0 0,0 0 0 0 0,0 0 0 0 0,0 0 0 0 0,0 0 0 0 0,1 0 0 0 0,-1 0 1 0 0,0 1-1 0 0,0-1 0 0 0,0 0 0 0 0,-1 1 0 0 0,0 0 2 0 0,0 1 1 0 0,0-1-1 0 0,0 0 0 0 0,1 1 0 0 0,-1 0 0 0 0,0-1 0 0 0,1 1 1 0 0,-1 0-1 0 0,1 0 0 0 0,-2 2 0 0 0,-1 3 28 0 0,1 0 1 0 0,-1 0-1 0 0,1 0 0 0 0,1 0 0 0 0,-3 12 0 0 0,3-8 73 0 0,1 0 0 0 0,0 0 0 0 0,0 0 0 0 0,2 1 0 0 0,-1-1-1 0 0,1 0 1 0 0,1 0 0 0 0,0 0 0 0 0,0 0 0 0 0,2 0 0 0 0,-1 0 0 0 0,1 0-1 0 0,9 16 1 0 0,-9-20-81 0 0,1 1-1 0 0,0-1 0 0 0,0 0 1 0 0,1-1-1 0 0,0 1 0 0 0,0-1 0 0 0,0 0 1 0 0,1 0-1 0 0,0-1 0 0 0,0 0 1 0 0,1 0-1 0 0,-1-1 0 0 0,1 0 1 0 0,0 0-1 0 0,0-1 0 0 0,0 0 1 0 0,1 0-1 0 0,9 1 0 0 0,6 1-336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0:07.1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194 77 6913 0 0,'0'-3'240'0'0,"-1"0"0"0"0,1-1-1 0 0,0 1 1 0 0,0 0 0 0 0,1 0-1 0 0,-1-1 1 0 0,1 1 0 0 0,0 0-1 0 0,0 0 1 0 0,0 0 0 0 0,0 0-1 0 0,2-3 1 0 0,-2 2 662 0 0,1 1 0 0 0,-1-1 0 0 0,0 1 0 0 0,0-1-1 0 0,0 0 1 0 0,0-7 0 0 0,-32 31 3198 0 0,7-1-3156 0 0,-64 57 404 0 0,81-68-1294 0 0,-1 0 0 0 0,1 1 0 0 0,0-1 0 0 0,1 2 0 0 0,0-1 0 0 0,1 0 0 0 0,-1 1 0 0 0,-3 12 0 0 0,8-18-48 0 0,-1 0 0 0 0,2 0 0 0 0,-1 1 1 0 0,0-1-1 0 0,1 0 0 0 0,0 1 0 0 0,0-1 0 0 0,0 0 1 0 0,0 1-1 0 0,1-1 0 0 0,0 0 0 0 0,0 1 1 0 0,0-1-1 0 0,0 0 0 0 0,1 0 0 0 0,-1 0 1 0 0,1 0-1 0 0,0 0 0 0 0,0 0 0 0 0,1-1 1 0 0,-1 1-1 0 0,1-1 0 0 0,0 1 0 0 0,0-1 0 0 0,0 0 1 0 0,5 4-1 0 0,9 6-12 0 0,1 0 1 0 0,0-1-1 0 0,1-1 0 0 0,23 10 1 0 0,-4-2 18 0 0,-26-12 0 0 0,1 0 0 0 0,-1 1 1 0 0,0 1-1 0 0,-1-1 0 0 0,12 13 0 0 0,-22-20-12 0 0,1 0 1 0 0,-1 1-1 0 0,1 0 0 0 0,-1-1 1 0 0,1 1-1 0 0,-1 0 0 0 0,0 0 1 0 0,0-1-1 0 0,0 1 0 0 0,0 0 1 0 0,0 0-1 0 0,-1 0 0 0 0,1 0 1 0 0,-1 1-1 0 0,1-1 0 0 0,-1 0 1 0 0,1 0-1 0 0,-1 0 0 0 0,0 0 1 0 0,0 0-1 0 0,0 1 0 0 0,-1-1 1 0 0,1 0-1 0 0,0 0 0 0 0,-1 0 1 0 0,1 0-1 0 0,-1 0 0 0 0,0 0 1 0 0,0 0-1 0 0,0 0 0 0 0,0 0 0 0 0,0 0 1 0 0,0 0-1 0 0,0-1 0 0 0,0 1 1 0 0,-1 0-1 0 0,1-1 0 0 0,-1 1 1 0 0,1-1-1 0 0,-1 1 0 0 0,0-1 1 0 0,0 0-1 0 0,1 0 0 0 0,-4 1 1 0 0,-8 7 15 0 0,-1-2 0 0 0,0 0 0 0 0,-1 0 1 0 0,1-2-1 0 0,-1 1 0 0 0,0-2 0 0 0,-1 0 0 0 0,1-1 1 0 0,-21 2-1 0 0,5-2-288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0:07.6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65 14283 0 0,'25'-7'2282'0'0,"280"-23"2936"0"0,-64 11-4125 0 0,-114 11-915 0 0,-72 7-6692 0 0,-33 1-592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0:07.9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1 8754 0 0,'5'18'3344'0'0,"0"0"0"0"0,3 27 0 0 0,-4 39 1176 0 0,-17 85-3721 0 0,2-65 101 0 0,8-48-889 0 0,2 0-1 0 0,3 0 1 0 0,2 0-1 0 0,2 0 1 0 0,27 105-1 0 0,-20-114-519 0 0,17 58-4174 0 0,-24-92 3275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0:08.4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1054 209 3225 0 0,'-2'-9'677'0'0,"0"0"1"0"0,0 0 0 0 0,-1 0 0 0 0,0 1-1 0 0,-1-1 1 0 0,0 1 0 0 0,0-1-1 0 0,-1 1 1 0 0,0 1 0 0 0,0-1 0 0 0,-1 1-1 0 0,0 0 1 0 0,0 0 0 0 0,-1 0-1 0 0,0 1 1 0 0,0 0 0 0 0,-13-8 0 0 0,7 5-122 0 0,0 2 0 0 0,0-1 1 0 0,0 2-1 0 0,-1 0 0 0 0,0 0 1 0 0,0 2-1 0 0,0-1 0 0 0,-1 2 1 0 0,1 0-1 0 0,-22-1 0 0 0,16 4-366 0 0,-1 1 0 0 0,1 1 0 0 0,0 0 0 0 0,1 2 0 0 0,-38 12 0 0 0,-93 43 229 0 0,148-58-411 0 0,-24 11 52 0 0,1 1-1 0 0,0 1 0 0 0,1 1 1 0 0,1 2-1 0 0,0 0 0 0 0,1 1 1 0 0,1 1-1 0 0,1 1 0 0 0,1 1 1 0 0,0 1-1 0 0,2 1 0 0 0,0 0 1 0 0,-15 30-1 0 0,7-6-61 0 0,2 0 0 0 0,2 1 1 0 0,2 2-1 0 0,2 0 0 0 0,2 0 0 0 0,3 2 0 0 0,1 0 0 0 0,4 0 1 0 0,1 0-1 0 0,3 1 0 0 0,2 0 0 0 0,11 100 0 0 0,-7-131-31 0 0,1 0 0 0 0,1 0 0 0 0,2 0 1 0 0,0-1-1 0 0,1 0 0 0 0,1-1 0 0 0,0 0 0 0 0,2 0 0 0 0,1-1 0 0 0,19 26 0 0 0,-13-24-22 0 0,0-1-1 0 0,2-1 0 0 0,1 0 0 0 0,0-2 0 0 0,1 0 0 0 0,1-1 1 0 0,0-1-1 0 0,28 12 0 0 0,-10-8-36 0 0,1-1 1 0 0,1-3-1 0 0,0-1 0 0 0,1-2 1 0 0,65 8-1 0 0,-73-15 13 0 0,-1-2 0 0 0,0-2 0 0 0,1-1 0 0 0,0-2 0 0 0,-1-1 0 0 0,0-2 0 0 0,53-14 0 0 0,-67 12 122 0 0,0-1-1 0 0,0-2 1 0 0,-1 0 0 0 0,-1-1-1 0 0,1 0 1 0 0,-2-2-1 0 0,0 0 1 0 0,0-2-1 0 0,24-24 1 0 0,-12 6 162 0 0,-2-1 1 0 0,-1-2-1 0 0,42-71 0 0 0,-53 77-91 0 0,-2-1 0 0 0,-1 0 0 0 0,-2-1 0 0 0,-1 0 0 0 0,-1-1 0 0 0,-2 0 0 0 0,-1 0 0 0 0,-2-1 0 0 0,-1 1 0 0 0,-2-1 0 0 0,-1 0 0 0 0,-1 0 0 0 0,-2 1 0 0 0,-2-1 0 0 0,-1 1 0 0 0,-1 0 0 0 0,-2 0 0 0 0,-2 1 0 0 0,0 0 0 0 0,-2 1 0 0 0,-2 0 0 0 0,0 1 0 0 0,-29-40 0 0 0,14 32-67 0 0,-2 2 1 0 0,-1 0 0 0 0,-2 2 0 0 0,-74-55 0 0 0,-175-91-937 0 0,271 172 681 0 0,0 0 1 0 0,-1 1-1 0 0,0 1 1 0 0,-1 0-1 0 0,-22-5 0 0 0,10 8-361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0:09.0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0 2761 0 0,'-46'4'3956'0'0,"43"-4"-3439"0"0,0 1 1 0 0,0 0-1 0 0,0-1 1 0 0,1 1-1 0 0,-1 0 1 0 0,0 0-1 0 0,0 1 1 0 0,0-1-1 0 0,1 1 1 0 0,-1-1-1 0 0,1 1 1 0 0,-5 4 339 0 0,6-6-789 0 0,1 0 0 0 0,0 1 0 0 0,0-1 0 0 0,0 0 0 0 0,0 0 0 0 0,0 0 0 0 0,0 0 0 0 0,0 1 0 0 0,0-1 0 0 0,0 0 0 0 0,0 0 0 0 0,0 0 0 0 0,0 1 0 0 0,0-1-1 0 0,0 0 1 0 0,0 0 0 0 0,0 0 0 0 0,0 1 0 0 0,0-1 0 0 0,0 0 0 0 0,1 2 952 0 0,0-1-952 0 0,10 3 1445 0 0,13-1-50 0 0,27-4-78 0 0,97-14 0 0 0,-1 0 23 0 0,-36 13-1603 0 0,-87 1-42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0:09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655 20 10594 0 0,'-14'-5'565'0'0,"0"1"0"0"0,0 1 1 0 0,0 0-1 0 0,-1 1 0 0 0,1 1 0 0 0,-1 0 0 0 0,0 1 0 0 0,1 0 0 0 0,-1 1 0 0 0,0 1 0 0 0,1 0 0 0 0,-27 9 0 0 0,18-4-240 0 0,0 1 0 0 0,1 1 0 0 0,0 1 0 0 0,0 1 0 0 0,2 1-1 0 0,-1 1 1 0 0,-20 17 0 0 0,19-10-268 0 0,1 1-1 0 0,1 0 1 0 0,0 2-1 0 0,2 0 0 0 0,1 2 1 0 0,0-1-1 0 0,2 2 1 0 0,1 0-1 0 0,2 1 1 0 0,0 0-1 0 0,-8 31 1 0 0,10-26-7 0 0,2 0 0 0 0,1 1 0 0 0,1 0 0 0 0,2 0 0 0 0,2 1 0 0 0,0-1 0 0 0,3 0 0 0 0,0 1 0 0 0,11 52 0 0 0,-8-68-43 0 0,1 0 0 0 0,1 0 1 0 0,0-1-1 0 0,2 0 0 0 0,-1-1 0 0 0,2 1 1 0 0,1-1-1 0 0,19 25 0 0 0,-12-21 18 0 0,0-1 0 0 0,2-1 0 0 0,0-1 0 0 0,1 0 0 0 0,35 21 0 0 0,-3-8 28 0 0,2-3 1 0 0,0-2-1 0 0,2-3 1 0 0,96 26-1 0 0,-108-37 59 0 0,0-1 0 0 0,0-2 0 0 0,1-2 0 0 0,0-2 0 0 0,46-3 0 0 0,-62-2-32 0 0,0-2 1 0 0,0 0 0 0 0,0-2-1 0 0,-1-2 1 0 0,0 0 0 0 0,0-2 0 0 0,-1-1-1 0 0,49-25 1 0 0,-43 17-4 0 0,-2-2 0 0 0,0 0 0 0 0,52-47 0 0 0,-72 56-12 0 0,0 0 0 0 0,-1 0 0 0 0,-1-1 0 0 0,0 0 0 0 0,0-1 0 0 0,-1 0 0 0 0,-1 0 0 0 0,0-1 0 0 0,-1 0-1 0 0,-1 0 1 0 0,0 0 0 0 0,4-21 0 0 0,-2-15 156 0 0,-3-1 0 0 0,-1-1 0 0 0,-3 1 0 0 0,-2 0 0 0 0,-3 0 0 0 0,-2 0 0 0 0,-1 1 0 0 0,-28-85 0 0 0,28 109-198 0 0,-1 2 1 0 0,-1-1 0 0 0,-1 2 0 0 0,-2-1-1 0 0,0 2 1 0 0,-24-31 0 0 0,27 39-230 0 0,-2 1-1 0 0,0 1 1 0 0,0 0 0 0 0,-1 1-1 0 0,-1 0 1 0 0,0 1 0 0 0,0 1-1 0 0,-1 0 1 0 0,0 1 0 0 0,0 0-1 0 0,-17-4 1 0 0,-22-5-8571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1:05.9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25 5985 0 0,'4'-25'17340'0'0,"1"52"-17175"0"0,0 0 0 0 0,-2 0-1 0 0,-1 0 1 0 0,-1 0 0 0 0,-4 34 0 0 0,3 39 46 0 0,2-62-177 0 0,2 44 285 0 0,-9 142 0 0 0,2-194-311 0 0,2-12 3 0 0,-1 1 0 0 0,-1-2 1 0 0,-1 1-1 0 0,-7 23 0 0 0,3-27-596 0 0,5-24-775 0 0,5-23-1293 0 0,1 15 158 0 0,2-2-4279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1:06.3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15 145 3225 0 0,'-10'-24'512'0'0,"9"21"403"0"0,0 0 0 0 0,1-1 0 0 0,-1 1 0 0 0,0 0 0 0 0,1-1 1 0 0,0 1-1 0 0,0-6 0 0 0,1 6-231 0 0,-1 1 0 0 0,1-1 0 0 0,-1 1 0 0 0,1-1 1 0 0,0 1-1 0 0,0-1 0 0 0,0 1 0 0 0,0-1 0 0 0,1 1 0 0 0,1-3 1 0 0,16-14 190 0 0,-13 14-734 0 0,1 1 1 0 0,-1 0-1 0 0,1 0 0 0 0,0 0 1 0 0,0 1-1 0 0,0 0 0 0 0,1 0 1 0 0,-1 0-1 0 0,1 1 1 0 0,0 1-1 0 0,-1-1 0 0 0,1 1 1 0 0,0 1-1 0 0,0-1 0 0 0,0 1 1 0 0,0 1-1 0 0,-1-1 0 0 0,1 1 1 0 0,0 1-1 0 0,0-1 1 0 0,-1 1-1 0 0,1 1 0 0 0,-1-1 1 0 0,0 1-1 0 0,1 1 0 0 0,-1-1 1 0 0,8 6-1 0 0,-6-3-139 0 0,0 1-1 0 0,-1-1 1 0 0,1 1-1 0 0,-1 1 1 0 0,0-1-1 0 0,-1 1 1 0 0,0 1-1 0 0,-1-1 1 0 0,1 1-1 0 0,-1 0 1 0 0,-1 1-1 0 0,0-1 1 0 0,0 1 0 0 0,-1 0-1 0 0,-1 0 1 0 0,1 1-1 0 0,-1-1 1 0 0,-1 1-1 0 0,2 14 1 0 0,-4-11-7 0 0,0 1 0 0 0,-1 0 0 0 0,-1 0 1 0 0,0-1-1 0 0,-1 1 0 0 0,-1-1 0 0 0,0 0 0 0 0,-1 0 1 0 0,0 0-1 0 0,-9 16 0 0 0,11-24 29 0 0,0 0 1 0 0,-1 0-1 0 0,1 0 1 0 0,-1-1-1 0 0,0 1 0 0 0,-1-1 1 0 0,1 0-1 0 0,-1-1 1 0 0,0 1-1 0 0,0-1 0 0 0,-1 0 1 0 0,1 0-1 0 0,-1 0 1 0 0,0-1-1 0 0,0 0 0 0 0,0 0 1 0 0,0 0-1 0 0,-1-1 1 0 0,1 0-1 0 0,-1 0 1 0 0,1-1-1 0 0,-1 0 0 0 0,0 0 1 0 0,-10 0-1 0 0,10-2 33 0 0,1 0 1 0 0,0 0-1 0 0,-1-1 0 0 0,1 0 0 0 0,0 0 1 0 0,0-1-1 0 0,0 0 0 0 0,0 0 0 0 0,-6-4 1 0 0,5 2-60 0 0,-1 1 1 0 0,1 1 0 0 0,-1-1 0 0 0,-10-2 0 0 0,10 6-2081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1:07.1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79 7834 0 0,'1'-26'3056'0'0,"0"21"-2261"0"0,0-1 1 0 0,-1 1-1 0 0,0-1 0 0 0,0 0 0 0 0,-1 1 0 0 0,1-1 1 0 0,-3-8-1 0 0,1 27 4058 0 0,-2 12-4561 0 0,38 385 92 0 0,-19-333-358 0 0,-9-48 130 0 0,5 47 0 0 0,-11-68-161 0 0,1 1-1 0 0,-1-1 1 0 0,-1 1 0 0 0,0-1 0 0 0,0 0-1 0 0,-1 1 1 0 0,0-1 0 0 0,0 0-1 0 0,-1 0 1 0 0,-4 8 0 0 0,20-65-4474 0 0,-9 27 2803 0 0,1 0 205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1:07.7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28 435 3209 0 0,'-28'-4'19144'0'0,"33"3"-19062"0"0,0 0-1 0 0,-1 0 1 0 0,1 1 0 0 0,0 0 0 0 0,0 0-1 0 0,0 0 1 0 0,-1 1 0 0 0,1-1 0 0 0,0 1-1 0 0,-1 0 1 0 0,1 1 0 0 0,0-1 0 0 0,-1 1 0 0 0,1 0-1 0 0,4 3 1 0 0,33 12-81 0 0,-12-6 2 0 0,0 2 0 0 0,-2 1-1 0 0,46 29 1 0 0,-45-22 108 0 0,-12-7-42 0 0,1-2-1 0 0,21 12 0 0 0,-37-23-33 0 0,0-1-1 0 0,0 1 1 0 0,0-1-1 0 0,0 0 1 0 0,0 0 0 0 0,0 0-1 0 0,0 0 1 0 0,0 0-1 0 0,0 0 1 0 0,0-1-1 0 0,-1 1 1 0 0,1 0 0 0 0,0-1-1 0 0,0 0 1 0 0,0 1-1 0 0,0-1 1 0 0,-1 0-1 0 0,1 0 1 0 0,0 0 0 0 0,-1 0-1 0 0,1 0 1 0 0,1-2-1 0 0,1 0 51 0 0,-1 0-1 0 0,0 0 1 0 0,0 0-1 0 0,0 0 1 0 0,0 0-1 0 0,0 0 1 0 0,-1-1-1 0 0,1 0 1 0 0,2-5-1 0 0,-4 3 17 0 0,0 0-1 0 0,0 0 0 0 0,-1 0 0 0 0,0 0 1 0 0,0-1-1 0 0,-1 1 0 0 0,1 0 0 0 0,-1 0 0 0 0,-3-11 1 0 0,-2-12 138 0 0,-2-47 141 0 0,-21-233 192 0 0,28 301-640 0 0,0-29-297 0 0,1 35 282 0 0,0 1 1 0 0,0-1-1 0 0,0 0 0 0 0,1 0 1 0 0,-1 0-1 0 0,1 0 0 0 0,-1 0 1 0 0,1 1-1 0 0,0-1 0 0 0,-1 0 0 0 0,1 1 1 0 0,0-1-1 0 0,0 0 0 0 0,0 1 1 0 0,2-3-1 0 0,-2 4 29 0 0,-1 0-1 0 0,1-1 1 0 0,-1 1 0 0 0,1 0 0 0 0,-1 0-1 0 0,1-1 1 0 0,0 1 0 0 0,-1 0 0 0 0,1 0 0 0 0,-1 0-1 0 0,1 0 1 0 0,0 0 0 0 0,-1 0 0 0 0,1 0-1 0 0,0 0 1 0 0,-1 0 0 0 0,1 0 0 0 0,-1 0-1 0 0,1 0 1 0 0,0 0 0 0 0,-1 0 0 0 0,1 1 0 0 0,0-1-1 0 0,11 6-609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1:11.0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1 163 3681 0 0,'0'0'26'0'0,"7"-16"1020"0"0,-2 0 1 0 0,1 0 0 0 0,2-18-1 0 0,-7 29-334 0 0,-1-1 0 0 0,1 0 0 0 0,-1 1 0 0 0,0-1 0 0 0,-2-7 0 0 0,2 9 304 0 0,-1 0 0 0 0,-1 0 0 0 0,1-1 0 0 0,0 1 0 0 0,-1 0-1 0 0,0 1 1 0 0,-4-8 0 0 0,12 22 3109 0 0,-2-3-4022 0 0,0 0 1 0 0,-1 1-1 0 0,0-1 0 0 0,2 10 0 0 0,16 108 276 0 0,-6 1 0 0 0,-2 217 0 0 0,-13-335-346 0 0,5 228 886 0 0,-2-206-799 0 0,2-1 0 0 0,1 1 0 0 0,1-1 0 0 0,2 0 0 0 0,19 46 0 0 0,-23-51 36 0 0,-5-25-182 0 0,0 1 0 0 0,0-1-1 0 0,0 1 1 0 0,0 0 0 0 0,0-1 0 0 0,0 1 0 0 0,0-1 0 0 0,0 1 0 0 0,0 0 0 0 0,0-1 0 0 0,0 1 0 0 0,0-1 0 0 0,0 1 0 0 0,-1-1 0 0 0,1 1 0 0 0,0 0 0 0 0,0-1 0 0 0,-1 1 0 0 0,1-1 0 0 0,0 1 0 0 0,-1-1 0 0 0,1 0 0 0 0,-1 1 0 0 0,1-1 0 0 0,0 1 0 0 0,-1-1 0 0 0,1 0 0 0 0,-1 1 0 0 0,1-1 0 0 0,-1 0 0 0 0,1 1 0 0 0,-1-1 0 0 0,0 0 0 0 0,1 0 0 0 0,-1 1 0 0 0,0-1 0 0 0,0 0-33 0 0,1-1-1 0 0,-1 1 1 0 0,1 0 0 0 0,0 0 0 0 0,-1-1-1 0 0,1 1 1 0 0,-1 0 0 0 0,1-1-1 0 0,0 1 1 0 0,-1 0 0 0 0,1-1-1 0 0,0 1 1 0 0,-1-1 0 0 0,1 1-1 0 0,0-1 1 0 0,0 1 0 0 0,-1-1-1 0 0,1 1 1 0 0,0-1 0 0 0,0 1 0 0 0,0-1-1 0 0,0 1 1 0 0,0-1 0 0 0,0 1-1 0 0,0-1 1 0 0,0 1 0 0 0,0-1-1 0 0,0 1 1 0 0,0-1 0 0 0,0 1-1 0 0,0-1 1 0 0,0 1 0 0 0,0-1-1 0 0,0 1 1 0 0,1-1 0 0 0,3-19-2176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1:11.9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79 1928 0 0,'1'-22'668'0'0,"-5"-34"19579"0"0,4 55-20152 0 0,11 19 700 0 0,-9-14-868 0 0,3 5 104 0 0,1-1 1 0 0,1 1-1 0 0,-1-1 0 0 0,1-1 1 0 0,1 1-1 0 0,-1-1 1 0 0,1 0-1 0 0,0-1 1 0 0,12 7-1 0 0,13 6 193 0 0,43 19-1 0 0,-15-9-119 0 0,22 16-69 0 0,-32-16 26 0 0,1-2 1 0 0,1-2-1 0 0,1-3 0 0 0,72 21 1 0 0,-118-41-9 0 0,4 0-24 0 0,0 1 0 0 0,-1 1 0 0 0,12 4 0 0 0,-21-7-28 0 0,0 0-1 0 0,0 0 1 0 0,0 0-1 0 0,0 0 0 0 0,0 0 1 0 0,-1 0-1 0 0,1 0 1 0 0,0 1-1 0 0,-1-1 1 0 0,1 0-1 0 0,-1 1 1 0 0,0 0-1 0 0,1-1 1 0 0,-1 1-1 0 0,0 0 1 0 0,0-1-1 0 0,0 1 1 0 0,0 0-1 0 0,0 0 1 0 0,0 0-1 0 0,-1 0 1 0 0,1 0-1 0 0,-1 0 1 0 0,1 3-1 0 0,-2-1 37 0 0,0-1-1 0 0,-1 1 1 0 0,1-1-1 0 0,-1 0 1 0 0,0 0 0 0 0,0 0-1 0 0,0 0 1 0 0,0 0-1 0 0,-1 0 1 0 0,1-1 0 0 0,-1 1-1 0 0,1-1 1 0 0,-1 1-1 0 0,0-1 1 0 0,0 0-1 0 0,-5 2 1 0 0,-10 11-5 0 0,-31 29 184 0 0,-1-2 0 0 0,-2-3 0 0 0,-60 35 0 0 0,61-42-96 0 0,1 3 1 0 0,3 1 0 0 0,-59 57-1 0 0,105-92-94 0 0,-4 5-2 0 0,-1-1-1 0 0,0 0 1 0 0,0 0 0 0 0,-11 7-1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1:12.5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21 129 10594 0 0,'5'-33'1472'0'0,"-3"23"-479"0"0,0 0 0 0 0,0 0 1 0 0,-1 0-1 0 0,0-1 0 0 0,-1 1 0 0 0,-1 0 0 0 0,-5-15 2263 0 0,0 31-2196 0 0,-5 12-757 0 0,11-17-255 0 0,-3 9 43 0 0,1 0 1 0 0,0 0-1 0 0,1 1 1 0 0,0-1-1 0 0,1 1 0 0 0,0-1 1 0 0,2 14-1 0 0,-1-2 6 0 0,49 413 127 0 0,-44-393-220 0 0,67 656 164 0 0,-72-683-169 0 0,0-7 8 0 0,-1 0 1 0 0,1 1 0 0 0,-1-1-1 0 0,-1 0 1 0 0,0 1 0 0 0,0-1-1 0 0,0 0 1 0 0,-1 0 0 0 0,-1 0-1 0 0,-3 11 1 0 0,6-19-24 0 0,0 0 0 0 0,-1 0 0 0 0,1 0 1 0 0,0 1-1 0 0,0-1 0 0 0,0 0 0 0 0,0 0 0 0 0,0 0 0 0 0,-1 0 0 0 0,1 1 1 0 0,0-1-1 0 0,0 0 0 0 0,0 0 0 0 0,-1 0 0 0 0,1 0 0 0 0,0 0 0 0 0,0 0 1 0 0,0 0-1 0 0,-1 0 0 0 0,1 0 0 0 0,0 0 0 0 0,0 0 0 0 0,-1 0 0 0 0,1 0 1 0 0,0 0-1 0 0,0 0 0 0 0,0 0 0 0 0,-1 0 0 0 0,1 0 0 0 0,0 0 0 0 0,0 0 1 0 0,-1 0-1 0 0,1 0 0 0 0,0 0 0 0 0,0 0 0 0 0,0 0 0 0 0,-1 0 0 0 0,1-1 0 0 0,0 1 1 0 0,0 0-1 0 0,0 0 0 0 0,0 0 0 0 0,-1 0 0 0 0,1 0 0 0 0,0-1 0 0 0,0 1 1 0 0,0 0-1 0 0,0 0 0 0 0,0 0 0 0 0,0-1 0 0 0,0 1 0 0 0,-1 0 0 0 0,1 0 1 0 0,0 0-1 0 0,0-1 0 0 0,0 1 0 0 0,-5-13-2539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1:13.1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138 76 6449 0 0,'-50'10'824'0'0,"32"-6"828"0"0,1-1 0 0 0,-35 2 0 0 0,133-19 4291 0 0,116 17-2883 0 0,-28 1-1807 0 0,376-22-749 0 0,-385 15-401 0 0,137-10 219 0 0,-94-1 11 0 0,100-12 189 0 0,-269 19-909 0 0,2 2 1 0 0,-1 2-1 0 0,70 2 0 0 0,-98 2-1439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1:14.1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1532 150 4145 0 0,'9'-5'444'0'0,"-6"5"-170"0"0,0-1 0 0 0,-1 0 0 0 0,1 0 0 0 0,-1-1 0 0 0,1 1 0 0 0,-1 0 0 0 0,1-1 0 0 0,-1 0 0 0 0,0 1 0 0 0,0-1 0 0 0,0 0 0 0 0,0 0-1 0 0,2-3 1 0 0,-5 5-77 0 0,1-1-1 0 0,-1 1 1 0 0,0 0-1 0 0,1-1 0 0 0,-1 1 1 0 0,0 0-1 0 0,1 0 0 0 0,-1-1 1 0 0,0 1-1 0 0,1 0 1 0 0,-1 0-1 0 0,0 0 0 0 0,0 0 1 0 0,1 0-1 0 0,-1 0 0 0 0,0 0 1 0 0,1 0-1 0 0,-1 0 0 0 0,0 0 1 0 0,0 0-1 0 0,1 0 1 0 0,-2 1-1 0 0,-19 2 1538 0 0,-17 1-295 0 0,0-1 0 0 0,0-2 1 0 0,-1-2-1 0 0,-52-7 0 0 0,35 2-935 0 0,-188-30 401 0 0,52 5-436 0 0,82 19-214 0 0,-146 3 0 0 0,219 8-251 0 0,-1-1-1 0 0,-50-11 1 0 0,35 5-5 0 0,35 6-967 0 0,-1 1 1 0 0,1 0-1 0 0,0 1 0 0 0,0 2 1 0 0,-1-1-1 0 0,1 2 0 0 0,0 1 0 0 0,1 0 1 0 0,-1 1-1 0 0,-20 9 0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1:21.6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176 104 8290 0 0,'0'3'411'0'0,"1"0"1"0"0,-1 0 0 0 0,0 0 0 0 0,1-1-1 0 0,0 1 1 0 0,-1 0 0 0 0,1-1 0 0 0,0 1-1 0 0,0-1 1 0 0,3 5 0 0 0,1 2 348 0 0,1-1 1 0 0,1 1-1 0 0,-1-1 1 0 0,10 9-1 0 0,-14-14-607 0 0,0-1-1 0 0,1 0 0 0 0,-1 0 0 0 0,1 0 1 0 0,0 0-1 0 0,-1 0 0 0 0,1 0 1 0 0,0-1-1 0 0,0 1 0 0 0,0-1 1 0 0,0 0-1 0 0,0 0 0 0 0,1 0 1 0 0,-1 0-1 0 0,0 0 0 0 0,0-1 0 0 0,5 1 1 0 0,-7-2-138 0 0,0 1 0 0 0,0-1 0 0 0,0 1 0 0 0,0-1 0 0 0,0 1-1 0 0,0-1 1 0 0,0 0 0 0 0,0 0 0 0 0,0 1 0 0 0,0-1 0 0 0,-1 0 0 0 0,1 0 0 0 0,0 0 0 0 0,0 0 0 0 0,-1 0 0 0 0,1 0 0 0 0,-1 0 0 0 0,1 0 0 0 0,-1 0 0 0 0,1 0 0 0 0,-1 0-1 0 0,0-1 1 0 0,0 1 0 0 0,1 0 0 0 0,-1 0 0 0 0,0 0 0 0 0,0 0 0 0 0,0-1 0 0 0,0 1 0 0 0,0 0 0 0 0,-1 0 0 0 0,1-2 0 0 0,-7-38 261 0 0,5 35-259 0 0,0 0 0 0 0,-1 0 1 0 0,0 1-1 0 0,0 0 0 0 0,0-1 0 0 0,0 1 0 0 0,-1 0 0 0 0,0 0 0 0 0,0 1 0 0 0,0-1 0 0 0,0 1 0 0 0,-1 0 0 0 0,0 0 0 0 0,-5-3 0 0 0,7 5-5 0 0,1 1 0 0 0,-1 0-1 0 0,0 0 1 0 0,1 0 0 0 0,-1 0-1 0 0,0 0 1 0 0,0 1-1 0 0,1-1 1 0 0,-1 1 0 0 0,0 0-1 0 0,0 0 1 0 0,0 0 0 0 0,0 0-1 0 0,1 0 1 0 0,-1 1 0 0 0,0-1-1 0 0,0 1 1 0 0,0 0-1 0 0,1 0 1 0 0,-1 0 0 0 0,0 0-1 0 0,1 0 1 0 0,-1 0 0 0 0,1 1-1 0 0,0-1 1 0 0,-1 1 0 0 0,1 0-1 0 0,0 0 1 0 0,0-1 0 0 0,0 2-1 0 0,0-1 1 0 0,-2 3-1 0 0,-1 1-22 0 0,1 1-1 0 0,-1-1 0 0 0,2 1 0 0 0,-1 0 0 0 0,1 0 0 0 0,0 0 0 0 0,0 1 0 0 0,1-1 0 0 0,0 1 0 0 0,0 0 0 0 0,-1 12 0 0 0,2-17 8 0 0,1 0 0 0 0,0 1-1 0 0,0-1 1 0 0,0 1-1 0 0,0-1 1 0 0,0 0-1 0 0,1 1 1 0 0,-1-1 0 0 0,1 0-1 0 0,0 1 1 0 0,0-1-1 0 0,0 0 1 0 0,1 0-1 0 0,-1 0 1 0 0,1 0-1 0 0,-1 0 1 0 0,1 0 0 0 0,0 0-1 0 0,0 0 1 0 0,0-1-1 0 0,1 1 1 0 0,-1-1-1 0 0,1 0 1 0 0,-1 0 0 0 0,1 0-1 0 0,0 0 1 0 0,0 0-1 0 0,0 0 1 0 0,3 1-1 0 0,-3-2 63 0 0,0-1 0 0 0,0 1-1 0 0,0-1 1 0 0,-1 0 0 0 0,1 0-1 0 0,0 0 1 0 0,0 0-1 0 0,0-1 1 0 0,0 1 0 0 0,0-1-1 0 0,-1 1 1 0 0,1-1 0 0 0,0 0-1 0 0,0 0 1 0 0,-1-1-1 0 0,1 1 1 0 0,-1 0 0 0 0,1-1-1 0 0,-1 0 1 0 0,1 1 0 0 0,-1-1-1 0 0,0 0 1 0 0,0 0-1 0 0,0 0 1 0 0,0 0 0 0 0,0-1-1 0 0,2-3 1 0 0,5-7 132 0 0,0 1-1 0 0,-1-1 1 0 0,11-27 0 0 0,-17 35-180 0 0,0 0 0 0 0,0-1 1 0 0,0 0-1 0 0,-1 1 0 0 0,0-1 0 0 0,0 0 0 0 0,0 1 1 0 0,-1-1-1 0 0,0 0 0 0 0,0 0 0 0 0,0 0 0 0 0,-1 1 1 0 0,0-1-1 0 0,0 0 0 0 0,-1 1 0 0 0,1-1 0 0 0,-5-8 1 0 0,5 11 6 0 0,-1 0 0 0 0,0-1 0 0 0,0 1 0 0 0,-1 0 1 0 0,1 0-1 0 0,-1 1 0 0 0,1-1 0 0 0,-1 0 1 0 0,0 1-1 0 0,0 0 0 0 0,0-1 0 0 0,0 1 0 0 0,0 0 1 0 0,-1 1-1 0 0,1-1 0 0 0,0 0 0 0 0,-1 1 0 0 0,0 0 1 0 0,1 0-1 0 0,-1 0 0 0 0,0 0 0 0 0,1 1 0 0 0,-1-1 1 0 0,0 1-1 0 0,0 0 0 0 0,1 0 0 0 0,-8 2 0 0 0,-1-1 10 0 0,0 2 0 0 0,0 0 0 0 0,0 0 0 0 0,1 1 0 0 0,0 0 0 0 0,-1 1 0 0 0,2 1 0 0 0,-1 0 0 0 0,0 0 0 0 0,1 1 0 0 0,0 0 0 0 0,1 1 0 0 0,0 0 0 0 0,-9 9-1 0 0,17-16-82 0 0,1 0-1 0 0,-1-1 1 0 0,0 1-1 0 0,1 0 0 0 0,-1 0 1 0 0,1-1-1 0 0,-1 1 1 0 0,1 0-1 0 0,-1 0 0 0 0,1 0 1 0 0,-1 0-1 0 0,1 0 0 0 0,0-1 1 0 0,-1 1-1 0 0,1 0 1 0 0,0 0-1 0 0,0 0 0 0 0,0 0 1 0 0,0 0-1 0 0,0 0 1 0 0,0 0-1 0 0,0 0 0 0 0,0 0 1 0 0,0 0-1 0 0,0 0 1 0 0,1 0-1 0 0,-1 0 0 0 0,0 0 1 0 0,0-1-1 0 0,1 1 0 0 0,-1 0 1 0 0,1 0-1 0 0,-1 0 1 0 0,1 0-1 0 0,-1-1 0 0 0,1 1 1 0 0,0 0-1 0 0,-1 0 1 0 0,2 0-1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1:22.4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42 5065 0 0,'9'13'844'0'0,"0"-1"0"0"0,0 0 0 0 0,1-1 0 0 0,1 0 1 0 0,0 0-1 0 0,0-1 0 0 0,1-1 0 0 0,1 0 0 0 0,-1-1 0 0 0,1 0 0 0 0,0-1 0 0 0,1 0 0 0 0,23 8 0 0 0,-35-15-721 0 0,-1 1 1 0 0,0-1-1 0 0,1 1 0 0 0,-1-1 0 0 0,1 0 0 0 0,-1 0 0 0 0,1 0 1 0 0,-1 0-1 0 0,0 0 0 0 0,1 0 0 0 0,-1 0 0 0 0,1 0 0 0 0,-1-1 1 0 0,0 1-1 0 0,1 0 0 0 0,-1-1 0 0 0,1 1 0 0 0,-1-1 0 0 0,0 1 1 0 0,0-1-1 0 0,1 0 0 0 0,-1 0 0 0 0,0 0 0 0 0,0 1 0 0 0,1-3 1 0 0,0 1-5 0 0,0 0 1 0 0,-1-1 0 0 0,1 1 0 0 0,-1-1 0 0 0,0 0 0 0 0,0 1 0 0 0,0-1 0 0 0,0 0 0 0 0,0 0 0 0 0,-1 0 0 0 0,1-5 0 0 0,0-1 2 0 0,-1-1 0 0 0,0 1 0 0 0,-1 0 0 0 0,0 0 0 0 0,0-1 0 0 0,-1 1 0 0 0,-3-10-1 0 0,3 16-115 0 0,1-1-1 0 0,-1 1 1 0 0,0 0-1 0 0,0-1 1 0 0,0 1-1 0 0,0 0 0 0 0,-1 0 1 0 0,1 1-1 0 0,-1-1 1 0 0,0 0-1 0 0,0 1 0 0 0,0 0 1 0 0,0-1-1 0 0,0 1 1 0 0,0 1-1 0 0,0-1 0 0 0,-1 0 1 0 0,1 1-1 0 0,-1-1 1 0 0,1 1-1 0 0,-1 0 0 0 0,-5 0 1 0 0,6 0-25 0 0,0 1 0 0 0,0 0 0 0 0,0 0 0 0 0,0 0 0 0 0,1 0 0 0 0,-1 1 0 0 0,0-1 0 0 0,0 1 0 0 0,0 0 0 0 0,0 0 0 0 0,0 0 1 0 0,1 0-1 0 0,-1 0 0 0 0,0 0 0 0 0,1 1 0 0 0,-1-1 0 0 0,1 1 0 0 0,0 0 0 0 0,-1 0 0 0 0,1 0 0 0 0,0 0 0 0 0,0 0 0 0 0,0 0 0 0 0,1 1 0 0 0,-1-1 0 0 0,0 1 0 0 0,1-1 0 0 0,0 1 0 0 0,-2 3 0 0 0,2-4 13 0 0,0 1-1 0 0,0 0 0 0 0,1-1 0 0 0,-1 1 0 0 0,1 0 1 0 0,0-1-1 0 0,-1 1 0 0 0,1 0 0 0 0,0-1 1 0 0,1 1-1 0 0,-1 0 0 0 0,0-1 0 0 0,1 1 0 0 0,0 0 1 0 0,-1-1-1 0 0,1 1 0 0 0,0-1 0 0 0,0 1 0 0 0,1-1 1 0 0,-1 1-1 0 0,0-1 0 0 0,1 0 0 0 0,-1 0 1 0 0,1 0-1 0 0,0 1 0 0 0,0-2 0 0 0,0 1 0 0 0,0 0 1 0 0,0 0-1 0 0,0-1 0 0 0,0 1 0 0 0,1-1 0 0 0,-1 1 1 0 0,0-1-1 0 0,4 1 0 0 0,-1 0 37 0 0,-1 1 1 0 0,1-1-1 0 0,1 0 0 0 0,-1-1 1 0 0,0 1-1 0 0,0-1 0 0 0,1 0 1 0 0,-1-1-1 0 0,0 1 0 0 0,1-1 1 0 0,-1 0-1 0 0,1 0 0 0 0,-1-1 1 0 0,0 1-1 0 0,1-1 0 0 0,-1 0 0 0 0,6-3 1 0 0,-8 2-10 0 0,-1 0 0 0 0,1 0 1 0 0,-1 0-1 0 0,0 0 0 0 0,0 0 0 0 0,0-1 1 0 0,0 1-1 0 0,0-1 0 0 0,0 0 0 0 0,-1 1 1 0 0,1-1-1 0 0,-1 0 0 0 0,0 0 0 0 0,0 0 1 0 0,0 0-1 0 0,0 0 0 0 0,0 0 0 0 0,-1 0 1 0 0,0 0-1 0 0,1-1 0 0 0,-1 1 0 0 0,0-3 0 0 0,0 3 2 0 0,0 1-1 0 0,0-1 1 0 0,0 1-1 0 0,0-1 1 0 0,0 0-1 0 0,-1 1 0 0 0,1-1 1 0 0,-1 1-1 0 0,1-1 1 0 0,-1 1-1 0 0,0 0 0 0 0,0-1 1 0 0,0 1-1 0 0,0 0 1 0 0,-1-1-1 0 0,1 1 0 0 0,-1 0 1 0 0,1 0-1 0 0,-1 0 1 0 0,0 0-1 0 0,0 1 1 0 0,1-1-1 0 0,-1 0 0 0 0,-1 1 1 0 0,1-1-1 0 0,0 1 1 0 0,-3-2-1 0 0,4 3-11 0 0,-1 0-1 0 0,1 0 1 0 0,-1 1 0 0 0,1-1 0 0 0,0 0-1 0 0,-1 0 1 0 0,1 1 0 0 0,-1-1-1 0 0,1 1 1 0 0,0-1 0 0 0,-1 1 0 0 0,1 0-1 0 0,0-1 1 0 0,0 1 0 0 0,0 0 0 0 0,0 0-1 0 0,-1 0 1 0 0,1 0 0 0 0,0 0-1 0 0,0 0 1 0 0,1 0 0 0 0,-1 0 0 0 0,0 1-1 0 0,0-1 1 0 0,1 0 0 0 0,-2 2-1 0 0,-15 37 133 0 0,12-23-291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1:32.706"/>
    </inkml:context>
    <inkml:brush xml:id="br0">
      <inkml:brushProperty name="width" value="0.3" units="cm"/>
      <inkml:brushProperty name="height" value="0.6" units="cm"/>
      <inkml:brushProperty name="color" value="#FFACD5"/>
      <inkml:brushProperty name="tip" value="rectangle"/>
      <inkml:brushProperty name="rasterOp" value="maskPen"/>
    </inkml:brush>
  </inkml:definitions>
  <inkml:trace contextRef="#ctx0" brushRef="#br0">136 258 920 0 0,'-6'-2'41'0'0,"0"1"0"0"0,0-1 0 0 0,1 0 0 0 0,-1 0 0 0 0,0-1 0 0 0,1 0 0 0 0,-90-91 13758 0 0,104 101-13564 0 0,1 0-1 0 0,0-1 1 0 0,0 0 0 0 0,0 0 0 0 0,1-1 0 0 0,0-1-1 0 0,0 1 1 0 0,0-2 0 0 0,1 0 0 0 0,-1 0 0 0 0,1-1-1 0 0,12 1 1 0 0,26 1 407 0 0,78-5 0 0 0,-85 0-226 0 0,118-1 577 0 0,160-7 125 0 0,362 12-754 0 0,-153 6-144 0 0,861-57 36 0 0,-320-60-192 0 0,-403 59 629 0 0,55 45-1023 0 0,-644 3 352 0 0,-48 0 31 0 0,1 0 0 0 0,-1 2 1 0 0,0 2-1 0 0,0 0 0 0 0,50 14 0 0 0,-81-17-56 0 0,0 0 1 0 0,0 0-1 0 0,0 0 0 0 0,0 0 1 0 0,0 0-1 0 0,0 0 0 0 0,0 0 1 0 0,0 0-1 0 0,0 0 0 0 0,0 0 1 0 0,0 0-1 0 0,0 0 0 0 0,0 1 1 0 0,-1-1-1 0 0,1 0 1 0 0,0 0-1 0 0,0 0 0 0 0,0 0 1 0 0,0 0-1 0 0,0 0 0 0 0,0 0 1 0 0,0 0-1 0 0,0 0 0 0 0,0 0 1 0 0,0 0-1 0 0,0 1 0 0 0,0-1 1 0 0,0 0-1 0 0,0 0 0 0 0,0 0 1 0 0,0 0-1 0 0,0 0 0 0 0,0 0 1 0 0,0 0-1 0 0,0 0 0 0 0,0 0 1 0 0,0 0-1 0 0,0 0 0 0 0,0 1 1 0 0,0-1-1 0 0,1 0 0 0 0,-1 0 1 0 0,0 0-1 0 0,0 0 0 0 0,0 0 1 0 0,0 0-1 0 0,0 0 1 0 0,0 0-1 0 0,0 0 0 0 0,0 0 1 0 0,0 0-1 0 0,0 0 0 0 0,0 0 1 0 0,0 0-1 0 0,0 0 0 0 0,1 0 1 0 0,-1 0-1 0 0,0 0 0 0 0,0 0 1 0 0,0 0-1 0 0,-13 4-340 0 0,-18 1-705 0 0,31-5 998 0 0,-17 2-1882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1:33.865"/>
    </inkml:context>
    <inkml:brush xml:id="br0">
      <inkml:brushProperty name="width" value="0.3" units="cm"/>
      <inkml:brushProperty name="height" value="0.6" units="cm"/>
      <inkml:brushProperty name="color" value="#FFACD5"/>
      <inkml:brushProperty name="tip" value="rectangle"/>
      <inkml:brushProperty name="rasterOp" value="maskPen"/>
    </inkml:brush>
  </inkml:definitions>
  <inkml:trace contextRef="#ctx0" brushRef="#br0">326 0 9218 0 0,'-9'6'9334'0'0,"16"7"-7638"0"0,24 13-1997 0 0,453 267 1412 0 0,-405-245-1108 0 0,99 65 184 0 0,-141-87-57 0 0,-2 2-1 0 0,52 52 1 0 0,-79-70-131 0 0,0 0 1 0 0,-1 0 0 0 0,0 1 0 0 0,0 0 0 0 0,4 12-1 0 0,16 27 16 0 0,-27-50 7 0 0,0 1 0 0 0,0-1 0 0 0,1 0 0 0 0,-1 0 0 0 0,0 0-1 0 0,0 1 1 0 0,0-1 0 0 0,0 0 0 0 0,0 0 0 0 0,0 0 0 0 0,0 1 0 0 0,0-1 0 0 0,0 0 0 0 0,0 0 0 0 0,0 1 0 0 0,0-1-1 0 0,0 0 1 0 0,0 0 0 0 0,0 1 0 0 0,0-1 0 0 0,0 0 0 0 0,0 0 0 0 0,0 0 0 0 0,0 1 0 0 0,0-1 0 0 0,0 0 0 0 0,0 0 0 0 0,-1 0-1 0 0,1 1 1 0 0,0-1 0 0 0,0 0 0 0 0,0 0 0 0 0,0 0 0 0 0,0 0 0 0 0,-1 1 0 0 0,1-1 0 0 0,0 0 0 0 0,0 0 0 0 0,0 0 0 0 0,-1 0-1 0 0,1 0 1 0 0,0 1 0 0 0,-16 3 156 0 0,-21-4-215 0 0,32-1 42 0 0,-1 1 0 0 0,1 0 1 0 0,-1 0-1 0 0,1 1 0 0 0,0-1 1 0 0,-1 1-1 0 0,1 0 0 0 0,0 1 0 0 0,-1-1 1 0 0,1 1-1 0 0,0 0 0 0 0,0 1 1 0 0,1-1-1 0 0,-10 7 0 0 0,-5 4-11 0 0,1 2-1 0 0,-21 19 1 0 0,12-9-25 0 0,-99 90-317 0 0,-47 40 211 0 0,-79 21 542 0 0,46-36-354 0 0,-90 65 686 0 0,291-202-835 0 0,2-2 8 0 0,1 0 0 0 0,0 0 0 0 0,1 0 0 0 0,-1 0 0 0 0,0 1 0 0 0,0-1 0 0 0,0 0-1 0 0,1 1 1 0 0,-1-1 0 0 0,1 1 0 0 0,-1 0 0 0 0,1-1 0 0 0,0 1 0 0 0,-2 2 0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1:37.0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 11979 0 0,'1'0'199'0'0,"0"-1"0"0"0,-1 0 0 0 0,1 1 1 0 0,0-1-1 0 0,0 1 0 0 0,0-1 0 0 0,0 1 1 0 0,0 0-1 0 0,-1-1 0 0 0,1 1 1 0 0,0 0-1 0 0,0-1 0 0 0,0 1 0 0 0,0 0 1 0 0,0 0-1 0 0,0 0 0 0 0,0 0 1 0 0,0 0-1 0 0,0 0 0 0 0,0 0 0 0 0,0 0 1 0 0,0 1-1 0 0,0-1 0 0 0,0 0 0 0 0,0 0 1 0 0,0 1-1 0 0,0-1 0 0 0,-1 1 1 0 0,1-1-1 0 0,0 1 0 0 0,0-1 0 0 0,0 1 1 0 0,-1-1-1 0 0,1 1 0 0 0,0 0 1 0 0,0-1-1 0 0,-1 1 0 0 0,1 0 0 0 0,-1 0 1 0 0,1 0-1 0 0,0 1 0 0 0,2 2 63 0 0,0 0-1 0 0,0 0 1 0 0,-1 1 0 0 0,1-1-1 0 0,-1 1 1 0 0,2 7-1 0 0,2 17 6 0 0,-1 1 1 0 0,-2 0-1 0 0,-1 0 0 0 0,-1 1 0 0 0,-5 38 0 0 0,2 59-71 0 0,8-75-124 0 0,20 84-1 0 0,-4-28-19 0 0,-22-108-58 0 0,1 3-881 0 0,0 0-1 0 0,-1 0 0 0 0,1 1 0 0 0,-1-1 0 0 0,0 0 0 0 0,0 0 0 0 0,-2 8 0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1:37.4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43 125 3225 0 0,'1'-5'531'0'0,"0"0"1"0"0,0 0-1 0 0,1 0 0 0 0,0 0 1 0 0,0 1-1 0 0,0-1 1 0 0,1 0-1 0 0,0 1 0 0 0,0 0 1 0 0,0-1-1 0 0,0 1 1 0 0,1 0-1 0 0,-1 1 1 0 0,1-1-1 0 0,0 1 0 0 0,0-1 1 0 0,0 1-1 0 0,1 1 1 0 0,6-5-1 0 0,1 1 661 0 0,0 0 0 0 0,1 0-1 0 0,-1 2 1 0 0,1-1 0 0 0,0 1 0 0 0,21-2-1 0 0,-33 5-1157 0 0,1 1 0 0 0,-1 0 0 0 0,1 0 0 0 0,-1 0 0 0 0,1 0 0 0 0,-1 0 0 0 0,1 0 0 0 0,-1 0 0 0 0,1 1 0 0 0,-1-1 0 0 0,1 1 0 0 0,-1-1 0 0 0,0 1 0 0 0,1-1 0 0 0,-1 1 0 0 0,0 0 0 0 0,1 0 0 0 0,-1-1-1 0 0,0 1 1 0 0,0 0 0 0 0,2 2 0 0 0,-1 0-15 0 0,0 0-1 0 0,0 0 0 0 0,0-1 0 0 0,-1 1 0 0 0,0 0 1 0 0,1 0-1 0 0,-1 0 0 0 0,0 1 0 0 0,1 5 1 0 0,0 7-29 0 0,-1 1 0 0 0,0 0 0 0 0,-3 21 0 0 0,2-25 118 0 0,-1 4-51 0 0,1-4-29 0 0,0-1 0 0 0,-1 1 0 0 0,-1 0 0 0 0,0-1 0 0 0,-6 21-1 0 0,7-29-42 0 0,-1 0 0 0 0,0 0 0 0 0,0-1 0 0 0,0 0 0 0 0,-1 1 0 0 0,1-1 0 0 0,-1 0 0 0 0,1 0 0 0 0,-1 0 0 0 0,0 0 0 0 0,0-1 0 0 0,-1 1 0 0 0,1-1 0 0 0,0 0 0 0 0,-1 0 0 0 0,0 0 0 0 0,1 0 0 0 0,-1-1 0 0 0,0 1 0 0 0,0-1 0 0 0,0 0 0 0 0,-4 1 0 0 0,-11 1 198 0 0,0-1 1 0 0,-36 0-1 0 0,11-1-1575 0 0,1 4-5441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1:38.0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32 6913 0 0,'10'-31'10834'0'0,"-12"44"-7729"0"0,1-2-2694 0 0,0 1-1 0 0,1-1 1 0 0,0 1-1 0 0,1-1 1 0 0,0 1-1 0 0,5 20 1 0 0,2 24-164 0 0,-7-34-176 0 0,11 112 115 0 0,-8-113-131 0 0,0-1 0 0 0,1 1 1 0 0,1-1-1 0 0,13 28 1 0 0,-8-13-68 0 0,-13-17-1592 0 0,2-17 1240 0 0,0 0 1 0 0,0 0-1 0 0,-1-1 0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1:38.5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75 288 3225 0 0,'-35'-34'2253'0'0,"30"31"-754"0"0,0-1 0 0 0,1-1-1 0 0,-1 1 1 0 0,1-1 0 0 0,0 1 0 0 0,0-1 0 0 0,-4-8 0 0 0,26 28 3024 0 0,0-2-4198 0 0,58 68 413 0 0,-55-56-654 0 0,2 0-1 0 0,36 29 0 0 0,-42-40-58 0 0,0-1 0 0 0,1-1 0 0 0,1 0 0 0 0,22 10-1 0 0,-35-20 22 0 0,0 0 0 0 0,0 0 0 0 0,0 0 0 0 0,0 0 0 0 0,0-1 0 0 0,0 0 0 0 0,0 0 0 0 0,0-1 0 0 0,0 0 0 0 0,1 0 0 0 0,-1-1 0 0 0,0 1 0 0 0,0-1 0 0 0,0 0 0 0 0,0-1 0 0 0,0 0 0 0 0,0 0 0 0 0,0 0 0 0 0,8-4 0 0 0,-10 3 47 0 0,0-1 1 0 0,0 1-1 0 0,0 0 0 0 0,-1-1 0 0 0,1 0 0 0 0,-1 1 0 0 0,0-2 0 0 0,0 1 1 0 0,0 0-1 0 0,-1 0 0 0 0,0-1 0 0 0,1 0 0 0 0,-1 1 0 0 0,-1-1 1 0 0,1 0-1 0 0,-1 0 0 0 0,0 0 0 0 0,0 0 0 0 0,0-7 0 0 0,1-8 262 0 0,-1-1-1 0 0,-1 0 1 0 0,-3-28-1 0 0,-15-64 73 0 0,-1-22-813 0 0,19 133 197 0 0,0 0 0 0 0,-1-1 1 0 0,1 1-1 0 0,0 0 0 0 0,1 0 0 0 0,-1 0 0 0 0,0 0 0 0 0,1-1 0 0 0,-1 1 0 0 0,1 0 0 0 0,0 0 0 0 0,-1 0 1 0 0,1 0-1 0 0,0 0 0 0 0,0 0 0 0 0,3-3 0 0 0,1 2-586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1:47.3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0 232 3681 0 0,'98'1'7013'0'0,"2"2"-3302"0"0,378 29-384 0 0,-374-22-2873 0 0,1-6 0 0 0,132-10-1 0 0,90-14 362 0 0,-87 8-683 0 0,-19 2-150 0 0,54-4 214 0 0,-21 5 330 0 0,-1 0-322 0 0,115-11-204 0 0,528-25 190 0 0,-672 27-51 0 0,257-29 773 0 0,-370 30-924 0 0,364-38 101 0 0,-425 57 82 0 0,-37-1-436 0 0,0 0 0 0 0,0-1 0 0 0,18-3 0 0 0,-16 4-1048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1:47.8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213 124 3225 0 0,'-26'-23'2994'0'0,"-25"-31"0"0"0,7 7 4301 0 0,83 81-5135 0 0,1-1 0 0 0,75 45 1 0 0,-87-60-2161 0 0,-1 1 0 0 0,44 42 0 0 0,-69-60 1 0 0,-1 1 1 0 0,1-1-1 0 0,-1 1 1 0 0,0 0-1 0 0,0 0 1 0 0,0-1-1 0 0,0 1 1 0 0,0 0-1 0 0,0 0 1 0 0,-1 0-1 0 0,1 0 1 0 0,0 0-1 0 0,-1 0 1 0 0,0 0-1 0 0,1 0 1 0 0,-1 0-1 0 0,0 0 1 0 0,0 0-1 0 0,0 3 1 0 0,-1 0 5 0 0,0-1 1 0 0,0 1-1 0 0,-1-1 0 0 0,1 1 1 0 0,-1-1-1 0 0,0 0 0 0 0,0 0 1 0 0,-4 6-1 0 0,-4 3 17 0 0,0-1 0 0 0,0 1 0 0 0,-25 20 0 0 0,-100 97 204 0 0,-46 40 120 0 0,178-168-409 0 0,0 0 1 0 0,0 1-1 0 0,1-1 0 0 0,0 1 0 0 0,-1 0 1 0 0,1-1-1 0 0,0 1 0 0 0,-2 5 0 0 0,1-3-440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1:48.5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14 6913 0 0,'14'-13'12067'0'0,"-2"39"-11379"0"0,-2 1-1 0 0,-1 0 1 0 0,0 0-1 0 0,-3 1 1 0 0,6 36 0 0 0,9 40-549 0 0,-5-53-88 0 0,41 88 0 0 0,-34-90-61 0 0,26 84 1 0 0,-39-73-1548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1:48.8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9 116 5065 0 0,'-1'0'72'0'0,"1"0"-1"0"0,0 0 0 0 0,0 0 1 0 0,-1 0-1 0 0,1 0 1 0 0,0 0-1 0 0,0 0 1 0 0,-1 0-1 0 0,1 0 1 0 0,0 0-1 0 0,-1 0 1 0 0,1 0-1 0 0,0 0 0 0 0,0 0 1 0 0,-1 0-1 0 0,1 0 1 0 0,0 0-1 0 0,0 0 1 0 0,0 0-1 0 0,-1-1 1 0 0,1 1-1 0 0,0 0 1 0 0,0 0-1 0 0,-1 0 0 0 0,1 0 1 0 0,0-1-1 0 0,0 1 1 0 0,0 0-1 0 0,0 0 1 0 0,-1 0-1 0 0,1-1 1 0 0,0 1-1 0 0,0 0 1 0 0,0 0-1 0 0,0-1 0 0 0,0 1 1 0 0,0 0-1 0 0,0 0 1 0 0,0-1-1 0 0,0 1 1 0 0,0 0-1 0 0,0 0 1 0 0,0-1-1 0 0,0 1 1 0 0,0 0-1 0 0,0 0 0 0 0,0-1 1 0 0,0 1-1 0 0,0 0 1 0 0,0 0-1 0 0,0-1 1 0 0,0 1-1 0 0,0 0 1 0 0,0 0-1 0 0,0-1 1 0 0,0 1-1 0 0,1 0 0 0 0,19-15 3071 0 0,31-9 606 0 0,-15 10-2057 0 0,0 2-1 0 0,64-12 1 0 0,-59 17-1585 0 0,1 2 0 0 0,52 0 0 0 0,-49 10-1613 0 0,-33-1 465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1:49.0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70 10138 0 0,'18'-2'1033'0'0,"1"0"0"0"0,-1-1 0 0 0,1-1 0 0 0,31-12 0 0 0,-4 3 942 0 0,-20 6-377 0 0,43-10-613 0 0,-56 14-2411 0 0,-1 2 1 0 0,1 0-1 0 0,20 1 0 0 0,-21 0 1319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2:07.2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24 6449 0 0,'22'-21'10708'0'0,"-21"21"-10071"0"0,1-1 1 0 0,-1 1-1 0 0,1-1 1 0 0,3 1 1476 0 0,-2 3-1894 0 0,0 1-142 0 0,0 1 1 0 0,0 0-1 0 0,-1 0 1 0 0,1 0-1 0 0,-1 0 1 0 0,0 1-1 0 0,-1-1 1 0 0,2 8-1 0 0,9 54 196 0 0,-6-29-213 0 0,19 95 208 0 0,35 227 425 0 0,-58-344-618 0 0,3 34 210 0 0,-5-48-267 0 0,0 1 1 0 0,0-1 0 0 0,0 0-1 0 0,0 1 1 0 0,-1-1 0 0 0,1 0-1 0 0,0 0 1 0 0,-1 0-1 0 0,0 1 1 0 0,1-1 0 0 0,-1 0-1 0 0,0 0 1 0 0,0 0-1 0 0,-1 0 1 0 0,1 0 0 0 0,0 0-1 0 0,-2 1 1 0 0,1-1-28 0 0,-1-1 1 0 0,1 0 0 0 0,-1 0-1 0 0,1 0 1 0 0,-1 0-1 0 0,1-1 1 0 0,-1 1-1 0 0,1-1 1 0 0,-1 1-1 0 0,1-1 1 0 0,-4 0-1 0 0,5 0-13 0 0,-9 1-399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2:07.9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24 3681 0 0,'-30'-23'11113'0'0,"27"22"-9630"0"0,10 3 1547 0 0,2-1-2837 0 0,1 0 0 0 0,-1 1 0 0 0,0 0 0 0 0,0 0 0 0 0,0 1 0 0 0,0 0 0 0 0,0 0 0 0 0,12 8 0 0 0,5 5 126 0 0,34 27 0 0 0,-57-41-318 0 0,25 17 51 0 0,1-2 0 0 0,1-1-1 0 0,0-2 1 0 0,1-1 0 0 0,32 10 0 0 0,-25-10 73 0 0,0 2 1 0 0,69 38-1 0 0,-103-51-98 0 0,36 27 5 0 0,-38-28-24 0 0,0 0 1 0 0,0 1-1 0 0,-1 0 1 0 0,1 0-1 0 0,0-1 1 0 0,-1 1-1 0 0,1 0 1 0 0,-1 0-1 0 0,1 0 1 0 0,-1 1-1 0 0,0-1 1 0 0,0 0-1 0 0,0 0 0 0 0,0 1 1 0 0,-1-1-1 0 0,2 4 1 0 0,-4-3 20 0 0,0 1 1 0 0,0 0 0 0 0,0-1-1 0 0,0 1 1 0 0,-1-1-1 0 0,1 1 1 0 0,-1-1-1 0 0,0 0 1 0 0,0 0 0 0 0,0-1-1 0 0,0 1 1 0 0,-7 4-1 0 0,-5 6 39 0 0,-279 254 856 0 0,273-251-1071 0 0,7-5-202 0 0,0 0 1 0 0,1 1 0 0 0,-17 20 0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2:08.5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88 5841 0 0,'-3'-15'514'0'0,"2"5"983"0"0,-1 0 1 0 0,0-1-1 0 0,0 1 1 0 0,-1 1-1 0 0,-4-14 3872 0 0,13 25-3421 0 0,8 6-1244 0 0,-13-7-706 0 0,1 1 36 0 0,0 0 0 0 0,0 1 0 0 0,0-1 0 0 0,-1 0 1 0 0,1 1-1 0 0,-1-1 0 0 0,0 1 0 0 0,0-1 0 0 0,0 1 0 0 0,0 0 1 0 0,0-1-1 0 0,0 1 0 0 0,-1 0 0 0 0,1 0 0 0 0,-1 4 0 0 0,0 46 82 0 0,-1-38-63 0 0,0 11-34 0 0,1-1 1 0 0,1 1-1 0 0,2 0 1 0 0,0-1-1 0 0,13 47 1 0 0,-7-34-1 0 0,7 66 0 0 0,-13-74 74 0 0,2 1 1 0 0,0-1-1 0 0,2-1 0 0 0,12 33 0 0 0,-14-50-79 0 0,6 13 158 0 0,13 50-1 0 0,-22-66-144 0 0,0 0 0 0 0,-1 0-1 0 0,0 0 1 0 0,-1 1 0 0 0,0-1-1 0 0,0 0 1 0 0,-1 1 0 0 0,0-1-1 0 0,-4 12 1 0 0,2-3-558 0 0,4-16 263 0 0,-1 1 0 0 0,0-1 0 0 0,-1 0 0 0 0,1 1 0 0 0,0-1 0 0 0,-1 0 0 0 0,1 0 0 0 0,-1 1 0 0 0,0-1 0 0 0,0 0 0 0 0,0 0 0 0 0,0 0 1 0 0,0 0-1 0 0,0 0 0 0 0,-1 0 0 0 0,-2 3 0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2:09.0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92 5121 0 0,'-29'-27'14354'0'0,"33"26"-14087"0"0,21-3 244 0 0,0 1 0 0 0,0 2 0 0 0,27 1 1 0 0,-20 0-456 0 0,50-5 0 0 0,16-4-212 0 0,-1 5 0 0 0,153 11 0 0 0,-226-5 216 0 0,60-2 538 0 0,149-19 0 0 0,-52 2-251 0 0,-75 6-1160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2:10.2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1561 1 4145 0 0,'-13'7'9960'0'0,"-5"3"-9233"0"0,0 0 1 0 0,-21 7-1 0 0,1-9-110 0 0,0-2-1 0 0,0-1 0 0 0,-1-2 0 0 0,-53-3 1 0 0,59 0-542 0 0,-9 2 146 0 0,1 2 0 0 0,-64 15 0 0 0,69-11-217 0 0,1-2 1 0 0,-1-1-1 0 0,-73-1 0 0 0,-104 0 586 0 0,169-2-529 0 0,36-2-16 0 0,-48 3 341 0 0,-82-6 1 0 0,93 0-189 0 0,0 2-1 0 0,0 2 1 0 0,1 2 0 0 0,-76 14 0 0 0,101-10-1318 0 0,6-2-1278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2:11.0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74 14 920 0 0,'2'-13'19484'0'0,"-6"18"-19304"0"0,0 1 0 0 0,1-1 0 0 0,0 1-1 0 0,0 0 1 0 0,0 0 0 0 0,1 0 0 0 0,0 0-1 0 0,0 1 1 0 0,-2 10 0 0 0,-4 69 378 0 0,0-6-510 0 0,-6 20 249 0 0,-2 122 0 0 0,24 7-21 0 0,-1-125-197 0 0,-9 36-79 0 0,1 15 0 0 0,2-137 14 0 0,0-6 16 0 0,-1-1 0 0 0,1 0 1 0 0,1 0-1 0 0,0 0 0 0 0,1 0 0 0 0,0 0 1 0 0,8 20-1 0 0,-7-22-37 0 0,-1 1 0 0 0,0 0 0 0 0,-1 1 0 0 0,0-1-1 0 0,0 0 1 0 0,-1 1 0 0 0,-1 16 0 0 0,6 41-24 0 0,-5-65-161 0 0,4 11 489 0 0,3-14-2840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2:12.4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40 4561 0 0,'0'-1'140'0'0,"0"1"0"0"0,0-1-1 0 0,0 1 1 0 0,0-1 0 0 0,0 0 0 0 0,0 1 0 0 0,0-1-1 0 0,0 0 1 0 0,1 1 0 0 0,-1-1 0 0 0,0 1 0 0 0,0-1 0 0 0,0 0-1 0 0,1 1 1 0 0,-1-1 0 0 0,0 1 0 0 0,1-1 0 0 0,-1 1-1 0 0,1-1 1 0 0,-1 1 0 0 0,0-1 0 0 0,1 1 0 0 0,-1-1-1 0 0,1 1 1 0 0,-1 0 0 0 0,1-1 0 0 0,0 1 0 0 0,-1 0 0 0 0,1-1-1 0 0,-1 1 1 0 0,1 0 0 0 0,0 0 0 0 0,-1-1 0 0 0,1 1-1 0 0,-1 0 1 0 0,1 0 0 0 0,1 0 0 0 0,1-1 123 0 0,20-5 1035 0 0,0 1 1 0 0,0 1-1 0 0,0 0 1 0 0,47 1-1 0 0,-51 4-1092 0 0,0 0 0 0 0,0 1-1 0 0,0 1 1 0 0,0 0 0 0 0,-1 2-1 0 0,26 9 1 0 0,-40-12-204 0 0,1 0-1 0 0,-1 0 1 0 0,0 0-1 0 0,0 0 1 0 0,-1 1 0 0 0,1-1-1 0 0,0 1 1 0 0,4 4-1 0 0,-8-6-121 0 0,1 0 0 0 0,-1 0 0 0 0,1 0 0 0 0,-1 0-1 0 0,1-1 1 0 0,-1 1 0 0 0,1 0 0 0 0,-1 0 0 0 0,0 0 0 0 0,0 0-1 0 0,1 0 1 0 0,-1 0 0 0 0,0 0 0 0 0,0 0 0 0 0,0 1 0 0 0,0-1-1 0 0,0 0 1 0 0,0 0 0 0 0,0 0 0 0 0,-1 0 0 0 0,1 0-1 0 0,0 0 1 0 0,-1 0 0 0 0,1 0 0 0 0,0 0 0 0 0,-1-1 0 0 0,1 1-1 0 0,-1 0 1 0 0,1 0 0 0 0,-1 0 0 0 0,0 0 0 0 0,1 0 0 0 0,-1-1-1 0 0,0 1 1 0 0,0 0 0 0 0,0-1 0 0 0,1 1 0 0 0,-1-1-1 0 0,0 1 1 0 0,-2 0 0 0 0,-3 5-1466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2:13.1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17 3681 0 0,'-10'-17'17616'0'0,"11"22"-17290"0"0,6 27 27 0 0,-2 1-1 0 0,-1 1 1 0 0,0 35-1 0 0,-3-32-295 0 0,2 0-1 0 0,12 62 0 0 0,29 38 89 0 0,-31-101-50 0 0,-1 0 0 0 0,-1 1 0 0 0,-2 1 0 0 0,-2-1 0 0 0,3 48 0 0 0,12 252 425 0 0,-20-274-371 0 0,-3 0 0 0 0,-13 98 0 0 0,6-93 61 0 0,2 134 0 0 0,9-173-218 0 0,2 0-1 0 0,2-1 1 0 0,12 38-1 0 0,-8-28 249 0 0,8 39 0 0 0,-10-21-155 0 0,-1-2-10 0 0,24 87-1 0 0,40 153 508 0 0,-71-284-1076 0 0,1 0 1 0 0,-2 1 0 0 0,0-1-1 0 0,-1 17 1 0 0,-2-7-1535 0 0,-1-1 0 0 0,-1 0 0 0 0,-8 24 0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2:14.1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4326 1 920 0 0,'5'28'14270'0'0,"-6"-17"-12946"0"0,1-9-1240 0 0,0-1 0 0 0,0 1 0 0 0,0-1 0 0 0,0 1 0 0 0,-1 0 0 0 0,1-1 0 0 0,0 1 0 0 0,-1-1 0 0 0,1 1 0 0 0,-1-1 0 0 0,0 1 0 0 0,1-1 0 0 0,-1 0 0 0 0,0 1 0 0 0,0-1 0 0 0,0 0 0 0 0,0 0 0 0 0,0 1-1 0 0,0-1 1 0 0,0 0 0 0 0,0 0 0 0 0,-1 0 0 0 0,1 0 0 0 0,0-1 0 0 0,-1 1 0 0 0,1 0 0 0 0,-2 0 0 0 0,-5 2 609 0 0,1-1 0 0 0,0-1 0 0 0,-1 1 0 0 0,-13 0 0 0 0,-11 2 198 0 0,-461 91-1275 0 0,383-80 318 0 0,-127 2 1 0 0,-29 3-44 0 0,-377 61-1185 0 0,370-47 453 0 0,-2-12-1 0 0,-303-14 1 0 0,256-7 837 0 0,-38-2-15 0 0,288-7 567 0 0,-80-19-1 0 0,-30-3 699 0 0,153 27-1045 0 0,0 1-1 0 0,0 2 1 0 0,-1 1 0 0 0,-36 5 0 0 0,52-3-170 0 0,7-1-189 0 0,0-1 0 0 0,0 0 1 0 0,0 0-1 0 0,0-1 1 0 0,0 0-1 0 0,-11-1 0 0 0,17 1-16 0 0,1-1-1 0 0,0 1 0 0 0,-1-1 0 0 0,1 1 0 0 0,0-1 0 0 0,-1 1 0 0 0,1-1 0 0 0,0 1 0 0 0,0-1 0 0 0,0 0 0 0 0,0 1 0 0 0,-1-1 0 0 0,1 1 0 0 0,0-1 0 0 0,0 0 0 0 0,0 1 0 0 0,0-1 0 0 0,0 0 0 0 0,1 1 0 0 0,-1-1 0 0 0,0 1 0 0 0,0-1 0 0 0,0 1 0 0 0,0-1 0 0 0,1 0 0 0 0,-1 1 0 0 0,0-1 1 0 0,0 1-1 0 0,1-1 0 0 0,-1 1 0 0 0,1-1 0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2:14.9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92 1840 0 0,'-8'-45'5302'0'0,"1"-1"4333"0"0,12 125-4623 0 0,14 47-4387 0 0,1-3-690 0 0,-17-95 142 0 0,2 0 0 0 0,15 54 1 0 0,-17-72-3 0 0,-2 1 0 0 0,0 0 0 0 0,0-1 0 0 0,-2 22 1 0 0,1-12-84 0 0,0-5 174 0 0,1-2-3042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2:20.1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328 102 456 0 0,'-2'0'96'0'0,"0"0"-1"0"0,-1-1 1 0 0,1 1 0 0 0,0-1-1 0 0,0 0 1 0 0,0 1 0 0 0,0-1-1 0 0,0 0 1 0 0,0 0 0 0 0,0-1-1 0 0,0 1 1 0 0,0 0 0 0 0,1 0-1 0 0,-4-3 1 0 0,4 2-33 0 0,-1 1 0 0 0,1-1 0 0 0,-1 1 0 0 0,0 0 0 0 0,1-1 0 0 0,-1 1 0 0 0,0 0 0 0 0,0 0 0 0 0,0 0 0 0 0,0 1 0 0 0,0-1 0 0 0,0 0 0 0 0,0 1 0 0 0,0 0 0 0 0,-1-1 0 0 0,1 1 0 0 0,-3 0 0 0 0,-5 2 1164 0 0,-1 0 0 0 0,1 1 0 0 0,0 0 1 0 0,0 0-1 0 0,-12 8 0 0 0,-32 9 4255 0 0,30-13-4271 0 0,0 2-1 0 0,1 1 1 0 0,-25 13-1 0 0,45-21-1031 0 0,-6-1 276 0 0,24-3 348 0 0,0-1-655 0 0,1 0 1 0 0,25-10 0 0 0,28-6 18 0 0,4 10-50 0 0,0 3 1 0 0,74 3-1 0 0,18 0 22 0 0,127-12-139 0 0,-231 10 54 0 0,97-21-1 0 0,29-4 32 0 0,-142 27-42 0 0,2 0 99 0 0,64-12 1 0 0,-99 11-1043 0 0,8-1-4975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2:20.7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14 121 3225 0 0,'-5'-9'9658'0'0,"5"6"-9587"0"0,-3-5 673 0 0,1 0 1 0 0,1-1-1 0 0,0 1 0 0 0,0 0 0 0 0,0-1 1 0 0,2-15-1 0 0,0 21-859 0 0,0-1 1 0 0,0 0-1 0 0,0 0 1 0 0,0 1-1 0 0,1-1 1 0 0,3-6-1 0 0,-4 7-803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2:21.2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81 1840 0 0,'2'-22'13061'0'0,"21"13"-6864"0"0,-12 7-8052 0 0,81-12 2718 0 0,92-15 1268 0 0,-179 28-2172 0 0,0 0 0 0 0,0 0 1 0 0,1 0-1 0 0,-1 1 0 0 0,0 0 1 0 0,0 0-1 0 0,1 0 0 0 0,-1 0 1 0 0,10 3-1 0 0,-9-1-424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2:22.9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0 1 3369 0 0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2:23.7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102 1 1840 0 0,'-16'3'1362'0'0,"-40"13"2550"0"0,52-15-3210 0 0,1 1 0 0 0,-1 0 0 0 0,1-1 0 0 0,0 1 0 0 0,0 0 0 0 0,-1 1 0 0 0,-2 2-1 0 0,9-4-298 0 0,0 0 0 0 0,1 0-1 0 0,-1 0 1 0 0,0 0-1 0 0,0 0 1 0 0,1-1 0 0 0,-1 1-1 0 0,0-1 1 0 0,6 0 0 0 0,221-7 4382 0 0,-229 6-4960 0 0,31-3 27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2:23.9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12 5065 0 0,'2'-11'14697'0'0,"1"12"-14618"0"0,1 0 0 0 0,-1 1 1 0 0,0 0-1 0 0,1 0 1 0 0,-1 0-1 0 0,0 0 1 0 0,0 1-1 0 0,-1-1 1 0 0,1 1-1 0 0,0 0 1 0 0,-1-1-1 0 0,1 1 1 0 0,-1 0-1 0 0,0 0 0 0 0,0 1 1 0 0,-1-1-1 0 0,1 0 1 0 0,0 1-1 0 0,-1-1 1 0 0,0 1-1 0 0,1 3 1 0 0,4 16 550 0 0,-1-1 1 0 0,4 33-1 0 0,-5-24-418 0 0,13 38-1853 0 0,7 0-3429 0 0,-11-38-2198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2:24.8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78 0 1840 0 0,'-16'6'1450'0'0,"12"-4"-849"0"0,0 0 1 0 0,0 0-1 0 0,-1 0 1 0 0,1-1-1 0 0,-1 1 1 0 0,1-1-1 0 0,-1 0 1 0 0,1-1-1 0 0,-1 1 1 0 0,-12-5 6289 0 0,30 3-6100 0 0,-12 1-878 0 0,138-1 4890 0 0,-126 4-4504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2:31.6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53 101 920 0 0,'-53'-73'5793'0'0,"53"46"5809"0"0,15 42-10554 0 0,-11-10-813 0 0,0 2 0 0 0,0-1 0 0 0,0 0-1 0 0,-1 1 1 0 0,0 0 0 0 0,0-1 0 0 0,0 1 0 0 0,2 14 0 0 0,6 55 587 0 0,-8-47-659 0 0,2 20-61 0 0,1 0 0 0 0,20 72 0 0 0,-22-104-27 0 0,0 0 0 0 0,-2 1 0 0 0,0 0 1 0 0,-1-1-1 0 0,0 1 0 0 0,-2-1 0 0 0,0 1 1 0 0,-5 25-1 0 0,6-37-448 0 0,3-11-186 0 0,2-14-2615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2:32.2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6 148 920 0 0,'-4'-28'370'0'0,"3"-14"5138"0"0,1 39-5155 0 0,1 1 0 0 0,-1-1 1 0 0,1 0-1 0 0,0 0 0 0 0,0 0 1 0 0,0 1-1 0 0,0-1 0 0 0,0 0 1 0 0,1 1-1 0 0,0-1 0 0 0,-1 1 1 0 0,1 0-1 0 0,0-1 0 0 0,0 1 1 0 0,0 0-1 0 0,0 0 0 0 0,0 0 1 0 0,1 0-1 0 0,-1 1 0 0 0,0-1 1 0 0,6-2-1 0 0,3 0-56 0 0,0 0-1 0 0,0 0 1 0 0,1 1-1 0 0,0 0 1 0 0,0 1-1 0 0,0 0 1 0 0,0 1-1 0 0,0 0 1 0 0,0 1-1 0 0,0 1 1 0 0,0 0-1 0 0,0 0 1 0 0,0 1-1 0 0,0 1 1 0 0,-1 0-1 0 0,1 0 1 0 0,12 6-1 0 0,-23-8-296 0 0,1 0 0 0 0,-1-1 0 0 0,0 1-1 0 0,1 0 1 0 0,-1 0 0 0 0,0 0 0 0 0,1 0 0 0 0,-1 0-1 0 0,0 0 1 0 0,0 0 0 0 0,0 1 0 0 0,0-1-1 0 0,0 0 1 0 0,0 0 0 0 0,-1 1 0 0 0,1-1 0 0 0,0 1-1 0 0,-1-1 1 0 0,1 1 0 0 0,-1-1 0 0 0,1 1 0 0 0,-1 1-1 0 0,1 1-23 0 0,-1 0-1 0 0,0 1 0 0 0,0-1 0 0 0,0 0 1 0 0,-1 0-1 0 0,1 1 0 0 0,-1-1 0 0 0,-2 5 1 0 0,0 3-16 0 0,-2-1 1 0 0,0 0-1 0 0,0 0 1 0 0,-1 0 0 0 0,-7 11-1 0 0,3-11 279 0 0,-1 0 0 0 0,1 0 0 0 0,-2-1 0 0 0,1 0 1 0 0,-1-1-1 0 0,-1 0 0 0 0,0-1 0 0 0,0-1 0 0 0,0 0 0 0 0,-27 10 0 0 0,12-15 335 0 0,26-2-705 0 0,-1-1 1 0 0,1 1 0 0 0,-1 0-1 0 0,0 0 1 0 0,1 1-1 0 0,-1-1 1 0 0,1 0 0 0 0,-1 1-1 0 0,0 0 1 0 0,1-1 0 0 0,-4 3-1 0 0,7 1-534 0 0,3-1 643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2:33.1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33 160 1840 0 0,'-2'-4'557'0'0,"0"-1"-1"0"0,0 1 0 0 0,1-1 1 0 0,-1 0-1 0 0,1 1 1 0 0,1-1-1 0 0,-1 0 0 0 0,1 0 1 0 0,-1 0-1 0 0,2-8 0 0 0,-1 7 144 0 0,0 0 0 0 0,0-1-1 0 0,-1 1 1 0 0,0 0-1 0 0,0 0 1 0 0,-3-10-1 0 0,2 10 109 0 0,-1 2 65 0 0,2 0 0 0 0,-1-1-1 0 0,0 1 1 0 0,1-1 0 0 0,0 1 0 0 0,0-1-1 0 0,0-5 1 0 0,1 33-337 0 0,0 0 0 0 0,2 0 0 0 0,1 0 1 0 0,6 26-1 0 0,-3-22-436 0 0,-1 0 1 0 0,1 43-1 0 0,-4-44-12 0 0,1 1 1 0 0,1-1-1 0 0,7 27 0 0 0,-8-41-128 0 0,0 0 0 0 0,-1 0-1 0 0,0 0 1 0 0,-1 1-1 0 0,-1 12 1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2:33.7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55 292 3889 0 0,'-2'-3'308'0'0,"-1"0"1"0"0,1 1-1 0 0,-1-1 1 0 0,0 1-1 0 0,0-1 1 0 0,-35-23 15158 0 0,54 39-14159 0 0,0-1-1262 0 0,11 13 68 0 0,0-2 0 0 0,1-1 0 0 0,2-1 0 0 0,0-1 0 0 0,58 27 0 0 0,-83-45-60 0 0,0 0 0 0 0,1 0-1 0 0,-1 0 1 0 0,0-1 0 0 0,1 0 0 0 0,-1 0 0 0 0,1 0 0 0 0,0-1-1 0 0,-1 0 1 0 0,1 0 0 0 0,-1 0 0 0 0,1-1 0 0 0,-1 0-1 0 0,1 0 1 0 0,-1 0 0 0 0,1 0 0 0 0,-1-1 0 0 0,0 0 0 0 0,0-1-1 0 0,0 1 1 0 0,0-1 0 0 0,0 0 0 0 0,0 0 0 0 0,-1 0-1 0 0,1 0 1 0 0,-1-1 0 0 0,0 0 0 0 0,0 0 0 0 0,0 0 0 0 0,5-9-1 0 0,-6 4 114 0 0,0-1 0 0 0,-1 0 0 0 0,0 0 0 0 0,-1 0 0 0 0,0 0-1 0 0,-1 0 1 0 0,0 0 0 0 0,0 0 0 0 0,-3-15 0 0 0,2 13-141 0 0,-1-6 117 0 0,1-1-1 0 0,-2 1 1 0 0,0 0 0 0 0,-2 0 0 0 0,0 0-1 0 0,0 1 1 0 0,-11-22 0 0 0,14 37-292 0 0,1-1 0 0 0,0 0 0 0 0,0 0 0 0 0,0 0 0 0 0,0 0 0 0 0,0 0 0 0 0,1 0 0 0 0,-1 0 0 0 0,1 0 0 0 0,0 0 0 0 0,0 0 0 0 0,0 0 0 0 0,0 0 0 0 0,0 0 0 0 0,1 0 0 0 0,0 0 0 0 0,-1 0 0 0 0,1 0 0 0 0,0 0 0 0 0,0 0 0 0 0,1 0 0 0 0,-1 1 0 0 0,1-1 0 0 0,-1 0 0 0 0,1 1 0 0 0,0-1 0 0 0,0 1 0 0 0,0 0 0 0 0,0 0 0 0 0,0-1 0 0 0,1 1 0 0 0,-1 1 0 0 0,0-1 0 0 0,4-2 0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2:51.9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50 165 5529 0 0,'-25'-83'3672'0'0,"8"21"-377"0"0,9 42 457 0 0,14 44-728 0 0,2 13-2230 0 0,7 125 531 0 0,-12 289 1 0 0,-8-402-1423 0 0,5-47-17 0 0,0 0 0 0 0,-1 0 1 0 0,1 0-1 0 0,0 0 0 0 0,-1-1 1 0 0,0 1-1 0 0,1 0 0 0 0,-1 0 1 0 0,0 0-1 0 0,0 0 0 0 0,0-1 1 0 0,0 1-1 0 0,-1 0 0 0 0,1-1 1 0 0,0 1-1 0 0,-1-1 0 0 0,1 1 1 0 0,-1-1-1 0 0,1 0 0 0 0,-1 0 1 0 0,-1 2-1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2:52.2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0 320 2304 0 0,'0'-15'268'0'0,"1"-1"-1"0"0,0 1 1 0 0,1 0-1 0 0,0 0 0 0 0,1 0 1 0 0,1 0-1 0 0,0 1 1 0 0,2-1-1 0 0,9-20 0 0 0,-7 19 588 0 0,0 1-1 0 0,1 1 1 0 0,0-1-1 0 0,1 1 1 0 0,18-18-1 0 0,-24 27-465 0 0,0 1 0 0 0,1 0 0 0 0,0 1 0 0 0,-1-1-1 0 0,1 1 1 0 0,1 0 0 0 0,-1 0 0 0 0,0 0 0 0 0,1 1-1 0 0,-1 0 1 0 0,1 0 0 0 0,0 0 0 0 0,0 1-1 0 0,0 0 1 0 0,0 0 0 0 0,0 1 0 0 0,0-1 0 0 0,0 1-1 0 0,8 1 1 0 0,-8-1-175 0 0,-1 1-1 0 0,1 0 0 0 0,0 0 1 0 0,-1 1-1 0 0,1 0 1 0 0,0 0-1 0 0,-1 0 1 0 0,0 0-1 0 0,1 1 1 0 0,-1 0-1 0 0,0 0 0 0 0,-1 0 1 0 0,1 1-1 0 0,6 5 1 0 0,-8-5-170 0 0,0 0 0 0 0,-1 0 1 0 0,1 0-1 0 0,-1 0 0 0 0,0 0 0 0 0,0 0 0 0 0,-1 1 1 0 0,1-1-1 0 0,-1 1 0 0 0,0-1 0 0 0,0 1 1 0 0,0 0-1 0 0,-1-1 0 0 0,0 1 0 0 0,0 0 1 0 0,0-1-1 0 0,0 1 0 0 0,-2 7 0 0 0,-1 3 1 0 0,0 0-1 0 0,-1 0 0 0 0,-1-1 0 0 0,0 0 0 0 0,-1 0 0 0 0,-1 0 0 0 0,-8 14 1 0 0,-67 85-375 0 0,52-73-220 0 0,28-37-92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2:52.6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 5985 0 0,'32'-7'6779'0'0,"-32"8"-6593"0"0,4 19 4977 0 0,-4-2-5571 0 0,-1-3 661 0 0,2-1 0 0 0,-1 1 0 0 0,2 0 0 0 0,0-1 0 0 0,1 1 0 0 0,0-1 0 0 0,1 0 1 0 0,1 0-1 0 0,8 18 0 0 0,-10-26-192 0 0,-1-1 1 0 0,1 0 0 0 0,0 0 0 0 0,1 0 0 0 0,-1 0 0 0 0,1 0-1 0 0,0-1 1 0 0,0 0 0 0 0,1 0 0 0 0,-1 0 0 0 0,1 0 0 0 0,0-1-1 0 0,0 0 1 0 0,0 0 0 0 0,0 0 0 0 0,1 0 0 0 0,-1-1 0 0 0,1 0-1 0 0,0 0 1 0 0,-1 0 0 0 0,1-1 0 0 0,0 0 0 0 0,0 0 0 0 0,0-1-1 0 0,11 0 1 0 0,-13 0-31 0 0,1 0 0 0 0,-1-1 0 0 0,0 0 0 0 0,1 0-1 0 0,-1 0 1 0 0,0-1 0 0 0,0 1 0 0 0,0-1 0 0 0,0 0-1 0 0,0 0 1 0 0,0 0 0 0 0,-1-1 0 0 0,1 1 0 0 0,-1-1-1 0 0,1 0 1 0 0,-1 0 0 0 0,0 0 0 0 0,0-1 0 0 0,0 1-1 0 0,-1-1 1 0 0,1 1 0 0 0,-1-1 0 0 0,0 0 0 0 0,0 0 0 0 0,3-7-1 0 0,-4 5-25 0 0,1 1 0 0 0,-1 0-1 0 0,0-1 1 0 0,0 1 0 0 0,0-1 0 0 0,-1 1-1 0 0,0-1 1 0 0,0 1 0 0 0,0-1 0 0 0,-1 1-1 0 0,1-1 1 0 0,-1 1 0 0 0,-1-1-1 0 0,1 1 1 0 0,-1 0 0 0 0,0 0 0 0 0,0 0-1 0 0,-1 0 1 0 0,1 0 0 0 0,-5-5 0 0 0,2 2-73 0 0,-1 1 1 0 0,0 0 0 0 0,0 1 0 0 0,-1 0 0 0 0,0 0 0 0 0,0 0 0 0 0,0 1 0 0 0,-1-1 0 0 0,0 2 0 0 0,0-1 0 0 0,0 1 0 0 0,-1 1 0 0 0,1 0 0 0 0,-14-4 0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2:52.9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163 36 2304 0 0,'1'0'130'0'0,"-1"-1"0"0"0,1 0-1 0 0,-1 1 1 0 0,1-1-1 0 0,0 0 1 0 0,-1 1-1 0 0,0-1 1 0 0,1 0 0 0 0,-1 0-1 0 0,1 1 1 0 0,-1-1-1 0 0,0 0 1 0 0,1 0-1 0 0,-1 0 1 0 0,0 1 0 0 0,0-1-1 0 0,0 0 1 0 0,0 0-1 0 0,0 0 1 0 0,0 0-1 0 0,0 0 1 0 0,0 0 0 0 0,0 1-1 0 0,0-1 1 0 0,0 0-1 0 0,-1 0 1 0 0,1 0-1 0 0,0 0 1 0 0,0 1 0 0 0,-1-1-1 0 0,1 0 1 0 0,-1 0-1 0 0,1 1 1 0 0,-1-1-1 0 0,1 0 1 0 0,-1 1 0 0 0,1-1-1 0 0,-1 0 1 0 0,0 1-1 0 0,1-1 1 0 0,-1 1-1 0 0,0-1 1 0 0,1 1 0 0 0,-1-1-1 0 0,0 1 1 0 0,0-1-1 0 0,1 1 1 0 0,-1 0-1 0 0,0 0 1 0 0,0-1 0 0 0,0 1-1 0 0,0 0 1 0 0,0 0-1 0 0,1 0 1 0 0,-3 0-1 0 0,-1-1 322 0 0,0 1-1 0 0,0 0 1 0 0,-1 0-1 0 0,1 1 1 0 0,0-1-1 0 0,0 1 0 0 0,-1 0 1 0 0,1 0-1 0 0,0 1 1 0 0,-5 1-1 0 0,1 2-89 0 0,1-1 0 0 0,0 2 0 0 0,0-1 0 0 0,0 1 0 0 0,1 0 0 0 0,0 0 0 0 0,0 1 0 0 0,0-1 0 0 0,1 1 0 0 0,0 1 0 0 0,1-1 0 0 0,-1 1 0 0 0,-5 14 0 0 0,9-19-310 0 0,-1 1 0 0 0,1 0 0 0 0,0 0 0 0 0,0 0 0 0 0,0 0 0 0 0,0 0 0 0 0,1 0 0 0 0,0 0 0 0 0,-1 0 0 0 0,2 0 0 0 0,-1 0 0 0 0,0 0 0 0 0,1 0 0 0 0,0 0 0 0 0,0 0 0 0 0,0 0 0 0 0,0 0 0 0 0,1-1 0 0 0,-1 1 1 0 0,1 0-1 0 0,0-1 0 0 0,0 1 0 0 0,0-1 0 0 0,1 1 0 0 0,-1-1 0 0 0,1 0 0 0 0,0 0 0 0 0,0-1 0 0 0,0 1 0 0 0,0 0 0 0 0,5 2 0 0 0,4 2-23 0 0,0-1 1 0 0,0-1-1 0 0,1 0 0 0 0,0-1 1 0 0,16 3-1 0 0,-19-5-24 0 0,0 0 0 0 0,-1 1-1 0 0,1 0 1 0 0,0 1 0 0 0,-1 0-1 0 0,0 0 1 0 0,0 1 0 0 0,0 0-1 0 0,0 1 1 0 0,7 6 0 0 0,-14-11-5 0 0,-1 0 1 0 0,0 1-1 0 0,0-1 1 0 0,0 0-1 0 0,0 1 1 0 0,0-1-1 0 0,0 0 1 0 0,0 1-1 0 0,-1-1 1 0 0,1 1-1 0 0,0 0 1 0 0,-1-1-1 0 0,1 1 1 0 0,-1-1-1 0 0,0 1 1 0 0,0 0-1 0 0,1-1 1 0 0,-1 1 0 0 0,0 0-1 0 0,0-1 1 0 0,-1 1-1 0 0,1 0 1 0 0,-1 2-1 0 0,0-1 16 0 0,0 1 0 0 0,-1-1-1 0 0,1 0 1 0 0,-1 0 0 0 0,0 0 0 0 0,0 0-1 0 0,0 0 1 0 0,-1 0 0 0 0,1 0 0 0 0,-5 3-1 0 0,-2 1-294 0 0,0 1-1 0 0,-1-1 1 0 0,0-1-1 0 0,0 0 1 0 0,-18 8-1 0 0,16-10-1643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2:53.1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1376 0 0,'28'7'15058'0'0,"-22"4"-14788"0"0,-1 2 826 0 0,-1-1 0 0 0,0 1 0 0 0,3 23 0 0 0,2 84-157 0 0,-5-48-1693 0 0,-3-66-67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2:53.3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22 10138 0 0,'-1'-2'-98'0'0,"-10"-16"2240"0"0,5 17-111 0 0,2 13-281 0 0,3-5-1896 0 0,1 0 0 0 0,0 1 0 0 0,1-1-1 0 0,0 0 1 0 0,0 1 0 0 0,0-1-1 0 0,1 0 1 0 0,0 0 0 0 0,1 0 0 0 0,3 8-1 0 0,-1-1 343 0 0,1 4-207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2:53.5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6913 0 0,'3'15'10814'0'0,"1"23"-7724"0"0,-1-8-2168 0 0,15 168 741 0 0,-15-131-1758 0 0,4 1-1 0 0,22 102 1 0 0,-10-104-1402 0 0,-15-50 362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2:53.9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25 246 5529 0 0,'-1'-1'60'0'0,"-1"0"-1"0"0,1 1 0 0 0,-1-1 1 0 0,1 0-1 0 0,-1 0 1 0 0,1 0-1 0 0,0 0 1 0 0,-1 0-1 0 0,1-1 0 0 0,0 1 1 0 0,0 0-1 0 0,0 0 1 0 0,0-1-1 0 0,0 1 1 0 0,0-1-1 0 0,0 1 0 0 0,0-1 1 0 0,1 1-1 0 0,-1-1 1 0 0,1 0-1 0 0,-1 1 1 0 0,1-1-1 0 0,0 0 0 0 0,-1 1 1 0 0,1-3-1 0 0,1 0 192 0 0,0 1 0 0 0,0-1-1 0 0,0 1 1 0 0,0-1 0 0 0,0 1-1 0 0,1 0 1 0 0,0 0 0 0 0,-1 0-1 0 0,1 0 1 0 0,1 0-1 0 0,3-5 1 0 0,1 1 223 0 0,0 0-1 0 0,0 0 0 0 0,0 1 1 0 0,1 0-1 0 0,0 0 1 0 0,1 1-1 0 0,-1 0 0 0 0,19-7 1 0 0,82-24 87 0 0,-61 22-855 0 0,106-29-4135 0 0,-87 32 8828 0 0,-66 11-4237 0 0,0 0 0 0 0,0 0 0 0 0,0 0-1 0 0,1 0 1 0 0,-1 0 0 0 0,0 0-1 0 0,0 1 1 0 0,1-1 0 0 0,-1 0 0 0 0,0 1-1 0 0,0-1 1 0 0,0 1 0 0 0,0-1-1 0 0,0 1 1 0 0,0 0 0 0 0,0-1-1 0 0,0 1 1 0 0,0 0 0 0 0,0 0 0 0 0,0 0-1 0 0,0-1 1 0 0,0 1 0 0 0,-1 0-1 0 0,1 0 1 0 0,0 0 0 0 0,-1 0 0 0 0,1 0-1 0 0,-1 1 1 0 0,1-1 0 0 0,-1 0-1 0 0,1 0 1 0 0,-1 0 0 0 0,0 0-1 0 0,0 1 1 0 0,1-1 0 0 0,-1 0 0 0 0,0 0-1 0 0,0 1 1 0 0,0-1 0 0 0,0 0-1 0 0,-1 0 1 0 0,1 2 0 0 0,-1 9 97 0 0,0 0 1 0 0,-1 0 0 0 0,-5 16-1 0 0,4-14-130 0 0,1-6-123 0 0,1 0 0 0 0,0 0 0 0 0,0 1 1 0 0,1-1-1 0 0,0 0 0 0 0,0 0 0 0 0,1 1 0 0 0,2 9 0 0 0,-2-14-972 0 0,0 0-1 0 0,1 0 0 0 0,0 0 0 0 0,-1-1 0 0 0,1 1 1 0 0,4 5-1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2:54.1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69 8 2304 0 0,'-22'-6'962'0'0,"-11"5"7452"0"0,19 1-3773 0 0,16 0-4521 0 0,0 1 1 0 0,-1-1-1 0 0,1 0 0 0 0,0 1 1 0 0,0-1-1 0 0,-1 1 1 0 0,1 0-1 0 0,-1 0 1 0 0,1-1-1 0 0,-1 1 0 0 0,1 0 1 0 0,-1 0-1 0 0,1 0 1 0 0,-1 1-1 0 0,0-1 0 0 0,2 2 1 0 0,20 26-3928 0 0,-13-15 4002 0 0,2 3-308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2:54.5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6 146 9674 0 0,'0'0'46'0'0,"0"0"0"0"0,-1 0 0 0 0,1 0 0 0 0,0 0 0 0 0,0 0 0 0 0,-1-1 0 0 0,1 1 0 0 0,0 0 0 0 0,0 0 0 0 0,0 0 0 0 0,-1 0 0 0 0,1 0 0 0 0,0 0 0 0 0,0 0 0 0 0,0 0 0 0 0,0-1 0 0 0,-1 1 0 0 0,1 0 0 0 0,0 0 0 0 0,0 0 0 0 0,0 0 0 0 0,0-1-1 0 0,0 1 1 0 0,-1 0 0 0 0,1 0 0 0 0,0 0 0 0 0,0-1 0 0 0,0 1 0 0 0,0 0 0 0 0,0 0 0 0 0,0 0 0 0 0,0-1 0 0 0,0 1 0 0 0,0 0 0 0 0,0 0 0 0 0,0-1 0 0 0,0 1 0 0 0,0 0 0 0 0,0 0 0 0 0,0 0 0 0 0,0-1 0 0 0,0 1 0 0 0,0 0 0 0 0,0 0 0 0 0,0 0 0 0 0,0-1 0 0 0,0 1 0 0 0,1 0 0 0 0,13 0 3055 0 0,23 9 2274 0 0,-24 0-4997 0 0,-1 0-1 0 0,0 1 1 0 0,-1 0 0 0 0,0 0 0 0 0,0 1-1 0 0,16 24 1 0 0,-13-18-422 0 0,1 0 0 0 0,28 26-1 0 0,-39-39 54 0 0,1 0 0 0 0,1-1 0 0 0,-1 1 0 0 0,0-1 0 0 0,1-1 0 0 0,-1 1 0 0 0,1-1-1 0 0,0 1 1 0 0,0-2 0 0 0,0 1 0 0 0,0-1 0 0 0,0 0 0 0 0,0 0 0 0 0,8 0 0 0 0,-13-1 10 0 0,0 0 1 0 0,0 0 0 0 0,1 0 0 0 0,-1 0 0 0 0,0-1-1 0 0,0 1 1 0 0,1 0 0 0 0,-1-1 0 0 0,0 1 0 0 0,0-1-1 0 0,0 1 1 0 0,1-1 0 0 0,-1 1 0 0 0,0-1 0 0 0,0 0-1 0 0,0 0 1 0 0,0 1 0 0 0,0-1 0 0 0,0 0 0 0 0,0 0 0 0 0,-1 0-1 0 0,1 0 1 0 0,0 0 0 0 0,0 0 0 0 0,-1 0 0 0 0,1-1-1 0 0,-1 1 1 0 0,1 0 0 0 0,-1 0 0 0 0,1-3 0 0 0,1-3 135 0 0,-1 0 0 0 0,0 0 1 0 0,-1 0-1 0 0,0-13 0 0 0,1-7 164 0 0,5-22-125 0 0,17-57 0 0 0,-17 83-1393 0 0,2 1 0 0 0,15-32 1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2:54.8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0 292 4609 0 0,'4'1'259'0'0,"0"0"-1"0"0,0 0 1 0 0,0 0-1 0 0,0-1 1 0 0,0 0-1 0 0,0 0 1 0 0,0 0-1 0 0,0 0 1 0 0,0-1 0 0 0,-1 1-1 0 0,1-1 1 0 0,0 0-1 0 0,0 0 1 0 0,0 0-1 0 0,-1-1 1 0 0,1 0 0 0 0,0 1-1 0 0,5-6 1 0 0,11-4 2118 0 0,34-28 0 0 0,-50 36-2299 0 0,12-11 627 0 0,1 0 0 0 0,-2-1 0 0 0,17-20 1 0 0,-27 28-522 0 0,0 1 1 0 0,0-1-1 0 0,0 0 1 0 0,-1 0-1 0 0,0 0 1 0 0,-1 0 0 0 0,0-1-1 0 0,0 1 1 0 0,0-1-1 0 0,-1 0 1 0 0,2-14-1 0 0,-4 20-101 0 0,0 0-1 0 0,1 0 1 0 0,-1 0-1 0 0,-1 0 1 0 0,1 0-1 0 0,0 0 1 0 0,0 0-1 0 0,-1 0 1 0 0,1 0-1 0 0,-1 0 1 0 0,0 0-1 0 0,1 0 1 0 0,-1 0-1 0 0,0 0 1 0 0,0 1-1 0 0,0-1 1 0 0,-3-2-1 0 0,3 3-19 0 0,0 0-1 0 0,0 0 1 0 0,-1 0-1 0 0,1 0 1 0 0,0 0-1 0 0,-1 1 1 0 0,1-1-1 0 0,-1 0 1 0 0,1 1-1 0 0,-1-1 1 0 0,0 1-1 0 0,1 0 1 0 0,-1 0-1 0 0,1-1 0 0 0,-1 1 1 0 0,0 0-1 0 0,-2 1 1 0 0,-1-1 9 0 0,0 1 1 0 0,0 1-1 0 0,0-1 1 0 0,0 1-1 0 0,1-1 1 0 0,-1 1-1 0 0,1 1 1 0 0,-1-1-1 0 0,1 1 1 0 0,-1-1-1 0 0,1 1 0 0 0,-6 7 1 0 0,3-4-19 0 0,1 1 0 0 0,0 0-1 0 0,0 1 1 0 0,1-1 0 0 0,0 1 0 0 0,0 0 0 0 0,1 0 0 0 0,0 1 0 0 0,1-1-1 0 0,-1 1 1 0 0,2 0 0 0 0,-1 0 0 0 0,1 0 0 0 0,-1 16 0 0 0,3-19-60 0 0,0 0 0 0 0,0 1 1 0 0,1-1-1 0 0,0 0 1 0 0,0 0-1 0 0,0 0 0 0 0,1 0 1 0 0,0 0-1 0 0,0-1 1 0 0,0 1-1 0 0,1-1 1 0 0,0 1-1 0 0,0-1 0 0 0,0 0 1 0 0,1 0-1 0 0,0 0 1 0 0,0 0-1 0 0,0-1 0 0 0,0 1 1 0 0,1-1-1 0 0,0-1 1 0 0,0 1-1 0 0,5 3 0 0 0,-2-2-400 0 0,1-1 0 0 0,-1 0 1 0 0,1 0-1 0 0,14 4 0 0 0,14 2-7360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2:55.8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106 36 6449 0 0,'-9'-12'1490'0'0,"9"10"-1078"0"0,-1 0 0 0 0,0 1 0 0 0,0-1 0 0 0,0 1 0 0 0,0-1 0 0 0,-1 0 0 0 0,1 1 0 0 0,0 0 0 0 0,-1-1 0 0 0,1 1 0 0 0,-1 0 0 0 0,1 0 0 0 0,-1 0 0 0 0,0 0 0 0 0,-3-2 0 0 0,4 5-114 0 0,-1 0-1 0 0,1 0 0 0 0,0 0 1 0 0,0 0-1 0 0,-1 1 1 0 0,1-1-1 0 0,1 0 0 0 0,-1 0 1 0 0,0 1-1 0 0,0-1 1 0 0,1 1-1 0 0,-1 3 1 0 0,0-1 43 0 0,-37 179 2552 0 0,28-114-2890 0 0,-1 142 0 0 0,12-193-1220 0 0,0 1 1 0 0,7 26-1 0 0,-3-26-5393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2:56.1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97 7834 0 0,'0'0'70'0'0,"-1"0"0"0"0,1-1 0 0 0,0 1 0 0 0,-1 0 0 0 0,1-1 0 0 0,-1 1 0 0 0,1 0 0 0 0,0-1 1 0 0,-1 1-1 0 0,1 0 0 0 0,0-1 0 0 0,-1 1 0 0 0,1-1 0 0 0,0 1 0 0 0,0-1 0 0 0,-1 1 0 0 0,1-1 0 0 0,0 1 1 0 0,0-1-1 0 0,0 1 0 0 0,0-1 0 0 0,0 1 0 0 0,0-1 0 0 0,-1 1 0 0 0,1-1 0 0 0,0 1 0 0 0,1-1 0 0 0,-1 1 1 0 0,0-1-1 0 0,0 1 0 0 0,0-1 0 0 0,0 1 0 0 0,0-1 0 0 0,1 0 0 0 0,0 0 111 0 0,0 1 0 0 0,0-1 0 0 0,0 0-1 0 0,0 1 1 0 0,1-1 0 0 0,-1 1 0 0 0,0 0 0 0 0,0-1 0 0 0,0 1-1 0 0,1 0 1 0 0,-1 0 0 0 0,0 0 0 0 0,2 0 0 0 0,5-1 579 0 0,-1 2 1 0 0,0-1-1 0 0,0 1 0 0 0,12 3 1 0 0,-13-2-461 0 0,1 1-1 0 0,-1 1 1 0 0,0-1 0 0 0,0 1 0 0 0,-1 0 0 0 0,1 0-1 0 0,-1 1 1 0 0,0 0 0 0 0,0-1 0 0 0,0 2-1 0 0,-1-1 1 0 0,1 1 0 0 0,3 6 0 0 0,6 13 0 0 0,-1 0 0 0 0,11 28 0 0 0,-14-28-183 0 0,21 35-1 0 0,-24-49-106 0 0,0-1 1 0 0,1 0-1 0 0,0 0 0 0 0,1-1 0 0 0,13 11 0 0 0,-19-17-1 0 0,0 0-1 0 0,0-1 0 0 0,0 0 1 0 0,0 0-1 0 0,1 0 0 0 0,-1 0 1 0 0,1 0-1 0 0,-1-1 1 0 0,1 1-1 0 0,-1-1 0 0 0,1 0 1 0 0,0 0-1 0 0,-1-1 0 0 0,1 1 1 0 0,0-1-1 0 0,0 1 1 0 0,0-1-1 0 0,0-1 0 0 0,-1 1 1 0 0,1 0-1 0 0,0-1 0 0 0,3-1 1 0 0,-4 1 35 0 0,0-1 1 0 0,-1 1-1 0 0,1-1 0 0 0,-1 0 1 0 0,1 0-1 0 0,-1 0 1 0 0,0-1-1 0 0,0 1 1 0 0,0 0-1 0 0,0-1 0 0 0,-1 0 1 0 0,1 1-1 0 0,-1-1 1 0 0,1 0-1 0 0,-1 0 1 0 0,0 0-1 0 0,0 1 0 0 0,1-6 1 0 0,2-9 63 0 0,0 0 0 0 0,0-18 0 0 0,-2 20-69 0 0,5-39-190 0 0,11-70 298 0 0,-14 105-1111 0 0,1 2-1 0 0,0-1 1 0 0,1 0 0 0 0,14-26 0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2:56.4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0 186 456 0 0,'25'34'681'0'0,"-19"-27"236"0"0,-1 0 0 0 0,1-1-1 0 0,1 0 1 0 0,-1 0 0 0 0,9 5 0 0 0,-12-9-565 0 0,0 0 0 0 0,0-1-1 0 0,0 1 1 0 0,0 0 0 0 0,0-1 0 0 0,1 0-1 0 0,-1 0 1 0 0,0 0 0 0 0,1 0 0 0 0,-1 0-1 0 0,1-1 1 0 0,-1 0 0 0 0,1 0 0 0 0,0 0-1 0 0,-1 0 1 0 0,1 0 0 0 0,-1 0 0 0 0,1-1-1 0 0,-1 0 1 0 0,1 0 0 0 0,-1 0 0 0 0,0 0-1 0 0,1 0 1 0 0,-1-1 0 0 0,0 0 0 0 0,4-2-1 0 0,6-6 49 0 0,0-1 0 0 0,0 0 0 0 0,-1-1 0 0 0,-1 0 0 0 0,0-1 0 0 0,0 0 0 0 0,-2-1 0 0 0,0 0 0 0 0,0 0 0 0 0,-1-1 0 0 0,10-28 0 0 0,-17 39-354 0 0,0 0 0 0 0,0-1 0 0 0,-1 1 0 0 0,0 0 0 0 0,1 0 0 0 0,-2-1 0 0 0,1 1 0 0 0,0 0 0 0 0,-1 0-1 0 0,0 0 1 0 0,-1-5 0 0 0,1 7-31 0 0,1 1 0 0 0,0 0 0 0 0,0-1 0 0 0,-1 1-1 0 0,1 0 1 0 0,-1 0 0 0 0,0 0 0 0 0,1-1 0 0 0,-1 1 0 0 0,0 0-1 0 0,1 0 1 0 0,-1 0 0 0 0,0 0 0 0 0,0 0 0 0 0,0 0 0 0 0,0 0-1 0 0,0 1 1 0 0,0-1 0 0 0,0 0 0 0 0,0 0 0 0 0,-1 1 0 0 0,1-1-1 0 0,0 1 1 0 0,0-1 0 0 0,0 1 0 0 0,-1-1 0 0 0,1 1-1 0 0,0 0 1 0 0,-1 0 0 0 0,1 0 0 0 0,0-1 0 0 0,-1 1 0 0 0,1 0-1 0 0,0 1 1 0 0,0-1 0 0 0,-1 0 0 0 0,1 0 0 0 0,0 1 0 0 0,-3 0-1 0 0,2 0-41 0 0,1 0 0 0 0,-1 0 0 0 0,0 1 0 0 0,1-1-1 0 0,-1 1 1 0 0,0 0 0 0 0,1-1 0 0 0,0 1 0 0 0,-1 0-1 0 0,1 0 1 0 0,0 0 0 0 0,0 0 0 0 0,0-1 0 0 0,0 2 0 0 0,1-1-1 0 0,-1 0 1 0 0,0 0 0 0 0,1 0 0 0 0,-1 3 0 0 0,-5 47-860 0 0,5-44 692 0 0,1-1-74 0 0,-1 1 1 0 0,1 0 0 0 0,1-1 0 0 0,-1 1-1 0 0,1-1 1 0 0,1 1 0 0 0,-1-1 0 0 0,1 1-1 0 0,1-1 1 0 0,-1 0 0 0 0,1 0-1 0 0,0 0 1 0 0,1 0 0 0 0,0-1 0 0 0,0 1-1 0 0,0-1 1 0 0,1 0 0 0 0,0 0 0 0 0,0 0-1 0 0,0-1 1 0 0,1 0 0 0 0,0 0-1 0 0,0 0 1 0 0,10 5 0 0 0,3 2-4789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2:56.9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226 23 5985 0 0,'0'-1'56'0'0,"0"-1"1"0"0,-1 1-1 0 0,1 0 0 0 0,0 0 0 0 0,-1 0 0 0 0,1 0 0 0 0,0 0 0 0 0,-1 0 0 0 0,0 0 1 0 0,1 0-1 0 0,-1 0 0 0 0,1 0 0 0 0,-1 0 0 0 0,0 0 0 0 0,0 0 0 0 0,0 1 0 0 0,1-1 1 0 0,-1 0-1 0 0,0 0 0 0 0,0 1 0 0 0,0-1 0 0 0,-2 0 0 0 0,1 1 81 0 0,0 0-1 0 0,0 0 1 0 0,0 0 0 0 0,1 0-1 0 0,-1 1 1 0 0,0-1-1 0 0,0 1 1 0 0,0-1 0 0 0,1 1-1 0 0,-1 0 1 0 0,0-1-1 0 0,0 1 1 0 0,-2 2 0 0 0,-12 7 741 0 0,0 1 1 0 0,1 1-1 0 0,0 0 1 0 0,1 0-1 0 0,1 2 1 0 0,-19 22-1 0 0,25-27-842 0 0,0 0 0 0 0,1 0 0 0 0,0 0-1 0 0,1 1 1 0 0,0-1 0 0 0,0 1 0 0 0,1 1 0 0 0,1-1-1 0 0,-1 0 1 0 0,2 1 0 0 0,0 0 0 0 0,-2 19-1 0 0,4-26-65 0 0,0 0-1 0 0,1 0 0 0 0,-1 0 0 0 0,1 0 0 0 0,0 0 1 0 0,0 0-1 0 0,1 0 0 0 0,-1 0 0 0 0,1-1 0 0 0,0 1 1 0 0,0 0-1 0 0,0-1 0 0 0,5 7 0 0 0,-6-9 19 0 0,0 0 0 0 0,1 1 0 0 0,-1-1 0 0 0,0 0 0 0 0,0 0 0 0 0,1 0 0 0 0,-1 0 1 0 0,1-1-1 0 0,-1 1 0 0 0,1 0 0 0 0,-1-1 0 0 0,1 1 0 0 0,0-1 0 0 0,-1 1 0 0 0,1-1 0 0 0,0 0 0 0 0,-1 1 0 0 0,1-1 0 0 0,0 0 0 0 0,-1 0 0 0 0,1 0 0 0 0,0-1 0 0 0,0 1 0 0 0,-1 0 0 0 0,1-1 0 0 0,-1 1 0 0 0,1-1 0 0 0,0 1 1 0 0,-1-1-1 0 0,1 0 0 0 0,-1 1 0 0 0,1-1 0 0 0,-1 0 0 0 0,0 0 0 0 0,1 0 0 0 0,0-2 0 0 0,9-6 391 0 0,-1-1 1 0 0,-1 0-1 0 0,11-14 0 0 0,-15 17-87 0 0,1-1-1 0 0,0 1 0 0 0,1 0 0 0 0,0 0 0 0 0,0 0 1 0 0,0 1-1 0 0,1 0 0 0 0,16-9 0 0 0,-23 15-230 0 0,1-1 0 0 0,-1 1 1 0 0,1 0-1 0 0,-1 0 0 0 0,1 0 0 0 0,0 0 0 0 0,-1 0 0 0 0,1 0 1 0 0,-1 0-1 0 0,1 0 0 0 0,-1 1 0 0 0,1-1 0 0 0,-1 1 1 0 0,1-1-1 0 0,-1 1 0 0 0,1-1 0 0 0,-1 1 0 0 0,0 0 0 0 0,1 0 1 0 0,-1 0-1 0 0,0 0 0 0 0,0 0 0 0 0,1 0 0 0 0,-1 0 0 0 0,0 0 1 0 0,0 0-1 0 0,0 0 0 0 0,0 1 0 0 0,0-1 0 0 0,-1 0 1 0 0,1 1-1 0 0,0 1 0 0 0,5 8 144 0 0,0 0 1 0 0,-1 0-1 0 0,4 13 0 0 0,-6-15-96 0 0,1 2-65 0 0,-1 0 0 0 0,0 1 1 0 0,-1-1-1 0 0,0 0 0 0 0,-1 1 1 0 0,0-1-1 0 0,-1 1 0 0 0,0 0 0 0 0,-1-1 1 0 0,0 1-1 0 0,-1-1 0 0 0,-7 22 1 0 0,7-25-45 0 0,0-1 0 0 0,-1 1 1 0 0,-1-1-1 0 0,1 0 0 0 0,-1 0 0 0 0,0 0 1 0 0,-1-1-1 0 0,1 0 0 0 0,-1 1 0 0 0,0-2 1 0 0,-1 1-1 0 0,0 0 0 0 0,0-1 1 0 0,0 0-1 0 0,0-1 0 0 0,-1 1 0 0 0,0-1 1 0 0,0-1-1 0 0,-13 6 0 0 0,0-5-1172 0 0,19-4 947 0 0,1 0 0 0 0,-1 0 0 0 0,0 0 0 0 0,1 1 0 0 0,-1-1 0 0 0,0 0 0 0 0,1 0 0 0 0,-1 0 0 0 0,0-1 0 0 0,1 1 0 0 0,-1 0 0 0 0,0 0 0 0 0,1 0 0 0 0,-1 0 0 0 0,0-1 0 0 0,1 1-1 0 0,-1 0 1 0 0,1 0 0 0 0,-1-1 0 0 0,1 1 0 0 0,-1-1 0 0 0,-2-2-900 0 0,31-13-7968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2:57.5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254 25 3225 0 0,'0'-1'210'0'0,"-1"0"0"0"0,0 0-1 0 0,0 0 1 0 0,1-1 0 0 0,-1 2 0 0 0,0-1 0 0 0,0 0 0 0 0,0 0 0 0 0,0 0 0 0 0,0 0 0 0 0,0 0 0 0 0,0 1 0 0 0,0-1 0 0 0,0 0-1 0 0,0 1 1 0 0,-1-1 0 0 0,1 1 0 0 0,0 0 0 0 0,-3-1 0 0 0,-25-8 3299 0 0,22 9-3098 0 0,0 0 0 0 0,0 1 0 0 0,0-1 0 0 0,1 1 0 0 0,-1 1 0 0 0,0-1 0 0 0,1 1 0 0 0,-1 0 0 0 0,1 1 0 0 0,0-1 0 0 0,-1 1 0 0 0,1 1 0 0 0,1-1 0 0 0,-1 1 0 0 0,0 0 0 0 0,1 0 0 0 0,0 1 0 0 0,-7 7 0 0 0,4-4-266 0 0,0 0 1 0 0,0 1-1 0 0,1 0 0 0 0,0 0 1 0 0,1 1-1 0 0,0 0 1 0 0,1 0-1 0 0,0 1 1 0 0,0-1-1 0 0,-4 15 0 0 0,9-23-137 0 0,-1 0-1 0 0,0 0 1 0 0,1 0 0 0 0,-1 0-1 0 0,1 0 1 0 0,0 0-1 0 0,-1 0 1 0 0,1 0-1 0 0,0 0 1 0 0,0 0-1 0 0,0 1 1 0 0,1-1-1 0 0,-1 0 1 0 0,1 0 0 0 0,-1 0-1 0 0,1 0 1 0 0,-1 0-1 0 0,1 0 1 0 0,0 0-1 0 0,0-1 1 0 0,0 1-1 0 0,0 0 1 0 0,0 0-1 0 0,1-1 1 0 0,-1 1 0 0 0,0 0-1 0 0,1-1 1 0 0,-1 1-1 0 0,1-1 1 0 0,0 0-1 0 0,-1 0 1 0 0,1 1-1 0 0,0-1 1 0 0,0 0-1 0 0,0 0 1 0 0,0-1 0 0 0,2 2-1 0 0,0-1-128 0 0,0-1 0 0 0,0 1-1 0 0,0-1 1 0 0,0 0 0 0 0,0 0 0 0 0,0-1 0 0 0,0 1-1 0 0,0-1 1 0 0,0 0 0 0 0,0 0 0 0 0,0 0-1 0 0,-1 0 1 0 0,1-1 0 0 0,0 1 0 0 0,-1-1 0 0 0,1 0-1 0 0,-1 0 1 0 0,7-5 0 0 0,22-31-1111 0 0,2-2 947 0 0,-32 38 358 0 0,0 0 0 0 0,0 0 0 0 0,1 0 0 0 0,-1 0 0 0 0,1 0 0 0 0,-1 1-1 0 0,1-1 1 0 0,0 1 0 0 0,-1 0 0 0 0,1 0 0 0 0,0 0 0 0 0,0 0 0 0 0,4 0 0 0 0,-6 1 11 0 0,0 0 0 0 0,1 0 1 0 0,-1 0-1 0 0,0 1 0 0 0,0-1 1 0 0,1 0-1 0 0,-1 1 0 0 0,0-1 0 0 0,0 1 1 0 0,0 0-1 0 0,1-1 0 0 0,-1 1 1 0 0,0 0-1 0 0,0-1 0 0 0,0 1 0 0 0,0 0 1 0 0,0 0-1 0 0,-1 0 0 0 0,1 0 1 0 0,0 0-1 0 0,0 0 0 0 0,-1 0 0 0 0,1 0 1 0 0,0 1-1 0 0,-1-1 0 0 0,1 0 0 0 0,-1 0 1 0 0,1 0-1 0 0,-1 3 0 0 0,11 46 960 0 0,-9-33-741 0 0,2 2-411 0 0,1 0 0 0 0,0 0-1 0 0,1-1 1 0 0,17 33 0 0 0,-16-40-794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2:57.7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26 11522 0 0,'0'-26'4855'0'0,"-3"39"-2705"0"0,2 1-1558 0 0,-1 0-1 0 0,2-1 1 0 0,0 1 0 0 0,0 0 0 0 0,1 0 0 0 0,7 26 0 0 0,28 84-415 0 0,-19-71 197 0 0,-5-11-461 0 0,-5-17-657 0 0,0-1 1 0 0,21 44-1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2:57.9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 9218 0 0,'0'-13'2994'0'0,"13"11"77"0"0,-8 2-3308 0 0,59 2-36 0 0,1 7-6460 0 0,-49-5 4398 0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2:58.1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5985 0 0,'14'6'7621'0'0,"-13"-4"-7197"0"0,9 16 3720 0 0,-4 19-1124 0 0,-7-21-3179 0 0,-1-1 0 0 0,0 0 1 0 0,-4 16-1 0 0,4-23-610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2:58.3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3 8754 0 0,'0'-1'73'0'0,"0"1"0"0"0,-1 0 0 0 0,1 0 0 0 0,0-1 0 0 0,-1 1 0 0 0,1 0 0 0 0,0 0 0 0 0,-1 0 0 0 0,1 0 0 0 0,-1 0 0 0 0,1-1 0 0 0,0 1 0 0 0,-1 0 0 0 0,1 0 0 0 0,0 0 0 0 0,-1 0 0 0 0,1 0 0 0 0,-1 0 0 0 0,1 0 0 0 0,0 0 0 0 0,-1 0 0 0 0,1 1 1 0 0,-1-1-1 0 0,1 0 0 0 0,0 0 0 0 0,-1 0 0 0 0,1 0 0 0 0,0 0 0 0 0,-1 1 0 0 0,1-1 0 0 0,0 0 0 0 0,-1 0 0 0 0,1 1 0 0 0,0-1 0 0 0,-1 0 0 0 0,0 17-33 0 0,11 27-1595 0 0,-8-39 1737 0 0,5 16-206 0 0,2 0 24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2:58.9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77 9218 0 0,'-2'-1'187'0'0,"1"0"1"0"0,0 0-1 0 0,0 0 1 0 0,1 0-1 0 0,-1 0 1 0 0,0-1-1 0 0,0 1 1 0 0,0 0-1 0 0,1 0 1 0 0,-1-1-1 0 0,1 1 1 0 0,-1-1-1 0 0,1 1 1 0 0,-1 0-1 0 0,1-1 1 0 0,0 1-1 0 0,0-1 1 0 0,0 1-1 0 0,0-1 0 0 0,0 1 1 0 0,0-1-1 0 0,0 1 1 0 0,0-1-1 0 0,0 1 1 0 0,1-1-1 0 0,0-1 1 0 0,-1 3-85 0 0,0-1 0 0 0,1 1 0 0 0,-1-1 0 0 0,0 1 0 0 0,1-1 0 0 0,-1 1 0 0 0,1-1 0 0 0,-1 1 0 0 0,1 0 0 0 0,-1-1 0 0 0,1 1 0 0 0,-1 0 0 0 0,1-1 0 0 0,-1 1 0 0 0,1 0 0 0 0,-1 0 0 0 0,1 0 0 0 0,-1-1 0 0 0,1 1 0 0 0,-1 0 0 0 0,1 0 0 0 0,0 0 0 0 0,-1 0 0 0 0,2 0 0 0 0,-1 0 33 0 0,1 1 0 0 0,-1-1 0 0 0,1 0-1 0 0,-1 1 1 0 0,1-1 0 0 0,-1 1 0 0 0,1 0-1 0 0,-1 0 1 0 0,0-1 0 0 0,1 1 0 0 0,-1 0 0 0 0,0 0-1 0 0,2 2 1 0 0,10 11 577 0 0,0 1 0 0 0,-1 0 0 0 0,14 24 0 0 0,5 6-164 0 0,37 32-2 0 0,-15-19-854 0 0,-47-134-173 0 0,-3 54-519 0 0,1-1 0 0 0,1 2 0 0 0,1-1 0 0 0,0 1-1 0 0,2 0 1 0 0,0 0 0 0 0,23-38 0 0 0,-18 39-4331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2:59.2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1 192 1840 0 0,'1'2'191'0'0,"1"0"0"0"0,0 0 0 0 0,0-1-1 0 0,0 1 1 0 0,0 0 0 0 0,0-1 0 0 0,1 0-1 0 0,-1 0 1 0 0,0 1 0 0 0,1-1 0 0 0,-1 0-1 0 0,1-1 1 0 0,-1 1 0 0 0,1 0-1 0 0,-1-1 1 0 0,1 0 0 0 0,0 1 0 0 0,-1-1-1 0 0,1 0 1 0 0,-1 0 0 0 0,1 0 0 0 0,0-1-1 0 0,-1 1 1 0 0,1-1 0 0 0,-1 1 0 0 0,1-1-1 0 0,-1 0 1 0 0,1 0 0 0 0,-1 0 0 0 0,0 0-1 0 0,1-1 1 0 0,-1 1 0 0 0,0-1-1 0 0,0 1 1 0 0,0-1 0 0 0,0 0 0 0 0,0 1-1 0 0,3-5 1 0 0,1-1 225 0 0,0 0-1 0 0,0 0 0 0 0,-1-1 1 0 0,0 0-1 0 0,0 0 1 0 0,-1 0-1 0 0,0 0 1 0 0,-1-1-1 0 0,5-16 1 0 0,-7 25-388 0 0,7-45 1241 0 0,-8 42-1135 0 0,0 0 0 0 0,0 0-1 0 0,1 0 1 0 0,-2 0 0 0 0,1 0 0 0 0,0 0-1 0 0,-1 0 1 0 0,1 0 0 0 0,-1 0 0 0 0,0 0-1 0 0,0 1 1 0 0,0-1 0 0 0,-1-3 0 0 0,1 6-111 0 0,1 0 1 0 0,0-1-1 0 0,-1 1 1 0 0,1-1-1 0 0,0 1 1 0 0,-1 0-1 0 0,1 0 1 0 0,0-1-1 0 0,-1 1 1 0 0,1 0-1 0 0,0-1 1 0 0,-1 1-1 0 0,1 0 1 0 0,-1 0-1 0 0,1 0 1 0 0,-1 0-1 0 0,1-1 1 0 0,0 1-1 0 0,-1 0 1 0 0,1 0-1 0 0,-1 0 1 0 0,1 0 0 0 0,-1 0-1 0 0,1 0 1 0 0,-1 0-1 0 0,1 0 1 0 0,-1 0-1 0 0,1 1 1 0 0,0-1-1 0 0,-1 0 1 0 0,0 0-1 0 0,-15 12 368 0 0,-6 20-142 0 0,19-28-134 0 0,1 0-1 0 0,-1 0 1 0 0,1 1 0 0 0,1-1 0 0 0,-1 1-1 0 0,1-1 1 0 0,-1 1 0 0 0,1-1-1 0 0,1 1 1 0 0,-1 0 0 0 0,1 0 0 0 0,-1-1-1 0 0,2 1 1 0 0,-1 0 0 0 0,0 0 0 0 0,1-1-1 0 0,0 1 1 0 0,0 0 0 0 0,0-1 0 0 0,1 1-1 0 0,-1-1 1 0 0,5 9 0 0 0,-2-8-118 0 0,-1 0-1 0 0,1 0 1 0 0,0-1 0 0 0,1 1 0 0 0,-1-1-1 0 0,1 0 1 0 0,0 0 0 0 0,0 0 0 0 0,0-1-1 0 0,0 0 1 0 0,1 0 0 0 0,-1 0 0 0 0,1-1-1 0 0,0 0 1 0 0,0 0 0 0 0,0 0 0 0 0,8 1-1 0 0,18 3-1735 0 0,3-1-5087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3:04.08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146 1255 5529 0 0,'-24'23'10686'0'0,"24"-23"-10568"0"0,-7-18 2557 0 0,-9-35 725 0 0,11 39-3177 0 0,0-1-1 0 0,-5-30 1 0 0,-3-184 273 0 0,3 25-322 0 0,-37-109 934 0 0,43 291-1117 0 0,2 11-7 0 0,1 0-1 0 0,0 0 1 0 0,1-1-1 0 0,0 1 0 0 0,0 0 1 0 0,2 0-1 0 0,-1 0 1 0 0,1 0-1 0 0,1 0 1 0 0,0 0-1 0 0,0 1 0 0 0,1-1 1 0 0,6-10-1 0 0,-6 15 1 0 0,1 1-1 0 0,0 0 0 0 0,1 0 0 0 0,-1 0 1 0 0,1 1-1 0 0,0-1 0 0 0,0 1 0 0 0,0 1 1 0 0,1-1-1 0 0,9-2 0 0 0,6-3-75 0 0,42-11 0 0 0,2 8 78 0 0,0 3 0 0 0,0 2-1 0 0,82 4 1 0 0,-60 1 7 0 0,23-5 7 0 0,-1-5 0 0 0,140-34 0 0 0,-194 37 0 0 0,0 3 0 0 0,80 1 0 0 0,-66 3 0 0 0,138 2-14 0 0,-90 1 226 0 0,-104 1-132 0 0,1 0 0 0 0,-1 0 1 0 0,0 2-1 0 0,0 0 1 0 0,0 0-1 0 0,25 12 0 0 0,-40-12 23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3:06.00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 1 11058 0 0,'-8'1'10078'0'0,"12"15"-8707"0"0,-4-15-1483 0 0,35 64 1378 0 0,-23-43-995 0 0,0 0-1 0 0,15 43 0 0 0,-6 15-32 0 0,19 151 0 0 0,-21-107 43 0 0,1 11-279 0 0,-17-156-3427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3:07.54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455 111 2240 0 0,'-10'-6'199'0'0,"-35"-25"3062"0"0,43 29-3104 0 0,-1 1-1 0 0,0 0 1 0 0,1 0-1 0 0,-1 0 1 0 0,0 0 0 0 0,1 0-1 0 0,-1 0 1 0 0,0 1-1 0 0,0 0 1 0 0,0-1-1 0 0,0 1 1 0 0,1 0 0 0 0,-1 0-1 0 0,0 1 1 0 0,0-1-1 0 0,-3 1 1 0 0,2 2 274 0 0,0 0 1 0 0,0 0-1 0 0,1 1 0 0 0,-1 0 1 0 0,1-1-1 0 0,0 1 1 0 0,0 0-1 0 0,0 0 1 0 0,0 1-1 0 0,1-1 0 0 0,-4 9 1 0 0,-5 6 624 0 0,-84 109 3241 0 0,86-113-3949 0 0,-9 16 1027 0 0,17-30-1327 0 0,0 0 1 0 0,0 0 0 0 0,1 0 0 0 0,-1 0-1 0 0,0 0 1 0 0,0 1 0 0 0,0-2 0 0 0,-1 1-1 0 0,1 0 1 0 0,0 0 0 0 0,0 0-1 0 0,0 0 1 0 0,-1-1 0 0 0,1 1 0 0 0,0-1-1 0 0,-1 1 1 0 0,1-1 0 0 0,-2 1 0 0 0,3-1-27 0 0,-1-1 1 0 0,1 1 0 0 0,-1 0 0 0 0,1-1 0 0 0,0 1-1 0 0,-1 0 1 0 0,1-1 0 0 0,0 1 0 0 0,-1-1 0 0 0,1 1-1 0 0,0-1 1 0 0,-1 1 0 0 0,1 0 0 0 0,0-1 0 0 0,0 1-1 0 0,0-1 1 0 0,-1 1 0 0 0,1-1 0 0 0,0 1 0 0 0,0-1-1 0 0,0 1 1 0 0,0-1 0 0 0,0 0 0 0 0,0 1 0 0 0,0-1 0 0 0,0 1-1 0 0,0-1 1 0 0,0 0 0 0 0,1 1-17 0 0,-1-1 0 0 0,0 1-1 0 0,0-1 1 0 0,0 0 0 0 0,0 1 0 0 0,0-1 0 0 0,0 1 0 0 0,0-1 0 0 0,0 1-1 0 0,0-1 1 0 0,0 0 0 0 0,0 1 0 0 0,0-1 0 0 0,0 1 0 0 0,0-1-1 0 0,0 1 1 0 0,-1-1 0 0 0,1 1 0 0 0,0-1 0 0 0,0 1 0 0 0,-1-1 0 0 0,1 1-1 0 0,0-1 1 0 0,-1 1 0 0 0,1-1 0 0 0,-1 1 0 0 0,1-1 0 0 0,0 1 0 0 0,-1 0-1 0 0,1-1 1 0 0,-1 1 0 0 0,1 0 0 0 0,-1 0 0 0 0,1-1 0 0 0,-1 1-1 0 0,1 0 1 0 0,-1 0 0 0 0,1-1 0 0 0,-1 1 0 0 0,0 0 0 0 0,1 0 0 0 0,-1 0-1 0 0,1 0 1 0 0,-1 0 0 0 0,1 0 0 0 0,-2 0 0 0 0,-17 8-19 0 0,16-6 87 0 0,0 0 1 0 0,0-1-1 0 0,0 0 0 0 0,-1 1 0 0 0,1-1 1 0 0,-1 0-1 0 0,-4 0 0 0 0,16-20 270 0 0,12-18-114 0 0,35-51 0 0 0,5-7 61 0 0,-58 90-228 0 0,0 1-1 0 0,0-1 1 0 0,0-1-1 0 0,-1 1 1 0 0,1 0-1 0 0,-1 0 1 0 0,1-9-1 0 0,-19 43 501 0 0,-6 49-486 0 0,13-40-83 0 0,-24 57 0 0 0,32-92-17 0 0,1 1 1 0 0,-1-1-1 0 0,0 0 0 0 0,0 0 0 0 0,-1 0 0 0 0,1 0 0 0 0,-5 3 0 0 0,7-6 20 0 0,0 0-1 0 0,0 0 1 0 0,0 0 0 0 0,0 0 0 0 0,0 0 0 0 0,0 0 0 0 0,0 0-1 0 0,0 0 1 0 0,0-1 0 0 0,0 1 0 0 0,0 0 0 0 0,0 0 0 0 0,0 0-1 0 0,0 0 1 0 0,0 0 0 0 0,0 0 0 0 0,0 0 0 0 0,0 0 0 0 0,0 0-1 0 0,0 0 1 0 0,0-1 0 0 0,0 1 0 0 0,0 0 0 0 0,0 0-1 0 0,0 0 1 0 0,0 0 0 0 0,0 0 0 0 0,-1 0 0 0 0,1 0 0 0 0,0 0-1 0 0,0 0 1 0 0,0 0 0 0 0,0 0 0 0 0,0 0 0 0 0,0 0 0 0 0,0 0-1 0 0,0 0 1 0 0,0 0 0 0 0,-1 0 0 0 0,1 0 0 0 0,0 0 0 0 0,0 0-1 0 0,0 0 1 0 0,0 0 0 0 0,0 0 0 0 0,0 0 0 0 0,0 0-1 0 0,0 0 1 0 0,0 0 0 0 0,0 0 0 0 0,-1 0 0 0 0,1 0 0 0 0,0 0-1 0 0,0 0 1 0 0,0 0 0 0 0,0 0 0 0 0,0 0 0 0 0,0 0 0 0 0,0 0-1 0 0,0 0 1 0 0,0 1 0 0 0,0-1 0 0 0,0 0 0 0 0,0 0 0 0 0,0 0-1 0 0,-1 0 1 0 0,1 0 0 0 0,0 0 0 0 0,8-19-207 0 0,0 5 195 0 0,4-8-29 0 0,-1 0 0 0 0,9-26 0 0 0,-17 42 38 0 0,-1 0 0 0 0,-1 0 0 0 0,1-1 0 0 0,-1 1 0 0 0,0 0 0 0 0,-1-1 0 0 0,1 1 0 0 0,-1 0 0 0 0,-1-1 0 0 0,1 1-1 0 0,-1 0 1 0 0,0-1 0 0 0,-3-8 0 0 0,4 15 6 0 0,0-1-1 0 0,0 0 0 0 0,0 1 1 0 0,-1-1-1 0 0,1 0 1 0 0,0 1-1 0 0,0-1 1 0 0,-1 0-1 0 0,1 1 0 0 0,0-1 1 0 0,-1 1-1 0 0,1-1 1 0 0,-1 1-1 0 0,1-1 0 0 0,-1 1 1 0 0,1-1-1 0 0,-1 1 1 0 0,1 0-1 0 0,-1-1 0 0 0,1 1 1 0 0,-1-1-1 0 0,0 1 1 0 0,1 0-1 0 0,-1 0 0 0 0,0-1 1 0 0,1 1-1 0 0,-1 0 1 0 0,1 0-1 0 0,-1 0 1 0 0,0 0-1 0 0,1 0 0 0 0,-1 0 1 0 0,0 0-1 0 0,0 0 1 0 0,0 0-1 0 0,-1 1-3 0 0,-1 0-1 0 0,1 0 1 0 0,0 0 0 0 0,0 0 0 0 0,0 1-1 0 0,0-1 1 0 0,0 0 0 0 0,0 1 0 0 0,1 0-1 0 0,-3 2 1 0 0,-3 3-9 0 0,1 1-1 0 0,1 0 0 0 0,-1 0 1 0 0,-6 13-1 0 0,12-20 12 0 0,-1-1 0 0 0,1 1 0 0 0,0 0 0 0 0,-1-1 0 0 0,1 1 0 0 0,0 0 0 0 0,-1-1 0 0 0,1 1 0 0 0,0 0 0 0 0,0-1-1 0 0,0 1 1 0 0,-1 0 0 0 0,1-1 0 0 0,0 1 0 0 0,0 0 0 0 0,0-1 0 0 0,0 1 0 0 0,0 0 0 0 0,0-1 0 0 0,1 1 0 0 0,-1 0 0 0 0,0 0 0 0 0,0-1 0 0 0,0 1 0 0 0,1 0 0 0 0,0 0 0 0 0,-1-1-6 0 0,1 0 1 0 0,0 0-1 0 0,0 0 1 0 0,0 0-1 0 0,0 0 1 0 0,0 0-1 0 0,0 0 1 0 0,-1-1-1 0 0,1 1 1 0 0,0 0 0 0 0,0-1-1 0 0,0 1 1 0 0,0 0-1 0 0,-1-1 1 0 0,1 1-1 0 0,1-2 1 0 0,32-25-218 0 0,2-20 37 0 0,-31 39 259 0 0,0 0 0 0 0,1 1 0 0 0,0-1-1 0 0,1 1 1 0 0,0 0 0 0 0,0 0-1 0 0,10-7 1 0 0,-15 13-49 0 0,-1 1 0 0 0,0 0 1 0 0,1-1-1 0 0,-1 1 0 0 0,0 0 1 0 0,1 0-1 0 0,-1-1 0 0 0,0 1 0 0 0,1 0 1 0 0,-1 0-1 0 0,1 0 0 0 0,-1 1 1 0 0,0-1-1 0 0,1 0 0 0 0,-1 1 1 0 0,0-1-1 0 0,1 0 0 0 0,-1 1 0 0 0,0 0 1 0 0,0-1-1 0 0,0 1 0 0 0,1 0 1 0 0,-1-1-1 0 0,0 1 0 0 0,0 0 0 0 0,0 0 1 0 0,0 0-1 0 0,0 0 0 0 0,0 0 1 0 0,0 0-1 0 0,1 2 0 0 0,28 44 250 0 0,-22-34-236 0 0,0-2-32 0 0,1 0 0 0 0,0 0 0 0 0,1 0 0 0 0,0-2 0 0 0,0 1 0 0 0,1-1 0 0 0,1-1 0 0 0,-1 0 0 0 0,18 9 0 0 0,-28-16-4 0 0,0-1 1 0 0,0 1-1 0 0,0 0 0 0 0,0-1 0 0 0,0 1 0 0 0,0 0 0 0 0,0-1 0 0 0,0 1 0 0 0,-1 0 0 0 0,1 0 0 0 0,0 0 0 0 0,-1 0 0 0 0,1 0 1 0 0,0 0-1 0 0,-1 0 0 0 0,1 1 0 0 0,-1-2 0 0 0,0 1 0 0 0,0-1 0 0 0,0 1 0 0 0,0-1 0 0 0,0 1 0 0 0,0-1 0 0 0,0 1 0 0 0,0-1 0 0 0,0 1 0 0 0,0-1 0 0 0,0 1 0 0 0,0-1 0 0 0,-1 1 1 0 0,1-1-1 0 0,0 1 0 0 0,0-1 0 0 0,0 1 0 0 0,-1-1 0 0 0,1 0 0 0 0,0 1 0 0 0,-1-1 0 0 0,1 0 0 0 0,-1 1 0 0 0,0 0-1 0 0,-1 0 1 0 0,1 0-1 0 0,-1 0 0 0 0,1 0 0 0 0,-1 0 1 0 0,0-1-1 0 0,1 1 0 0 0,-1-1 0 0 0,1 1 1 0 0,-1-1-1 0 0,0 0 0 0 0,0 0 0 0 0,1 0 1 0 0,-1 1-1 0 0,0-2 0 0 0,0 1 0 0 0,-2 0 1 0 0,-12-3-19 0 0,0 2 1 0 0,0 0 0 0 0,0 1-1 0 0,0 0 1 0 0,0 2 0 0 0,0-1-1 0 0,-19 6 1 0 0,-110 36-44 0 0,124-36 7 0 0,-29 13-9 0 0,-20 5-80 0 0,70-25 138 0 0,0 0-1 0 0,0 0 1 0 0,0 0 0 0 0,0-1 0 0 0,0 1 0 0 0,-1 0 0 0 0,1 0 0 0 0,0 0 0 0 0,0 0-1 0 0,0 0 1 0 0,0 0 0 0 0,0-1 0 0 0,0 1 0 0 0,0 0 0 0 0,0 0 0 0 0,-1 0 0 0 0,1 0 0 0 0,0 0-1 0 0,0-1 1 0 0,0 1 0 0 0,0 0 0 0 0,0 0 0 0 0,0 0 0 0 0,0 0 0 0 0,0-1 0 0 0,0 1-1 0 0,0 0 1 0 0,0 0 0 0 0,0 0 0 0 0,0 0 0 0 0,0-1 0 0 0,0 1 0 0 0,0 0 0 0 0,1 0-1 0 0,-1 0 1 0 0,0 0 0 0 0,0 0 0 0 0,0-1 0 0 0,0 1 0 0 0,0 0 0 0 0,0 0 0 0 0,0 0 0 0 0,0 0-1 0 0,0 0 1 0 0,1 0 0 0 0,-1-1 0 0 0,0 1 0 0 0,0 0 0 0 0,0 0 0 0 0,0 0 0 0 0,0 0-1 0 0,1 0 1 0 0,-1 0 0 0 0,0 0 0 0 0,0 0 0 0 0,13-13-454 0 0,13 2 262 0 0,0 1 1 0 0,0 0-1 0 0,40-7 1 0 0,-35 9-29 0 0,1-1 0 0 0,47-20 1 0 0,-63 20 226 0 0,0 1 1 0 0,0-2-1 0 0,-1 0 1 0 0,0-1 0 0 0,23-22-1 0 0,-79 55 1038 0 0,-108 100-887 0 0,146-119-480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3:13.8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3005 137 1840 0 0,'-5'1'1370'0'0,"0"0"0"0"0,1 0 0 0 0,-1 0 0 0 0,0 0 0 0 0,-8 5 0 0 0,-17 3 3497 0 0,58-13-882 0 0,78-15-3269 0 0,260-64 126 0 0,-250 65-633 0 0,0 4 0 0 0,129 2 0 0 0,26 6 98 0 0,126 6-173 0 0,-289 6-54 0 0,-53-5 140 0 0,1 3-1 0 0,-1 3 0 0 0,0 1 0 0 0,66 21 0 0 0,-115-28-175 0 0,-1 1 0 0 0,1 0 0 0 0,-1 1 0 0 0,0-1 0 0 0,0 1 0 0 0,0 0 0 0 0,0 1 0 0 0,-1-1 0 0 0,1 1 0 0 0,7 7 0 0 0,-6-3-20 0 0,-1 0 0 0 0,0 1-1 0 0,0-1 1 0 0,-1 1 0 0 0,6 16 0 0 0,1 6 34 0 0,-2 0 1 0 0,-1 1-1 0 0,-1 0 1 0 0,3 55-1 0 0,-6 136 468 0 0,-2-28-288 0 0,4 135-90 0 0,-8-192 8 0 0,30 243-1 0 0,21 161-149 0 0,-42-435-81 0 0,3 38 221 0 0,35 176 1 0 0,-31-239-32 0 0,7 140 1 0 0,-21 82 98 0 0,5-151 3 0 0,0-27-37 0 0,-6-105-79 0 0,-1 0 0 0 0,-5 24 0 0 0,3-24-38 0 0,1 0 0 0 0,0 24 0 0 0,3-41-46 0 0,-1 0 0 0 0,1-1 0 0 0,0 1-1 0 0,-1-1 1 0 0,0 1 0 0 0,0-1 0 0 0,0 1 0 0 0,-1-1 0 0 0,1 1 0 0 0,-1-1 0 0 0,1 0 0 0 0,-1 0 0 0 0,0 0 0 0 0,0 0 0 0 0,-1 0 0 0 0,1 0 0 0 0,-1 0 0 0 0,1-1 0 0 0,-1 1 0 0 0,0-1 0 0 0,0 0 0 0 0,0 0 0 0 0,0 0 0 0 0,0 0 0 0 0,-5 1-1 0 0,-8 4 58 0 0,-1-1 1 0 0,0-1-1 0 0,0-1 0 0 0,-21 3 0 0 0,7-1-157 0 0,-383 68 80 0 0,-70-1-680 0 0,58-12 137 0 0,-332 78 503 0 0,130-50-659 0 0,319-49 185 0 0,84-14 266 0 0,-96 4 236 0 0,141-16 4 0 0,112-11-35 0 0,-1-4 0 0 0,0-2 1 0 0,-83-16-1 0 0,85 11 23 0 0,-84-7 23 0 0,80 10 0 0 0,1-3 0 0 0,-113-28 0 0 0,155 30 16 0 0,0 1 0 0 0,0 1 0 0 0,-49 0 0 0 0,41 3 43 0 0,-52-9 0 0 0,82 9-49 0 0,0 0 1 0 0,1-1 0 0 0,-1 0 0 0 0,1 0 0 0 0,0 0-1 0 0,-1 0 1 0 0,1-1 0 0 0,0 0 0 0 0,1 0 0 0 0,-1-1-1 0 0,0 1 1 0 0,1-1 0 0 0,0 0 0 0 0,0 0 0 0 0,0 0-1 0 0,0 0 1 0 0,1-1 0 0 0,-4-6 0 0 0,3 4 5 0 0,0-1-1 0 0,1 0 1 0 0,0-1 0 0 0,1 1 0 0 0,-1 0 0 0 0,2-1-1 0 0,-1 1 1 0 0,1-1 0 0 0,0 0 0 0 0,1 0 0 0 0,1-10-1 0 0,1-55-15 0 0,-3 0 0 0 0,-14-96 0 0 0,8 95 107 0 0,7 57-47 0 0,-1 0-1 0 0,-1-1 0 0 0,0 1 0 0 0,-2 0 1 0 0,0 1-1 0 0,-1-1 0 0 0,0 1 0 0 0,-15-29 0 0 0,15 35 77 0 0,0 0 0 0 0,1-1 0 0 0,0 1 0 0 0,0-1 0 0 0,2 0 0 0 0,-3-16 0 0 0,-4-18 185 0 0,6 37-462 0 0,-5-24 504 0 0,7 32-559 0 0,1 0 0 0 0,0 0 0 0 0,0 0 0 0 0,0 0 0 0 0,0 0 0 0 0,0 0 0 0 0,0 0 0 0 0,0 0 0 0 0,0 0 0 0 0,1 1 1 0 0,-1-1-1 0 0,0 0 0 0 0,1 0 0 0 0,-1 0 0 0 0,0 0 0 0 0,1 1 0 0 0,0-2 0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3:15.5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57 34 5529 0 0,'-31'-33'16001'0'0,"29"36"-15737"0"0,-2 5-208 0 0,0-1 0 0 0,1 1 0 0 0,0 0-1 0 0,1 1 1 0 0,0-1 0 0 0,0 0 0 0 0,0 1 0 0 0,1-1 0 0 0,1 1 0 0 0,0 13 0 0 0,2 14 311 0 0,9 45 0 0 0,-5-38-273 0 0,48 305 650 0 0,-38-272-646 0 0,-11-56-66 0 0,0 1-1 0 0,-2 1 1 0 0,2 28-1 0 0,-5-50-37 0 0,0 0-1 0 0,1 1 1 0 0,-1-1 0 0 0,0 0-1 0 0,0 0 1 0 0,0 0 0 0 0,0 1-1 0 0,0-1 1 0 0,0 0-1 0 0,0 0 1 0 0,0 0 0 0 0,0 1-1 0 0,0-1 1 0 0,0 0 0 0 0,0 0-1 0 0,0 1 1 0 0,0-1 0 0 0,0 0-1 0 0,0 0 1 0 0,0 0-1 0 0,0 1 1 0 0,0-1 0 0 0,0 0-1 0 0,0 0 1 0 0,-1 0 0 0 0,1 1-1 0 0,0-1 1 0 0,0 0-1 0 0,0 0 1 0 0,0 0 0 0 0,0 0-1 0 0,0 1 1 0 0,-1-1 0 0 0,1 0-1 0 0,0 0 1 0 0,0 0 0 0 0,0 0-1 0 0,-1 0 1 0 0,1 0-1 0 0,0 1 1 0 0,0-1 0 0 0,0 0-1 0 0,-1 0 1 0 0,1 0 0 0 0,-8-10-671 0 0,-4-17-742 0 0,8 11-757 0 0,1-3-5020 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3:17.1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276 31 1840 0 0,'-1'0'473'0'0,"-1"0"0"0"0,1 1 0 0 0,-1-1 0 0 0,1 0 0 0 0,-1 1 0 0 0,1 0 0 0 0,-1-1 0 0 0,1 1 0 0 0,0 0-1 0 0,-1 0 1 0 0,1 0 0 0 0,-2 2 0 0 0,-26 27 3651 0 0,23-23-3143 0 0,-73 94 3707 0 0,-26 61-2631 0 0,94-140-1916 0 0,9-16 286 0 0,9-13 300 0 0,-6 6-603 0 0,-1-1-113 0 0,1 1 0 0 0,-1-1 0 0 0,1 1 0 0 0,0-1 0 0 0,0 1 0 0 0,0 0 0 0 0,0-1 0 0 0,0 1 1 0 0,0 0-1 0 0,0 0 0 0 0,3-3 0 0 0,-1 1 12 0 0,27-45 330 0 0,-2-1 1 0 0,-3-2 0 0 0,35-94 0 0 0,-58 141-270 0 0,8-21 50 0 0,-10 25-119 0 0,0 0 0 0 0,0 1 0 0 0,0-1 0 0 0,0 0 1 0 0,0 0-1 0 0,0 1 0 0 0,0-1 0 0 0,0 0 0 0 0,1 0 0 0 0,-1 1 0 0 0,0-1 0 0 0,0 0 0 0 0,0 0 1 0 0,0 1-1 0 0,0-1 0 0 0,0 0 0 0 0,1 0 0 0 0,-1 0 0 0 0,0 1 0 0 0,0-1 0 0 0,0 0 1 0 0,0 0-1 0 0,1 0 0 0 0,-1 0 0 0 0,0 1 0 0 0,0-1 0 0 0,0 0 0 0 0,1 0 0 0 0,-1 0 1 0 0,0 0-1 0 0,0 0 0 0 0,1 0 0 0 0,-1 0 0 0 0,0 0 0 0 0,0 0 0 0 0,1 0 0 0 0,-1 0 0 0 0,0 0 1 0 0,0 0-1 0 0,1 0 0 0 0,-1 0 0 0 0,0 0 0 0 0,0 0 0 0 0,1 0 0 0 0,-1 0 0 0 0,0 0 1 0 0,0 0-1 0 0,1 0 0 0 0,-1 0 0 0 0,0 0 0 0 0,0-1 0 0 0,1 1 0 0 0,-1 0 0 0 0,0 0 0 0 0,0 0 1 0 0,0 0-1 0 0,0-1 0 0 0,1 1 0 0 0,-1 0 0 0 0,0 0 0 0 0,0 0 0 0 0,0-1 0 0 0,11 50-35 0 0,-6-20 57 0 0,16 45 1 0 0,-21-73-38 0 0,0 0 0 0 0,0 0 0 0 0,1 0 0 0 0,-1 0 0 0 0,1 0 0 0 0,-1 0 0 0 0,1-1 0 0 0,-1 1 0 0 0,1 0 0 0 0,-1 0 0 0 0,1 0 0 0 0,0-1 0 0 0,-1 1 0 0 0,1 0 0 0 0,0-1 0 0 0,1 1 0 0 0,-2-1 0 0 0,0 1 0 0 0,1-1 0 0 0,-1 0 0 0 0,1 0 0 0 0,-1 0 0 0 0,0 0 0 0 0,1 0 0 0 0,-1 0 0 0 0,0 0 0 0 0,1 0 0 0 0,-1-1 0 0 0,1 1 0 0 0,-1 0 0 0 0,0 0 0 0 0,1 0 0 0 0,-1 0 0 0 0,0 0 0 0 0,1-1 0 0 0,-1 1 0 0 0,0 0 0 0 0,1 0 0 0 0,-1 0 0 0 0,0-1 0 0 0,0 1 0 0 0,1 0 0 0 0,-1 0 0 0 0,0-1 0 0 0,1-1 0 0 0,0 1 0 0 0,0-1 0 0 0,0 0 0 0 0,0 1 0 0 0,0-1 0 0 0,-1 0 0 0 0,1 1 0 0 0,-1-1 0 0 0,1 0 0 0 0,-1 0 0 0 0,0 0 0 0 0,0 0 0 0 0,0 1 0 0 0,0-1 0 0 0,0-4 0 0 0,-1 0-5 0 0,0 0 0 0 0,-1-1 0 0 0,0 1 0 0 0,0 0 0 0 0,0 0 0 0 0,-1 0-1 0 0,0 0 1 0 0,0 0 0 0 0,-1 0 0 0 0,1 1 0 0 0,-1 0 0 0 0,0-1 0 0 0,-1 1 0 0 0,1 1 0 0 0,-1-1 0 0 0,0 1-1 0 0,-6-5 1 0 0,6 7-7 0 0,0-1 0 0 0,0 1-1 0 0,0 0 1 0 0,0 0-1 0 0,-1 0 1 0 0,1 1 0 0 0,-1 0-1 0 0,1 0 1 0 0,-1 1-1 0 0,1-1 1 0 0,-1 1 0 0 0,1 0-1 0 0,-1 0 1 0 0,1 1-1 0 0,-1 0 1 0 0,1 0 0 0 0,-1 0-1 0 0,1 1 1 0 0,0 0-1 0 0,-8 3 1 0 0,5-1 14 0 0,1-1 1 0 0,0 1-1 0 0,0 1 1 0 0,0 0-1 0 0,0 0 1 0 0,-9 9-1 0 0,13-11-17 0 0,-1 1 0 0 0,1-1 0 0 0,0 1 0 0 0,0 0 0 0 0,1 0 0 0 0,-1 0 0 0 0,1 0 1 0 0,0 0-1 0 0,0 1 0 0 0,0-1 0 0 0,1 0 0 0 0,0 1 0 0 0,-1 5 0 0 0,1-10 2 0 0,1 1 1 0 0,0-1-1 0 0,0 0 0 0 0,0 1 1 0 0,0-1-1 0 0,0 1 0 0 0,0-1 1 0 0,0 1-1 0 0,0-1 1 0 0,0 1-1 0 0,0-1 0 0 0,0 1 1 0 0,0-1-1 0 0,0 1 0 0 0,0-1 1 0 0,0 1-1 0 0,0-1 0 0 0,1 0 1 0 0,-1 1-1 0 0,0-1 0 0 0,0 1 1 0 0,1-1-1 0 0,-1 1 0 0 0,0-1 1 0 0,0 0-1 0 0,1 1 0 0 0,-1-1 1 0 0,0 0-1 0 0,1 1 1 0 0,-1-1-1 0 0,1 0 0 0 0,-1 0 1 0 0,0 1-1 0 0,1-1 0 0 0,-1 0 1 0 0,1 0-1 0 0,0 1 0 0 0,20-7-237 0 0,17-21 149 0 0,-22 12 120 0 0,-1 0 0 0 0,0-1 0 0 0,-1-1 0 0 0,-1 0 0 0 0,18-30 1 0 0,-80 172 313 0 0,19-31-624 0 0,43-118 278 0 0,-8 16 13 0 0,-1 0 0 0 0,1 0 0 0 0,-2 0 0 0 0,1-1 0 0 0,-1 1 0 0 0,0-1 0 0 0,3-16 0 0 0,-31 53 83 0 0,-4 26-34 0 0,24-42-38 0 0,-1 0 1 0 0,0-1-1 0 0,-1 0 0 0 0,0-1 1 0 0,-12 15-1 0 0,40-65 53 0 0,6-3 7 0 0,41-91-1 0 0,-67 133-45 0 0,0-1-1 0 0,-1 1 1 0 0,1 0 0 0 0,0-1-1 0 0,0 1 1 0 0,0 0-1 0 0,0-1 1 0 0,0 1-1 0 0,0 0 1 0 0,0 0 0 0 0,1 0-1 0 0,-1 0 1 0 0,0 0-1 0 0,1 0 1 0 0,-1 0-1 0 0,0 0 1 0 0,1 1 0 0 0,-1-1-1 0 0,1 0 1 0 0,0 1-1 0 0,2-1 1 0 0,-1 1 7 0 0,1-1 1 0 0,-1 1-1 0 0,1 0 0 0 0,0 1 1 0 0,-1-1-1 0 0,1 1 1 0 0,-1 0-1 0 0,1-1 0 0 0,5 4 1 0 0,5 2 78 0 0,1 1 0 0 0,-1 1 0 0 0,18 13 0 0 0,-30-19-89 0 0,42 28 42 0 0,-3 2 0 0 0,48 47 0 0 0,-87-77-50 0 0,1-1 0 0 0,0 1 0 0 0,0 0 0 0 0,0-1 0 0 0,0 0 0 0 0,0 0 0 0 0,0 0 0 0 0,0 0 0 0 0,0 0 0 0 0,1 0 0 0 0,-1-1 0 0 0,0 0 0 0 0,0 1 0 0 0,1-1 0 0 0,3-1 0 0 0,-2 1 9 0 0,0 0-1 0 0,0-1 1 0 0,0 0-1 0 0,0 0 0 0 0,0 0 1 0 0,0 0-1 0 0,-1-1 1 0 0,1 0-1 0 0,6-3 0 0 0,-9 4-30 0 0,-2 1-5 0 0,-10-2 0 0 0,-2 0 19 0 0,0 0 1 0 0,-1 1 0 0 0,1 0 0 0 0,-1 1 0 0 0,1 0-1 0 0,0 1 1 0 0,-1 1 0 0 0,1 0 0 0 0,0 0 0 0 0,-15 6-1 0 0,-5-2-53 0 0,-1 0 1 0 0,0-2-1 0 0,-1-2 0 0 0,1 0 0 0 0,-47-6 0 0 0,70 4-77 0 0,3-1 76 0 0,-1 0 1 0 0,1 1-1 0 0,-1-1 1 0 0,1 2-1 0 0,-1-1 1 0 0,1 1-1 0 0,-1 1 1 0 0,1-1-1 0 0,0 1 1 0 0,-10 4-1 0 0,17-6 17 0 0,0 0 0 0 0,0 0 0 0 0,0 0 0 0 0,0 0 0 0 0,1 0 0 0 0,-1 0-1 0 0,0 0 1 0 0,0 0 0 0 0,0 0 0 0 0,0 0 0 0 0,0 0 0 0 0,0 0 0 0 0,0 0 0 0 0,1 0 0 0 0,-1 0-1 0 0,0 0 1 0 0,0 0 0 0 0,0 0 0 0 0,0 0 0 0 0,0 0 0 0 0,0 0 0 0 0,0 0 0 0 0,0 0-1 0 0,0 1 1 0 0,1-1 0 0 0,-1 0 0 0 0,0 0 0 0 0,0 0 0 0 0,0 0 0 0 0,0 0 0 0 0,0 0 0 0 0,0 0-1 0 0,0 0 1 0 0,0 1 0 0 0,0-1 0 0 0,0 0 0 0 0,0 0 0 0 0,0 0 0 0 0,0 0 0 0 0,0 0 0 0 0,0 0-1 0 0,0 0 1 0 0,0 1 0 0 0,0-1 0 0 0,0 0 0 0 0,0 0 0 0 0,0 0 0 0 0,0 0 0 0 0,0 0 0 0 0,0 0-1 0 0,0 0 1 0 0,0 1 0 0 0,0-1 0 0 0,0 0 0 0 0,0 0 0 0 0,0 0 0 0 0,-1 0 0 0 0,1 0 0 0 0,0 0-1 0 0,0 0 1 0 0,0 0 0 0 0,0 1 0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3:55.8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62 119 5065 0 0,'-17'-36'1040'0'0,"9"18"2928"0"0,0 1 0 0 0,-21-31 0 0 0,39 71 287 0 0,5 27-3943 0 0,-11-35 85 0 0,6 28-304 0 0,-2 1 0 0 0,-1 1 0 0 0,0 56 0 0 0,-9 140 371 0 0,-2-82-332 0 0,13-8-782 0 0,-2-59 73 0 0,-6-90 335 0 0,-1-1 0 0 0,0 0 0 0 0,0 1 0 0 0,0-1 1 0 0,0 1-1 0 0,0-1 0 0 0,-1 1 0 0 0,1-1 0 0 0,0 1 0 0 0,-1-1 0 0 0,1 1 0 0 0,-1-1 0 0 0,1 0 0 0 0,-1 1 0 0 0,0-1 0 0 0,0 2 0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3:56.0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71 9218 0 0,'4'-5'289'0'0,"1"0"1"0"0,-1 1-1 0 0,1 0 1 0 0,0-1-1 0 0,0 2 0 0 0,1-1 1 0 0,-1 0-1 0 0,1 1 0 0 0,0 0 1 0 0,-1 1-1 0 0,2-1 1 0 0,6-1-1 0 0,5-2 699 0 0,-1 2-1 0 0,1 0 1 0 0,21-1-1 0 0,-37 4-938 0 0,9 0 484 0 0,0 0 0 0 0,0 1 0 0 0,0 0 1 0 0,13 3-1 0 0,-22-3-583 0 0,0 0 0 0 0,-1 0 0 0 0,1 0 0 0 0,-1 0 0 0 0,1 1 0 0 0,0-1 0 0 0,-1 1 0 0 0,1-1 0 0 0,-1 1 0 0 0,0 0 0 0 0,1 0 0 0 0,-1-1 0 0 0,1 1 0 0 0,-1 0 0 0 0,0 0 1 0 0,0 0-1 0 0,1 0 0 0 0,-1 1 0 0 0,0-1 0 0 0,0 0 0 0 0,0 0 0 0 0,0 1 0 0 0,-1-1 0 0 0,1 0 0 0 0,0 1 0 0 0,0-1 0 0 0,-1 1 0 0 0,1-1 0 0 0,-1 1 0 0 0,0 0 0 0 0,1-1 0 0 0,-1 1 0 0 0,0-1 0 0 0,0 1 0 0 0,0 0 0 0 0,0-1 0 0 0,0 4 0 0 0,-3 10-836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3:56.2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0 112 6913 0 0,'1'1'185'0'0,"0"-1"0"0"0,0 1-1 0 0,0 0 1 0 0,0-1-1 0 0,0 1 1 0 0,1-1-1 0 0,-1 1 1 0 0,0-1-1 0 0,0 1 1 0 0,0-1-1 0 0,1 0 1 0 0,-1 0-1 0 0,0 1 1 0 0,0-1-1 0 0,1 0 1 0 0,-1 0-1 0 0,0 0 1 0 0,0-1-1 0 0,1 1 1 0 0,-1 0-1 0 0,0 0 1 0 0,0-1 0 0 0,0 1-1 0 0,1 0 1 0 0,0-2-1 0 0,35-9 3104 0 0,47-22 1173 0 0,62-21-10273 0 0,-118 46 5289 0 0,0-1 385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3:56.5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79 1 9674 0 0,'-7'7'244'0'0,"-1"0"0"0"0,1 1 0 0 0,1-1 0 0 0,0 2 0 0 0,0-1 0 0 0,0 1 0 0 0,1 0 0 0 0,1 0 0 0 0,-1 0 0 0 0,1 1 0 0 0,1-1 0 0 0,0 1 0 0 0,0 0 0 0 0,1 0 0 0 0,1 0 0 0 0,-1 1 0 0 0,1-1 0 0 0,1 0 0 0 0,0 0 0 0 0,1 1-1 0 0,0-1 1 0 0,0 0 0 0 0,1 0 0 0 0,5 17 0 0 0,-4-17-17 0 0,0 0-1 0 0,0-1 1 0 0,1 0-1 0 0,1 0 1 0 0,-1 0-1 0 0,1-1 0 0 0,1 1 1 0 0,-1-1-1 0 0,2 0 1 0 0,-1-1-1 0 0,1 1 1 0 0,0-1-1 0 0,0-1 0 0 0,1 1 1 0 0,0-1-1 0 0,0-1 1 0 0,1 1-1 0 0,-1-1 1 0 0,1-1-1 0 0,0 0 0 0 0,1 0 1 0 0,-1-1-1 0 0,1 0 1 0 0,-1 0-1 0 0,17 1 1 0 0,-23-3-229 0 0,1 0 1 0 0,0-1-1 0 0,0 0 1 0 0,0 0 0 0 0,0 0-1 0 0,0 0 1 0 0,-1-1-1 0 0,1 1 1 0 0,0-1-1 0 0,0 0 1 0 0,-1 0 0 0 0,1 0-1 0 0,0-1 1 0 0,-1 1-1 0 0,1-1 1 0 0,-1 0 0 0 0,0 0-1 0 0,0 0 1 0 0,1 0-1 0 0,-1-1 1 0 0,-1 0 0 0 0,1 1-1 0 0,0-1 1 0 0,-1 0-1 0 0,1 0 1 0 0,-1 0-1 0 0,0 0 1 0 0,0-1 0 0 0,0 1-1 0 0,0-1 1 0 0,-1 1-1 0 0,1-1 1 0 0,-1 1 0 0 0,0-1-1 0 0,0 0 1 0 0,-1 0-1 0 0,1 1 1 0 0,-1-1-1 0 0,1 0 1 0 0,-1 0 0 0 0,-1 0-1 0 0,1 0 1 0 0,0 0-1 0 0,-1 1 1 0 0,0-1 0 0 0,0 0-1 0 0,0 0 1 0 0,0 1-1 0 0,-3-6 1 0 0,-5-13 52 0 0,-2 0 0 0 0,-1 0 0 0 0,-1 1 0 0 0,0 1 1 0 0,-2 0-1 0 0,0 1 0 0 0,-1 1 0 0 0,-1 0 0 0 0,0 1 0 0 0,-2 1 0 0 0,-32-23 0 0 0,38 32-1782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3:56.9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1 254 10594 0 0,'1'-4'421'0'0,"1"0"0"0"0,0 0 0 0 0,0 0 0 0 0,0 0 0 0 0,0 1-1 0 0,1-1 1 0 0,-1 0 0 0 0,1 1 0 0 0,0 0 0 0 0,0 0 0 0 0,0 0-1 0 0,1 0 1 0 0,4-3 0 0 0,-6 5-264 0 0,-1 0 0 0 0,1 0 0 0 0,0 0 0 0 0,0 0 0 0 0,-1 1 0 0 0,1-1 1 0 0,0 1-1 0 0,0-1 0 0 0,0 1 0 0 0,-1 0 0 0 0,1 0 0 0 0,0-1 0 0 0,0 1 0 0 0,0 1 0 0 0,0-1 0 0 0,0 0 0 0 0,-1 0 0 0 0,1 1 0 0 0,0-1 0 0 0,0 1 0 0 0,0-1 0 0 0,-1 1 0 0 0,1 0 0 0 0,0 0 0 0 0,-1 0 1 0 0,1 0-1 0 0,-1 0 0 0 0,1 0 0 0 0,-1 0 0 0 0,1 0 0 0 0,-1 1 0 0 0,0-1 0 0 0,2 2 0 0 0,5 7-8 0 0,-1 1 0 0 0,0 0 0 0 0,9 21 0 0 0,-11-22-57 0 0,0 0 0 0 0,0 0 0 0 0,1 0-1 0 0,1-1 1 0 0,10 13 0 0 0,-17-22-91 0 0,1 1-1 0 0,-1-1 1 0 0,0 0 0 0 0,0 0-1 0 0,0 0 1 0 0,0 0 0 0 0,0 0-1 0 0,0 0 1 0 0,0 0 0 0 0,0 0-1 0 0,0 0 1 0 0,0 0 0 0 0,0 0-1 0 0,0 0 1 0 0,1 0 0 0 0,-1 0-1 0 0,0 0 1 0 0,0 0 0 0 0,0 0 0 0 0,0 0-1 0 0,0 0 1 0 0,0 0 0 0 0,0 0-1 0 0,0 0 1 0 0,0 0 0 0 0,1 0-1 0 0,-1 0 1 0 0,0 0 0 0 0,0 0-1 0 0,0 0 1 0 0,0 0 0 0 0,0 0-1 0 0,0 0 1 0 0,0 0 0 0 0,0 0-1 0 0,0 0 1 0 0,0 0 0 0 0,1 0-1 0 0,-1 0 1 0 0,0 0 0 0 0,0 0-1 0 0,0 0 1 0 0,0 0 0 0 0,0 0-1 0 0,0-1 1 0 0,0 1 0 0 0,0 0 0 0 0,0 0-1 0 0,0 0 1 0 0,0 0 0 0 0,0 0-1 0 0,0 0 1 0 0,0 0 0 0 0,0 0-1 0 0,0 0 1 0 0,0-1 0 0 0,0 1-1 0 0,0 0 1 0 0,0 0 0 0 0,1-11 98 0 0,-2-10 137 0 0,-17-59 485 0 0,-5-29-262 0 0,21 96-556 0 0,0-1 0 0 0,1 1 0 0 0,1-1 1 0 0,0 0-1 0 0,5-24 0 0 0,0 19-1756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3:57.9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 4 5529 0 0,'-12'-3'9411'0'0,"12"4"-9234"0"0,-5 11 99 0 0,1 0 0 0 0,1 0 0 0 0,0 1 0 0 0,0-1 0 0 0,1 1 0 0 0,1 0 0 0 0,0 20 0 0 0,1 5 204 0 0,8 52-1 0 0,-6-78-348 0 0,0-1 0 0 0,1 1 0 0 0,0-1 1 0 0,0 1-1 0 0,2-1 0 0 0,-1 0 0 0 0,1-1 0 0 0,1 1 1 0 0,8 11-1 0 0,-12-19-105 0 0,0 0 1 0 0,0-1-1 0 0,0 1 0 0 0,1-1 1 0 0,-1 1-1 0 0,1-1 1 0 0,0 0-1 0 0,-1 0 0 0 0,1 0 1 0 0,0 0-1 0 0,0 0 0 0 0,1-1 1 0 0,-1 1-1 0 0,0-1 1 0 0,0 0-1 0 0,1 0 0 0 0,-1 0 1 0 0,0-1-1 0 0,1 1 1 0 0,-1-1-1 0 0,1 1 0 0 0,-1-1 1 0 0,1 0-1 0 0,-1-1 1 0 0,1 1-1 0 0,-1-1 0 0 0,1 1 1 0 0,-1-1-1 0 0,0 0 0 0 0,1 0 1 0 0,-1 0-1 0 0,0-1 1 0 0,0 1-1 0 0,0-1 0 0 0,4-3 1 0 0,1 1 7 0 0,-1-1 0 0 0,0-1 0 0 0,-1 1 1 0 0,1-1-1 0 0,-1 0 0 0 0,0 0 0 0 0,0-1 1 0 0,-1 0-1 0 0,0 0 0 0 0,0 0 0 0 0,-1-1 0 0 0,7-13 1 0 0,-5 4 1 0 0,-1 0 1 0 0,0 0-1 0 0,-1 0 1 0 0,-1-1-1 0 0,2-20 1 0 0,-5 36-26 0 0,1-5 205 0 0,0 9 71 0 0,3 10-190 0 0,-3-11-23 0 0,2 3-15 0 0,6 6-44 0 0,0 0 0 0 0,1-1 0 0 0,0 0 0 0 0,1-1 0 0 0,-1 0 0 0 0,1-1 0 0 0,1 0 0 0 0,0-1 1 0 0,0 0-1 0 0,15 5 0 0 0,-23-9 7 0 0,1-1 0 0 0,-1 1 0 0 0,1-1 0 0 0,0 0 0 0 0,0 0 0 0 0,0-1 0 0 0,0 1 0 0 0,0-1 0 0 0,-1 0 0 0 0,1-1 1 0 0,0 1-1 0 0,0-1 0 0 0,0 0 0 0 0,0 0 0 0 0,-1 0 0 0 0,1-1 0 0 0,0 0 0 0 0,-1 0 0 0 0,0 0 0 0 0,1 0 0 0 0,-1-1 0 0 0,0 1 0 0 0,0-1 1 0 0,0 0-1 0 0,0-1 0 0 0,-1 1 0 0 0,0-1 0 0 0,1 1 0 0 0,-1-1 0 0 0,0 0 0 0 0,3-6 0 0 0,-4 6 8 0 0,0-1 0 0 0,0 1 0 0 0,0 0 0 0 0,-1-1 0 0 0,0 1 0 0 0,0-1 0 0 0,0 0 0 0 0,0 1 0 0 0,-1-1 0 0 0,0 0 0 0 0,0 1 0 0 0,0-1 0 0 0,-1 0 0 0 0,1 1 0 0 0,-1-1 0 0 0,0 1 0 0 0,0-1 0 0 0,-1 1 0 0 0,1-1 0 0 0,-1 1 0 0 0,0 0 0 0 0,-5-7 0 0 0,3 3-342 0 0,-1 1 1 0 0,0-1-1 0 0,-1 1 0 0 0,0 0 0 0 0,0 1 0 0 0,0 0 0 0 0,-1 0 0 0 0,0 0 0 0 0,0 1 1 0 0,-16-9-1 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3:58.3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128 96 3225 0 0,'2'0'141'0'0,"-1"-1"1"0"0,1 1 0 0 0,0-1 0 0 0,0 1 0 0 0,0-1 0 0 0,-1 0-1 0 0,1 1 1 0 0,-1-1 0 0 0,1 0 0 0 0,0 0 0 0 0,-1-1-1 0 0,1 1 1 0 0,-1 0 0 0 0,0 0 0 0 0,1-1 0 0 0,-1 1-1 0 0,0-1 1 0 0,0 1 0 0 0,0-1 0 0 0,0 1 0 0 0,0-1-1 0 0,0 0 1 0 0,-1 1 0 0 0,1-1 0 0 0,0 0 0 0 0,-1 0-1 0 0,0 1 1 0 0,1-1 0 0 0,-1 0 0 0 0,0 0 0 0 0,0 0-1 0 0,0 0 1 0 0,0 0 0 0 0,0 1 0 0 0,-1-4 0 0 0,1 2 190 0 0,-1 1-1 0 0,0 0 1 0 0,0-1 0 0 0,-1 1 0 0 0,1-1 0 0 0,0 1 0 0 0,-1 0 0 0 0,1 0 0 0 0,-1 0-1 0 0,0 0 1 0 0,0 0 0 0 0,0 0 0 0 0,0 1 0 0 0,0-1 0 0 0,0 0 0 0 0,0 1-1 0 0,0 0 1 0 0,-1-1 0 0 0,1 1 0 0 0,-1 0 0 0 0,1 0 0 0 0,-1 1 0 0 0,1-1 0 0 0,-1 0-1 0 0,-4 0 1 0 0,4 1-271 0 0,-1 0 0 0 0,1-1 0 0 0,0 1 0 0 0,-1 1 0 0 0,1-1 0 0 0,0 0 1 0 0,-1 1-1 0 0,1 0 0 0 0,0 0 0 0 0,0 0 0 0 0,0 0 0 0 0,0 0 0 0 0,0 0 0 0 0,0 1 0 0 0,0 0 0 0 0,0-1 0 0 0,0 1 0 0 0,-2 3 0 0 0,1-1 131 0 0,0 0 0 0 0,0 0 0 0 0,1 1 1 0 0,-1 0-1 0 0,1-1 0 0 0,0 1 0 0 0,1 0 0 0 0,-1 1 0 0 0,-3 10 1 0 0,3-7 6 0 0,1 1 1 0 0,-1-1 0 0 0,2 1 0 0 0,-1 0 0 0 0,2 0-1 0 0,-1 0 1 0 0,1 0 0 0 0,1 0 0 0 0,-1-1-1 0 0,2 1 1 0 0,-1 0 0 0 0,5 11 0 0 0,16 26-338 0 0,-20-45 126 0 0,-1 1 0 0 0,1-1 0 0 0,0 0 0 0 0,0 0 0 0 0,0 1 1 0 0,0-1-1 0 0,0 0 0 0 0,0-1 0 0 0,1 1 0 0 0,-1 0 0 0 0,1-1 0 0 0,-1 1 0 0 0,1-1 1 0 0,-1 0-1 0 0,5 2 0 0 0,-5-3-29 0 0,-1 0 0 0 0,0 0 0 0 0,1-1 1 0 0,-1 1-1 0 0,0 0 0 0 0,1-1 0 0 0,-1 1 0 0 0,0-1 1 0 0,0 1-1 0 0,0-1 0 0 0,1 0 0 0 0,-1 1 0 0 0,0-1 1 0 0,0 0-1 0 0,0 0 0 0 0,0 0 0 0 0,0 0 0 0 0,0 0 1 0 0,0 0-1 0 0,0 0 0 0 0,-1 0 0 0 0,1 0 0 0 0,0 0 1 0 0,0 0-1 0 0,-1-1 0 0 0,1 1 0 0 0,-1 0 0 0 0,1-3 1 0 0,12-37-358 0 0,-7-33-16 0 0,-6 63 549 0 0,-1 0-1 0 0,2 0 1 0 0,0 0 0 0 0,0 0 0 0 0,1 0 0 0 0,0 0 0 0 0,1 1 0 0 0,0-1 0 0 0,1 1 0 0 0,7-15 0 0 0,-11 25-115 0 0,1-1 0 0 0,-1 1 0 0 0,0-1 0 0 0,0 1 0 0 0,1-1 0 0 0,-1 1 0 0 0,0-1-1 0 0,1 1 1 0 0,-1 0 0 0 0,1-1 0 0 0,-1 1 0 0 0,0-1 0 0 0,1 1 0 0 0,-1 0 0 0 0,1-1 0 0 0,-1 1 0 0 0,1 0 0 0 0,-1 0 0 0 0,1 0 0 0 0,0-1 0 0 0,-1 1 0 0 0,1 0-1 0 0,-1 0 1 0 0,1 0 0 0 0,-1 0 0 0 0,1 0 0 0 0,-1 0 0 0 0,1 0 0 0 0,0 0 0 0 0,-1 0 0 0 0,1 0 0 0 0,-1 0 0 0 0,1 0 0 0 0,-1 1 0 0 0,1-1 0 0 0,-1 0 0 0 0,1 0 0 0 0,-1 0-1 0 0,1 1 1 0 0,-1-1 0 0 0,1 0 0 0 0,-1 1 0 0 0,1-1 0 0 0,-1 0 0 0 0,1 1 0 0 0,-1-1 0 0 0,0 1 0 0 0,1-1 0 0 0,-1 1 0 0 0,0-1 0 0 0,1 1 0 0 0,-1-1 0 0 0,0 1-1 0 0,0-1 1 0 0,1 1 0 0 0,-1-1 0 0 0,0 1 0 0 0,0 0 0 0 0,14 36 112 0 0,-13-35-73 0 0,3 11-45 0 0,0-2 1 0 0,0 1-1 0 0,1 0 1 0 0,1-1-1 0 0,0 0 1 0 0,1 0-1 0 0,0-1 1 0 0,0 1-1 0 0,1-2 1 0 0,1 1-1 0 0,-1-1 1 0 0,1 0-1 0 0,1-1 1 0 0,0 0-1 0 0,0-1 1 0 0,0 0-1 0 0,1 0 1 0 0,0-1-1 0 0,1-1 1 0 0,18 7-1 0 0,-11-10-1642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3:58.8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0 138 6913 0 0,'5'-6'632'0'0,"0"0"0"0"0,0 0-1 0 0,1 1 1 0 0,0 0-1 0 0,0 0 1 0 0,0 0 0 0 0,0 1-1 0 0,1 0 1 0 0,-1 0-1 0 0,1 0 1 0 0,0 1 0 0 0,0 0-1 0 0,0 1 1 0 0,13-4 0 0 0,-15 6-324 0 0,-1-1 0 0 0,0 1 1 0 0,1 0-1 0 0,-1 0 0 0 0,1 1 1 0 0,-1-1-1 0 0,0 1 0 0 0,1 0 1 0 0,-1 0-1 0 0,0 0 0 0 0,0 1 1 0 0,0-1-1 0 0,0 1 0 0 0,0 0 1 0 0,6 4-1 0 0,-5-2-172 0 0,0 0-1 0 0,0 1 1 0 0,0-1 0 0 0,-1 1-1 0 0,0 0 1 0 0,0 0 0 0 0,0 1-1 0 0,-1-1 1 0 0,6 12 0 0 0,-5-8-137 0 0,0 1 0 0 0,-1 0 0 0 0,0 0 0 0 0,0 0 0 0 0,-1 0 1 0 0,-1 0-1 0 0,0 0 0 0 0,0 0 0 0 0,-1 1 0 0 0,0-1 1 0 0,-1 0-1 0 0,0 1 0 0 0,-3 12 0 0 0,4-23 7 0 0,0 1 0 0 0,0-1 0 0 0,0 0 0 0 0,0 0 1 0 0,0 0-1 0 0,0 0 0 0 0,0 1 0 0 0,0-1 0 0 0,0 0 0 0 0,0 0 0 0 0,0 0 0 0 0,0 0 0 0 0,0 1 0 0 0,0-1 0 0 0,0 0 0 0 0,0 0 0 0 0,-1 0 1 0 0,1 0-1 0 0,0 1 0 0 0,0-1 0 0 0,0 0 0 0 0,0 0 0 0 0,0 0 0 0 0,0 0 0 0 0,-1 0 0 0 0,1 0 0 0 0,0 1 0 0 0,0-1 0 0 0,0 0 1 0 0,0 0-1 0 0,0 0 0 0 0,-1 0 0 0 0,1 0 0 0 0,0 0 0 0 0,0 0 0 0 0,0 0 0 0 0,-1 0 0 0 0,1 0 0 0 0,0 0 0 0 0,0 0 0 0 0,0 0 0 0 0,0 0 1 0 0,-1 0-1 0 0,1 0 0 0 0,0 0 0 0 0,0 0 0 0 0,0 0 0 0 0,0 0 0 0 0,-1 0 0 0 0,1 0 0 0 0,0 0 0 0 0,0 0 0 0 0,0 0 0 0 0,-1-1 0 0 0,-7-12 238 0 0,-4-17 53 0 0,9 14-448 0 0,1 0 1 0 0,1-1-1 0 0,0 1 1 0 0,1-1-1 0 0,1 1 0 0 0,1-1 1 0 0,0 1-1 0 0,1-1 1 0 0,1 1-1 0 0,0 0 0 0 0,1 1 1 0 0,1-1-1 0 0,1 1 0 0 0,11-20 1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3:59.4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257 583 456 0 0,'-3'-9'856'0'0,"1"1"0"0"0,-1 0 1 0 0,-1-1-1 0 0,1 1 0 0 0,-1 0 0 0 0,-1 0 0 0 0,0 1 0 0 0,0 0 1 0 0,0-1-1 0 0,-1 2 0 0 0,0-1 0 0 0,-7-6 0 0 0,10 11-601 0 0,1-1 0 0 0,-1 1-1 0 0,0 0 1 0 0,0 0 0 0 0,0 0 0 0 0,0 0-1 0 0,0 1 1 0 0,-1-1 0 0 0,1 1 0 0 0,-1 0-1 0 0,1 0 1 0 0,-1 0 0 0 0,1 0-1 0 0,-1 1 1 0 0,1-1 0 0 0,-1 1 0 0 0,1 0-1 0 0,-1 0 1 0 0,0 0 0 0 0,1 1 0 0 0,-1-1-1 0 0,1 1 1 0 0,-1 0 0 0 0,1 0-1 0 0,-1 0 1 0 0,1 0 0 0 0,0 1 0 0 0,-1-1-1 0 0,1 1 1 0 0,0 0 0 0 0,-5 4 0 0 0,0 1-105 0 0,1 1 0 0 0,0 0 0 0 0,0 0 0 0 0,0 0 0 0 0,1 1 1 0 0,1 0-1 0 0,-1 0 0 0 0,2 1 0 0 0,-1-1 0 0 0,1 1 0 0 0,1 0 1 0 0,0 0-1 0 0,-3 16 0 0 0,4-20-147 0 0,2 1 0 0 0,-1-1 0 0 0,1 0 0 0 0,0 0 0 0 0,0 1 0 0 0,0-1 0 0 0,1 0 0 0 0,0 0 0 0 0,1 1 0 0 0,3 9 0 0 0,-4-12-8 0 0,1-1 0 0 0,0 1 0 0 0,0 0 0 0 0,1-1 0 0 0,-1 0 0 0 0,1 0 0 0 0,-1 1 0 0 0,1-1 0 0 0,0-1 0 0 0,0 1 0 0 0,0 0 0 0 0,1-1 0 0 0,-1 0 0 0 0,1 0 0 0 0,-1 0 0 0 0,1 0 0 0 0,6 2 0 0 0,-7-2-62 0 0,1-1 0 0 0,-1 0 0 0 0,1 0 0 0 0,-1-1 0 0 0,1 1 0 0 0,-1-1 0 0 0,1 1-1 0 0,-1-1 1 0 0,1 0 0 0 0,0 0 0 0 0,-1-1 0 0 0,1 1 0 0 0,-1-1 0 0 0,1 0 0 0 0,-1 0 0 0 0,1 0-1 0 0,-1 0 1 0 0,6-3 0 0 0,-5 1-181 0 0,1 0 0 0 0,-1-1 0 0 0,1 0 0 0 0,-1 1 0 0 0,0-1 0 0 0,-1-1 0 0 0,1 1 0 0 0,-1 0 0 0 0,1-1 0 0 0,4-9 0 0 0,-1-2-512 0 0,0 0 0 0 0,-2 0 0 0 0,1-1-1 0 0,-2 0 1 0 0,0 1 0 0 0,2-32 0 0 0,4-199 445 0 0,-12 169 2784 0 0,-12-88-1 0 0,13 163-2273 0 0,-5-27 1224 0 0,6 29-1303 0 0,0 0 1 0 0,0 0-1 0 0,0 0 1 0 0,0 1-1 0 0,-1-1 0 0 0,1 0 1 0 0,0 0-1 0 0,-1 0 0 0 0,1 0 1 0 0,-1 0-1 0 0,1 1 1 0 0,-1-1-1 0 0,1 0 0 0 0,-1 0 1 0 0,0 1-1 0 0,1-1 1 0 0,-1 0-1 0 0,0 1 0 0 0,1-1 1 0 0,-1 1-1 0 0,0-1 0 0 0,0 1 1 0 0,0-1-1 0 0,-1 0 1 0 0,1 1-56 0 0,0 1 1 0 0,0-1 0 0 0,0 1-1 0 0,1-1 1 0 0,-1 1-1 0 0,0-1 1 0 0,0 1 0 0 0,1-1-1 0 0,-1 1 1 0 0,0-1 0 0 0,1 1-1 0 0,-1 0 1 0 0,1-1-1 0 0,-1 1 1 0 0,1 0 0 0 0,-1 0-1 0 0,1 0 1 0 0,-1-1 0 0 0,1 1-1 0 0,0 0 1 0 0,-1 0 0 0 0,1 0-1 0 0,0 1 1 0 0,-7 25 253 0 0,6-22-189 0 0,-2 15 15 0 0,0 0 1 0 0,1 0-1 0 0,2 1 1 0 0,0-1-1 0 0,4 30 1 0 0,23 102 254 0 0,-18-111-265 0 0,8 41-142 0 0,60 346-1747 0 0,-74-403-6539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04.9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13 12899 0 0,'-1'0'82'0'0,"1"0"1"0"0,0 0-1 0 0,-1-1 1 0 0,1 1-1 0 0,0 0 1 0 0,-1 0-1 0 0,1-1 1 0 0,0 1-1 0 0,0 0 1 0 0,-1-1-1 0 0,1 1 1 0 0,0 0-1 0 0,0-1 1 0 0,0 1-1 0 0,-1-1 1 0 0,1 1-1 0 0,0 0 0 0 0,0-1 1 0 0,0 1-1 0 0,0-1 1 0 0,0 1-1 0 0,0 0 1 0 0,0-1-1 0 0,0 1 1 0 0,0-1-1 0 0,0 1 1 0 0,0-1-1 0 0,0 1 1 0 0,0 0-1 0 0,0-1 1 0 0,0 1-1 0 0,0-1 1 0 0,1 1-1 0 0,-1 0 89 0 0,1 0 0 0 0,-1 0 0 0 0,1 0-1 0 0,-1 0 1 0 0,1 0 0 0 0,-1 0 0 0 0,1 0 0 0 0,4 4 2220 0 0,-5-4-2221 0 0,1 1 1 0 0,-1-1 0 0 0,0 1 0 0 0,0-1-1 0 0,1 1 1 0 0,-1-1 0 0 0,0 1 0 0 0,0-1 0 0 0,0 1-1 0 0,0 0 1 0 0,5 11 87 0 0,0 1 0 0 0,-1 0 0 0 0,-1 0 0 0 0,0 0 0 0 0,-1 0 0 0 0,1 23 0 0 0,-4 89-130 0 0,-2-60 36 0 0,3 148-231 0 0,6-71-3323 0 0,-4-111-3883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05.2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42 2304 0 0,'-1'-1'105'0'0,"1"1"0"0"0,0 0-1 0 0,-1 0 1 0 0,1-1-1 0 0,0 1 1 0 0,0 0-1 0 0,0-1 1 0 0,-1 1-1 0 0,1 0 1 0 0,0-1-1 0 0,0 1 1 0 0,0-1-1 0 0,0 1 1 0 0,-1 0-1 0 0,1-1 1 0 0,0 1-1 0 0,0-1 1 0 0,0 1-1 0 0,0 0 1 0 0,0-1-1 0 0,0 1 1 0 0,0-1-1 0 0,0 1 1 0 0,0 0-1 0 0,0-1 1 0 0,1 1-1 0 0,-1-1 1 0 0,0 1-1 0 0,0 0 1 0 0,0-1-1 0 0,0 1 1 0 0,1 0-1 0 0,-1-1 1 0 0,0 1-1 0 0,0 0 1 0 0,1-1-1 0 0,-1 1 1 0 0,19-12 2761 0 0,23-2 811 0 0,-34 13-3279 0 0,0 1 0 0 0,-1 0 0 0 0,1 0 1 0 0,-1 1-1 0 0,1 0 0 0 0,-1 0 0 0 0,1 1 1 0 0,-1 0-1 0 0,0 0 0 0 0,11 5 0 0 0,10 6 574 0 0,33 22 0 0 0,-32-18-719 0 0,-16-10-183 0 0,-1 1 0 0 0,1 0 0 0 0,-2 0 0 0 0,1 1 0 0 0,-1 1 0 0 0,0 0 0 0 0,13 17 0 0 0,-21-23-36 0 0,0 0 1 0 0,-1 0 0 0 0,0 0 0 0 0,0 0 0 0 0,0 0-1 0 0,0 0 1 0 0,-1 0 0 0 0,1 1 0 0 0,-1-1 0 0 0,0 1-1 0 0,-1-1 1 0 0,1 1 0 0 0,-1-1 0 0 0,0 1-1 0 0,0 0 1 0 0,0-1 0 0 0,-1 1 0 0 0,1-1 0 0 0,-1 1-1 0 0,0-1 1 0 0,-1 1 0 0 0,1-1 0 0 0,-1 0 0 0 0,1 0-1 0 0,-1 1 1 0 0,-1-1 0 0 0,1-1 0 0 0,-3 5-1 0 0,-2 1 10 0 0,0 0-1 0 0,-1 0 0 0 0,0-1 0 0 0,0 0 1 0 0,0 0-1 0 0,-1-1 0 0 0,-1 0 0 0 0,1 0 0 0 0,-1-1 1 0 0,0-1-1 0 0,0 0 0 0 0,-1 0 0 0 0,1-1 0 0 0,-19 5 1 0 0,12-9-2718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05.4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 13539 0 0,'0'1'25'0'0,"0"-1"0"0"0,0 0 1 0 0,0 0-1 0 0,0 0 0 0 0,0 0 0 0 0,1 0 1 0 0,-1 0-1 0 0,0 0 0 0 0,0 0 0 0 0,0 0 1 0 0,0 0-1 0 0,0 0 0 0 0,0 0 0 0 0,0 0 1 0 0,1 0-1 0 0,-1 0 0 0 0,0 0 1 0 0,0 0-1 0 0,0 0 0 0 0,0 0 0 0 0,0 0 1 0 0,0 0-1 0 0,0 0 0 0 0,1 0 0 0 0,-1 0 1 0 0,0 0-1 0 0,0 0 0 0 0,0 0 0 0 0,0 0 1 0 0,0 0-1 0 0,0 0 0 0 0,0 0 0 0 0,0-1 1 0 0,0 1-1 0 0,1 0 0 0 0,-1 0 0 0 0,0 0 1 0 0,0 0-1 0 0,0 0 0 0 0,0 0 0 0 0,0 0 1 0 0,0 0-1 0 0,0-1 0 0 0,0 1 0 0 0,0 0 1 0 0,0 0-1 0 0,0 0 0 0 0,0 0 0 0 0,0 0 1 0 0,0 0-1 0 0,0 0 0 0 0,0-1 1 0 0,0 1-1 0 0,0 0 0 0 0,0 0 0 0 0,0 0 1 0 0,0 0-1 0 0,0 0 0 0 0,0 0 0 0 0,0 0 1 0 0,0-1-1 0 0,8 15 2296 0 0,-3 15-43 0 0,2 59 0 0 0,-2-12-2814 0 0,-5-71-256 0 0,-2 0-202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05.6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 14283 0 0,'3'-3'1400'0'0,"-2"2"-1248"0"0,1 1-152 0 0,-1 1-448 0 0,-1 0-128 0 0,1 3-16 0 0,2 1-8 0 0,-1-1 392 0 0,0 1 80 0 0,1 2 8 0 0,3 0 8 0 0,-1 0 112 0 0,2 0 0 0 0,3 1-80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06.0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212 26 4609 0 0,'0'-2'216'0'0,"0"1"1"0"0,-1-1-1 0 0,0 1 1 0 0,1 0-1 0 0,-1-1 0 0 0,0 1 1 0 0,1 0-1 0 0,-1-1 1 0 0,0 1-1 0 0,0 0 1 0 0,0 0-1 0 0,0 0 0 0 0,0 0 1 0 0,0 0-1 0 0,0 0 1 0 0,-1 0-1 0 0,1 0 0 0 0,-2-1 1 0 0,1 2 212 0 0,0-1 0 0 0,0 1-1 0 0,0 0 1 0 0,-1-1 0 0 0,1 1 0 0 0,0 0 0 0 0,0 0 0 0 0,0 1-1 0 0,0-1 1 0 0,0 0 0 0 0,0 1 0 0 0,0-1 0 0 0,-4 2-1 0 0,-2 2-67 0 0,1 0 0 0 0,-1 0-1 0 0,1 0 1 0 0,0 0-1 0 0,1 1 1 0 0,-1 1 0 0 0,1-1-1 0 0,0 1 1 0 0,0 0-1 0 0,1 0 1 0 0,-6 9-1 0 0,-1 0-209 0 0,2 1-1 0 0,0 1 1 0 0,-13 31 0 0 0,18-37-143 0 0,1 1 1 0 0,1-1 0 0 0,0 1 0 0 0,1 0 0 0 0,-1 22 0 0 0,2-31-44 0 0,1 0 1 0 0,0 0-1 0 0,0 0 1 0 0,0 0 0 0 0,0 0-1 0 0,0 0 1 0 0,1 0-1 0 0,-1 0 1 0 0,1 0-1 0 0,0 0 1 0 0,0 0 0 0 0,0-1-1 0 0,0 1 1 0 0,0 0-1 0 0,1 0 1 0 0,-1-1-1 0 0,1 1 1 0 0,0-1-1 0 0,0 1 1 0 0,0-1 0 0 0,0 0-1 0 0,0 0 1 0 0,0 0-1 0 0,1 0 1 0 0,-1 0-1 0 0,1-1 1 0 0,-1 1-1 0 0,5 1 1 0 0,-4-2-81 0 0,0-1 0 0 0,0 0 0 0 0,0 0 0 0 0,0 0 0 0 0,0 0 0 0 0,0 0 0 0 0,-1-1 0 0 0,1 0 0 0 0,0 1 0 0 0,0-1 0 0 0,0 0 0 0 0,0 0 0 0 0,-1-1 0 0 0,1 1 0 0 0,0 0 0 0 0,-1-1 0 0 0,1 0 0 0 0,-1 1 0 0 0,0-1 0 0 0,4-3 0 0 0,2-3-225 0 0,1 0 1 0 0,-1 0-1 0 0,13-19 0 0 0,11-27-81 0 0,-23 38 1039 0 0,0 1 1 0 0,0 0 0 0 0,24-27 0 0 0,-33 41-528 0 0,1 1 0 0 0,-1-1 0 0 0,1 1 1 0 0,-1 0-1 0 0,1-1 0 0 0,-1 1 0 0 0,1 0 1 0 0,-1-1-1 0 0,1 1 0 0 0,-1 0 0 0 0,1-1 1 0 0,-1 1-1 0 0,1 0 0 0 0,0 0 0 0 0,-1 0 1 0 0,1 0-1 0 0,-1 0 0 0 0,1 0 0 0 0,0-1 0 0 0,-1 1 1 0 0,1 1-1 0 0,0-1 0 0 0,-1 0 0 0 0,1 0 1 0 0,-1 0-1 0 0,1 0 0 0 0,0 0 0 0 0,-1 0 1 0 0,1 1-1 0 0,-1-1 0 0 0,1 0 0 0 0,-1 1 1 0 0,1-1-1 0 0,-1 0 0 0 0,1 1 0 0 0,-1-1 1 0 0,1 0-1 0 0,-1 1 0 0 0,1-1 0 0 0,-1 1 1 0 0,1-1-1 0 0,-1 1 0 0 0,0-1 0 0 0,1 1 0 0 0,-1-1 1 0 0,0 2-1 0 0,18 34 1017 0 0,-10-16-839 0 0,-5-15-252 0 0,1 0 1 0 0,0 0-1 0 0,0-1 1 0 0,0 1-1 0 0,0-1 0 0 0,1 0 1 0 0,-1 0-1 0 0,1 0 1 0 0,0-1-1 0 0,0 1 1 0 0,1-1-1 0 0,9 4 0 0 0,23 3-6599 0 0,-22-7-425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06.3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160 14 3225 0 0,'0'-1'266'0'0,"0"1"-133"0"0,1-1 1 0 0,-1 1-1 0 0,0 0 0 0 0,0-1 0 0 0,0 1 1 0 0,0 0-1 0 0,-4-9 3731 0 0,4 9-3731 0 0,0 0 0 0 0,-1-1 1 0 0,1 1-1 0 0,0 0 0 0 0,-1 0 0 0 0,1 0 1 0 0,0 0-1 0 0,-1 0 0 0 0,0 0 0 0 0,-22 7 3647 0 0,-24 22-427 0 0,42-25-2960 0 0,-42 34 1937 0 0,44-35-2192 0 0,0 0 0 0 0,0 0-1 0 0,0 0 1 0 0,1 1 0 0 0,-1-1 0 0 0,1 1 0 0 0,0-1 0 0 0,0 1-1 0 0,0 0 1 0 0,0-1 0 0 0,-1 9 0 0 0,3-11-126 0 0,0 1 0 0 0,0-1 0 0 0,1 1 1 0 0,-1-1-1 0 0,0 1 0 0 0,1-1 0 0 0,-1 1 0 0 0,1-1 1 0 0,0 1-1 0 0,-1-1 0 0 0,1 0 0 0 0,0 1 1 0 0,0-1-1 0 0,0 0 0 0 0,0 0 0 0 0,0 0 0 0 0,0 0 1 0 0,0 0-1 0 0,1 0 0 0 0,-1 0 0 0 0,0 0 0 0 0,0 0 1 0 0,1 0-1 0 0,2 0 0 0 0,42 20-17 0 0,-36-18 44 0 0,53 21 4 0 0,53 23 216 0 0,-112-45-246 0 0,-1-1 0 0 0,0 1 0 0 0,1 0 0 0 0,-1 0 0 0 0,0 0 0 0 0,0 0 0 0 0,-1 0 0 0 0,1 1 0 0 0,0-1 0 0 0,-1 1 0 0 0,1 0 0 0 0,-1 0 0 0 0,0-1 0 0 0,0 2 0 0 0,0-1 0 0 0,-1 0 0 0 0,1 0 0 0 0,-1 1 0 0 0,1-1 0 0 0,-1 0 0 0 0,1 6 0 0 0,-2-6 14 0 0,0 1 1 0 0,0-1-1 0 0,0 1 1 0 0,-1-1 0 0 0,1 0-1 0 0,-1 1 1 0 0,0-1-1 0 0,0 0 1 0 0,0 1-1 0 0,-1-1 1 0 0,1 0-1 0 0,-1 0 1 0 0,1 0-1 0 0,-1 0 1 0 0,0 0-1 0 0,0-1 1 0 0,0 1 0 0 0,-1 0-1 0 0,1-1 1 0 0,-1 0-1 0 0,1 0 1 0 0,-6 4-1 0 0,-2 0-398 0 0,1 0-1 0 0,-1-1 1 0 0,-20 7 0 0 0,7-2-7191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3:50.2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34 12443 0 0,'-5'-34'9366'0'0,"6"51"-8442"0"0,67 379 454 0 0,-34-223-1000 0 0,40 170 350 0 0,-25-131-465 0 0,-18-33-67 0 0,-29-150-871 0 0,0 1 0 0 0,-2-1 0 0 0,-1 1 0 0 0,-5 32 0 0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3:50.7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123 12 1840 0 0,'-12'-2'-1452'0'0,"-20"-4"2923"0"0,26 5-251 0 0,0 0 0 0 0,0 0 0 0 0,0 1 0 0 0,0 0 1 0 0,0 0-1 0 0,0 1 0 0 0,1-1 0 0 0,-1 1 0 0 0,0 1 0 0 0,0-1 1 0 0,-7 7 2256 0 0,21-3-2165 0 0,11 1-308 0 0,299 94-155 0 0,-8 26 94 0 0,-197-78-836 0 0,-41-17-107 0 0,-1 3 0 0 0,-2 4 0 0 0,-1 2 0 0 0,115 91 0 0 0,-179-127 0 0 0,4 2 0 0 0,0 1 0 0 0,-1 0 0 0 0,1 1 0 0 0,-2-1 0 0 0,8 11 0 0 0,-13-16 0 0 0,1 0 0 0 0,-1 0 0 0 0,0 0 0 0 0,0 1 0 0 0,0-1 0 0 0,0 0 0 0 0,-1 1 0 0 0,1-1 0 0 0,-1 1 0 0 0,1-1 0 0 0,-1 1 0 0 0,0-1 0 0 0,0 1 0 0 0,0-1 0 0 0,0 0 0 0 0,-1 1 0 0 0,1-1 0 0 0,-1 1 0 0 0,1-1 0 0 0,-1 1 0 0 0,0-1 0 0 0,0 0 0 0 0,0 0 0 0 0,0 1 0 0 0,0-1 0 0 0,-3 3 0 0 0,-4 6 22 0 0,-1 0 0 0 0,0-1 0 0 0,0-1 0 0 0,-1 0 0 0 0,-18 14 0 0 0,-63 35 212 0 0,33-23-144 0 0,-138 105 649 0 0,-89 55 54 0 0,273-189-816 0 0,8-4-17 0 0,-1 0 0 0 0,1 0 0 0 0,0 0 0 0 0,0 1 0 0 0,0-1 0 0 0,0 1 0 0 0,1 0 0 0 0,-1 0 0 0 0,1 0 0 0 0,0 1 1 0 0,-4 5-1 0 0,7-9 10 0 0,-1 0 0 0 0,1 0 0 0 0,0 0 1 0 0,0 1-1 0 0,0-1 0 0 0,0 0 1 0 0,0 0-1 0 0,0 0 0 0 0,0 1 1 0 0,0-1-1 0 0,0 0 0 0 0,0 0 1 0 0,1 0-1 0 0,-1 1 0 0 0,0-1 1 0 0,0 0-1 0 0,0 0 0 0 0,0 0 1 0 0,0 1-1 0 0,0-1 0 0 0,0 0 0 0 0,0 0 1 0 0,0 0-1 0 0,1 0 0 0 0,-1 0 1 0 0,0 1-1 0 0,0-1 0 0 0,0 0 1 0 0,0 0-1 0 0,1 0 0 0 0,-1 0 1 0 0,0 0-1 0 0,0 0 0 0 0,0 0 1 0 0,0 1-1 0 0,1-1 0 0 0,-1 0 0 0 0,0 0 1 0 0,0 0-1 0 0,0 0 0 0 0,1 0 1 0 0,-1 0-1 0 0,0 0 0 0 0,0 0 1 0 0,1 0-1 0 0,6 2-474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3:51.1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226 196 6913 0 0,'-12'-30'627'0'0,"4"9"-207"0"0,-1 1 1 0 0,-1 0-1 0 0,0 1 0 0 0,-2 0 1 0 0,-19-25-1 0 0,30 42-221 0 0,0 0 0 0 0,-1 1 0 0 0,1-1 0 0 0,-1 0 0 0 0,1 1-1 0 0,-1 0 1 0 0,0-1 0 0 0,1 1 0 0 0,-1 0 0 0 0,0 0 0 0 0,0 0 0 0 0,0 0 0 0 0,0 0-1 0 0,0 0 1 0 0,0 0 0 0 0,0 1 0 0 0,0-1 0 0 0,0 1 0 0 0,-1 0 0 0 0,1-1 0 0 0,-3 1-1 0 0,3 1-12 0 0,0-1 0 0 0,0 1 0 0 0,1 0-1 0 0,-1 0 1 0 0,0 0 0 0 0,0 0 0 0 0,0 0-1 0 0,1 1 1 0 0,-1-1 0 0 0,1 0 0 0 0,-1 1-1 0 0,1-1 1 0 0,-1 1 0 0 0,1 0 0 0 0,0-1-1 0 0,0 1 1 0 0,-2 3 0 0 0,-3 7 282 0 0,2-1 0 0 0,-1 1 0 0 0,1 0 0 0 0,1 1-1 0 0,-4 21 1 0 0,-2 55 499 0 0,4 133-1 0 0,3-25-610 0 0,-3-112-272 0 0,-5 156 450 0 0,10-184-400 0 0,3-1-1 0 0,14 73 1 0 0,-4-54-42 0 0,6 105 0 0 0,-18-133-277 0 0,-2 0-1 0 0,-2-1 1 0 0,-13 70-1 0 0,13-104-251 0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3:51.5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102 135 3513 0 0,'-5'-3'289'0'0,"0"0"1"0"0,0 0-1 0 0,0 0 1 0 0,-1 1-1 0 0,0-1 0 0 0,1 1 1 0 0,-1 1-1 0 0,-9-3 1 0 0,-28 1 9211 0 0,125-1-3982 0 0,44-12-3557 0 0,66-5-1898 0 0,85 15 145 0 0,70-2-109 0 0,772-40 53 0 0,-1041 44-958 0 0,-60 4 141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3:52.1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2540 19 3225 0 0,'0'0'13'0'0,"0"0"1"0"0,0 0-1 0 0,1 0 0 0 0,-1 0 1 0 0,0 0-1 0 0,0 0 1 0 0,0 0-1 0 0,1 0 1 0 0,-1 0-1 0 0,0 0 0 0 0,0 0 1 0 0,0-1-1 0 0,1 1 1 0 0,-1 0-1 0 0,0 0 1 0 0,0 0-1 0 0,0 0 0 0 0,0-1 1 0 0,0 1-1 0 0,1 0 1 0 0,-1 0-1 0 0,0 0 1 0 0,0-1-1 0 0,0 1 0 0 0,0 0 1 0 0,0 0-1 0 0,0 0 1 0 0,0-1-1 0 0,0 1 1 0 0,0 0-1 0 0,0 0 0 0 0,0-1 1 0 0,0 1-1 0 0,0 0 1 0 0,0 0-1 0 0,0 0 1 0 0,0-1-1 0 0,0 1 0 0 0,0 0 1 0 0,0 0-1 0 0,0 0 1 0 0,0-1-1 0 0,0 1 1 0 0,0 0-1 0 0,-1 0 0 0 0,1 0 1 0 0,0-1-1 0 0,0 1 1 0 0,0 0-1 0 0,0 0 1 0 0,0 0-1 0 0,-1 0 0 0 0,1-1 1 0 0,0 1-1 0 0,0 0 1 0 0,-20-6 1139 0 0,-24 2 1341 0 0,-253 22 7913 0 0,113-7-6737 0 0,-8-7-2737 0 0,-66 5-343 0 0,39 9-299 0 0,-151 18-209 0 0,-189 18-458 0 0,306-51 345 0 0,146-4-11 0 0,96 1-468 0 0,-16 0 576 0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3:52.5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 8090 0 0,'-1'-6'10502'0'0,"13"21"-5215"0"0,-7-5-7003 0 0,11 47 2053 0 0,-2 1 0 0 0,-4 1 0 0 0,8 113 0 0 0,-9-60-435 0 0,78 550 98 0 0,-16-110 47 0 0,-59-367 258 0 0,-12 187-1 0 0,-13-223-213 0 0,10-123-843 0 0,-2 0-1 0 0,-1 0 0 0 0,-16 41 1 0 0,16-53-1169 0 0,-1-3-424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3:53.0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230 30 11346 0 0,'-30'15'604'0'0,"1"2"-1"0"0,-30 22 0 0 0,9-5 524 0 0,-11 7 1563 0 0,116-53 652 0 0,279-61-1115 0 0,7 26-1829 0 0,-222 33-132 0 0,35-4 108 0 0,1 7 0 0 0,297 17 0 0 0,-325 1-309 0 0,51 6 19 0 0,-176-13-113 0 0,1 0 0 0 0,-1 0-1 0 0,0 1 1 0 0,0-1 0 0 0,0 1 0 0 0,0 0-1 0 0,0 0 1 0 0,0 0 0 0 0,0 0 0 0 0,0 0-1 0 0,3 2 1 0 0,-5-3 10 0 0,0 0-1 0 0,0 0 0 0 0,0 0 1 0 0,0 0-1 0 0,0 1 0 0 0,0-1 1 0 0,0 0-1 0 0,1 0 0 0 0,-1 0 1 0 0,0 0-1 0 0,0 0 1 0 0,0 0-1 0 0,0 1 0 0 0,0-1 1 0 0,0 0-1 0 0,0 0 0 0 0,0 0 1 0 0,0 0-1 0 0,0 0 1 0 0,0 1-1 0 0,0-1 0 0 0,0 0 1 0 0,0 0-1 0 0,0 0 0 0 0,0 0 1 0 0,-1 0-1 0 0,1 1 0 0 0,0-1 1 0 0,0 0-1 0 0,0 0 1 0 0,0 0-1 0 0,0 0 0 0 0,0 0 1 0 0,0 0-1 0 0,0 1 0 0 0,0-1 1 0 0,0 0-1 0 0,-1 0 0 0 0,1 0 1 0 0,0 0-1 0 0,0 0 1 0 0,0 0-1 0 0,0 0 0 0 0,0 0 1 0 0,0 0-1 0 0,-1 0 0 0 0,-16 4-1830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3:53.3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5 131 5065 0 0,'0'0'27'0'0,"0"0"0"0"0,0 0 0 0 0,0 0 0 0 0,-1 0 0 0 0,1 0 0 0 0,0 0 0 0 0,0 0 0 0 0,0 0 0 0 0,0 0 0 0 0,0 0 0 0 0,-1 0 0 0 0,1 0 0 0 0,0 0 0 0 0,0 0 0 0 0,0 0 0 0 0,0 0 0 0 0,0 0 0 0 0,-1 0 0 0 0,1 0 0 0 0,0 0 0 0 0,0 0 0 0 0,0 0 0 0 0,0 0 0 0 0,0 0 0 0 0,0 0 0 0 0,0 0 0 0 0,-1-1 0 0 0,1 1 0 0 0,0 0 0 0 0,0 0 0 0 0,0 0 0 0 0,0 0-1 0 0,0 0 1 0 0,0 0 0 0 0,0 0 0 0 0,0-1 0 0 0,0 1 0 0 0,0 0 0 0 0,0 0 0 0 0,0 0 0 0 0,-1 0 0 0 0,1 0 0 0 0,0-1 0 0 0,0 1 0 0 0,0 0 0 0 0,0 0 0 0 0,0 0 0 0 0,0 0 0 0 0,0 0 0 0 0,0 0 0 0 0,1-1 0 0 0,-1 1 0 0 0,0 0 0 0 0,0 0 0 0 0,0 0 0 0 0,0 0 0 0 0,0 0 0 0 0,0-1 0 0 0,0 1 0 0 0,0 0 0 0 0,0 0 0 0 0,0 0 0 0 0,0 0 0 0 0,0 0 0 0 0,1 0 0 0 0,-1 0 0 0 0,0 0 0 0 0,0-1 0 0 0,14-11 1877 0 0,21-13 1456 0 0,-35 25-3339 0 0,24-16 2538 0 0,2 2 0 0 0,46-20-1 0 0,-55 28-2981 0 0,-1 1-1 0 0,1 0 1 0 0,21-2 0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3:53.7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 10138 0 0,'-9'4'7390'0'0,"9"-3"-7218"0"0,0 19 1983 0 0,12 28-2475 0 0,-10-41 1269 0 0,39 130 1186 0 0,25 97-1530 0 0,55 239-549 0 0,-15-66-48 0 0,-45-55 976 0 0,-54-305-699 0 0,-1 33 188 0 0,-4-56-366 0 0,0 1 0 0 0,1 0-1 0 0,9 32 1 0 0,-4-43-928 0 0,-8-13 690 0 0,1-1-1 0 0,-1 0 1 0 0,1 0-1 0 0,-1 0 1 0 0,0 0-1 0 0,1 1 1 0 0,-1-1-1 0 0,0 0 0 0 0,1 0 1 0 0,-1 0-1 0 0,1 0 1 0 0,-1 0-1 0 0,0 0 1 0 0,1 0-1 0 0,-1 0 1 0 0,0 0-1 0 0,1 0 0 0 0,-1 0 1 0 0,1-1-1 0 0,-1 1 1 0 0,0 0-1 0 0,1 0 1 0 0,-1 0-1 0 0,0 0 1 0 0,1 0-1 0 0,-1-1 0 0 0,0 1 1 0 0,1 0-1 0 0,1-3-1183 0 0,-2 2 1183 0 0,1 0 1 0 0,1-4-1468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3:54.2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49 531 2385 0 0,'-3'1'576'0'0,"0"0"1"0"0,0 0-1 0 0,0-1 1 0 0,0 1-1 0 0,0-1 1 0 0,0 1-1 0 0,0-1 1 0 0,-1 0-1 0 0,1 0 1 0 0,0 0-1 0 0,-11-7 3524 0 0,14 7-3947 0 0,0 0 0 0 0,0-1 0 0 0,0 1 0 0 0,0 0 0 0 0,0-1 1 0 0,0 1-1 0 0,0-1 0 0 0,0 0 0 0 0,0 0 28 0 0,1 0 0 0 0,-1-1 0 0 0,1 1-1 0 0,0-1 1 0 0,-1 1 0 0 0,1 0 0 0 0,0 0 0 0 0,0-1-1 0 0,0 1 1 0 0,0 0 0 0 0,0 0 0 0 0,0 0 0 0 0,2-1 0 0 0,11-10 730 0 0,0 2 0 0 0,1 0 1 0 0,1 0-1 0 0,-1 1 1 0 0,33-12-1 0 0,90-25-328 0 0,-120 41-422 0 0,303-70 181 0 0,-239 59-180 0 0,303-48-64 0 0,-194 36-115 0 0,500-44 40 0 0,3 46-58 0 0,-505 20 47 0 0,510-20 420 0 0,4-17 856 0 0,-372 20-1269 0 0,-29 22-141 0 0,-141 3 521 0 0,-159-2-688 0 0,1 0-1 0 0,-1 0 0 0 0,1 0 0 0 0,-1-1 0 0 0,1 1 0 0 0,-1-1 0 0 0,1 1 0 0 0,-1-1 0 0 0,3-2 0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3:55.0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6913 0 0,'4'88'10629'0'0,"4"-2"-7752"0"0,4 72-1723 0 0,-14 340 205 0 0,2 78-1310 0 0,35-87-50 0 0,0 36 14 0 0,30 573 578 0 0,-51-570-437 0 0,-12-180 145 0 0,22-87 853 0 0,-20-234-2255 0 0,3 24-5894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08.1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25 5985 0 0,'9'6'5540'0'0,"19"8"-1839"0"0,-4-10-2409 0 0,1-1 1 0 0,0 0-1 0 0,0-2 0 0 0,0-1 1 0 0,40-5-1 0 0,-37 1-1694 0 0,37-10-1 0 0,-37 5-2185 0 0,33-14-1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08.4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0 1376 0 0,'-14'31'17207'0'0,"16"-29"-16527"0"0,3 17 568 0 0,1 16-181 0 0,-3 0 1 0 0,0 0-1 0 0,-6 70 0 0 0,3 41-1474 0 0,3-119-1337 0 0,3-2-6370 0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09.2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78 5065 0 0,'-6'10'5959'0'0,"11"-11"-4963"0"0,155-42 6880 0 0,-52 7-8034 0 0,-89 29-6897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13.9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763 2673 5985 0 0,'-32'14'2642'0'0,"29"-12"-1791"0"0,1 0 0 0 0,-1-1 0 0 0,1 0 0 0 0,-1 1 0 0 0,0-1 0 0 0,0 0 0 0 0,0 0 0 0 0,1-1 0 0 0,-1 1 1 0 0,-4 0-1 0 0,5-1-711 0 0,1-1 1 0 0,-1 1-1 0 0,1-1 1 0 0,0 0-1 0 0,-1 1 1 0 0,1-1-1 0 0,0 0 1 0 0,0 0-1 0 0,-1 0 1 0 0,1 0-1 0 0,0 0 1 0 0,0 0-1 0 0,0 0 1 0 0,0 0-1 0 0,0 0 1 0 0,1-1 0 0 0,-1 1-1 0 0,0 0 1 0 0,0 0-1 0 0,1-1 1 0 0,-1 1-1 0 0,1-1 1 0 0,-1 1-1 0 0,1-1 1 0 0,0 1-1 0 0,0 0 1 0 0,-1-3-1 0 0,-27-135 433 0 0,21 95-521 0 0,-3-1 1 0 0,-17-52-1 0 0,-29-37 270 0 0,-84-143 1 0 0,129 256-315 0 0,-30-55 44 0 0,-81-161 27 0 0,79 145-78 0 0,-61-142-3 0 0,88 193 5 0 0,3-2 0 0 0,1 0 0 0 0,-10-78 0 0 0,14 66 3 0 0,5 35-9 0 0,-1 1 0 0 0,2-1 0 0 0,1 1-1 0 0,0-1 1 0 0,2 1 0 0 0,0-1 0 0 0,6-31 0 0 0,-4 45-2 0 0,0 0 0 0 0,0 0 0 0 0,0 0 0 0 0,1 0-1 0 0,0 1 1 0 0,0-1 0 0 0,1 1 0 0 0,-1 0 0 0 0,1 0 0 0 0,0 0 0 0 0,9-6 0 0 0,6-3-34 0 0,40-22 0 0 0,-19 17-49 0 0,0 2 0 0 0,84-23 0 0 0,13-4-154 0 0,368-117 220 0 0,-385 127-27 0 0,711-169 22 0 0,-446 140-7 0 0,-130 34 70 0 0,-129 16-44 0 0,-58 8-2 0 0,-48 5-27 0 0,1-2 0 0 0,-1 0 0 0 0,0-1 0 0 0,25-8 0 0 0,-37 8 8 0 0,0 0 0 0 0,1 1-1 0 0,-1 0 1 0 0,0 1 0 0 0,1 0 0 0 0,0 0 0 0 0,10 1 0 0 0,-17 0 28 0 0,0 1 1 0 0,0-1-1 0 0,0 1 1 0 0,0 0-1 0 0,0 0 1 0 0,0 0 0 0 0,0 0-1 0 0,0 1 1 0 0,0-1-1 0 0,-1 1 1 0 0,1-1-1 0 0,0 1 1 0 0,-1 0-1 0 0,0 0 1 0 0,1 0-1 0 0,-1 0 1 0 0,0 1-1 0 0,0-1 1 0 0,0 1-1 0 0,0-1 1 0 0,-1 1-1 0 0,1 0 1 0 0,-1-1-1 0 0,1 1 1 0 0,0 3-1 0 0,33 96 249 0 0,-5 1 0 0 0,34 209-1 0 0,-11 219 480 0 0,-48-474-727 0 0,54 630 0 0 0,-14-370 0 0 0,-28-211 0 0 0,-14-70 31 0 0,2 17 68 0 0,-5-49-92 0 0,1-1 0 0 0,0 1 0 0 0,0-1 1 0 0,0 1-1 0 0,0-1 0 0 0,1 0 0 0 0,0 0 0 0 0,-1 0 1 0 0,1 0-1 0 0,0 0 0 0 0,3 4 0 0 0,-4-18-471 0 0,-5-17-5075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14.6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40 114 1840 0 0,'-2'-1'391'0'0,"0"1"-1"0"0,0-1 1 0 0,0 1-1 0 0,0-1 0 0 0,1 1 1 0 0,-1-1-1 0 0,0 0 0 0 0,0 0 1 0 0,0 0-1 0 0,1 0 1 0 0,-1 0-1 0 0,1 0 0 0 0,-1-1 1 0 0,1 1-1 0 0,-1-1 1 0 0,1 1-1 0 0,0-1 0 0 0,0 1 1 0 0,-1-1-1 0 0,1 1 1 0 0,0-1-1 0 0,0 0 0 0 0,1 0 1 0 0,-1 0-1 0 0,0 1 0 0 0,1-1 1 0 0,-1 0-1 0 0,1 0 1 0 0,-1 0-1 0 0,1 0 0 0 0,0-4 1 0 0,0 0 437 0 0,0 0 1 0 0,1 0-1 0 0,0 0 1 0 0,0-1-1 0 0,0 2 1 0 0,1-1 0 0 0,0 0-1 0 0,0 0 1 0 0,3-6-1 0 0,15 57 1061 0 0,-15-30-1863 0 0,1 0 1 0 0,1-1 0 0 0,0 0 0 0 0,1-1 0 0 0,1 1 0 0 0,0-1 0 0 0,19 20 0 0 0,-4-4-8 0 0,9 17-44 0 0,-21-28-4 0 0,0-1-1 0 0,19 18 0 0 0,-26-30 26 0 0,1 1 1 0 0,0-2-1 0 0,0 1 0 0 0,1 0 1 0 0,0-1-1 0 0,0 0 1 0 0,0-1-1 0 0,0 0 0 0 0,12 4 1 0 0,-14-5 5 0 0,0-1 0 0 0,1 0 0 0 0,-1 0 1 0 0,1 0-1 0 0,-1-1 0 0 0,0 0 0 0 0,1 0 0 0 0,-1 0 1 0 0,1-1-1 0 0,-1 0 0 0 0,0 0 0 0 0,1 0 1 0 0,-1 0-1 0 0,0-1 0 0 0,0 0 0 0 0,0 0 1 0 0,0-1-1 0 0,0 1 0 0 0,0-1 0 0 0,-1 0 1 0 0,1 0-1 0 0,-1-1 0 0 0,0 1 0 0 0,0-1 1 0 0,0 0-1 0 0,-1 0 0 0 0,6-7 0 0 0,21-30 38 0 0,-14 23-39 0 0,-2-1 0 0 0,0-1 0 0 0,-2 0 0 0 0,0 0 0 0 0,-1-1 0 0 0,-1 0 0 0 0,10-31 0 0 0,-13 30 127 0 0,1-2-707 0 0,-6 9-6065 0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15.2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10594 0 0,'7'5'3159'0'0,"-7"-5"-3015"0"0,0 0-1 0 0,0 1 1 0 0,0-1-1 0 0,0 0 1 0 0,0 1 0 0 0,0-1-1 0 0,0 0 1 0 0,0 1-1 0 0,0-1 1 0 0,0 0-1 0 0,0 1 1 0 0,0-1 0 0 0,0 1-1 0 0,0-1 1 0 0,0 0-1 0 0,0 1 1 0 0,0-1 0 0 0,-1 1-1 0 0,3 17 1969 0 0,-3-1-1468 0 0,1 0-1 0 0,1 0 0 0 0,1 0 1 0 0,1 0-1 0 0,7 27 0 0 0,34 83-241 0 0,-14-45-68 0 0,13 60-24 0 0,34 209 0 0 0,-76-351-358 0 0,-1 1-1 0 0,0-1 1 0 0,0 1 0 0 0,0 0-1 0 0,0-1 1 0 0,1 1-1 0 0,-1-1 1 0 0,0 1 0 0 0,0 0-1 0 0,0-1 1 0 0,0 1-1 0 0,0-1 1 0 0,0 1 0 0 0,-1 0-1 0 0,1-1 1 0 0,0 1-1 0 0,0-1 1 0 0,0 1 0 0 0,-1 0-1 0 0,1-1 1 0 0,0 1-1 0 0,0-1 1 0 0,-1 1 0 0 0,1-1-1 0 0,-1 1 1 0 0,1-1-1 0 0,0 1 1 0 0,-1-1 0 0 0,1 1-1 0 0,-2 0 1 0 0,0-2-736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15.5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86 188 456 0 0,'-47'-23'5810'0'0,"43"21"-5125"0"0,1 0 0 0 0,-1 0 1 0 0,1-1-1 0 0,0 1 0 0 0,-1-1 0 0 0,1 0 0 0 0,1 0 0 0 0,-1 0 1 0 0,0-1-1 0 0,-3-4 0 0 0,6 6-360 0 0,0 0-1 0 0,0-1 1 0 0,0 1 0 0 0,0 0-1 0 0,0-1 1 0 0,0 1 0 0 0,1 0-1 0 0,-1-1 1 0 0,1 1 0 0 0,-1 0-1 0 0,1 0 1 0 0,0 0 0 0 0,0 0-1 0 0,0 0 1 0 0,0 0 0 0 0,0 0-1 0 0,1 0 1 0 0,-1 0 0 0 0,1 0-1 0 0,-1 0 1 0 0,3-1 0 0 0,3-5 9 0 0,0 1 0 0 0,0 0 0 0 0,13-9 0 0 0,-11 10-223 0 0,-1 0 0 0 0,1 1 0 0 0,0 1 0 0 0,0-1 0 0 0,0 1 0 0 0,1 1 0 0 0,-1-1 0 0 0,19-2 0 0 0,-24 5-224 0 0,0 1 1 0 0,1 0 0 0 0,-1 0-1 0 0,0 0 1 0 0,1 1-1 0 0,-1 0 1 0 0,0-1 0 0 0,0 1-1 0 0,8 3 1 0 0,-8-2-335 0 0,0 0 1 0 0,0 1-1 0 0,0-1 0 0 0,0 1 1 0 0,-1 0-1 0 0,1 0 0 0 0,-1 0 1 0 0,1 0-1 0 0,-1 0 0 0 0,4 7 1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15.9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10 108 7834 0 0,'-10'10'889'0'0,"18"-6"2542"0"0,18-6 612 0 0,54-22 1396 0 0,-2-1-3385 0 0,99-30-3148 0 0,-154 48 551 0 0,-1-1-1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5:24.579"/>
    </inkml:context>
    <inkml:brush xml:id="br0">
      <inkml:brushProperty name="width" value="0.3" units="cm"/>
      <inkml:brushProperty name="height" value="0.6" units="cm"/>
      <inkml:brushProperty name="color" value="#FFACD5"/>
      <inkml:brushProperty name="tip" value="rectangle"/>
      <inkml:brushProperty name="rasterOp" value="maskPen"/>
    </inkml:brush>
  </inkml:definitions>
  <inkml:trace contextRef="#ctx0" brushRef="#br0">111 2336 6913 0 0,'-35'-15'1277'0'0,"27"11"-598"0"0,-1 1 0 0 0,1-1 1 0 0,0 1-1 0 0,-1 1 1 0 0,1 0-1 0 0,-17-2 0 0 0,73 19 388 0 0,112-3-1304 0 0,2 0 230 0 0,-38 8-25 0 0,202 22 964 0 0,-181-36 756 0 0,254-23 0 0 0,-381 15-1567 0 0,36-5 298 0 0,0 2 0 0 0,0 2 0 0 0,0 3 0 0 0,59 7 0 0 0,-105-6-404 0 0,0 1 0 0 0,0 1 0 0 0,0-1 0 0 0,-1 1 0 0 0,1 1-1 0 0,0 0 1 0 0,8 5 0 0 0,-14-7-3 0 0,1-1-1 0 0,0 1 1 0 0,0 0 0 0 0,0 1-1 0 0,-1-1 1 0 0,1 0-1 0 0,-1 1 1 0 0,0-1 0 0 0,0 1-1 0 0,0 0 1 0 0,0 0 0 0 0,0-1-1 0 0,-1 1 1 0 0,1 1-1 0 0,-1-1 1 0 0,0 0 0 0 0,0 0-1 0 0,0 0 1 0 0,0 1-1 0 0,0 4 1 0 0,-1-7-7 0 0,0 1 1 0 0,-1-1-1 0 0,1 1 0 0 0,-1 0 0 0 0,0-1 1 0 0,1 0-1 0 0,-1 1 0 0 0,0-1 1 0 0,0 1-1 0 0,0-1 0 0 0,0 0 0 0 0,0 0 1 0 0,0 1-1 0 0,0-1 0 0 0,-1 0 1 0 0,1 0-1 0 0,0 0 0 0 0,-1 0 0 0 0,1-1 1 0 0,0 1-1 0 0,-1 0 0 0 0,1 0 1 0 0,-1-1-1 0 0,0 1 0 0 0,1-1 0 0 0,-1 0 1 0 0,-1 1-1 0 0,-46 7 15 0 0,33-7-1 0 0,1-2 0 0 0,-1 1 0 0 0,1-2 0 0 0,-1 0 0 0 0,1-1 0 0 0,-23-8 0 0 0,-90-39 77 0 0,90 33-14 0 0,-74-23 1 0 0,30 24-166 0 0,-104-8 1 0 0,-35-6 10 0 0,-263-77 72 0 0,442 98 0 0 0,1 0 0 0 0,0-3 0 0 0,-48-21 0 0 0,59 25-27 0 0,24 7 2 0 0,23-1 13 0 0,178 4-47 0 0,-71 1 44 0 0,144-10 29 0 0,-117 0 14 0 0,239 21 0 0 0,-195 14-24 0 0,-156-26 60 0 0,-46-2-59 0 0,0-1-1 0 0,-1 0 1 0 0,1 0-1 0 0,0-1 1 0 0,-12-3-1 0 0,-6-2 98 0 0,-76-13 224 0 0,-177-14 1 0 0,222 32-328 0 0,-1-2 1 0 0,1-2-1 0 0,-1-3 0 0 0,2-3 1 0 0,-63-20-1 0 0,-67-44-198 0 0,30 10-33 0 0,134 60 230 0 0,0 0-1 0 0,0 1 1 0 0,-26-2-1 0 0,27 4 3 0 0,19 3-2 0 0,0 0 1 0 0,0 0-1 0 0,1 0 1 0 0,-1 0-1 0 0,0 0 1 0 0,0 0-1 0 0,1 0 1 0 0,-1-1-1 0 0,0 1 1 0 0,1 0-1 0 0,-1 0 1 0 0,0-1-1 0 0,0 1 1 0 0,1 0 0 0 0,-1-1-1 0 0,1 1 1 0 0,-1 0-1 0 0,0-1 1 0 0,1 1-1 0 0,-1-1 1 0 0,1 1-1 0 0,-1-1 1 0 0,1 1-1 0 0,-1-1 1 0 0,1 0-1 0 0,-1 1 1 0 0,1-1-1 0 0,0 0 1 0 0,-1 1-1 0 0,1-1 1 0 0,-1-1 0 0 0,2 1 0 0 0,-1-1 0 0 0,1 1 0 0 0,-1 0 0 0 0,1-1 0 0 0,0 1 0 0 0,-1 0 0 0 0,1 0 0 0 0,0-1 0 0 0,0 1 0 0 0,0 0 0 0 0,0 0 0 0 0,0 0 0 0 0,0 0 0 0 0,2-1 0 0 0,44-30-17 0 0,-16 17-6 0 0,0 2 0 0 0,2 1 1 0 0,-1 1-1 0 0,1 2 1 0 0,0 1-1 0 0,1 2 1 0 0,0 1-1 0 0,0 2 1 0 0,48 1-1 0 0,30 7 19 0 0,169 30 0 0 0,-119-12 2 0 0,-91-16 3 0 0,-36-5 36 0 0,61 13-1 0 0,-85-11 95 0 0,-20-3-124 0 0,-19-5 28 0 0,-225-100-34 0 0,-240-67-56 0 0,466 162 48 0 0,1-2 0 0 0,0-1 0 0 0,-35-23 0 0 0,52 29 5 0 0,0 0 0 0 0,0-2 1 0 0,1 1-1 0 0,0-1 0 0 0,0 0 1 0 0,1 0-1 0 0,0-1 0 0 0,0 0 1 0 0,1-1-1 0 0,0 1 0 0 0,-7-18 1 0 0,10 19 2 0 0,0 1 0 0 0,0-1 0 0 0,1 0 0 0 0,0 1 0 0 0,-1-15-1 0 0,3 21 1 0 0,0 0 0 0 0,0 0 0 0 0,0-1 0 0 0,0 1 0 0 0,0 0 0 0 0,0 0 0 0 0,1-1 0 0 0,-1 1 0 0 0,0 0 0 0 0,1 0 0 0 0,-1 0 0 0 0,1 0 0 0 0,-1 0 0 0 0,1 0 0 0 0,0-1 0 0 0,-1 1 0 0 0,1 1 0 0 0,1-3 1 0 0,0 2-1 0 0,-1 1 0 0 0,0-1 0 0 0,1 0 0 0 0,-1 1 0 0 0,1-1 0 0 0,-1 1 0 0 0,1 0 0 0 0,-1-1 0 0 0,1 1 0 0 0,-1 0 0 0 0,1 0 0 0 0,-1 0 0 0 0,1 0 0 0 0,-1 0 0 0 0,1 0 0 0 0,-1 1 0 0 0,1-1 0 0 0,-1 0 0 0 0,3 2 0 0 0,19 6-10 0 0,0 1 0 0 0,-1 1 0 0 0,0 1 0 0 0,32 22 0 0 0,7 2-5 0 0,135 62 31 0 0,-156-80 0 0 0,2-2 1 0 0,84 18-1 0 0,257 10-76 0 0,-264-34 117 0 0,-106-5-36 0 0,-24 1 3 0 0,-26 2 6 0 0,13-8-30 0 0,0-1 0 0 0,1-2 0 0 0,-1 0 0 0 0,1-1 0 0 0,0-2 0 0 0,-32-13 0 0 0,-131-68 0 0 0,154 72 0 0 0,-142-82-626 0 0,90 48-113 0 0,-128-54-1 0 0,199 99 682 0 0,1 0 1 0 0,0 0-1 0 0,0-2 1 0 0,0 1-1 0 0,1-2 1 0 0,-12-8-1 0 0,21 14 58 0 0,-1-1 0 0 0,1 1-1 0 0,-1-1 1 0 0,1 0 0 0 0,0 0 0 0 0,0 0-1 0 0,0 0 1 0 0,1 0 0 0 0,-1 0-1 0 0,1 0 1 0 0,-1-1 0 0 0,1 1 0 0 0,0 0-1 0 0,0-1 1 0 0,1 1 0 0 0,-1-1 0 0 0,1 1-1 0 0,0-1 1 0 0,0 1 0 0 0,0-1-1 0 0,0 1 1 0 0,0-1 0 0 0,1 1 0 0 0,-1-1-1 0 0,1 1 1 0 0,0-1 0 0 0,0 1 0 0 0,3-5-1 0 0,-1 2-2 0 0,0 0 0 0 0,1 1 0 0 0,0-1-1 0 0,0 1 1 0 0,0 0 0 0 0,1 0 0 0 0,-1 0-1 0 0,1 0 1 0 0,0 1 0 0 0,1 0-1 0 0,-1 0 1 0 0,1 0 0 0 0,0 1 0 0 0,0 0-1 0 0,0 0 1 0 0,0 0 0 0 0,0 1 0 0 0,9-3-1 0 0,14-2-20 0 0,0 0-1 0 0,52-4 1 0 0,-71 10-14 0 0,28-2 41 0 0,0 2 0 0 0,0 1 0 0 0,0 3 0 0 0,48 7 0 0 0,142 43 94 0 0,-55-11-161 0 0,-128-36 140 0 0,0-2-1 0 0,0-1 1 0 0,0-3 0 0 0,82-9 0 0 0,-103 10 166 0 0,-39-4 329 0 0,-23-4-304 0 0,1-1 0 0 0,0-2-1 0 0,1-2 1 0 0,0-1 0 0 0,-64-35 0 0 0,-27-37-331 0 0,113 74 38 0 0,1 0 0 0 0,0-1 0 0 0,1-1 0 0 0,0 0 0 0 0,1-1 0 0 0,-15-24 0 0 0,22 29 20 0 0,0 0 1 0 0,1 0-1 0 0,0-1 0 0 0,1 1 1 0 0,0-1-1 0 0,0 1 0 0 0,1-1 1 0 0,1 0-1 0 0,0 1 0 0 0,0-1 1 0 0,0 0-1 0 0,1 0 0 0 0,5-18 1 0 0,3-10-15 0 0,2 1 0 0 0,17-37 0 0 0,5-8 20 0 0,48-82 0 0 0,-81 162-1 0 0,1 1 0 0 0,0 0 0 0 0,0-1 0 0 0,-1 1 0 0 0,1 0 0 0 0,0 0 0 0 0,0-1 0 0 0,1 1 0 0 0,-1 0 0 0 0,0 0 0 0 0,0 0-1 0 0,0 0 1 0 0,1 0 0 0 0,-1 0 0 0 0,2 0 0 0 0,-2 1-1 0 0,-1 0 1 0 0,1 0-1 0 0,0-1 0 0 0,-1 1 0 0 0,1 0 0 0 0,0 1 0 0 0,0-1 1 0 0,-1 0-1 0 0,1 0 0 0 0,0 0 0 0 0,-1 0 0 0 0,1 0 1 0 0,0 1-1 0 0,-1-1 0 0 0,1 0 0 0 0,-1 1 0 0 0,1-1 1 0 0,0 0-1 0 0,-1 1 0 0 0,1-1 0 0 0,-1 1 0 0 0,1-1 1 0 0,0 2-1 0 0,3 3-14 0 0,-1 0 0 0 0,1 0-1 0 0,-1 1 1 0 0,-1 0 0 0 0,1-1 0 0 0,2 7 0 0 0,29 91-410 0 0,28 137 1 0 0,22 71 329 0 0,-70-272 135 0 0,21 42-1 0 0,-29-71-36 0 0,-1 1-1 0 0,2-1 1 0 0,-1 0-1 0 0,1-1 1 0 0,1 0-1 0 0,0 0 1 0 0,0 0-1 0 0,17 13 1 0 0,-24-21 2 0 0,0 0 1 0 0,0-1-1 0 0,-1 1 0 0 0,1-1 1 0 0,0 1-1 0 0,0-1 1 0 0,0 1-1 0 0,0-1 0 0 0,0 1 1 0 0,0-1-1 0 0,0 0 1 0 0,0 1-1 0 0,0-1 0 0 0,0 0 1 0 0,0 0-1 0 0,1 0 1 0 0,-1 0-1 0 0,0 0 0 0 0,0 0 1 0 0,0 0-1 0 0,0 0 1 0 0,0-1-1 0 0,0 1 0 0 0,0 0 1 0 0,0-1-1 0 0,0 1 1 0 0,0 0-1 0 0,0-1 0 0 0,0 0 1 0 0,0 1-1 0 0,0-1 1 0 0,0 1-1 0 0,-1-1 0 0 0,1 0 1 0 0,0 0-1 0 0,0 1 1 0 0,-1-1-1 0 0,1 0 0 0 0,0 0 1 0 0,-1 0-1 0 0,1 0 0 0 0,-1 0 1 0 0,1 0-1 0 0,-1 0 1 0 0,1 0-1 0 0,-1 0 0 0 0,1-2 1 0 0,2-7 7 0 0,0 0 0 0 0,-1 0 0 0 0,3-21 0 0 0,-4 19 1 0 0,22-262 850 0 0,-20 188-852 0 0,28-166 0 0 0,-25 225-11 0 0,18-45 0 0 0,-20 62 0 0 0,0-1 0 0 0,1 1 0 0 0,1 0 0 0 0,0 1 0 0 0,0-1 0 0 0,15-16 0 0 0,-20 26 5 0 0,-1-1-1 0 0,1 1 0 0 0,-1-1 0 0 0,0 1 1 0 0,1-1-1 0 0,-1 1 0 0 0,1 0 0 0 0,-1-1 0 0 0,1 1 1 0 0,-1 0-1 0 0,1-1 0 0 0,-1 1 0 0 0,1 0 0 0 0,-1 0 1 0 0,1 0-1 0 0,0-1 0 0 0,-1 1 0 0 0,1 0 0 0 0,-1 0 1 0 0,1 0-1 0 0,0 0 0 0 0,-1 0 0 0 0,1 0 1 0 0,-1 0-1 0 0,1 0 0 0 0,0 0 0 0 0,-1 0 0 0 0,1 1 1 0 0,-1-1-1 0 0,1 0 0 0 0,0 1 0 0 0,0 0 1 0 0,1 0 0 0 0,-1 0-1 0 0,0 0 1 0 0,0 0 0 0 0,0 1-1 0 0,0-1 1 0 0,0 0 0 0 0,0 1-1 0 0,0-1 1 0 0,-1 1 0 0 0,2 2-1 0 0,12 48 65 0 0,-13-46-38 0 0,28 159-109 0 0,31 126-20 0 0,-50-257 86 0 0,23 71-25 0 0,-27-91 34 0 0,0 0-1 0 0,1 0 1 0 0,0-1-1 0 0,18 25 1 0 0,-25-37 4 0 0,0-1 0 0 0,1 1 1 0 0,-1-1-1 0 0,0 1 1 0 0,1-1-1 0 0,-1 0 1 0 0,1 1-1 0 0,-1-1 1 0 0,0 1-1 0 0,1-1 1 0 0,-1 0-1 0 0,1 1 1 0 0,-1-1-1 0 0,1 0 1 0 0,0 1-1 0 0,-1-1 1 0 0,1 0-1 0 0,-1 0 1 0 0,1 0-1 0 0,-1 1 1 0 0,1-1-1 0 0,0 0 1 0 0,-1 0-1 0 0,1 0 1 0 0,-1 0-1 0 0,1 0 0 0 0,0 0 1 0 0,-1 0-1 0 0,1 0 1 0 0,-1 0-1 0 0,2-1 1 0 0,-1 0 7 0 0,0 0-1 0 0,0 0 1 0 0,1 0 0 0 0,-1 0 0 0 0,0 0 0 0 0,0 0-1 0 0,0 0 1 0 0,-1-1 0 0 0,1 1 0 0 0,0 0-1 0 0,0-1 1 0 0,0-1 0 0 0,15-53 251 0 0,-14 47-217 0 0,57-262 329 0 0,23-86-575 0 0,-65 294 139 0 0,-10 35 62 0 0,1 0 1 0 0,1 0-1 0 0,1 1 1 0 0,1 0-1 0 0,18-30 1 0 0,-28 55 5 0 0,0 1 1 0 0,-1 0 0 0 0,1 0 0 0 0,0-1 0 0 0,0 1 0 0 0,0 0 0 0 0,0 0 0 0 0,0 0 0 0 0,0 0-1 0 0,0 0 1 0 0,0 0 0 0 0,0 1 0 0 0,0-1 0 0 0,0 0 0 0 0,1 0 0 0 0,-1 1 0 0 0,0-1-1 0 0,2 0 1 0 0,-2 1 2 0 0,0 1-1 0 0,-1-1 0 0 0,1 0 0 0 0,-1 0 1 0 0,1 1-1 0 0,0-1 0 0 0,-1 0 1 0 0,1 1-1 0 0,-1-1 0 0 0,1 1 1 0 0,-1-1-1 0 0,1 1 0 0 0,-1-1 0 0 0,1 1 1 0 0,-1-1-1 0 0,0 1 0 0 0,1-1 1 0 0,-1 1-1 0 0,0 0 0 0 0,1-1 0 0 0,-1 1 1 0 0,0 0-1 0 0,0-1 0 0 0,0 1 1 0 0,1 1-1 0 0,1 9 42 0 0,-1-1 0 0 0,1 1-1 0 0,-1 15 1 0 0,-1-22-58 0 0,-6 239-78 0 0,1-14 27 0 0,3-174 61 0 0,1-40 0 0 0,0-1 0 0 0,0 0 0 0 0,2 1 0 0 0,0-1 0 0 0,0 1 0 0 0,1-1 0 0 0,1 0 0 0 0,7 21 0 0 0,-10-34 1 0 0,1 1 0 0 0,0 0 0 0 0,-1-1 0 0 0,1 1 0 0 0,0-1 0 0 0,0 0 1 0 0,0 1-1 0 0,0-1 0 0 0,0 0 0 0 0,1 1 0 0 0,-1-1 0 0 0,0 0 0 0 0,0 0 1 0 0,1 0-1 0 0,-1 0 0 0 0,1 0 0 0 0,-1 0 0 0 0,1-1 0 0 0,-1 1 0 0 0,1 0 0 0 0,0-1 1 0 0,-1 1-1 0 0,3 0 0 0 0,-1-2-7 0 0,0 1 0 0 0,-1 0 1 0 0,1 0-1 0 0,-1-1 0 0 0,1 0 0 0 0,-1 1 1 0 0,1-1-1 0 0,-1 0 0 0 0,1 0 0 0 0,-1-1 1 0 0,0 1-1 0 0,0 0 0 0 0,4-4 1 0 0,4-3-74 0 0,0-1 0 0 0,0-1 0 0 0,-1 0 0 0 0,13-19 0 0 0,15-29-16 0 0,-4-1 0 0 0,40-97 1 0 0,-38 80 66 0 0,-18 38 31 0 0,39-77 33 0 0,-49 104-33 0 0,0 0 0 0 0,1 0 0 0 0,0 0 0 0 0,0 1 0 0 0,1 1 0 0 0,0-1 0 0 0,16-11 1 0 0,-24 20-5 0 0,1 0 0 0 0,0 0 1 0 0,0-1-1 0 0,-1 1 1 0 0,1 0-1 0 0,0 0 1 0 0,0 1-1 0 0,0-1 1 0 0,0 0-1 0 0,0 1 1 0 0,0-1-1 0 0,0 1 1 0 0,0-1-1 0 0,0 1 1 0 0,0 0-1 0 0,0 0 1 0 0,0 0-1 0 0,1 0 1 0 0,-1 1-1 0 0,0-1 0 0 0,0 0 1 0 0,0 1-1 0 0,2 0 1 0 0,-1 1 7 0 0,0 0 1 0 0,-1 0-1 0 0,1 0 0 0 0,0 0 1 0 0,-1 0-1 0 0,1 0 0 0 0,-1 1 1 0 0,0-1-1 0 0,0 1 0 0 0,0 0 1 0 0,0 0-1 0 0,-1 0 1 0 0,2 3-1 0 0,3 6 51 0 0,-1 1 0 0 0,-1 0 0 0 0,0 0 0 0 0,-1 0 0 0 0,4 27 0 0 0,-5 137 127 0 0,-2-20 35 0 0,2-131-193 0 0,1 0 0 0 0,1 0 1 0 0,15 50-1 0 0,-14-60-35 0 0,-2-5-17 0 0,1-1-1 0 0,0 1 1 0 0,0-1-1 0 0,1 1 1 0 0,8 11-1 0 0,-12-20 20 0 0,0-1 1 0 0,0 1-1 0 0,0-1 1 0 0,0 1-1 0 0,1-1 1 0 0,-1 0-1 0 0,1 1 1 0 0,-1-1-1 0 0,1 0 0 0 0,-1 0 1 0 0,1 0-1 0 0,0 0 1 0 0,-1 0-1 0 0,1-1 1 0 0,0 1-1 0 0,0 0 1 0 0,0-1-1 0 0,-1 0 0 0 0,1 1 1 0 0,0-1-1 0 0,0 0 1 0 0,0 0-1 0 0,0 0 1 0 0,0 0-1 0 0,0 0 1 0 0,-1 0-1 0 0,1-1 0 0 0,0 1 1 0 0,0 0-1 0 0,0-1 1 0 0,0 0-1 0 0,-1 1 1 0 0,1-1-1 0 0,0 0 1 0 0,-1 0-1 0 0,1 0 0 0 0,0 0 1 0 0,1-2-1 0 0,10-6-226 0 0,-1 0-1 0 0,0-2 0 0 0,0 1 1 0 0,-1-1-1 0 0,0-1 0 0 0,13-19 1 0 0,46-84-676 0 0,-56 89 877 0 0,1 1 1 0 0,0 0-1 0 0,2 0 1 0 0,1 2 0 0 0,28-29-1 0 0,-44 50 37 0 0,1-1 1 0 0,0 1-1 0 0,0-1 0 0 0,0 1 0 0 0,0 0 1 0 0,0 0-1 0 0,1 0 0 0 0,-1 0 1 0 0,1 1-1 0 0,-1-1 0 0 0,1 1 0 0 0,0 0 1 0 0,-1 0-1 0 0,1 1 0 0 0,0-1 1 0 0,0 1-1 0 0,-1-1 0 0 0,6 1 0 0 0,-6 1 40 0 0,1 0-1 0 0,-1 0 1 0 0,1 1-1 0 0,-1-1 1 0 0,1 1 0 0 0,-1-1-1 0 0,0 1 1 0 0,0 0-1 0 0,0 1 1 0 0,0-1-1 0 0,0 0 1 0 0,0 1-1 0 0,0-1 1 0 0,-1 1-1 0 0,0 0 1 0 0,1 0-1 0 0,-1 0 1 0 0,3 5-1 0 0,3 8 101 0 0,-1 0-1 0 0,-1 0 0 0 0,0 1 0 0 0,-1 0 0 0 0,0 0 1 0 0,-2 0-1 0 0,4 36 0 0 0,-5-32-106 0 0,1 0 0 0 0,1 0 0 0 0,1-1 0 0 0,14 39 0 0 0,-18-56-42 0 0,0 0 0 0 0,1 0 0 0 0,0 0 0 0 0,-1 0 0 0 0,1 0 0 0 0,0-1 0 0 0,0 1 0 0 0,0 0 0 0 0,1-1 0 0 0,-1 0 0 0 0,1 0 0 0 0,-1 0 0 0 0,1 0 0 0 0,0 0 0 0 0,0 0 0 0 0,0 0 0 0 0,0-1 0 0 0,0 0 0 0 0,6 2 0 0 0,-4-2-16 0 0,0 0 0 0 0,0-1 0 0 0,0 0 0 0 0,0 0 1 0 0,0 0-1 0 0,0-1 0 0 0,0 0 0 0 0,0 0 0 0 0,0 0 0 0 0,0-1 0 0 0,8-3 1 0 0,7-4-129 0 0,-1-2 0 0 0,0-1 0 0 0,0 0 0 0 0,29-26 0 0 0,-17 9 26 0 0,47-56-1 0 0,9-10-85 0 0,-75 84 192 0 0,1-1-1 0 0,1 1 0 0 0,0 1 1 0 0,0 1-1 0 0,19-10 0 0 0,-28 17 23 0 0,0 0 1 0 0,-1 0-1 0 0,1 0 0 0 0,0 1 0 0 0,0-1 1 0 0,-1 1-1 0 0,1 1 0 0 0,0-1 0 0 0,0 1 1 0 0,0 0-1 0 0,0 0 0 0 0,0 0 1 0 0,0 0-1 0 0,0 1 0 0 0,8 2 0 0 0,-11-2 0 0 0,1 0-1 0 0,0 1 0 0 0,0-1 1 0 0,-1 1-1 0 0,1-1 1 0 0,-1 1-1 0 0,1 0 0 0 0,-1 0 1 0 0,0 0-1 0 0,0 0 0 0 0,0 1 1 0 0,0-1-1 0 0,0 1 0 0 0,0-1 1 0 0,-1 1-1 0 0,1-1 1 0 0,-1 1-1 0 0,0 0 0 0 0,0 0 1 0 0,0 0-1 0 0,0 0 0 0 0,0-1 1 0 0,-1 1-1 0 0,1 0 1 0 0,-1 1-1 0 0,0 3 0 0 0,-3 63 364 0 0,1-56-269 0 0,1 0 1 0 0,0 1 0 0 0,3 25-1 0 0,-2-38-95 0 0,1-1 0 0 0,-1 1-1 0 0,0 0 1 0 0,1 0 0 0 0,-1-1-1 0 0,1 1 1 0 0,0 0 0 0 0,-1-1-1 0 0,1 1 1 0 0,0-1 0 0 0,0 1-1 0 0,0-1 1 0 0,0 0-1 0 0,0 1 1 0 0,0-1 0 0 0,1 0-1 0 0,-1 0 1 0 0,0 1 0 0 0,1-1-1 0 0,-1 0 1 0 0,3 1 0 0 0,-1-1-6 0 0,0 0 1 0 0,0 0 0 0 0,0 0 0 0 0,0-1 0 0 0,0 1-1 0 0,0-1 1 0 0,1 0 0 0 0,-1 0 0 0 0,0 0 0 0 0,0 0-1 0 0,4-1 1 0 0,4-1-30 0 0,-1-1 1 0 0,1 0-1 0 0,-1-1 0 0 0,1 0 1 0 0,18-10-1 0 0,92-67-498 0 0,24-14 127 0 0,-127 86 370 0 0,-1 0 0 0 0,1 2 0 0 0,1 0 0 0 0,-1 0 0 0 0,1 2-1 0 0,33-5 1 0 0,-43 9 34 0 0,0 0 0 0 0,1 1 0 0 0,-1 1 0 0 0,0 0 0 0 0,0 0 0 0 0,0 1 1 0 0,0 0-1 0 0,0 0 0 0 0,0 1 0 0 0,0 0 0 0 0,14 8 0 0 0,3 4 18 0 0,0 1 0 0 0,30 26-1 0 0,-38-28-51 0 0,1 1 0 0 0,0-2 0 0 0,1-1-1 0 0,42 19 1 0 0,-28-20-380 0 0,1-3 0 0 0,0 0 0 0 0,44 2 0 0 0,-32-4 231 0 0,-29-2 35 0 0,0 0 1 0 0,0 2-1 0 0,0 0 1 0 0,-1 1-1 0 0,19 9 0 0 0,31 13-659 0 0,-60-27 820 0 0,1 0 0 0 0,-1-1 0 0 0,0 0 0 0 0,0 0 0 0 0,1-1 0 0 0,-1 1 0 0 0,0-2 0 0 0,1 1 0 0 0,-1-1 0 0 0,11-3 0 0 0,11-3 144 0 0,34-15 1 0 0,-24 9-66 0 0,-14 4 137 0 0,0 2 1 0 0,1 1-1 0 0,0 1 0 0 0,0 1 0 0 0,0 1 1 0 0,31 1-1 0 0,-45 3-174 0 0,-1 0 0 0 0,1 0 0 0 0,-1 2 0 0 0,0-1 0 0 0,0 1 0 0 0,0 1 0 0 0,0 0 0 0 0,0 0 0 0 0,0 1 0 0 0,-1 0-1 0 0,0 1 1 0 0,0 0 0 0 0,-1 1 0 0 0,0 0 0 0 0,0 0 0 0 0,11 13 0 0 0,-15-14-26 0 0,1-1-1 0 0,0 0 1 0 0,0 0-1 0 0,0-1 1 0 0,0 1-1 0 0,1-1 1 0 0,-1 0-1 0 0,1-1 1 0 0,0 0-1 0 0,0 0 1 0 0,8 2-1 0 0,4-1 127 0 0,1-1 0 0 0,37 3 1 0 0,-28-4-124 0 0,-18-1-38 0 0,-3-1-13 0 0,1 1 0 0 0,-1 0 0 0 0,0 0-1 0 0,16 6 1 0 0,-21-6 12 0 0,0 0 1 0 0,0 1-1 0 0,0 0 0 0 0,-1-1 0 0 0,1 1 1 0 0,0 0-1 0 0,-1 0 0 0 0,0 1 0 0 0,0-1 0 0 0,1 0 1 0 0,-1 1-1 0 0,0 0 0 0 0,-1-1 0 0 0,1 1 1 0 0,0 0-1 0 0,1 4 0 0 0,0-1 4 0 0,1 0 1 0 0,1 1-1 0 0,-1-2 0 0 0,1 1 0 0 0,0-1 1 0 0,0 1-1 0 0,0-1 0 0 0,1-1 0 0 0,6 5 1 0 0,-5-4-47 0 0,-1 0 0 0 0,1 1 0 0 0,-1-1 0 0 0,-1 1 0 0 0,1 0 0 0 0,-1 0 0 0 0,8 13 0 0 0,38 86-536 0 0,-26-52 193 0 0,53 86 0 0 0,-61-112 351 0 0,-2 0 0 0 0,-1 0 1 0 0,12 34-1 0 0,26 93-147 0 0,-36-105 323 0 0,-2-6-246 0 0,-2 1 1 0 0,-1 1 0 0 0,-3 0 0 0 0,-1 0-1 0 0,0 66 1 0 0,-9-82-128 0 0,-1 0 1 0 0,-1-1-1 0 0,-11 35 1 0 0,-31 84-1589 0 0,28-93 260 0 0,2-2-1718 0 0,-11 58 0 0 0,22-78 2815 0 0,-2 48 0 0 0,-1 78 1499 0 0,0 135 4651 0 0,6-108-5685 0 0,1 24-85 0 0,4-95 116 0 0,-17 159 1 0 0,-36 111 33 0 0,49-377-65 0 0,-6 51 7 0 0,3 1 1 0 0,5 80-1 0 0,21 118 35 0 0,-13-172-30 0 0,11 56 351 0 0,1 7 3692 0 0,-20-90-2957 0 0,-2-45-1144 0 0,0-1 0 0 0,2 1 0 0 0,0-1 0 0 0,0 0 0 0 0,5 21 0 0 0,-3-25-933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5:32.774"/>
    </inkml:context>
    <inkml:brush xml:id="br0">
      <inkml:brushProperty name="width" value="0.3" units="cm"/>
      <inkml:brushProperty name="height" value="0.6" units="cm"/>
      <inkml:brushProperty name="color" value="#FFACD5"/>
      <inkml:brushProperty name="tip" value="rectangle"/>
      <inkml:brushProperty name="rasterOp" value="maskPen"/>
    </inkml:brush>
  </inkml:definitions>
  <inkml:trace contextRef="#ctx0" brushRef="#br0">944 3218 920 0 0,'25'-3'13636'0'0,"-30"-5"-14782"0"0,3 4 1205 0 0,0 1 1 0 0,-1 0-1 0 0,0 0 1 0 0,0 0-1 0 0,0 0 1 0 0,0 1-1 0 0,0-1 1 0 0,0 1-1 0 0,-1 0 1 0 0,1 0-1 0 0,-1 0 1 0 0,0 0-1 0 0,1 0 1 0 0,-1 1-1 0 0,0 0 1 0 0,0 0-1 0 0,0 0 1 0 0,0 0-1 0 0,0 1 1 0 0,-8-1-1 0 0,-6 0-271 0 0,0 1 0 0 0,-1 1 0 0 0,-27 5 0 0 0,-256 66-2383 0 0,173-36 2036 0 0,-208 69 480 0 0,321-96 144 0 0,24-6-62 0 0,29-5 231 0 0,185-47 2271 0 0,-38 7-655 0 0,412-104 2695 0 0,-528 123-4445 0 0,-48 14-70 0 0,1 2 1 0 0,0 1-1 0 0,40-8 1 0 0,-192 64 275 0 0,-113 20-1124 0 0,45-15 45 0 0,124-32 313 0 0,-185 68-2370 0 0,356-84-3763 0 0,174-45 7945 0 0,-9 0 1353 0 0,-155 26-1792 0 0,-47 3 97 0 0,1 3 1 0 0,115 4 0 0 0,-174 2-993 0 0,0 0 0 0 0,-1 0 0 0 0,1 0 0 0 0,0 0 0 0 0,0 0 0 0 0,-1 0 0 0 0,1 0 0 0 0,0 1 0 0 0,0-1 0 0 0,-1 0 0 0 0,1 0-1 0 0,0 1 1 0 0,-1-1 0 0 0,1 0 0 0 0,0 1 0 0 0,-1-1 0 0 0,1 0 0 0 0,0 1 0 0 0,-1-1 0 0 0,1 1 0 0 0,-1-1 0 0 0,1 1 0 0 0,-1 0 0 0 0,1-1 0 0 0,0 2 0 0 0,-1-1-11 0 0,0 0 0 0 0,0 0 0 0 0,0-1 0 0 0,0 1 0 0 0,-1 0 0 0 0,1 0 0 0 0,0 0 0 0 0,-1 0 0 0 0,1 0 0 0 0,0-1 0 0 0,-1 1-1 0 0,1 0 1 0 0,-1 0 0 0 0,1-1 0 0 0,-1 1 0 0 0,1 0 0 0 0,-1-1 0 0 0,0 2 0 0 0,-37 28 63 0 0,35-27-14 0 0,-287 180 67 0 0,171-113-478 0 0,-186 146 0 0 0,258-180 321 0 0,31-24-215 0 0,0 0-1 0 0,0 1 1 0 0,1 1-1 0 0,1 0 1 0 0,-16 21-1 0 0,30-35 238 0 0,0 0 0 0 0,-1 1 0 0 0,1-1 1 0 0,0 0-1 0 0,0 0 0 0 0,-1 1 0 0 0,1-1 0 0 0,0 0 0 0 0,0 1 0 0 0,0-1 0 0 0,0 0 0 0 0,0 1 0 0 0,-1-1 0 0 0,1 0 0 0 0,0 1 0 0 0,0-1 0 0 0,0 0 0 0 0,0 1 0 0 0,0-1 0 0 0,0 1 0 0 0,0-1 0 0 0,0 0 0 0 0,0 1 1 0 0,0-1-1 0 0,0 0 0 0 0,1 1 0 0 0,-1-1 0 0 0,0 0 0 0 0,0 1 0 0 0,0-1 0 0 0,0 0 0 0 0,0 1 0 0 0,1-1 0 0 0,-1 0 0 0 0,0 1 0 0 0,0-1 0 0 0,1 0 0 0 0,-1 0 0 0 0,0 1 0 0 0,1-1 0 0 0,18 4-398 0 0,23-9-571 0 0,7-10 471 0 0,0-3 0 0 0,75-38 0 0 0,-13 5 1634 0 0,281-124 2050 0 0,-384 171-3109 0 0,124-54 621 0 0,-108 49-653 0 0,0 1-1 0 0,1 1 1 0 0,41-6 0 0 0,-66 13-34 0 0,0 0 0 0 0,-1 0 1 0 0,1 0-1 0 0,0 0 0 0 0,0 0 0 0 0,0 0 1 0 0,0 1-1 0 0,0-1 0 0 0,0 0 1 0 0,0 0-1 0 0,0 0 0 0 0,0 0 0 0 0,0 0 1 0 0,0 0-1 0 0,0 0 0 0 0,0 0 1 0 0,0 1-1 0 0,0-1 0 0 0,0 0 1 0 0,0 0-1 0 0,0 0 0 0 0,0 0 0 0 0,0 0 1 0 0,0 0-1 0 0,0 0 0 0 0,0 1 1 0 0,0-1-1 0 0,0 0 0 0 0,0 0 0 0 0,0 0 1 0 0,0 0-1 0 0,0 0 0 0 0,1 0 1 0 0,-1 0-1 0 0,0 0 0 0 0,0 0 1 0 0,0 0-1 0 0,0 1 0 0 0,0-1 0 0 0,0 0 1 0 0,0 0-1 0 0,0 0 0 0 0,0 0 1 0 0,0 0-1 0 0,1 0 0 0 0,-1 0 0 0 0,0 0 1 0 0,0 0-1 0 0,0 0 0 0 0,0 0 1 0 0,0 0-1 0 0,0 0 0 0 0,0 0 1 0 0,1 0-1 0 0,-1 0 0 0 0,0 0 0 0 0,0 0 1 0 0,0 0-1 0 0,0 0 0 0 0,0 0 1 0 0,0 0-1 0 0,0 0 0 0 0,0 0 0 0 0,1 0 1 0 0,-1 0-1 0 0,0 0 0 0 0,-12 11-91 0 0,-22 13-86 0 0,32-21 165 0 0,-603 453-1147 0 0,575-432 938 0 0,1 1 0 0 0,2 1 1 0 0,1 1-1 0 0,-39 52 0 0 0,64-79 114 0 0,1 1-1 0 0,-1 0 1 0 0,0 0-1 0 0,1 0 1 0 0,-1 0-1 0 0,0 0 1 0 0,1 0-1 0 0,-1 0 1 0 0,1 0-1 0 0,-1 0 1 0 0,1 0-1 0 0,0 0 1 0 0,-1 0-1 0 0,1 0 1 0 0,0 0-1 0 0,0 1 1 0 0,0-1-1 0 0,0 0 1 0 0,0 0-1 0 0,0 0 1 0 0,0 2-1 0 0,1-2 9 0 0,0-1-1 0 0,0 0 1 0 0,-1 1-1 0 0,1-1 1 0 0,0 0-1 0 0,0 0 1 0 0,-1 0-1 0 0,1 1 1 0 0,0-1-1 0 0,0 0 1 0 0,0 0 0 0 0,-1 0-1 0 0,1 0 1 0 0,0 0-1 0 0,0 0 1 0 0,0-1-1 0 0,-1 1 1 0 0,1 0-1 0 0,0 0 1 0 0,0-1-1 0 0,1 0 1 0 0,48-22-2080 0 0,-13 1 1419 0 0,81-49 537 0 0,138-108-1 0 0,-247 173 313 0 0,10-10 596 0 0,1 1-1 0 0,34-17 1775 0 0,-54 33-2427 0 0,-6 10 988 0 0,-14 13 188 0 0,-73 71 737 0 0,-145 115 1 0 0,-383 328-2570 0 0,609-528 431 0 0,1 1 0 0 0,0 1-1 0 0,-16 21 1 0 0,26-25-469 0 0,10-9 125 0 0,11-9-140 0 0,33-25-1713 0 0,95-80-1 0 0,35-58 1984 0 0,-105 95 2576 0 0,171-131-1 0 0,-244 206-2084 0 0,4-3 242 0 0,0-1-1 0 0,1 2 1 0 0,0-1-1 0 0,15-5 1 0 0,-24 10-269 0 0,0 1 1 0 0,1-1-1 0 0,-1 1 1 0 0,0-1 0 0 0,0 1-1 0 0,1 0 1 0 0,-1-1 0 0 0,0 1-1 0 0,1 0 1 0 0,-1 0 0 0 0,0 0-1 0 0,1 0 1 0 0,-1 0 0 0 0,0 0-1 0 0,0 1 1 0 0,1-1 0 0 0,-1 0-1 0 0,0 1 1 0 0,1-1 0 0 0,-1 0-1 0 0,0 1 1 0 0,0 0-1 0 0,0-1 1 0 0,0 1 0 0 0,1 0-1 0 0,-1 0 1 0 0,0-1 0 0 0,0 1-1 0 0,-1 0 1 0 0,1 0 0 0 0,0 0-1 0 0,0 0 1 0 0,0 0 0 0 0,0 0-1 0 0,-1 1 1 0 0,1-1 0 0 0,-1 0-1 0 0,1 0 1 0 0,-1 0-1 0 0,1 1 1 0 0,-1-1 0 0 0,0 0-1 0 0,1 0 1 0 0,-1 1 0 0 0,0-1-1 0 0,0 0 1 0 0,0 3 0 0 0,1 13 275 0 0,-1 0 1 0 0,-1 0-1 0 0,0-1 1 0 0,-1 1-1 0 0,-9 31 1 0 0,-31 83 463 0 0,35-112-724 0 0,-95 220 425 0 0,7-17-465 0 0,92-214-37 0 0,-13 40 17 0 0,15-45-18 0 0,0 1 1 0 0,0-1-1 0 0,1 0 0 0 0,0 0 0 0 0,-1 1 1 0 0,1-1-1 0 0,1 0 0 0 0,-1 0 0 0 0,0 1 1 0 0,1-1-1 0 0,-1 0 0 0 0,3 5 0 0 0,-3-7-35 0 0,1-1-1 0 0,-1 1 0 0 0,1 0 1 0 0,-1 0-1 0 0,1-1 0 0 0,0 1 1 0 0,-1-1-1 0 0,1 1 0 0 0,0-1 1 0 0,-1 1-1 0 0,1-1 0 0 0,0 1 1 0 0,0-1-1 0 0,0 1 0 0 0,-1-1 1 0 0,1 0-1 0 0,0 0 0 0 0,0 1 0 0 0,0-1 1 0 0,0 0-1 0 0,0 0 0 0 0,-1 0 1 0 0,1 0-1 0 0,0 0 0 0 0,0 0 1 0 0,0 0-1 0 0,0 0 0 0 0,0 0 1 0 0,0-1-1 0 0,-1 1 0 0 0,1 0 1 0 0,0 0-1 0 0,0-1 0 0 0,0 1 1 0 0,-1-1-1 0 0,1 1 0 0 0,0-1 1 0 0,0 1-1 0 0,0-1 0 0 0,35-25-1164 0 0,-30 21 928 0 0,34-29-553 0 0,-1-2-1 0 0,63-76 1 0 0,51-93 607 0 0,-48 59 152 0 0,-87 123 170 0 0,1 0 0 0 0,35-33 0 0 0,-49 51 25 0 0,1 0 0 0 0,-1 1 0 0 0,1-1-1 0 0,-1 1 1 0 0,1 1 0 0 0,1-1 0 0 0,-1 1 0 0 0,0 0-1 0 0,1 0 1 0 0,-1 1 0 0 0,1 0 0 0 0,0 0 0 0 0,0 1-1 0 0,0 0 1 0 0,0 0 0 0 0,0 0 0 0 0,8 1 0 0 0,-11 1-13 0 0,-1 0-1 0 0,1 0 1 0 0,-1 0 0 0 0,0 1 0 0 0,1-1 0 0 0,-1 1 0 0 0,0 0 0 0 0,0 0 0 0 0,0 0 0 0 0,0 0 0 0 0,-1 1 0 0 0,1-1 0 0 0,0 1 0 0 0,-1-1 0 0 0,0 1-1 0 0,0 0 1 0 0,0 0 0 0 0,0 0 0 0 0,0 0 0 0 0,0 1 0 0 0,-1-1 0 0 0,0 0 0 0 0,1 1 0 0 0,-1-1 0 0 0,0 1 0 0 0,0 4 0 0 0,3 12 203 0 0,-1-1 0 0 0,-1 1 0 0 0,0 27 0 0 0,-2-44-283 0 0,-2 44 181 0 0,-2-1-1 0 0,-2 0 1 0 0,-3 0 0 0 0,-20 69 0 0 0,-11 54 166 0 0,38-155-462 0 0,0 0 0 0 0,1-1 0 0 0,1 1 0 0 0,0 0 0 0 0,3 24 0 0 0,-2-35 55 0 0,0 0 0 0 0,-1 0 1 0 0,1 0-1 0 0,0 0 0 0 0,0-1 0 0 0,1 1 0 0 0,-1 0 1 0 0,0 0-1 0 0,1-1 0 0 0,0 1 0 0 0,0-1 0 0 0,0 1 0 0 0,4 3 1 0 0,-4-5 14 0 0,0 0 0 0 0,0 0 0 0 0,0 0 0 0 0,0 0 0 0 0,0 0 0 0 0,0 0-1 0 0,0-1 1 0 0,1 1 0 0 0,-1-1 0 0 0,0 0 0 0 0,0 1 0 0 0,1-1 0 0 0,-1 0 0 0 0,0 0 0 0 0,0-1 0 0 0,1 1 0 0 0,-1 0 0 0 0,0-1 0 0 0,0 1 0 0 0,1-1 0 0 0,2-1 0 0 0,8-4-307 0 0,0 0-1 0 0,0-1 1 0 0,0 0-1 0 0,-1-1 1 0 0,0 0 0 0 0,0-1-1 0 0,-1-1 1 0 0,0 0-1 0 0,11-13 1 0 0,14-19-486 0 0,31-48 1 0 0,-60 80 726 0 0,39-60-208 0 0,21-29 354 0 0,-59 88 82 0 0,1 1-1 0 0,0 0 1 0 0,1 0-1 0 0,0 1 1 0 0,0 0-1 0 0,17-10 1 0 0,-26 18-91 0 0,1 0 0 0 0,0-1 0 0 0,0 1 0 0 0,-1 0 0 0 0,1 0 0 0 0,0 0 0 0 0,0 0-1 0 0,0 0 1 0 0,0 1 0 0 0,0-1 0 0 0,0 1 0 0 0,0-1 0 0 0,1 1 0 0 0,-1 0 0 0 0,0 0 0 0 0,0 0 0 0 0,0 0 0 0 0,0 0 0 0 0,0 0 0 0 0,0 1 0 0 0,1-1 0 0 0,-1 0 0 0 0,0 1-1 0 0,0 0 1 0 0,0 0 0 0 0,0 0 0 0 0,0-1 0 0 0,-1 2 0 0 0,1-1 0 0 0,0 0 0 0 0,0 0 0 0 0,-1 0 0 0 0,1 1 0 0 0,-1-1 0 0 0,1 1 0 0 0,-1 0 0 0 0,1-1 0 0 0,-1 1-1 0 0,0 0 1 0 0,0 0 0 0 0,0 0 0 0 0,0-1 0 0 0,0 1 0 0 0,0 0 0 0 0,0 4 0 0 0,4 8 143 0 0,-2 0 0 0 0,0 0 0 0 0,0 0 0 0 0,-1 0 0 0 0,-1 22 0 0 0,-3 33 184 0 0,0-51-344 0 0,1-1 0 0 0,1 1 0 0 0,0-1 0 0 0,1 1 0 0 0,5 22 0 0 0,-6-38-65 0 0,1-1 0 0 0,-1 1 0 0 0,1 0 0 0 0,-1-1 0 0 0,1 1 0 0 0,-1 0 0 0 0,1-1 0 0 0,0 1 0 0 0,0-1 0 0 0,0 1 0 0 0,0-1 0 0 0,0 1 0 0 0,0-1 0 0 0,0 0 0 0 0,0 0 0 0 0,0 1 0 0 0,1-1 0 0 0,-1 0 0 0 0,0 0 0 0 0,1 0 0 0 0,2 1 0 0 0,-2-2-76 0 0,-1 0-1 0 0,1 0 1 0 0,0 1-1 0 0,0-2 0 0 0,-1 1 1 0 0,1 0-1 0 0,0 0 1 0 0,-1 0-1 0 0,1-1 0 0 0,0 1 1 0 0,-1-1-1 0 0,1 0 1 0 0,-1 1-1 0 0,1-1 1 0 0,-1 0-1 0 0,1 0 0 0 0,2-2 1 0 0,3-3-305 0 0,1 0 1 0 0,-1-1-1 0 0,0 0 1 0 0,-1-1-1 0 0,1 1 0 0 0,5-11 1 0 0,11-23 186 0 0,-1-2-1 0 0,20-53 1 0 0,25-53 1216 0 0,-63 143-898 0 0,0 0 1 0 0,0 0 0 0 0,0 0 0 0 0,0 0-1 0 0,1 1 1 0 0,0-1 0 0 0,0 1 0 0 0,1 0-1 0 0,-1 1 1 0 0,1-1 0 0 0,0 1-1 0 0,1 1 1 0 0,9-6 0 0 0,-12 8-35 0 0,0 0-1 0 0,0-1 1 0 0,0 1 0 0 0,0 1 0 0 0,1-1-1 0 0,-1 1 1 0 0,0 0 0 0 0,0 0-1 0 0,1 0 1 0 0,-1 0 0 0 0,0 1 0 0 0,0 0-1 0 0,1 0 1 0 0,-1 0 0 0 0,0 0-1 0 0,0 0 1 0 0,0 1 0 0 0,0 0 0 0 0,0 0-1 0 0,-1 0 1 0 0,1 0 0 0 0,-1 1-1 0 0,1 0 1 0 0,2 2 0 0 0,11 12 78 0 0,-1 0 1 0 0,-1 1-1 0 0,-1 0 1 0 0,0 2-1 0 0,11 22 1 0 0,-13-22-20 0 0,0 0 0 0 0,1-1 0 0 0,1-1 0 0 0,1 0 0 0 0,20 18 1 0 0,-33-34-155 0 0,0-1 1 0 0,-1 0 0 0 0,1 1 0 0 0,0-1 0 0 0,0 0 0 0 0,0 0 0 0 0,0 0-1 0 0,0-1 1 0 0,0 1 0 0 0,0 0 0 0 0,1-1 0 0 0,-1 1 0 0 0,0-1-1 0 0,0 0 1 0 0,0 0 0 0 0,1 0 0 0 0,-1 0 0 0 0,0 0 0 0 0,3-1 0 0 0,0 0-121 0 0,-1 0 1 0 0,0-1-1 0 0,1 0 1 0 0,-1 1-1 0 0,0-2 1 0 0,0 1 0 0 0,0 0-1 0 0,6-6 1 0 0,4-5-408 0 0,-1 0 0 0 0,0 0 1 0 0,16-24-1 0 0,-29 37 555 0 0,29-40-1107 0 0,-5 7 623 0 0,29-32 1 0 0,-46 58 593 0 0,0-1 1 0 0,0 1-1 0 0,1 1 1 0 0,0-1-1 0 0,0 2 1 0 0,1-1-1 0 0,0 1 1 0 0,0 0 0 0 0,14-5-1 0 0,-20 9-23 0 0,1 0 0 0 0,0 0-1 0 0,0 0 1 0 0,0 0 0 0 0,-1 1-1 0 0,1-1 1 0 0,0 1 0 0 0,0 0 0 0 0,0 1-1 0 0,0-1 1 0 0,0 1 0 0 0,0-1 0 0 0,-1 1-1 0 0,1 0 1 0 0,0 1 0 0 0,-1-1-1 0 0,1 1 1 0 0,0-1 0 0 0,-1 1 0 0 0,0 0-1 0 0,1 0 1 0 0,-1 1 0 0 0,5 4 0 0 0,2 4 191 0 0,0 0 1 0 0,0 2-1 0 0,-1-1 1 0 0,14 26-1 0 0,15 20 255 0 0,-28-46-496 0 0,1-1 1 0 0,1 0-1 0 0,0-1 1 0 0,0 0 0 0 0,1-1-1 0 0,0 0 1 0 0,0-1-1 0 0,1 0 1 0 0,0-1-1 0 0,27 9 1 0 0,-30-13-255 0 0,0 0 1 0 0,0 0 0 0 0,1-1 0 0 0,-1 0 0 0 0,1-1 0 0 0,-1-1-1 0 0,1 0 1 0 0,-1 0 0 0 0,0-1 0 0 0,1-1 0 0 0,-1 0-1 0 0,0 0 1 0 0,1-1 0 0 0,-1 0 0 0 0,14-7 0 0 0,84-56-1390 0 0,-84 49 1715 0 0,0 0 0 0 0,1 2 0 0 0,1 1 1 0 0,55-20-1 0 0,-74 32 57 0 0,0 0 0 0 0,0 0 0 0 0,1 1 0 0 0,-1 0 0 0 0,0 1 0 0 0,0-1 0 0 0,1 2 0 0 0,-1-1 0 0 0,0 1 0 0 0,0 0 0 0 0,0 1 1 0 0,0 0-1 0 0,0 0 0 0 0,0 1 0 0 0,0 0 0 0 0,-1 1 0 0 0,1-1 0 0 0,-1 1 0 0 0,0 1 0 0 0,0-1 0 0 0,-1 1 0 0 0,11 10 0 0 0,22 24 633 0 0,-30-29-785 0 0,0-1 1 0 0,1 1-1 0 0,0-2 1 0 0,0 1-1 0 0,1-1 1 0 0,0-1-1 0 0,1 0 1 0 0,17 8-1 0 0,-15-10-294 0 0,1-1 0 0 0,0 0-1 0 0,0-1 1 0 0,0-1 0 0 0,0 0 0 0 0,0-1-1 0 0,0 0 1 0 0,1-2 0 0 0,-1 0 0 0 0,0 0 0 0 0,0-2-1 0 0,0 0 1 0 0,0 0 0 0 0,-1-1 0 0 0,23-10-1 0 0,105-31-1322 0 0,-115 39 95 0 0,1 1 0 0 0,-1 1 0 0 0,40 1-1 0 0,-16 0 2793 0 0,0-3-1 0 0,0-2 0 0 0,62-17 1 0 0,3-1 968 0 0,-66 17-1407 0 0,204-48 2277 0 0,-223 47-3229 0 0,0-1 0 0 0,-1-1 0 0 0,-1-2 0 0 0,0-1 0 0 0,-1-1 1 0 0,26-20-1 0 0,-34 22-920 0 0,6-5 31 0 0,0-2 0 0 0,23-23 0 0 0,-43 37 660 0 0,1 0-1 0 0,-2 0 1 0 0,1-1 0 0 0,-1 0-1 0 0,0 0 1 0 0,0 0-1 0 0,-1 0 1 0 0,0-1 0 0 0,-1 0-1 0 0,1 1 1 0 0,2-17 0 0 0,-6-22 317 0 0,0 39 96 0 0,-1 0 0 0 0,1 1 1 0 0,0-1-1 0 0,3-13 0 0 0,16-60 786 0 0,-9 46-773 0 0,-2-1 0 0 0,-2-1-1 0 0,3-43 1 0 0,3-352 2179 0 0,-16 329-1683 0 0,-32-197 0 0 0,7 101-8 0 0,11 13-98 0 0,6 51 709 0 0,-52-241 0 0 0,-15-67-382 0 0,64 331-800 0 0,2 33-129 0 0,4 27-19 0 0,2-1 0 0 0,3 0 1 0 0,1-61-1 0 0,17-8 88 0 0,-8 86-235 0 0,-2 0 0 0 0,-1 0 1 0 0,-2 0-1 0 0,-4-44 0 0 0,2 68 141 0 0,-17-167-668 0 0,17 151 833 0 0,1-1-1 0 0,2 1 1 0 0,1 0 0 0 0,9-38 0 0 0,-6 41 5 0 0,-1-1 1 0 0,-2 1 0 0 0,0-1-1 0 0,-2 0 1 0 0,0 0 0 0 0,-2 0-1 0 0,-1 0 1 0 0,-1 0 0 0 0,-1 1-1 0 0,-2-1 1 0 0,-15-44 0 0 0,10 49-32 0 0,-1 0 0 0 0,-1 1 1 0 0,-2 0-1 0 0,1 1 0 0 0,-2 1 1 0 0,-29-27-1 0 0,39 40 96 0 0,0 0-1 0 0,0 0 1 0 0,0 1 0 0 0,-1 0 0 0 0,0 0-1 0 0,0 0 1 0 0,0 1 0 0 0,0 0 0 0 0,0 1-1 0 0,-1-1 1 0 0,1 1 0 0 0,-14-1-1 0 0,-7 0 31 0 0,0 1 0 0 0,-34 3 0 0 0,-12-1 69 0 0,20 1-234 0 0,-1 1 0 0 0,-84 16 0 0 0,3 0-19 0 0,-271 14 69 0 0,395-30 82 0 0,0-1-1 0 0,0-1 1 0 0,0 0-1 0 0,-1-1 1 0 0,1-1 0 0 0,0 1-1 0 0,0-2 1 0 0,0 0-1 0 0,-12-4 1 0 0,12 4-122 0 0,-1 0 0 0 0,1 1 0 0 0,-1 0 0 0 0,1 1 0 0 0,-25 2 1 0 0,21-1-1030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5:36.732"/>
    </inkml:context>
    <inkml:brush xml:id="br0">
      <inkml:brushProperty name="width" value="0.3" units="cm"/>
      <inkml:brushProperty name="height" value="0.6" units="cm"/>
      <inkml:brushProperty name="color" value="#FFACD5"/>
      <inkml:brushProperty name="tip" value="rectangle"/>
      <inkml:brushProperty name="rasterOp" value="maskPen"/>
    </inkml:brush>
  </inkml:definitions>
  <inkml:trace contextRef="#ctx0" brushRef="#br0">5328 17 7834 0 0,'-4'-17'12917'0'0,"5"42"-11794"0"0,-1-12-836 0 0,0 24-183 0 0,1-1 1 0 0,2 0-1 0 0,14 69 0 0 0,40 105-129 0 0,0-4 29 0 0,-33-77 17 0 0,-6 2 0 0 0,2 149 1 0 0,19 112 75 0 0,-4-72-69 0 0,-28-212 74 0 0,-4-1-1 0 0,-6 1 0 0 0,-29 197 1 0 0,27-279-88 0 0,0-1 0 0 0,-13 33 0 0 0,13-46-11 0 0,-1-1 0 0 0,1 1 0 0 0,-2-2 0 0 0,0 1 0 0 0,0 0 0 0 0,-16 16 1 0 0,-2-2 68 0 0,-1-1 1 0 0,-1-1 0 0 0,-1-2-1 0 0,-1 0 1 0 0,-1-2 0 0 0,-1-2-1 0 0,-55 24 1 0 0,51-29-75 0 0,-44 10 1 0 0,-17 5 68 0 0,-106 56 204 0 0,-12 4 26 0 0,36-37-297 0 0,-1 1 0 0 0,100-28 0 0 0,-113 18 0 0 0,85-21 0 0 0,-56 22 0 0 0,90-22 0 0 0,-103 15 0 0 0,70-27 0 0 0,0-5 0 0 0,-122-12 0 0 0,-43 16 0 0 0,-2-1 0 0 0,215-9 0 0 0,-336-7 0 0 0,186 16-98 0 0,-180 12-176 0 0,305-9 263 0 0,-191 26 10 0 0,101-14 1 0 0,56-9 0 0 0,85-9 0 0 0,0-2 0 0 0,-35-3 0 0 0,4 1 0 0 0,55 1 0 0 0,0 0 0 0 0,0-1 0 0 0,0 0 0 0 0,0 0 0 0 0,0-1 0 0 0,0 0 0 0 0,0 0 0 0 0,1 0 0 0 0,-1-1 0 0 0,1 0 0 0 0,-13-8 0 0 0,13 5 0 0 0,0 0 0 0 0,0 0 0 0 0,0 0 0 0 0,1-1 0 0 0,0 0 0 0 0,1 0 0 0 0,-1-1 0 0 0,1 1 0 0 0,1-1 0 0 0,-5-9 0 0 0,-11-31 0 0 0,2 0 0 0 0,-20-78 0 0 0,11 28 0 0 0,-111-469 0 0 0,129 531 51 0 0,-2 1 0 0 0,-1 1 0 0 0,-2 0 0 0 0,-31-58 0 0 0,23 50 190 0 0,13 25-327 0 0,7 13 196 0 0,-1-1-1 0 0,0 0 1 0 0,1 0 0 0 0,0 0 0 0 0,-2-11-1 0 0,3 14-242 0 0,1 0-1 0 0,0-1 0 0 0,0 1 1 0 0,1 0-1 0 0,-1-1 0 0 0,0 1 1 0 0,1 0-1 0 0,-1 0 0 0 0,1-1 1 0 0,0 1-1 0 0,0 0 0 0 0,0 0 1 0 0,0 0-1 0 0,0 0 0 0 0,0 0 1 0 0,0 0-1 0 0,3-3 1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5:38.346"/>
    </inkml:context>
    <inkml:brush xml:id="br0">
      <inkml:brushProperty name="width" value="0.3" units="cm"/>
      <inkml:brushProperty name="height" value="0.6" units="cm"/>
      <inkml:brushProperty name="color" value="#FFACD5"/>
      <inkml:brushProperty name="tip" value="rectangle"/>
      <inkml:brushProperty name="rasterOp" value="maskPen"/>
    </inkml:brush>
  </inkml:definitions>
  <inkml:trace contextRef="#ctx0" brushRef="#br0">149 209 8290 0 0,'-40'18'1877'0'0,"32"-13"-1596"0"0,-1 0-1 0 0,1-1 0 0 0,-1-1 0 0 0,0 0 0 0 0,0 0 1 0 0,0 0-1 0 0,0-1 0 0 0,-18 1 0 0 0,27-2-248 0 0,0-1 1 0 0,-1 0-1 0 0,1 0 0 0 0,-1 0 0 0 0,1 0 0 0 0,-1 0 0 0 0,1 0 0 0 0,0 0 0 0 0,-1 0 1 0 0,1-1-1 0 0,-1 1 0 0 0,1 0 0 0 0,0 0 0 0 0,-1 0 0 0 0,1 0 0 0 0,-1 0 0 0 0,1-1 0 0 0,0 1 1 0 0,-1 0-1 0 0,1 0 0 0 0,0-1 0 0 0,-1 1 0 0 0,1 0 0 0 0,0-1 0 0 0,0 1 0 0 0,-1 0 0 0 0,1-1 1 0 0,0 1-1 0 0,0 0 0 0 0,-1-1 0 0 0,1 0 0 0 0,4-13 1192 0 0,16-11 142 0 0,-3 11-1090 0 0,1 0-1 0 0,0 1 0 0 0,1 1 0 0 0,37-17 0 0 0,87-28-144 0 0,-117 47-109 0 0,35-10-16 0 0,44-19-446 0 0,-100 36 357 0 0,-6 1 108 0 0,-15 3 268 0 0,-24 6 693 0 0,-160 48 1187 0 0,200-55-2163 0 0,-1 0 0 0 0,0 0-1 0 0,0 0 1 0 0,1 0 0 0 0,-1 0-1 0 0,0 1 1 0 0,1-1 0 0 0,-1 0-1 0 0,0 0 1 0 0,1 1-1 0 0,-1-1 1 0 0,1 0 0 0 0,-1 1-1 0 0,1-1 1 0 0,-1 1 0 0 0,0-1-1 0 0,1 1 1 0 0,0-1 0 0 0,-1 1-1 0 0,1-1 1 0 0,-1 2 0 0 0,10 5 84 0 0,31 2-335 0 0,-35-8 111 0 0,273 37-3114 0 0,-152-24 893 0 0,-21 0-3272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5:59.6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327 8 9674 0 0,'-1'-1'172'0'0,"0"0"0"0"0,0 0-1 0 0,0 1 1 0 0,0-1 0 0 0,0 1 0 0 0,0-1-1 0 0,0 1 1 0 0,0-1 0 0 0,0 1 0 0 0,-1-1-1 0 0,1 1 1 0 0,0 0 0 0 0,0 0 0 0 0,0 0-1 0 0,0-1 1 0 0,-1 1 0 0 0,1 0 0 0 0,0 0-1 0 0,0 1 1 0 0,0-1 0 0 0,0 0 0 0 0,-1 0-1 0 0,1 1 1 0 0,0-1 0 0 0,0 0 0 0 0,-2 2 0 0 0,-30 11 1969 0 0,18-3-1576 0 0,0 0 0 0 0,1 1 0 0 0,0 0 1 0 0,1 1-1 0 0,0 1 0 0 0,1 0 0 0 0,0 1 0 0 0,-17 27 1 0 0,9-8-284 0 0,1 0 1 0 0,2 1 0 0 0,-14 40-1 0 0,23-53-195 0 0,1 1 1 0 0,1 0-1 0 0,1 0 0 0 0,1 0 0 0 0,0 1 0 0 0,2-1 1 0 0,1 1-1 0 0,1 0 0 0 0,3 27 0 0 0,-2-39-60 0 0,1-1-1 0 0,0 0 1 0 0,1 0-1 0 0,0 0 1 0 0,0 0 0 0 0,1 0-1 0 0,1-1 1 0 0,0 1-1 0 0,0-1 1 0 0,0-1-1 0 0,1 1 1 0 0,1-1-1 0 0,-1 0 1 0 0,1 0 0 0 0,1 0-1 0 0,-1-1 1 0 0,1-1-1 0 0,1 1 1 0 0,-1-1-1 0 0,1 0 1 0 0,0-1 0 0 0,12 5-1 0 0,0-1-53 0 0,0-1 0 0 0,1-2 0 0 0,0 0 0 0 0,1-1-1 0 0,38 4 1 0 0,15-8-2557 0 0,-52-3-5147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6:00.0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5985 0 0,'0'9'12510'0'0,"1"13"-7209"0"0,4 81-4877 0 0,-4-99-378 0 0,1 12 36 0 0,1 1 1 0 0,0-1-1 0 0,10 26 0 0 0,-11-38-86 0 0,-1 0 0 0 0,1 0 1 0 0,0-1-1 0 0,0 1 0 0 0,0-1 0 0 0,1 0 0 0 0,-1 1 0 0 0,1-1 0 0 0,4 3 0 0 0,-6-5-3 0 0,1 0 0 0 0,0 0 0 0 0,-1 1 0 0 0,1-2 0 0 0,0 1-1 0 0,0 0 1 0 0,0 0 0 0 0,0-1 0 0 0,0 1 0 0 0,0-1 0 0 0,0 1-1 0 0,0-1 1 0 0,0 0 0 0 0,0 0 0 0 0,0 0 0 0 0,0 0 0 0 0,0 0 0 0 0,0 0-1 0 0,3-1 1 0 0,-2 0-63 0 0,0-1 0 0 0,0 1 0 0 0,0-1 0 0 0,-1 0 0 0 0,1 0 0 0 0,0 0 0 0 0,-1 0-1 0 0,1 0 1 0 0,-1-1 0 0 0,0 1 0 0 0,1-1 0 0 0,-1 1 0 0 0,0-1 0 0 0,-1 0 0 0 0,1 0 0 0 0,-1 0 0 0 0,3-6 0 0 0,20-59-293 0 0,-22 61 379 0 0,3-12-15 0 0,13-35 558 0 0,8 105 1096 0 0,-21-46-1632 0 0,0 1 0 0 0,0-1-1 0 0,0 0 1 0 0,0 0 0 0 0,1-1 0 0 0,0 1-1 0 0,0-1 1 0 0,0-1 0 0 0,0 1 0 0 0,1-1 0 0 0,-1 0-1 0 0,1 0 1 0 0,9 2 0 0 0,1-1-47 0 0,-1 0 0 0 0,1-1 1 0 0,-1-1-1 0 0,29 1 0 0 0,-9-7-2296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6:00.4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11 173 5529 0 0,'-10'-20'17693'0'0,"12"20"-17271"0"0,16 1-1945 0 0,-11 2 1639 0 0,0-1 0 0 0,0 1 1 0 0,0 0-1 0 0,0 1 0 0 0,-1 0 0 0 0,1 0 1 0 0,-1 0-1 0 0,0 1 0 0 0,0 0 1 0 0,9 10-1 0 0,5 7 208 0 0,23 34 0 0 0,-35-45-223 0 0,-5-7-73 0 0,-1-1-8 0 0,0-1 0 0 0,-1 0-1 0 0,1 0 1 0 0,-1 1 0 0 0,1-1 0 0 0,-1 1 0 0 0,0-1 0 0 0,0 1 0 0 0,0 0 0 0 0,1 4 0 0 0,-11-67 773 0 0,9 22-565 0 0,9-58-1 0 0,-7 80-448 0 0,1 0 0 0 0,1 1 1 0 0,0 0-1 0 0,2 0 0 0 0,-1 0 0 0 0,13-21 0 0 0,-12 27-1796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6:00.8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77 5065 0 0,'2'-1'570'0'0,"0"0"1"0"0,0-1-1 0 0,0 1 0 0 0,0 1 1 0 0,1-1-1 0 0,-1 0 0 0 0,0 0 0 0 0,1 1 1 0 0,-1-1-1 0 0,0 1 0 0 0,1 0 0 0 0,-1 0 1 0 0,0 0-1 0 0,1 0 0 0 0,-1 0 1 0 0,1 0-1 0 0,-1 1 0 0 0,0-1 0 0 0,1 1 1 0 0,-1-1-1 0 0,4 3 0 0 0,0-1 21 0 0,-1 0 0 0 0,1 0 0 0 0,-1 1 0 0 0,1-1 0 0 0,-1 1 0 0 0,0 1 0 0 0,8 6 0 0 0,-4 0-421 0 0,-1 0-1 0 0,-1 1 0 0 0,0 0 0 0 0,-1 0 1 0 0,6 13-1 0 0,-4-8-151 0 0,20 31 1 0 0,-25-43 6 0 0,0 0 1 0 0,0-1 0 0 0,0 1-1 0 0,1-1 1 0 0,-1 0 0 0 0,1 0-1 0 0,0 0 1 0 0,0 0-1 0 0,0 0 1 0 0,0-1 0 0 0,0 0-1 0 0,6 2 1 0 0,-10-4-4 0 0,1 0 0 0 0,-1 0 0 0 0,1 0 0 0 0,-1 0 0 0 0,0 0 0 0 0,1 0 0 0 0,-1-1 0 0 0,1 1 0 0 0,-1 0 0 0 0,0 0 0 0 0,1 0 0 0 0,-1-1 0 0 0,1 1 0 0 0,-1 0 0 0 0,0 0 0 0 0,1-1 0 0 0,-1 1 0 0 0,0 0 0 0 0,0-1-1 0 0,1 1 1 0 0,-1 0 0 0 0,0-1 0 0 0,0 1 0 0 0,1-1 0 0 0,-1 1 0 0 0,0 0 0 0 0,0-1 0 0 0,0 1 0 0 0,0-1 0 0 0,0 1 0 0 0,1-1 0 0 0,-1 1 0 0 0,0-1 0 0 0,0 1 0 0 0,0 0 0 0 0,0-1 0 0 0,0 1 0 0 0,-1-1 0 0 0,3-25 532 0 0,-2 18-387 0 0,2-13 68 0 0,1-1 0 0 0,0 1 1 0 0,2 0-1 0 0,8-25 0 0 0,-10 38-494 0 0,0-1-1 0 0,1 1 1 0 0,0 0-1 0 0,1 0 1 0 0,0 1 0 0 0,0-1-1 0 0,0 1 1 0 0,1 0-1 0 0,0 1 1 0 0,0-1-1 0 0,1 1 1 0 0,13-10-1 0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6:01.5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0 209 10594 0 0,'12'-6'8403'0'0,"1"-6"-5930"0"0,6-15-1730 0 0,-19 27-739 0 0,5-8 51 0 0,-1 0 1 0 0,0 0-1 0 0,0-1 0 0 0,-1 1 1 0 0,4-16-1 0 0,-6 21-50 0 0,0 1 0 0 0,0-1-1 0 0,-1 1 1 0 0,1-1 0 0 0,-1 0 0 0 0,0 1 0 0 0,0-1-1 0 0,0 0 1 0 0,0 1 0 0 0,0-1 0 0 0,-1 0 0 0 0,1 1-1 0 0,-1-1 1 0 0,1 1 0 0 0,-1-1 0 0 0,0 1 0 0 0,0-1-1 0 0,0 1 1 0 0,0-1 0 0 0,-1 1 0 0 0,1 0-1 0 0,-1 0 1 0 0,1 0 0 0 0,-3-3 0 0 0,3 5-3 0 0,1-1 0 0 0,-1 0 0 0 0,0 1 1 0 0,0-1-1 0 0,1 1 0 0 0,-1-1 0 0 0,0 1 0 0 0,0-1 0 0 0,1 1 1 0 0,-1 0-1 0 0,0 0 0 0 0,0-1 0 0 0,0 1 0 0 0,0 0 0 0 0,0 0 1 0 0,0 0-1 0 0,1 0 0 0 0,-1 0 0 0 0,0 0 0 0 0,0 0 0 0 0,0 0 1 0 0,0 0-1 0 0,0 0 0 0 0,0 0 0 0 0,1 1 0 0 0,-1-1 0 0 0,0 0 1 0 0,0 1-1 0 0,-1 0 0 0 0,0 0 9 0 0,1 1 0 0 0,0-1 0 0 0,0 1 0 0 0,0 0 0 0 0,0-1 0 0 0,0 1 0 0 0,0 0 0 0 0,0 0 0 0 0,1-1 0 0 0,-1 1 0 0 0,0 0 0 0 0,0 4 0 0 0,0 3 24 0 0,0-1-1 0 0,1 1 1 0 0,-1-1 0 0 0,2 1-1 0 0,0 10 1 0 0,2-8-35 0 0,0 0 0 0 0,1-1 0 0 0,0 1 0 0 0,1-1 0 0 0,0 0 0 0 0,0 0 0 0 0,1 0 0 0 0,0-1 0 0 0,1 0 0 0 0,14 15 0 0 0,-18-21 0 0 0,0 1 0 0 0,0-1 0 0 0,0-1 0 0 0,1 1 0 0 0,-1 0 0 0 0,1-1 0 0 0,0 1 0 0 0,0-1 0 0 0,-1 0 0 0 0,2 0 0 0 0,-1-1 0 0 0,0 1 0 0 0,0-1 0 0 0,0 0 0 0 0,1 0 0 0 0,-1-1 0 0 0,0 1 0 0 0,1-1 0 0 0,-1 0 0 0 0,0 0 0 0 0,1 0 0 0 0,-1 0 0 0 0,1-1 0 0 0,-1 0 0 0 0,0 0 0 0 0,0 0 0 0 0,1-1 0 0 0,-1 1 0 0 0,0-1 0 0 0,5-3 0 0 0,-4 1-17 0 0,1 0 1 0 0,-1 0-1 0 0,-1-1 1 0 0,1 1-1 0 0,-1-1 1 0 0,1 0-1 0 0,-1-1 0 0 0,-1 1 1 0 0,1-1-1 0 0,2-6 1 0 0,28-68-260 0 0,-21 47 230 0 0,-9 24 121 0 0,0 0-1 0 0,0 1 1 0 0,1-1 0 0 0,0 1 0 0 0,1 0-1 0 0,0 0 1 0 0,10-10 0 0 0,-14 16-60 0 0,-1 1 1 0 0,1 0-1 0 0,-1-1 1 0 0,1 1-1 0 0,-1 0 1 0 0,1 0-1 0 0,0 0 1 0 0,0 0-1 0 0,-1 0 1 0 0,1 1-1 0 0,0-1 1 0 0,0 0-1 0 0,0 1 1 0 0,0-1-1 0 0,0 1 1 0 0,0 0-1 0 0,0 0 1 0 0,0 0-1 0 0,0 0 1 0 0,0 0-1 0 0,0 0 1 0 0,0 0-1 0 0,0 1 1 0 0,0-1-1 0 0,0 1 1 0 0,0-1-1 0 0,-1 1 1 0 0,1 0-1 0 0,0 0 1 0 0,0 0-1 0 0,0 0 1 0 0,-1 0-1 0 0,1 0 1 0 0,-1 0-1 0 0,1 1 1 0 0,-1-1-1 0 0,1 0 1 0 0,-1 1-1 0 0,0-1 1 0 0,1 1-1 0 0,-1 0 1 0 0,1 2-1 0 0,30 52 190 0 0,3 4 79 0 0,-33-56-272 0 0,1 0 0 0 0,0-1 0 0 0,0 1 0 0 0,0-1 0 0 0,1 0 0 0 0,-1 0 0 0 0,1 0-1 0 0,-1 0 1 0 0,1-1 0 0 0,0 1 0 0 0,7 2 0 0 0,-9-4-12 0 0,-1-1 0 0 0,1 0 0 0 0,-1 0 0 0 0,1 1 0 0 0,-1-1 0 0 0,1 0 0 0 0,0 0 0 0 0,-1 0 0 0 0,1 0 0 0 0,-1-1 0 0 0,1 1 0 0 0,-1 0 0 0 0,1-1 0 0 0,0 1 0 0 0,-1-1 0 0 0,0 0 0 0 0,1 1 0 0 0,-1-1 0 0 0,1 0 0 0 0,-1 0 0 0 0,0 0 0 0 0,1 0 0 0 0,-1 0 0 0 0,0 0 0 0 0,0 0 0 0 0,0 0 0 0 0,2-2 0 0 0,3-6 0 0 0,0 1 0 0 0,-1-1 0 0 0,7-13 0 0 0,1-4 0 0 0,-9 22 1 0 0,4-9 26 0 0,1 1 0 0 0,1 0 0 0 0,13-14 0 0 0,-21 24-23 0 0,0 0 0 0 0,0 0 0 0 0,0 0 0 0 0,0 0 0 0 0,0 1 0 0 0,0-1 0 0 0,1 1 0 0 0,-1 0 0 0 0,0-1 0 0 0,1 1 0 0 0,-1 0 1 0 0,1 0-1 0 0,-1 1 0 0 0,1-1 0 0 0,0 0 0 0 0,-1 1 0 0 0,1 0 0 0 0,0-1 0 0 0,-1 1 0 0 0,1 0 0 0 0,0 0 0 0 0,-1 1 1 0 0,1-1-1 0 0,0 0 0 0 0,-1 1 0 0 0,5 1 0 0 0,-4 0 38 0 0,0 0-1 0 0,0 1 1 0 0,0-1-1 0 0,0 1 1 0 0,0-1-1 0 0,0 1 1 0 0,-1 0 0 0 0,0 0-1 0 0,1 0 1 0 0,-1 0-1 0 0,2 6 1 0 0,19 44 348 0 0,-8-19-266 0 0,-14-30-285 0 0,1-1-1 0 0,-1 1 0 0 0,1-1 1 0 0,0 0-1 0 0,1 0 0 0 0,-1 1 1 0 0,0-1-1 0 0,1-1 0 0 0,0 1 0 0 0,-1 0 1 0 0,1-1-1 0 0,0 1 0 0 0,1-1 1 0 0,-1 0-1 0 0,0 0 0 0 0,1 0 1 0 0,-1 0-1 0 0,1-1 0 0 0,6 3 0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6:01.8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30 8290 0 0,'2'-9'-1344'0'0,"5"-10"7892"0"0,-7 19-6365 0 0,1-1 0 0 0,-1 1 0 0 0,1 0 0 0 0,-1 0-1 0 0,0 0 1 0 0,1 0 0 0 0,-1 0 0 0 0,1-1-1 0 0,-1 1 1 0 0,1 0 0 0 0,-1 0 0 0 0,10 6 3838 0 0,-10-6-3838 0 0,0 0 0 0 0,0 1-1 0 0,1-1 1 0 0,-1 1 0 0 0,0-1 0 0 0,0 1-1 0 0,0 0 1 0 0,19 26 641 0 0,-2 2 0 0 0,0 0 0 0 0,19 53 0 0 0,-3-10-583 0 0,79 189 1331 0 0,-49-85-3641 0 0,-58-162 632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6:01.9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0 154 18748 0 0,'81'-18'3595'0'0,"-29"-3"-3974"0"0,53-29 0 0 0,-13 4-2885 0 0,-52 27 1715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6:02.3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 68 7834 0 0,'-56'-67'14571'0'0,"55"69"-14396"0"0,1 1 0 0 0,-1-1 0 0 0,1 1 0 0 0,-1 0 0 0 0,1-1 0 0 0,0 1 1 0 0,0-1-1 0 0,0 1 0 0 0,2 4 0 0 0,50 453 1505 0 0,-48-410-1618 0 0,22 127-208 0 0,-6-53-3424 0 0,-20-110-1946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6:03.3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70 11979 0 0,'4'3'4721'0'0,"12"-3"-2957"0"0,15-4-376 0 0,-8-2-711 0 0,-1-1 0 0 0,25-12 0 0 0,-24 10-1669 0 0,45-13 0 0 0,-44 17-6176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6:03.6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19 13363 0 0,'-13'-18'10580'0'0,"16"34"-10879"0"0,24 186 1625 0 0,-17-112-2541 0 0,38 162-1 0 0,-30-207-2354 0 0,-10-29 1733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6:04.3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75 11979 0 0,'4'-13'3596'0'0,"-11"24"-845"0"0,-9 19-658 0 0,13-23-2038 0 0,0 0 0 0 0,1 0 0 0 0,0 1 0 0 0,1-1 0 0 0,0 1-1 0 0,0 0 1 0 0,0-1 0 0 0,1 1 0 0 0,0 0 0 0 0,1-1 0 0 0,0 1 0 0 0,0-1 0 0 0,0 1 0 0 0,1-1 0 0 0,0 1 0 0 0,1-1-1 0 0,-1 0 1 0 0,1 0 0 0 0,1 0 0 0 0,0 0 0 0 0,5 7 0 0 0,-4-7-10 0 0,1 0 0 0 0,-1 0 0 0 0,2 0 0 0 0,-1 0 0 0 0,1-1 0 0 0,0 0 0 0 0,1-1 0 0 0,-1 1 0 0 0,1-1 0 0 0,0-1 0 0 0,0 0 0 0 0,1 0 0 0 0,-1 0 0 0 0,1-1 0 0 0,0 0 0 0 0,0-1 0 0 0,9 2 0 0 0,-17-4-48 0 0,0 0 1 0 0,0 0-1 0 0,0 0 1 0 0,0 1-1 0 0,0-1 1 0 0,1 0-1 0 0,-1 0 1 0 0,0-1-1 0 0,0 1 1 0 0,0 0-1 0 0,0 0 1 0 0,0 0-1 0 0,0-1 1 0 0,0 1-1 0 0,0 0 1 0 0,0-1-1 0 0,0 1 1 0 0,0-1-1 0 0,0 1 1 0 0,-1-1-1 0 0,1 0 0 0 0,0 1 1 0 0,0-1-1 0 0,0 0 1 0 0,-1 0-1 0 0,2-1 1 0 0,-1 1-10 0 0,-1-1 1 0 0,1 0-1 0 0,-1 0 0 0 0,1 0 0 0 0,-1 1 1 0 0,1-1-1 0 0,-1 0 0 0 0,0 0 1 0 0,0 0-1 0 0,0 0 0 0 0,0 0 0 0 0,0 0 1 0 0,-1-2-1 0 0,-1-4-51 0 0,0 0 0 0 0,-1 0 0 0 0,0 0 0 0 0,0 0 0 0 0,-7-12 0 0 0,-10-11-848 0 0,5 9 433 0 0,0-1 0 0 0,-11-28 1 0 0,23 45 436 0 0,0 0 0 0 0,1 0 0 0 0,0 0 0 0 0,0 0 0 0 0,1 0 0 0 0,0 0 0 0 0,0-1 0 0 0,0 1 0 0 0,1-1 0 0 0,0 1 0 0 0,0-1 0 0 0,1 1 0 0 0,-1 0 0 0 0,3-9 0 0 0,-2 14 36 0 0,0-1 1 0 0,0 1-1 0 0,-1-1 0 0 0,1 1 1 0 0,0 0-1 0 0,0-1 1 0 0,0 1-1 0 0,1 0 0 0 0,-1 0 1 0 0,0 0-1 0 0,0 0 0 0 0,1 0 1 0 0,-1 0-1 0 0,1 0 1 0 0,-1 0-1 0 0,1 0 0 0 0,-1 1 1 0 0,1-1-1 0 0,-1 1 0 0 0,1-1 1 0 0,-1 1-1 0 0,1 0 0 0 0,0-1 1 0 0,-1 1-1 0 0,1 0 1 0 0,0 0-1 0 0,-1 0 0 0 0,3 0 1 0 0,8 1 291 0 0,-1 0 1 0 0,1 1-1 0 0,11 3 1 0 0,-10-2 175 0 0,110 18 1539 0 0,-121-21-2001 0 0,0 1 1 0 0,0-1 0 0 0,0 1-1 0 0,0 0 1 0 0,-1 0-1 0 0,1 0 1 0 0,0 0 0 0 0,0 0-1 0 0,-1 0 1 0 0,1 0-1 0 0,-1 0 1 0 0,1 1 0 0 0,-1-1-1 0 0,1 1 1 0 0,-1-1-1 0 0,0 1 1 0 0,0 0 0 0 0,0-1-1 0 0,0 1 1 0 0,0 0 0 0 0,0 0-1 0 0,1 2 1 0 0,1 6 6 0 0,0 0 0 0 0,0 1 0 0 0,1 12 0 0 0,5 18 3 0 0,-7-37-2 0 0,-1 0 1 0 0,1-1 0 0 0,0 1 0 0 0,0 0-1 0 0,1-1 1 0 0,-1 1 0 0 0,1-1-1 0 0,-1 0 1 0 0,1 0 0 0 0,0 0 0 0 0,0 0-1 0 0,1 0 1 0 0,-1 0 0 0 0,0-1-1 0 0,1 0 1 0 0,0 0 0 0 0,-1 0 0 0 0,1 0-1 0 0,0 0 1 0 0,0-1 0 0 0,0 0-1 0 0,0 0 1 0 0,0 0 0 0 0,1 0-1 0 0,6 0 1 0 0,-7-1 3 0 0,1-1-1 0 0,-1 1 0 0 0,1-1 1 0 0,-1 0-1 0 0,0 0 1 0 0,1-1-1 0 0,-1 1 1 0 0,0-1-1 0 0,0 0 1 0 0,0 0-1 0 0,0 0 0 0 0,0 0 1 0 0,0-1-1 0 0,-1 0 1 0 0,1 0-1 0 0,-1 0 1 0 0,0 0-1 0 0,0 0 0 0 0,0-1 1 0 0,0 1-1 0 0,0-1 1 0 0,-1 0-1 0 0,4-8 1 0 0,9-30 214 0 0,-14 35-195 0 0,1 1 1 0 0,0-1 0 0 0,0 0 0 0 0,1 1 0 0 0,0-1-1 0 0,0 1 1 0 0,5-7 0 0 0,-7 13-33 0 0,-1 0 0 0 0,1 0 0 0 0,-1-1 0 0 0,1 1 0 0 0,-1 0 0 0 0,1 0 0 0 0,-1 0 0 0 0,1 0 0 0 0,0 0 0 0 0,-1 0 0 0 0,1-1 0 0 0,-1 2 0 0 0,1-1 0 0 0,0 0 0 0 0,-1 0 0 0 0,1 0 0 0 0,-1 0 0 0 0,1 0 0 0 0,-1 0 0 0 0,1 0 0 0 0,0 1 0 0 0,-1-1 0 0 0,1 0 0 0 0,-1 1 0 0 0,1-1 0 0 0,-1 0 0 0 0,0 1 0 0 0,1-1 0 0 0,-1 0 0 0 0,1 1 0 0 0,0 0 0 0 0,19 17 0 0 0,-14-12 0 0 0,4 2 35 0 0,-1-1 0 0 0,1 0 0 0 0,0 0 0 0 0,0-1-1 0 0,1 0 1 0 0,0-1 0 0 0,0 0 0 0 0,0-1 0 0 0,1 0 0 0 0,0-1 0 0 0,-1 0 0 0 0,21 1-1 0 0,-29-4-4 0 0,0-1 1 0 0,0 1-1 0 0,1-1 0 0 0,-1 0 0 0 0,0 0 0 0 0,0 0 0 0 0,0-1 0 0 0,0 1 0 0 0,0-1 0 0 0,-1 1 0 0 0,1-1 0 0 0,0 0 0 0 0,-1 0 0 0 0,1 0 0 0 0,-1-1 0 0 0,0 1 0 0 0,0-1 0 0 0,0 1 0 0 0,0-1 0 0 0,0 0 0 0 0,0 1 0 0 0,-1-1 0 0 0,1 0 0 0 0,-1 0 0 0 0,0 0 1 0 0,0 0-1 0 0,0 0 0 0 0,1-5 0 0 0,0 2-9 0 0,-1-1 0 0 0,1 0 1 0 0,-1 0-1 0 0,-1 0 1 0 0,1 0-1 0 0,-1 0 1 0 0,0 0-1 0 0,-1 0 0 0 0,1 1 1 0 0,-1-1-1 0 0,-1 0 1 0 0,-2-10-1 0 0,-1 8-1086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6:04.6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159 5 5529 0 0,'-5'-5'8100'0'0,"-4"9"-4358"0"0,-7 6-1110 0 0,6-1-2088 0 0,-1 1 0 0 0,1 0 1 0 0,0 1-1 0 0,-13 21 0 0 0,19-26-520 0 0,0 0-1 0 0,0 0 1 0 0,1 0 0 0 0,0 0-1 0 0,0 1 1 0 0,1-1-1 0 0,-1 1 1 0 0,1 0 0 0 0,1 0-1 0 0,0 0 1 0 0,-1 11 0 0 0,2-14-24 0 0,1-1 1 0 0,0 1 0 0 0,0-1-1 0 0,0 0 1 0 0,0 1 0 0 0,0-1-1 0 0,1 0 1 0 0,0 0 0 0 0,-1 0-1 0 0,1 0 1 0 0,0 0 0 0 0,1 0 0 0 0,-1-1-1 0 0,0 1 1 0 0,1-1 0 0 0,0 1-1 0 0,-1-1 1 0 0,1 0 0 0 0,0 0-1 0 0,0 0 1 0 0,0-1 0 0 0,0 1-1 0 0,4 1 1 0 0,11 5-2 0 0,1-1 1 0 0,-1-1-1 0 0,21 3 1 0 0,-16-3-1 0 0,-21-5 1 0 0,7 1 4 0 0,0 0 1 0 0,-1 1-1 0 0,0 0 0 0 0,1 1 1 0 0,-1-1-1 0 0,7 6 0 0 0,-13-8-2 0 0,-1 0 0 0 0,0 1 0 0 0,1-1-1 0 0,-1 0 1 0 0,0 0 0 0 0,0 1 0 0 0,0-1 0 0 0,0 0-1 0 0,0 1 1 0 0,0 0 0 0 0,0-1 0 0 0,-1 1 0 0 0,1-1-1 0 0,0 1 1 0 0,-1 0 0 0 0,0-1 0 0 0,1 1 0 0 0,-1 0-1 0 0,0-1 1 0 0,0 1 0 0 0,0 0 0 0 0,0 0 0 0 0,0-1-1 0 0,0 1 1 0 0,0 0 0 0 0,0 0 0 0 0,-1-1 0 0 0,1 1-1 0 0,-1 0 1 0 0,0-1 0 0 0,1 1 0 0 0,-1-1 0 0 0,0 1-1 0 0,0-1 1 0 0,0 1 0 0 0,0-1 0 0 0,-1 2 0 0 0,-6 9 87 0 0,-1-2 1 0 0,0 1-1 0 0,-1-1 1 0 0,0-1 0 0 0,0 0-1 0 0,-1 0 1 0 0,0-1-1 0 0,-20 12 1 0 0,10-9-27 0 0,-1 0 1 0 0,0-1-1 0 0,0-1 0 0 0,-27 6 1 0 0,17-8-270 0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32.9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2 124 7370 0 0,'-1'-23'2632'0'0,"1"6"-92"0"0,0-1 0 0 0,1 1 0 0 0,5-31 0 0 0,7 81 383 0 0,4 35-2656 0 0,-3 0-1 0 0,-2 1 1 0 0,3 115 0 0 0,-8 243-950 0 0,-7-423 565 0 0,-3 28-928 0 0,2-31 799 0 0,1 0 1 0 0,0 0-1 0 0,-1 1 0 0 0,1-1 0 0 0,-1 0 0 0 0,0 0 0 0 0,1 0 1 0 0,-1 0-1 0 0,0 0 0 0 0,0 0 0 0 0,1 0 0 0 0,-1 0 0 0 0,0 0 0 0 0,-1 0 1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33.3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0 235 5985 0 0,'2'-12'164'0'0,"0"1"0"0"0,1-1 0 0 0,0 0 0 0 0,0 1-1 0 0,1-1 1 0 0,1 1 0 0 0,0 0 0 0 0,0 1 0 0 0,1-1 0 0 0,1 1-1 0 0,0 0 1 0 0,15-16 0 0 0,-14 18 593 0 0,0 0 0 0 0,0 0 0 0 0,1 1 0 0 0,0 1 0 0 0,0-1 0 0 0,1 1 0 0 0,0 1 0 0 0,13-6 0 0 0,-18 9-541 0 0,0 1 0 0 0,-1-1 0 0 0,1 1 0 0 0,0 0 0 0 0,0 0 0 0 0,0 0 0 0 0,0 1 1 0 0,0 0-1 0 0,0 0 0 0 0,0 0 0 0 0,0 1 0 0 0,0-1 0 0 0,0 1 0 0 0,-1 0 0 0 0,1 0 0 0 0,0 1 0 0 0,0 0 0 0 0,-1 0 0 0 0,1 0 0 0 0,-1 0 0 0 0,6 4 1 0 0,-6-2-174 0 0,-1-1 1 0 0,0 0-1 0 0,0 1 1 0 0,0-1 0 0 0,-1 1-1 0 0,1 0 1 0 0,-1 0-1 0 0,0 0 1 0 0,0 1 0 0 0,0-1-1 0 0,0 0 1 0 0,-1 1 0 0 0,0-1-1 0 0,0 1 1 0 0,0-1-1 0 0,0 1 1 0 0,-1-1 0 0 0,0 1-1 0 0,0 0 1 0 0,-1 5 0 0 0,0 7 63 0 0,-1 0 0 0 0,0 0 0 0 0,-2 0 0 0 0,-5 18 0 0 0,-2-5 26 0 0,-1 0 0 0 0,-1-1 1 0 0,-33 53-1 0 0,-63 72 202 0 0,94-135-213 0 0,15-18-110 0 0,0-1 0 0 0,-1 0 0 0 0,1 1 0 0 0,0-1 0 0 0,-1 1 0 0 0,1-1 0 0 0,0 0 0 0 0,-1 1 0 0 0,1-1 0 0 0,0 1 0 0 0,0-1 0 0 0,0 1 0 0 0,-1-1 0 0 0,1 0 0 0 0,0 1 0 0 0,0-1 0 0 0,0 1 1 0 0,0-1-1 0 0,0 1 0 0 0,0-1 0 0 0,0 1 0 0 0,0-1 0 0 0,0 1 0 0 0,0-1 0 0 0,0 1 0 0 0,0-1 0 0 0,0 1 0 0 0,1-1 0 0 0,-1 1 0 0 0,0-1 0 0 0,0 1 0 0 0,0-1 0 0 0,1 1 0 0 0,-1-1 0 0 0,20 7 183 0 0,33-8-89 0 0,-46 0-74 0 0,22-1 36 0 0,-1 2 0 0 0,0 0 0 0 0,1 2 0 0 0,37 8 0 0 0,-47-5-165 0 0,1 0 0 0 0,-1 1 0 0 0,1 2 0 0 0,-2 0 0 0 0,1 1 0 0 0,30 20 0 0 0,-30-17-1698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33.7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1 254 4145 0 0,'1'3'163'0'0,"1"-1"-1"0"0,-1 1 1 0 0,1 0 0 0 0,0 0 0 0 0,0-1-1 0 0,0 1 1 0 0,0-1 0 0 0,0 1-1 0 0,1-1 1 0 0,-1 0 0 0 0,1 0 0 0 0,-1 0-1 0 0,1-1 1 0 0,0 1 0 0 0,0 0 0 0 0,0-1-1 0 0,0 0 1 0 0,4 2 0 0 0,3 1 801 0 0,1-1 1 0 0,0 0 0 0 0,0 0-1 0 0,12 1 1 0 0,-15-4-765 0 0,-1 0 1 0 0,1 0-1 0 0,0-1 1 0 0,0 1-1 0 0,0-2 1 0 0,0 1-1 0 0,-1-1 1 0 0,1 0-1 0 0,0-1 1 0 0,-1 0-1 0 0,0 0 1 0 0,0-1-1 0 0,0 1 1 0 0,0-2-1 0 0,-1 1 1 0 0,1-1-1 0 0,-1 0 1 0 0,0 0-1 0 0,0 0 1 0 0,-1-1-1 0 0,0 0 1 0 0,9-12-1 0 0,-7 7 72 0 0,0 0 0 0 0,-1 0 0 0 0,0 0-1 0 0,-1-1 1 0 0,0 0 0 0 0,-1 0 0 0 0,0 0 0 0 0,-1 0-1 0 0,0-1 1 0 0,-1 0 0 0 0,-1 1 0 0 0,0-1 0 0 0,-1-20-1 0 0,0 31-282 0 0,1 0 0 0 0,-1 1-1 0 0,-1-1 1 0 0,1 0-1 0 0,0 0 1 0 0,0 1-1 0 0,-1-1 1 0 0,1 0-1 0 0,-1 1 1 0 0,1-1 0 0 0,-1 0-1 0 0,0 1 1 0 0,1-1-1 0 0,-1 1 1 0 0,0-1-1 0 0,0 1 1 0 0,0-1 0 0 0,0 1-1 0 0,-1 0 1 0 0,1-1-1 0 0,0 1 1 0 0,0 0-1 0 0,-1 0 1 0 0,1 0 0 0 0,-1 0-1 0 0,1 0 1 0 0,-3-1-1 0 0,2 2-3 0 0,0 0-1 0 0,-1 0 0 0 0,1 0 1 0 0,0 1-1 0 0,0-1 0 0 0,-1 1 1 0 0,1-1-1 0 0,0 1 1 0 0,0 0-1 0 0,0 0 0 0 0,0 0 1 0 0,0 0-1 0 0,0 0 0 0 0,0 0 1 0 0,0 0-1 0 0,0 1 0 0 0,0-1 1 0 0,1 1-1 0 0,-1-1 1 0 0,1 1-1 0 0,-2 2 0 0 0,-9 7 69 0 0,2 1 1 0 0,-1 1-1 0 0,2 0 0 0 0,0 0 0 0 0,0 1 0 0 0,-8 18 1 0 0,15-25-7 0 0,-1 0 0 0 0,1 0 1 0 0,0 0-1 0 0,1 0 0 0 0,-1 1 1 0 0,2-1-1 0 0,-1 0 0 0 0,1 1 1 0 0,0-1-1 0 0,0 0 0 0 0,1 1 1 0 0,0-1-1 0 0,0 0 0 0 0,1 1 0 0 0,5 12 1 0 0,-3-9 29 0 0,1 0 0 0 0,1-1 0 0 0,0 1 0 0 0,0-1 0 0 0,1 0-1 0 0,0-1 1 0 0,1 0 0 0 0,0 0 0 0 0,13 10 0 0 0,-15-14-174 0 0,0 0-1 0 0,0 0 1 0 0,1-1-1 0 0,0 0 1 0 0,0 0-1 0 0,0 0 1 0 0,0-1-1 0 0,0 0 0 0 0,1-1 1 0 0,-1 1-1 0 0,1-2 1 0 0,0 1-1 0 0,0-1 1 0 0,15 1-1 0 0,-6-3-1018 0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33.9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1 162 5529 0 0,'36'11'3577'0'0,"-22"-5"-2093"0"0,-1 1 0 0 0,0 0-1 0 0,0 1 1 0 0,19 14 0 0 0,40 43 2464 0 0,-23-19-3051 0 0,-45-43-859 0 0,0 1 0 0 0,1-1 0 0 0,-1 1 0 0 0,1-1 0 0 0,0-1 0 0 0,8 4 0 0 0,-13-5-22 0 0,1-1 0 0 0,0 0 0 0 0,0 0 0 0 0,0 1-1 0 0,-1-1 1 0 0,1 0 0 0 0,0 0 0 0 0,0 0-1 0 0,0 0 1 0 0,-1 0 0 0 0,1 0 0 0 0,0 0-1 0 0,0 0 1 0 0,0-1 0 0 0,-1 1 0 0 0,1 0-1 0 0,0 0 1 0 0,0-1 0 0 0,-1 1 0 0 0,2-1-1 0 0,-1 0 27 0 0,0 0-1 0 0,0 0 0 0 0,-1 0 0 0 0,1 0 0 0 0,0 0 1 0 0,-1-1-1 0 0,1 1 0 0 0,-1 0 0 0 0,1 0 0 0 0,-1 0 0 0 0,0-1 1 0 0,0 1-1 0 0,1 0 0 0 0,-1 0 0 0 0,0-1 0 0 0,0 1 1 0 0,0-3-1 0 0,-1-32-133 0 0,6-126 1567 0 0,-2 137-3856 0 0,1 0 1 0 0,10-32-1 0 0,-5 29-4903 0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34.3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0 326 4233 0 0,'1'2'145'0'0,"0"0"1"0"0,1-1 0 0 0,-1 1-1 0 0,0-1 1 0 0,1 1-1 0 0,-1-1 1 0 0,1 0-1 0 0,-1 0 1 0 0,1 1 0 0 0,0-1-1 0 0,-1 0 1 0 0,1-1-1 0 0,0 1 1 0 0,0 0-1 0 0,0 0 1 0 0,0-1 0 0 0,0 1-1 0 0,0-1 1 0 0,0 0-1 0 0,0 1 1 0 0,0-1-1 0 0,0 0 1 0 0,0 0 0 0 0,0 0-1 0 0,0 0 1 0 0,0-1-1 0 0,0 1 1 0 0,-1-1-1 0 0,1 1 1 0 0,3-2 0 0 0,1 1 552 0 0,-1-1 0 0 0,1 0 1 0 0,-1 0-1 0 0,0-1 1 0 0,1 0-1 0 0,-1 0 1 0 0,-1 0-1 0 0,1 0 1 0 0,8-8-1 0 0,-7 3-327 0 0,0 0-1 0 0,0-1 1 0 0,-1 0-1 0 0,0 0 1 0 0,0 0-1 0 0,-1 0 1 0 0,0-1 0 0 0,-1 0-1 0 0,0 0 1 0 0,-1 0-1 0 0,2-11 1 0 0,-1-4-112 0 0,0 0 0 0 0,-2 0 0 0 0,-2-35 0 0 0,0 56-249 0 0,1 0 0 0 0,0 1 1 0 0,-1-1-1 0 0,0 0 0 0 0,0 0 1 0 0,0 0-1 0 0,-1 0 1 0 0,1 1-1 0 0,-5-7 0 0 0,6 9-3 0 0,-1 0-1 0 0,0 0 1 0 0,1 1-1 0 0,-1-1 1 0 0,0 0-1 0 0,0 1 1 0 0,0-1-1 0 0,1 1 0 0 0,-1-1 1 0 0,0 1-1 0 0,0-1 1 0 0,0 1-1 0 0,0 0 1 0 0,0-1-1 0 0,0 1 1 0 0,0 0-1 0 0,0 0 1 0 0,0-1-1 0 0,0 1 1 0 0,0 0-1 0 0,0 0 0 0 0,0 0 1 0 0,0 1-1 0 0,0-1 1 0 0,0 0-1 0 0,0 0 1 0 0,0 0-1 0 0,0 1 1 0 0,0-1-1 0 0,0 0 1 0 0,1 1-1 0 0,-1-1 1 0 0,0 1-1 0 0,0-1 0 0 0,0 1 1 0 0,0-1-1 0 0,1 1 1 0 0,-1 0-1 0 0,0 0 1 0 0,0-1-1 0 0,1 1 1 0 0,-1 0-1 0 0,0 1 1 0 0,-6 4-30 0 0,1 1 0 0 0,0 0 0 0 0,0 0 0 0 0,0 0 0 0 0,1 1 0 0 0,0 0 0 0 0,1 0 0 0 0,0 0 0 0 0,-5 15 0 0 0,7-19 5 0 0,1 1 0 0 0,0-1-1 0 0,0 1 1 0 0,0 0 0 0 0,1 0 0 0 0,0-1 0 0 0,0 1 0 0 0,0 0 0 0 0,0 0 0 0 0,1-1 0 0 0,-1 1 0 0 0,1 0 0 0 0,1-1 0 0 0,-1 1 0 0 0,0-1 0 0 0,1 1-1 0 0,0-1 1 0 0,0 0 0 0 0,1 0 0 0 0,2 5 0 0 0,6 4 107 0 0,0 0 0 0 0,1-2 0 0 0,0 1 0 0 0,1-2 0 0 0,0 1-1 0 0,0-2 1 0 0,1 0 0 0 0,1 0 0 0 0,26 11 0 0 0,-24-14-2101 0 0,0 1 0 0 0,27 5-1 0 0,-28-9-4788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34.6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72 4145 0 0,'6'2'521'0'0,"-1"1"0"0"0,1-1 0 0 0,0 1 0 0 0,0 0 0 0 0,-1 0 0 0 0,0 0 0 0 0,0 1 0 0 0,0 0 0 0 0,0 0 0 0 0,0 0 0 0 0,-1 1 0 0 0,0-1 0 0 0,0 1 0 0 0,0 0 0 0 0,6 11 0 0 0,5 8 528 0 0,-2 2-1 0 0,11 28 1 0 0,-21-48-887 0 0,24 78 889 0 0,-12-29 1969 0 0,-15-60-2604 0 0,-1 0-1 0 0,1 0 1 0 0,0 0 0 0 0,0 0-1 0 0,1 1 1 0 0,-1-1-1 0 0,3-10 1 0 0,12-39-207 0 0,-6 24-259 0 0,1 1-1 0 0,2 0 1 0 0,20-35-1 0 0,-21 46-1073 0 0,24-32 0 0 0,-25 38-1064 0 0,2-1 0 0 0,23-19 0 0 0,-23 22 1483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35.2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67 1 7370 0 0,'-3'6'8232'0'0,"-4"8"-5866"0"0,-14 25-1839 0 0,14-25-131 0 0,1 1 0 0 0,0 0 0 0 0,2 0 0 0 0,-1 1 0 0 0,-2 21 0 0 0,7-31-364 0 0,-1 0-1 0 0,1 0 1 0 0,1 0-1 0 0,-1 0 0 0 0,1 0 1 0 0,0 0-1 0 0,0 0 1 0 0,1 0-1 0 0,-1-1 0 0 0,1 1 1 0 0,1 0-1 0 0,-1-1 1 0 0,1 0-1 0 0,0 1 0 0 0,0-1 1 0 0,1 0-1 0 0,5 6 1 0 0,25 22-34 0 0,16 17-178 0 0,-47-46 132 0 0,-1-1-1 0 0,1 0 1 0 0,-1 1 0 0 0,0-1-1 0 0,0 1 1 0 0,0 0 0 0 0,-1 0 0 0 0,1 0-1 0 0,-1 0 1 0 0,0 0 0 0 0,0 0 0 0 0,0 0-1 0 0,0 6 1 0 0,-1-8 47 0 0,0 0 0 0 0,0 0 0 0 0,0 0 0 0 0,-1 0 1 0 0,1 0-1 0 0,-1 0 0 0 0,1 0 0 0 0,-1 0 0 0 0,0 0 0 0 0,0 0 0 0 0,0 0 0 0 0,0 0 0 0 0,0 0 0 0 0,0-1 1 0 0,0 1-1 0 0,-1 0 0 0 0,1-1 0 0 0,-1 1 0 0 0,1-1 0 0 0,-1 1 0 0 0,1-1 0 0 0,-1 0 0 0 0,0 0 1 0 0,0 0-1 0 0,0 0 0 0 0,0 0 0 0 0,0 0 0 0 0,0 0 0 0 0,0-1 0 0 0,0 1 0 0 0,0 0 0 0 0,-3-1 0 0 0,-2 1-132 0 0,-1 0-1 0 0,1 0 1 0 0,-1-1-1 0 0,1 0 1 0 0,-1-1-1 0 0,0 0 1 0 0,-13-3-1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35.5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0 325 5065 0 0,'10'0'365'0'0,"-1"0"1"0"0,0-1-1 0 0,1 0 1 0 0,-1 0-1 0 0,0-1 1 0 0,0 0-1 0 0,0-1 0 0 0,0 0 1 0 0,0 0-1 0 0,0-1 1 0 0,-1 0-1 0 0,0-1 0 0 0,0 0 1 0 0,0 0-1 0 0,0 0 1 0 0,-1-1-1 0 0,0 0 0 0 0,0-1 1 0 0,0 0-1 0 0,-1 0 1 0 0,0 0-1 0 0,-1-1 1 0 0,0 1-1 0 0,0-1 0 0 0,0-1 1 0 0,-1 1-1 0 0,0-1 1 0 0,-1 1-1 0 0,0-1 0 0 0,0 0 1 0 0,2-13-1 0 0,-5 20-285 0 0,3-14 235 0 0,-1 0 0 0 0,1-27 0 0 0,-3 40-249 0 0,0 0 0 0 0,0 0 0 0 0,0 0 0 0 0,0-1 1 0 0,-1 1-1 0 0,1 0 0 0 0,-1 0 0 0 0,0 0 0 0 0,0 0 0 0 0,0 0 0 0 0,0 0 0 0 0,-1 0 0 0 0,1 1 1 0 0,-1-1-1 0 0,0 0 0 0 0,1 1 0 0 0,-1-1 0 0 0,0 1 0 0 0,-1 0 0 0 0,1-1 0 0 0,-3-1 0 0 0,4 4-14 0 0,-1-1-1 0 0,1 1 1 0 0,-1-1-1 0 0,1 1 1 0 0,-1 0-1 0 0,1-1 1 0 0,-1 1-1 0 0,1 0 1 0 0,-1 0-1 0 0,0 0 1 0 0,1 0-1 0 0,-1 1 1 0 0,1-1-1 0 0,-1 0 1 0 0,1 1-1 0 0,-1-1 1 0 0,1 1-1 0 0,-1-1 1 0 0,1 1-1 0 0,-1-1 1 0 0,1 1-1 0 0,0 0 1 0 0,-1 0-1 0 0,1 0 1 0 0,0 0-1 0 0,0 0 1 0 0,0 0-1 0 0,0 0 1 0 0,0 0-1 0 0,0 1 1 0 0,0-1-1 0 0,-1 3 1 0 0,-4 3 46 0 0,1 0 1 0 0,0 1 0 0 0,1 0 0 0 0,-5 11 0 0 0,6-8-46 0 0,0 0-1 0 0,0-1 1 0 0,1 1 0 0 0,1 1-1 0 0,0-1 1 0 0,0 0-1 0 0,1 0 1 0 0,1 0 0 0 0,0 0-1 0 0,0 1 1 0 0,1-1-1 0 0,0 0 1 0 0,1-1 0 0 0,0 1-1 0 0,1 0 1 0 0,0-1-1 0 0,1 0 1 0 0,0 0 0 0 0,11 15-1 0 0,-7-11-215 0 0,0 0-1 0 0,2-1 0 0 0,0 0 1 0 0,0 0-1 0 0,1-1 1 0 0,0-1-1 0 0,1 0 0 0 0,1-1 1 0 0,0 0-1 0 0,0-1 1 0 0,1 0-1 0 0,22 9 0 0 0,-8-9-7165 0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36.2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18 11522 0 0,'1'-1'235'0'0,"-1"0"-1"0"0,1 0 0 0 0,-1 0 0 0 0,1 0 0 0 0,0 0 0 0 0,0 0 0 0 0,0 0 1 0 0,0 0-1 0 0,-1 0 0 0 0,1 0 0 0 0,0 1 0 0 0,1-1 0 0 0,-1 0 0 0 0,0 0 1 0 0,0 1-1 0 0,0-1 0 0 0,0 1 0 0 0,0-1 0 0 0,1 1 0 0 0,-1 0 0 0 0,0-1 0 0 0,0 1 1 0 0,1 0-1 0 0,-1 0 0 0 0,0 0 0 0 0,0 0 0 0 0,1 0 0 0 0,-1 0 0 0 0,0 0 1 0 0,0 0-1 0 0,1 0 0 0 0,-1 1 0 0 0,0-1 0 0 0,0 1 0 0 0,1-1 0 0 0,-1 1 1 0 0,1 0-1 0 0,1 0-75 0 0,0 1 0 0 0,0 0 1 0 0,-1-1-1 0 0,1 1 1 0 0,0 0-1 0 0,-1 0 1 0 0,0 1-1 0 0,1-1 0 0 0,-1 0 1 0 0,0 1-1 0 0,0 0 1 0 0,0-1-1 0 0,2 6 1 0 0,2 9-69 0 0,0-1 1 0 0,-2 1 0 0 0,0 1 0 0 0,3 32 0 0 0,-3 74 577 0 0,-4-77-457 0 0,7 50 1 0 0,-4-74-597 0 0,1 0 0 0 0,10 29 0 0 0,-11-43 36 0 0,0-1 1 0 0,1 0 0 0 0,-1 0 0 0 0,2 0 0 0 0,-1 0 0 0 0,1-1 0 0 0,0 0 0 0 0,1 0 0 0 0,7 8 0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36.5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0 115 1376 0 0,'1'-4'348'0'0,"-1"0"1"0"0,1 1-1 0 0,1-1 0 0 0,-1 0 0 0 0,0 0 0 0 0,1 0 0 0 0,0 1 0 0 0,0-1 1 0 0,0 1-1 0 0,0-1 0 0 0,1 1 0 0 0,-1 0 0 0 0,1 0 0 0 0,0 0 0 0 0,-1 0 1 0 0,2 1-1 0 0,-1-1 0 0 0,0 1 0 0 0,5-3 0 0 0,4-3 972 0 0,0 1 0 0 0,0 0 0 0 0,1 1 0 0 0,19-6 0 0 0,-23 10-1025 0 0,0 0 1 0 0,0 1-1 0 0,0 0 0 0 0,0 1 0 0 0,0-1 1 0 0,0 2-1 0 0,0-1 0 0 0,0 1 0 0 0,0 1 1 0 0,0 0-1 0 0,-1 0 0 0 0,1 1 0 0 0,-1 0 1 0 0,1 0-1 0 0,-1 1 0 0 0,0 0 0 0 0,0 0 1 0 0,0 1-1 0 0,-1 0 0 0 0,9 7 1 0 0,-11-8-287 0 0,-1 0 0 0 0,1 0 0 0 0,-1 0 1 0 0,0 1-1 0 0,0-1 0 0 0,0 1 1 0 0,0 0-1 0 0,-1 0 0 0 0,0 1 1 0 0,0-1-1 0 0,0 0 0 0 0,-1 1 1 0 0,0 0-1 0 0,0 0 0 0 0,0 0 1 0 0,-1-1-1 0 0,0 1 0 0 0,0 1 1 0 0,0-1-1 0 0,-1 0 0 0 0,0 0 1 0 0,0 0-1 0 0,0 0 0 0 0,-1 0 1 0 0,0 0-1 0 0,0 0 0 0 0,-1 0 1 0 0,0 0-1 0 0,0 0 0 0 0,-3 6 1 0 0,-2 0 74 0 0,0 0 0 0 0,0-1 1 0 0,-1 0-1 0 0,-1 0 0 0 0,-19 19 1 0 0,24-26-146 0 0,-1 1 0 0 0,0-1 1 0 0,0 0-1 0 0,-1-1 0 0 0,1 1 1 0 0,-1-1-1 0 0,1 0 0 0 0,-1 0 1 0 0,0-1-1 0 0,-1 1 0 0 0,1-1 1 0 0,0-1-1 0 0,0 1 0 0 0,-12 0 0 0 0,10-2-1826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36.7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 7834 0 0,'3'-1'295'0'0,"0"1"0"0"0,1-1 0 0 0,-1 1 1 0 0,0 0-1 0 0,1 0 0 0 0,-1 0 1 0 0,0 1-1 0 0,1-1 0 0 0,-1 1 0 0 0,0 0 1 0 0,1 0-1 0 0,-1 0 0 0 0,0 0 0 0 0,0 1 1 0 0,0-1-1 0 0,0 1 0 0 0,0-1 0 0 0,-1 1 1 0 0,1 0-1 0 0,0 1 0 0 0,-1-1 1 0 0,1 0-1 0 0,-1 1 0 0 0,0-1 0 0 0,0 1 1 0 0,0-1-1 0 0,0 1 0 0 0,0 0 0 0 0,-1 0 1 0 0,1 0-1 0 0,-1 0 0 0 0,2 5 0 0 0,3 11 343 0 0,-1 0-1 0 0,0 1 0 0 0,-2 0 0 0 0,2 29 1 0 0,1-2-247 0 0,-5-37-433 0 0,1 0 1 0 0,0 0-1 0 0,1 0 0 0 0,0-1 0 0 0,0 1 0 0 0,1-1 1 0 0,0 0-1 0 0,8 11 0 0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36.9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9218 0 0,'1'-1'896'0'0,"1"1"-800"0"0,-1 0-96 0 0,0 0 0 0 0,-1 1 0 0 0,2 2-96 0 0,0 1 24 0 0,1 3 0 0 0,1 1 72 0 0,0 2 0 0 0,2 1 0 0 0,-2 0 0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37.3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220 3 6449 0 0,'-2'-1'182'0'0,"-1"1"-1"0"0,1-1 0 0 0,-1 1 1 0 0,0-1-1 0 0,1 1 0 0 0,-1 0 1 0 0,0 0-1 0 0,1 0 0 0 0,-1 0 1 0 0,0 1-1 0 0,1-1 0 0 0,-1 1 1 0 0,1 0-1 0 0,-1 0 0 0 0,1-1 0 0 0,-1 1 1 0 0,-2 2-1 0 0,-46 27 3240 0 0,40-23-2493 0 0,1 0-334 0 0,-1 0 0 0 0,1 1 1 0 0,1 1-1 0 0,-1 0 0 0 0,1 0 1 0 0,1 0-1 0 0,-10 15 0 0 0,15-20-585 0 0,0 0 1 0 0,1 0-1 0 0,-1 0 0 0 0,1 0 0 0 0,0 0 0 0 0,0 1 1 0 0,1-1-1 0 0,-1 1 0 0 0,1 0 0 0 0,0-1 1 0 0,0 1-1 0 0,1 0 0 0 0,-1 0 0 0 0,1-1 0 0 0,0 1 1 0 0,0 0-1 0 0,1 0 0 0 0,-1-1 0 0 0,1 1 0 0 0,0 0 1 0 0,0-1-1 0 0,4 8 0 0 0,-4-10-58 0 0,0 0-1 0 0,0 0 1 0 0,0 0 0 0 0,0 0-1 0 0,1 0 1 0 0,-1 0-1 0 0,1-1 1 0 0,-1 1 0 0 0,1-1-1 0 0,0 1 1 0 0,-1-1 0 0 0,1 1-1 0 0,0-1 1 0 0,0 0 0 0 0,0 0-1 0 0,0 0 1 0 0,0 0-1 0 0,1-1 1 0 0,-1 1 0 0 0,0 0-1 0 0,3 0 1 0 0,-1-1-52 0 0,1 0 1 0 0,-1 0-1 0 0,0 0 1 0 0,1-1-1 0 0,-1 1 0 0 0,0-1 1 0 0,0 0-1 0 0,0 0 1 0 0,0-1-1 0 0,0 1 0 0 0,4-3 1 0 0,-2 1 46 0 0,0 0 0 0 0,0-1 0 0 0,0 1 1 0 0,-1-1-1 0 0,1 0 0 0 0,-1-1 0 0 0,0 1 0 0 0,0-1 0 0 0,-1 0 1 0 0,1-1-1 0 0,-1 1 0 0 0,0-1 0 0 0,0 1 0 0 0,3-11 0 0 0,-4 7 684 0 0,-1 0 0 0 0,-1 0 0 0 0,0 0-1 0 0,0-16 1 0 0,0 35-240 0 0,0-1-1 0 0,1 1 1 0 0,0-1-1 0 0,1 0 1 0 0,0 1-1 0 0,0-1 0 0 0,1 0 1 0 0,0-1-1 0 0,1 1 1 0 0,11 15-1 0 0,27 30-1710 0 0,2-10-4525 0 0,-27-30-1113 0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37.7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93 0 7834 0 0,'2'4'5902'0'0,"-7"5"-3706"0"0,-8 13-1855 0 0,11-20 34 0 0,-10 15 105 0 0,1 0 0 0 0,1 0 0 0 0,1 1 0 0 0,0 0 0 0 0,-9 30 0 0 0,17-44-442 0 0,0 1 0 0 0,0 0-1 0 0,0 0 1 0 0,0 0 0 0 0,1-1 0 0 0,0 1 0 0 0,0 0 0 0 0,0 0 0 0 0,1 0-1 0 0,-1 0 1 0 0,1-1 0 0 0,1 1 0 0 0,-1 0 0 0 0,0-1 0 0 0,1 1 0 0 0,0-1-1 0 0,0 1 1 0 0,1-1 0 0 0,-1 0 0 0 0,1 0 0 0 0,0 0 0 0 0,0 0 0 0 0,0 0-1 0 0,0-1 1 0 0,1 0 0 0 0,-1 1 0 0 0,1-1 0 0 0,7 4 0 0 0,8 5-453 0 0,33 14-1 0 0,-29-16-365 0 0,33 21-1 0 0,-50-27 705 0 0,-1 0 0 0 0,0 0 1 0 0,0 0-1 0 0,0 0 0 0 0,0 1 0 0 0,-1 0 1 0 0,0 0-1 0 0,0 0 0 0 0,0 1 0 0 0,5 10 1 0 0,-9-16 104 0 0,1 1 1 0 0,-1 0 0 0 0,0 0 0 0 0,1 0 0 0 0,-1 0-1 0 0,0 0 1 0 0,0-1 0 0 0,0 1 0 0 0,0 0-1 0 0,0 0 1 0 0,0 0 0 0 0,0 0 0 0 0,0 0-1 0 0,0 0 1 0 0,0 0 0 0 0,0 0 0 0 0,-1 0-1 0 0,1-1 1 0 0,0 1 0 0 0,-1 0 0 0 0,1 0-1 0 0,0 0 1 0 0,-1 0 0 0 0,1-1 0 0 0,-1 1 0 0 0,0 1-1 0 0,-1 0 164 0 0,0 0-1 0 0,-1-1 0 0 0,1 1 1 0 0,0 0-1 0 0,0-1 0 0 0,-1 0 1 0 0,1 1-1 0 0,-6 0 1 0 0,-2 2 467 0 0,-1-2 0 0 0,1 1 0 0 0,-18 1 0 0 0,-10-4-20 0 0,35 0-748 0 0,1 0-1 0 0,0-1 0 0 0,0 1 1 0 0,-1-1-1 0 0,1 1 1 0 0,0-1-1 0 0,0 0 0 0 0,0 0 1 0 0,0 0-1 0 0,0 0 0 0 0,0 0 1 0 0,0 0-1 0 0,0 0 1 0 0,-2-3-1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22.0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1840 0 0,'4'2'23012'0'0,"4"8"-25962"0"0,-5-4 3043 0 0,-1 0-1 0 0,1 0 1 0 0,-1 1-1 0 0,0-1 0 0 0,0 1 1 0 0,-1-1-1 0 0,0 1 1 0 0,0 12-1 0 0,3 12 50 0 0,29 177 747 0 0,-21-117-465 0 0,37 142 0 0 0,10 5 164 0 0,-46-180-528 0 0,-5-39-1889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22.6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20 105 3225 0 0,'-14'-16'644'0'0,"13"15"-129"0"0,0-1 1 0 0,0 0 0 0 0,1 0-1 0 0,-1 1 1 0 0,1-1 0 0 0,-1 0-1 0 0,1 0 1 0 0,0 0 0 0 0,-1 0-1 0 0,1 0 1 0 0,0 0 0 0 0,1-3-1 0 0,8-24 6104 0 0,1 10-6126 0 0,-8 18-337 0 0,-1-1 0 0 0,0 1-1 0 0,1 0 1 0 0,0 0 0 0 0,-1 0 0 0 0,1 0 0 0 0,-1 0 0 0 0,1 0-1 0 0,0 0 1 0 0,0 1 0 0 0,0-1 0 0 0,-1 1 0 0 0,1-1 0 0 0,0 1 0 0 0,0-1-1 0 0,0 1 1 0 0,0 0 0 0 0,0 0 0 0 0,0 0 0 0 0,0 0 0 0 0,0 1 0 0 0,0-1-1 0 0,-1 0 1 0 0,1 1 0 0 0,0-1 0 0 0,2 2 0 0 0,54 19 386 0 0,-52-19-415 0 0,30 17-22 0 0,0 2-1 0 0,-1 1 1 0 0,-1 2 0 0 0,-1 1 0 0 0,36 37 0 0 0,67 49-114 0 0,102 33 9 0 0,-68-44 0 0 0,-159-93-1 0 0,0 0 0 0 0,-1 0 1 0 0,0 2-1 0 0,-1-1 0 0 0,0 1 0 0 0,15 19 0 0 0,-21-25 4 0 0,-1 0-1 0 0,0 1 1 0 0,0-1 0 0 0,0 0-1 0 0,-1 1 1 0 0,1-1-1 0 0,-1 1 1 0 0,0 0 0 0 0,0 0-1 0 0,0-1 1 0 0,0 1-1 0 0,-1 0 1 0 0,1 0-1 0 0,-1 0 1 0 0,0 0 0 0 0,0 0-1 0 0,0 0 1 0 0,-1 0-1 0 0,0-1 1 0 0,1 1-1 0 0,-1 0 1 0 0,-1 0 0 0 0,1-1-1 0 0,0 1 1 0 0,-1 0-1 0 0,-3 5 1 0 0,-4 1 93 0 0,-1 0 0 0 0,0 0 0 0 0,-1-1 0 0 0,1-1 0 0 0,-2 0 0 0 0,1 0 0 0 0,-25 11-1 0 0,33-17-78 0 0,-73 40 195 0 0,2 3 0 0 0,1 3 0 0 0,-115 100 0 0 0,139-97-318 0 0,45-46-136 0 0,0 0-1 0 0,1 1 1 0 0,-1-1-1 0 0,1 1 1 0 0,0 0-1 0 0,0-1 1 0 0,1 1-1 0 0,-4 12 1 0 0,5-8-646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23.1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1 284 3225 0 0,'-1'-33'1165'0'0,"2"-1"0"0"0,4-34 0 0 0,-1 35 2385 0 0,-2 1-1 0 0,-3-41 1 0 0,1 62 250 0 0,6 16-1741 0 0,-2-1-2403 0 0,-3-3 440 0 0,16 30 170 0 0,-13-7-162 0 0,0 1-1 0 0,-2-1 0 0 0,-1 1 0 0 0,-1 0 1 0 0,-5 45-1 0 0,0 8 44 0 0,11 319-72 0 0,1-83-22 0 0,-8-267-41 0 0,3 1 1 0 0,2-1-1 0 0,1 0 0 0 0,3 0 0 0 0,27 90 1 0 0,-33-133-263 0 0,0 1 1 0 0,0-1 0 0 0,0 0 0 0 0,1 0 0 0 0,0 0 0 0 0,-1 0 0 0 0,5 4 0 0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23.6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18 102 1840 0 0,'-16'-9'7615'0'0,"16"8"-7322"0"0,-1-1 0 0 0,1 1-21 0 0,1 0-1 0 0,-1 0 1 0 0,0 0-1 0 0,1 0 1 0 0,-1 0 0 0 0,1 0-1 0 0,-1 1 1 0 0,1-1 0 0 0,0 0-1 0 0,-1 0 1 0 0,1 0 0 0 0,0 1-1 0 0,0-1 1 0 0,0 0-1 0 0,-1 1 1 0 0,1-1 0 0 0,1 0-1 0 0,42-21 3216 0 0,-18 13-2888 0 0,0 1 0 0 0,0 1 0 0 0,1 2 0 0 0,0 1 0 0 0,27-2 0 0 0,141 4 266 0 0,-146 3-707 0 0,471 22 585 0 0,-9 0-574 0 0,-449-23-293 0 0,1-3 0 0 0,93-17 0 0 0,-39-8-2827 0 0,-93 20-4517 0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24.3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2113 0 5529 0 0,'52'9'15315'0'0,"-382"-5"-12441"0"0,-247-4-3688 0 0,415-4 791 0 0,-1 6 1 0 0,-220 33 0 0 0,174-13 22 0 0,30-4 0 0 0,158-14-51 0 0,-36 10 0 0 0,-7 3-43 0 0,45-18-80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24.8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7370 0 0,'7'18'8839'0'0,"-1"5"-3519"0"0,6 35-2081 0 0,-7-25-3346 0 0,2 0-1 0 0,13 34 0 0 0,1-13 144 0 0,-2 2 0 0 0,-3 0 0 0 0,15 94 0 0 0,-16-15-38 0 0,-4 139 0 0 0,-22 134 35 0 0,6-305 2 0 0,5 66-62 0 0,2-100 391 0 0,-3-1 0 0 0,-19 128-1 0 0,17-182-290 0 0,1-4-85 0 0,0 0 0 0 0,0 0 0 0 0,1 0 0 0 0,0 1 0 0 0,1 14 0 0 0,6-13-2785 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25.7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246 26 4609 0 0,'-9'-1'697'0'0,"1"0"0"0"0,-1 0 0 0 0,0-1 1 0 0,-11-4-1 0 0,-31-4 2764 0 0,32 10-1830 0 0,0 1 1 0 0,0 1-1 0 0,-1 1 1 0 0,-34 10-1 0 0,53-13-1593 0 0,1 0-6 0 0,0 0 0 0 0,-1 0 0 0 0,1 0 0 0 0,0 0 0 0 0,-1 0 0 0 0,1 0 0 0 0,0 0 0 0 0,-1 1 0 0 0,1-1 0 0 0,0 0 0 0 0,-1 0-1 0 0,1 0 1 0 0,0 0 0 0 0,0 1 0 0 0,-1-1 0 0 0,1 0 0 0 0,0 0 0 0 0,0 1 0 0 0,-1-1 0 0 0,1 0 0 0 0,0 0 0 0 0,0 1 0 0 0,0-1 0 0 0,-1 0 0 0 0,1 1 0 0 0,0-1 0 0 0,0 0 0 0 0,0 0 0 0 0,0 1 0 0 0,0-1 0 0 0,0 0 0 0 0,0 1 0 0 0,0-1 0 0 0,0 0 0 0 0,0 1 0 0 0,0-1 0 0 0,0 0 0 0 0,0 1 0 0 0,0-1 0 0 0,0 0-1 0 0,0 1 1 0 0,0-1 0 0 0,0 0 0 0 0,0 1 0 0 0,1-1 0 0 0,-1 0 0 0 0,0 1 0 0 0,0-1 0 0 0,1 1 0 0 0,-1-1-6 0 0,1 1 0 0 0,-1 0 0 0 0,1 0 0 0 0,0-1-1 0 0,-1 1 1 0 0,1-1 0 0 0,0 1 0 0 0,-1 0 0 0 0,1-1 0 0 0,0 1-1 0 0,0-1 1 0 0,0 0 0 0 0,0 1 0 0 0,-1-1 0 0 0,1 0 0 0 0,0 1-1 0 0,0-1 1 0 0,0 0 0 0 0,1 0 0 0 0,33 0 444 0 0,115-4-244 0 0,-62-2-69 0 0,0 4-1 0 0,133 12 1 0 0,-202-8-81 0 0,0-1 1 0 0,0 0 0 0 0,0-2-1 0 0,0 0 1 0 0,0-2 0 0 0,0 0-1 0 0,24-7 1 0 0,-14 1-123 0 0,24-7 2 0 0,-18 12-4671 0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26.3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118 210 6913 0 0,'-4'1'367'0'0,"0"-1"0"0"0,0 1 0 0 0,0-1 0 0 0,0 0-1 0 0,0 0 1 0 0,0-1 0 0 0,0 1 0 0 0,0-1 0 0 0,0 0-1 0 0,0 0 1 0 0,0 0 0 0 0,0-1 0 0 0,1 1 0 0 0,-1-1-1 0 0,-6-4 1 0 0,5 3 272 0 0,1 1 0 0 0,-1 0-1 0 0,0 0 1 0 0,0 0 0 0 0,0 1-1 0 0,0 0 1 0 0,-10-2 0 0 0,35 10 3667 0 0,26 7-4507 0 0,-12-9 247 0 0,1 0 1 0 0,0-3 0 0 0,35-1 0 0 0,107-13 4 0 0,-59 2 135 0 0,245-27 140 0 0,-115 9-183 0 0,183-18 212 0 0,-230 15-220 0 0,79-7-67 0 0,-216 33-65 0 0,55-2-1381 0 0,-110 8-536 0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26.9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 9218 0 0,'-7'3'11844'0'0,"12"10"-11108"0"0,5 21-309 0 0,-1 0 0 0 0,-2 1 0 0 0,-1 0 0 0 0,2 51 0 0 0,2 11-195 0 0,34 505-649 0 0,-26-239 600 0 0,27-2 145 0 0,-34-306-543 0 0,21 130 891 0 0,-18-62-3437 0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27.4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29 415 8754 0 0,'-7'7'-285'0'0,"-15"25"9394"0"0,23-32-9034 0 0,19-2 857 0 0,46-17 293 0 0,-41 11-931 0 0,1 0 0 0 0,49-6 0 0 0,-51 12-281 0 0,401-29 439 0 0,203 10-388 0 0,-280 5 655 0 0,-106 3-214 0 0,298-15 382 0 0,-84-14-534 0 0,-373 32-334 0 0,246-35 49 0 0,-118 14-3 0 0,44-6 68 0 0,237-28 206 0 0,-297 37-122 0 0,-115 15-312 0 0,142-7 0 0 0,-218 20-17 0 0,1 0-1 0 0,-1 0 1 0 0,0 0 0 0 0,1 1 0 0 0,-1-1-1 0 0,0 1 1 0 0,1 0 0 0 0,-1 0 0 0 0,0 1-1 0 0,0-1 1 0 0,7 5 0 0 0,-21-11-2327 0 0,5-1 2421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28.5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63 20 1376 0 0,'-12'-12'1765'0'0,"11"11"-1275"0"0,0 0 1 0 0,0 0-1 0 0,-1 1 1 0 0,1-1 0 0 0,0 0-1 0 0,-1 1 1 0 0,1-1-1 0 0,0 1 1 0 0,-1-1 0 0 0,1 1-1 0 0,-1 0 1 0 0,1 0-1 0 0,0 0 1 0 0,-1 0 0 0 0,1 0-1 0 0,-1 0 1 0 0,1 0-1 0 0,-1 0 1 0 0,1 0 0 0 0,0 1-1 0 0,-1-1 1 0 0,1 1-1 0 0,-2 0 1 0 0,-8 10-403 0 0,10-6 227 0 0,-1 1-1 0 0,1-1 1 0 0,1 0-1 0 0,-1 1 0 0 0,1-1 1 0 0,0 0-1 0 0,0 1 1 0 0,0-1-1 0 0,1 0 1 0 0,0 1-1 0 0,0-1 1 0 0,3 8-1 0 0,2 16 655 0 0,-2 48-92 0 0,-9 134 0 0 0,-1-1 42 0 0,39 236-552 0 0,-4-92-62 0 0,34 234-145 0 0,-34-210-160 0 0,-22-228 0 0 0,1 165 269 0 0,0 3 6 0 0,-2-200-268 0 0,0 10 22 0 0,32 183-1 0 0,-18-154-28 0 0,-17-115 0 0 0,2 0 0 0 0,2 0 0 0 0,21 74 0 0 0,-7-60 0 0 0,23 70 0 0 0,-38-106 121 0 0,2 0 1 0 0,0 0-1 0 0,21 36 0 0 0,-5-11 26 0 0,-19-34 17 0 0,-1 1 126 0 0,-4-12-296 0 0,0 0 1 0 0,1 0 0 0 0,-1 0-1 0 0,0 0 1 0 0,0 0 0 0 0,0 0-1 0 0,0 0 1 0 0,0 0 0 0 0,0 0-1 0 0,0 0 1 0 0,0 0 0 0 0,0 0-1 0 0,0 0 1 0 0,0 0 0 0 0,0 0-1 0 0,0 0 1 0 0,1 0 0 0 0,-1 0-1 0 0,0 0 1 0 0,0 0 0 0 0,0 0-1 0 0,0 0 1 0 0,0 0 0 0 0,0 1-1 0 0,0-1 1 0 0,0 0 0 0 0,0 0-1 0 0,0 0 1 0 0,0 0 0 0 0,0 0-1 0 0,0 0 1 0 0,0 0 0 0 0,0 0-1 0 0,0 0 1 0 0,0 0 0 0 0,0 0-1 0 0,1 0 1 0 0,-1 0 0 0 0,0-5-433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29.3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75 40 6913 0 0,'-12'2'457'0'0,"5"-1"651"0"0,0 0 1 0 0,-1 0 0 0 0,1 1-1 0 0,0 0 1 0 0,0 0-1 0 0,-12 6 1 0 0,31-6 3379 0 0,21-1-2845 0 0,74-29 383 0 0,-79 19-1726 0 0,-1 1 0 0 0,1 2 0 0 0,42-5 0 0 0,-38 15-344 0 0,-25 3-788 0 0,-19 4-1827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31.1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0 8754 0 0,'0'0'133'0'0,"-1"1"1"0"0,1-1 0 0 0,-1 0-1 0 0,1 1 1 0 0,0-1-1 0 0,0 1 1 0 0,-1-1 0 0 0,1 0-1 0 0,0 1 1 0 0,0-1-1 0 0,-1 1 1 0 0,1-1 0 0 0,0 1-1 0 0,0-1 1 0 0,0 0-1 0 0,0 1 1 0 0,0-1 0 0 0,0 1-1 0 0,0-1 1 0 0,0 1-1 0 0,0-1 1 0 0,0 1 0 0 0,0-1-1 0 0,0 1 1 0 0,0-1-1 0 0,0 1 1 0 0,0-1 0 0 0,0 1-1 0 0,0-1 1 0 0,1 1-1 0 0,13 12 2460 0 0,22 0-1 0 0,1-5-1909 0 0,1-2 0 0 0,0-2 0 0 0,0-1 0 0 0,1-2 0 0 0,-1-2 0 0 0,57-8 0 0 0,-87 8-936 0 0,0-1 0 0 0,0 0 0 0 0,0 0 0 0 0,-1-1 0 0 0,1 0 0 0 0,-1 0 0 0 0,0-1 0 0 0,9-5 0 0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31.4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 10138 0 0,'-1'0'132'0'0,"1"0"1"0"0,0 0-1 0 0,-1 0 0 0 0,1 1 1 0 0,-1-1-1 0 0,1 0 0 0 0,-1 0 1 0 0,1 1-1 0 0,0-1 0 0 0,-1 0 1 0 0,1 1-1 0 0,0-1 0 0 0,-1 1 1 0 0,1-1-1 0 0,0 0 0 0 0,0 1 0 0 0,-1-1 1 0 0,1 1-1 0 0,0-1 0 0 0,0 1 1 0 0,0-1-1 0 0,-1 1 0 0 0,1-1 1 0 0,0 1-1 0 0,0-1 0 0 0,0 1 1 0 0,0-1-1 0 0,0 1 0 0 0,0-1 0 0 0,0 1 1 0 0,0-1-1 0 0,0 0 0 0 0,0 1 1 0 0,0-1-1 0 0,1 1 0 0 0,-1-1 1 0 0,0 1-1 0 0,0-1 0 0 0,0 1 1 0 0,1-1-1 0 0,-1 1 0 0 0,0-1 1 0 0,1 1-1 0 0,19 28 5326 0 0,-3-4-4051 0 0,-12 0-1229 0 0,-1 0 0 0 0,-1 0 0 0 0,-1 0 0 0 0,-1 29 0 0 0,0 9-40 0 0,31 244 9 0 0,-30-290-414 0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43.5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228 1406 5985 0 0,'-4'-4'1498'0'0,"1"0"0"0"0,0 1 0 0 0,0-1 1 0 0,1 0-1 0 0,-1-1 0 0 0,1 1 0 0 0,-3-9 0 0 0,0-2-426 0 0,1-1 0 0 0,-4-27 1 0 0,-4-20 79 0 0,-45-91 18 0 0,36 103-1098 0 0,2 0 0 0 0,3-1 0 0 0,1 0 0 0 0,-10-76 0 0 0,19-85 10 0 0,2 35-20 0 0,4 178-62 0 0,0-5 13 0 0,0-1-1 0 0,-1 1 1 0 0,1-1-1 0 0,-1 1 1 0 0,-1-1-1 0 0,1 1 1 0 0,-4-9-1 0 0,5 13-8 0 0,0 1 0 0 0,0-1 1 0 0,1 1-1 0 0,-1-1 0 0 0,0 1 0 0 0,0-1 0 0 0,1 1 0 0 0,-1-1 0 0 0,0 1 1 0 0,1 0-1 0 0,-1-1 0 0 0,0 1 0 0 0,1 0 0 0 0,-1-1 0 0 0,1 1 0 0 0,-1 0 0 0 0,1-1 1 0 0,-1 1-1 0 0,1 0 0 0 0,-1 0 0 0 0,1 0 0 0 0,-1-1 0 0 0,1 1 0 0 0,-1 0 1 0 0,1 0-1 0 0,-1 0 0 0 0,1 0 0 0 0,-1 0 0 0 0,1 0 0 0 0,49-19-4 0 0,1 3 0 0 0,57-12 0 0 0,112-12 0 0 0,9-1 0 0 0,304-60 0 0 0,-368 80 0 0 0,211 0 0 0 0,-339 21 0 0 0,0 1 0 0 0,55 10 0 0 0,-77-8 0 0 0,-1 1 0 0 0,1 0 0 0 0,-1 1 0 0 0,-1 0 0 0 0,1 1 0 0 0,-1 1 0 0 0,0 0 0 0 0,0 1 0 0 0,13 11 0 0 0,-16-13 34 0 0,-1 0 0 0 0,1 0 0 0 0,0-1 0 0 0,15 5-1 0 0,-15-6 31 0 0,-1 0-1 0 0,1 1 0 0 0,-1 0 0 0 0,11 8 0 0 0,-16-10-49 0 0,-2 0 0 0 0,1-1-1 0 0,0 1 1 0 0,0 0 0 0 0,-1 1-1 0 0,0-1 1 0 0,0 0 0 0 0,0 1-1 0 0,0-1 1 0 0,0 1 0 0 0,0-1 0 0 0,-1 1-1 0 0,0 0 1 0 0,0 0 0 0 0,1 6-1 0 0,10 52 483 0 0,36 116 1 0 0,-16-87-497 0 0,-4 0 0 0 0,-4 2 0 0 0,14 113 0 0 0,-19-59 0 0 0,48 180 0 0 0,-45-221 20 0 0,9 127 0 0 0,-29-218-7 0 0,-3-2 143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43.9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12 283 9218 0 0,'0'0'109'0'0,"-1"-1"1"0"0,0 1-1 0 0,1 0 0 0 0,-1 0 1 0 0,0-1-1 0 0,1 1 0 0 0,-1-1 1 0 0,1 1-1 0 0,-1 0 0 0 0,0-1 1 0 0,1 1-1 0 0,-1-1 1 0 0,1 1-1 0 0,0-1 0 0 0,-1 0 1 0 0,1 1-1 0 0,-1-1 0 0 0,1 1 1 0 0,0-1-1 0 0,-1 0 0 0 0,1 1 1 0 0,0-1-1 0 0,0 0 0 0 0,0 1 1 0 0,-1-1-1 0 0,1-1 0 0 0,5-22 3505 0 0,-2 19-2837 0 0,-1 0-1 0 0,1 0 1 0 0,0 0 0 0 0,1 0 0 0 0,-1 0 0 0 0,6-5 0 0 0,-3 6-649 0 0,0 0 1 0 0,0 0-1 0 0,0 1 0 0 0,1-1 1 0 0,-1 1-1 0 0,1 1 0 0 0,0-1 1 0 0,0 1-1 0 0,0 0 1 0 0,0 1-1 0 0,0 0 0 0 0,0 0 1 0 0,1 0-1 0 0,-1 1 0 0 0,0 0 1 0 0,13 2-1 0 0,4 1 4 0 0,0 1 1 0 0,0 2-1 0 0,37 12 0 0 0,-11 3-62 0 0,-40-15-15 0 0,1-1-1 0 0,0 0 1 0 0,0-1 0 0 0,0-1 0 0 0,0 1 0 0 0,1-2-1 0 0,-1 1 1 0 0,21 0 0 0 0,-30-4-51 0 0,1 1 0 0 0,-1-1-1 0 0,0 1 1 0 0,0-1 0 0 0,1 0 0 0 0,-1 0 0 0 0,0 0-1 0 0,0-1 1 0 0,0 1 0 0 0,0 0 0 0 0,0-1 0 0 0,-1 1 0 0 0,1-1-1 0 0,0 0 1 0 0,-1 1 0 0 0,1-1 0 0 0,-1 0 0 0 0,1 0 0 0 0,-1 0-1 0 0,0 0 1 0 0,0 0 0 0 0,0-1 0 0 0,0 1 0 0 0,0 0 0 0 0,-1 0-1 0 0,2-3 1 0 0,1-10 27 0 0,1 1 0 0 0,-2-1-1 0 0,2-16 1 0 0,-2 13-20 0 0,6-50-2340 0 0,-1 15-2607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45.2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106 6 4145 0 0,'-7'-1'621'0'0,"0"-1"0"0"0,1 1 0 0 0,-1 1 1 0 0,0-1-1 0 0,1 1 0 0 0,-1 0 0 0 0,0 0 0 0 0,-13 3 1 0 0,-11 11 11780 0 0,73 28-12255 0 0,55 27 380 0 0,-54-40-279 0 0,48 41 1 0 0,-40-22 23 0 0,-2 2-1 0 0,-3 3 1 0 0,54 75 0 0 0,-79-101-140 0 0,1-2 1 0 0,1 0-1 0 0,43 34 0 0 0,23 24 324 0 0,-80-72-497 0 0,-1 1 0 0 0,0 0 0 0 0,0 0 0 0 0,-1 1-1 0 0,-1 0 1 0 0,0 0 0 0 0,-1 0 0 0 0,5 22 0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4:45.6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442 36 3169 0 0,'4'-36'12202'0'0,"-15"46"-8220"0"0,9-5-3413 0 0,-58 112 677 0 0,-72 203 1 0 0,85-196-953 0 0,-108 272 378 0 0,147-374-525 0 0,1-7 67 0 0,1 1-1 0 0,1 0 1 0 0,0 0-1 0 0,-2 20 1 0 0,10-24 152 0 0,-3-12-412 0 0,0 0 1 0 0,0 1-1 0 0,1-1 0 0 0,-1 0 1 0 0,0 0-1 0 0,0 0 1 0 0,1 0-1 0 0,-1 0 0 0 0,0 0 1 0 0,1 0-1 0 0,-1 1 1 0 0,0-1-1 0 0,1 0 0 0 0,-1 0 1 0 0,0 0-1 0 0,0 0 0 0 0,1 0 1 0 0,-1-1-1 0 0,0 1 1 0 0,1 0-1 0 0,-1 0 0 0 0,0 0 1 0 0,1 0-1 0 0,-1 0 1 0 0,0 0-1 0 0,0 0 0 0 0,1-1 1 0 0,-1 1-1 0 0,0 0 1 0 0,0 0-1 0 0,1 0 0 0 0,-1-1 1 0 0,0 1-1 0 0,0 0 1 0 0,0 0-1 0 0,1 0 0 0 0,-1-1 1 0 0,0 1-1 0 0,0 0 0 0 0,0-1 1 0 0,1 1-1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7:17.6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2264 1 456 0 0,'-18'1'737'0'0,"-1"0"1"0"0,1 2-1 0 0,-18 5 0 0 0,19-4-66 0 0,-1-1 0 0 0,0 0 0 0 0,-19 0 0 0 0,-33-4 450 0 0,-231 11-217 0 0,137 11-818 0 0,-104 8 1812 0 0,132-17-1880 0 0,-88 3-2852 0 0,-76-7 189 0 0,225-8 1038 0 0,-82-12 0 0 0,16 0 368 0 0,-86-1 2215 0 0,217 12-976 0 0,1 0 0 0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7:18.2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211 12 4497 0 0,'1'0'153'0'0,"25"-11"6785"0"0,-29 16-7024 0 0,-1 0 0 0 0,1-1 0 0 0,-1 1 0 0 0,0 0 1 0 0,0-1-1 0 0,-1 0 0 0 0,1 0 0 0 0,-7 4 0 0 0,-48 29-12 0 0,-3 2-38 0 0,55-33 117 0 0,0 0-1 0 0,1 0 1 0 0,0 1-1 0 0,0 0 1 0 0,1 1 0 0 0,0-1-1 0 0,0 1 1 0 0,1 0-1 0 0,0 0 1 0 0,0 1 0 0 0,-4 14-1 0 0,6-17 298 0 0,0 0 0 0 0,1 1-1 0 0,0-1 1 0 0,0 1 0 0 0,1 0-1 0 0,0-1 1 0 0,0 1 0 0 0,0-1-1 0 0,1 1 1 0 0,2 9 0 0 0,-2-13-159 0 0,1 1 0 0 0,0-1 0 0 0,0 0 0 0 0,0-1 1 0 0,0 1-1 0 0,1 0 0 0 0,-1 0 0 0 0,1-1 0 0 0,-1 0 0 0 0,1 1 0 0 0,0-1 0 0 0,0 0 1 0 0,0 0-1 0 0,0-1 0 0 0,0 1 0 0 0,1-1 0 0 0,-1 1 0 0 0,0-1 0 0 0,1 0 1 0 0,-1 0-1 0 0,7 0 0 0 0,10 3-263 0 0,-1-1-1 0 0,30 1 1 0 0,-31-4-5413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6:05.4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48 10138 0 0,'-1'-5'1212'0'0,"0"0"-1"0"0,0-1 1 0 0,1 1-1 0 0,0 0 0 0 0,3-16 3620 0 0,-2 43-3415 0 0,-1 47-1492 0 0,-2 386 2213 0 0,-1-303-4142 0 0,-3-1-3453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6:05.7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89 11979 0 0,'-1'-3'200'0'0,"1"1"0"0"0,0-1 0 0 0,1 1 0 0 0,-1 0 0 0 0,0-1 0 0 0,1 1 0 0 0,-1-1 0 0 0,1 1 1 0 0,0 0-1 0 0,0-1 0 0 0,0 1 0 0 0,0 0 0 0 0,0 0 0 0 0,0 0 0 0 0,1 0 0 0 0,-1 0 0 0 0,1 0 0 0 0,-1 0 1 0 0,1 0-1 0 0,0 0 0 0 0,0 1 0 0 0,0-1 0 0 0,0 1 0 0 0,0-1 0 0 0,0 1 0 0 0,0 0 0 0 0,0 0 1 0 0,4-2-1 0 0,-1 1 103 0 0,1 0 0 0 0,-1 0 0 0 0,0 0 0 0 0,1 0 0 0 0,0 1 0 0 0,-1 0 0 0 0,1 0 0 0 0,0 0 0 0 0,-1 1 0 0 0,1 0 0 0 0,10 1 0 0 0,-8 1-210 0 0,0 1-1 0 0,-1 0 1 0 0,1 0 0 0 0,-1 1 0 0 0,0 0 0 0 0,0 0-1 0 0,-1 1 1 0 0,1 0 0 0 0,-1 0 0 0 0,0 0 0 0 0,-1 1-1 0 0,11 12 1 0 0,5 9-21 0 0,28 50 0 0 0,-46-72-54 0 0,54 99 2 0 0,-33-57-31 0 0,56 79 1 0 0,-70-112 25 0 0,2 0 1 0 0,-1-1-1 0 0,2-1 1 0 0,0 0 0 0 0,0 0-1 0 0,1-2 1 0 0,0 0 0 0 0,1 0-1 0 0,25 11 1 0 0,-38-20 9 0 0,-1 0 0 0 0,1 0 0 0 0,0 0 0 0 0,0-1 0 0 0,0 1-1 0 0,0-1 1 0 0,0 1 0 0 0,0-1 0 0 0,0 0 0 0 0,0 0 0 0 0,0 1 0 0 0,0-2 0 0 0,0 1 0 0 0,0 0 0 0 0,0 0 0 0 0,0-1 0 0 0,0 1-1 0 0,-1-1 1 0 0,1 1 0 0 0,0-1 0 0 0,0 0 0 0 0,3-1 0 0 0,-2-1 31 0 0,-1 1-1 0 0,1-1 1 0 0,-1 1 0 0 0,1-1 0 0 0,-1 0-1 0 0,0 0 1 0 0,0 0 0 0 0,0 0-1 0 0,-1 0 1 0 0,1 0 0 0 0,1-7-1 0 0,3-8 184 0 0,-2-1-1 0 0,0 1 1 0 0,1-35-1 0 0,-4 48-218 0 0,0-173 353 0 0,-2 118-1164 0 0,9-105-1 0 0,-3 143-1197 0 0,1 4-5957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6:06.0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94 4609 0 0,'-5'-16'-161'0'0,"-11"-9"7995"0"0,15 25-7636 0 0,1 0 1 0 0,-1 0-1 0 0,1 0 0 0 0,-1 0 0 0 0,1-1 0 0 0,-1 1 1 0 0,1 0-1 0 0,-1 0 0 0 0,1 0 0 0 0,-1 1 1 0 0,1-1-1 0 0,-1 0 0 0 0,0 0 0 0 0,0 1 12 0 0,0-1-1 0 0,0 1 0 0 0,0 0 0 0 0,0 0 1 0 0,0 0-1 0 0,1 0 0 0 0,-1 0 0 0 0,0 0 1 0 0,0 0-1 0 0,1 0 0 0 0,-1 1 0 0 0,0-1 1 0 0,1 0-1 0 0,-1 0 0 0 0,0 2 0 0 0,-1 4 7 0 0,0 0 0 0 0,0 0 0 0 0,0 0 0 0 0,1 0 0 0 0,0 1 0 0 0,1-1 0 0 0,-1 0 0 0 0,1 0 0 0 0,1 1 0 0 0,-1-1 0 0 0,1 0 0 0 0,1 0 0 0 0,-1 1 0 0 0,1-1 0 0 0,0-1 0 0 0,1 1 0 0 0,5 11 0 0 0,-4-11-182 0 0,-1-1 1 0 0,1 0 0 0 0,0 0 0 0 0,1 0-1 0 0,0 0 1 0 0,0-1 0 0 0,0 0 0 0 0,0 0 0 0 0,1 0-1 0 0,0-1 1 0 0,0 0 0 0 0,0 0 0 0 0,1 0-1 0 0,-1-1 1 0 0,1 1 0 0 0,0-2 0 0 0,0 1 0 0 0,0-1-1 0 0,0 0 1 0 0,0-1 0 0 0,0 1 0 0 0,0-1-1 0 0,1-1 1 0 0,-1 0 0 0 0,1 0 0 0 0,-1 0 0 0 0,8-2-1 0 0,-11 2-13 0 0,0-1 1 0 0,1 0-1 0 0,-1-1 0 0 0,0 1 0 0 0,0-1 0 0 0,-1 1 0 0 0,1-1 1 0 0,0 0-1 0 0,0-1 0 0 0,-1 1 0 0 0,0-1 0 0 0,1 1 0 0 0,-1-1 0 0 0,0 0 1 0 0,0 0-1 0 0,0-1 0 0 0,2-2 0 0 0,-2 0 26 0 0,0 1-1 0 0,-1 0 1 0 0,1-1-1 0 0,-1 1 1 0 0,0-1-1 0 0,-1 0 1 0 0,1 0-1 0 0,-1 0 1 0 0,0 0-1 0 0,0 0 1 0 0,-1-7-1 0 0,0 5-7 0 0,0 0 1 0 0,-1 0-1 0 0,0 0 0 0 0,0 0 1 0 0,-1 0-1 0 0,0 0 0 0 0,0 1 1 0 0,-1-1-1 0 0,0 1 0 0 0,0-1 0 0 0,-1 1 1 0 0,0 0-1 0 0,0 0 0 0 0,0 0 1 0 0,-1 1-1 0 0,0 0 0 0 0,-1 0 1 0 0,-6-6-1 0 0,5 7-257 0 0,-1 0 0 0 0,0 0 1 0 0,0 1-1 0 0,0 0 0 0 0,0 1 0 0 0,-1 0 0 0 0,1 0 1 0 0,-1 1-1 0 0,0 0 0 0 0,0 1 0 0 0,1 0 1 0 0,-14-1-1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6:06.5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114 17 12443 0 0,'-1'-2'197'0'0,"0"1"1"0"0,0 0-1 0 0,0-1 0 0 0,-1 1 1 0 0,1 0-1 0 0,0 0 1 0 0,-1 0-1 0 0,1 0 1 0 0,-1 0-1 0 0,0 0 1 0 0,1 1-1 0 0,-1-1 1 0 0,1 1-1 0 0,-1-1 1 0 0,0 1-1 0 0,0-1 0 0 0,1 1 1 0 0,-1 0-1 0 0,0 0 1 0 0,0 0-1 0 0,1 0 1 0 0,-1 0-1 0 0,0 0 1 0 0,0 0-1 0 0,1 1 1 0 0,-1-1-1 0 0,0 0 0 0 0,0 1 1 0 0,1 0-1 0 0,-1-1 1 0 0,1 1-1 0 0,-1 0 1 0 0,1 0-1 0 0,-1 0 1 0 0,-1 1-1 0 0,0 1-10 0 0,-1 1 0 0 0,1-1 0 0 0,-1 1 0 0 0,1 0 0 0 0,1 0 0 0 0,-1 0-1 0 0,0 0 1 0 0,1 1 0 0 0,0-1 0 0 0,0 1 0 0 0,-2 7 0 0 0,-2 12 108 0 0,1 1 0 0 0,1 0 0 0 0,-2 50 0 0 0,10 79 203 0 0,-1-95-253 0 0,1 456-624 0 0,-7-493-2101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6:06.7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1 169 6913 0 0,'1'-3'128'0'0,"1"1"0"0"0,0 0-1 0 0,-1-1 1 0 0,1 1-1 0 0,0 0 1 0 0,0 0-1 0 0,1 0 1 0 0,-1 0-1 0 0,0 1 1 0 0,1-1 0 0 0,-1 1-1 0 0,1-1 1 0 0,-1 1-1 0 0,5-2 1 0 0,44-11 2954 0 0,-26 8-2254 0 0,56-17 1699 0 0,42-11-3412 0 0,55-15-1214 0 0,-143 37 2086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6:06.9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1 12443 0 0,'-2'3'428'0'0,"0"0"0"0"0,1 1 0 0 0,-1-1 0 0 0,1 1 0 0 0,0-1 1 0 0,0 1-1 0 0,0 0 0 0 0,0 0 0 0 0,1-1 0 0 0,0 1 0 0 0,-1 4 0 0 0,4 49 3252 0 0,-1-36-2913 0 0,0 24 193 0 0,13 127 604 0 0,-12-150-1555 0 0,2 0 0 0 0,0-1-1 0 0,2 1 1 0 0,0-1 0 0 0,18 35 0 0 0,-10-31-376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6:07.2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70 1824 0 0,'-15'10'-182'0'0,"9"0"3463"0"0,5-9-2695 0 0,1 1 1 0 0,1 0-1 0 0,-1 0 1 0 0,0 0-1 0 0,0 0 1 0 0,1-1-1 0 0,-1 1 1 0 0,1 0-1 0 0,-1 0 1 0 0,1-1-1 0 0,0 1 1 0 0,0 0-1 0 0,-1-1 1 0 0,3 3-1 0 0,1 3 240 0 0,1 0 0 0 0,0-1-1 0 0,0 1 1 0 0,0-1 0 0 0,1 0 0 0 0,-1-1-1 0 0,11 8 1 0 0,-7-7-453 0 0,1 1-1 0 0,0-1 1 0 0,0-1 0 0 0,0 0-1 0 0,12 4 1 0 0,-13-6-309 0 0,1 0 0 0 0,0 0 0 0 0,0-1 0 0 0,-1 0 0 0 0,1-1 0 0 0,0 0 0 0 0,0 0 0 0 0,0-1 0 0 0,0-1 0 0 0,1 0 0 0 0,-2 0 0 0 0,1-1 0 0 0,17-5 0 0 0,-25 7-58 0 0,0-1-1 0 0,0 0 1 0 0,1 0-1 0 0,-1 0 1 0 0,0 0 0 0 0,0-1-1 0 0,0 1 1 0 0,0-1-1 0 0,0 1 1 0 0,0-1-1 0 0,0 0 1 0 0,-1 0-1 0 0,1 1 1 0 0,-1-1-1 0 0,1 0 1 0 0,-1 0-1 0 0,0-1 1 0 0,0 1-1 0 0,0 0 1 0 0,0 0 0 0 0,0-1-1 0 0,1-1 1 0 0,-2-1 1 0 0,0 1 0 0 0,1 0 0 0 0,-1 0 0 0 0,-1-1 0 0 0,1 1 1 0 0,-1 0-1 0 0,1 0 0 0 0,-1 0 0 0 0,0 0 0 0 0,-1 0 0 0 0,-3-8 1 0 0,1 2-57 0 0,-2 0 0 0 0,0 0 0 0 0,0 1 0 0 0,0 0 1 0 0,-1 0-1 0 0,-1 1 0 0 0,1-1 0 0 0,-1 2 0 0 0,-10-8 1 0 0,14 12-235 0 0,-1 0 0 0 0,1 0 0 0 0,-1 1 1 0 0,0 0-1 0 0,0 0 0 0 0,0 0 1 0 0,0 0-1 0 0,0 1 0 0 0,-7-1 0 0 0,-6 1-7094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6:07.7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51 26 10594 0 0,'-1'-4'-493'0'0,"-5"-18"6952"0"0,0 31-4119 0 0,-17 70 948 0 0,18-58-3196 0 0,1 1 0 0 0,2 0 0 0 0,0 0 0 0 0,1 0 0 0 0,1 0 1 0 0,1 0-1 0 0,4 24 0 0 0,-4-42-95 0 0,0 0 0 0 0,0 0-1 0 0,1 1 1 0 0,-1-2 0 0 0,1 1 0 0 0,0 0 0 0 0,0 0 0 0 0,0 0-1 0 0,1-1 1 0 0,-1 0 0 0 0,1 1 0 0 0,0-1 0 0 0,0 0 0 0 0,0 0 0 0 0,0 0-1 0 0,1-1 1 0 0,-1 1 0 0 0,5 1 0 0 0,-6-3 0 0 0,0 0 0 0 0,0 0 1 0 0,1 0-1 0 0,-1-1 0 0 0,0 1 1 0 0,0-1-1 0 0,1 0 0 0 0,-1 1 1 0 0,1-1-1 0 0,-1 0 0 0 0,0 0 0 0 0,1-1 1 0 0,-1 1-1 0 0,0 0 0 0 0,1-1 1 0 0,-1 0-1 0 0,0 1 0 0 0,0-1 0 0 0,1 0 1 0 0,-1 0-1 0 0,0 0 0 0 0,0 0 1 0 0,0-1-1 0 0,0 1 0 0 0,0-1 1 0 0,-1 1-1 0 0,1-1 0 0 0,0 1 0 0 0,-1-1 1 0 0,1 0-1 0 0,-1 0 0 0 0,1 0 1 0 0,1-3-1 0 0,0-2 3 0 0,1 0 0 0 0,-1-1 0 0 0,-1 1 0 0 0,1-1 0 0 0,-1 0 0 0 0,-1 0 0 0 0,1 1 0 0 0,-1-1 0 0 0,-1 0 0 0 0,0 0 0 0 0,0-10 0 0 0,0 7 0 0 0,0 0 0 0 0,1 0 0 0 0,0 0 0 0 0,5-18 0 0 0,-1 25-12 0 0,1 11-17 0 0,7 19-42 0 0,-5-11 47 0 0,-4-10 39 0 0,1-1 1 0 0,-1 1-1 0 0,1-1 0 0 0,0 0 1 0 0,1 0-1 0 0,-1 0 1 0 0,1-1-1 0 0,-1 0 1 0 0,1 0-1 0 0,0 0 0 0 0,0-1 1 0 0,1 1-1 0 0,-1-2 1 0 0,0 1-1 0 0,1-1 0 0 0,-1 0 1 0 0,1 0-1 0 0,-1 0 1 0 0,1-1-1 0 0,8-1 1 0 0,-1 1 31 0 0,0-2 1 0 0,0 1 0 0 0,-1-1 0 0 0,1-1-1 0 0,-1-1 1 0 0,0 0 0 0 0,1 0 0 0 0,21-12-1 0 0,-31 13 41 0 0,1 0-1 0 0,-1 0 1 0 0,0 0-1 0 0,0 0 0 0 0,0-1 1 0 0,-1 0-1 0 0,1 0 1 0 0,-1 0-1 0 0,0 0 1 0 0,0 0-1 0 0,0 0 0 0 0,-1-1 1 0 0,1 0-1 0 0,-1 1 1 0 0,0-1-1 0 0,-1 0 1 0 0,1 0-1 0 0,-1 0 1 0 0,0 0-1 0 0,1-10 0 0 0,-2 6-251 0 0,1 0 1 0 0,-2 0-1 0 0,1 0 0 0 0,-4-15 0 0 0,2 12-1479 0 0,-1 1 0 0 0,-1 0 1 0 0,-5-12-1 0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6:08.9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588 436 6449 0 0,'112'-261'6928'0'0,"-100"231"-5958"0"0,8-28 1020 0 0,-11 31 594 0 0,16-33 1 0 0,-38 109 415 0 0,1 3-2901 0 0,-65 175 393 0 0,-36 113-338 0 0,-138 528-90 0 0,102-397 174 0 0,60-197 744 0 0,74-225-758 0 0,1 1 1 0 0,3 0-1 0 0,3 0 1 0 0,1 1-1 0 0,1 64 1 0 0,7-108-2684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6:09.6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111 276 8866 0 0,'-51'-100'4127'0'0,"-9"-23"5347"0"0,87 181-8274 0 0,15 38-1094 0 0,-26-49-6 0 0,6 17 9 0 0,38 80 0 0 0,-51-124-112 0 0,2-1 0 0 0,1-1-1 0 0,0 1 1 0 0,1-2 0 0 0,1 0-1 0 0,0-1 1 0 0,2 0 0 0 0,20 16-1 0 0,-35-30 16 0 0,1-1 0 0 0,-1 0 1 0 0,0 0-1 0 0,1 0 0 0 0,-1 0 0 0 0,1 0 0 0 0,-1-1 0 0 0,1 1 0 0 0,-1 0 1 0 0,1-1-1 0 0,-1 1 0 0 0,1-1 0 0 0,0 1 0 0 0,-1-1 0 0 0,1 0 1 0 0,0 0-1 0 0,0 0 0 0 0,-1 0 0 0 0,1 0 0 0 0,0 0 0 0 0,-1 0 0 0 0,1 0 1 0 0,0-1-1 0 0,-1 1 0 0 0,1-1 0 0 0,0 1 0 0 0,-1-1 0 0 0,1 0 0 0 0,-1 0 1 0 0,1 1-1 0 0,-1-1 0 0 0,0 0 0 0 0,1 0 0 0 0,-1-1 0 0 0,0 1 0 0 0,1 0 1 0 0,-1 0-1 0 0,0-1 0 0 0,0 1 0 0 0,0 0 0 0 0,0-1 0 0 0,1-2 1 0 0,4-7 121 0 0,0-1 0 0 0,-1 0 1 0 0,0 0-1 0 0,4-19 0 0 0,-6 21-144 0 0,13-53 263 0 0,14-129 0 0 0,-22 120-922 0 0,22-85-1 0 0,-30 156 633 0 0,11-31-597 0 0,-11 31 543 0 0,1 0 0 0 0,-1 0 0 0 0,0 0-1 0 0,1 0 1 0 0,-1 0 0 0 0,1 0 0 0 0,-1 0-1 0 0,1 0 1 0 0,-1 0 0 0 0,1 0 0 0 0,0 1 0 0 0,-1-1-1 0 0,1 0 1 0 0,0 0 0 0 0,0 1 0 0 0,-1-1 0 0 0,1 1-1 0 0,0-1 1 0 0,0 1 0 0 0,0-1 0 0 0,0 1-1 0 0,0-1 1 0 0,0 1 0 0 0,0 0 0 0 0,0-1 0 0 0,0 1-1 0 0,1 0 1 0 0,4 3-780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6:09.9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0 363 12731 0 0,'1'1'41'0'0,"-1"-1"0"0"0,0 1 0 0 0,0-1 0 0 0,0 1 0 0 0,1-1 0 0 0,-1 0 0 0 0,0 1 0 0 0,1-1 0 0 0,-1 1 0 0 0,0-1 0 0 0,1 0 0 0 0,-1 0 0 0 0,0 1 0 0 0,1-1 0 0 0,-1 0 0 0 0,1 1 0 0 0,-1-1 1 0 0,0 0-1 0 0,1 0 0 0 0,-1 0 0 0 0,1 0 0 0 0,-1 1 0 0 0,1-1 0 0 0,-1 0 0 0 0,1 0 0 0 0,-1 0 0 0 0,1 0 0 0 0,-1 0 0 0 0,1 0 0 0 0,0 0 0 0 0,20-7 779 0 0,15-16 898 0 0,-26 14-1236 0 0,0-1 0 0 0,-1 0 1 0 0,0-1-1 0 0,-1 1 0 0 0,0-2 0 0 0,-1 1 1 0 0,0-1-1 0 0,-1 0 0 0 0,0-1 0 0 0,5-18 0 0 0,-7 18-305 0 0,-1 0 0 0 0,0 0 0 0 0,-1 0-1 0 0,0 0 1 0 0,-1-1 0 0 0,-1 1-1 0 0,0 0 1 0 0,-1-1 0 0 0,0 1-1 0 0,-5-21 1 0 0,6 32-177 0 0,-1-1 1 0 0,0 1-1 0 0,1 0 1 0 0,-1 0-1 0 0,0 0 0 0 0,0 0 1 0 0,0 0-1 0 0,0 0 0 0 0,0 0 1 0 0,-1 1-1 0 0,1-1 1 0 0,0 0-1 0 0,-1 0 0 0 0,-3-2 1 0 0,5 4-9 0 0,0 0 0 0 0,-1 0 0 0 0,1-1 0 0 0,-1 1 0 0 0,1 0 0 0 0,-1 0 0 0 0,1 0 0 0 0,-1 0 0 0 0,1 0 0 0 0,-1 0 0 0 0,1 0 0 0 0,0 0 1 0 0,-1 0-1 0 0,1 0 0 0 0,-1 0 0 0 0,1 0 0 0 0,-1 0 0 0 0,1 0 0 0 0,-1 0 0 0 0,1 0 0 0 0,-1 1 0 0 0,1-1 0 0 0,-1 0 0 0 0,0 1 0 0 0,-10 16-204 0 0,5-2 193 0 0,2 0 1 0 0,0 1 0 0 0,0-1 0 0 0,2 1-1 0 0,0 0 1 0 0,0 0 0 0 0,2 0-1 0 0,0 0 1 0 0,1 0 0 0 0,0 0 0 0 0,7 27-1 0 0,-6-33 11 0 0,1-1 0 0 0,-1 0-1 0 0,2 0 1 0 0,0 0 0 0 0,0 0-1 0 0,0-1 1 0 0,1 0-1 0 0,0 0 1 0 0,1 0 0 0 0,0 0-1 0 0,0-1 1 0 0,1 0 0 0 0,0 0-1 0 0,0-1 1 0 0,0 0 0 0 0,1 0-1 0 0,0 0 1 0 0,0-1 0 0 0,0-1-1 0 0,16 7 1 0 0,-19-9-134 0 0,0 0 1 0 0,0-1-1 0 0,0 0 0 0 0,1 0 1 0 0,-1-1-1 0 0,0 1 1 0 0,1-1-1 0 0,-1 0 0 0 0,1-1 1 0 0,-1 1-1 0 0,0-1 0 0 0,1 0 1 0 0,-1-1-1 0 0,0 1 0 0 0,0-1 1 0 0,0 0-1 0 0,0 0 1 0 0,0 0-1 0 0,7-6 0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6:10.2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1 132 3681 0 0,'2'-2'650'0'0,"1"0"0"0"0,-1 1 0 0 0,1-1 0 0 0,-1 1 0 0 0,1 0 1 0 0,0 0-1 0 0,-1 0 0 0 0,1 0 0 0 0,0 0 0 0 0,0 1 0 0 0,0-1 0 0 0,0 1 0 0 0,-1 0 0 0 0,1 0 1 0 0,4 0-1 0 0,0 0 295 0 0,0 1 0 0 0,0 0 0 0 0,0 0 0 0 0,0 1 0 0 0,7 2 1 0 0,-1 2-568 0 0,0 2 0 0 0,0-1 0 0 0,-1 2 0 0 0,0 0 1 0 0,0 0-1 0 0,-1 1 0 0 0,-1 1 0 0 0,1 0 0 0 0,10 16 1 0 0,20 17 378 0 0,-43-51-541 0 0,0-1 0 0 0,0 0 1 0 0,1 1-1 0 0,0-1 0 0 0,0-10 0 0 0,-1-4-99 0 0,0-3-145 0 0,0 0 0 0 0,3-28 0 0 0,8-15-2817 0 0,-2 40-5402 0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6:10.6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12443 0 0,'6'8'613'0'0,"-1"-1"0"0"0,-1 1 0 0 0,1 0 0 0 0,-1 1 0 0 0,0-1 0 0 0,-1 1 0 0 0,0-1 0 0 0,-1 1 0 0 0,3 11 0 0 0,5 18 481 0 0,-5-26-817 0 0,-1-1 0 0 0,2 0 0 0 0,-1 1 1 0 0,2-2-1 0 0,-1 1 0 0 0,2-1 0 0 0,10 13 0 0 0,-16-21-256 0 0,0 0 0 0 0,0 0 0 0 0,0 0 0 0 0,0 0-1 0 0,0 0 1 0 0,0-1 0 0 0,0 1 0 0 0,1-1 0 0 0,-1 1-1 0 0,0-1 1 0 0,1 0 0 0 0,-1 0 0 0 0,1 0 0 0 0,0 0-1 0 0,-1-1 1 0 0,1 1 0 0 0,0 0 0 0 0,-1-1 0 0 0,1 0 0 0 0,0 0-1 0 0,0 0 1 0 0,-1 0 0 0 0,1 0 0 0 0,0-1 0 0 0,-1 1-1 0 0,1-1 1 0 0,0 1 0 0 0,-1-1 0 0 0,1 0 0 0 0,-1 0 0 0 0,1 0-1 0 0,-1-1 1 0 0,1 1 0 0 0,-1-1 0 0 0,0 1 0 0 0,0-1-1 0 0,0 0 1 0 0,0 0 0 0 0,3-3 0 0 0,1-2 6 0 0,-1 0 0 0 0,1 0 0 0 0,-2-1 0 0 0,1 1 0 0 0,4-13 0 0 0,-6 14-15 0 0,-1 0 0 0 0,1 0 0 0 0,0 0 0 0 0,0 1 0 0 0,1-1 0 0 0,0 1 0 0 0,0 0 0 0 0,0 0-1 0 0,1 0 1 0 0,9-8 0 0 0,-12 13-5 0 0,-1-1-1 0 0,0 1 1 0 0,0-1 0 0 0,1 1-1 0 0,-1 0 1 0 0,0 0-1 0 0,1 0 1 0 0,-1 0 0 0 0,0 0-1 0 0,1 0 1 0 0,-1 0-1 0 0,0 0 1 0 0,1 0 0 0 0,-1 0-1 0 0,0 1 1 0 0,0-1-1 0 0,1 0 1 0 0,-1 1 0 0 0,0-1-1 0 0,0 1 1 0 0,0 0-1 0 0,1-1 1 0 0,-1 1 0 0 0,0 0-1 0 0,0 0 1 0 0,0 0-1 0 0,0 0 1 0 0,0 0 0 0 0,0 0-1 0 0,-1 0 1 0 0,1 0-1 0 0,0 0 1 0 0,0 0 0 0 0,-1 0-1 0 0,2 2 1 0 0,4 8 87 0 0,0 0 0 0 0,9 23 0 0 0,-11-22-19 0 0,7 13 17 0 0,-1 1 1 0 0,-1 1-1 0 0,-1 0 0 0 0,-2 0 0 0 0,-1 0 1 0 0,-1 1-1 0 0,1 33 0 0 0,-5-40-30 0 0,-1 0-1 0 0,-1-1 1 0 0,-1 1 0 0 0,0-1-1 0 0,-2 0 1 0 0,0 0 0 0 0,-1 0-1 0 0,-2 0 1 0 0,0-1 0 0 0,-14 25-1 0 0,15-32-70 0 0,-1 0 0 0 0,0 0 0 0 0,-1-1 0 0 0,0 0 0 0 0,0-1-1 0 0,-18 16 1 0 0,5-9-311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6:11.3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316 18 10594 0 0,'-1'-1'199'0'0,"0"-1"0"0"0,0 1 0 0 0,0 0 0 0 0,0 0 0 0 0,0-1 0 0 0,0 1 0 0 0,-1 0 0 0 0,1 0 0 0 0,0 0 0 0 0,-1 1 1 0 0,1-1-1 0 0,-1 0 0 0 0,1 0 0 0 0,-1 1 0 0 0,0-1 0 0 0,1 1 0 0 0,-1-1 0 0 0,-2 1 0 0 0,-32 5 3065 0 0,18 1-2504 0 0,1 0 0 0 0,-1 1-1 0 0,1 1 1 0 0,-17 10 0 0 0,19-9-606 0 0,-1 1-1 0 0,2 1 1 0 0,0 0-1 0 0,0 0 1 0 0,1 2-1 0 0,0 0 1 0 0,-17 23 0 0 0,28-33-147 0 0,0-1 0 0 0,0 1 0 0 0,0 0 1 0 0,0 0-1 0 0,1 0 0 0 0,0 0 1 0 0,-1 0-1 0 0,1 0 0 0 0,0 0 1 0 0,1 0-1 0 0,-1 1 0 0 0,0-1 1 0 0,1 0-1 0 0,0 0 0 0 0,0 1 0 0 0,0-1 1 0 0,1 6-1 0 0,0-6-7 0 0,0 0-1 0 0,1 0 0 0 0,-1 0 1 0 0,1 0-1 0 0,0 0 1 0 0,-1-1-1 0 0,1 1 1 0 0,1-1-1 0 0,-1 1 0 0 0,0-1 1 0 0,1 0-1 0 0,-1 0 1 0 0,1 0-1 0 0,-1 0 1 0 0,1 0-1 0 0,0-1 0 0 0,5 3 1 0 0,12 4-7 0 0,-1 0 0 0 0,38 8 1 0 0,-41-12-10 0 0,0 0-1 0 0,-1 1 1 0 0,0 0 0 0 0,0 1 0 0 0,24 14 0 0 0,-38-19 13 0 0,1 0 0 0 0,-1 0 0 0 0,1 0 0 0 0,-1 0 0 0 0,1 0 0 0 0,-1 0 0 0 0,0 1 0 0 0,1-1 0 0 0,-1 0 0 0 0,0 1 0 0 0,0-1 0 0 0,0 1 0 0 0,0-1 0 0 0,0 1 0 0 0,-1 0 0 0 0,1-1 0 0 0,0 1 0 0 0,-1 0 0 0 0,1-1 0 0 0,-1 1 0 0 0,0 0 0 0 0,1 0 0 0 0,-1 0 0 0 0,0 3 0 0 0,-1-2 4 0 0,0 0-1 0 0,0 0 0 0 0,0 0 0 0 0,0 0 0 0 0,-1 0 0 0 0,1 0 0 0 0,-1 0 0 0 0,0 0 0 0 0,0-1 0 0 0,0 1 0 0 0,0-1 1 0 0,-4 5-1 0 0,-6 4 27 0 0,-1-1 0 0 0,0 0 0 0 0,-1-1 0 0 0,-20 10 0 0 0,24-13-23 0 0,-44 20 274 0 0,49-24-255 0 0,1 0 0 0 0,-1-1 1 0 0,0 0-1 0 0,1 0 0 0 0,-1 0 0 0 0,0 0 0 0 0,0-1 0 0 0,0 1 0 0 0,-8-2 1 0 0,12 1-71 0 0,0 0 0 0 0,1 0 0 0 0,-1 0 0 0 0,0 0 0 0 0,1-1 0 0 0,-1 1 0 0 0,1 0 1 0 0,-1 0-1 0 0,0-1 0 0 0,1 1 0 0 0,-1 0 0 0 0,1-1 0 0 0,-1 1 0 0 0,1-1 0 0 0,-1 1 0 0 0,1 0 1 0 0,-1-1-1 0 0,1 1 0 0 0,-1-1 0 0 0,1 0 0 0 0,-1 1 0 0 0,1-1 0 0 0,0 1 0 0 0,-1-1 0 0 0,1 0 1 0 0,0 1-1 0 0,0-1 0 0 0,0 1 0 0 0,-1-1 0 0 0,1 0 0 0 0,0 1 0 0 0,0-1 0 0 0,0 0 0 0 0,0 1 0 0 0,0-1 1 0 0,0 0-1 0 0,0 1 0 0 0,0-1 0 0 0,0 0 0 0 0,1 1 0 0 0,-1-1 0 0 0,0 0 0 0 0,0 1 0 0 0,0-1 1 0 0,1 0-1 0 0,-1 1 0 0 0,0-1 0 0 0,1 1 0 0 0,0-2 0 0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6:11.8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 10138 0 0,'4'5'9506'0'0,"7"14"-9175"0"0,-2 1 0 0 0,0 0 0 0 0,-1 0 0 0 0,-1 0 0 0 0,-1 1 0 0 0,4 30 0 0 0,-4-21 43 0 0,2 0 1 0 0,17 44 0 0 0,-25-73-377 0 0,1-1-1 0 0,-1 0 1 0 0,0 0 0 0 0,0 1-1 0 0,0-1 1 0 0,0 0-1 0 0,0 0 1 0 0,0 1 0 0 0,0-1-1 0 0,0 0 1 0 0,1 0 0 0 0,-1 1-1 0 0,0-1 1 0 0,0 0 0 0 0,0 0-1 0 0,1 0 1 0 0,-1 1-1 0 0,0-1 1 0 0,0 0 0 0 0,0 0-1 0 0,1 0 1 0 0,-1 0 0 0 0,0 0-1 0 0,0 1 1 0 0,1-1 0 0 0,-1 0-1 0 0,0 0 1 0 0,1 0 0 0 0,-1 0-1 0 0,0 0 1 0 0,0 0-1 0 0,1 0 1 0 0,-1 0 0 0 0,0 0-1 0 0,1 0 1 0 0,7-9-207 0 0,7-27-304 0 0,-11 25 350 0 0,13-25-84 0 0,1 1 0 0 0,25-37 0 0 0,-36 62 356 0 0,0 0-1 0 0,0 1 1 0 0,1 0 0 0 0,1 0-1 0 0,-1 1 1 0 0,1 0 0 0 0,1 1-1 0 0,0 0 1 0 0,0 0 0 0 0,0 1 0 0 0,16-7-1 0 0,-23 11-54 0 0,1 1 0 0 0,-1 0-1 0 0,0 0 1 0 0,0 0 0 0 0,1 1-1 0 0,-1-1 1 0 0,0 1 0 0 0,1 0 0 0 0,-1 0-1 0 0,1 0 1 0 0,-1 0 0 0 0,0 0-1 0 0,1 1 1 0 0,-1 0 0 0 0,0-1 0 0 0,0 1-1 0 0,1 1 1 0 0,-1-1 0 0 0,5 3-1 0 0,-3-1-12 0 0,-1 0-1 0 0,0 1 0 0 0,1 0 0 0 0,-1 0 0 0 0,-1 0 0 0 0,1 0 0 0 0,0 1 1 0 0,-1 0-1 0 0,0-1 0 0 0,5 11 0 0 0,-1 1-30 0 0,-1 0-1 0 0,0 1 1 0 0,-2-1-1 0 0,0 1 1 0 0,0 1 0 0 0,1 28-1 0 0,0-15-8 0 0,-5-31-1 0 0,0 0 0 0 0,0 1 0 0 0,1-1 0 0 0,-1 0 0 0 0,0 0 0 0 0,0 0 0 0 0,0 0 0 0 0,0 0 0 0 0,0 0 0 0 0,1 0 0 0 0,-1 1 0 0 0,0-1 0 0 0,0 0 0 0 0,0 0 0 0 0,0 0 0 0 0,1 0-1 0 0,-1 0 1 0 0,0 0 0 0 0,0 0 0 0 0,0 0 0 0 0,1 0 0 0 0,-1 0 0 0 0,0 0 0 0 0,0 0 0 0 0,0 0 0 0 0,0 0 0 0 0,1 0 0 0 0,-1 0 0 0 0,0 0 0 0 0,0-1 0 0 0,0 1 0 0 0,0 0 0 0 0,1 0 0 0 0,-1 0 0 0 0,0 0 0 0 0,0 0 0 0 0,0 0 0 0 0,0 0 0 0 0,0 0 0 0 0,1-1 0 0 0,-1 1 0 0 0,12-16-10 0 0,19-43-100 0 0,-18 34 83 0 0,1-1 1 0 0,31-42-1 0 0,-41 63 65 0 0,1-1 0 0 0,0 1 1 0 0,0 0-1 0 0,0 0 0 0 0,0 1 0 0 0,1-1 0 0 0,0 1 1 0 0,0 0-1 0 0,0 1 0 0 0,0 0 0 0 0,0-1 1 0 0,1 2-1 0 0,0-1 0 0 0,-1 1 0 0 0,1 0 0 0 0,11-1 1 0 0,-15 3-5 0 0,1 0 0 0 0,0 0 0 0 0,-1 0 1 0 0,1 1-1 0 0,-1 0 0 0 0,1-1 0 0 0,-1 1 1 0 0,1 0-1 0 0,-1 1 0 0 0,1-1 1 0 0,-1 1-1 0 0,0-1 0 0 0,0 1 0 0 0,0 0 1 0 0,0 0-1 0 0,0 1 0 0 0,0-1 0 0 0,0 0 1 0 0,3 6-1 0 0,5 5-16 0 0,0 1 0 0 0,17 31 1 0 0,5 4-803 0 0,-23-37 206 0 0,1 0-114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6:12.3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242 46 2745 0 0,'-6'-20'2863'0'0,"5"18"-2104"0"0,-1 0 0 0 0,-4-5 2278 0 0,4 5-2278 0 0,0 1 0 0 0,1 0 0 0 0,-1-1 0 0 0,0 1 0 0 0,0 0 0 0 0,-1 0 1 0 0,1 0-1 0 0,0 0 0 0 0,0 0 0 0 0,0 0 0 0 0,-1 1 0 0 0,1-1 0 0 0,-4 1 1 0 0,4 0-657 0 0,0 0 1 0 0,1 0-1 0 0,-1 0 1 0 0,0 0 0 0 0,1 0-1 0 0,-1 1 1 0 0,1-1-1 0 0,-1 1 1 0 0,1-1 0 0 0,-1 1-1 0 0,1-1 1 0 0,-1 1-1 0 0,1 0 1 0 0,0 0 0 0 0,-1 0-1 0 0,1 0 1 0 0,-2 1 0 0 0,-11 14 44 0 0,0 1 1 0 0,1 0 0 0 0,1 1-1 0 0,-17 30 1 0 0,-30 82-111 0 0,56-124-36 0 0,-14 38-70 0 0,17-42 42 0 0,-1 0 0 0 0,0 0 0 0 0,1 1 1 0 0,-1-1-1 0 0,1 0 0 0 0,0 1 0 0 0,0-1 0 0 0,-1 0 0 0 0,2 1 0 0 0,-1-1 0 0 0,0 0 0 0 0,0 1 1 0 0,1-1-1 0 0,-1 0 0 0 0,2 4 0 0 0,-1-5 9 0 0,0-1 1 0 0,-1 1-1 0 0,1-1 1 0 0,0 1-1 0 0,-1-1 1 0 0,1 0-1 0 0,0 1 1 0 0,-1-1-1 0 0,1 0 0 0 0,0 0 1 0 0,0 0-1 0 0,-1 1 1 0 0,1-1-1 0 0,0 0 1 0 0,0 0-1 0 0,0 0 1 0 0,-1 0-1 0 0,1 0 1 0 0,0 0-1 0 0,0-1 1 0 0,-1 1-1 0 0,1 0 0 0 0,0 0 1 0 0,0 0-1 0 0,-1-1 1 0 0,1 1-1 0 0,0 0 1 0 0,-1-1-1 0 0,1 1 1 0 0,0-1-1 0 0,-1 1 1 0 0,1-1-1 0 0,0 1 0 0 0,-1-1 1 0 0,1 1-1 0 0,-1-1 1 0 0,1 1-1 0 0,-1-1 1 0 0,0 0-1 0 0,1 0 1 0 0,24-28-361 0 0,-23 26 328 0 0,13-18 5 0 0,-1-2-1 0 0,11-24 1 0 0,-14 24 425 0 0,2 1 0 0 0,19-27-1 0 0,-32 48-350 0 0,1 0 0 0 0,-1 1 0 0 0,1-1 0 0 0,0 0 0 0 0,-1 0 0 0 0,1 0-1 0 0,0 1 1 0 0,-1-1 0 0 0,1 0 0 0 0,0 1 0 0 0,0-1 0 0 0,0 0 0 0 0,0 1 0 0 0,-1-1 0 0 0,1 1-1 0 0,0-1 1 0 0,0 1 0 0 0,0 0 0 0 0,0-1 0 0 0,0 1 0 0 0,0 0 0 0 0,0 0 0 0 0,0 0 0 0 0,0 0 0 0 0,0 0-1 0 0,1 0 1 0 0,-1 0 0 0 0,0 0 0 0 0,0 0 0 0 0,0 0 0 0 0,0 0 0 0 0,0 1 0 0 0,0-1 0 0 0,0 0-1 0 0,0 1 1 0 0,-1-1 0 0 0,1 1 0 0 0,0-1 0 0 0,0 1 0 0 0,0 0 0 0 0,0-1 0 0 0,1 2 0 0 0,3 4 55 0 0,0 0 0 0 0,0 0 0 0 0,-1 0 0 0 0,0 1 0 0 0,4 7 0 0 0,5 8-98 0 0,-12-21-2 0 0,52 68-78 0 0,-47-62-371 0 0,1 0 0 0 0,0 0 0 0 0,1 0 1 0 0,0-1-1 0 0,0 0 0 0 0,13 8 0 0 0,-12-11-934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6:12.5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13827 0 0,'0'0'1247'0'0,"6"20"2499"0"0,44 108 1636 0 0,7 24-3717 0 0,27 77-1362 0 0,-44-132-7969 0 0,-28-67-292 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6:12.7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9218 0 0,'3'6'1308'0'0,"0"0"0"0"0,-1 0 0 0 0,1 0 0 0 0,-1 0 0 0 0,0 0 0 0 0,1 8 0 0 0,-1 8 428 0 0,1 41 1 0 0,-2-20-788 0 0,3 42-536 0 0,-2-17-608 0 0,3 0 1 0 0,22 111-1 0 0,-19-150-7907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6:13.8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62 87 2304 0 0,'-22'-37'1644'0'0,"-18"-13"14320"0"0,46 59-15220 0 0,-1 1 0 0 0,0-1 0 0 0,0 1 0 0 0,3 11 0 0 0,6 12-543 0 0,26 51-57 0 0,-5 3-1 0 0,-3 0 1 0 0,38 176 0 0 0,-39-135-2317 0 0,-22-92-5811 0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6:14.5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1 318 7834 0 0,'4'2'489'0'0,"-1"0"0"0"0,1-1 1 0 0,0 1-1 0 0,0-1 1 0 0,0 0-1 0 0,0 0 0 0 0,0 0 1 0 0,1-1-1 0 0,-1 1 1 0 0,0-1-1 0 0,0 0 0 0 0,0 0 1 0 0,0-1-1 0 0,1 1 0 0 0,-1-1 1 0 0,0 0-1 0 0,0 0 1 0 0,0 0-1 0 0,6-3 0 0 0,-2 1-117 0 0,0-1 0 0 0,-1 1 0 0 0,0-1 0 0 0,0-1-1 0 0,0 1 1 0 0,-1-1 0 0 0,1-1 0 0 0,-1 1-1 0 0,6-8 1 0 0,2-4-256 0 0,-1-1 0 0 0,-1 0 0 0 0,0-1 0 0 0,12-27 0 0 0,-21 38-106 0 0,1 0 0 0 0,-1 0 0 0 0,-1 0 1 0 0,0 0-1 0 0,0 0 0 0 0,0-1 0 0 0,-1 1 0 0 0,0 0 0 0 0,0-1 1 0 0,-1 1-1 0 0,-1-1 0 0 0,1 1 0 0 0,-1-1 0 0 0,-3-10 0 0 0,4 18 6 0 0,0 0-1 0 0,0 1 0 0 0,0-1 0 0 0,-1 0 0 0 0,1 1 1 0 0,0-1-1 0 0,0 0 0 0 0,-1 1 0 0 0,1-1 0 0 0,0 0 1 0 0,-1 1-1 0 0,1-1 0 0 0,0 1 0 0 0,-1-1 0 0 0,1 0 1 0 0,-1 1-1 0 0,1-1 0 0 0,-1 1 0 0 0,1 0 0 0 0,-1-1 1 0 0,0 1-1 0 0,1-1 0 0 0,-1 1 0 0 0,1 0 0 0 0,-1-1 1 0 0,0 1-1 0 0,1 0 0 0 0,-1 0 0 0 0,0 0 0 0 0,1-1 1 0 0,-1 1-1 0 0,0 0 0 0 0,0 0 0 0 0,-1 0 0 0 0,1 1 7 0 0,-1 0 0 0 0,0 0 0 0 0,0 0-1 0 0,0 0 1 0 0,1 0 0 0 0,-1 0-1 0 0,1 1 1 0 0,-1-1 0 0 0,1 0 0 0 0,-1 1-1 0 0,1-1 1 0 0,-2 3 0 0 0,-4 6 53 0 0,1 0 1 0 0,0 0 0 0 0,-7 14 0 0 0,9-14-33 0 0,1 0 0 0 0,-1 0 0 0 0,2 0 0 0 0,-1 0 1 0 0,1 0-1 0 0,1 1 0 0 0,0-1 0 0 0,0 0 0 0 0,1 1 0 0 0,1-1 0 0 0,1 14 0 0 0,0-17-40 0 0,-1 0-1 0 0,2 0 0 0 0,-1 0 0 0 0,1-1 0 0 0,0 1 1 0 0,0-1-1 0 0,0 1 0 0 0,1-1 0 0 0,0 0 1 0 0,0-1-1 0 0,1 1 0 0 0,0-1 0 0 0,0 0 1 0 0,0 0-1 0 0,0 0 0 0 0,1-1 0 0 0,9 6 0 0 0,-6-4-324 0 0,1 0 0 0 0,0-1 0 0 0,0 0 0 0 0,0-1-1 0 0,1 0 1 0 0,21 5 0 0 0,-27-8-169 0 0,1-1 0 0 0,-1 1 0 0 0,0-1 0 0 0,1 0 0 0 0,-1-1 1 0 0,0 1-1 0 0,0-1 0 0 0,1 0 0 0 0,-1 0 0 0 0,0-1 0 0 0,0 0 0 0 0,0 0 0 0 0,0 0 0 0 0,0 0 0 0 0,-1-1 0 0 0,9-5 0 0 0,-2 0-767 0 0,0-1 0 0 0,-1-1 0 0 0,12-13 0 0 0,-12 11 739 0 0,0-1-1 0 0,15-27 1 0 0,-19 28 1303 0 0,0 0 1 0 0,-1-1-1 0 0,7-22 0 0 0,-10 25 725 0 0,0 1 0 0 0,-1 0 0 0 0,0-1 0 0 0,0 1-1 0 0,-2-19 1 0 0,1 28-1393 0 0,0-1 0 0 0,0 1-1 0 0,0 0 1 0 0,0-1 0 0 0,0 1-1 0 0,0-1 1 0 0,0 1 0 0 0,0-1-1 0 0,0 1 1 0 0,0-1 0 0 0,0 1-1 0 0,0-1 1 0 0,0 1 0 0 0,0 0 0 0 0,-1-1-1 0 0,1 1 1 0 0,0-1 0 0 0,0 1-1 0 0,0 0 1 0 0,-1-1 0 0 0,1 1-1 0 0,0-1 1 0 0,-1 1 0 0 0,1 0-1 0 0,0 0 1 0 0,-1-1 0 0 0,1 1-1 0 0,0 0 1 0 0,-1-1 0 0 0,1 1-1 0 0,-1 0 1 0 0,0 0 0 0 0,-10 9 1241 0 0,-8 24-856 0 0,11-14-493 0 0,1 1 0 0 0,0 0 0 0 0,2 0 0 0 0,0 0 0 0 0,2 1 0 0 0,0 0 0 0 0,0 41 0 0 0,3-60-44 0 0,0-1-1 0 0,0 1 1 0 0,0-1 0 0 0,0 1-1 0 0,1-1 1 0 0,-1 1 0 0 0,0-1-1 0 0,1 1 1 0 0,-1-1-1 0 0,1 0 1 0 0,-1 1 0 0 0,1-1-1 0 0,0 0 1 0 0,0 1 0 0 0,1 1-1 0 0,-1-3 6 0 0,-1 1-1 0 0,1-1 0 0 0,-1 0 0 0 0,1 0 1 0 0,-1 0-1 0 0,1 0 0 0 0,-1 1 0 0 0,1-1 1 0 0,-1 0-1 0 0,1 0 0 0 0,-1 0 0 0 0,1 0 1 0 0,-1 0-1 0 0,1 0 0 0 0,-1 0 0 0 0,1 0 1 0 0,0 0-1 0 0,-1-1 0 0 0,1 1 1 0 0,-1 0-1 0 0,1 0 0 0 0,-1 0 0 0 0,1-1 1 0 0,-1 1-1 0 0,1 0 0 0 0,-1-1 0 0 0,1 1 1 0 0,2-3-71 0 0,1 0 1 0 0,-1 0-1 0 0,0 0 0 0 0,0-1 1 0 0,-1 1-1 0 0,1-1 1 0 0,-1 1-1 0 0,4-8 1 0 0,5-17 212 0 0,-9 20 11 0 0,1 1 1 0 0,0 0-1 0 0,0 0 0 0 0,0 0 0 0 0,1 0 1 0 0,9-11-1 0 0,-12 17-98 0 0,0 0 0 0 0,0 0 0 0 0,0 0 0 0 0,0 0 1 0 0,0 0-1 0 0,1 0 0 0 0,-1 1 0 0 0,0-1 0 0 0,1 0 0 0 0,-1 1 1 0 0,0-1-1 0 0,1 1 0 0 0,-1-1 0 0 0,1 1 0 0 0,-1 0 0 0 0,3 0 1 0 0,-1 0-12 0 0,-1 0 0 0 0,1 1 1 0 0,-1-1-1 0 0,1 1 1 0 0,-1-1-1 0 0,1 1 1 0 0,-1 0-1 0 0,0 0 0 0 0,1 1 1 0 0,-1-1-1 0 0,0 0 1 0 0,4 3-1 0 0,2 3-163 0 0,0 0 1 0 0,-1 1-1 0 0,12 13 0 0 0,5 6-2166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6:14.9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25 106 11522 0 0,'-24'-105'10291'0'0,"35"153"-6700"0"0,5 20-2925 0 0,3 97 686 0 0,-14-100-1145 0 0,2 0 1 0 0,31 117 0 0 0,-14-119-1628 0 0,-21-57 684 0 0,0-1-1 0 0,1 1 1 0 0,-1-1-1 0 0,1 0 1 0 0,5 4-1 0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6:15.1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173 73 5065 0 0,'1'-3'235'0'0,"0"0"0"0"0,0-1 0 0 0,0 1-1 0 0,0-1 1 0 0,0 1 0 0 0,-1-1 0 0 0,1 1 0 0 0,-1-1 0 0 0,0 1-1 0 0,0-1 1 0 0,0 1 0 0 0,-2-7 0 0 0,2 9 8 0 0,-1-1-1 0 0,0 1 1 0 0,1 0 0 0 0,-1 0 0 0 0,0 0-1 0 0,1-1 1 0 0,-1 1 0 0 0,0 0 0 0 0,0 0-1 0 0,0 0 1 0 0,0 0 0 0 0,0 0 0 0 0,0 1-1 0 0,0-1 1 0 0,-1 0 0 0 0,1 0 0 0 0,0 1-1 0 0,0-1 1 0 0,0 1 0 0 0,-1-1 0 0 0,1 1-1 0 0,0-1 1 0 0,-1 1 0 0 0,1 0 0 0 0,-1 0-1 0 0,1 0 1 0 0,0 0 0 0 0,-1 0 0 0 0,1 0-1 0 0,0 0 1 0 0,-1 0 0 0 0,1 0 0 0 0,-1 0-1 0 0,1 1 1 0 0,0-1 0 0 0,-2 1 0 0 0,-2 1 124 0 0,-1 0-1 0 0,1 1 1 0 0,-1 0 0 0 0,1-1 0 0 0,0 2 0 0 0,0-1 0 0 0,0 0 0 0 0,1 1 0 0 0,-1 0 0 0 0,1 0 0 0 0,0 1 0 0 0,0-1 0 0 0,-7 10 0 0 0,0 3-41 0 0,0 0 0 0 0,-14 33 1 0 0,22-46-281 0 0,1 1 1 0 0,1-1 0 0 0,-1 0 0 0 0,1 1-1 0 0,-1-1 1 0 0,1 0 0 0 0,1 1 0 0 0,-1 0 0 0 0,1-1-1 0 0,-1 1 1 0 0,1-1 0 0 0,0 1 0 0 0,1-1-1 0 0,-1 1 1 0 0,1 0 0 0 0,0-1 0 0 0,0 1 0 0 0,1-1-1 0 0,-1 0 1 0 0,1 1 0 0 0,0-1 0 0 0,0 0-1 0 0,0 0 1 0 0,1 0 0 0 0,-1-1 0 0 0,1 1 0 0 0,0 0-1 0 0,0-1 1 0 0,0 0 0 0 0,1 1 0 0 0,-1-1-1 0 0,1-1 1 0 0,0 1 0 0 0,-1-1 0 0 0,1 1-1 0 0,0-1 1 0 0,1 0 0 0 0,-1 0 0 0 0,0-1 0 0 0,7 2-1 0 0,4 2-64 0 0,1-2-1 0 0,-1 0 0 0 0,1 0 0 0 0,-1-2 0 0 0,1 0 1 0 0,0 0-1 0 0,17-3 0 0 0,110-21-2661 0 0,-130 21 2212 0 0,7-2-851 0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6:15.5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165 41 3681 0 0,'-23'-21'2337'0'0,"19"19"-1463"0"0,0-1-1 0 0,0 1 0 0 0,0 0 0 0 0,-1 0 0 0 0,1 0 1 0 0,0 1-1 0 0,-1-1 0 0 0,-6 0 0 0 0,9 1-447 0 0,-1 1 0 0 0,1 0 1 0 0,-1 0-1 0 0,1 0 0 0 0,-1 0 0 0 0,1 0 0 0 0,0 1 0 0 0,-1-1 0 0 0,1 1 0 0 0,-1-1 1 0 0,1 1-1 0 0,0 0 0 0 0,-1 0 0 0 0,1 0 0 0 0,0 0 0 0 0,-3 2 0 0 0,3-1-322 0 0,0 0 0 0 0,0 0 0 0 0,1 0-1 0 0,-1 0 1 0 0,0 0 0 0 0,1 0-1 0 0,-1 0 1 0 0,1 0 0 0 0,0 1 0 0 0,-1-1-1 0 0,0 3 1 0 0,-5 17-36 0 0,0-1 0 0 0,1 1-1 0 0,2 0 1 0 0,0 0 0 0 0,1 0-1 0 0,1 1 1 0 0,1-1 0 0 0,4 40 0 0 0,-3-59-75 0 0,0-1 1 0 0,0 0-1 0 0,1 1 1 0 0,-1-1-1 0 0,1 0 1 0 0,-1 0-1 0 0,1 0 1 0 0,0 1-1 0 0,0-1 1 0 0,0 0-1 0 0,0 0 1 0 0,0 0-1 0 0,1 0 1 0 0,-1-1-1 0 0,1 1 1 0 0,-1 0-1 0 0,1 0 1 0 0,-1-1-1 0 0,1 1 1 0 0,0-1-1 0 0,0 0 1 0 0,0 1-1 0 0,3 1 1 0 0,-2-3-52 0 0,-1 0-1 0 0,0 0 1 0 0,1 0 0 0 0,-1 0 0 0 0,0 0 0 0 0,1 0 0 0 0,-1-1 0 0 0,0 1 0 0 0,1-1 0 0 0,-1 1 0 0 0,0-1-1 0 0,1 0 1 0 0,-1 0 0 0 0,0 0 0 0 0,0 0 0 0 0,0-1 0 0 0,0 1 0 0 0,0-1 0 0 0,0 1 0 0 0,-1-1-1 0 0,1 1 1 0 0,2-4 0 0 0,15-16-180 0 0,-2 0-1 0 0,0-2 0 0 0,18-33 0 0 0,9-12 1044 0 0,-43 67-737 0 0,0 0 1 0 0,0 0 0 0 0,-1 0 0 0 0,1 0 0 0 0,0 0 0 0 0,0 0-1 0 0,0 0 1 0 0,0 0 0 0 0,0 0 0 0 0,0 1 0 0 0,1-1 0 0 0,-1 0 0 0 0,0 1-1 0 0,0-1 1 0 0,0 1 0 0 0,1-1 0 0 0,-1 1 0 0 0,0 0 0 0 0,0 0-1 0 0,1-1 1 0 0,-1 1 0 0 0,2 0 0 0 0,-1 1-2 0 0,1-1-1 0 0,-1 1 1 0 0,0-1-1 0 0,1 1 1 0 0,-1 0 0 0 0,0 0-1 0 0,1 0 1 0 0,-1 0-1 0 0,0 0 1 0 0,0 1 0 0 0,2 1-1 0 0,7 6 32 0 0,0 1 0 0 0,-1 0 0 0 0,12 18 0 0 0,-11-15-26 0 0,2 2-413 0 0,0-1 0 0 0,1-1 0 0 0,0 0 0 0 0,1-1 0 0 0,21 13 0 0 0,-18-14-1012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6:16.1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230 66 2160 0 0,'0'-3'163'0'0,"0"1"0"0"0,0-1-1 0 0,-1 1 1 0 0,1-1-1 0 0,-1 1 1 0 0,1-1-1 0 0,-1 1 1 0 0,0-1 0 0 0,0 1-1 0 0,-2-4 1 0 0,1 3 329 0 0,0 1-1 0 0,0-1 1 0 0,0 1 0 0 0,0 0 0 0 0,0 0 0 0 0,-1 0 0 0 0,1 0 0 0 0,0 0-1 0 0,-1 0 1 0 0,0 1 0 0 0,1-1 0 0 0,-1 1 0 0 0,-4-2 0 0 0,4 2-26 0 0,0 0 1 0 0,-1 0 0 0 0,0 0 0 0 0,1 0 0 0 0,-1 1 0 0 0,1 0-1 0 0,-1-1 1 0 0,0 1 0 0 0,1 0 0 0 0,-1 1 0 0 0,0-1-1 0 0,1 1 1 0 0,-1 0 0 0 0,1 0 0 0 0,-1 0 0 0 0,1 0 0 0 0,-1 0-1 0 0,1 1 1 0 0,-6 3 0 0 0,1 2-175 0 0,0 0 0 0 0,0 0 0 0 0,1 1-1 0 0,0 0 1 0 0,0 0 0 0 0,1 1 0 0 0,0 0 0 0 0,1 0 0 0 0,-6 14 0 0 0,3-6-242 0 0,2 0 0 0 0,0 0 0 0 0,1 0 1 0 0,-5 31-1 0 0,10-42-45 0 0,0 0-1 0 0,0 0 1 0 0,0 0 0 0 0,1 0-1 0 0,0 0 1 0 0,0 0 0 0 0,1 0 0 0 0,0 0-1 0 0,0 0 1 0 0,0-1 0 0 0,6 11-1 0 0,-7-14-12 0 0,0 0-1 0 0,0 0 1 0 0,0 0 0 0 0,0 0-1 0 0,0 0 1 0 0,1-1-1 0 0,-1 1 1 0 0,1-1-1 0 0,-1 1 1 0 0,1-1-1 0 0,-1 1 1 0 0,1-1 0 0 0,0 0-1 0 0,0 0 1 0 0,0 0-1 0 0,0 0 1 0 0,-1 0-1 0 0,1 0 1 0 0,0 0-1 0 0,1-1 1 0 0,-1 1 0 0 0,0-1-1 0 0,0 1 1 0 0,0-1-1 0 0,0 0 1 0 0,0 0-1 0 0,0 0 1 0 0,1 0-1 0 0,-1 0 1 0 0,0-1 0 0 0,0 1-1 0 0,0 0 1 0 0,0-1-1 0 0,0 0 1 0 0,0 1-1 0 0,4-3 1 0 0,-3 1-9 0 0,0-1 0 0 0,0 1 1 0 0,0-1-1 0 0,0 1 0 0 0,0-1 0 0 0,0 0 1 0 0,-1 0-1 0 0,1-1 0 0 0,-1 1 0 0 0,0 0 1 0 0,0-1-1 0 0,0 1 0 0 0,1-5 0 0 0,17-56 105 0 0,-8 23 11 0 0,-10 35-77 0 0,0-1 1 0 0,1 1 0 0 0,0 0-1 0 0,1-1 1 0 0,-1 2-1 0 0,1-1 1 0 0,0 0-1 0 0,6-5 1 0 0,-9 10-16 0 0,0 0 0 0 0,1-1 0 0 0,-1 2 0 0 0,1-1 0 0 0,-1 0 0 0 0,1 0 0 0 0,-1 0 1 0 0,1 1-1 0 0,-1-1 0 0 0,1 1 0 0 0,0-1 0 0 0,-1 1 0 0 0,1-1 0 0 0,0 1 0 0 0,0 0 0 0 0,-1 0 1 0 0,1 0-1 0 0,0 0 0 0 0,-1 0 0 0 0,1 1 0 0 0,0-1 0 0 0,0 0 0 0 0,-1 1 0 0 0,1-1 0 0 0,-1 1 1 0 0,1 0-1 0 0,0-1 0 0 0,-1 1 0 0 0,1 0 0 0 0,-1 0 0 0 0,0 0 0 0 0,1 0 0 0 0,-1 0 0 0 0,0 0 1 0 0,1 1-1 0 0,-1-1 0 0 0,0 0 0 0 0,1 2 0 0 0,8 9 24 0 0,-1-1 0 0 0,0 1 0 0 0,-1 1 0 0 0,0 0 0 0 0,-1 0 0 0 0,0 0 0 0 0,8 25 0 0 0,-7-13 0 0 0,0 1-1 0 0,-2-1 0 0 0,4 42 0 0 0,-8-52 23 0 0,-2 0-1 0 0,0 0 1 0 0,-1 1-1 0 0,0-1 1 0 0,-1 0-1 0 0,-1 0 1 0 0,0 0-1 0 0,-9 23 1 0 0,9-30-29 0 0,0-1 1 0 0,-1 1-1 0 0,0-1 0 0 0,0 0 1 0 0,-1 0-1 0 0,1 0 0 0 0,-2-1 1 0 0,1 0-1 0 0,0 0 0 0 0,-1 0 1 0 0,0 0-1 0 0,-1-1 1 0 0,1 0-1 0 0,-1 0 0 0 0,0-1 1 0 0,0 0-1 0 0,-13 5 0 0 0,17-8-145 0 0,-1 0-1 0 0,0 0 0 0 0,0 0 0 0 0,-1 0 0 0 0,1-1 1 0 0,0 0-1 0 0,0 0 0 0 0,0 0 0 0 0,0 0 1 0 0,0 0-1 0 0,0-1 0 0 0,0 0 0 0 0,0 0 1 0 0,0 0-1 0 0,0 0 0 0 0,0-1 0 0 0,0 1 0 0 0,0-1 1 0 0,1 0-1 0 0,-1 0 0 0 0,1-1 0 0 0,-1 1 1 0 0,1-1-1 0 0,0 1 0 0 0,-5-7 0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6:16.4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1 359 8290 0 0,'3'1'131'0'0,"0"-1"0"0"0,0 1 0 0 0,0-1-1 0 0,0 0 1 0 0,0 0 0 0 0,0 0 0 0 0,0-1 0 0 0,0 1 0 0 0,0-1 0 0 0,0 1 0 0 0,0-1 0 0 0,-1 0 0 0 0,1 0 0 0 0,0 0 0 0 0,0-1 0 0 0,-1 1-1 0 0,1-1 1 0 0,0 1 0 0 0,-1-1 0 0 0,3-2 0 0 0,5-4 762 0 0,-1 0 1 0 0,0 0-1 0 0,13-16 0 0 0,-14 14-273 0 0,-2-1 0 0 0,1 1-1 0 0,-2-1 1 0 0,1 0-1 0 0,-1 0 1 0 0,-1-1-1 0 0,6-22 1 0 0,-6 13-234 0 0,0-1 0 0 0,-1 0 1 0 0,0-32-1 0 0,-3 48-369 0 0,-1 0 1 0 0,1 1 0 0 0,-1-1-1 0 0,0 1 1 0 0,-1-1-1 0 0,1 1 1 0 0,-5-9 0 0 0,6 14-15 0 0,0-1 0 0 0,-1 0 0 0 0,1 0 0 0 0,0 1 0 0 0,-1-1 0 0 0,1 0 0 0 0,-1 1 0 0 0,0-1 0 0 0,1 0 0 0 0,-1 1 0 0 0,1-1 0 0 0,-1 1 0 0 0,0-1 0 0 0,1 1 0 0 0,-1-1 0 0 0,0 1 0 0 0,0 0 0 0 0,1-1 0 0 0,-1 1 0 0 0,0 0 0 0 0,0-1-1 0 0,-1 1 1 0 0,1 0 9 0 0,0 1 0 0 0,0-1-1 0 0,-1 0 1 0 0,1 1 0 0 0,0-1-1 0 0,0 1 1 0 0,0 0 0 0 0,-1-1-1 0 0,1 1 1 0 0,0 0 0 0 0,0 0-1 0 0,0 0 1 0 0,0 0 0 0 0,1 0-1 0 0,-1 0 1 0 0,0 0 0 0 0,0 0-1 0 0,0 0 1 0 0,0 2 0 0 0,-10 16 120 0 0,0 0 1 0 0,2 1 0 0 0,0 1-1 0 0,2-1 1 0 0,0 1 0 0 0,1 0-1 0 0,1 1 1 0 0,1-1 0 0 0,1 1 0 0 0,1 0-1 0 0,2 33 1 0 0,0-46-48 0 0,1 1 0 0 0,0 0 0 0 0,1-1 1 0 0,0 0-1 0 0,1 1 0 0 0,0-1 0 0 0,0 0 0 0 0,1-1 0 0 0,0 1 0 0 0,7 10 1 0 0,-9-15-72 0 0,1 0 0 0 0,0 0 1 0 0,0-1-1 0 0,0 0 0 0 0,0 0 1 0 0,1 0-1 0 0,-1 0 0 0 0,1 0 0 0 0,0 0 1 0 0,-1-1-1 0 0,1 0 0 0 0,1 0 1 0 0,-1 0-1 0 0,0 0 0 0 0,0-1 1 0 0,1 0-1 0 0,-1 1 0 0 0,1-2 1 0 0,-1 1-1 0 0,1 0 0 0 0,-1-1 1 0 0,1 0-1 0 0,7-1 0 0 0,2 0-677 0 0,0-2-1 0 0,0 0 1 0 0,21-7-1 0 0,-7-1-7196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6:16.9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106 9 2761 0 0,'-16'-7'9342'0'0,"2"5"-3610"0"0,13 3-5532 0 0,-1-1 0 0 0,1 1 1 0 0,-1-1-1 0 0,0 1 0 0 0,1 0 0 0 0,-1 0 0 0 0,1 0 0 0 0,0-1 0 0 0,-1 1 0 0 0,1 1 0 0 0,0-1 0 0 0,0 0 0 0 0,-1 0 0 0 0,1 0 0 0 0,0 1 0 0 0,0-1 0 0 0,0 1 1 0 0,-1 1-1 0 0,-4 8-103 0 0,-1 0-1 0 0,1 1 1 0 0,1-1 0 0 0,0 1 0 0 0,0 0 0 0 0,1 1 0 0 0,1-1 0 0 0,0 1 0 0 0,1 0 0 0 0,-1 23 0 0 0,2-27-44 0 0,1 1 0 0 0,1-1 0 0 0,0 1-1 0 0,0-1 1 0 0,1 1 0 0 0,0-1 0 0 0,0 0 0 0 0,1 0 0 0 0,0 0 0 0 0,1 0 0 0 0,0 0-1 0 0,0-1 1 0 0,1 0 0 0 0,0 0 0 0 0,9 10 0 0 0,-11-14-56 0 0,0-1 0 0 0,0 0 0 0 0,0 0 0 0 0,1 0 1 0 0,0 0-1 0 0,-1 0 0 0 0,1 0 0 0 0,0-1 0 0 0,0 0 0 0 0,1 0 0 0 0,-1 0 0 0 0,0-1 1 0 0,1 1-1 0 0,-1-1 0 0 0,1 0 0 0 0,-1 0 0 0 0,1 0 0 0 0,-1-1 0 0 0,1 0 0 0 0,0 0 0 0 0,-1 0 1 0 0,10-2-1 0 0,-6 0-6 0 0,0 0 1 0 0,0-1 0 0 0,0 0-1 0 0,-1-1 1 0 0,1 0 0 0 0,-1 0-1 0 0,0 0 1 0 0,0-1-1 0 0,0 0 1 0 0,-1-1 0 0 0,12-11-1 0 0,-10 7-41 0 0,0-1 0 0 0,0 1-1 0 0,-1-1 1 0 0,9-19 0 0 0,10-16-52 0 0,-25 45 127 0 0,-1 0-1 0 0,1 0 1 0 0,0 0 0 0 0,0 0-1 0 0,0 0 1 0 0,0 0-1 0 0,0 0 1 0 0,0 0 0 0 0,0 0-1 0 0,0 1 1 0 0,0-1 0 0 0,1 0-1 0 0,-1 1 1 0 0,0-1 0 0 0,0 1-1 0 0,1-1 1 0 0,-1 1 0 0 0,0 0-1 0 0,1-1 1 0 0,-1 1 0 0 0,0 0-1 0 0,1 0 1 0 0,-1 0 0 0 0,0 0-1 0 0,1 0 1 0 0,-1 0 0 0 0,1 0-1 0 0,-1 1 1 0 0,0-1 0 0 0,0 0-1 0 0,1 1 1 0 0,-1-1-1 0 0,0 1 1 0 0,1 0 0 0 0,-1-1-1 0 0,0 1 1 0 0,2 1 0 0 0,5 4 200 0 0,0 0 0 0 0,-1 0 1 0 0,0 1-1 0 0,9 9 1 0 0,-12-12-199 0 0,48 61 478 0 0,-2-1-1429 0 0,-11-28-5844 0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6:17.9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8290 0 0,'8'4'11667'0'0,"0"10"-8791"0"0,0 11-3111 0 0,0 5 666 0 0,45 152 763 0 0,-41-148-1196 0 0,2 0 0 0 0,1-1 1 0 0,23 37-1 0 0,-37-67 1 0 0,0-1 0 0 0,0 0 0 0 0,1 0-1 0 0,-1 0 1 0 0,0-1 0 0 0,1 1 0 0 0,0 0 0 0 0,-1 0 0 0 0,1-1 0 0 0,0 1 0 0 0,0-1 0 0 0,0 1 0 0 0,0-1 0 0 0,0 0-1 0 0,0 0 1 0 0,0 0 0 0 0,0 0 0 0 0,0 0 0 0 0,0 0 0 0 0,1-1 0 0 0,-1 1 0 0 0,0-1 0 0 0,4 1 0 0 0,-3-2-15 0 0,1 0 0 0 0,0 0 1 0 0,-1 0-1 0 0,0 0 1 0 0,1-1-1 0 0,-1 1 0 0 0,0-1 1 0 0,1 0-1 0 0,-1 0 1 0 0,0 0-1 0 0,0-1 1 0 0,-1 1-1 0 0,1 0 0 0 0,3-5 1 0 0,3-4-27 0 0,1 0-1 0 0,-2-1 1 0 0,0 0 0 0 0,0 0 0 0 0,-1-1 0 0 0,-1 0-1 0 0,0 0 1 0 0,-1 0 0 0 0,0-1 0 0 0,5-25 0 0 0,-5 15 18 0 0,-2-1 0 0 0,0 0 0 0 0,-1 0 1 0 0,-2 1-1 0 0,-3-37 0 0 0,69 143 864 0 0,-35-38-271 0 0,-20-29-336 0 0,1 1-1 0 0,14 15 1 0 0,-22-27-509 0 0,1 1 1 0 0,0-1 0 0 0,0-1 0 0 0,0 1-1 0 0,1 0 1 0 0,-1-1 0 0 0,1 0-1 0 0,-1-1 1 0 0,1 1 0 0 0,9 2-1 0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6:18.4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57 6913 0 0,'-1'-2'691'0'0,"0"1"-345"0"0,1 0-1 0 0,-1 1 1 0 0,1-1-1 0 0,-1 0 1 0 0,1 0-1 0 0,0 0 1 0 0,-1 0-1 0 0,1 0 1 0 0,0 0-1 0 0,0 0 1 0 0,0 0-1 0 0,0 0 1 0 0,-1 0-1 0 0,1 0 1 0 0,1 0-1 0 0,-1 0 1 0 0,0 0-1 0 0,0 0 1 0 0,0 0-1 0 0,0 0 1 0 0,1 0-1 0 0,-1 0 1 0 0,0 1-1 0 0,1-3 1 0 0,1 3-102 0 0,-1-1 1 0 0,0 1 0 0 0,0-1-1 0 0,0 1 1 0 0,0 0 0 0 0,0-1-1 0 0,0 1 1 0 0,1 0 0 0 0,-1 0-1 0 0,0 0 1 0 0,0 0 0 0 0,0 0 0 0 0,1 0-1 0 0,-1 0 1 0 0,0 0 0 0 0,0 0-1 0 0,3 1 1 0 0,5 2 213 0 0,1 1-1 0 0,0-1 1 0 0,16 10 0 0 0,-12-4-241 0 0,0 1 0 0 0,-1 0 0 0 0,0 1 0 0 0,0 0 0 0 0,18 23 1 0 0,-23-25-164 0 0,-1 0 0 0 0,0 1 0 0 0,-1 0 1 0 0,0 0-1 0 0,-1 0 0 0 0,0 1 1 0 0,0 0-1 0 0,-1 0 0 0 0,3 12 1 0 0,-14-47 806 0 0,-2-25-806 0 0,8 31-477 0 0,2 0 1 0 0,0 0 0 0 0,1 1 0 0 0,0-1 0 0 0,2 0-1 0 0,9-27 1 0 0,-5 20-7618 0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6:18.8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21 6913 0 0,'5'0'1207'0'0,"1"0"0"0"0,-1 1-1 0 0,0 0 1 0 0,0 0 0 0 0,1 0-1 0 0,-1 1 1 0 0,0-1-1 0 0,0 1 1 0 0,6 3 0 0 0,-4-1-469 0 0,-1 1-1 0 0,1-1 1 0 0,-1 1 0 0 0,0 0 0 0 0,9 10 0 0 0,2 5-1113 0 0,-2 0 1 0 0,26 46-1 0 0,-9-14 1401 0 0,-27-44-1026 0 0,0 1 0 0 0,-1-1 0 0 0,5 14 0 0 0,3 6 0 0 0,-13-34 84 0 0,0 0 1 0 0,1-1-1 0 0,0 1 0 0 0,0 0 1 0 0,0-1-1 0 0,1 1 1 0 0,3-13-1 0 0,-2 6 33 0 0,2-14-401 0 0,1 1 1 0 0,1 0-1 0 0,1 0 0 0 0,1 1 1 0 0,1 0-1 0 0,14-25 0 0 0,-11 25-7660 0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6:19.5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15 222 6913 0 0,'11'-17'10229'0'0,"-1"1"-9581"0"0,0 1 0 0 0,9-23-1 0 0,-15 27-378 0 0,2-3 103 0 0,-1 0 1 0 0,4-23 0 0 0,-8 34-341 0 0,-1 1-1 0 0,1-1 1 0 0,-1 1 0 0 0,0-1 0 0 0,0 1 0 0 0,0-1 0 0 0,0 0 0 0 0,0 1-1 0 0,0-1 1 0 0,-1 1 0 0 0,1-1 0 0 0,-1 1 0 0 0,0-1 0 0 0,0 1 0 0 0,0-1-1 0 0,0 1 1 0 0,0 0 0 0 0,0 0 0 0 0,-1-1 0 0 0,1 1 0 0 0,-4-3 0 0 0,4 4-30 0 0,1 1 0 0 0,-1 0 1 0 0,0-1-1 0 0,0 1 0 0 0,0 0 1 0 0,0 0-1 0 0,1 0 0 0 0,-1 0 1 0 0,0 0-1 0 0,0 0 0 0 0,0 0 1 0 0,0 0-1 0 0,1 0 0 0 0,-1 0 1 0 0,0 0-1 0 0,0 0 0 0 0,0 1 1 0 0,1-1-1 0 0,-1 0 0 0 0,0 1 1 0 0,0-1-1 0 0,1 1 0 0 0,-1-1 1 0 0,0 1-1 0 0,1-1 0 0 0,-1 1 0 0 0,0-1 1 0 0,1 1-1 0 0,-1-1 0 0 0,1 1 1 0 0,-1 0-1 0 0,1-1 0 0 0,-1 1 1 0 0,1 0-1 0 0,-1 0 0 0 0,1-1 1 0 0,-1 3-1 0 0,-18 32-24 0 0,18-33 22 0 0,-4 12 23 0 0,0-1-1 0 0,1 1 1 0 0,0 0-1 0 0,1 0 1 0 0,0 0-1 0 0,1 0 0 0 0,1 1 1 0 0,1 22-1 0 0,0-30 36 0 0,1 0 0 0 0,0 0 0 0 0,0 0 0 0 0,1-1 0 0 0,0 1 0 0 0,0-1 0 0 0,0 1 0 0 0,1-1 0 0 0,4 6-1 0 0,-5-8-1 0 0,1-1 0 0 0,-1 1 1 0 0,1-1-1 0 0,0 0 0 0 0,0 0 0 0 0,0 0 0 0 0,1 0 0 0 0,-1 0 0 0 0,1-1 0 0 0,-1 1 0 0 0,1-1 0 0 0,0 0 0 0 0,0 0 0 0 0,0-1 0 0 0,5 2 0 0 0,-3-2-67 0 0,-1 0 0 0 0,1-1 0 0 0,0 0 0 0 0,-1 0 0 0 0,1 0 0 0 0,-1-1 0 0 0,1 0 0 0 0,0 0 0 0 0,-1 0 0 0 0,0-1 0 0 0,1 0 0 0 0,-1 0 0 0 0,0 0 0 0 0,0-1-1 0 0,0 1 1 0 0,9-8 0 0 0,2-1 50 0 0,0-1 0 0 0,-1 0 0 0 0,20-23 0 0 0,-9 2 379 0 0,-23 27-292 0 0,0 1 1 0 0,0 0 0 0 0,1 0-1 0 0,0 0 1 0 0,0 0-1 0 0,0 1 1 0 0,1-1-1 0 0,-1 1 1 0 0,1 0-1 0 0,0 1 1 0 0,10-6-1 0 0,-14 9-106 0 0,0 0 0 0 0,0 0 0 0 0,1 0-1 0 0,-1 0 1 0 0,0 0 0 0 0,1 0 0 0 0,-1 1-1 0 0,0-1 1 0 0,1 1 0 0 0,-1-1 0 0 0,0 1-1 0 0,0-1 1 0 0,0 1 0 0 0,1-1 0 0 0,-1 1-1 0 0,0 0 1 0 0,0 0 0 0 0,0 0 0 0 0,0 0-1 0 0,0 0 1 0 0,0 0 0 0 0,1 2 0 0 0,22 28 248 0 0,-20-24-143 0 0,3 3-75 0 0,11 15 15 0 0,-1 0 1 0 0,-1 1 0 0 0,17 38 0 0 0,-33-69-228 0 0,1-1 1 0 0,0 1-1 0 0,0-1 1 0 0,0 1 0 0 0,0 0-1 0 0,1 0 1 0 0,3-6-1 0 0,21-50 59 0 0,-14 41 81 0 0,0 0 0 0 0,16-19 0 0 0,-22 32 43 0 0,0-1 0 0 0,1 1 0 0 0,0 0 0 0 0,0 0 0 0 0,1 1-1 0 0,-1 0 1 0 0,14-7 0 0 0,-19 12 7 0 0,1 0-1 0 0,-1 0 1 0 0,0 1 0 0 0,0-1 0 0 0,1 1 0 0 0,-1-1-1 0 0,0 1 1 0 0,1 0 0 0 0,-1 0 0 0 0,0 0-1 0 0,1 0 1 0 0,-1 0 0 0 0,0 1 0 0 0,1-1 0 0 0,-1 1-1 0 0,0-1 1 0 0,0 1 0 0 0,1 0 0 0 0,-1 0-1 0 0,0 0 1 0 0,0 0 0 0 0,0 0 0 0 0,0 1 0 0 0,0-1-1 0 0,0 0 1 0 0,-1 1 0 0 0,1 0 0 0 0,3 3-1 0 0,4 6 108 0 0,1 1 0 0 0,-2 0 0 0 0,13 22 0 0 0,-4-6-125 0 0,-9-18-163 0 0,0 1 1 0 0,1-2-1 0 0,19 18 1 0 0,14 4-3352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6:19.8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0 6449 0 0,'-2'9'1048'0'0,"1"-1"0"0"0,0 1 0 0 0,0-1 0 0 0,1 1 0 0 0,0-1 0 0 0,0 1 0 0 0,1-1 0 0 0,3 14 0 0 0,23 71 4233 0 0,-17-61-4400 0 0,-9-28-824 0 0,168 512 4878 0 0,-156-489-5241 0 0,-10-20-355 0 0,1 1 0 0 0,-1-1 0 0 0,0 1 0 0 0,-1 0 0 0 0,3 12 1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6:20.0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1 199 17508 0 0,'10'-2'603'0'0,"1"0"0"0"0,-1 0 1 0 0,0-1-1 0 0,0-1 0 0 0,0 0 0 0 0,16-8 1 0 0,4-2 184 0 0,229-113 401 0 0,-215 107-2582 0 0,-23 12 667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6:20.1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2 15203 0 0,'-9'6'4641'0'0,"6"-8"-3569"0"0,1-3-887 0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7:21.7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0 239 7834 0 0,'23'0'1941'0'0,"22"-6"-1453"0"0,52-12 1 0 0,-58 10-514 0 0,0 1 0 0 0,50-3 0 0 0,162 12 1078 0 0,33-1 208 0 0,197-7-375 0 0,1 40 904 0 0,144 8-552 0 0,-212-38-1057 0 0,54 1 553 0 0,1078-31 395 0 0,-665-16 351 0 0,728-48 144 0 0,-1301 71-1287 0 0,134-12-336 0 0,-399 25-1241 0 0,0-3-1 0 0,0-1 1 0 0,54-20-1 0 0,-75 22-337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7:23.0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4 333 9098 0 0,'0'0'23'0'0,"0"0"0"0"0,-1 0 1 0 0,1 0-1 0 0,0-1 0 0 0,0 1 0 0 0,0 0 0 0 0,-1 0 0 0 0,1-1 1 0 0,0 1-1 0 0,0 0 0 0 0,0 0 0 0 0,0-1 0 0 0,-1 1 1 0 0,1 0-1 0 0,0-1 0 0 0,0 1 0 0 0,0 0 0 0 0,0 0 1 0 0,0-1-1 0 0,0 1 0 0 0,0 0 0 0 0,0-1 0 0 0,0 1 1 0 0,0 0-1 0 0,0-1 0 0 0,0 1 0 0 0,0 0 0 0 0,0 0 1 0 0,0-1-1 0 0,0 1 0 0 0,0 0 0 0 0,0-1 0 0 0,1 1 0 0 0,-1 0 1 0 0,0 0-1 0 0,0-1 0 0 0,0 1 0 0 0,1-1 0 0 0,13-12 437 0 0,22-8 79 0 0,-12 12-419 0 0,0 0 0 0 0,1 2 0 0 0,47-8 0 0 0,82-1 751 0 0,-66 9-1042 0 0,724-43 1856 0 0,-200 19-548 0 0,-59-18-335 0 0,186-14-215 0 0,3 48-455 0 0,-182 42-53 0 0,-24-1 58 0 0,294-47 3147 0 0,-714 15-2936 0 0,190-20 330 0 0,-198 15-571 0 0,-53 5-107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7:38.5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 46 3225 0 0,'-4'-2'679'0'0,"-32"-42"18430"0"0,47 78-18701 0 0,-2 10-159 0 0,-2 1 0 0 0,0 50-1 0 0,1-3-66 0 0,-2-34-82 0 0,27 347 523 0 0,-33-374-526 0 0,-1 0-1 0 0,-2 1 1 0 0,-1-1-1 0 0,-9 33 1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7:40.7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74 5985 0 0,'4'-41'2878'0'0,"-4"39"-2383"0"0,1 1 0 0 0,-1-1 0 0 0,0 0 1 0 0,0 0-1 0 0,1 1 0 0 0,0-1 0 0 0,-1 0 1 0 0,1 0-1 0 0,0 1 0 0 0,-1-1 1 0 0,1 1-1 0 0,0-1 0 0 0,0 1 0 0 0,0-1 1 0 0,1 1-1 0 0,-1-1 0 0 0,0 1 0 0 0,0 0 1 0 0,3-2-1 0 0,-2 3-331 0 0,-1 0 0 0 0,1 0 1 0 0,0 1-1 0 0,-1-1 0 0 0,1 0 0 0 0,0 1 0 0 0,-1-1 1 0 0,1 1-1 0 0,-1-1 0 0 0,1 1 0 0 0,-1 0 1 0 0,1 0-1 0 0,-1-1 0 0 0,1 1 0 0 0,-1 0 0 0 0,0 0 1 0 0,1 1-1 0 0,-1-1 0 0 0,1 1 0 0 0,24 28 124 0 0,-22-26-93 0 0,17 26-76 0 0,-1 2 0 0 0,19 37 0 0 0,-11-17-34 0 0,-26-49-119 0 0,2 3 13 0 0,-3-10 44 0 0,3-10-183 0 0,8-20 147 0 0,-3 8 0 0 0,17-36-1 0 0,-22 55 13 0 0,0 0 0 0 0,0 1 0 0 0,0-1 0 0 0,1 1-1 0 0,0 0 1 0 0,0 0 0 0 0,0 0 0 0 0,1 1 0 0 0,0 0 0 0 0,6-5 0 0 0,-10 10 6 0 0,-1-1 0 0 0,0 0 0 0 0,1 0 0 0 0,-1 1 0 0 0,1-1-1 0 0,-1 1 1 0 0,0-1 0 0 0,1 1 0 0 0,-1 0 0 0 0,1 0 0 0 0,0-1 0 0 0,-1 1 0 0 0,1 0 0 0 0,-1 0 0 0 0,1 0 0 0 0,-1 1 0 0 0,1-1 0 0 0,-1 0 0 0 0,1 1 0 0 0,-1-1-1 0 0,3 2 1 0 0,0-1 22 0 0,-1 1 0 0 0,0 0 0 0 0,0 0-1 0 0,0 1 1 0 0,0-1 0 0 0,-1 1-1 0 0,1-1 1 0 0,4 7 0 0 0,1 2 65 0 0,-1 1-1 0 0,0 0 1 0 0,10 25 0 0 0,4 47 53 0 0,-21-84-145 0 0,0 0-1 0 0,0 0 0 0 0,0 0 1 0 0,0 0-1 0 0,0 1 1 0 0,0-1-1 0 0,0 0 0 0 0,0 0 1 0 0,0 0-1 0 0,0 0 0 0 0,0 0 1 0 0,1 0-1 0 0,-1 1 0 0 0,0-1 1 0 0,0 0-1 0 0,0 0 1 0 0,0 0-1 0 0,0 0 0 0 0,0 0 1 0 0,0 0-1 0 0,1 0 0 0 0,-1 0 1 0 0,0 0-1 0 0,0 0 0 0 0,0 0 1 0 0,0 1-1 0 0,0-1 0 0 0,0 0 1 0 0,1 0-1 0 0,-1 0 1 0 0,0 0-1 0 0,0 0 0 0 0,0 0 1 0 0,0 0-1 0 0,0 0 0 0 0,1 0 1 0 0,-1 0-1 0 0,0 0 0 0 0,0-1 1 0 0,0 1-1 0 0,0 0 1 0 0,0 0-1 0 0,1 0 0 0 0,-1 0 1 0 0,0 0-1 0 0,0 0 0 0 0,7-8-12 0 0,5-12 11 0 0,-11 18 2 0 0,14-30-26 0 0,-8 15-16 0 0,1 0 0 0 0,14-21 0 0 0,-20 35 38 0 0,0 0 0 0 0,0 0 0 0 0,0 1 0 0 0,1-1-1 0 0,-1 0 1 0 0,1 1 0 0 0,-1-1 0 0 0,1 1-1 0 0,0 0 1 0 0,0 0 0 0 0,0 0 0 0 0,0 0-1 0 0,0 1 1 0 0,1-1 0 0 0,-1 1 0 0 0,0 0-1 0 0,1 0 1 0 0,4-1 0 0 0,-5 2 12 0 0,1 1 0 0 0,-1-1 0 0 0,1 1 0 0 0,-1 0 0 0 0,1 0 0 0 0,-1 0 1 0 0,1 0-1 0 0,-1 0 0 0 0,0 1 0 0 0,0 0 0 0 0,1-1 0 0 0,-1 1 0 0 0,0 0 0 0 0,-1 1 0 0 0,1-1 0 0 0,0 0 0 0 0,-1 1 1 0 0,1 0-1 0 0,-1-1 0 0 0,0 1 0 0 0,0 0 0 0 0,0 0 0 0 0,0 0 0 0 0,0 0 0 0 0,1 6 0 0 0,2 1-30 0 0,-1-1-1 0 0,-1 1 1 0 0,0 0-1 0 0,0 0 1 0 0,-1 0 0 0 0,0 0-1 0 0,1 19 1 0 0,-2-13-1980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7:40.9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16 5985 0 0,'8'-16'17730'0'0,"-7"25"-18077"0"0,-12 200 1452 0 0,33 325-1589 0 0,-20-516-348 0 0,-1-1 0 0 0,0 1 0 0 0,-3 20-1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7:41.2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20 145 9506 0 0,'-9'-45'1772'0'0,"6"38"-758"0"0,1 0-1 0 0,1 0 1 0 0,-1 0-1 0 0,1 0 0 0 0,0 0 1 0 0,1-12-1 0 0,0 17-894 0 0,1 0 0 0 0,-1 0 0 0 0,1 1-1 0 0,-1-1 1 0 0,1 0 0 0 0,0 0-1 0 0,0 1 1 0 0,0-1 0 0 0,0 0 0 0 0,0 1-1 0 0,0-1 1 0 0,0 1 0 0 0,1 0-1 0 0,-1-1 1 0 0,0 1 0 0 0,1 0 0 0 0,-1 0-1 0 0,1 0 1 0 0,-1 0 0 0 0,1 0-1 0 0,0 0 1 0 0,-1 0 0 0 0,1 0 0 0 0,0 1-1 0 0,0-1 1 0 0,-1 1 0 0 0,1-1 0 0 0,0 1-1 0 0,0 0 1 0 0,3-1 0 0 0,-1 1-50 0 0,1-1 0 0 0,0 1 0 0 0,0-1 0 0 0,0 1 1 0 0,0 1-1 0 0,0-1 0 0 0,0 1 0 0 0,0 0 0 0 0,0 0 0 0 0,-1 0 0 0 0,1 1 1 0 0,0-1-1 0 0,-1 1 0 0 0,1 0 0 0 0,-1 1 0 0 0,5 2 0 0 0,-2 1-2 0 0,-1-1-1 0 0,0 1 0 0 0,0 0 1 0 0,0 0-1 0 0,-1 0 0 0 0,0 1 1 0 0,0 0-1 0 0,7 14 0 0 0,-1 4-13 0 0,-1 0-1 0 0,-1 1 1 0 0,-1 1-1 0 0,8 46 1 0 0,15 123-1103 0 0,-23-148-1732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7:41.5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0 103 9674 0 0,'70'-26'8252'0'0,"15"-10"-5496"0"0,-15 7-3706 0 0,-39 17-6075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7:46.5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1 160 920 0 0,'0'-30'1325'0'0,"1"-48"1856"0"0,6 27 10277 0 0,-1 75-10522 0 0,6 51-3691 0 0,-8-45 1628 0 0,40 195-607 0 0,17 129 95 0 0,-59-316-151 0 0,-5 67 0 0 0,0-18-30 0 0,3-82-1629 0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7:49.1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50 456 0 0,'0'-2'408'0'0,"0"0"-1"0"0,0 0 1 0 0,0 0 0 0 0,0 0-1 0 0,0 1 1 0 0,1-1 0 0 0,-1 0-1 0 0,1 0 1 0 0,-1 0 0 0 0,1 0-1 0 0,0 1 1 0 0,-1-1 0 0 0,1 0-1 0 0,0 1 1 0 0,0-1 0 0 0,0 0-1 0 0,0 1 1 0 0,1-1 0 0 0,-1 1-1 0 0,2-2 1 0 0,-2 2-73 0 0,0 1-1 0 0,1-1 1 0 0,-1 1 0 0 0,0-1-1 0 0,0 1 1 0 0,1-1-1 0 0,-1 1 1 0 0,0 0 0 0 0,0 0-1 0 0,1-1 1 0 0,-1 1 0 0 0,0 0-1 0 0,1 0 1 0 0,-1 1-1 0 0,2-1 1 0 0,17 7 205 0 0,-13-3-455 0 0,0 1-1 0 0,0 0 0 0 0,0 1 1 0 0,0 0-1 0 0,-1 0 0 0 0,0 0 1 0 0,0 1-1 0 0,-1 0 0 0 0,0 0 1 0 0,6 10-1 0 0,-1 1 38 0 0,0 1 0 0 0,-1 0-1 0 0,7 23 1 0 0,-11-26 1 0 0,0 1 0 0 0,-1-1-1 0 0,-1 1 1 0 0,2 34 0 0 0,-4-86-407 0 0,2 0-1 0 0,1 0 1 0 0,2 0 0 0 0,1 1 0 0 0,2 0 0 0 0,14-37 0 0 0,-23 70 341 0 0,1-1 0 0 0,-1 1 0 0 0,1-1 0 0 0,0 1 0 0 0,0-1 0 0 0,0 1 0 0 0,-1-1-1 0 0,1 1 1 0 0,1 0 0 0 0,-1 0 0 0 0,0-1 0 0 0,0 1 0 0 0,0 0 0 0 0,1 0 0 0 0,-1 0 0 0 0,0 0 0 0 0,1 1 0 0 0,-1-1-1 0 0,1 0 1 0 0,-1 0 0 0 0,1 1 0 0 0,0-1 0 0 0,2 0 0 0 0,-1 1 140 0 0,0 0 1 0 0,1 0-1 0 0,-1 1 1 0 0,0-1-1 0 0,0 1 1 0 0,0-1-1 0 0,1 1 1 0 0,-1 0-1 0 0,0 0 1 0 0,0 1-1 0 0,4 1 1 0 0,5 4 367 0 0,-1 1 1 0 0,1 0 0 0 0,-2 0 0 0 0,17 17-1 0 0,-17-15-429 0 0,-1 1 0 0 0,0 0 0 0 0,-1 1-1 0 0,0 0 1 0 0,0 0 0 0 0,-2 0 0 0 0,1 1-1 0 0,6 20 1 0 0,-5-5-326 0 0,-1 0 0 0 0,-1 1 0 0 0,3 33 0 0 0,-7-44-1015 0 0,1-2-363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7:49.5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72 1 2304 0 0,'-9'16'9725'0'0,"10"-14"-9391"0"0,0 24 2197 0 0,-1-24-2024 0 0,12 263 4796 0 0,-14-139-5484 0 0,-22 145 1 0 0,21-255 456 0 0,-5-1-4505 0 0,-10-35-366 0 0,2-41 4584 0 0,11 33-42 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7:49.7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1 169 4609 0 0,'1'-14'455'0'0,"1"-1"0"0"0,0 1 0 0 0,1 0 0 0 0,1 0-1 0 0,5-15 1 0 0,-7 25-25 0 0,-1-1-1 0 0,1 1 0 0 0,0 0 1 0 0,0 0-1 0 0,1 0 1 0 0,-1 0-1 0 0,1 1 0 0 0,0-1 1 0 0,0 1-1 0 0,0-1 1 0 0,1 1-1 0 0,-1 0 0 0 0,1 0 1 0 0,-1 1-1 0 0,1-1 1 0 0,0 1-1 0 0,0 0 0 0 0,0 0 1 0 0,1 0-1 0 0,5-2 0 0 0,-7 4-174 0 0,0 0-1 0 0,1 0 0 0 0,-1 0 1 0 0,0 1-1 0 0,1-1 0 0 0,-1 1 1 0 0,0 0-1 0 0,0 0 0 0 0,1 0 1 0 0,-1 0-1 0 0,0 1 0 0 0,0-1 1 0 0,0 1-1 0 0,-1 0 0 0 0,1 0 1 0 0,0 0-1 0 0,4 4 0 0 0,5 5 146 0 0,-1 0-1 0 0,14 16 0 0 0,15 27-153 0 0,-3 1-1 0 0,-1 2 0 0 0,-3 2 0 0 0,27 67 0 0 0,-50-105-405 0 0,-5-13-683 0 0,-1 1 0 0 0,0 0 0 0 0,4 17 1 0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7:49.9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91 8754 0 0,'0'-8'9698'0'0,"24"-2"-8489"0"0,26-13-289 0 0,75-21 0 0 0,-104 38-1288 0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47.57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99 19 3225 0 0,'-10'0'-98'0'0,"-16"0"3091"0"0,-36 4 1 0 0,234-23 7528 0 0,-159 17-11222 0 0,1 1 0 0 0,-1 1 1 0 0,1 0-1 0 0,-1 1 0 0 0,1 0 0 0 0,-1 1 0 0 0,0 1 0 0 0,19 5 1 0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47.88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21 21 5529 0 0,'-20'-21'11070'0'0,"20"21"-11011"0"0,0 0 16 0 0,1 1 0 0 0,0-1-1 0 0,0 0 1 0 0,-1 1 0 0 0,1-1-1 0 0,0 0 1 0 0,0 1 0 0 0,-1-1-1 0 0,1 1 1 0 0,-1-1 0 0 0,1 1 0 0 0,0-1-1 0 0,-1 1 1 0 0,1 0 0 0 0,-1-1-1 0 0,1 1 1 0 0,-1 0 0 0 0,0-1-1 0 0,1 1 1 0 0,-1 0 0 0 0,0-1 0 0 0,1 1-1 0 0,-1 0 1 0 0,0 0 0 0 0,0 1-1 0 0,6 25 495 0 0,-5-21-318 0 0,6 39 229 0 0,2 5 424 0 0,15 51 1 0 0,-19-85-1527 0 0,1-1 1 0 0,0 1 0 0 0,1-1-1 0 0,1 0 1 0 0,0-1 0 0 0,1 0 0 0 0,13 16-1 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48.30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35 58 3225 0 0,'-12'1'-816'0'0,"-11"2"9959"0"0,39-8-5945 0 0,122-28 1336 0 0,3 16-7201 0 0,-115 14-380 0 0,-14 0 1480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48.53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131 0 2304 0 0,'-66'11'3712'0'0,"62"-9"-3148"0"0,0-1 1 0 0,-1 0-1 0 0,1 1 1 0 0,0 0-1 0 0,0 0 1 0 0,0 0-1 0 0,0 1 0 0 0,0-1 1 0 0,0 1-1 0 0,1 0 1 0 0,-1 0-1 0 0,-4 5 1 0 0,6-3-206 0 0,1 1 1 0 0,-1-1 0 0 0,1 0 0 0 0,0 0 0 0 0,0 0 0 0 0,1 1-1 0 0,0-1 1 0 0,0 0 0 0 0,0 0 0 0 0,0 1 0 0 0,1-1 0 0 0,2 9 0 0 0,-1 9-77 0 0,0-3-572 0 0,0 0 0 0 0,2 0 0 0 0,0 0 1 0 0,1-1-1 0 0,13 32 0 0 0,-9-27-1178 0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48.99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12 43 6449 0 0,'-12'-3'4196'0'0,"16"-5"-1703"0"0,13-5-1052 0 0,-16 12-1548 0 0,8-3 326 0 0,-1 1-1 0 0,1 0 1 0 0,0 1-1 0 0,0 0 0 0 0,0 1 1 0 0,1-1-1 0 0,-1 2 0 0 0,0-1 1 0 0,16 2-1 0 0,9 2-53 0 0,39 10 0 0 0,-61-11-137 0 0,113 18-3215 0 0,-108-19-1894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49.27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 1 5065 0 0,'-2'4'5494'0'0,"5"17"-2941"0"0,7 19-1133 0 0,3 13-437 0 0,-7-27-1756 0 0,14 38 1 0 0,-11-41-4284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49.83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 49 3225 0 0,'-6'-2'8297'0'0,"25"-9"-2865"0"0,-12 8-7201 0 0,10-4 2346 0 0,0 2 0 0 0,0 0 1 0 0,1 1-1 0 0,0 0 1 0 0,0 2-1 0 0,0 0 1 0 0,0 1-1 0 0,34 3 0 0 0,49-5-3693 0 0,-88 2 1686 0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50.05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43 1 6913 0 0,'-2'0'320'0'0,"0"0"0"0"0,0 0 0 0 0,1 1 0 0 0,-1-1 0 0 0,0 1 0 0 0,0-1 0 0 0,1 1 0 0 0,-1 0 0 0 0,0 0 0 0 0,1 0 0 0 0,-1 0 0 0 0,1 0 0 0 0,-1 0 0 0 0,1 0-1 0 0,0 0 1 0 0,-1 0 0 0 0,1 1 0 0 0,0-1 0 0 0,0 0 0 0 0,0 1 0 0 0,0-1 0 0 0,0 1 0 0 0,0 0 0 0 0,0-1 0 0 0,1 1 0 0 0,-1 0 0 0 0,1-1 0 0 0,-1 1 0 0 0,1 0-1 0 0,-1 0 1 0 0,1-1 0 0 0,0 3 0 0 0,-2 9 300 0 0,1-1 0 0 0,1 1 0 0 0,1 18 0 0 0,-1-19-309 0 0,1 20-665 0 0,2 0 0 0 0,13 60 0 0 0,-9-66-6523 0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50.52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109 52 3225 0 0,'-30'-3'3096'0'0,"-43"-12"1"0"0,73 15-3032 0 0,0 0-1 0 0,0 0 1 0 0,0 0-1 0 0,-1 0 1 0 0,1 0 0 0 0,0 0-1 0 0,0 0 1 0 0,0 0-1 0 0,-1 0 1 0 0,1 0 0 0 0,0 0-1 0 0,0 0 1 0 0,0 0-1 0 0,-1 0 1 0 0,1 0-1 0 0,0 0 1 0 0,0 0 0 0 0,0-1-1 0 0,-1 1 259 0 0,1 0-258 0 0,0 0-1 0 0,0-1 1 0 0,-1 1 0 0 0,1 0-1 0 0,0 0 1 0 0,0 0-1 0 0,0-1 1 0 0,0 1-1 0 0,0 0 1 0 0,0 0 0 0 0,0 0-1 0 0,0 0 1 0 0,0-1-1 0 0,0 1 1 0 0,0 0 0 0 0,0 0-1 0 0,0 0 1 0 0,0-1-1 0 0,0 1 1 0 0,0 0 0 0 0,0 0-1 0 0,0-1 1 0 0,10-6 1623 0 0,16-2-331 0 0,-3 4-777 0 0,0 2 1 0 0,1 1-1 0 0,-1 1 0 0 0,34 2 0 0 0,93 17-1295 0 0,-128-15 291 0 0,-7-1-815 0 0,-1 0-332 0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50.73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35 0 4145 0 0,'-16'2'516'0'0,"2"7"4837"0"0,9 8-273 0 0,6 1-5051 0 0,7 54 1158 0 0,6-1-3477 0 0,-8-48-2816 0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51.03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0 128 6449 0 0,'6'-8'531'0'0,"1"1"-1"0"0,-1 0 0 0 0,1 0 0 0 0,0 1 1 0 0,1 0-1 0 0,-1 0 0 0 0,1 0 0 0 0,13-6 0 0 0,73-31 4543 0 0,-88 41-5044 0 0,4-2-1217 0 0,0 0-1 0 0,1 1 0 0 0,17-4 0 0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51.28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45 0 8610 0 0,'-1'0'313'0'0,"-1"0"0"0"0,0 0 1 0 0,1 1-1 0 0,-1-1 0 0 0,0 0 0 0 0,1 0 1 0 0,-1 1-1 0 0,0-1 0 0 0,1 1 0 0 0,-1 0 0 0 0,1-1 1 0 0,-1 1-1 0 0,1 0 0 0 0,-1 0 0 0 0,1 0 1 0 0,-1 0-1 0 0,1 0 0 0 0,0 0 0 0 0,0 0 1 0 0,-1 1-1 0 0,0 1 0 0 0,0 0-29 0 0,1 0 0 0 0,-1 0 0 0 0,1 0-1 0 0,0 1 1 0 0,0-1 0 0 0,0 0 0 0 0,0 0 0 0 0,1 1 0 0 0,-1-1 0 0 0,1 5-1 0 0,1 9-110 0 0,0-1-1 0 0,1 0 0 0 0,6 26 1 0 0,-6-35-174 0 0,23 75-1856 0 0,-17-60-2302 0 0,0 0-1559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51.67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1 132 6913 0 0,'0'-2'150'0'0,"0"0"-1"0"0,0 0 1 0 0,0-1 0 0 0,0 1-1 0 0,0 0 1 0 0,1-1-1 0 0,-1 1 1 0 0,1 0-1 0 0,-1 0 1 0 0,1 0-1 0 0,0 0 1 0 0,0-1-1 0 0,0 1 1 0 0,0 0-1 0 0,0 0 1 0 0,0 1-1 0 0,1-1 1 0 0,-1 0-1 0 0,1 0 1 0 0,-1 1-1 0 0,1-1 1 0 0,0 1-1 0 0,-1-1 1 0 0,1 1-1 0 0,0 0 1 0 0,0-1-1 0 0,4 0 1 0 0,7-6 952 0 0,0 2 1 0 0,1 0-1 0 0,14-5 1 0 0,-20 9-928 0 0,23-9 937 0 0,0 2-1 0 0,63-10 1 0 0,-67 16-1442 0 0,-1 1-1 0 0,1 2 1 0 0,0 0-1 0 0,28 5 1 0 0,-40-2-1027 0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51.92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 1 920 0 0,'2'19'10279'0'0,"-4"42"-8251"0"0,1-19-628 0 0,0 18-374 0 0,0-14-1146 0 0,2 0 0 0 0,7 54 0 0 0,-3-73-5379 0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52.30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11 5985 0 0,'13'-2'8856'0'0,"71"-6"-7918"0"0,-8 12-2283 0 0,-61-2 106 0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52.55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35 3 920 0 0,'-29'-2'9747'0'0,"29"2"-9470"0"0,-1 1-1 0 0,0 0 1 0 0,1 0-1 0 0,0-1 0 0 0,-1 1 1 0 0,1 0-1 0 0,-1 0 1 0 0,1 0-1 0 0,0-1 0 0 0,0 1 1 0 0,-1 0-1 0 0,1 0 1 0 0,0 0-1 0 0,0 0 0 0 0,0 0 1 0 0,0 0-1 0 0,0-1 1 0 0,0 1-1 0 0,0 1 0 0 0,6 136 5198 0 0,7-47-11817 0 0,-7-62-245 0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7:17.91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115 21 5121 0 0,'-33'-9'455'0'0,"26"7"424"0"0,0 0 1 0 0,0 0 0 0 0,-1 1-1 0 0,-13-1 1 0 0,11 1 757 0 0,9 0-1475 0 0,0 1-1 0 0,0 0 1 0 0,0 0 0 0 0,0-1 0 0 0,0 1 0 0 0,0 0 0 0 0,1 0 0 0 0,-1 0 0 0 0,0 0-1 0 0,0 0 1 0 0,0 1 0 0 0,0-1 0 0 0,-9 5 3969 0 0,14-4-4005 0 0,9 2 126 0 0,0 0 0 0 0,0-1 0 0 0,23 0 0 0 0,-20-1-46 0 0,1 1 0 0 0,26 5 0 0 0,-26-4-639 0 0,1 0 0 0 0,0-1 0 0 0,0-1 0 0 0,27-2 0 0 0,-12 0-3430 0 0,-23 1 2400 0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7:18.36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51 1 3225 0 0,'-31'10'1294'0'0,"11"-1"2329"0"0,38-12 887 0 0,26 3-2734 0 0,-31 0-1098 0 0,41 1 232 0 0,75-3-3470 0 0,-106 2-119 0 0,-13 0-1385 0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7:18.89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22 12 5065 0 0,'-21'-11'9989'0'0,"35"11"-8845"0"0,134 17-409 0 0,-85-8-4264 0 0,-48-7-1449 0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7:19.21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 19 2304 0 0,'-3'0'3227'0'0,"72"-1"5715"0"0,36-5-7491 0 0,-57 4-1341 0 0,-7-4-2217 0 0,-26 3-2954 0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7:19.80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28 5 5065 0 0,'-27'6'9679'0'0,"36"-9"-7163"0"0,-4 2-2103 0 0,219-6 542 0 0,-188 7-2133 0 0,-17 0-5110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7:20.24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37 13 4145 0 0,'-17'2'437'0'0,"-3"-1"2852"0"0,31-5 1377 0 0,-6 3-4064 0 0,-4 1-587 0 0,135-10 4707 0 0,-110 10-5238 0 0,-1 1 0 0 0,0 0 0 0 0,41 9 1 0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7:20.75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12 22 3225 0 0,'-1'0'121'0'0,"1"0"0"0"0,0 0 0 0 0,-1 0 0 0 0,1 0 1 0 0,-1 0-1 0 0,1 0 0 0 0,0 0 0 0 0,-1-1 0 0 0,1 1 1 0 0,-1 0-1 0 0,1 0 0 0 0,0 0 0 0 0,-1 0 0 0 0,1 0 1 0 0,0-1-1 0 0,-1 1 0 0 0,1 0 0 0 0,0 0 0 0 0,-1 0 0 0 0,1-1 1 0 0,0 1-1 0 0,-1 0 0 0 0,1-1 0 0 0,0 1 0 0 0,0 0 1 0 0,-1-1-1 0 0,1 1 0 0 0,0 0 0 0 0,0-1 0 0 0,0 1 1 0 0,-1 0-1 0 0,1-1 0 0 0,0 1 0 0 0,0-1 0 0 0,0 1 0 0 0,0 0 1 0 0,0-1-1 0 0,15-6 3532 0 0,28 1-980 0 0,58 11-491 0 0,-51-2-3629 0 0,-35-2-3906 0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7:21.14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26 1376 0 0,'4'-2'9565'0'0,"35"-2"-6056"0"0,39-7-1103 0 0,-57 8-2655 0 0,0 0 0 0 0,0 1 0 0 0,-1 2 1 0 0,1 0-1 0 0,23 3 0 0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7:21.66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12 5529 0 0,'7'-4'9125'0'0,"17"3"-8986"0"0,-13 1 615 0 0,160-3-1307 0 0,-147 0-710 0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7:22.07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15 25 4145 0 0,'-15'1'10423'0'0,"21"-2"-9653"0"0,120-18 2631 0 0,-37 14-4143 0 0,-76 5-123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9:06.49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0 336 7834 0 0,'26'3'2654'0'0,"6"0"-1486"0"0,0-2 1 0 0,-1-1 0 0 0,1-2-1 0 0,-1-1 1 0 0,1-1 0 0 0,33-9 0 0 0,183-65 1297 0 0,-103 29-1502 0 0,-79 30-834 0 0,-2-4 0 0 0,-1-2-1 0 0,119-66 1 0 0,-158 72-1281 0 0,-51 7-7168 0 0,16 8 8134 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9:06.87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18 47 5065 0 0,'8'-46'14187'0'0,"-16"65"-12775"0"0,2 5-1068 0 0,1 1-1 0 0,2 0 0 0 0,0 0 0 0 0,2 0 0 0 0,2 27 0 0 0,16 127-316 0 0,-14-151 63 0 0,1 6-78 0 0,1 0 1 0 0,2 0-1 0 0,1-1 1 0 0,1 1-1 0 0,2-2 1 0 0,1 0-1 0 0,2 0 1 0 0,1-1-1 0 0,31 46 1 0 0,-24-46-8 0 0,8 10 47 0 0,37 66-1 0 0,-61-95-42 0 0,1 1 1 0 0,-2 1-1 0 0,1-1 1 0 0,-2 1-1 0 0,0 0 1 0 0,-1 0-1 0 0,0 0 1 0 0,-1 0-1 0 0,0 29 1 0 0,-2-35-11 0 0,-1 0 0 0 0,0 0 1 0 0,0 0-1 0 0,-1-1 1 0 0,0 1-1 0 0,0 0 1 0 0,-1-1-1 0 0,0 0 0 0 0,0 0 1 0 0,-1 0-1 0 0,0 0 1 0 0,0 0-1 0 0,-9 10 1 0 0,7-8-307 0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9:10.50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272 61 3681 0 0,'-72'36'5744'0'0,"-84"58"1"0"0,153-92-5540 0 0,-1 0 95 0 0,1 1 0 0 0,-1-1-1 0 0,1 1 1 0 0,-1-1-1 0 0,1 1 1 0 0,0 0 0 0 0,0 1-1 0 0,0-1 1 0 0,0 0 0 0 0,1 1-1 0 0,-4 6 1 0 0,6-10-246 0 0,0 1 1 0 0,1-1-1 0 0,-1 1 0 0 0,0-1 1 0 0,0 1-1 0 0,1-1 1 0 0,-1 1-1 0 0,0-1 1 0 0,1 1-1 0 0,-1-1 1 0 0,0 1-1 0 0,1-1 0 0 0,-1 1 1 0 0,1-1-1 0 0,-1 1 1 0 0,1-1-1 0 0,-1 0 1 0 0,1 1-1 0 0,-1-1 0 0 0,1 0 1 0 0,-1 0-1 0 0,1 1 1 0 0,-1-1-1 0 0,1 0 1 0 0,0 0-1 0 0,-1 0 0 0 0,1 0 1 0 0,-1 0-1 0 0,1 0 1 0 0,0 0-1 0 0,-1 0 1 0 0,1 0-1 0 0,-1 0 1 0 0,1 0-1 0 0,0 0 0 0 0,0 0 1 0 0,26-1 458 0 0,-25 1-441 0 0,281-42 1094 0 0,-129 16-1065 0 0,110-24 200 0 0,69-9-69 0 0,-81 17-157 0 0,-249 41-251 0 0,-1 1 0 0 0,1-1 0 0 0,-1 0 0 0 0,1 0-1 0 0,-1 1 1 0 0,1-2 0 0 0,-1 1 0 0 0,0 0 0 0 0,1 0 0 0 0,-1-1 0 0 0,0 1 0 0 0,0-1-1 0 0,0 0 1 0 0,3-3 0 0 0,-3 2-695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9:38.75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47 76 1696 0 0,'-8'5'349'0'0,"5"-4"-58"0"0,1 1 1 0 0,0-1-1 0 0,-1 0 0 0 0,1 1 1 0 0,-1-1-1 0 0,0 0 0 0 0,1-1 0 0 0,-1 1 1 0 0,0 0-1 0 0,1-1 0 0 0,-1 1 1 0 0,-5-1-1 0 0,36 3 6110 0 0,5-9-3339 0 0,39-19-1941 0 0,-21 6 534 0 0,84-16-588 0 0,-76 24-8149 0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9:39.18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47 88 968 0 0,'0'-5'-65'0'0,"-2"-39"2506"0"0,2 41-1768 0 0,-1 0 0 0 0,-23-30 13053 0 0,23 34-13588 0 0,-4 14 2034 0 0,1 21-1933 0 0,3-35-45 0 0,1 2-176 0 0,-8 188 592 0 0,9-158-552 0 0,1 0 0 0 0,1 0-1 0 0,15 58 1 0 0,-11-63-31 0 0,-1 1 0 0 0,-2 0 1 0 0,0 1-1 0 0,-1 33 0 0 0,-2-49-1000 0 0,-1-8-84 0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9:39.65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22 43 5673 0 0,'-21'3'2626'0'0,"41"-5"217"0"0,42-13-245 0 0,-29 6-1624 0 0,-1 2 0 0 0,59-5 0 0 0,-54 11-578 0 0,49 5 0 0 0,-24 7-1682 0 0,-53-9 71 0 0,0 1-1 0 0,-1 0 0 0 0,0 0 0 0 0,12 7 0 0 0,-20-10 1189 0 0,0 1 1 0 0,1-1-1 0 0,-1 0 0 0 0,1 1 1 0 0,-1-1-1 0 0,0 0 0 0 0,1 1 1 0 0,-1-1-1 0 0,0 1 0 0 0,0-1 1 0 0,1 1-1 0 0,-1-1 0 0 0,0 0 1 0 0,0 1-1 0 0,1-1 0 0 0,-1 1 1 0 0,0-1-1 0 0,0 1 0 0 0,0-1 1 0 0,0 1-1 0 0,0-1 1 0 0,0 1-1 0 0,0-1 0 0 0,0 1 1 0 0,0-1-1 0 0,0 1 0 0 0,0-1 1 0 0,0 1-1 0 0,0-1 0 0 0,0 1 1 0 0,-1-1-1 0 0,1 1 0 0 0,0-1 1 0 0,0 1-1 0 0,-1-1 0 0 0,1 1 1 0 0,0-1-1 0 0,0 0 0 0 0,-1 1 1 0 0,1-1-1 0 0,0 1 1 0 0,-1-1-1 0 0,1 0 0 0 0,-1 1 1 0 0,1-1-1 0 0,0 0 0 0 0,-1 0 1 0 0,1 1-1 0 0,-1-1 0 0 0,1 0 1 0 0,-1 0-1 0 0,1 0 0 0 0,-1 1 1 0 0,1-1-1 0 0,-1 0 0 0 0,1 0 1 0 0,-1 0-1 0 0,-8 3 14 0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9:40.00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23 2304 0 0,'7'-23'8711'0'0,"-6"23"-8422"0"0,15 4 6363 0 0,-7 6-6692 0 0,-1 8 472 0 0,-1 0 0 0 0,-1 0 0 0 0,0 1 1 0 0,-1 0-1 0 0,-1 0 0 0 0,-1 0 0 0 0,1 35 0 0 0,9 46 320 0 0,-10-85-882 0 0,-2-8-246 0 0,0 0-1 0 0,1 1 1 0 0,0-1 0 0 0,1 0 0 0 0,5 11 0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9:40.44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 19 7834 0 0,'-11'8'1288'0'0,"11"-8"-1216"0"0,0 1-1 0 0,0-1 1 0 0,0 0-1 0 0,0 1 1 0 0,1-1-1 0 0,-1 1 1 0 0,0-1-1 0 0,0 1 1 0 0,0-1-1 0 0,0 0 1 0 0,1 1-1 0 0,-1-1 1 0 0,0 1-1 0 0,0-1 1 0 0,1 0-1 0 0,-1 1 1 0 0,0-1 0 0 0,0 0-1 0 0,1 1 1 0 0,-1-1-1 0 0,1 0 1 0 0,-1 0-1 0 0,0 1 1 0 0,1-1-1 0 0,-1 0 1 0 0,0 0-1 0 0,1 1 1 0 0,-1-1-1 0 0,1 0 1 0 0,-1 0-1 0 0,1 0 1 0 0,-1 0-1 0 0,1 0 1 0 0,-1 0-1 0 0,0 0 1 0 0,1 0-1 0 0,-1 0 1 0 0,1 0 0 0 0,-1 0-1 0 0,1 0 1 0 0,20 3 640 0 0,1 0 1 0 0,-1-2-1 0 0,0 0 0 0 0,1-2 1 0 0,26-3-1 0 0,112-25-1007 0 0,-147 26-247 0 0,28-4-2975 0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9:40.88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17 0 6913 0 0,'-12'1'6938'0'0,"12"0"-6734"0"0,-4 16 2070 0 0,8 28-2416 0 0,-2-36 1207 0 0,6 58 262 0 0,21 130 1977 0 0,-28-192-3242 0 0,0 0 0 0 0,-1 0 0 0 0,0-1 0 0 0,0 1 0 0 0,0 0 0 0 0,0 0 0 0 0,-1 0 0 0 0,0 0 0 0 0,0-1 0 0 0,0 1 0 0 0,-1 0 0 0 0,0-1 0 0 0,-4 9 0 0 0,-4 13-1763 0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9:43.15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27 212 5273 0 0,'-27'-3'17329'0'0,"60"9"-17531"0"0,-29-4 260 0 0,1-1 0 0 0,-1 0 0 0 0,0 0-1 0 0,0 0 1 0 0,1-1 0 0 0,-1 1 0 0 0,1-1 0 0 0,-1 0-1 0 0,8-1 1 0 0,147-49 185 0 0,95 9-223 0 0,-53 11-24 0 0,-153 24 17 0 0,1 2 0 0 0,0 2 0 0 0,49 5 0 0 0,-36-1 5 0 0,70-7 0 0 0,-9-6-18 0 0,216-32 0 0 0,-270 32 31 0 0,0 4 1 0 0,110 3-1 0 0,-16 0 3 0 0,-42-4-711 0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9:43.83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147 52 5065 0 0,'-6'-5'595'0'0,"-1"0"0"0"0,1 0 0 0 0,-1 0 0 0 0,1 1 0 0 0,-13-6 0 0 0,13 7 193 0 0,0 1-1 0 0,1-1 0 0 0,-1 1 1 0 0,-1 0-1 0 0,1 1 0 0 0,0-1 1 0 0,0 1-1 0 0,-1 1 0 0 0,1-1 1 0 0,0 1-1 0 0,-1 0 0 0 0,-10 2 1 0 0,17-2-736 0 0,0 0 0 0 0,-1 0 0 0 0,1 0 0 0 0,0 0 0 0 0,0 0 1 0 0,0 0-1 0 0,-1 0 0 0 0,1 0 0 0 0,0 0 0 0 0,0 0 0 0 0,0 0 0 0 0,-1 1 1 0 0,1-1-1 0 0,0 0 0 0 0,0 0 0 0 0,0 0 0 0 0,0 0 0 0 0,-1 0 0 0 0,1 1 1 0 0,0-1-1 0 0,0 0 0 0 0,0 0 0 0 0,0 0 0 0 0,0 1 0 0 0,0-1 1 0 0,-1 0-1 0 0,1 0 0 0 0,0 0 0 0 0,0 1 0 0 0,0-1 0 0 0,0 0 0 0 0,0 0 1 0 0,0 0-1 0 0,0 1 0 0 0,0-1 0 0 0,0 0 0 0 0,0 0 0 0 0,0 1 0 0 0,0-1 1 0 0,0 0-1 0 0,0 0 0 0 0,0 0 0 0 0,1 1 0 0 0,-1-1 0 0 0,0 0 0 0 0,0 0 1 0 0,0 0-1 0 0,0 1 0 0 0,0-1 0 0 0,7 9 985 0 0,-6-9-1026 0 0,-1 0 156 0 0,4 3-90 0 0,28 18 276 0 0,2 2-274 0 0,71 34 0 0 0,-64-38-17 0 0,-27-11-16 0 0,0-1 0 0 0,1-1 0 0 0,0 0 0 0 0,1-1 0 0 0,-1 0 0 0 0,1-1 0 0 0,0-1 0 0 0,23 1 0 0 0,-30-7 341 0 0,-19 8 16 0 0,-3 6-303 0 0,0 0 1 0 0,0 0 0 0 0,1 2-1 0 0,1-1 1 0 0,-14 20-1 0 0,-6 6 35 0 0,-4 4 55 0 0,2 1-1 0 0,-39 68 1 0 0,60-92-178 0 0,-3 7 104 0 0,8-7-2784 0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9:50.99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 27 3281 0 0,'-2'-9'4680'0'0,"2"9"-4588"0"0,-1 0 0 0 0,1 0-1 0 0,0 0 1 0 0,0 0 0 0 0,-1 0 0 0 0,15-9 5711 0 0,-8 7-5387 0 0,0 0-1 0 0,0 1 1 0 0,0 0 0 0 0,0 0-1 0 0,0 0 1 0 0,0 0 0 0 0,0 1-1 0 0,0 0 1 0 0,0 1 0 0 0,8 0-1 0 0,9 1 566 0 0,12-3-376 0 0,-23 0-751 0 0,-1 0 0 0 0,1 1 0 0 0,0 0 0 0 0,0 1 0 0 0,0 1 0 0 0,11 2 0 0 0,-22-4-70 0 0,0 1 1 0 0,-1-1 0 0 0,1 0-1 0 0,0 0 1 0 0,0 1 0 0 0,-1-1-1 0 0,1 0 1 0 0,0 1 0 0 0,0-1-1 0 0,-1 1 1 0 0,1-1 0 0 0,0 1-1 0 0,-1-1 1 0 0,1 1 0 0 0,-1-1-1 0 0,1 1 1 0 0,-1-1 0 0 0,1 1-1 0 0,-1 0 1 0 0,1 0 0 0 0,-1-1-1 0 0,1 1 1 0 0,-1 0 0 0 0,0-1-1 0 0,1 1 1 0 0,-1 0 0 0 0,0 0-1 0 0,0 0 1 0 0,0-1 0 0 0,0 1-1 0 0,0 0 1 0 0,0 0 0 0 0,0 1-1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9:52.52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19 6913 0 0,'0'0'529'0'0,"33"-7"1868"0"0,-18 3-1015 0 0,0 1-1 0 0,1 1 0 0 0,-1 0 1 0 0,24 1-1 0 0,28 5-1583 0 0,-58-4-819 0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9:51.43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29 2961 0 0,'9'-1'1766'0'0,"1"0"-1"0"0,0-1 1 0 0,18-7 0 0 0,26-5 1912 0 0,-45 13-3477 0 0,0 1 1 0 0,1 0 0 0 0,-1 0-1 0 0,0 1 1 0 0,0 0 0 0 0,14 3-1 0 0,52 21-5927 0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9:51.92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43 4609 0 0,'0'0'353'0'0,"3"-2"272"0"0,1 0 0 0 0,-1 0 0 0 0,1 0 0 0 0,-1 1 0 0 0,1-1 0 0 0,0 1 0 0 0,4-1-1 0 0,-3 1 57 0 0,14-6 625 0 0,0 1 0 0 0,0 1-1 0 0,32-4 1 0 0,-42 8-1486 0 0,0 1 1 0 0,0 0-1 0 0,0 0 0 0 0,11 3 1 0 0,-15-2-394 0 0,1 0 0 0 0,-1 1 0 0 0,1-1 0 0 0,-1 2 0 0 0,1-1 0 0 0,-1 0 0 0 0,7 6 1 0 0,-3-1-3339 0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9:53.68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1144 10 3225 0 0,'41'-9'18700'0'0,"-230"42"-17317"0"0,57-8-1222 0 0,-359 29 43 0 0,300-38 240 0 0,130-7-479 0 0,39-5 43 0 0,-46 2-1 0 0,67-6 18 0 0,0 0 0 0 0,0-1-1 0 0,0 0 1 0 0,0 1 0 0 0,1-1 0 0 0,-1 1 0 0 0,0-1-1 0 0,0 0 1 0 0,1 0 0 0 0,-1 1 0 0 0,1-1-1 0 0,-1 0 1 0 0,0 0 0 0 0,1 0 0 0 0,-1 0 0 0 0,0-1-1 0 0,1 1-73 0 0,0-1 0 0 0,-1 1-1 0 0,0 0 1 0 0,1 0 0 0 0,-1 0-1 0 0,0 0 1 0 0,1 0 0 0 0,-1 0-1 0 0,0 0 1 0 0,0 0 0 0 0,0 0-1 0 0,0 0 1 0 0,0 1 0 0 0,0-1-1 0 0,0 0 1 0 0,0 1 0 0 0,0-1-1 0 0,-2 0 1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9:54.50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204 36 456 0 0,'10'-3'1440'0'0,"0"0"1"0"0,-1 0-1 0 0,0-1 0 0 0,0 0 1 0 0,21-14 11234 0 0,-60 42-12281 0 0,10-7 23 0 0,0-1-1 0 0,-1-1 1 0 0,-26 14 0 0 0,13-8-276 0 0,14-9-118 0 0,9-5 17 0 0,0 0-1 0 0,1 0 1 0 0,0 1-1 0 0,-13 12 0 0 0,20-18-32 0 0,1 1 0 0 0,0 0-1 0 0,0 0 1 0 0,0 0-1 0 0,0 0 1 0 0,0 0-1 0 0,1 0 1 0 0,-1 0-1 0 0,1 0 1 0 0,0 1-1 0 0,0-1 1 0 0,0 1 0 0 0,0-1-1 0 0,1 1 1 0 0,0-1-1 0 0,-1 1 1 0 0,1-1-1 0 0,0 1 1 0 0,1-1-1 0 0,0 7 1 0 0,0-6 2 0 0,1 0 0 0 0,-1 1 1 0 0,1-1-1 0 0,0-1 0 0 0,0 1 0 0 0,0 0 1 0 0,0 0-1 0 0,1-1 0 0 0,0 1 0 0 0,-1-1 1 0 0,1 0-1 0 0,1 0 0 0 0,-1 0 0 0 0,0 0 1 0 0,1 0-1 0 0,3 2 0 0 0,10 5 79 0 0,0-1-1 0 0,26 10 0 0 0,3 3-10 0 0,9 13-42 0 0,-36-22 145 0 0,0-1 1 0 0,27 12-1 0 0,-39-21-91 0 0,0-1 0 0 0,1-1 1 0 0,-1 0-1 0 0,0 0 0 0 0,1 0 0 0 0,12-1 0 0 0,11 1-2743 0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8:54.1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21 11979 0 0,'-14'-21'10254'0'0,"16"36"-9494"0"0,41 349 677 0 0,-34-248-2706 0 0,29 146 1 0 0,-29-224-6614 0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8:54.3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0 11522 0 0,'-2'16'6510'0'0,"7"20"-4331"0"0,-3-27-1427 0 0,8 50-18 0 0,4 1-1 0 0,28 80 1 0 0,57 110-1335 0 0,-98-248 601 0 0,7 17-834 0 0,-1-2-259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8:54.5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81 13363 0 0,'-10'2'413'0'0,"9"-4"431"0"0,17-11 1536 0 0,32-16 960 0 0,-31 22-3765 0 0,-1 1 1 0 0,1 0-1 0 0,0 1 0 0 0,1 1 0 0 0,-1 0 0 0 0,1 1 0 0 0,-1 1 1 0 0,1 1-1 0 0,0 1 0 0 0,0 0 0 0 0,0 2 0 0 0,-1-1 0 0 0,21 6 0 0 0,10 2 292 0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8:54.8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142 33 3681 0 0,'-6'0'496'0'0,"0"-1"1"0"0,0 0 0 0 0,0 0 0 0 0,0-1-1 0 0,-7-2 1 0 0,8 2 101 0 0,1 0 1 0 0,-1 1-1 0 0,1 0 0 0 0,-1 0 1 0 0,1 0-1 0 0,-1 1 1 0 0,-8-1-1 0 0,11 2-557 0 0,0-1-1 0 0,0 1 1 0 0,0-1 0 0 0,1 1-1 0 0,-1 0 1 0 0,0 0 0 0 0,0 0 0 0 0,1 0-1 0 0,-1 0 1 0 0,0 0 0 0 0,1 0 0 0 0,-1 1-1 0 0,1-1 1 0 0,0 1 0 0 0,-1-1-1 0 0,1 1 1 0 0,0-1 0 0 0,0 1 0 0 0,0 0-1 0 0,0 0 1 0 0,0-1 0 0 0,0 1 0 0 0,0 3-1 0 0,-3 5 343 0 0,0 1 0 0 0,1 0-1 0 0,1 1 1 0 0,-1-1 0 0 0,2 0-1 0 0,0 1 1 0 0,0 22 0 0 0,1-29-218 0 0,0-1 0 0 0,1 1 0 0 0,-1 0 0 0 0,1-1 0 0 0,0 1 0 0 0,0 0 0 0 0,1-1 0 0 0,-1 1 0 0 0,1-1 0 0 0,0 0 0 0 0,0 0 0 0 0,0 1 0 0 0,1-1 0 0 0,-1-1 0 0 0,1 1 1 0 0,0 0-1 0 0,0-1 0 0 0,1 1 0 0 0,-1-1 0 0 0,1 0 0 0 0,-1 0 0 0 0,6 3 0 0 0,-7-5-155 0 0,1 0 0 0 0,-1 0 0 0 0,0 0 1 0 0,1 0-1 0 0,-1-1 0 0 0,1 1 0 0 0,-1-1 0 0 0,1 1 0 0 0,-1-1 1 0 0,1 0-1 0 0,-1 0 0 0 0,1 0 0 0 0,-1 0 0 0 0,1-1 1 0 0,-1 1-1 0 0,1-1 0 0 0,-1 1 0 0 0,1-1 0 0 0,2-1 0 0 0,0-1 26 0 0,-1 1-1 0 0,0-1 0 0 0,-1 0 1 0 0,1 1-1 0 0,-1-2 0 0 0,1 1 0 0 0,-1 0 1 0 0,0-1-1 0 0,0 1 0 0 0,3-5 1 0 0,-1-1 24 0 0,0 0 1 0 0,0 0 0 0 0,0-1-1 0 0,-1 1 1 0 0,-1-1-1 0 0,0 0 1 0 0,0 0 0 0 0,3-21-1 0 0,-6 24-207 0 0,0-1 0 0 0,0 1 0 0 0,-1 0 0 0 0,0 0 0 0 0,0 0 0 0 0,0 0 0 0 0,-1 0 0 0 0,0 0 0 0 0,-1 0 0 0 0,1 0 0 0 0,-1 1 0 0 0,0-1 0 0 0,-1 1 0 0 0,-6-9 0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8:55.0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17972 0 0,'8'37'3621'0'0,"-3"-18"-3137"0"0,29 186 1056 0 0,6 26-834 0 0,-29-194-1739 0 0,20 50 1 0 0,-22-67-6967 0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8:55.4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0 334 11058 0 0,'4'2'531'0'0,"-1"-1"0"0"0,0 0-1 0 0,1 0 1 0 0,0-1 0 0 0,-1 1-1 0 0,1-1 1 0 0,-1 0 0 0 0,1 0 0 0 0,0 0-1 0 0,-1 0 1 0 0,1 0 0 0 0,6-2-1 0 0,-3 1-371 0 0,2-1 14 0 0,0 0-1 0 0,1 0 1 0 0,-1 0 0 0 0,0-2 0 0 0,0 1 0 0 0,-1-1-1 0 0,1 0 1 0 0,-1-1 0 0 0,0 0 0 0 0,0 0 0 0 0,0 0-1 0 0,-1-1 1 0 0,0-1 0 0 0,0 1 0 0 0,0-1 0 0 0,-1 0-1 0 0,0-1 1 0 0,-1 1 0 0 0,8-14 0 0 0,-7 10-227 0 0,0 0 0 0 0,-1 0 0 0 0,-1 0 0 0 0,0 0 0 0 0,0-1 0 0 0,-1 0 0 0 0,0 0 0 0 0,-1 0 0 0 0,-1 0 0 0 0,0 0 0 0 0,-1 0 0 0 0,0-1 0 0 0,0 1 0 0 0,-5-23 0 0 0,5 33-4 0 0,0 1 1 0 0,0 0-1 0 0,-1 0 0 0 0,1 0 1 0 0,0-1-1 0 0,-1 1 1 0 0,1 0-1 0 0,0 0 1 0 0,-1 0-1 0 0,1 0 0 0 0,-1 0 1 0 0,0 0-1 0 0,1 0 1 0 0,-1 0-1 0 0,0 0 1 0 0,0 0-1 0 0,0 0 0 0 0,1 0 1 0 0,-1 0-1 0 0,0 1 1 0 0,0-1-1 0 0,0 0 1 0 0,0 1-1 0 0,-2-2 0 0 0,1 2-12 0 0,1 0 0 0 0,-1 0 0 0 0,1 1 0 0 0,0-1 0 0 0,-1 0-1 0 0,1 1 1 0 0,0-1 0 0 0,0 0 0 0 0,-1 1 0 0 0,1 0 0 0 0,0-1 0 0 0,0 1-1 0 0,0 0 1 0 0,0 0 0 0 0,-1-1 0 0 0,1 1 0 0 0,-1 2 0 0 0,-6 5-187 0 0,1 1 1 0 0,1-1 0 0 0,-12 19-1 0 0,0 5 537 0 0,-25 64 1 0 0,38-83 28 0 0,1 0 1 0 0,0 0-1 0 0,1 1 1 0 0,0 0-1 0 0,1-1 1 0 0,1 1-1 0 0,0 0 1 0 0,2 15-1 0 0,-1-24-234 0 0,1-1 1 0 0,0 0-1 0 0,0 0 0 0 0,0 0 0 0 0,0 0 0 0 0,1 0 0 0 0,0 0 0 0 0,0 0 1 0 0,0-1-1 0 0,0 1 0 0 0,0 0 0 0 0,1-1 0 0 0,0 0 0 0 0,0 1 0 0 0,-1-1 1 0 0,2-1-1 0 0,4 5 0 0 0,-4-4-329 0 0,1 0 1 0 0,-1 0 0 0 0,1-1-1 0 0,0 0 1 0 0,0 0-1 0 0,0 0 1 0 0,0-1 0 0 0,9 2-1 0 0,9 0-6771 0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8:55.7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145 138 920 0 0,'4'-4'-312'0'0,"15"-18"1221"0"0,-9 12 1178 0 0,-1-1 1 0 0,-1 1 0 0 0,0-2-1 0 0,-1 1 1 0 0,0-1-1 0 0,8-18 1 0 0,-15 30-1995 0 0,0-1 0 0 0,1 1 1 0 0,-1-1-1 0 0,0 1 0 0 0,0-1 0 0 0,1 1 0 0 0,-1-1 0 0 0,0 0 0 0 0,0 1 0 0 0,0-1 1 0 0,0 1-1 0 0,0-1 0 0 0,0 1 0 0 0,0-1 0 0 0,0 0 0 0 0,0 1 0 0 0,0-1 1 0 0,0 1-1 0 0,0-1 0 0 0,0 0 0 0 0,0 1 0 0 0,0-1 0 0 0,-1 1 0 0 0,1-1 1 0 0,0 1-1 0 0,-1-1 0 0 0,-11 5 1446 0 0,-15 21-272 0 0,19-16-1178 0 0,1 1 1 0 0,0 0-1 0 0,1 0 0 0 0,0 1 0 0 0,1 0 0 0 0,0 0 0 0 0,0 0 1 0 0,1 0-1 0 0,1 1 0 0 0,0 0 0 0 0,-2 14 0 0 0,4-20-56 0 0,0-1 1 0 0,1 1-1 0 0,0-1 0 0 0,0 1 1 0 0,0-1-1 0 0,1 1 0 0 0,0-1 1 0 0,0 1-1 0 0,0-1 0 0 0,1 1 1 0 0,-1-1-1 0 0,1 0 0 0 0,0 0 1 0 0,1 0-1 0 0,0 0 0 0 0,-1 0 1 0 0,1-1-1 0 0,1 1 0 0 0,-1-1 1 0 0,1 0-1 0 0,0 0 0 0 0,0 0 1 0 0,0 0-1 0 0,0-1 0 0 0,1 1 1 0 0,5 2-1 0 0,13 7-35 0 0,-15-10 1 0 0,-1 1 0 0 0,1 0 0 0 0,-1 0 0 0 0,-1 0 0 0 0,1 1 0 0 0,8 9 0 0 0,-13-13 3 0 0,-1 1-1 0 0,1 0 1 0 0,-1 0 0 0 0,0 0-1 0 0,0 0 1 0 0,0 0 0 0 0,0 0-1 0 0,0 0 1 0 0,-1 0 0 0 0,1 1-1 0 0,-1-1 1 0 0,1 0-1 0 0,-1 0 1 0 0,0 1 0 0 0,0-1-1 0 0,0 0 1 0 0,0 1 0 0 0,0-1-1 0 0,0 0 1 0 0,-1 0 0 0 0,1 1-1 0 0,-1-1 1 0 0,0 0-1 0 0,1 0 1 0 0,-1 0 0 0 0,0 0-1 0 0,0 0 1 0 0,-2 3 0 0 0,-3 4 95 0 0,0 0-1 0 0,-1 0 1 0 0,1-1 0 0 0,-2 1 0 0 0,1-2 0 0 0,-1 1 0 0 0,0-1-1 0 0,-1 0 1 0 0,0-1 0 0 0,0 0 0 0 0,-16 8 0 0 0,19-11-132 0 0,0 1 1 0 0,-1-2-1 0 0,1 1 1 0 0,-1-1-1 0 0,0 0 1 0 0,1 0-1 0 0,-1-1 1 0 0,0 0-1 0 0,0 0 1 0 0,0 0-1 0 0,0-1 1 0 0,0 0-1 0 0,0-1 1 0 0,0 1-1 0 0,0-1 1 0 0,0-1-1 0 0,0 1 1 0 0,1-1-1 0 0,-9-4 1 0 0,-9-9-293 0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01.4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199 1 12899 0 0,'-6'7'958'0'0,"0"1"-1"0"0,0 0 1 0 0,1 1 0 0 0,-8 17 0 0 0,-1 2-162 0 0,-119 238 2543 0 0,130-257-3261 0 0,0-1 0 0 0,1 0 0 0 0,0 1 0 0 0,0 0 0 0 0,1-1 0 0 0,-1 17 0 0 0,2-24-79 0 0,0 1 1 0 0,0-1-1 0 0,0 0 1 0 0,0 1-1 0 0,0-1 0 0 0,0 1 1 0 0,0-1-1 0 0,1 0 1 0 0,-1 1-1 0 0,0-1 1 0 0,1 0-1 0 0,-1 1 1 0 0,1-1-1 0 0,0 0 0 0 0,-1 0 1 0 0,1 1-1 0 0,0-1 1 0 0,0 0-1 0 0,0 0 1 0 0,0 0-1 0 0,0 0 1 0 0,0 0-1 0 0,0 0 1 0 0,0 0-1 0 0,0 0 0 0 0,0-1 1 0 0,0 1-1 0 0,0 0 1 0 0,1-1-1 0 0,-1 1 1 0 0,0-1-1 0 0,1 1 1 0 0,-1-1-1 0 0,0 0 1 0 0,1 1-1 0 0,-1-1 0 0 0,0 0 1 0 0,1 0-1 0 0,-1 0 1 0 0,1 0-1 0 0,-1 0 1 0 0,0 0-1 0 0,1 0 1 0 0,-1-1-1 0 0,1 1 1 0 0,-1 0-1 0 0,0-1 0 0 0,1 1 1 0 0,-1-1-1 0 0,2-1 1 0 0,20-8-461 0 0,0-1 0 0 0,-1-1 1 0 0,-1 0-1 0 0,0-2 1 0 0,22-19-1 0 0,17-10-256 0 0,-75 54 913 0 0,1 0 1 0 0,1 1-1 0 0,0 1 0 0 0,0 0 0 0 0,1 0 1 0 0,1 1-1 0 0,0 1 0 0 0,1 0 1 0 0,1 1-1 0 0,-12 26 0 0 0,16-32-30 0 0,1 0-1 0 0,1 1 0 0 0,0 0 1 0 0,1-1-1 0 0,0 1 1 0 0,0 0-1 0 0,1 0 1 0 0,1 17-1 0 0,1-20-116 0 0,-1-1 0 0 0,2 1 0 0 0,-1 0 0 0 0,1-1 0 0 0,1 1 0 0 0,-1-1 0 0 0,1 1 0 0 0,0-1 0 0 0,1 0 0 0 0,0-1 0 0 0,0 1 0 0 0,0 0 0 0 0,7 5 0 0 0,-3-3-21 0 0,0 0 0 0 0,1-1-1 0 0,0 0 1 0 0,0-1 0 0 0,1 0 0 0 0,0 0-1 0 0,19 8 1 0 0,-23-12-109 0 0,-1-1 1 0 0,1 1-1 0 0,0-1 0 0 0,0-1 0 0 0,0 1 1 0 0,0-1-1 0 0,1 0 0 0 0,-1 0 0 0 0,0-1 1 0 0,0 0-1 0 0,1 0 0 0 0,-1 0 0 0 0,0-1 1 0 0,0 0-1 0 0,0 0 0 0 0,9-3 0 0 0,2-4-741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01.6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 1 17052 0 0,'-3'1'256'0'0,"1"1"1"0"0,-1 0 0 0 0,1 0-1 0 0,-1 0 1 0 0,1 0 0 0 0,0 1-1 0 0,0-1 1 0 0,0 1 0 0 0,0-1-1 0 0,0 1 1 0 0,0 0 0 0 0,-2 4-1 0 0,2 0 245 0 0,0 1 0 0 0,0-1 0 0 0,0 1 0 0 0,0 10 0 0 0,0 16 35 0 0,1 1 0 0 0,2 0 0 0 0,2 0 0 0 0,1-1 0 0 0,2 1-1 0 0,13 47 1 0 0,-13-62-1332 0 0,1 0-1 0 0,17 34 1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02.0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11 225 17972 0 0,'-1'1'82'0'0,"0"-1"0"0"0,1 1 0 0 0,-1-1 0 0 0,0 1 0 0 0,1 0 0 0 0,-1-1 0 0 0,0 1 0 0 0,1 0 0 0 0,-1-1 1 0 0,1 1-1 0 0,-1 0 0 0 0,1 0 0 0 0,-1 0 0 0 0,1-1 0 0 0,0 1 0 0 0,-1 0 0 0 0,1 0 0 0 0,0 0 0 0 0,0 0 0 0 0,0 0 0 0 0,-1 0 0 0 0,1-1 0 0 0,0 1 0 0 0,0 0 1 0 0,0 1-1 0 0,1 0-33 0 0,0-1 0 0 0,0 1 1 0 0,-1-1-1 0 0,1 1 1 0 0,0-1-1 0 0,0 0 1 0 0,0 0-1 0 0,0 1 1 0 0,1-1-1 0 0,-1 0 0 0 0,0 0 1 0 0,0 0-1 0 0,1 0 1 0 0,1 1-1 0 0,0-1 25 0 0,0 1-1 0 0,-1-1 1 0 0,1 0 0 0 0,0-1-1 0 0,0 1 1 0 0,0 0 0 0 0,0-1-1 0 0,0 0 1 0 0,0 0 0 0 0,0 0-1 0 0,0 0 1 0 0,0 0 0 0 0,0 0-1 0 0,0-1 1 0 0,0 1 0 0 0,0-1-1 0 0,0 0 1 0 0,0 0 0 0 0,-1 0-1 0 0,1 0 1 0 0,0-1 0 0 0,-1 1-1 0 0,1-1 1 0 0,3-3 0 0 0,5-2-202 0 0,-1 0 0 0 0,0-1 0 0 0,-1-1 0 0 0,13-14 0 0 0,-10 9-507 0 0,-1 0 0 0 0,-1-1 0 0 0,15-26 0 0 0,-22 36 299 0 0,-1 1-1 0 0,0-2 0 0 0,0 1 0 0 0,0 0 1 0 0,0 0-1 0 0,-1-1 0 0 0,0 1 0 0 0,0-1 0 0 0,0 1 1 0 0,-1-1-1 0 0,1 1 0 0 0,-1-1 0 0 0,-1 1 1 0 0,1-1-1 0 0,-1 1 0 0 0,-1-7 0 0 0,2 11 346 0 0,-1 0 0 0 0,1 0-1 0 0,0 0 1 0 0,0 0 0 0 0,0 0-1 0 0,-1 0 1 0 0,1 1 0 0 0,0-1 0 0 0,-1 0-1 0 0,1 0 1 0 0,-1 0 0 0 0,1 0-1 0 0,-1 0 1 0 0,0 1 0 0 0,1-1-1 0 0,-1 0 1 0 0,0 1 0 0 0,1-1 0 0 0,-1 0-1 0 0,0 1 1 0 0,0-1 0 0 0,0 1-1 0 0,1-1 1 0 0,-1 1 0 0 0,0-1 0 0 0,0 1-1 0 0,0 0 1 0 0,0-1 0 0 0,0 1-1 0 0,0 0 1 0 0,0 0 0 0 0,0 0-1 0 0,0 0 1 0 0,0 0 0 0 0,0 0 0 0 0,0 0-1 0 0,0 0 1 0 0,0 0 0 0 0,0 0-1 0 0,0 0 1 0 0,0 1 0 0 0,0-1-1 0 0,0 0 1 0 0,1 1 0 0 0,-1-1 0 0 0,0 1-1 0 0,0-1 1 0 0,0 1 0 0 0,0-1-1 0 0,1 1 1 0 0,-1 0 0 0 0,0-1-1 0 0,0 1 1 0 0,1 0 0 0 0,-1-1 0 0 0,1 1-1 0 0,-2 1 1 0 0,-3 4 568 0 0,0 0-1 0 0,0 1 1 0 0,0 0 0 0 0,0 0-1 0 0,-4 10 1 0 0,3-3-72 0 0,1 0 0 0 0,0 0 0 0 0,1 1-1 0 0,0-1 1 0 0,2 1 0 0 0,-1 0 0 0 0,2 0 0 0 0,0 26-1 0 0,1-34-475 0 0,1 0 0 0 0,-1 0 0 0 0,1 0 0 0 0,1 0 0 0 0,-1 0 0 0 0,1 0 0 0 0,0 0 0 0 0,1-1 0 0 0,-1 1 0 0 0,1-1-1 0 0,1 0 1 0 0,-1 0 0 0 0,1 0 0 0 0,0 0 0 0 0,1-1 0 0 0,-1 1 0 0 0,1-1 0 0 0,0 0 0 0 0,0-1 0 0 0,11 8 0 0 0,2-3-396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02.3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101 1 8754 0 0,'-2'0'545'0'0,"-1"1"0"0"0,1-1 0 0 0,0 1 0 0 0,0 0 0 0 0,0 0 1 0 0,0 0-1 0 0,0 0 0 0 0,0 0 0 0 0,0 1 0 0 0,0-1 0 0 0,0 0 0 0 0,1 1 0 0 0,-1 0 1 0 0,0-1-1 0 0,-1 4 0 0 0,-21 28 3314 0 0,17-21-3604 0 0,1 1 1 0 0,0 0-1 0 0,1 1 0 0 0,1-1 0 0 0,0 1 1 0 0,0 0-1 0 0,1 0 0 0 0,1 0 0 0 0,1 1 1 0 0,-1 18-1 0 0,2-28-268 0 0,1 0 0 0 0,-1 1 0 0 0,1-1 0 0 0,0 0 0 0 0,0 0 0 0 0,0 0 0 0 0,1 1 0 0 0,-1-2 0 0 0,1 1-1 0 0,1 0 1 0 0,-1 0 0 0 0,1 0 0 0 0,-1-1 0 0 0,1 0 0 0 0,1 1 0 0 0,-1-1 0 0 0,1 0 0 0 0,-1-1 0 0 0,1 1 0 0 0,0-1 0 0 0,0 1 0 0 0,1-1 0 0 0,-1 0 0 0 0,1-1 0 0 0,-1 1 0 0 0,1-1 0 0 0,0 0 0 0 0,0 0 0 0 0,0 0-1 0 0,9 1 1 0 0,-8-2-168 0 0,-1 0-1 0 0,1-1 0 0 0,-1 0 1 0 0,1 0-1 0 0,-1 0 0 0 0,1 0 1 0 0,-1-1-1 0 0,10-2 0 0 0,6-4-917 0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02.5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0 17508 0 0,'-1'3'205'0'0,"0"-1"0"0"0,0 1 0 0 0,0 0 1 0 0,0-1-1 0 0,1 1 0 0 0,-1 0 0 0 0,1-1 0 0 0,0 1 0 0 0,0 0 1 0 0,0-1-1 0 0,0 1 0 0 0,1 4 0 0 0,8 37 1456 0 0,-3-19-984 0 0,16 151 1948 0 0,-4-28-2936 0 0,0-52-6308 0 0,-13-77-1203 0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02.7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3 241 4609 0 0,'-1'-3'142'0'0,"0"0"1"0"0,1 0-1 0 0,0 0 1 0 0,-1 1-1 0 0,1-1 1 0 0,0 0-1 0 0,0 0 1 0 0,0 0-1 0 0,1 0 1 0 0,-1 0-1 0 0,1 0 1 0 0,0 1-1 0 0,-1-1 0 0 0,1 0 1 0 0,0 0-1 0 0,1 1 1 0 0,-1-1-1 0 0,0 1 1 0 0,1-1-1 0 0,0 1 1 0 0,-1-1-1 0 0,1 1 1 0 0,0 0-1 0 0,0 0 1 0 0,3-3-1 0 0,7-5 614 0 0,0 0 0 0 0,1 1 1 0 0,19-12-1 0 0,-25 17-858 0 0,24-13 193 0 0,1 2 0 0 0,1 1 0 0 0,0 2 0 0 0,37-9 0 0 0,-24 6-460 0 0,-23 6 387 0 0,0-3 68 0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03.0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49 11058 0 0,'0'6'680'0'0,"1"0"0"0"0,-1 1 0 0 0,1-1-1 0 0,0 0 1 0 0,0 0 0 0 0,1 0-1 0 0,0 0 1 0 0,0 0 0 0 0,0 0 0 0 0,1 0-1 0 0,5 8 1 0 0,9 26 1476 0 0,12 75-428 0 0,-27-100-1600 0 0,0 0 0 0 0,0 0 0 0 0,-2 0 0 0 0,0 1 0 0 0,-3 25-1 0 0,3-41-123 0 0,0 0 0 0 0,0 1 0 0 0,0-1 0 0 0,0 0 0 0 0,0 1 0 0 0,0-1 0 0 0,0 0 0 0 0,0 1 0 0 0,0-1 0 0 0,0 0 0 0 0,0 1 0 0 0,0-1 0 0 0,0 0 0 0 0,0 1 0 0 0,0-1 0 0 0,0 0 0 0 0,-1 1 0 0 0,1-1 0 0 0,0 0-1 0 0,0 1 1 0 0,0-1 0 0 0,-1 0 0 0 0,1 0 0 0 0,0 1 0 0 0,0-1 0 0 0,-1 0 0 0 0,1 0 0 0 0,0 0 0 0 0,0 1 0 0 0,-1-1 0 0 0,1 0 0 0 0,0 0 0 0 0,-1 0 0 0 0,1 0 0 0 0,0 1 0 0 0,-1-1 0 0 0,-7-12-16 0 0,-1-21-64 0 0,7 10-19 0 0,2 1 1 0 0,0-1-1 0 0,2 0 0 0 0,1 1 0 0 0,0-1 1 0 0,2 1-1 0 0,8-26 0 0 0,-3 19-1312 0 0,0 1 1 0 0,24-43-1 0 0,-15 39-5561 0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03.3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41 2304 0 0,'2'3'849'0'0,"-1"0"-1"0"0,0-1 1 0 0,0 1-1 0 0,0 0 1 0 0,0 0-1 0 0,-1 0 1 0 0,1 0-1 0 0,-1 0 1 0 0,1 0-1 0 0,-1-1 1 0 0,0 5-1 0 0,-5 40 5839 0 0,1-11-3741 0 0,4-19-2705 0 0,1-1-1 0 0,0 1 1 0 0,2-1-1 0 0,6 28 1 0 0,-8-39-223 0 0,1 0 0 0 0,0 1 1 0 0,0-1-1 0 0,0 0 1 0 0,1 0-1 0 0,0 0 1 0 0,0-1-1 0 0,0 1 0 0 0,0-1 1 0 0,1 1-1 0 0,0-1 1 0 0,0 0-1 0 0,0 0 0 0 0,0-1 1 0 0,0 1-1 0 0,1-1 1 0 0,6 4-1 0 0,-9-6 2 0 0,-1-1 0 0 0,1 1 0 0 0,-1-1 0 0 0,0 1 0 0 0,1-1 0 0 0,0 1 1 0 0,-1-1-1 0 0,1 0 0 0 0,-1 0 0 0 0,1 1 0 0 0,-1-1 0 0 0,1 0 0 0 0,-1-1 0 0 0,1 1 0 0 0,0 0 0 0 0,-1 0 0 0 0,1-1 0 0 0,-1 1 0 0 0,1-1 0 0 0,-1 1 1 0 0,0-1-1 0 0,3-1 0 0 0,-1 0-8 0 0,-1 0 1 0 0,0 0-1 0 0,1-1 1 0 0,-1 1-1 0 0,0 0 1 0 0,-1-1-1 0 0,1 1 1 0 0,0-1-1 0 0,-1 0 1 0 0,3-5-1 0 0,0-4 0 0 0,0 1 1 0 0,-1-1-1 0 0,-1 0 0 0 0,3-23 0 0 0,-4 14-48 0 0,-1-1 0 0 0,-1 1 0 0 0,-1-1 0 0 0,-1 1 0 0 0,-6-24 0 0 0,-10-17-6940 0 0,9 36-383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03.7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10594 0 0,'4'8'964'0'0,"0"1"1"0"0,0 0-1 0 0,-1 1 0 0 0,0-1 0 0 0,2 12 0 0 0,2 8 570 0 0,21 74 1758 0 0,-25-91-2910 0 0,-1 0 0 0 0,-1 0-1 0 0,0 0 1 0 0,-1 0 0 0 0,0 1-1 0 0,-3 20 1 0 0,10-68-674 0 0,18-54 0 0 0,-21 79 243 0 0,-1 1 1 0 0,1 0-1 0 0,0 0 0 0 0,1 1 1 0 0,0-1-1 0 0,0 1 0 0 0,1 0 1 0 0,0 1-1 0 0,1-1 0 0 0,0 1 1 0 0,12-10-1 0 0,-18 16 62 0 0,-1 0 1 0 0,1 1-1 0 0,0-1 0 0 0,0 1 1 0 0,0-1-1 0 0,0 1 0 0 0,0-1 1 0 0,-1 1-1 0 0,1-1 0 0 0,0 1 1 0 0,0 0-1 0 0,0 0 0 0 0,0 0 1 0 0,0-1-1 0 0,0 1 0 0 0,0 0 1 0 0,0 0-1 0 0,0 0 0 0 0,0 0 1 0 0,0 1-1 0 0,0-1 0 0 0,0 0 1 0 0,0 0-1 0 0,0 0 0 0 0,0 1 1 0 0,0-1-1 0 0,0 1 0 0 0,0-1 1 0 0,-1 1-1 0 0,1-1 0 0 0,0 1 1 0 0,0-1-1 0 0,0 1 1 0 0,-1 0-1 0 0,1-1 0 0 0,0 1 1 0 0,-1 0-1 0 0,2 1 0 0 0,2 4 162 0 0,-1 0 0 0 0,0 0 0 0 0,0 0 0 0 0,4 13 0 0 0,3 7 97 0 0,-6-20-498 0 0,0 0-1 0 0,0 0 1 0 0,0-1 0 0 0,0 1 0 0 0,1-1-1 0 0,0-1 1 0 0,0 1 0 0 0,1-1 0 0 0,-1 1 0 0 0,7 2-1 0 0,7 3-7665 0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03.9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141 13 11522 0 0,'-16'-13'7753'0'0,"14"28"-6852"0"0,2 11-398 0 0,1 1-1 0 0,1 0 0 0 0,11 51 0 0 0,-7-47-25 0 0,-1 0-1 0 0,1 41 0 0 0,-6-70-399 0 0,0 0 0 0 0,0 1-1 0 0,0-1 1 0 0,0 1 0 0 0,0-1 0 0 0,-1 0-1 0 0,1 1 1 0 0,-1-1 0 0 0,0 0-1 0 0,0 0 1 0 0,0 1 0 0 0,0-1-1 0 0,0 0 1 0 0,0 0 0 0 0,0 0-1 0 0,-1 0 1 0 0,1 0 0 0 0,-1 0-1 0 0,1-1 1 0 0,-1 1 0 0 0,0 0 0 0 0,0-1-1 0 0,0 0 1 0 0,0 1 0 0 0,0-1-1 0 0,0 0 1 0 0,0 0 0 0 0,0 0-1 0 0,0 0 1 0 0,-5 1 0 0 0,-2 0-78 0 0,-1-1 1 0 0,1 0 0 0 0,-1 0-1 0 0,1-1 1 0 0,-1 0 0 0 0,-15-3 0 0 0,-6-2-184 0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0:07.8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501 1 5065 0 0,'9'-1'15086'0'0,"-23"19"-14739"0"0,1-1 1 0 0,-2 0-1 0 0,-1-1 0 0 0,0-1 1 0 0,0 0-1 0 0,-2-2 0 0 0,1 0 1 0 0,-24 13-1 0 0,31-19-313 0 0,0 0-1 0 0,1 1 1 0 0,0 1-1 0 0,0 0 1 0 0,1 0 0 0 0,0 0-1 0 0,0 1 1 0 0,1 0-1 0 0,-10 20 1 0 0,0 4 134 0 0,-23 67 0 0 0,-5 23-150 0 0,-35 111 78 0 0,59-167-45 0 0,-15 103 0 0 0,30-121-41 0 0,3 1 0 0 0,4 81 0 0 0,22 101 27 0 0,-22-221-26 0 0,28 150 261 0 0,0 0 73 0 0,-25-134-333 0 0,-2 0 1 0 0,-1 1-1 0 0,-5 47 0 0 0,3-66-47 0 0,-1 0 0 0 0,0 0 0 0 0,0 0 0 0 0,-1 0 0 0 0,0-1 0 0 0,0 1 1 0 0,-1-1-1 0 0,-8 14 0 0 0,5-15-371 0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0:08.5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309 269 3177 0 0,'0'-6'19'0'0,"-2"1"0"0"0,1-1 0 0 0,-1 1 1 0 0,1 0-1 0 0,-1 0 0 0 0,-1 0 0 0 0,1 0 0 0 0,-1 0 1 0 0,0 0-1 0 0,0 0 0 0 0,0 1 0 0 0,-1 0 0 0 0,-5-6 1 0 0,3 3-39 0 0,0 0 1 0 0,1-1-1 0 0,-8-13 0 0 0,10 16 136 0 0,0 0 0 0 0,0 1 0 0 0,0-1 0 0 0,-1 1-1 0 0,0 0 1 0 0,0 0 0 0 0,0 0 0 0 0,0 1 0 0 0,0-1-1 0 0,-1 1 1 0 0,1 0 0 0 0,-1 1 0 0 0,0-1 0 0 0,0 1-1 0 0,0 0 1 0 0,0 0 0 0 0,-1 0 0 0 0,1 1 0 0 0,0-1-1 0 0,-1 2 1 0 0,-9-2 0 0 0,-1 1 1079 0 0,1 0-1 0 0,-1 1 1 0 0,1 1-1 0 0,-1 1 1 0 0,1 0-1 0 0,-26 7 1 0 0,81-20 4749 0 0,93-20-4753 0 0,-37 7-951 0 0,24-5-284 0 0,-118 29 42 0 0,-1-1 0 0 0,1 1 0 0 0,0 0 0 0 0,0 0 0 0 0,0 0 0 0 0,0 0 0 0 0,0 0 0 0 0,0 0 0 0 0,-1 1 1 0 0,1-1-1 0 0,0 0 0 0 0,2 2 0 0 0,-3-2 8 0 0,0 1 1 0 0,-1-1-1 0 0,1 1 1 0 0,-1-1 0 0 0,1 1-1 0 0,-1-1 1 0 0,1 1-1 0 0,-1-1 1 0 0,0 1-1 0 0,1-1 1 0 0,-1 1-1 0 0,1-1 1 0 0,-1 1-1 0 0,0 0 1 0 0,0-1-1 0 0,1 1 1 0 0,-1 0 0 0 0,0-1-1 0 0,0 1 1 0 0,0 0-1 0 0,0-1 1 0 0,0 2-1 0 0,0 4 74 0 0,-1 0 0 0 0,-1 0-1 0 0,1-1 1 0 0,-1 1 0 0 0,0-1-1 0 0,-4 9 1 0 0,-5 18 193 0 0,8-11-152 0 0,1 0 0 0 0,1 0 1 0 0,0 0-1 0 0,5 38 0 0 0,21 85-169 0 0,-12-79 11 0 0,1-4-808 0 0,-8-43 64 0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0:09.0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80 0 2304 0 0,'-7'3'61'0'0,"-37"19"1402"0"0,42-21-1152 0 0,0 0 1 0 0,0 1-1 0 0,0-1 0 0 0,0 1 1 0 0,0-1-1 0 0,0 1 0 0 0,1-1 1 0 0,-1 1-1 0 0,0 0 0 0 0,1 0 1 0 0,-1 0-1 0 0,1 0 0 0 0,0 0 1 0 0,0 0-1 0 0,0 1 0 0 0,-1 2 1 0 0,2-4-145 0 0,0-1 1 0 0,0 1 0 0 0,1 0 0 0 0,-1-1 0 0 0,0 1-1 0 0,1-1 1 0 0,-1 1 0 0 0,1 0 0 0 0,-1-1 0 0 0,1 1 0 0 0,-1-1-1 0 0,1 1 1 0 0,-1-1 0 0 0,1 1 0 0 0,-1-1 0 0 0,1 1-1 0 0,0-1 1 0 0,-1 0 0 0 0,1 1 0 0 0,0-1 0 0 0,-1 0-1 0 0,1 0 1 0 0,0 1 0 0 0,0-1 0 0 0,-1 0 0 0 0,1 0-1 0 0,0 0 1 0 0,-1 0 0 0 0,1 0 0 0 0,0 0 0 0 0,1 0-1 0 0,32 2 1158 0 0,-28-2-867 0 0,182 20 4101 0 0,-88-7-4006 0 0,96 22-261 0 0,-147-23-116 0 0,0-3 0 0 0,0-1 0 0 0,1-3 0 0 0,85-1 0 0 0,-42-14-3 0 0,75-2-430 0 0,-154 10-1697 0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0:09.5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121 28 6913 0 0,'-1'-2'256'0'0,"-1"-1"0"0"0,0 1 0 0 0,1 0 0 0 0,-1 0 0 0 0,0 1 0 0 0,0-1-1 0 0,0 0 1 0 0,0 0 0 0 0,-1 1 0 0 0,1 0 0 0 0,0-1 0 0 0,-1 1-1 0 0,1 0 1 0 0,0 0 0 0 0,-1 0 0 0 0,-4-1 0 0 0,5 2-27 0 0,0 0 0 0 0,0 0 0 0 0,0 0 0 0 0,0 1 0 0 0,0-1 0 0 0,0 0 0 0 0,0 1 0 0 0,0 0 1 0 0,0-1-1 0 0,0 1 0 0 0,0 0 0 0 0,0 0 0 0 0,1 0 0 0 0,-1 0 0 0 0,0 0 0 0 0,1 0 0 0 0,-1 1 0 0 0,1-1 0 0 0,-1 1 1 0 0,1-1-1 0 0,0 1 0 0 0,0-1 0 0 0,-3 4 0 0 0,-1 4 53 0 0,0 0 0 0 0,1 1 0 0 0,0-1 0 0 0,0 1 0 0 0,1 0 0 0 0,0 0 0 0 0,1 0 0 0 0,0 1 0 0 0,-1 18 1 0 0,2 13 143 0 0,4 46 0 0 0,-1-58-214 0 0,64 586 1603 0 0,-24-411-1687 0 0,7 39-30 0 0,-42-194-77 0 0,-2 0 0 0 0,-4 99 0 0 0,-2-134 25 0 0,0 13-18 0 0,-2-1 0 0 0,0 1 1 0 0,-13 47-1 0 0,13-67-44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0:09.9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0 10594 0 0,'-12'1'7958'0'0,"11"14"-5246"0"0,2-7-3357 0 0,25 159 2861 0 0,-2-21-1678 0 0,-14 22-247 0 0,-10-121-381 0 0,2 0-1 0 0,2-1 1 0 0,2 0 0 0 0,18 65 0 0 0,-19-95-1640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0:10.4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1 203 6305 0 0,'0'-6'152'0'0,"0"-1"-1"0"0,0 0 0 0 0,1 1 0 0 0,-1-1 1 0 0,1 0-1 0 0,1 1 0 0 0,-1-1 1 0 0,1 1-1 0 0,0-1 0 0 0,5-8 1 0 0,-2 4 870 0 0,1 0 1 0 0,0 0-1 0 0,1 0 1 0 0,13-16 0 0 0,-16 22-581 0 0,1 1 1 0 0,-1-1 0 0 0,1 1-1 0 0,0 0 1 0 0,1 0-1 0 0,-1 1 1 0 0,1 0 0 0 0,-1 0-1 0 0,1 0 1 0 0,0 0-1 0 0,0 1 1 0 0,0 0-1 0 0,0 0 1 0 0,7 0 0 0 0,-10 1-366 0 0,0 1 0 0 0,0 0 0 0 0,0 0 0 0 0,-1 0 1 0 0,1 0-1 0 0,0 1 0 0 0,0-1 0 0 0,0 1 0 0 0,-1-1 1 0 0,1 1-1 0 0,0 0 0 0 0,-1 0 0 0 0,1 1 0 0 0,-1-1 1 0 0,1 0-1 0 0,-1 1 0 0 0,0-1 0 0 0,1 1 0 0 0,-1 0 0 0 0,0 0 1 0 0,0 0-1 0 0,0 0 0 0 0,-1 0 0 0 0,1 0 0 0 0,0 1 1 0 0,-1-1-1 0 0,1 1 0 0 0,-1-1 0 0 0,0 1 0 0 0,0-1 1 0 0,0 1-1 0 0,0 0 0 0 0,1 4 0 0 0,0 8-69 0 0,0 0 1 0 0,0 0-1 0 0,-2 0 1 0 0,0 0-1 0 0,0 1 0 0 0,-2-1 1 0 0,0 0-1 0 0,0 0 0 0 0,-8 21 1 0 0,4-10-99 0 0,-4 46 0 0 0,10-71 82 0 0,-1 0-1 0 0,1 0 1 0 0,0 0-1 0 0,0-1 1 0 0,0 1 0 0 0,0 0-1 0 0,-1 0 1 0 0,1 0-1 0 0,0 0 1 0 0,1-1 0 0 0,-1 1-1 0 0,0 0 1 0 0,0 0-1 0 0,0 0 1 0 0,0 0-1 0 0,1-1 1 0 0,-1 1 0 0 0,0 0-1 0 0,1 0 1 0 0,-1 0-1 0 0,0-1 1 0 0,1 1 0 0 0,-1 0-1 0 0,1-1 1 0 0,0 1-1 0 0,-1 0 1 0 0,1-1-1 0 0,-1 1 1 0 0,1-1 0 0 0,0 1-1 0 0,-1-1 1 0 0,1 1-1 0 0,0-1 1 0 0,0 0 0 0 0,-1 1-1 0 0,1-1 1 0 0,0 0-1 0 0,0 1 1 0 0,0-1-1 0 0,-1 0 1 0 0,1 0 0 0 0,0 0-1 0 0,0 0 1 0 0,1 0-1 0 0,4-1-120 0 0,-1 0 0 0 0,1-1 0 0 0,-1 0 0 0 0,1 0 0 0 0,9-5 0 0 0,7-3-110 0 0,-14 8 240 0 0,-1 1 0 0 0,1-1 0 0 0,0 1 1 0 0,0 0-1 0 0,0 1 0 0 0,0 0 0 0 0,0 0 0 0 0,0 1 1 0 0,-1 0-1 0 0,1 0 0 0 0,0 1 0 0 0,0 0 0 0 0,-1 0 1 0 0,1 1-1 0 0,-1 0 0 0 0,0 1 0 0 0,0-1 0 0 0,12 9 1 0 0,-15-9 51 0 0,1 0 0 0 0,-1 1 1 0 0,0-1-1 0 0,0 1 0 0 0,-1 0 1 0 0,1 0-1 0 0,-1 0 1 0 0,0 1-1 0 0,0-1 0 0 0,0 1 1 0 0,-1 0-1 0 0,0-1 1 0 0,0 1-1 0 0,0 0 0 0 0,0 0 1 0 0,-1 1-1 0 0,0-1 1 0 0,0 0-1 0 0,0 0 0 0 0,0 1 1 0 0,-1-1-1 0 0,0 0 0 0 0,0 1 1 0 0,-1-1-1 0 0,0 0 1 0 0,1 1-1 0 0,-2-1 0 0 0,-2 8 1 0 0,-1 1 30 0 0,-2 1 0 0 0,1-2 0 0 0,-2 1 0 0 0,0-1 0 0 0,-1 0 0 0 0,0-1 0 0 0,-18 20 0 0 0,-87 72-20 0 0,73-69-123 0 0,40-34-445 0 0,-4 3 1002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0:10.7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45 4 6913 0 0,'7'-3'5695'0'0,"-6"3"-5574"0"0,-3 13 2979 0 0,-16 38-1208 0 0,4-13-137 0 0,9-19-1220 0 0,0 0 1 0 0,-2 31-1 0 0,6-44-512 0 0,1 1 0 0 0,-1-1 0 0 0,2 1 0 0 0,-1-1 0 0 0,1 1 0 0 0,0-1 1 0 0,0 0-1 0 0,1 1 0 0 0,-1-1 0 0 0,2 0 0 0 0,4 10 0 0 0,-7-15-77 0 0,0 0-1 0 0,1 0 1 0 0,-1 0-1 0 0,1 0 1 0 0,-1 0 0 0 0,1 0-1 0 0,-1 0 1 0 0,1 0-1 0 0,-1-1 1 0 0,1 1-1 0 0,0 0 1 0 0,-1-1-1 0 0,1 1 1 0 0,0 0 0 0 0,0-1-1 0 0,-1 1 1 0 0,1-1-1 0 0,0 1 1 0 0,0-1-1 0 0,0 1 1 0 0,0-1-1 0 0,0 1 1 0 0,0-1-1 0 0,0 0 1 0 0,0 0 0 0 0,0 0-1 0 0,0 1 1 0 0,0-1-1 0 0,0 0 1 0 0,0 0-1 0 0,0 0 1 0 0,0 0-1 0 0,0-1 1 0 0,0 1 0 0 0,-1 0-1 0 0,1 0 1 0 0,0-1-1 0 0,0 1 1 0 0,0 0-1 0 0,0-1 1 0 0,0 1-1 0 0,0-1 1 0 0,0 1 0 0 0,0-1-1 0 0,-1 1 1 0 0,1-1-1 0 0,0 0 1 0 0,-1 1-1 0 0,1-1 1 0 0,0 0-1 0 0,-1 0 1 0 0,1 0 0 0 0,-1 1-1 0 0,2-3 1 0 0,1-2-417 0 0,1-1 0 0 0,-1 1 0 0 0,0-1 0 0 0,0 0 0 0 0,-1 0 0 0 0,0 0-1 0 0,2-7 1 0 0,-3 3 27 0 0,0 0-1 0 0,-1 0 0 0 0,0 0 1 0 0,-2-13-1 0 0,1 15 790 0 0,0-1 0 0 0,1 1-1 0 0,0-1 1 0 0,0 1 0 0 0,4-18 0 0 0,-4 26-227 0 0,0-1-1 0 0,0 0 1 0 0,0 0 0 0 0,0 1 0 0 0,1-1 0 0 0,-1 0 0 0 0,0 1 0 0 0,1-1 0 0 0,-1 0-1 0 0,1 1 1 0 0,-1-1 0 0 0,0 0 0 0 0,1 1 0 0 0,0-1 0 0 0,-1 1 0 0 0,1-1-1 0 0,-1 1 1 0 0,1-1 0 0 0,-1 1 0 0 0,1-1 0 0 0,0 1 0 0 0,-1 0 0 0 0,1-1 0 0 0,0 1-1 0 0,0 0 1 0 0,-1 0 0 0 0,1-1 0 0 0,0 1 0 0 0,0 0 0 0 0,1 0 26 0 0,0 0 1 0 0,0 1 0 0 0,0-1 0 0 0,0 1-1 0 0,0-1 1 0 0,0 1 0 0 0,0-1-1 0 0,0 1 1 0 0,-1 0 0 0 0,1 0-1 0 0,2 1 1 0 0,3 3 111 0 0,0 0 1 0 0,-1 0-1 0 0,1 1 0 0 0,6 8 0 0 0,-3-1 42 0 0,-2 0-1 0 0,1 0 1 0 0,12 29-1 0 0,-14-27-771 0 0,0 0 0 0 0,1 0 1 0 0,12 15-1 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0:10.9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 12643 0 0,'-1'4'255'0'0,"1"1"0"0"0,-1-1 1 0 0,1 1-1 0 0,0-1 0 0 0,1 0 1 0 0,-1 1-1 0 0,1-1 0 0 0,0 1 1 0 0,0-1-1 0 0,0 0 0 0 0,4 8 1 0 0,-2 2 895 0 0,19 68 2263 0 0,76 266-694 0 0,-86-314-3812 0 0,0-2-4231 0 0,-1-4-1804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0:11.2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6 146 10138 0 0,'-1'0'33'0'0,"1"0"-1"0"0,0 1 1 0 0,0-1 0 0 0,-1 0-1 0 0,1 0 1 0 0,0 0-1 0 0,0 0 1 0 0,-1 0 0 0 0,1 0-1 0 0,0 1 1 0 0,0-1-1 0 0,0 0 1 0 0,-1 0 0 0 0,1 0-1 0 0,0 1 1 0 0,0-1-1 0 0,0 0 1 0 0,0 0-1 0 0,-1 1 1 0 0,1-1 0 0 0,0 0-1 0 0,0 0 1 0 0,0 1-1 0 0,0-1 1 0 0,0 0 0 0 0,0 0-1 0 0,0 1 1 0 0,0-1-1 0 0,0 0 1 0 0,0 0 0 0 0,0 1-1 0 0,0-1 1 0 0,0 0-1 0 0,0 1 1 0 0,0-1 0 0 0,0 0-1 0 0,0 0 1 0 0,0 1-1 0 0,0-1 1 0 0,0 0 0 0 0,0 0-1 0 0,1 1 1 0 0,-1-1-1 0 0,0 0 1 0 0,0 0 0 0 0,0 1-1 0 0,0-1 1 0 0,1 0-1 0 0,-1 0 1 0 0,0 0 0 0 0,0 1-1 0 0,21-1 1712 0 0,26-9 1036 0 0,-21 1-1234 0 0,41-19 1 0 0,68-44-5380 0 0,-90 45 2655 0 0,-16 9 1134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0:11.3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66 0 12899 0 0,'-2'1'131'0'0,"1"0"0"0"0,-1-1-1 0 0,1 1 1 0 0,-1 0 0 0 0,1 0 0 0 0,-1 0 0 0 0,1 0 0 0 0,-1 0 0 0 0,1 0 0 0 0,0 0-1 0 0,0 0 1 0 0,0 1 0 0 0,-1-1 0 0 0,1 0 0 0 0,0 1 0 0 0,1-1 0 0 0,-1 1 0 0 0,0-1-1 0 0,0 1 1 0 0,0 1 0 0 0,-16 39 1333 0 0,15-37-1082 0 0,-3 12 223 0 0,0 1 0 0 0,2 0 1 0 0,0 0-1 0 0,0 0 0 0 0,2 0 0 0 0,0 0 1 0 0,2 0-1 0 0,2 27 0 0 0,7 16-1400 0 0,19 67 0 0 0,-24-107 240 0 0,3 12-6933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0:1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1 120 13363 0 0,'4'0'592'0'0,"2"0"120"0"0,0 0-568 0 0,0-1-144 0 0,-2 0 0 0 0,0-1 0 0 0,3 1 656 0 0,4-3 104 0 0,7-2 17 0 0,8-5 7 0 0,6-4-640 0 0,3-3-144 0 0,3-2 0 0 0,2-1 0 0 0,4 2 0 0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0:12.7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72 8 4145 0 0,'-37'15'2812'0'0,"3"3"8551"0"0,53-16-10247 0 0,-4-2-703 0 0,0 0-1 0 0,0-1 1 0 0,-1-1-1 0 0,1 0 1 0 0,22-7-1 0 0,9-1 19 0 0,1 2-245 0 0,84-3 1 0 0,-107 12-142 0 0,1 0 1 0 0,-1 1 0 0 0,1 2-1 0 0,-1 0 1 0 0,29 10 0 0 0,-30-7-15 0 0,115 31 896 0 0,-121-35-819 0 0,0 0-1 0 0,0-2 1 0 0,0 0 0 0 0,0 0 0 0 0,1-2 0 0 0,20-3-1 0 0,-38 4-149 0 0,-1 0 0 0 0,1 0-1 0 0,0 0 1 0 0,0 0 0 0 0,0 0 0 0 0,0 0-1 0 0,0 0 1 0 0,-1 0 0 0 0,1 0 0 0 0,0-1-1 0 0,0 1 1 0 0,0 0 0 0 0,0 0 0 0 0,0 0-1 0 0,0 0 1 0 0,0 0 0 0 0,0 0-1 0 0,0-1 1 0 0,0 1 0 0 0,-1 0 0 0 0,1 0-1 0 0,0 0 1 0 0,0 0 0 0 0,0-1 0 0 0,0 1-1 0 0,0 0 1 0 0,0 0 0 0 0,0 0 0 0 0,0 0-1 0 0,0 0 1 0 0,0-1 0 0 0,0 1 0 0 0,0 0-1 0 0,0 0 1 0 0,1 0 0 0 0,-1 0-1 0 0,0-1 1 0 0,0 1 0 0 0,0 0 0 0 0,0 0-1 0 0,0 0 1 0 0,0 0 0 0 0,0 0 0 0 0,0 0-1 0 0,0-1 1 0 0,0 1 0 0 0,1 0 0 0 0,-1 0-1 0 0,0 0 1 0 0,0 0 0 0 0,0 0-1 0 0,0 0 1 0 0,0 0 0 0 0,1 0 0 0 0,-1 0-1 0 0,0 0 1 0 0,0-1 0 0 0,0 1 0 0 0,0 0-1 0 0,0 0 1 0 0,1 0 0 0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0:13.3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6 8290 0 0,'-10'-6'13160'0'0,"11"61"-12376"0"0,12 83-1 0 0,0-23-591 0 0,-9-48-362 0 0,9 90 485 0 0,-9-131-1337 0 0,1-1 0 0 0,9 25 0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0:13.8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 1 1824 0 0,'-14'7'12763'0'0,"14"-5"-12208"0"0,-6 19 3431 0 0,6-15-3566 0 0,0 0 0 0 0,0 0 0 0 0,1 0 0 0 0,0 0 1 0 0,1 7-1 0 0,21 35 1287 0 0,-19-42-1629 0 0,-1 0-1 0 0,1 0 1 0 0,-1 1 0 0 0,0-1 0 0 0,-1 1-1 0 0,0-1 1 0 0,0 1 0 0 0,0 0-1 0 0,1 10 1 0 0,-2-6-17 0 0,1-26 66 0 0,3-8-1548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0:14.5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104 154 3225 0 0,'0'-2'264'0'0,"-1"-1"1"0"0,0 0 0 0 0,0 1 0 0 0,0-1 0 0 0,-1 1-1 0 0,1-1 1 0 0,-1 1 0 0 0,1 0 0 0 0,-1-1 0 0 0,0 1-1 0 0,0 0 1 0 0,0 0 0 0 0,0 0 0 0 0,0 1 0 0 0,0-1-1 0 0,0 0 1 0 0,-1 1 0 0 0,-4-3 0 0 0,-1 1 1026 0 0,-1 0-1 0 0,0 1 1 0 0,1 0 0 0 0,-15-1 0 0 0,16 2-935 0 0,7 1-327 0 0,0 0 1 0 0,0 0 0 0 0,0 0-1 0 0,0 0 1 0 0,0 0-1 0 0,-1 0 1 0 0,1 0-1 0 0,0 0 1 0 0,0 0 0 0 0,0 0-1 0 0,0 0 1 0 0,0 0-1 0 0,0 0 1 0 0,-1 0 0 0 0,1 0-1 0 0,0 0 1 0 0,0 0-1 0 0,0 0 1 0 0,0-1-1 0 0,0 1 1 0 0,0 0 0 0 0,0 0-1 0 0,-1 0 1 0 0,1 0-1 0 0,0 0 1 0 0,0 0-1 0 0,0 0 1 0 0,0 0 0 0 0,0 0-1 0 0,0 0 1 0 0,0-1-1 0 0,0 1 1 0 0,0 0-1 0 0,0 0 1 0 0,0 0 0 0 0,0 0-1 0 0,0 0 1 0 0,0 0-1 0 0,0 0 1 0 0,-1-1 0 0 0,1 1-1 0 0,0 0 1 0 0,0 0-1 0 0,0 0 1 0 0,0 0-1 0 0,0 0 1 0 0,0 0 0 0 0,1-1-1 0 0,-1 1 1 0 0,0 0-1 0 0,0 0 1 0 0,0 0-1 0 0,0 0 1 0 0,0 0 0 0 0,0 0-1 0 0,0 0 1 0 0,0-1-1 0 0,0 1 1 0 0,0 0-1 0 0,9-8 734 0 0,14-4-2 0 0,10-3-241 0 0,0 1-1 0 0,1 2 1 0 0,49-11-1 0 0,-72 21-396 0 0,1 0-1 0 0,-1 0 0 0 0,0 1 1 0 0,1 1-1 0 0,-1 0 0 0 0,1 0 0 0 0,-1 1 1 0 0,1 1-1 0 0,-1 0 0 0 0,0 0 1 0 0,0 1-1 0 0,0 1 0 0 0,0 0 0 0 0,17 9 1 0 0,-25-12-125 0 0,0 1 0 0 0,0-1 0 0 0,0 1-1 0 0,-1 0 1 0 0,1 0 0 0 0,-1 0 0 0 0,1 0 0 0 0,-1 1 0 0 0,0-1 0 0 0,0 1 0 0 0,0-1 0 0 0,0 1 0 0 0,0 0 0 0 0,0-1 0 0 0,-1 1 0 0 0,0 0 0 0 0,1 0 0 0 0,-1 0-1 0 0,0 1 1 0 0,0-1 0 0 0,-1 0 0 0 0,1 0 0 0 0,-1 0 0 0 0,0 1 0 0 0,1-1 0 0 0,-1 0 0 0 0,-1 0 0 0 0,1 1 0 0 0,0-1 0 0 0,-1 0 0 0 0,0 0 0 0 0,-1 6 0 0 0,-5 6-18 0 0,0 0 1 0 0,-1 0 0 0 0,0-1 0 0 0,-1 0-1 0 0,-16 18 1 0 0,-10 18-16 0 0,35-50 34 0 0,0 0 0 0 0,0 0 0 0 0,0 0 0 0 0,0 0 0 0 0,0 1 0 0 0,0-1 0 0 0,0 0 0 0 0,0 0-1 0 0,0 0 1 0 0,-1 0 0 0 0,1 0 0 0 0,0 0 0 0 0,0 0 0 0 0,0 0 0 0 0,0 1 0 0 0,1-1 0 0 0,-1 0 0 0 0,0 0 0 0 0,0 0 0 0 0,0 0 0 0 0,0 0 0 0 0,0 0 0 0 0,0 0-1 0 0,0 1 1 0 0,0-1 0 0 0,0 0 0 0 0,0 0 0 0 0,0 0 0 0 0,0 0 0 0 0,0 0 0 0 0,0 0 0 0 0,0 0 0 0 0,0 0 0 0 0,0 0 0 0 0,1 0 0 0 0,-1 0 0 0 0,0 1 0 0 0,0-1-1 0 0,0 0 1 0 0,0 0 0 0 0,0 0 0 0 0,0 0 0 0 0,0 0 0 0 0,0 0 0 0 0,1 0 0 0 0,-1 0 0 0 0,0 0 0 0 0,0 0 0 0 0,0 0 0 0 0,0 0 0 0 0,0 0 0 0 0,0 0 0 0 0,0 0-1 0 0,1 0 1 0 0,-1 0 0 0 0,0 0 0 0 0,0 0 0 0 0,0 0 0 0 0,0 0 0 0 0,0 0 0 0 0,0-1 0 0 0,0 1 0 0 0,15-3-137 0 0,23-9-130 0 0,-29 9 240 0 0,4-1 89 0 0,0 0 0 0 0,0 1 0 0 0,1 0 0 0 0,-1 1 0 0 0,1 1 0 0 0,0 0 0 0 0,23 2 0 0 0,-34-1-48 0 0,1 0 1 0 0,-1 1-1 0 0,0-1 1 0 0,0 1-1 0 0,0 0 1 0 0,0 0-1 0 0,1 0 1 0 0,-1 0 0 0 0,-1 1-1 0 0,1-1 1 0 0,0 1-1 0 0,0 0 1 0 0,0 0-1 0 0,-1 0 1 0 0,1 0-1 0 0,-1 0 1 0 0,0 0-1 0 0,1 1 1 0 0,-1-1 0 0 0,0 1-1 0 0,0-1 1 0 0,-1 1-1 0 0,1 0 1 0 0,-1 0-1 0 0,1 0 1 0 0,-1 0-1 0 0,0 0 1 0 0,0 0-1 0 0,0 0 1 0 0,0 0-1 0 0,-1 1 1 0 0,0-1 0 0 0,1 0-1 0 0,-1 0 1 0 0,0 1-1 0 0,0-1 1 0 0,-1 0-1 0 0,0 4 1 0 0,0 1 11 0 0,0 0 0 0 0,-1 0-1 0 0,0 0 1 0 0,-1 0 0 0 0,0-1 0 0 0,0 1 0 0 0,0-1 0 0 0,-1 0 0 0 0,0 0-1 0 0,-1 0 1 0 0,1 0 0 0 0,-1-1 0 0 0,-1 0 0 0 0,1 0 0 0 0,-1 0 0 0 0,0-1-1 0 0,-13 10 1 0 0,-9 3-98 0 0,-1 0 0 0 0,-1-3 0 0 0,-35 15 0 0 0,-8 4-1712 0 0,60-27 318 0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0:14.9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177 4 1840 0 0,'-29'-2'7928'0'0,"24"1"-6633"0"0,0 0-1 0 0,-1 1 1 0 0,1 0 0 0 0,0 0-1 0 0,0 1 1 0 0,-6 0-1 0 0,8 0-1122 0 0,1 0-1 0 0,-1 0 0 0 0,1 0 1 0 0,-1 0-1 0 0,1 1 0 0 0,0-1 0 0 0,0 1 1 0 0,-1-1-1 0 0,1 1 0 0 0,0 0 1 0 0,0 0-1 0 0,1 0 0 0 0,-1 0 1 0 0,0 0-1 0 0,-2 4 0 0 0,-6 10-146 0 0,1 0 0 0 0,1 1-1 0 0,0 0 1 0 0,1 0 0 0 0,1 0-1 0 0,0 1 1 0 0,2 0 0 0 0,0 0-1 0 0,-2 30 1 0 0,5-48-59 0 0,1 0 0 0 0,0 1 1 0 0,0-1-1 0 0,0 0 0 0 0,0 0 0 0 0,0 0 1 0 0,0 0-1 0 0,0 1 0 0 0,0-1 0 0 0,0 0 0 0 0,0 0 1 0 0,0 0-1 0 0,1 0 0 0 0,-1 1 0 0 0,0-1 1 0 0,0 0-1 0 0,0 0 0 0 0,0 0 0 0 0,0 0 0 0 0,0 1 1 0 0,0-1-1 0 0,0 0 0 0 0,0 0 0 0 0,1 0 1 0 0,-1 0-1 0 0,0 0 0 0 0,0 0 0 0 0,0 1 0 0 0,0-1 1 0 0,0 0-1 0 0,1 0 0 0 0,-1 0 0 0 0,0 0 1 0 0,0 0-1 0 0,0 0 0 0 0,0 0 0 0 0,1 0 0 0 0,-1 0 1 0 0,0 0-1 0 0,0 0 0 0 0,0 0 0 0 0,0 0 1 0 0,1 0-1 0 0,-1 0 0 0 0,0 0 0 0 0,0 0 1 0 0,0 0-1 0 0,0 0 0 0 0,1 0 0 0 0,-1 0 0 0 0,0 0 1 0 0,0 0-1 0 0,0 0 0 0 0,14-9-1413 0 0,12-17 103 0 0,-24 25 1347 0 0,7-10 165 0 0,-1-1-1 0 0,1 0 0 0 0,-2 0 0 0 0,9-19 0 0 0,20-28 3601 0 0,-36 58-3723 0 0,1 0 0 0 0,-1 1 0 0 0,1-1 0 0 0,-1 0 1 0 0,1 1-1 0 0,-1-1 0 0 0,1 1 0 0 0,0-1 0 0 0,-1 1 0 0 0,1-1 0 0 0,0 1 0 0 0,0 0 1 0 0,-1-1-1 0 0,1 1 0 0 0,0 0 0 0 0,0 0 0 0 0,-1-1 0 0 0,1 1 0 0 0,0 0 0 0 0,0 0 1 0 0,0 0-1 0 0,0 0 0 0 0,-1 0 0 0 0,1 0 0 0 0,1 0 0 0 0,0 1 2 0 0,0 0 0 0 0,0-1 0 0 0,0 1 0 0 0,0 0 0 0 0,0 0 0 0 0,0 0 0 0 0,0 1 0 0 0,0-1 0 0 0,2 3-1 0 0,2 1-4 0 0,-1 0 0 0 0,-1 1 0 0 0,1 0-1 0 0,7 12 1 0 0,-2 5 115 0 0,0 0 1 0 0,11 43-1 0 0,-16-47-537 0 0,0-1 0 0 0,2 1 0 0 0,0-1 0 0 0,1-1 0 0 0,18 30 0 0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0:15.1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 15 5985 0 0,'-9'-15'9035'0'0,"9"16"-8908"0"0,-9 15 4144 0 0,5-4-4316 0 0,0 15 614 0 0,1 1-1 0 0,1 0 1 0 0,1 0-1 0 0,2-1 0 0 0,5 42 1 0 0,35 136-20 0 0,-34-180-432 0 0,20 49 0 0 0,-7-35-6751 0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0:15.3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1 129 5985 0 0,'13'-1'2457'0'0,"-1"0"0"0"0,1-1 0 0 0,14-4 0 0 0,88-29 1071 0 0,-106 32-3130 0 0,95-33 1003 0 0,-37 7-7411 0 0,-31 13-478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0:15.7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46 36 11522 0 0,'-12'-13'1466'0'0,"10"10"-686"0"0,0 1 0 0 0,1 0 0 0 0,-1 0 0 0 0,0 0 0 0 0,-1 0 0 0 0,1 0 0 0 0,0 0 0 0 0,0 0 0 0 0,-5-1 0 0 0,7 5-616 0 0,-1 0-1 0 0,0 0 0 0 0,0 0 1 0 0,1 0-1 0 0,-1 0 0 0 0,1 0 1 0 0,0 0-1 0 0,-1 0 0 0 0,1 0 0 0 0,0 0 1 0 0,0 0-1 0 0,0 1 0 0 0,1 1 1 0 0,-1 0 42 0 0,-2 119 724 0 0,0-28-922 0 0,15 151 1 0 0,-9-221-1259 0 0,1 0 0 0 0,14 40 0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0:15.9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5 205 6449 0 0,'-1'-2'288'0'0,"0"0"0"0"0,1 0 0 0 0,-1 0-1 0 0,1 0 1 0 0,-1-1 0 0 0,1 1 0 0 0,0 0-1 0 0,0 0 1 0 0,0-1 0 0 0,0 1 0 0 0,1 0-1 0 0,-1 0 1 0 0,0 0 0 0 0,1 0-1 0 0,0-1 1 0 0,-1 1 0 0 0,2-3 0 0 0,1 1 318 0 0,0-1 1 0 0,-1 1-1 0 0,1 0 1 0 0,1 0-1 0 0,-1 0 1 0 0,0 0-1 0 0,6-4 1 0 0,6-3 705 0 0,0 0 1 0 0,0 1 0 0 0,22-9-1 0 0,98-44-449 0 0,-108 51-1140 0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0:20.1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6651 6913 0 0,'-1'0'226'0'0,"0"1"-1"0"0,0-1 1 0 0,0 0-1 0 0,0 1 0 0 0,0-1 1 0 0,1 1-1 0 0,-1-1 1 0 0,0 1-1 0 0,1 0 0 0 0,-1-1 1 0 0,0 1-1 0 0,1 0 1 0 0,-1-1-1 0 0,0 1 0 0 0,1 0 1 0 0,-1 0-1 0 0,1 0 1 0 0,0-1-1 0 0,-1 1 0 0 0,1 0 1 0 0,0 0-1 0 0,-1 0 1 0 0,1 0-1 0 0,0 0 0 0 0,0 0 1 0 0,0 0-1 0 0,0 0 1 0 0,0 1-1 0 0,-1 31 2721 0 0,4-22-2486 0 0,-1 1 1 0 0,1-1 0 0 0,1 0-1 0 0,0 0 1 0 0,1-1 0 0 0,0 1-1 0 0,0-1 1 0 0,1 0 0 0 0,1 0-1 0 0,8 10 1 0 0,9 7-97 0 0,52 46 0 0 0,-14-16-169 0 0,-33-30-191 0 0,2 0 0 0 0,57 36 1 0 0,78 36-5 0 0,-20-12-2 0 0,-92-55-26 0 0,2-2 0 0 0,0-2 0 0 0,63 20 0 0 0,184 43-108 0 0,-39-14 120 0 0,-5-1-240 0 0,-107-27 115 0 0,7 2 26 0 0,-129-46 94 0 0,0-1 1 0 0,0-1 0 0 0,43-1 0 0 0,43 3-27 0 0,-29 7 25 0 0,1-5 1 0 0,89-4 0 0 0,-86-3 20 0 0,157 20 1 0 0,-143-8 169 0 0,-12-8-170 0 0,0-5 0 0 0,149-18 0 0 0,11-1-12 0 0,255-17-12 0 0,175-1-14 0 0,-170 2-41 0 0,-31 0 8 0 0,-370 37 123 0 0,139-3 278 0 0,-190-2-256 0 0,-2-3 1 0 0,71-16-1 0 0,239-51 157 0 0,-95 21-84 0 0,-180 31-117 0 0,143-51 0 0 0,-32-2-283 0 0,122-48 143 0 0,-68 32-172 0 0,-108 42 177 0 0,6-21 252 0 0,-109 46-36 0 0,78-27 0 0 0,-4 13 76 0 0,129-44 254 0 0,10-24-440 0 0,9-3 0 0 0,97-16 64 0 0,-326 107-64 0 0,0-3 0 0 0,-1-1 0 0 0,64-46 0 0 0,23-14 0 0 0,-65 46 0 0 0,70-55 0 0 0,-100 66 0 0 0,-2-1 0 0 0,-1-2 0 0 0,44-54 0 0 0,88-110 16 0 0,5-7 15 0 0,-125 144-23 0 0,62-108 1 0 0,246-436 119 0 0,-308 530-96 0 0,-2-2 0 0 0,-4-1 0 0 0,-3-2 0 0 0,-4 0 0 0 0,32-132 0 0 0,-32 33-236 0 0,-22 118 93 0 0,3-1 1 0 0,22-73-1 0 0,-14 80 198 0 0,-1-2 1 0 0,-3 1-1 0 0,-2-2 1 0 0,5-70-1 0 0,-13-60-29 0 0,3-47 19 0 0,-2 152 102 0 0,-4 0 0 0 0,-3 0 0 0 0,-4 0 0 0 0,-3 0 0 0 0,-30-116 0 0 0,-20-87 407 0 0,36 157-280 0 0,-74-229-163 0 0,49 195-144 0 0,-6-92 1 0 0,43 178 0 0 0,-2 1 0 0 0,-4 0 0 0 0,-31-76 0 0 0,-12-6-56 0 0,-31-69-109 0 0,69 174 145 0 0,-1 0 1 0 0,-49-66-1 0 0,20 36 14 0 0,36 50 20 0 0,-1 1 0 0 0,-1 0 0 0 0,-1 1 0 0 0,-31-28 0 0 0,39 43-6 0 0,0-1 0 0 0,1 0 0 0 0,0 0 0 0 0,1-1 0 0 0,1 0 0 0 0,-1-1 0 0 0,-11-23 0 0 0,21 36-7 0 0,0-1 0 0 0,1 1 0 0 0,-1 0 0 0 0,0-1 0 0 0,1 1 0 0 0,-1 0 0 0 0,0 0 0 0 0,1-1 0 0 0,-1 1 0 0 0,0 0 0 0 0,1 0 0 0 0,-1 0 0 0 0,1-1 0 0 0,-1 1 0 0 0,1 0 0 0 0,-1 0 0 0 0,0 0 0 0 0,1 0 0 0 0,-1 0 0 0 0,1 0 0 0 0,-1 0 0 0 0,1 0 0 0 0,-1 0 0 0 0,1 0 0 0 0,-1 0 0 0 0,0 0 0 0 0,1 0 0 0 0,-1 0 0 0 0,1 0 0 0 0,-1 0 0 0 0,1 1 0 0 0,17 2 31 0 0,-15 0-33 0 0,0 0-1 0 0,0 0 1 0 0,0 0-1 0 0,-1 0 0 0 0,1 1 1 0 0,-1-1-1 0 0,0 1 1 0 0,0-1-1 0 0,0 1 1 0 0,-1 0-1 0 0,1 0 0 0 0,-1 0 1 0 0,0 0-1 0 0,0 0 1 0 0,0 4-1 0 0,1 6-14 0 0,0-1-1 0 0,-1 1 1 0 0,-1 16 0 0 0,0-8-68 0 0,-4 42-242 0 0,3-60 300 0 0,0 1 0 0 0,0 0 0 0 0,0-1 1 0 0,0 1-1 0 0,-1-1 0 0 0,0 1 0 0 0,0-1 0 0 0,0 0 0 0 0,0 1 0 0 0,-5 4 0 0 0,5-6-13 0 0,0-1-1 0 0,-1 0 1 0 0,0 0 0 0 0,1 0-1 0 0,-1 0 1 0 0,0-1 0 0 0,0 1-1 0 0,0-1 1 0 0,0 1 0 0 0,0-1-1 0 0,0 0 1 0 0,-6 1 0 0 0,-15 6-404 0 0,9 2 389 0 0,1 1 0 0 0,0 0 0 0 0,0 1-1 0 0,1 1 1 0 0,-17 21 0 0 0,23-24 38 0 0,13-15-118 0 0,13-14-8 0 0,-5-4 255 0 0,0 0 1 0 0,-1-1 0 0 0,-2 0-1 0 0,-1-1 1 0 0,0-1-1 0 0,-2 1 1 0 0,-1-1-1 0 0,-1-1 1 0 0,-2 1-1 0 0,0-1 1 0 0,-2 0 0 0 0,-1-41-1 0 0,-1 66-92 0 0,0 1 0 0 0,0-1-1 0 0,0 1 1 0 0,0-1 0 0 0,0 1-1 0 0,0-1 1 0 0,0 1 0 0 0,0-1-1 0 0,1 1 1 0 0,-1 0 0 0 0,1-1-1 0 0,-1 1 1 0 0,1-1 0 0 0,-1 1-1 0 0,3-3 1 0 0,-2 4-17 0 0,0 0 0 0 0,0 0 0 0 0,0 0 0 0 0,0 0 0 0 0,0 0 0 0 0,0 0 0 0 0,0 0 0 0 0,0 0 0 0 0,0 1 1 0 0,-1-1-1 0 0,1 0 0 0 0,0 1 0 0 0,0-1 0 0 0,0 1 0 0 0,0-1 0 0 0,0 1 0 0 0,0-1 0 0 0,0 1 0 0 0,-1-1 0 0 0,1 1 0 0 0,0 0 0 0 0,1 1 0 0 0,34 26 9 0 0,2-2 0 0 0,1-2 0 0 0,1-1-1 0 0,75 30 1 0 0,-113-52-13 0 0,0 0 0 0 0,0 0 0 0 0,0-1 0 0 0,0 1 0 0 0,0-1 0 0 0,0 1 0 0 0,0-1 0 0 0,0 0 0 0 0,0 0 1 0 0,0 1-1 0 0,1-2 0 0 0,-1 1 0 0 0,0 0 0 0 0,0 0 0 0 0,0-1 0 0 0,0 1 0 0 0,0-1 0 0 0,0 1 0 0 0,0-1 0 0 0,0 0 0 0 0,0 0 0 0 0,0 0 0 0 0,0 0 0 0 0,-1 0 0 0 0,1-1 0 0 0,0 1 0 0 0,-1 0 0 0 0,1-1 0 0 0,-1 1 0 0 0,3-4 0 0 0,16-12 10 0 0,-17 15-4 0 0,1 0-1 0 0,0 0 1 0 0,0 0 0 0 0,0 0 0 0 0,0 0-1 0 0,0 1 1 0 0,0 0 0 0 0,8-2 0 0 0,-11 3-5 0 0,0 0 1 0 0,0 0 0 0 0,0-1-1 0 0,0 1 1 0 0,0 0 0 0 0,1 0-1 0 0,-1 0 1 0 0,0 1 0 0 0,0-1-1 0 0,0 0 1 0 0,0 0 0 0 0,0 0-1 0 0,0 1 1 0 0,0-1 0 0 0,0 1-1 0 0,0-1 1 0 0,0 1 0 0 0,-1-1-1 0 0,1 1 1 0 0,0-1 0 0 0,0 1-1 0 0,0 0 1 0 0,0-1 0 0 0,-1 1 0 0 0,1 0-1 0 0,0 0 1 0 0,-1 0 0 0 0,1-1-1 0 0,-1 1 1 0 0,1 0 0 0 0,-1 0-1 0 0,1 0 1 0 0,-1 0 0 0 0,1 0-1 0 0,-1 0 1 0 0,0 0 0 0 0,0 0-1 0 0,1 0 1 0 0,-1 0 0 0 0,0 0-1 0 0,0 0 1 0 0,0 1 0 0 0,0 0-1 0 0,-4-1 7 0 0,1 0 1 0 0,0 0-1 0 0,0 0 0 0 0,0 0 0 0 0,-1 0 0 0 0,1-1 0 0 0,0 0 0 0 0,-7 0 0 0 0,5 1-17 0 0,-169 10-133 0 0,107-9-219 0 0,0 4 0 0 0,-90 17 0 0 0,149-22 176 0 0,-4 1-312 0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8:50.8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 7834 0 0,'5'-5'10941'0'0,"4"34"-10149"0"0,0 1 0 0 0,-2 0 0 0 0,4 45 0 0 0,2 103-376 0 0,-5-54-326 0 0,0-48-452 0 0,4 52-1470 0 0,-12-107-1037 0 0,-4 41 1 0 0,4-61 2767 0 0,0 0 0 0 0,0-1 0 0 0,0 1 0 0 0,0 0 0 0 0,0 0 0 0 0,0-1 0 0 0,0 1 0 0 0,0 0 0 0 0,0-1 0 0 0,0 1 0 0 0,0 0 0 0 0,0-1 0 0 0,-1 1 0 0 0,1 0 0 0 0,0-1 0 0 0,-1 1 0 0 0,1-1 0 0 0,0 1 0 0 0,-1 0 0 0 0,1-1 0 0 0,0 1 0 0 0,-1-1 0 0 0,1 1 0 0 0,-1-1 0 0 0,1 1 0 0 0,-1-1 0 0 0,0 0 0 0 0,1 1 1 0 0,-1-1-1 0 0,1 1 0 0 0,-1-1 0 0 0,0 0 0 0 0,1 0 0 0 0,-1 1 0 0 0,0-1 0 0 0,1 0 0 0 0,-1 0 0 0 0,0 0 0 0 0,1 0 0 0 0,-1 0 0 0 0,-1 0 0 0 0,-10-6-46 0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8:51.1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1 192 3681 0 0,'1'-9'663'0'0,"0"0"1"0"0,1 0 0 0 0,0 0-1 0 0,1 0 1 0 0,0 0-1 0 0,0 0 1 0 0,1 0 0 0 0,0 1-1 0 0,1 0 1 0 0,0 0-1 0 0,0 0 1 0 0,1 1 0 0 0,0-1-1 0 0,7-6 1 0 0,-7 7-152 0 0,0 0 0 0 0,1 1-1 0 0,0-1 1 0 0,0 1 0 0 0,0 1 0 0 0,13-8 0 0 0,-18 12-424 0 0,0 0 1 0 0,0 0-1 0 0,0 0 0 0 0,0 0 1 0 0,0 1-1 0 0,0-1 1 0 0,0 1-1 0 0,0-1 0 0 0,0 1 1 0 0,1 0-1 0 0,-1-1 1 0 0,0 1-1 0 0,0 0 0 0 0,1 1 1 0 0,-1-1-1 0 0,0 0 1 0 0,0 1-1 0 0,0-1 0 0 0,1 1 1 0 0,-1-1-1 0 0,0 1 1 0 0,0 0-1 0 0,0 0 0 0 0,0 0 1 0 0,0 0-1 0 0,-1 1 1 0 0,1-1-1 0 0,0 0 0 0 0,0 1 1 0 0,-1-1-1 0 0,1 1 1 0 0,1 2-1 0 0,2 3-57 0 0,0 0-1 0 0,-1 1 1 0 0,0 0 0 0 0,0 0 0 0 0,-1 0-1 0 0,0 0 1 0 0,0 0 0 0 0,-1 1 0 0 0,0-1-1 0 0,0 1 1 0 0,-1-1 0 0 0,0 1-1 0 0,-1 0 1 0 0,-1 14 0 0 0,0-1-121 0 0,-2 0 1 0 0,-1 0-1 0 0,0 0 1 0 0,-13 34-1 0 0,11-38 16 0 0,-2 0-1 0 0,0 0 1 0 0,-11 18-1 0 0,16-31 36 0 0,-1 1-1 0 0,0-1 0 0 0,0 0 1 0 0,0 0-1 0 0,0 0 0 0 0,-1-1 1 0 0,0 1-1 0 0,0-1 0 0 0,0 0 0 0 0,0-1 1 0 0,-1 1-1 0 0,1-1 0 0 0,-8 3 1 0 0,-14-3-1149 0 0,26-3 930 0 0,0 0 0 0 0,0 0 0 0 0,0 0 0 0 0,0 0 0 0 0,0 0-1 0 0,0 0 1 0 0,0 0 0 0 0,0-1 0 0 0,0 1 0 0 0,0 0 0 0 0,0-1 0 0 0,0 1-1 0 0,0-1 1 0 0,0 1 0 0 0,0-1 0 0 0,0 1 0 0 0,1-1 0 0 0,-1 0 0 0 0,0 1-1 0 0,0-1 1 0 0,1 0 0 0 0,-1 1 0 0 0,-1-3 0 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8:51.4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150 112 1840 0 0,'1'-1'40'0'0,"0"-1"-1"0"0,0 0 0 0 0,0 1 1 0 0,-1-1-1 0 0,1 0 0 0 0,0 0 0 0 0,-1 1 1 0 0,0-1-1 0 0,1 0 0 0 0,-1 0 0 0 0,0 0 1 0 0,0 0-1 0 0,0 1 0 0 0,0-1 1 0 0,-1 0-1 0 0,1 0 0 0 0,0 0 0 0 0,-1 1 1 0 0,1-1-1 0 0,-1 0 0 0 0,1 0 1 0 0,-1 1-1 0 0,-1-3 0 0 0,1 1 138 0 0,-1-1 0 0 0,0 1-1 0 0,0-1 1 0 0,0 1 0 0 0,0 0 0 0 0,0-1 0 0 0,0 1-1 0 0,-1 0 1 0 0,0 1 0 0 0,-3-4 0 0 0,4 5 5 0 0,1 0 1 0 0,-1 0-1 0 0,0 0 1 0 0,1 0-1 0 0,-1 0 0 0 0,0 0 1 0 0,0 1-1 0 0,0-1 1 0 0,0 1-1 0 0,0-1 1 0 0,1 1-1 0 0,-1 0 1 0 0,0 0-1 0 0,0 0 1 0 0,0 0-1 0 0,0 0 1 0 0,0 0-1 0 0,0 0 0 0 0,0 1 1 0 0,0-1-1 0 0,0 1 1 0 0,0-1-1 0 0,-2 2 1 0 0,0 0 126 0 0,1 1 1 0 0,0-1 0 0 0,0 1-1 0 0,0-1 1 0 0,0 1 0 0 0,0 0-1 0 0,1 0 1 0 0,-1 0 0 0 0,1 1-1 0 0,-4 6 1 0 0,-1 4 296 0 0,1 1 0 0 0,0-1-1 0 0,1 1 1 0 0,-6 28 0 0 0,9-31-548 0 0,0-1 0 0 0,1 1 1 0 0,0-1-1 0 0,1 1 0 0 0,0 0 0 0 0,1-1 1 0 0,0 1-1 0 0,4 14 0 0 0,-4-22-62 0 0,0-1-1 0 0,0 0 1 0 0,0 0 0 0 0,1 1-1 0 0,-1-1 1 0 0,1 0 0 0 0,0 0-1 0 0,0 0 1 0 0,0-1-1 0 0,0 1 1 0 0,1 0 0 0 0,-1-1-1 0 0,1 0 1 0 0,-1 1-1 0 0,1-1 1 0 0,0 0 0 0 0,0 0-1 0 0,0-1 1 0 0,0 1 0 0 0,0 0-1 0 0,0-1 1 0 0,0 0-1 0 0,1 0 1 0 0,-1 0 0 0 0,1 0-1 0 0,-1 0 1 0 0,0-1 0 0 0,1 0-1 0 0,-1 1 1 0 0,1-1-1 0 0,4-1 1 0 0,0 0 26 0 0,0 0 0 0 0,0-1 0 0 0,-1 0 0 0 0,1 0 0 0 0,-1-1 0 0 0,1 0 0 0 0,-1 0 0 0 0,0-1 0 0 0,0 0 0 0 0,-1 0 0 0 0,1-1 0 0 0,-1 0 0 0 0,0 0 0 0 0,0 0 0 0 0,0-1 0 0 0,-1 1 0 0 0,0-1 0 0 0,0-1 0 0 0,-1 1 0 0 0,1-1 0 0 0,-1 0 0 0 0,-1 1 0 0 0,1-2 0 0 0,3-12 0 0 0,-4 12 17 0 0,0 1 0 0 0,-1-1 0 0 0,1 1 0 0 0,-2-1 0 0 0,1 0 0 0 0,-1 0 0 0 0,0 0 0 0 0,-1 1 0 0 0,0-1 0 0 0,0 0 0 0 0,-1 0 1 0 0,0 0-1 0 0,0 0 0 0 0,-1 0 0 0 0,0 1 0 0 0,0-1 0 0 0,-1 1 0 0 0,0-1 0 0 0,0 1 0 0 0,-1 0 0 0 0,0 0 0 0 0,0 1 0 0 0,-1-1 0 0 0,-8-10 0 0 0,11 15-161 0 0,0 1 1 0 0,0-1 0 0 0,1 1 0 0 0,-1-1 0 0 0,0 1-1 0 0,0 0 1 0 0,0-1 0 0 0,0 1 0 0 0,0 0-1 0 0,-1 0 1 0 0,1 1 0 0 0,0-1 0 0 0,0 0-1 0 0,-1 1 1 0 0,1-1 0 0 0,0 1 0 0 0,-1 0-1 0 0,1 0 1 0 0,-1 0 0 0 0,1 0 0 0 0,0 0-1 0 0,-5 1 1 0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8:51.7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164 2 5985 0 0,'-2'-1'135'0'0,"0"1"0"0"0,0 0 0 0 0,0 0-1 0 0,0 0 1 0 0,0 0 0 0 0,0 0 0 0 0,0 0-1 0 0,0 0 1 0 0,0 0 0 0 0,0 1 0 0 0,0-1-1 0 0,0 1 1 0 0,0 0 0 0 0,0-1 0 0 0,0 1-1 0 0,1 0 1 0 0,-1 0 0 0 0,0 0 0 0 0,0 1 0 0 0,1-1-1 0 0,-1 0 1 0 0,1 0 0 0 0,-2 2 0 0 0,-34 36 1751 0 0,24-22-1222 0 0,1 1 0 0 0,0 1-1 0 0,-13 28 1 0 0,22-40-503 0 0,0-1 1 0 0,1 1-1 0 0,-1 0 0 0 0,1 0 0 0 0,0 0 0 0 0,1 0 1 0 0,0 1-1 0 0,0-1 0 0 0,1 0 0 0 0,-1 1 1 0 0,2-1-1 0 0,-1 0 0 0 0,1 1 0 0 0,2 7 0 0 0,-2-12-136 0 0,0 0-1 0 0,0 0 1 0 0,0 0-1 0 0,1 0 1 0 0,0 0-1 0 0,-1 0 0 0 0,1-1 1 0 0,0 1-1 0 0,0-1 1 0 0,1 1-1 0 0,-1-1 0 0 0,0 0 1 0 0,1 0-1 0 0,0 0 1 0 0,-1 0-1 0 0,1 0 0 0 0,0-1 1 0 0,0 1-1 0 0,0-1 1 0 0,0 0-1 0 0,6 2 0 0 0,4 0-231 0 0,1-1-1 0 0,0 0 0 0 0,0-1 0 0 0,15 0 0 0 0,-18-2 50 0 0,-1 1 0 0 0,0 1 0 0 0,0 0 0 0 0,0 0 0 0 0,0 1 0 0 0,18 5 0 0 0,-26-6 172 0 0,-1 0 0 0 0,0 0 0 0 0,1 0 0 0 0,-1 0-1 0 0,0 0 1 0 0,0 0 0 0 0,0 0 0 0 0,0 1 0 0 0,0-1 0 0 0,0 0-1 0 0,0 1 1 0 0,0-1 0 0 0,-1 0 0 0 0,1 1 0 0 0,0-1 0 0 0,-1 1 0 0 0,0-1-1 0 0,1 1 1 0 0,-1 0 0 0 0,0-1 0 0 0,1 1 0 0 0,-1-1 0 0 0,0 1-1 0 0,0 0 1 0 0,0-1 0 0 0,-1 1 0 0 0,1-1 0 0 0,0 1 0 0 0,-1-1 0 0 0,1 1-1 0 0,-1 0 1 0 0,1-1 0 0 0,-1 0 0 0 0,0 1 0 0 0,-1 2 0 0 0,-2 4 224 0 0,0 1 0 0 0,-1-1 0 0 0,0 0-1 0 0,-11 13 1 0 0,-11 10-1162 0 0,12-17-4537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8:51.9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11522 0 0,'1'1'140'0'0,"1"-1"-1"0"0,-1 1 1 0 0,1-1-1 0 0,-1 1 1 0 0,1-1-1 0 0,-1 1 1 0 0,0 0-1 0 0,1 0 1 0 0,-1 0-1 0 0,0 0 1 0 0,1 0-1 0 0,-1 0 1 0 0,0 0-1 0 0,0 0 1 0 0,0 0-1 0 0,0 0 1 0 0,0 1-1 0 0,0-1 1 0 0,-1 0-1 0 0,1 1 1 0 0,0-1-1 0 0,-1 1 1 0 0,1-1-1 0 0,-1 1 1 0 0,1 2-1 0 0,11 45 2511 0 0,-11-42-2543 0 0,11 88 2379 0 0,-11-68-2405 0 0,3 0 1 0 0,0 0-1 0 0,1 0 0 0 0,16 46 0 0 0,-13-61-2791 0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8:52.1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3 13363 0 0,'-3'-2'1448'0'0,"1"3"-1448"0"0,2 0 0 0 0,0 2 384 0 0,0 4 56 0 0,0 4 8 0 0,2 7 1 0 0,-1 3-826 0 0,1 2-159 0 0,2 0-32 0 0,1 1-8 0 0,5 1 448 0 0,1-5 128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8:52.4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32 5529 0 0,'-18'-31'9731'0'0,"18"45"-7161"0"0,21 181 1567 0 0,15 98-3107 0 0,-32-256-2019 0 0,-1 51 0 0 0,-4-60-6563 0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8:52.6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0 116 10594 0 0,'2'-3'296'0'0,"-1"-1"0"0"0,1 1 1 0 0,1 0-1 0 0,-1 0 0 0 0,0 0 0 0 0,1 0 0 0 0,-1 0 0 0 0,1 0 0 0 0,0 1 0 0 0,0 0 0 0 0,0-1 0 0 0,6-2 0 0 0,0-2 431 0 0,1-1-106 0 0,0 0 0 0 0,1 1 1 0 0,-1 0-1 0 0,2 1 0 0 0,-1 1 1 0 0,1-1-1 0 0,-1 2 0 0 0,20-6 0 0 0,-16 7-1005 0 0,-1 1 0 0 0,1 0 0 0 0,0 1 0 0 0,17 1 0 0 0,-11 0-6422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8:52.7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6449 0 0,'1'0'162'0'0,"0"1"-1"0"0,0-1 1 0 0,0 0 0 0 0,-1 0-1 0 0,1 1 1 0 0,0-1-1 0 0,-1 1 1 0 0,1-1-1 0 0,0 1 1 0 0,-1-1-1 0 0,1 1 1 0 0,0-1 0 0 0,-1 1-1 0 0,1-1 1 0 0,-1 1-1 0 0,1 0 1 0 0,-1-1-1 0 0,0 1 1 0 0,1 0-1 0 0,-1 0 1 0 0,0-1-1 0 0,1 1 1 0 0,-1 0 0 0 0,0 1-1 0 0,7 24 2352 0 0,-5-19-1758 0 0,16 81 4857 0 0,-5 1-6486 0 0,-10-71-498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8:52.9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15 112 13827 0 0,'-4'-11'832'0'0,"1"1"0"0"0,1-1-1 0 0,0 0 1 0 0,0-1 0 0 0,1 1 0 0 0,1 0 0 0 0,0-17 0 0 0,0 27-811 0 0,0 1 0 0 0,0 0 1 0 0,0 0-1 0 0,0-1 1 0 0,0 1-1 0 0,1 0 0 0 0,-1 0 1 0 0,0-1-1 0 0,0 1 0 0 0,0 0 1 0 0,0-1-1 0 0,0 1 0 0 0,0 0 1 0 0,0 0-1 0 0,1 0 0 0 0,-1-1 1 0 0,0 1-1 0 0,0 0 1 0 0,0 0-1 0 0,1 0 0 0 0,-1-1 1 0 0,0 1-1 0 0,0 0 0 0 0,1 0 1 0 0,-1 0-1 0 0,0 0 0 0 0,0 0 1 0 0,1-1-1 0 0,-1 1 1 0 0,0 0-1 0 0,0 0 0 0 0,1 0 1 0 0,-1 0-1 0 0,0 0 0 0 0,0 0 1 0 0,1 0-1 0 0,-1 0 0 0 0,0 0 1 0 0,1 0-1 0 0,-1 0 0 0 0,0 0 1 0 0,0 0-1 0 0,1 0 1 0 0,-1 1-1 0 0,0-1 0 0 0,0 0 1 0 0,1 0-1 0 0,-1 0 0 0 0,0 0 1 0 0,0 0-1 0 0,1 0 0 0 0,-1 1 1 0 0,0-1-1 0 0,0 0 1 0 0,0 0-1 0 0,1 0 0 0 0,-1 1 1 0 0,0-1-1 0 0,0 0 0 0 0,0 1 1 0 0,16 16-992 0 0,23 48-6850 0 0,-18-25 3131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8:53.2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1 164 11979 0 0,'-1'0'43'0'0,"1"0"0"0"0,0 0 1 0 0,0 0-1 0 0,0 0 0 0 0,0-1 0 0 0,0 1 1 0 0,0 0-1 0 0,0 0 0 0 0,0 0 1 0 0,0 0-1 0 0,0-1 0 0 0,0 1 1 0 0,0 0-1 0 0,0 0 0 0 0,0 0 1 0 0,0-1-1 0 0,0 1 0 0 0,0 0 1 0 0,0 0-1 0 0,0 0 0 0 0,0 0 0 0 0,1-1 1 0 0,-1 1-1 0 0,0 0 0 0 0,0 0 1 0 0,0 0-1 0 0,0 0 0 0 0,0 0 1 0 0,0-1-1 0 0,0 1 0 0 0,1 0 1 0 0,-1 0-1 0 0,0 0 0 0 0,0 0 1 0 0,0 0-1 0 0,0 0 0 0 0,1 0 0 0 0,-1 0 1 0 0,0 0-1 0 0,0-1 0 0 0,0 1 1 0 0,0 0-1 0 0,1 0 0 0 0,-1 0 1 0 0,0 0-1 0 0,0 0 0 0 0,0 0 1 0 0,1 0-1 0 0,-1 0 0 0 0,0 0 1 0 0,0 0-1 0 0,1 1 0 0 0,10 8 1418 0 0,8 15 120 0 0,6 16-90 0 0,34 51-177 0 0,-51-81-1038 0 0,1 1 0 0 0,0-2 0 0 0,0 1 0 0 0,1-1 0 0 0,0-1 0 0 0,12 8 0 0 0,-22-15-246 0 0,1-1 1 0 0,-1 0 0 0 0,1 1-1 0 0,-1-1 1 0 0,1 0 0 0 0,-1 0-1 0 0,0 0 1 0 0,1 1 0 0 0,-1-1-1 0 0,1 0 1 0 0,-1 0 0 0 0,1 0-1 0 0,-1 0 1 0 0,1 0 0 0 0,-1 0-1 0 0,1 0 1 0 0,-1 0 0 0 0,1 0-1 0 0,-1 0 1 0 0,1 0 0 0 0,-1 0-1 0 0,1 0 1 0 0,-1 0 0 0 0,1 0-1 0 0,-1-1 1 0 0,1 1 0 0 0,-1 0-1 0 0,1 0 1 0 0,-1-1 0 0 0,1 1-1 0 0,7-17 493 0 0,-3-31-99 0 0,-5 38-292 0 0,1-6-67 0 0,13-118 177 0 0,-11 118-477 0 0,0 0-1 0 0,1 1 1 0 0,1 0 0 0 0,0 0 0 0 0,1 0-1 0 0,11-18 1 0 0,-15 30-274 0 0,0-1-1 0 0,0 1 1 0 0,0 0-1 0 0,1 0 1 0 0,-1 0 0 0 0,1 0-1 0 0,0 1 1 0 0,0-1-1 0 0,0 1 1 0 0,0-1-1 0 0,1 1 1 0 0,-1 0-1 0 0,7-2 1 0 0,6-2-2146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8:53.5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1 259 6449 0 0,'1'3'285'0'0,"0"0"0"0"0,0-1 0 0 0,0 1 0 0 0,1-1 0 0 0,-1 1 0 0 0,1-1 0 0 0,0 1 0 0 0,0-1 0 0 0,0 0 0 0 0,0 0 0 0 0,0 0 0 0 0,0 0 0 0 0,0 0 0 0 0,1-1 0 0 0,-1 1 0 0 0,1-1 0 0 0,-1 1 0 0 0,1-1 0 0 0,4 2 1 0 0,-4-2-78 0 0,1 0 0 0 0,-1 0 0 0 0,1 0 1 0 0,-1 0-1 0 0,1 0 0 0 0,0-1 1 0 0,-1 0-1 0 0,1 0 0 0 0,0 0 0 0 0,-1 0 1 0 0,1 0-1 0 0,0-1 0 0 0,-1 1 1 0 0,8-3-1 0 0,-4-1-144 0 0,1-1 1 0 0,-1 0-1 0 0,0 0 0 0 0,-1 0 0 0 0,1-1 1 0 0,-1 0-1 0 0,0 0 0 0 0,-1 0 1 0 0,1-1-1 0 0,-1 0 0 0 0,-1 0 1 0 0,1 0-1 0 0,-1 0 0 0 0,-1-1 1 0 0,1 0-1 0 0,3-14 0 0 0,-3 12-15 0 0,-1 0-1 0 0,-1-1 0 0 0,0 1 0 0 0,0 0 1 0 0,-1-1-1 0 0,0 0 0 0 0,-1 1 1 0 0,0-1-1 0 0,-1 0 0 0 0,0 1 1 0 0,-1-1-1 0 0,0 1 0 0 0,-3-11 1 0 0,4 19-50 0 0,1 1 1 0 0,-1-1 0 0 0,1 1-1 0 0,-1-1 1 0 0,0 1 0 0 0,0-1 0 0 0,1 1-1 0 0,-1-1 1 0 0,0 1 0 0 0,0 0-1 0 0,0 0 1 0 0,-1-1 0 0 0,1 1 0 0 0,0 0-1 0 0,0 0 1 0 0,-1 0 0 0 0,-1-1-1 0 0,2 2 24 0 0,1 0-1 0 0,-1 0 0 0 0,0 0 0 0 0,0 0 0 0 0,0 0 1 0 0,0 0-1 0 0,1 0 0 0 0,-1 0 0 0 0,0 0 1 0 0,0 0-1 0 0,0 1 0 0 0,1-1 0 0 0,-1 0 0 0 0,0 0 1 0 0,0 1-1 0 0,1-1 0 0 0,-1 1 0 0 0,0-1 1 0 0,1 1-1 0 0,-1-1 0 0 0,1 1 0 0 0,-1-1 0 0 0,0 1 1 0 0,0 0-1 0 0,-3 4 214 0 0,1 0 0 0 0,-1 0 0 0 0,1 1 0 0 0,0-1 0 0 0,0 1 1 0 0,1 0-1 0 0,-3 7 0 0 0,2-3 3 0 0,0-1 0 0 0,1 2 0 0 0,0-1 0 0 0,1 0 1 0 0,0 0-1 0 0,0 0 0 0 0,1 1 0 0 0,1-1 0 0 0,2 17 0 0 0,-2-22-187 0 0,0 0-1 0 0,0-1 1 0 0,1 1 0 0 0,0-1-1 0 0,0 1 1 0 0,0-1-1 0 0,0 0 1 0 0,1 0-1 0 0,-1 0 1 0 0,1 0-1 0 0,0 0 1 0 0,0 0-1 0 0,1-1 1 0 0,-1 0-1 0 0,1 1 1 0 0,0-1-1 0 0,0-1 1 0 0,0 1 0 0 0,0 0-1 0 0,0-1 1 0 0,0 0-1 0 0,8 3 1 0 0,7 0-84 0 0,0-1 1 0 0,1-1-1 0 0,-1 0 1 0 0,35-1-1 0 0,-22-2-201 0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8:58.0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67 149 7834 0 0,'-9'-16'1317'0'0,"-7"-15"2598"0"0,2-1 0 0 0,-13-38-1 0 0,41 125-2144 0 0,10 85-1 0 0,-5 66-2518 0 0,-9-86-1627 0 0,-7-93-5330 0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8:58.3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12 182 7834 0 0,'-5'-14'696'0'0,"-1"-37"9407"0"0,6 52-10022 0 0,10 8 1525 0 0,7 10-799 0 0,4 8-180 0 0,65 75 749 0 0,-75-91-1257 0 0,0-1 1 0 0,1 0-1 0 0,0-1 0 0 0,0 0 1 0 0,1-1-1 0 0,25 12 0 0 0,-36-19-109 0 0,0 0 0 0 0,0 0-1 0 0,0-1 1 0 0,0 1 0 0 0,0-1-1 0 0,0 1 1 0 0,0-1 0 0 0,0 1 0 0 0,0-1-1 0 0,0 0 1 0 0,0 0 0 0 0,0 0 0 0 0,0 0-1 0 0,0-1 1 0 0,0 1 0 0 0,1 0 0 0 0,-1-1-1 0 0,0 1 1 0 0,0-1 0 0 0,0 0-1 0 0,3-2 1 0 0,-2 1 8 0 0,-1 0 0 0 0,0 0 0 0 0,1-1 0 0 0,-1 1 0 0 0,0-1 0 0 0,-1 1 1 0 0,1-1-1 0 0,0 0 0 0 0,-1 0 0 0 0,1 0 0 0 0,-1 1 0 0 0,2-7 0 0 0,1-8 42 0 0,-1 0 0 0 0,-1 0 0 0 0,0 0 1 0 0,-1-20-1 0 0,0 34-58 0 0,-1-180-1355 0 0,0 162 570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8:58.6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0 231 15667 0 0,'1'0'103'0'0,"-1"1"0"0"0,0 0-1 0 0,1 0 1 0 0,-1 0 0 0 0,1-1-1 0 0,-1 1 1 0 0,1 0 0 0 0,-1-1-1 0 0,1 1 1 0 0,-1 0 0 0 0,1-1-1 0 0,-1 1 1 0 0,1-1 0 0 0,0 1-1 0 0,0-1 1 0 0,-1 1 0 0 0,1-1-1 0 0,0 1 1 0 0,0-1 0 0 0,-1 0-1 0 0,1 1 1 0 0,0-1 0 0 0,0 0-1 0 0,0 0 1 0 0,0 0 0 0 0,-1 1 0 0 0,1-1-1 0 0,0 0 1 0 0,0 0 0 0 0,0 0-1 0 0,1-1 1 0 0,0 0 49 0 0,1 0 0 0 0,-1 0 1 0 0,1 0-1 0 0,-1 0 0 0 0,0-1 1 0 0,0 1-1 0 0,0-1 0 0 0,0 1 0 0 0,0-1 1 0 0,3-3-1 0 0,4-5 112 0 0,-1 0 0 0 0,0-1 0 0 0,9-17 1 0 0,-10 16-308 0 0,-1 0 1 0 0,0 0 0 0 0,-1-1 0 0 0,0 0 0 0 0,-1 0 0 0 0,0 0 0 0 0,-1 0-1 0 0,-1-1 1 0 0,2-20 0 0 0,-4 33 12 0 0,0 0-1 0 0,0 1 0 0 0,0-1 1 0 0,0 0-1 0 0,0 1 0 0 0,0-1 1 0 0,0 0-1 0 0,0 0 1 0 0,-1 1-1 0 0,1-1 0 0 0,0 0 1 0 0,0 1-1 0 0,-1-1 1 0 0,1 0-1 0 0,0 1 0 0 0,-1-1 1 0 0,1 1-1 0 0,0-1 0 0 0,-1 1 1 0 0,1-1-1 0 0,-1 1 1 0 0,1-1-1 0 0,-1 1 0 0 0,1-1 1 0 0,-1 1-1 0 0,0-1 0 0 0,0 1 13 0 0,0 0-1 0 0,0 0 0 0 0,1 0 0 0 0,-1 0 1 0 0,0 0-1 0 0,0 1 0 0 0,0-1 0 0 0,1 0 0 0 0,-1 0 1 0 0,0 1-1 0 0,0-1 0 0 0,1 0 0 0 0,-1 1 0 0 0,0-1 1 0 0,0 1-1 0 0,1-1 0 0 0,-1 1 0 0 0,0 0 0 0 0,-3 3 34 0 0,1-1 0 0 0,-1 1-1 0 0,1 0 1 0 0,0 0-1 0 0,0 0 1 0 0,-2 6 0 0 0,1 1 31 0 0,0-1 1 0 0,1 1 0 0 0,0 1-1 0 0,1-1 1 0 0,0 0 0 0 0,1 0 0 0 0,0 1-1 0 0,1-1 1 0 0,2 18 0 0 0,-1-20-64 0 0,0-1 0 0 0,1 1 1 0 0,0 0-1 0 0,0-1 0 0 0,1 1 1 0 0,0-1-1 0 0,0 0 1 0 0,1 0-1 0 0,0 0 0 0 0,1 0 1 0 0,0-1-1 0 0,10 13 0 0 0,-2-9-1516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8:58.9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204 1 3681 0 0,'-14'10'967'0'0,"1"1"1"0"0,0 1 0 0 0,0 0-1 0 0,1 1 1 0 0,1 0-1 0 0,-13 19 1 0 0,7-5 81 0 0,0 0 0 0 0,-19 44 1 0 0,29-54-891 0 0,1 0 0 0 0,0 0 0 0 0,-5 27 0 0 0,10-38-140 0 0,0 0 1 0 0,0 0-1 0 0,1 1 0 0 0,-1-1 0 0 0,1 0 0 0 0,1 0 0 0 0,-1 0 1 0 0,1 0-1 0 0,0 0 0 0 0,1 0 0 0 0,-1 0 0 0 0,1 0 0 0 0,0 0 1 0 0,4 5-1 0 0,-6-10-52 0 0,0-1 1 0 0,0 0 0 0 0,0 1-1 0 0,0-1 1 0 0,1 1-1 0 0,-1-1 1 0 0,0 1 0 0 0,0-1-1 0 0,1 0 1 0 0,-1 1 0 0 0,0-1-1 0 0,1 0 1 0 0,-1 1-1 0 0,1-1 1 0 0,-1 0 0 0 0,0 1-1 0 0,1-1 1 0 0,-1 0-1 0 0,1 0 1 0 0,-1 0 0 0 0,0 1-1 0 0,1-1 1 0 0,-1 0 0 0 0,1 0-1 0 0,-1 0 1 0 0,1 0-1 0 0,-1 0 1 0 0,1 0 0 0 0,-1 0-1 0 0,1 0 1 0 0,-1 0-1 0 0,1 0 1 0 0,-1 0 0 0 0,1 0-1 0 0,11-15-1256 0 0,1-25-540 0 0,-6 14 2097 0 0,0 0 0 0 0,21-46 0 0 0,-25 64 114 0 0,1 1-1 0 0,0 0 1 0 0,0 0 0 0 0,0 0-1 0 0,1 1 1 0 0,0-1 0 0 0,0 1 0 0 0,1 1-1 0 0,-1-1 1 0 0,1 1 0 0 0,1 0-1 0 0,-1 0 1 0 0,1 0 0 0 0,8-3 0 0 0,-13 7-255 0 0,-1 0 0 0 0,1 0 0 0 0,0 1 0 0 0,0-1 0 0 0,0 1 0 0 0,0-1 0 0 0,0 1 0 0 0,0 0 0 0 0,0 0 1 0 0,0 0-1 0 0,0 0 0 0 0,0 0 0 0 0,0 0 0 0 0,0 1 0 0 0,0-1 0 0 0,0 1 0 0 0,-1-1 0 0 0,1 1 0 0 0,3 1 0 0 0,-2 0 32 0 0,0 0-1 0 0,0 0 0 0 0,-1 1 0 0 0,1-1 0 0 0,-1 1 0 0 0,1-1 1 0 0,-1 1-1 0 0,0 0 0 0 0,0 0 0 0 0,2 4 0 0 0,3 9 241 0 0,0-1 1 0 0,-1 1-1 0 0,6 29 0 0 0,-8-31-311 0 0,3 11 13 0 0,-1 1 0 0 0,-1 0 0 0 0,3 51 0 0 0,-8-68-79 0 0,-1 1 1 0 0,1 0 0 0 0,-2 0 0 0 0,1-1 0 0 0,-1 1-1 0 0,-1-1 1 0 0,0 1 0 0 0,0-1 0 0 0,-1 0 0 0 0,0 0 0 0 0,0 0-1 0 0,-1-1 1 0 0,-11 15 0 0 0,4-9-384 0 0,-1 0 1 0 0,0-2-1 0 0,-1 1 1 0 0,-1-2-1 0 0,-22 15 1 0 0,14-13-7303 0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8:59.3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108 0 10594 0 0,'-1'1'173'0'0,"0"-1"1"0"0,0 1-1 0 0,0-1 0 0 0,-1 1 0 0 0,1-1 1 0 0,0 1-1 0 0,0 0 0 0 0,0 0 0 0 0,0 0 1 0 0,0 0-1 0 0,0-1 0 0 0,0 1 0 0 0,1 0 0 0 0,-1 1 1 0 0,0-1-1 0 0,0 0 0 0 0,1 0 0 0 0,-1 1 1 0 0,-15 30 1547 0 0,10-20-811 0 0,3-7-519 0 0,-43 90 3102 0 0,42-86-3331 0 0,1 0-1 0 0,0 0 1 0 0,0 1-1 0 0,1-1 1 0 0,1 1 0 0 0,-1 0-1 0 0,1 0 1 0 0,1 14-1 0 0,0-22-135 0 0,0 1 0 0 0,1-1 0 0 0,-1 0-1 0 0,0 0 1 0 0,1 0 0 0 0,-1 0 0 0 0,1 0 0 0 0,0 0-1 0 0,0 0 1 0 0,0 0 0 0 0,0 0 0 0 0,0 0-1 0 0,0 0 1 0 0,0 0 0 0 0,1-1 0 0 0,2 4 0 0 0,-3-4-90 0 0,1 0 0 0 0,-1-1 1 0 0,0 1-1 0 0,1 0 1 0 0,-1-1-1 0 0,1 1 1 0 0,-1-1-1 0 0,1 0 1 0 0,-1 1-1 0 0,1-1 1 0 0,-1 0-1 0 0,1 0 0 0 0,-1 0 1 0 0,1 0-1 0 0,-1 0 1 0 0,1 0-1 0 0,-1 0 1 0 0,3-1-1 0 0,1-1-369 0 0,0 0 0 0 0,0 0 0 0 0,-1 0 0 0 0,1 0 0 0 0,-1-1 0 0 0,0 0 0 0 0,1 0 0 0 0,-1 0 0 0 0,0 0 0 0 0,-1-1 0 0 0,1 1 0 0 0,5-8 0 0 0,-2-1-742 0 0,-1 1 0 0 0,0-1 0 0 0,0 0 0 0 0,-1-1 0 0 0,3-14 0 0 0,8-17-37 0 0,6 4 3558 0 0,-22 39-2137 0 0,0 1 0 0 0,1-1 1 0 0,-1 0-1 0 0,0 1 1 0 0,1-1-1 0 0,-1 1 0 0 0,1-1 1 0 0,-1 1-1 0 0,1-1 0 0 0,-1 1 1 0 0,1 0-1 0 0,0-1 1 0 0,-1 1-1 0 0,1 0 0 0 0,-1-1 1 0 0,1 1-1 0 0,0 0 1 0 0,-1-1-1 0 0,1 1 0 0 0,0 0 1 0 0,-1 0-1 0 0,1 0 0 0 0,0 0 1 0 0,-1 0-1 0 0,1 0 1 0 0,0 0-1 0 0,0 0 0 0 0,1 0 1 0 0,-1 1 46 0 0,0 0-1 0 0,1-1 1 0 0,-1 1 0 0 0,0 0 0 0 0,0 0 0 0 0,0 0 0 0 0,1 0 0 0 0,-1 0 0 0 0,0 0 0 0 0,0 1 0 0 0,0-1-1 0 0,1 2 1 0 0,19 44 2374 0 0,-20-44-2424 0 0,18 60 881 0 0,-13-37-795 0 0,15 35-1 0 0,-18-54-501 0 0,0-1 0 0 0,0 1 0 0 0,0-1 0 0 0,1 0 0 0 0,0 0 0 0 0,1-1 0 0 0,-1 1 0 0 0,1-1 0 0 0,0 0 0 0 0,6 5 0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8:59.5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5065 0 0,'0'27'8605'0'0,"0"4"-6176"0"0,7 55-530 0 0,4 0-1 0 0,4-1 1 0 0,36 119-1 0 0,-8-84-4282 0 0,-34-98-5298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8:59.6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39 4145 0 0,'4'-8'368'0'0,"0"4"-296"0"0,1 0-72 0 0,1 0 0 0 0,-1 2 448 0 0,1 2 80 0 0,2-1 16 0 0,7-1 0 0 0,9 0 1 0 0,6-1 7 0 0,3 2 0 0 0,5-1-1937 0 0,0-1-391 0 0,-4 1-80 0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8:59.8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13363 0 0,'2'30'3419'0'0,"5"33"0"0"0,1 3-1479 0 0,-5-24-1091 0 0,3 98-1194 0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00.0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6 11522 0 0,'0'-1'120'0'0,"-1"1"0"0"0,1-1 0 0 0,-1 1 0 0 0,1-1-1 0 0,-1 1 1 0 0,0 0 0 0 0,1-1 0 0 0,-1 1-1 0 0,1 0 1 0 0,-1 0 0 0 0,1-1 0 0 0,-1 1 0 0 0,0 0-1 0 0,1 0 1 0 0,-1 0 0 0 0,0 0 0 0 0,1 0-1 0 0,-1 0 1 0 0,0 0 0 0 0,1 0 0 0 0,-1 0 0 0 0,0 0-1 0 0,0 0 1 0 0,0 14 4212 0 0,2 1-3901 0 0,0 0-630 0 0,0 0-1 0 0,2 0 0 0 0,0 0 1 0 0,8 25-1 0 0,-1-8-46 0 0,-5-8 246 0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00.3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55 5985 0 0,'2'0'407'0'0,"0"0"-1"0"0,0 0 0 0 0,0 0 0 0 0,0 0 0 0 0,0 0 1 0 0,0 0-1 0 0,0 1 0 0 0,0-1 0 0 0,0 1 0 0 0,0 0 1 0 0,0-1-1 0 0,0 1 0 0 0,0 0 0 0 0,0 0 1 0 0,0 0-1 0 0,-1 0 0 0 0,1 0 0 0 0,0 1 0 0 0,-1-1 1 0 0,2 2-1 0 0,33 29 3634 0 0,-12-2-2727 0 0,0 1 1 0 0,-2 1-1 0 0,21 43 1 0 0,-12-22-72 0 0,-22-97-72 0 0,19-106-1290 0 0,3 53-3005 0 0,-19 65-5193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00.6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0 224 10594 0 0,'1'3'261'0'0,"0"-1"-1"0"0,0 0 1 0 0,0 0-1 0 0,0 1 0 0 0,1-1 1 0 0,-1 0-1 0 0,1 0 1 0 0,0 0-1 0 0,-1 0 0 0 0,1-1 1 0 0,0 1-1 0 0,0 0 1 0 0,0-1-1 0 0,0 1 1 0 0,0-1-1 0 0,0 0 0 0 0,1 0 1 0 0,-1 0-1 0 0,0 0 1 0 0,1 0-1 0 0,-1 0 1 0 0,0 0-1 0 0,1-1 0 0 0,-1 1 1 0 0,1-1-1 0 0,0 0 1 0 0,-1 0-1 0 0,1 0 1 0 0,-1 0-1 0 0,1 0 0 0 0,-1-1 1 0 0,1 1-1 0 0,-1-1 1 0 0,1 1-1 0 0,-1-1 0 0 0,0 0 1 0 0,1 0-1 0 0,-1 0 1 0 0,3-2-1 0 0,1-1-136 0 0,0-1 0 0 0,0 1 0 0 0,-1-1 0 0 0,0-1 0 0 0,0 1 0 0 0,0-1 0 0 0,0 1 0 0 0,-1-1 0 0 0,0 0 0 0 0,-1-1 1 0 0,1 1-1 0 0,-1-1 0 0 0,4-13 0 0 0,-3 7-217 0 0,0 0 0 0 0,-1-1 1 0 0,0 1-1 0 0,-1-1 1 0 0,-1 0-1 0 0,0-18 0 0 0,-1 30 54 0 0,0 0-1 0 0,0 0 0 0 0,0 0 1 0 0,0 0-1 0 0,0 0 0 0 0,0 1 0 0 0,-1-1 1 0 0,1 0-1 0 0,0 0 0 0 0,-1 0 1 0 0,0 0-1 0 0,1 1 0 0 0,-1-1 1 0 0,0 0-1 0 0,0 0 0 0 0,0 1 0 0 0,0-1 1 0 0,0 1-1 0 0,-1-1 0 0 0,1 1 1 0 0,0 0-1 0 0,-1-1 0 0 0,1 1 0 0 0,-1 0 1 0 0,1 0-1 0 0,-1 0 0 0 0,1 0 1 0 0,-1 0-1 0 0,-2-1 0 0 0,1 2-17 0 0,0 0 0 0 0,1 0 0 0 0,-1 0-1 0 0,0 0 1 0 0,1 1 0 0 0,-1-1 0 0 0,0 1 0 0 0,1 0-1 0 0,-1-1 1 0 0,1 1 0 0 0,-1 0 0 0 0,1 1 0 0 0,-1-1-1 0 0,1 0 1 0 0,0 1 0 0 0,-1-1 0 0 0,1 1 0 0 0,0 0-1 0 0,-3 3 1 0 0,-4 4 140 0 0,1 0-1 0 0,0 0 0 0 0,1 0 0 0 0,0 1 1 0 0,1 0-1 0 0,0 0 0 0 0,0 0 1 0 0,1 1-1 0 0,0 0 0 0 0,1 0 0 0 0,1 1 1 0 0,0-1-1 0 0,0 1 0 0 0,1-1 1 0 0,-1 24-1 0 0,2-27-1 0 0,2 0 0 0 0,-1 0 0 0 0,1 0 0 0 0,1 0 0 0 0,-1-1 0 0 0,1 1 0 0 0,1-1 1 0 0,-1 1-1 0 0,1-1 0 0 0,0 0 0 0 0,1 0 0 0 0,0 0 0 0 0,0 0 0 0 0,0-1 0 0 0,1 0 0 0 0,0 0 0 0 0,0 0 0 0 0,1 0 0 0 0,0-1 0 0 0,0 0 1 0 0,0 0-1 0 0,0 0 0 0 0,1-1 0 0 0,0 0 0 0 0,7 3 0 0 0,-4-3-65 0 0,1 0 0 0 0,-1 0 0 0 0,1-1 1 0 0,0 0-1 0 0,0-1 0 0 0,0-1 0 0 0,1 1 0 0 0,-1-2 0 0 0,0 0 1 0 0,0 0-1 0 0,1-1 0 0 0,15-3 0 0 0,0-2-429 0 0,1-1 0 0 0,-1-2 0 0 0,46-20 0 0 0,-31 9-682 0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8:36.9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 92 456 0 0,'-4'-3'406'0'0,"0"0"0"0"0,0 0 0 0 0,0-1 0 0 0,1 1 0 0 0,-1-1 0 0 0,1 0 0 0 0,0 0 0 0 0,-4-6 0 0 0,6 9-4 0 0,0-1 0 0 0,-1 1 0 0 0,1-1 0 0 0,0 0 0 0 0,0 1 0 0 0,1-1 0 0 0,-1 0 0 0 0,0 0 0 0 0,1 0 1 0 0,-1 0-1 0 0,1 0 0 0 0,-1 1 0 0 0,1-1 0 0 0,0 0 0 0 0,0 0 0 0 0,0 0 0 0 0,0 0 0 0 0,0 0 0 0 0,0 0 0 0 0,0 0 0 0 0,1 0 0 0 0,-1 0 1 0 0,1 0-1 0 0,0-2 0 0 0,0 4-276 0 0,-1-1 1 0 0,1 1 0 0 0,-1-1-1 0 0,1 1 1 0 0,0-1 0 0 0,-1 1-1 0 0,1 0 1 0 0,-1-1 0 0 0,1 1 0 0 0,0 0-1 0 0,-1-1 1 0 0,1 1 0 0 0,0 0-1 0 0,-1 0 1 0 0,1 0 0 0 0,0 0-1 0 0,0 0 1 0 0,-1 0 0 0 0,1-1-1 0 0,0 2 1 0 0,-1-1 0 0 0,1 0-1 0 0,0 0 1 0 0,-1 0 0 0 0,1 0-1 0 0,0 0 1 0 0,0 1 0 0 0,-1-1-1 0 0,1 0 1 0 0,-1 0 0 0 0,1 1 0 0 0,0-1-1 0 0,-1 1 1 0 0,1-1 0 0 0,-1 0-1 0 0,1 1 1 0 0,-1-1 0 0 0,1 1-1 0 0,-1-1 1 0 0,1 1 0 0 0,-1 0-1 0 0,1-1 1 0 0,-1 1 0 0 0,0-1-1 0 0,1 1 1 0 0,-1 1 0 0 0,19 30 704 0 0,-6 8-464 0 0,-2 0 0 0 0,-1 1 0 0 0,-2 0 1 0 0,2 47-1 0 0,-2 169-2431 0 0,-8-257 1861 0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8:37.2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42 90 6913 0 0,'6'-8'492'0'0,"0"-1"-1"0"0,0 1 0 0 0,1 1 0 0 0,0-1 0 0 0,1 1 0 0 0,0 1 0 0 0,0-1 0 0 0,0 1 0 0 0,16-9 0 0 0,-21 14-391 0 0,0 0 1 0 0,0-1-1 0 0,-1 1 0 0 0,1 0 1 0 0,0 1-1 0 0,0-1 0 0 0,0 1 1 0 0,0-1-1 0 0,0 1 0 0 0,0 0 1 0 0,0 0-1 0 0,0 0 0 0 0,0 0 1 0 0,0 0-1 0 0,0 1 0 0 0,0 0 1 0 0,0-1-1 0 0,0 1 0 0 0,-1 0 1 0 0,1 0-1 0 0,0 1 0 0 0,0-1 1 0 0,-1 1-1 0 0,1-1 0 0 0,-1 1 1 0 0,0 0-1 0 0,1 0 0 0 0,-1 0 1 0 0,0 0-1 0 0,0 0 0 0 0,0 0 1 0 0,0 1-1 0 0,0-1 0 0 0,-1 1 1 0 0,1-1-1 0 0,-1 1 0 0 0,2 3 1 0 0,0 0-68 0 0,-1 0 0 0 0,0 0 1 0 0,0 1-1 0 0,0-1 0 0 0,0 1 1 0 0,-1 0-1 0 0,0-1 0 0 0,-1 1 1 0 0,1 0-1 0 0,-1-1 0 0 0,-1 1 1 0 0,1 0-1 0 0,-1 0 0 0 0,0-1 1 0 0,-1 1-1 0 0,1-1 0 0 0,-1 1 1 0 0,-1-1-1 0 0,1 0 0 0 0,-1 1 1 0 0,0-1-1 0 0,-1-1 1 0 0,1 1-1 0 0,-7 8 0 0 0,4-7 167 0 0,0 0-1 0 0,0 0 1 0 0,0 0-1 0 0,-1-1 0 0 0,0 0 1 0 0,0 0-1 0 0,0-1 1 0 0,-1 1-1 0 0,0-2 1 0 0,0 1-1 0 0,0-1 1 0 0,-1-1-1 0 0,1 1 0 0 0,-1-1 1 0 0,0-1-1 0 0,0 0 1 0 0,-15 2-1 0 0,22-3-221 0 0,0-1 1 0 0,0 0-1 0 0,0 0 0 0 0,0 0 0 0 0,0 0 0 0 0,0 0 0 0 0,0 0 0 0 0,0 0 0 0 0,0-1 0 0 0,0 1 1 0 0,0-1-1 0 0,0 1 0 0 0,0-1 0 0 0,1 0 0 0 0,-1 0 0 0 0,0 1 0 0 0,0-2 0 0 0,1 1 1 0 0,-1 0-1 0 0,0 0 0 0 0,1 0 0 0 0,-1-1 0 0 0,1 1 0 0 0,0-1 0 0 0,-1 1 0 0 0,1-1 1 0 0,0 1-1 0 0,0-1 0 0 0,0 0 0 0 0,0 0 0 0 0,0 1 0 0 0,1-1 0 0 0,-1 0 0 0 0,0 0 1 0 0,1 0-1 0 0,-1-2 0 0 0,2-12-505 0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8:39.0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74 4609 0 0,'2'-11'402'0'0,"-1"3"683"0"0,0 0 1 0 0,0 0-1 0 0,1 0 0 0 0,5-11 0 0 0,-7 19-943 0 0,0-1-1 0 0,0 0 1 0 0,1 0 0 0 0,-1 1 0 0 0,1-1-1 0 0,-1 0 1 0 0,1 1 0 0 0,-1-1 0 0 0,1 0-1 0 0,-1 1 1 0 0,1-1 0 0 0,-1 1-1 0 0,1-1 1 0 0,0 1 0 0 0,-1-1 0 0 0,1 1-1 0 0,0 0 1 0 0,0-1 0 0 0,-1 1 0 0 0,1 0-1 0 0,1-1 1 0 0,-1 1-44 0 0,0 0-1 0 0,0 1 1 0 0,1-1-1 0 0,-1 0 1 0 0,0 1 0 0 0,0-1-1 0 0,0 1 1 0 0,0-1 0 0 0,0 1-1 0 0,0-1 1 0 0,0 1-1 0 0,0 0 1 0 0,0-1 0 0 0,0 1-1 0 0,0 0 1 0 0,0 0-1 0 0,0 0 1 0 0,-1 0 0 0 0,2 1-1 0 0,0 1 42 0 0,0 0 0 0 0,0 0-1 0 0,-1 0 1 0 0,1 0 0 0 0,-1 0 0 0 0,0 1-1 0 0,0-1 1 0 0,0 0 0 0 0,0 1-1 0 0,0 5 1 0 0,2 42 456 0 0,-3-30-365 0 0,2 42 183 0 0,6 72 53 0 0,-5-114-586 0 0,1-1-1 0 0,0 1 1 0 0,1-1-1 0 0,13 29 1 0 0,-10-28-3129 0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8:39.5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1 231 3681 0 0,'8'-12'9455'0'0,"-7"12"-9229"0"0,16-6 2573 0 0,-11 5-2969 0 0,0 0 373 0 0,0 0 0 0 0,0 1 1 0 0,0 0-1 0 0,0 1 0 0 0,0-1 1 0 0,0 1-1 0 0,0 0 0 0 0,0 1 1 0 0,-1-1-1 0 0,1 1 1 0 0,0 0-1 0 0,-1 0 0 0 0,9 6 1 0 0,7 4 879 0 0,-1 1 0 0 0,23 20 0 0 0,-29-23-957 0 0,42 38-111 0 0,-37-30 10 0 0,2-1 0 0 0,33 22 0 0 0,-53-38-17 0 0,1 0 0 0 0,-1 0-1 0 0,1 0 1 0 0,0 0-1 0 0,-1 0 1 0 0,1 0-1 0 0,0-1 1 0 0,0 1-1 0 0,0 0 1 0 0,0-1 0 0 0,-1 0-1 0 0,1 1 1 0 0,0-1-1 0 0,0 0 1 0 0,0 0-1 0 0,0 0 1 0 0,0 0-1 0 0,0-1 1 0 0,0 1-1 0 0,2-1 1 0 0,-2 0 8 0 0,-1 0-1 0 0,1 0 1 0 0,-1 0 0 0 0,0 0-1 0 0,0-1 1 0 0,0 1 0 0 0,1 0-1 0 0,-1-1 1 0 0,0 1 0 0 0,-1 0-1 0 0,1-1 1 0 0,0 1-1 0 0,0-1 1 0 0,-1 0 0 0 0,1 1-1 0 0,-1-1 1 0 0,1 0 0 0 0,0-1-1 0 0,0-10 119 0 0,0 0 1 0 0,0 0-1 0 0,-1 0 0 0 0,-2-21 0 0 0,1 30-95 0 0,-2-43 285 0 0,1 1-1 0 0,9-79 1 0 0,-3 97-3934 0 0,9-35 1 0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8:50.0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53 11979 0 0,'-1'-10'2129'0'0,"0"0"1"0"0,-1-1-1 0 0,-4-11 1236 0 0,15 49-3014 0 0,7 22-230 0 0,-2 1-1 0 0,9 68 0 0 0,3 106 532 0 0,14 84-5828 0 0,-40-292 969 0 0,0-16 4097 0 0,0 0 0 0 0,-1 0 0 0 0,1 0 0 0 0,0 0 0 0 0,-1 0-1 0 0,1 0 1 0 0,-1 0 0 0 0,1 0 0 0 0,0 0 0 0 0,-1 0 0 0 0,1 0 0 0 0,-1 0 0 0 0,1 0 0 0 0,0 0-1 0 0,-1-1 1 0 0,1 1 0 0 0,0 0 0 0 0,-1 0 0 0 0,1 0 0 0 0,0-1 0 0 0,-1 1 0 0 0,1 0-1 0 0,0 0 1 0 0,-1-1 0 0 0,1 1 0 0 0,0 0 0 0 0,0-1 0 0 0,0 1 0 0 0,-1 0 0 0 0,1-1 0 0 0,0 1-1 0 0,0 0 1 0 0,0-1 0 0 0,0 1 0 0 0,-1 0 0 0 0,1-1 0 0 0,0 0 0 0 0,-6-8 71 0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8:50.2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0 251 6449 0 0,'2'-11'515'0'0,"1"1"1"0"0,0 0-1 0 0,0 0 0 0 0,1 0 0 0 0,0 1 0 0 0,0-1 0 0 0,1 1 0 0 0,1 0 0 0 0,9-12 0 0 0,-6 6-8 0 0,-1 3-33 0 0,0 0 0 0 0,1 0 1 0 0,0 1-1 0 0,1 1 0 0 0,0-1 1 0 0,0 2-1 0 0,1-1 1 0 0,20-12-1 0 0,-27 20-391 0 0,0-1 0 0 0,0 1 0 0 0,0 0 0 0 0,0 1 0 0 0,0-1 0 0 0,0 1 0 0 0,0 0 0 0 0,1 0 0 0 0,-1 0-1 0 0,0 0 1 0 0,1 1 0 0 0,-1 0 0 0 0,1 0 0 0 0,-1 0 0 0 0,0 0 0 0 0,1 1 0 0 0,-1 0 0 0 0,0 0 0 0 0,1 0 0 0 0,-1 0 0 0 0,0 1 0 0 0,0-1 0 0 0,0 1 0 0 0,0 0 0 0 0,0 0 0 0 0,0 1 0 0 0,-1-1 0 0 0,1 1 0 0 0,-1 0 0 0 0,0 0-1 0 0,0 0 1 0 0,4 4 0 0 0,-2-1-112 0 0,-1-1-1 0 0,1 1 0 0 0,-1 0 0 0 0,0 0 1 0 0,-1 0-1 0 0,0 1 0 0 0,0 0 0 0 0,0-1 1 0 0,0 1-1 0 0,-1 0 0 0 0,-1 0 0 0 0,1 0 1 0 0,-1 0-1 0 0,0 1 0 0 0,0-1 0 0 0,-1 0 1 0 0,0 0-1 0 0,-1 1 0 0 0,1-1 0 0 0,-1 0 1 0 0,-1 0-1 0 0,-2 9 0 0 0,1-7 114 0 0,0 0-1 0 0,-1-1 1 0 0,0 1-1 0 0,0-1 1 0 0,-1 0 0 0 0,0-1-1 0 0,-1 1 1 0 0,1-1-1 0 0,-1 0 1 0 0,-1 0-1 0 0,1-1 1 0 0,-1 1 0 0 0,-1-2-1 0 0,1 1 1 0 0,-1-1-1 0 0,0 0 1 0 0,-8 4 0 0 0,6-4 136 0 0,-1-1 0 0 0,1 0 0 0 0,0-1 0 0 0,-1 0-1 0 0,0 0 1 0 0,-11 0 0 0 0,19-2-294 0 0,-1-1-1 0 0,0 0 1 0 0,0 0-1 0 0,1 0 0 0 0,-1-1 1 0 0,1 1-1 0 0,-1-1 1 0 0,0 0-1 0 0,1 0 0 0 0,-1 0 1 0 0,1 0-1 0 0,0-1 1 0 0,-1 1-1 0 0,1-1 0 0 0,0 0 1 0 0,0 0-1 0 0,0 0 1 0 0,0 0-1 0 0,0-1 0 0 0,0 1 1 0 0,-3-5-1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8:57.2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10594 0 0,'0'0'819'0'0,"2"0"-285"0"0,0 0 1 0 0,0 0-1 0 0,0 0 0 0 0,0 0 0 0 0,0 0 0 0 0,0 0 1 0 0,0 1-1 0 0,0-1 0 0 0,0 1 0 0 0,0 0 0 0 0,0-1 1 0 0,0 1-1 0 0,3 1 0 0 0,-2 2-296 0 0,1-1 0 0 0,-1 0 0 0 0,1 1 0 0 0,-1 0 0 0 0,0 0 0 0 0,-1 0 0 0 0,1 0 1 0 0,0 0-1 0 0,-1 0 0 0 0,0 1 0 0 0,0-1 0 0 0,-1 1 0 0 0,1 0 0 0 0,-1-1 0 0 0,1 8 0 0 0,2 10-94 0 0,-2 0 1 0 0,0 23-1 0 0,-1-40-89 0 0,-1 141 153 0 0,4 66 320 0 0,-1-175-4057 0 0,17 68-1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8:57.5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3 203 3225 0 0,'-3'-25'15192'0'0,"7"35"-13958"0"0,6 10-301 0 0,0-1 0 0 0,25 35-1 0 0,-6-9-713 0 0,-6-8-117 0 0,1 0 0 0 0,42 49 0 0 0,-57-76-87 0 0,0 0-1 0 0,1-1 0 0 0,0 0 0 0 0,1-1 1 0 0,-1 0-1 0 0,1-1 0 0 0,1 0 0 0 0,0-1 1 0 0,0 0-1 0 0,0-1 0 0 0,0 0 0 0 0,22 5 1 0 0,-32-9 2 0 0,-1-1 1 0 0,1 1 0 0 0,-1-1-1 0 0,1 0 1 0 0,-1 0 0 0 0,0 0-1 0 0,1 0 1 0 0,-1 0-1 0 0,1 0 1 0 0,-1 0 0 0 0,1 0-1 0 0,-1 0 1 0 0,1-1 0 0 0,-1 1-1 0 0,0-1 1 0 0,1 1 0 0 0,-1-1-1 0 0,0 1 1 0 0,1-1 0 0 0,-1 0-1 0 0,0 0 1 0 0,0 0 0 0 0,1 0-1 0 0,-1 0 1 0 0,0 0-1 0 0,0 0 1 0 0,0 0 0 0 0,0 0-1 0 0,-1 0 1 0 0,1 0 0 0 0,0-1-1 0 0,0 1 1 0 0,-1 0 0 0 0,1 0-1 0 0,-1-1 1 0 0,1 1 0 0 0,-1-1-1 0 0,1 1 1 0 0,-1-1 0 0 0,0 1-1 0 0,0 0 1 0 0,0-4-1 0 0,1-7 153 0 0,-1 0 0 0 0,-1 0 0 0 0,0 0 0 0 0,-4-18-1 0 0,1 6 61 0 0,-3-90 442 0 0,9-146 0 0 0,-2 255-677 0 0,0-5-282 0 0,0 0 0 0 0,0-1 0 0 0,-1 1 0 0 0,-4-17 0 0 0,4 24-249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09.6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114 22 4145 0 0,'-2'-19'8915'0'0,"0"17"-8357"0"0,-7 13 2867 0 0,-9 40-2824 0 0,17-48-217 0 0,-20 67-87 0 0,3 1 0 0 0,3 1 0 0 0,3 0 1 0 0,3 1-1 0 0,4 0 0 0 0,4 92 0 0 0,3-142-202 0 0,1 1-1 0 0,2 0 0 0 0,0-1 0 0 0,1 0 1 0 0,2 0-1 0 0,0-1 0 0 0,1 0 0 0 0,2 0 1 0 0,0-1-1 0 0,14 20 0 0 0,0-6 156 0 0,2-1 0 0 0,2-2 0 0 0,0-1 0 0 0,57 47 0 0 0,-25-26-614 0 0,2-3-1 0 0,121 72 1 0 0,-160-110-7263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10.0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 65 456 0 0,'-1'-2'23'0'0,"-1"0"-1"0"0,1 0 1 0 0,-1 0 0 0 0,0 0-1 0 0,0 0 1 0 0,0 0 0 0 0,1 1-1 0 0,-2-1 1 0 0,-3-2 0 0 0,5 4-7 0 0,-1-1 0 0 0,1 0 0 0 0,-1 0 0 0 0,1 1 1 0 0,0-1-1 0 0,-1 0 0 0 0,1-1 0 0 0,0 1 0 0 0,0 0 1 0 0,0 0-1 0 0,0 0 0 0 0,0-1 0 0 0,0 1 0 0 0,0-1 1 0 0,0 1-1 0 0,0-1 0 0 0,1 1 0 0 0,-1-1 0 0 0,0 1 1 0 0,1-1-1 0 0,0 1 0 0 0,-1-1 0 0 0,1 0 0 0 0,0 1 1 0 0,0-1-1 0 0,0 0 0 0 0,0-2 0 0 0,1-1-16 0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10.3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1 182 3225 0 0,'7'-6'21069'0'0,"3"-1"-24392"0"0,-4 2 5074 0 0,5-3-1674 0 0,0 0 1 0 0,1 1-1 0 0,0 0 0 0 0,0 1 0 0 0,0 1 0 0 0,1 0 0 0 0,14-4 1 0 0,97-19-382 0 0,-73 19 574 0 0,30-6-178 0 0,-29 6 2 0 0,71-21 0 0 0,-120 29-169 0 0,0 0-61 0 0,-1 1-1 0 0,1-1 1 0 0,0 0 0 0 0,-1-1 0 0 0,1 1 0 0 0,-1 0-1 0 0,1-1 1 0 0,-1 1 0 0 0,3-3 0 0 0,-4 1-616 0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10.6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35 5529 0 0,'2'-20'9239'0'0,"-1"19"-8941"0"0,0 0 22 0 0,0 0 0 0 0,0 0 0 0 0,0 0 0 0 0,0 0 0 0 0,0 0 0 0 0,0 0 1 0 0,0 0-1 0 0,0 0 0 0 0,1 0 0 0 0,-1 1 0 0 0,0-1 0 0 0,1 0 0 0 0,-1 1 0 0 0,3-1 0 0 0,-3 1-163 0 0,0 1 0 0 0,0 0 1 0 0,0-1-1 0 0,0 1 0 0 0,1 0 0 0 0,-1 0 1 0 0,0 0-1 0 0,-1 0 0 0 0,1 0 0 0 0,0 0 1 0 0,0 0-1 0 0,0 0 0 0 0,0 0 0 0 0,-1 0 0 0 0,1 0 1 0 0,-1 0-1 0 0,1 0 0 0 0,-1 1 0 0 0,1 1 1 0 0,9 25 203 0 0,16 73 263 0 0,-20-68-784 0 0,2-1 0 0 0,1 0 0 0 0,2 0 0 0 0,1-1 0 0 0,29 54 0 0 0,-40-84-225 0 0,-1 0 0 0 0,1 0 0 0 0,0 0 0 0 0,0-1 0 0 0,1 3-770 0 0,-1-2 770 0 0,0-1 0 0 0,0 1 0 0 0,0 0 1 0 0,1-1-1 0 0,-1 1 0 0 0,0-1 0 0 0,0 1 0 0 0,0-1 0 0 0,0 0 0 0 0,0 1 0 0 0,1-1 0 0 0,-1 0 0 0 0,0 0 0 0 0,2 0 0 0 0,4 1-2644 0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11.0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48 3681 0 0,'-22'-33'7672'0'0,"22"32"-7137"0"0,-1 0 0 0 0,1 0-1 0 0,0-1 1 0 0,0 1-1 0 0,0 0 1 0 0,0-1 0 0 0,0 1-1 0 0,0-3 1 0 0,1 4-310 0 0,0 0 1 0 0,0 0-1 0 0,1-1 1 0 0,-1 1-1 0 0,0 0 0 0 0,0 0 1 0 0,1 0-1 0 0,-1 0 1 0 0,0 1-1 0 0,0-1 1 0 0,1 0-1 0 0,-1 1 1 0 0,0-1-1 0 0,0 0 0 0 0,0 1 1 0 0,0-1-1 0 0,1 1 1 0 0,-1 0-1 0 0,1 0 1 0 0,23 14 927 0 0,-6 0-855 0 0,1 0 0 0 0,-2 2-1 0 0,0 0 1 0 0,-1 1 0 0 0,-1 1-1 0 0,18 26 1 0 0,-8-5-131 0 0,-2 2 1 0 0,25 56-1 0 0,-39-72-141 0 0,0 0 1 0 0,-1 0-1 0 0,-2 1 0 0 0,-1 0 1 0 0,-1 0-1 0 0,2 39 0 0 0,-6-54-39 0 0,0 1 1 0 0,-1-1-1 0 0,-1 1 0 0 0,0-1 1 0 0,-1 1-1 0 0,-1-1 0 0 0,1 0 1 0 0,-2 0-1 0 0,0 0 0 0 0,0 0 0 0 0,-1-1 1 0 0,-1 1-1 0 0,1-1 0 0 0,-2 0 1 0 0,0-1-1 0 0,-11 14 0 0 0,17-23 4 0 0,-16 14-456 0 0,16-15 411 0 0,1 1-1 0 0,-1-1 0 0 0,1 1 1 0 0,-1-1-1 0 0,0 0 0 0 0,1 0 1 0 0,-1 1-1 0 0,0-1 1 0 0,1 0-1 0 0,-1 0 0 0 0,0 0 1 0 0,1 0-1 0 0,-1 1 1 0 0,0-1-1 0 0,0 0 0 0 0,1 0 1 0 0,-1-1-1 0 0,0 1 1 0 0,1 0-1 0 0,-1 0 0 0 0,0 0 1 0 0,1 0-1 0 0,-1-1 0 0 0,0 1 1 0 0,1 0-1 0 0,-1 0 1 0 0,0-1-1 0 0,0 0 0 0 0,-8-7-623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11.8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188 53 3681 0 0,'0'-4'-171'0'0,"0"-11"2872"0"0,0 12-1712 0 0,0 1 0 0 0,0-1 0 0 0,0 1 0 0 0,-1-1 0 0 0,1 1 0 0 0,-1 0 0 0 0,1-1-1 0 0,-4-6 2968 0 0,2 5-2967 0 0,-16 41 2325 0 0,-85 210-2513 0 0,89-206-751 0 0,2 1 1 0 0,1 0-1 0 0,3 0 1 0 0,-5 51-1 0 0,13-76 0 0 0,0 0 0 0 0,1 1 0 0 0,0-1-1 0 0,2 0 1 0 0,0 0 0 0 0,1 0 0 0 0,0-1-1 0 0,2 1 1 0 0,0-1 0 0 0,1 0 0 0 0,0 0-1 0 0,1-1 1 0 0,1 0 0 0 0,16 20 0 0 0,-18-25-185 0 0,2-1 1 0 0,-1 0-1 0 0,1 0 1 0 0,1-1-1 0 0,0 0 1 0 0,0-1-1 0 0,0 0 1 0 0,1-1-1 0 0,0 0 1 0 0,0 0-1 0 0,16 4 1 0 0,-16-6-488 0 0,0-1 1 0 0,0-1 0 0 0,0 0 0 0 0,1-1-1 0 0,-1 0 1 0 0,1-1 0 0 0,-1 0 0 0 0,15-2 0 0 0,-4-1-6673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12.5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25 5985 0 0,'-20'-15'4457'0'0,"22"9"-2205"0"0,13 3-592 0 0,15 3 370 0 0,-1 1 0 0 0,1 2 0 0 0,45 9 0 0 0,1 0-1319 0 0,-63-10-823 0 0,-1-1 0 0 0,0 2 0 0 0,0 0 0 0 0,1 0 0 0 0,-2 1 0 0 0,20 9 0 0 0,-23-9-628 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12.8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14 1376 0 0,'4'-3'1538'0'0,"-3"2"-769"0"0,1-1-1 0 0,0 1 1 0 0,0 0 0 0 0,0 0 0 0 0,0 0-1 0 0,0 0 1 0 0,0 0 0 0 0,0 1 0 0 0,4-1 0 0 0,27 0 4287 0 0,-27 2-4480 0 0,1 1 1 0 0,-1-1-1 0 0,0 1 0 0 0,0 0 0 0 0,0 0 1 0 0,0 1-1 0 0,-1 0 0 0 0,7 4 0 0 0,-3 0-371 0 0,-1 1-1 0 0,0 0 0 0 0,-1 0 0 0 0,1 0 0 0 0,-1 1 1 0 0,-1 0-1 0 0,0 1 0 0 0,0 0 0 0 0,-1 0 0 0 0,0 0 0 0 0,-1 0 1 0 0,0 1-1 0 0,-1-1 0 0 0,4 17 0 0 0,-2 1-110 0 0,0 0 0 0 0,-2 1-1 0 0,-1-1 1 0 0,-3 43 0 0 0,-26 128-439 0 0,16-141-1439 0 0,7-26-6212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8:27.4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55 9218 0 0,'-4'-6'1298'0'0,"0"0"-1"0"0,0 0 1 0 0,0 0-1 0 0,0 0 1 0 0,-2-8-1 0 0,1 3 1240 0 0,6 16-2245 0 0,-1-1 0 0 0,1 1 1 0 0,-1-1-1 0 0,0 1 0 0 0,0-1 0 0 0,0 1 0 0 0,-2 8 0 0 0,0 3-100 0 0,3 54 130 0 0,14 100 0 0 0,-7-98-271 0 0,46 287 201 0 0,0-2-23 0 0,-34-110-64 0 0,-8-80 245 0 0,42 209 0 0 0,-17-170 409 0 0,-33-168-1432 0 0,-2 0 0 0 0,-1-1 0 0 0,-7 59 0 0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8:28.3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109 376 6913 0 0,'-10'2'813'0'0,"0"-1"1"0"0,1 0-1 0 0,-1-1 0 0 0,-11-1 0 0 0,19 1-587 0 0,-1 0 0 0 0,1 0 0 0 0,0 0 0 0 0,0 0 0 0 0,-1-1 0 0 0,1 1 0 0 0,0-1 0 0 0,0 1 0 0 0,0-1 0 0 0,0 0 0 0 0,0 0 0 0 0,0 0 0 0 0,0 0 0 0 0,0 0 0 0 0,0-1 0 0 0,0 1 0 0 0,0 0 0 0 0,1-1 0 0 0,-1 1 0 0 0,1-1 0 0 0,-1 0 0 0 0,1 0 0 0 0,-3-3 1 0 0,4 4-108 0 0,1 0 1 0 0,-1 1-1 0 0,0-1 1 0 0,0 0-1 0 0,0 1 1 0 0,1-1-1 0 0,-1 0 1 0 0,0 1-1 0 0,1-1 1 0 0,-1 1 0 0 0,1-1-1 0 0,-1 1 1 0 0,1-1-1 0 0,-1 1 1 0 0,1-1-1 0 0,-1 1 1 0 0,1-1-1 0 0,-1 1 1 0 0,1-1 0 0 0,-1 1-1 0 0,1 0 1 0 0,0 0-1 0 0,-1-1 1 0 0,1 1-1 0 0,0 0 1 0 0,-1 0-1 0 0,1-1 1 0 0,1 1 0 0 0,28-9-153 0 0,-23 8 310 0 0,61-16 264 0 0,133-16 0 0 0,76 13-169 0 0,-113 10-258 0 0,456-43 70 0 0,-181 15-166 0 0,1102-58 219 0 0,-473 68-45 0 0,-797 24-169 0 0,439-13 29 0 0,-153 4 76 0 0,-349 15-1516 0 0,62-2-1242 0 0,-269 0 2486 0 0,-1 0 1 0 0,0-1 0 0 0,1 1 0 0 0,-1 0-1 0 0,0 0 1 0 0,1 0 0 0 0,-1 0-1 0 0,1 0 1 0 0,-1 0 0 0 0,1 0 0 0 0,-1-1-1 0 0,0 1 1 0 0,1 1 0 0 0,-1-1 0 0 0,1 0-1 0 0,-1 0 1 0 0,0 0 0 0 0,1 0-1 0 0,-1 0 1 0 0,1 0 0 0 0,-1 0 0 0 0,0 0-1 0 0,1 1 1 0 0,-1-1 0 0 0,0 0 0 0 0,1 0-1 0 0,-1 1 1 0 0,3 3-1720 0 0,-3-4 1720 0 0,0 1 0 0 0,1-1 0 0 0,-1 0-1 0 0,0 2 1 0 0,-10 16-4992 0 0,3-9 6028 0 0,3-2-893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8:28.8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13 7370 0 0,'0'-1'125'0'0,"0"1"1"0"0,0-1-1 0 0,0 1 1 0 0,0-1-1 0 0,0 1 1 0 0,0 0 0 0 0,0-1-1 0 0,0 1 1 0 0,0-1-1 0 0,0 1 1 0 0,0-1-1 0 0,0 1 1 0 0,0 0 0 0 0,0-1-1 0 0,1 1 1 0 0,-1-1-1 0 0,0 1 1 0 0,0 0-1 0 0,1-1 1 0 0,-1 1 0 0 0,0 0-1 0 0,0-1 1 0 0,1 1-1 0 0,-1 0 1 0 0,0-1-1 0 0,1 1 1 0 0,-1 0-1 0 0,0 0 1 0 0,1-1 0 0 0,-1 1-1 0 0,0 0 1 0 0,2 0-1 0 0,12 5 3637 0 0,-11-3-3394 0 0,1 1 0 0 0,-1-1 0 0 0,0 1 0 0 0,-1 0 0 0 0,1 0 0 0 0,0 0 0 0 0,2 4 0 0 0,4 16 324 0 0,-1 1 1 0 0,-1-1 0 0 0,-1 1 0 0 0,6 49 0 0 0,-2-9-261 0 0,133 901 114 0 0,-136-507-429 0 0,-11-252-95 0 0,10-99 57 0 0,34 195 1 0 0,-5-70 75 0 0,-29-144-149 0 0,-6 100 1 0 0,-2-72-9 0 0,2-109-119 0 0,-1 24-1285 0 0,1-30 1338 0 0,0 0 0 0 0,0 0 0 0 0,0 1 0 0 0,-1-1-1 0 0,1 0 1 0 0,0 0 0 0 0,-1 0 0 0 0,1 1 0 0 0,-1-1 0 0 0,1 0-1 0 0,-1 0 1 0 0,1 0 0 0 0,-1 0 0 0 0,0 0 0 0 0,0 0 0 0 0,1 0-1 0 0,-1 0 1 0 0,0 0 0 0 0,-1 1 0 0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8:29.4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6196 0 1840 0 0,'2'2'832'0'0,"-2"-2"-665"0"0,0 1-1 0 0,1-1 0 0 0,-1 1 1 0 0,0-1-1 0 0,0 1 0 0 0,0-1 1 0 0,1 1-1 0 0,-1-1 1 0 0,0 0-1 0 0,0 1 0 0 0,0-1 1 0 0,0 1-1 0 0,0-1 0 0 0,0 1 1 0 0,0-1-1 0 0,0 1 1 0 0,0-1-1 0 0,0 1 0 0 0,0-1 1 0 0,0 1-1 0 0,-5 4 2330 0 0,5-4-2330 0 0,0-1 0 0 0,-1 0 1 0 0,1 0-1 0 0,-1 1 0 0 0,1-1 1 0 0,0 0-1 0 0,-1 0 0 0 0,1 0 1 0 0,-1 0-1 0 0,1 0 1 0 0,-1 0-1 0 0,1 0 0 0 0,-1 0 1 0 0,0 0-1 0 0,-28 6 2419 0 0,-143 12 1109 0 0,-22 0-2966 0 0,-402-12 2669 0 0,249-5-2993 0 0,13 0-635 0 0,-360 9-1187 0 0,99 2 1416 0 0,61-2 1607 0 0,140-7-1145 0 0,-162 9-1274 0 0,-405 58 1610 0 0,641-34-1267 0 0,229-24 394 0 0,52-9 222 0 0,-1-2 0 0 0,1-2 1 0 0,-61-8-1 0 0,-45-1 130 0 0,143 10-672 0 0,-3-1 551 0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8:29.9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14 5985 0 0,'1'-14'6743'0'0,"7"33"-2280"0"0,-5-4-5030 0 0,2 32 1810 0 0,-1 50 1 0 0,-4-54-2599 0 0,10 71 0 0 0,-5-87-4636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8:30.2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23 13827 0 0,'0'1'1496'0'0,"2"-1"-1496"0"0,0 0 0 0 0,1 0 0 0 0,0 0 0 0 0,2-1 0 0 0,5-2 0 0 0,4-1 0 0 0,5-2 88 0 0,0-3-16 0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8:32.0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99 31 6937 0 0,'-22'1'800'0'0,"16"0"-712"0"0,1 0-1 0 0,0-1 1 0 0,-1 0 0 0 0,1 0-1 0 0,-1 0 1 0 0,1-1 0 0 0,-33-32 16412 0 0,41 37-16574 0 0,1 3 25 0 0,0 0 0 0 0,-1 1 0 0 0,0-1 0 0 0,0 1 0 0 0,0 0 0 0 0,-1 0 0 0 0,0 0 0 0 0,1 13 0 0 0,5 78-548 0 0,-6-59 503 0 0,7 74 376 0 0,29 130 0 0 0,2 42-615 0 0,-13-70 182 0 0,-8-55 126 0 0,-3 198 1 0 0,-1-13 17 0 0,23 15-49 0 0,23-36 702 0 0,-52-295-693 0 0,-6-23-148 0 0,-1 0-1 0 0,0 0 1 0 0,0 0 0 0 0,-1 0 0 0 0,1 1 0 0 0,-2-1 0 0 0,1 0 0 0 0,-1 9-1 0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16.4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32 3681 0 0,'0'1'162'0'0,"0"0"0"0"0,1 0 0 0 0,-1 0 0 0 0,1 0-1 0 0,-1 0 1 0 0,1 0 0 0 0,-1-1 0 0 0,1 1 0 0 0,-1 0 0 0 0,1 0 0 0 0,0 0 0 0 0,0-1 0 0 0,-1 1 0 0 0,1 0 0 0 0,0-1 0 0 0,0 1 0 0 0,0 0 0 0 0,0-1 0 0 0,0 1 0 0 0,-1-1-1 0 0,1 0 1 0 0,0 1 0 0 0,2 0 0 0 0,30 8 3250 0 0,-24-7-2148 0 0,5 1-130 0 0,0 0 1 0 0,0-1 0 0 0,0-1-1 0 0,16 0 1 0 0,-9-2-368 0 0,-1 0 1 0 0,27-7-1 0 0,-13 0-2046 0 0,-1-1-1 0 0,0-2 1 0 0,33-16 0 0 0,-54 21-4252 0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16.6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0 7370 0 0,'-10'10'5065'0'0,"9"-9"-4558"0"0,0 0-1 0 0,0 0 1 0 0,1 1 0 0 0,-1-1-1 0 0,0 2 1 0 0,-4 28 2532 0 0,9 31-2437 0 0,-3-59-458 0 0,35 182-897 0 0,-28-153-134 0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16.9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48 6449 0 0,'-1'0'107'0'0,"1"0"0"0"0,-1 0 0 0 0,0 0-1 0 0,1 0 1 0 0,-1 0 0 0 0,1 0-1 0 0,-1 0 1 0 0,1 0 0 0 0,-1 0-1 0 0,1 0 1 0 0,-1 0 0 0 0,0 0 0 0 0,1 0-1 0 0,-1 0 1 0 0,1-1 0 0 0,-1 1-1 0 0,1 0 1 0 0,-1 0 0 0 0,1 0 0 0 0,-1-1-1 0 0,1 1 1 0 0,0 0 0 0 0,-1-1-1 0 0,1 1 1 0 0,-1-1 0 0 0,1 1-1 0 0,0 0 1 0 0,-1-2 0 0 0,9-9 3096 0 0,25-9 555 0 0,-21 17-3474 0 0,-1 0 1 0 0,1 1-1 0 0,0 1 0 0 0,0 0 1 0 0,0 0-1 0 0,19 3 1 0 0,37 7-3547 0 0,-50-5-2338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17.3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7 9218 0 0,'0'-6'11114'0'0,"4"21"-11094"0"0,0 0-1 0 0,-1 0 0 0 0,-1 0 0 0 0,-1 0 0 0 0,0 27 0 0 0,3 28-456 0 0,54 217-3655 0 0,-51-257 4145 0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17.6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52 6913 0 0,'-8'1'8917'0'0,"29"-10"-6632"0"0,37-13-1276 0 0,-56 22-981 0 0,16-5-93 0 0,0 0 1 0 0,0 1-1 0 0,0 1 1 0 0,26-1-1 0 0,-23 4-6697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17.9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2 10594 0 0,'-13'-1'6357'0'0,"14"25"-2680"0"0,0-21-4393 0 0,7 76 1461 0 0,-4-35-1998 0 0,1 0-1 0 0,14 48 1 0 0,-13-69-4954 0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18.2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55 3225 0 0,'2'4'7419'0'0,"4"-5"-6806"0"0,1-1 1 0 0,-1 1-1 0 0,0-1 1 0 0,0-1-1 0 0,0 1 1 0 0,10-7-1 0 0,7-1 875 0 0,-15 7-1116 0 0,3-2-117 0 0,0 0 0 0 0,1 1 0 0 0,0 1 0 0 0,-1 0 1 0 0,1 1-1 0 0,19-2 0 0 0,-14 5-1099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18.4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1 5529 0 0,'-3'8'1065'0'0,"0"0"1"0"0,0 1-1 0 0,1-1 0 0 0,0 1 0 0 0,0 0 0 0 0,1 0 1 0 0,0 0-1 0 0,0 11 0 0 0,8 78 2544 0 0,-1-39-3622 0 0,-5-33-1375 0 0,1 1-4838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18.8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45 5065 0 0,'2'-4'402'0'0,"0"1"-1"0"0,0 0 1 0 0,1 1 0 0 0,-1-1 0 0 0,1 0-1 0 0,-1 1 1 0 0,1-1 0 0 0,0 1-1 0 0,0 0 1 0 0,0 0 0 0 0,0 0-1 0 0,0 0 1 0 0,1 1 0 0 0,-1-1 0 0 0,1 1-1 0 0,-1 0 1 0 0,1 0 0 0 0,-1 0-1 0 0,8-1 1 0 0,6 0 772 0 0,0 1 1 0 0,34 2-1 0 0,-37 0-1072 0 0,128 3-1169 0 0,-116-4-4572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19.3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0 11522 0 0,'0'0'887'0'0,"-6"22"3502"0"0,3-2-3937 0 0,1-1 0 0 0,1 1 0 0 0,0 0-1 0 0,1 0 1 0 0,1 0 0 0 0,1-1 0 0 0,5 21-1 0 0,2-4-4009 0 0,16 44 0 0 0,-20-61 1496 0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19.8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65 5065 0 0,'0'0'390'0'0,"24"-1"2906"0"0,104-30 4344 0 0,-16 3-7582 0 0,-90 24-5953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20.0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1 6913 0 0,'-10'7'8339'0'0,"10"-6"-8051"0"0,-2 20 3494 0 0,10 26-2297 0 0,-7-41-993 0 0,34 115 278 0 0,-5-42-3341 0 0,-16-49-4492 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20.4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32 968 0 0,'-5'-3'8361'0'0,"21"-3"-2684"0"0,-10 4-7503 0 0,19-4 3046 0 0,0 2-1 0 0,0 0 1 0 0,1 1-1 0 0,45 2 1 0 0,-12 0-591 0 0,31 0-2671 0 0,-65 1-4413 0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20.6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1 6449 0 0,'-15'12'7135'0'0,"12"-8"-6540"0"0,0 16 3738 0 0,5-14-3924 0 0,-1 1 1 0 0,1-1-1 0 0,0 0 1 0 0,1 1-1 0 0,3 6 0 0 0,4 11-263 0 0,27 119-1901 0 0,-30-110-5209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20.9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20 10594 0 0,'10'-4'786'0'0,"1"1"-1"0"0,-1 0 0 0 0,1 1 0 0 0,0 0 1 0 0,19 0-1 0 0,66-1 2277 0 0,34 11-3812 0 0,-98-5-3609 0 0,-8-2-1346 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21.2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 1 3225 0 0,'-29'6'16836'0'0,"32"7"-16779"0"0,12 58 2301 0 0,2 38-4029 0 0,2 10-1806 0 0,-9-43 3307 0 0,-10-49 24 0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21.5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21 7370 0 0,'0'0'119'0'0,"-1"0"0"0"0,1 0 1 0 0,0 0-1 0 0,-1 1 0 0 0,1-1 0 0 0,-2 1 597 0 0,2-1-596 0 0,0 1-1 0 0,0-1 0 0 0,0 0 1 0 0,-1 1-1 0 0,1-1 0 0 0,0 0 1 0 0,0 1-1 0 0,0-1 0 0 0,0 0 1 0 0,0 1-1 0 0,-1-1 0 0 0,1 0 1 0 0,0 1-1 0 0,0-1 0 0 0,0 1 0 0 0,0-1 1 0 0,0 0-1 0 0,0 1 0 0 0,0-1 1 0 0,1 0-1 0 0,-1 1 0 0 0,0-1 1 0 0,0 0-1 0 0,0 1 0 0 0,0-1 1 0 0,0 0-1 0 0,1 1 0 0 0,17 2 1853 0 0,35-12-1192 0 0,-45 7-248 0 0,26-6-63 0 0,0 2 0 0 0,0 1 1 0 0,1 2-1 0 0,0 1 0 0 0,-1 2 0 0 0,40 4 1 0 0,-17 5-3747 0 0,-40-8 2038 0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21.8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37 1 10594 0 0,'-6'12'2423'0'0,"1"1"-1"0"0,-6 22 1 0 0,-1 31 517 0 0,10-48-3126 0 0,2 0-1 0 0,0-1 1 0 0,0 1 0 0 0,2 0-1 0 0,0-1 1 0 0,1 1 0 0 0,1-1-1 0 0,0 0 1 0 0,9 21 0 0 0,-8-28-7 0 0,1 0 1 0 0,0 0 0 0 0,10 12-1 0 0,2 3 172 0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22.7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6 2761 0 0,'-15'-1'11638'0'0,"28"-1"-9345"0"0,34-1-2039 0 0,129 5-542 0 0,-152-2-1015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23.1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26 5985 0 0,'57'0'9421'0'0,"-51"-1"-9216"0"0,77-14 901 0 0,1 6-3967 0 0,-59 8-2225 0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23.6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 6913 0 0,'-1'2'5194'0'0,"10"-3"-2432"0"0,19-4-1263 0 0,-6 1-241 0 0,-9 3-1077 0 0,1 0 0 0 0,-1 1-1 0 0,1 0 1 0 0,-1 1-1 0 0,0 1 1 0 0,19 4 0 0 0,-11-1-860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23.9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45 12443 0 0,'24'-2'1667'0'0,"-1"-1"0"0"0,1 0 0 0 0,36-12 1 0 0,-29 7-618 0 0,36-4 1 0 0,-49 11-1901 0 0,0 0 1 0 0,0 1 0 0 0,22 3 0 0 0,-22 0-5669 0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24.4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14 8754 0 0,'27'-2'7782'0'0,"8"-2"-4093"0"0,-8 1-4260 0 0,1 0 1 0 0,0 1-1 0 0,55 5 1 0 0,-40 7-2714 0 0,-21-3-2197 0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24.7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46 3681 0 0,'17'-7'2219'0'0,"-1"0"0"0"0,1 0 1 0 0,26-5-1 0 0,-21 8-769 0 0,-1 0-1 0 0,35 0 1 0 0,-30 4-2257 0 0,47 6 0 0 0,-44-2-3698 0 0,39 12 0 0 0,-53-11 4327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25.1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37 10 10138 0 0,'-9'0'-173'0'0,"-19"-3"9252"0"0,39 0-6325 0 0,-9 2-2437 0 0,3 1-62 0 0,12-2-602 0 0,1 2-1 0 0,-1 0 1 0 0,0 1-1 0 0,27 5 0 0 0,74 20-6599 0 0,-97-21 5319 0 0,6 2-419 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25.4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65 11058 0 0,'3'0'985'0'0,"1"-1"-793"0"0,0 1-192 0 0,1-1 0 0 0,-1-1 800 0 0,4 1 128 0 0,6 0 16 0 0,9-4 8 0 0,11 1 89 0 0,9-3 15 0 0,3 1 8 0 0,2 0 0 0 0,1-2-1400 0 0,3-2-280 0 0,6-2-56 0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40.6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1895 1 7834 0 0,'-5'0'15277'0'0,"-27"3"-15252"0"0,-19 6 154 0 0,-81 25 1 0 0,-22 5 82 0 0,-149-1-264 0 0,85-12 15 0 0,145-20 197 0 0,0-3 1 0 0,-108-9-1 0 0,-74 2-20 0 0,-30 35-510 0 0,274-30 408 0 0,4 0-146 0 0,0 0 1 0 0,0-1 0 0 0,0 1-1 0 0,0-1 1 0 0,0-1 0 0 0,0 0 0 0 0,0 0-1 0 0,0 0 1 0 0,1 0 0 0 0,-14-6-1 0 0,19 7 72 0 0,1 0 0 0 0,0-1 0 0 0,0 1 0 0 0,0 0 0 0 0,-1 0 0 0 0,1 0 0 0 0,0-1 0 0 0,0 1 0 0 0,0 0 0 0 0,0 0 0 0 0,-1-1 0 0 0,1 1 0 0 0,0 0 0 0 0,0-1 0 0 0,0 1 0 0 0,0 0 0 0 0,0 0 0 0 0,0-1 0 0 0,0 1 0 0 0,0 0 0 0 0,0-1 0 0 0,0 1 0 0 0,0 0 0 0 0,0-1 0 0 0,0 1 0 0 0,0 0 0 0 0,0 0 0 0 0,0-1 0 0 0,0 1 0 0 0,0 0 0 0 0,0-1 0 0 0,0 1 0 0 0,1 0 0 0 0,-1 0 0 0 0,0-1 0 0 0,0 1 0 0 0,0 0 0 0 0,1 0 0 0 0,-1-1 0 0 0,0 1 0 0 0,0 0 0 0 0,0 0 0 0 0,1 0 0 0 0,-1 0 0 0 0,0-1-1 0 0,0 1 1 0 0,1 0 0 0 0,-1 0 0 0 0,0 0 0 0 0,1 0 0 0 0,-1 0 0 0 0,0 0 0 0 0,0 0 0 0 0,1-1 0 0 0,0 1 0 0 0,0 2 3 0 0,-1-1 0 0 0,1 0-1 0 0,0 0 1 0 0,0 0 0 0 0,0 1 0 0 0,-1-1-1 0 0,1 0 1 0 0,0 1 0 0 0,-1-1 0 0 0,0 0-1 0 0,1 1 1 0 0,-1-1 0 0 0,0 1 0 0 0,1-1-1 0 0,-1 1 1 0 0,0-1 0 0 0,0 1 0 0 0,0-1-1 0 0,-1 1 1 0 0,1-1 0 0 0,0 0 0 0 0,0 1-1 0 0,-1-1 1 0 0,1 1 0 0 0,-1-1-1 0 0,1 0 1 0 0,-1 1 0 0 0,0-1 0 0 0,-1 2-1 0 0,-2 10 37 0 0,-3 18-28 0 0,2 0 1 0 0,1 1-1 0 0,1-1 1 0 0,2 55-1 0 0,1-11-212 0 0,-14 572 373 0 0,39-1 109 0 0,-11-496-195 0 0,4 41 322 0 0,-8 212 1 0 0,-10-402-425 0 0,0 3-37 0 0,0 0 0 0 0,-1-1 0 0 0,1 1 0 0 0,1 0 0 0 0,-1 0-1 0 0,0 0 1 0 0,1 0 0 0 0,0-1 0 0 0,0 1 0 0 0,1 4 0 0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41.4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367 209 4609 0 0,'-113'32'6586'0'0,"59"-15"-3261"0"0,-89 15-1 0 0,138-31-3027 0 0,0 0 1 0 0,0 0-1 0 0,0 0 1 0 0,1 1-1 0 0,-1-1 0 0 0,0 1 1 0 0,1 1-1 0 0,-5 2 1 0 0,8-5-229 0 0,0 1 0 0 0,1-1 0 0 0,-1 1 0 0 0,0-1 0 0 0,1 1 1 0 0,-1-1-1 0 0,1 1 0 0 0,-1 0 0 0 0,1-1 0 0 0,-1 1 0 0 0,1 0 0 0 0,0-1 0 0 0,-1 1 1 0 0,1 0-1 0 0,0 0 0 0 0,-1-1 0 0 0,1 1 0 0 0,0 0 0 0 0,0 0 0 0 0,0 0 0 0 0,0 1 1 0 0,0-1-34 0 0,0 1 1 0 0,1-1 0 0 0,-1 0 0 0 0,1 0 0 0 0,0 1 0 0 0,-1-1 0 0 0,1 0-1 0 0,0 0 1 0 0,0 0 0 0 0,0 0 0 0 0,0 0 0 0 0,0 0 0 0 0,0 0-1 0 0,0 0 1 0 0,0 0 0 0 0,0 0 0 0 0,2 0 0 0 0,2 2-36 0 0,1 0 1 0 0,-1-1-1 0 0,0 0 1 0 0,0 0 0 0 0,1-1-1 0 0,-1 1 1 0 0,1-1-1 0 0,0-1 1 0 0,-1 1-1 0 0,1-1 1 0 0,7 0-1 0 0,69-8-13 0 0,-54 4 10 0 0,503-95 2 0 0,-141 21 0 0 0,-42 9 314 0 0,170-24 292 0 0,-277 85-298 0 0,-205 8-296 0 0,-24 3-4373 0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41.9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43 9674 0 0,'-30'5'2596'0'0,"23"-4"322"0"0,23-4-313 0 0,101-13 1191 0 0,-37 3-3236 0 0,121-4 0 0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42.3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0 920 0 0,'-38'7'21547'0'0,"50"10"-21082"0"0,-10-12-419 0 0,1 0 1 0 0,-1 1 0 0 0,0-1 0 0 0,-1 0 0 0 0,1 0 0 0 0,-1 1-1 0 0,0-1 1 0 0,-1 1 0 0 0,1 8 0 0 0,-5 52 527 0 0,2-37-471 0 0,1 40-103 0 0,4 0 0 0 0,2 0 0 0 0,17 78 0 0 0,-17-120 0 0 0,35 350 118 0 0,-30-234-3 0 0,55 268 0 0 0,-62-401-127 0 0,29 112-366 0 0,31 244 0 0 0,-63-354-41 0 0,0-6-1164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43.8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5481 6913 0 0,'-4'9'3969'0'0,"17"-12"852"0"0,-7 1-5820 0 0,50-7 3947 0 0,60-2 0 0 0,143 10-2689 0 0,-129 2 87 0 0,91 4 227 0 0,223-10-33 0 0,125-29-46 0 0,-80-3-157 0 0,-105 7-284 0 0,131-13 30 0 0,43-17-83 0 0,531-48 15 0 0,37 30-22 0 0,-472 59 153 0 0,-508 16-132 0 0,318-16-59 0 0,-129 3 18 0 0,128 7 27 0 0,-176-2 0 0 0,-56 1 0 0 0,27-9-16 0 0,9 1-43 0 0,-159 15 43 0 0,-15-1-2 0 0,174 16-1 0 0,-236-8 69 0 0,-10-2 55 0 0,1 1 1 0 0,-1 1-1 0 0,0 1 0 0 0,23 9 0 0 0,-43-14-104 0 0,0 1-1 0 0,-1-1 1 0 0,1 1-1 0 0,0-1 1 0 0,0 0-1 0 0,-1 0 0 0 0,1 1 1 0 0,0-1-1 0 0,0 0 1 0 0,0 0-1 0 0,0 0 1 0 0,-1 0-1 0 0,1 0 1 0 0,0 0-1 0 0,0 0 1 0 0,0 0-1 0 0,0 0 1 0 0,-1-1-1 0 0,1 1 1 0 0,0 0-1 0 0,0 0 1 0 0,0-1-1 0 0,-1 1 1 0 0,1 0-1 0 0,0-1 1 0 0,0 1-1 0 0,-1-1 1 0 0,1 1-1 0 0,0-1 1 0 0,-1 1-1 0 0,1-1 1 0 0,-1 0-1 0 0,1 1 1 0 0,-1-1-1 0 0,1 0 1 0 0,-1 1-1 0 0,1-1 0 0 0,-1 0 1 0 0,0 0-1 0 0,1 0 1 0 0,-1 1-1 0 0,0-1 1 0 0,0 0-1 0 0,1 0 1 0 0,-1 0-1 0 0,0 1 1 0 0,0-3-1 0 0,1-5 7 0 0,-1-1 0 0 0,0 0 0 0 0,0 1 0 0 0,-2-10 0 0 0,0 1-1 0 0,7-150 123 0 0,0 75 27 0 0,-11-117-1 0 0,-6 80-114 0 0,-51-420 372 0 0,-23-267-1067 0 0,34 277 459 0 0,-3-49-351 0 0,10-142 11 0 0,35 603 531 0 0,7 35 132 0 0,3-1 1 0 0,5 1 0 0 0,3 0-1 0 0,5 0 1 0 0,3 1-1 0 0,38-118 1 0 0,-44 175 35 0 0,2 1-1 0 0,1 0 1 0 0,24-45 0 0 0,-32 66-395 0 0,-9 8-782 0 0,3 4 722 0 0,0 0 0 0 0,-1 1 0 0 0,1-1 0 0 0,0 1 1 0 0,0-1-1 0 0,-1 1 0 0 0,1-1 0 0 0,0 1 0 0 0,0 0 0 0 0,0 0 1 0 0,0-1-1 0 0,0 1 0 0 0,-1 1 0 0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44.5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296 308 2761 0 0,'-23'-8'949'0'0,"0"-1"1"0"0,1-1 0 0 0,-37-22-1 0 0,33 17 447 0 0,1 2 1 0 0,-31-11-1 0 0,50 21-685 0 0,-1 1 0 0 0,1-1 0 0 0,0 0 1 0 0,0 0-1 0 0,0-1 0 0 0,0 0 0 0 0,0 0 1 0 0,-6-6-1 0 0,14 12-588 0 0,1-1 0 0 0,0 0 1 0 0,-1 1-1 0 0,1-1 0 0 0,0 0 0 0 0,0 0 0 0 0,-1 0 1 0 0,1-1-1 0 0,0 1 0 0 0,0-1 0 0 0,0 1 0 0 0,6-1 1 0 0,49-1 25 0 0,-27-1 243 0 0,343-16 166 0 0,-124 3-856 0 0,140-31 968 0 0,-228 22 40 0 0,-13-3-360 0 0,52-5 1665 0 0,-181 28-1928 0 0,-17 3-261 0 0,0 0 0 0 0,0 1 0 0 0,0-1 0 0 0,0 1 0 0 0,0-1 0 0 0,0 1 0 0 0,1 0-1 0 0,-1 0 1 0 0,5 1 0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46.4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220 33 3681 0 0,'-219'47'14960'0'0,"223"-49"-14525"0"0,9-1-89 0 0,0 0 1 0 0,1 1-1 0 0,-1 0 0 0 0,0 1 1 0 0,1 0-1 0 0,13 2 0 0 0,48-5 227 0 0,30-6-208 0 0,180 7 0 0 0,-51 3 133 0 0,-115 0-241 0 0,-73 2-52 0 0,0-3 0 0 0,88-11 0 0 0,-133 11-206 0 0,34-8-412 0 0,-34 8 393 0 0,0 1-1 0 0,0 0 1 0 0,0 0 0 0 0,-1-1-1 0 0,1 1 1 0 0,0-1-1 0 0,0 1 1 0 0,0 0 0 0 0,0-1-1 0 0,-1 0 1 0 0,1 1-1 0 0,0-1 1 0 0,0 1 0 0 0,-1-1-1 0 0,1 0 1 0 0,0 0-1 0 0,-1 1 1 0 0,1-1 0 0 0,-1 0-1 0 0,1 0 1 0 0,-1 0-1 0 0,0 0 1 0 0,1 0 0 0 0,-1 1-1 0 0,0-1 1 0 0,1 0-1 0 0,-1 0 1 0 0,0 0 0 0 0,0 0-1 0 0,0 0 1 0 0,0-1-1 0 0,-1-4-544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47.3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83 195 5617 0 0,'-3'-1'130'0'0,"1"0"0"0"0,-1-1 0 0 0,1 1 0 0 0,0-1 0 0 0,-1 1 0 0 0,1-1 0 0 0,0 0 0 0 0,0 0 0 0 0,0 0 0 0 0,0 0 0 0 0,1 0 0 0 0,-1 0 0 0 0,-2-4 0 0 0,2 1 1133 0 0,1-1 0 0 0,-1 1 0 0 0,1 0 0 0 0,0 0 0 0 0,0-10 0 0 0,0 4 758 0 0,-8-30 4341 0 0,1 3-4935 0 0,-1 13-1246 0 0,2 15 100 0 0,7 10-268 0 0,0 0 0 0 0,-1-1 0 0 0,1 1 0 0 0,0 0 1 0 0,0 0-1 0 0,0 0 0 0 0,-1 0 0 0 0,1 0 1 0 0,0 0-1 0 0,0 0 0 0 0,-1 0 0 0 0,1 0 0 0 0,0 0 1 0 0,0 0-1 0 0,-1 0 0 0 0,1 1 0 0 0,0-1 0 0 0,0 0 1 0 0,0 0-1 0 0,-1 0 0 0 0,1 0 0 0 0,0 0 0 0 0,0 0 1 0 0,0 0-1 0 0,-1 1 0 0 0,1-1 0 0 0,0 0 0 0 0,0 0 1 0 0,0 0-1 0 0,0 0 0 0 0,-1 1 0 0 0,1-1 1 0 0,0 0-1 0 0,0 0 0 0 0,0 0 0 0 0,0 1 0 0 0,0-1 1 0 0,0 0-1 0 0,0 0 0 0 0,-1 1 0 0 0,1 7 37 0 0,0 1-1 0 0,0-1 1 0 0,1 1-1 0 0,0-1 1 0 0,0 0-1 0 0,4 15 1 0 0,-1-6 197 0 0,40 174-159 0 0,-27-129-72 0 0,-3 1 0 0 0,10 93 0 0 0,-16-58-16 0 0,22 98 0 0 0,-23-170-11 0 0,0-1 1 0 0,16 35-1 0 0,-12-36 0 0 0,-2 1 1 0 0,10 40-1 0 0,-12 17 144 0 0,-7-64-78 0 0,2-1 0 0 0,0 1 0 0 0,0 0 0 0 0,7 20 0 0 0,11 12-725 0 0,-10-29-6799 0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51.2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0 133 7370 0 0,'6'3'6022'0'0,"14"-5"-3924"0"0,22-4-722 0 0,216-34 3623 0 0,-140 25-4256 0 0,125-33 1 0 0,-219 43-724 0 0,-18 5-92 0 0,0-1 0 0 0,-1 0 0 0 0,1 0 0 0 0,-1-1 1 0 0,0 1-1 0 0,1-1 0 0 0,-1 0 0 0 0,0 0 0 0 0,8-6 0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51.5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97 4 5185 0 0,'-46'-3'2345'0'0,"-4"3"12954"0"0,54 7-13955 0 0,3 26-1133 0 0,-1 1-1 0 0,-2 0 0 0 0,0 67 1 0 0,-4-53 40 0 0,11 65 0 0 0,-8-95-267 0 0,-2-5-378 0 0,1-1 1 0 0,0 1-1 0 0,1-1 1 0 0,1 1-1 0 0,0-1 1 0 0,0 0-1 0 0,1 0 1 0 0,12 20-1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52.3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268 1625 5065 0 0,'1'1'297'0'0,"-1"1"0"0"0,1 0-1 0 0,-1-1 1 0 0,0 1 0 0 0,1 0-1 0 0,-1 0 1 0 0,0 0 0 0 0,0-1 0 0 0,0 1-1 0 0,0 0 1 0 0,0 0 0 0 0,-1 0 0 0 0,1-1-1 0 0,0 1 1 0 0,-1 0 0 0 0,0-1 0 0 0,1 1-1 0 0,-1 0 1 0 0,0-1 0 0 0,0 1 0 0 0,-1 2-1 0 0,0-1-86 0 0,0-1 0 0 0,1 0 0 0 0,-1 0-1 0 0,0 0 1 0 0,0 0 0 0 0,0 0 0 0 0,0 0-1 0 0,-1-1 1 0 0,1 1 0 0 0,0-1 0 0 0,-1 1-1 0 0,1-1 1 0 0,-4 2 0 0 0,5-3-136 0 0,0 0 1 0 0,0 0-1 0 0,1 0 0 0 0,-1 0 1 0 0,0 0-1 0 0,0 0 0 0 0,0-1 1 0 0,1 1-1 0 0,-1 0 0 0 0,0 0 1 0 0,0-1-1 0 0,1 1 1 0 0,-1 0-1 0 0,0-1 0 0 0,0 1 1 0 0,1 0-1 0 0,-1-1 0 0 0,0 1 1 0 0,1-1-1 0 0,-1 1 0 0 0,1-1 1 0 0,-1 0-1 0 0,1 1 1 0 0,-1-1-1 0 0,1 0 0 0 0,-1 1 1 0 0,1-1-1 0 0,0 0 0 0 0,-1 1 1 0 0,1-1-1 0 0,0 0 0 0 0,-1 0 1 0 0,1 0-1 0 0,-9-34 1211 0 0,5 22-887 0 0,-110-307 1801 0 0,93 250-2032 0 0,3 0 0 0 0,3-2 0 0 0,4 0-1 0 0,2 0 1 0 0,3 0 0 0 0,4-1-1 0 0,3 0 1 0 0,3 0 0 0 0,17-93 0 0 0,-13 130-133 0 0,2 1 1 0 0,2 0 0 0 0,1 1 0 0 0,1 0 0 0 0,2 2 0 0 0,1-1 0 0 0,2 2 0 0 0,41-53 0 0 0,-47 67-39 0 0,1 1-1 0 0,1 0 0 0 0,1 1 1 0 0,0 0-1 0 0,1 1 1 0 0,0 1-1 0 0,1 1 0 0 0,20-10 1 0 0,-34 20-652 0 0,-10 6-1419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52.7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243 56 1840 0 0,'-3'-3'297'0'0,"-1"0"-1"0"0,1 0 1 0 0,-1 1-1 0 0,0 0 0 0 0,0 0 1 0 0,0 0-1 0 0,0 0 1 0 0,0 0-1 0 0,-1 1 0 0 0,1 0 1 0 0,0 0-1 0 0,-1 0 0 0 0,1 0 1 0 0,-1 1-1 0 0,1 0 1 0 0,-1 0-1 0 0,1 0 0 0 0,-1 0 1 0 0,1 1-1 0 0,-6 1 1 0 0,-12 3 1917 0 0,1 0 1 0 0,0 2 0 0 0,-19 9 0 0 0,9-4-1217 0 0,16-4-84 0 0,21-4-399 0 0,-2-4-474 0 0,0 1 0 0 0,0-1 0 0 0,-1-1 0 0 0,1 1 0 0 0,0 0 0 0 0,7-3 0 0 0,58-22 663 0 0,-40 13-469 0 0,2 1 0 0 0,54-11 0 0 0,-53 16-44 0 0,-23 3-40 0 0,1 1-1 0 0,-1 0 1 0 0,1 1-1 0 0,0 0 1 0 0,0 0-1 0 0,0 1 1 0 0,10 1-1 0 0,-19 0-138 0 0,0-1 0 0 0,0 1 0 0 0,0 0 0 0 0,0-1 0 0 0,0 1 0 0 0,0 0 0 0 0,0 0 0 0 0,0 0 0 0 0,0 0 0 0 0,0 0 0 0 0,0 0 0 0 0,0 0 0 0 0,0 0 0 0 0,-1 0 0 0 0,1 0 0 0 0,-1 0 0 0 0,1 0 0 0 0,-1 1 0 0 0,1-1 0 0 0,-1 0 0 0 0,1 0-1 0 0,-1 1 1 0 0,0-1 0 0 0,0 0 0 0 0,0 1 0 0 0,0-1 0 0 0,0 0 0 0 0,0 1 0 0 0,0-1 0 0 0,0 0 0 0 0,0 0 0 0 0,-1 1 0 0 0,1-1 0 0 0,-1 2 0 0 0,-13 51 176 0 0,12-49-152 0 0,-6 17 38 0 0,5-15-36 0 0,0 1 0 0 0,0 0 0 0 0,1-1 0 0 0,0 1 0 0 0,0 0 0 0 0,1 0 0 0 0,0 1 0 0 0,0 8 0 0 0,4-3-38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56.8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 5985 0 0,'8'10'9377'0'0,"6"-8"-8540"0"0,-1-2-1 0 0,0 0 1 0 0,0 0 0 0 0,0-1-1 0 0,23-5 1 0 0,40-2 1450 0 0,-68 8-4873 0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19:58.3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125 21 2304 0 0,'-19'8'2461'0'0,"0"-1"0"0"0,-26 7 0 0 0,3-2 3967 0 0,86-16-1582 0 0,7-1-4642 0 0,68-11 608 0 0,129 0 0 0 0,-198 15-639 0 0,0-2 1 0 0,70-13-1 0 0,-94 16 252 0 0,-18 2-2137 0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0:01.6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11246 1 4609 0 0,'-18'-1'466'0'0,"10"1"2331"0"0,20 3 509 0 0,-7-1-2645 0 0,20 9 90 0 0,0 1 0 0 0,-1 1 0 0 0,-1 1 0 0 0,0 2 0 0 0,22 18 0 0 0,0 5-312 0 0,55 61-1 0 0,-70-65-275 0 0,-1 2-1 0 0,-2 1 1 0 0,27 50-1 0 0,54 129 55 0 0,-54-104-38 0 0,-13-23 254 0 0,57 188-1 0 0,-2 106 733 0 0,-55-210-577 0 0,3 28-9 0 0,19 239 0 0 0,-24 210-626 0 0,-38-536 47 0 0,-5 0 0 0 0,-4-1 0 0 0,-6 0 0 0 0,-34 134 0 0 0,-6-13 0 0 0,-78 285 0 0 0,108-450 6 0 0,-67 131 1 0 0,-55 55-172 0 0,79-147 107 0 0,-97 121 0 0 0,122-180 41 0 0,-3-1 0 0 0,-1-2 0 0 0,-2-2 0 0 0,-66 46 1 0 0,9-18-88 0 0,-3-5 0 0 0,-130 61 0 0 0,51-43-593 0 0,-288 90 1 0 0,308-123 186 0 0,-119 33 9 0 0,-155 43-401 0 0,-5 1 199 0 0,-412 107-4114 0 0,-993 219 1523 0 0,1292-352 3114 0 0,-10-30-1194 0 0,-4-28 620 0 0,227-20 113 0 0,-1114 20 3707 0 0,1239-60-2832 0 0,2-9 0 0 0,-324-78-1 0 0,103-18 71 0 0,333 82-52 0 0,2-4 0 0 0,-102-57-1 0 0,108 46-61 0 0,-86-49 1063 0 0,156 83-574 0 0,2-1 1 0 0,1-2-1 0 0,0 0 1 0 0,-30-35-1 0 0,36 33-130 0 0,1-2 1 0 0,2 0-1 0 0,0-1 0 0 0,2-1 0 0 0,1 0 1 0 0,-19-52-1 0 0,26 61-123 0 0,-1 0 1 0 0,-1 0-1 0 0,-16-24 1 0 0,21 36-548 0 0,0 0-1 0 0,0 1 1 0 0,0 0 0 0 0,-1 0 0 0 0,0 0-1 0 0,0 0 1 0 0,0 1 0 0 0,-1 0-1 0 0,0 0 1 0 0,0 0 0 0 0,0 1-1 0 0,0 0 1 0 0,-10-4 0 0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0:04.2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168 42 2761 0 0,'-9'10'16979'0'0,"7"-9"-16855"0"0,0-1-1 0 0,0 0 1 0 0,1 1 0 0 0,-1-1-1 0 0,0 1 1 0 0,1-1-1 0 0,-1 1 1 0 0,0 0 0 0 0,1 0-1 0 0,-1 0 1 0 0,1 0-1 0 0,-1 0 1 0 0,1 0 0 0 0,0 0-1 0 0,-1 1 1 0 0,1-1-1 0 0,-1 2 1 0 0,-4 3 116 0 0,-4 5-58 0 0,1 1-1 0 0,0-1 1 0 0,1 1 0 0 0,1 1 0 0 0,0 0 0 0 0,0 0 0 0 0,1 0 0 0 0,1 1 0 0 0,-7 26-1 0 0,7-16-89 0 0,0 0-1 0 0,2 0 0 0 0,0 0 0 0 0,2 0 0 0 0,2 29 1 0 0,-1-50-77 0 0,0 0 0 0 0,0 0 0 0 0,1 0 1 0 0,-1 1-1 0 0,1-1 0 0 0,0 0 0 0 0,0 0 1 0 0,0 0-1 0 0,0 0 0 0 0,0 0 0 0 0,1 0 1 0 0,-1-1-1 0 0,1 1 0 0 0,0 0 1 0 0,0-1-1 0 0,0 1 0 0 0,4 3 0 0 0,-11-39-541 0 0,0 1 426 0 0,0-1 1 0 0,3 0-1 0 0,0 1 1 0 0,6-64-1 0 0,0 70 299 0 0,10-38 0 0 0,-14 62-197 0 0,1 0 10 0 0,0-1 0 0 0,0 1 0 0 0,0-1 0 0 0,0 1-1 0 0,0 0 1 0 0,1-1 0 0 0,-1 1 0 0 0,1 0 0 0 0,0 0 0 0 0,-1 0-1 0 0,1 0 1 0 0,0 0 0 0 0,0 0 0 0 0,0 1 0 0 0,0-1 0 0 0,1 1 0 0 0,-1-1-1 0 0,0 1 1 0 0,1 0 0 0 0,-1 0 0 0 0,1 0 0 0 0,-1 0 0 0 0,1 0-1 0 0,-1 0 1 0 0,1 1 0 0 0,0 0 0 0 0,-1-1 0 0 0,1 1 0 0 0,4 0 0 0 0,1 0 6 0 0,-1 1 0 0 0,1-1 0 0 0,-1 1 0 0 0,1 1 0 0 0,-1-1 0 0 0,0 1 0 0 0,0 0 0 0 0,0 1 0 0 0,9 4 0 0 0,9 4-9 0 0,0-1 0 0 0,1-1 0 0 0,0-2 0 0 0,1 0 0 0 0,-1-2 0 0 0,30 2 0 0 0,44 10-8 0 0,-97-16-1 0 0,-1 0 0 0 0,1-1 0 0 0,-1 1 0 0 0,1-1 0 0 0,0 1 0 0 0,-1-1 0 0 0,1 0 0 0 0,0 0 0 0 0,-1-1 0 0 0,1 1 0 0 0,0 0 0 0 0,-1-1 0 0 0,1 1 0 0 0,-1-1 0 0 0,4-1 0 0 0,-6 1-4 0 0,0 1-1 0 0,0 0 1 0 0,0-1-1 0 0,0 1 1 0 0,0-1-1 0 0,-1 1 1 0 0,1 0-1 0 0,0-1 1 0 0,0 1-1 0 0,0 0 1 0 0,0-1-1 0 0,0 1 1 0 0,-1 0-1 0 0,1 0 1 0 0,0-1-1 0 0,0 1 1 0 0,-1 0-1 0 0,1 0 1 0 0,0-1-1 0 0,0 1 1 0 0,-1 0-1 0 0,1 0 0 0 0,0-1 1 0 0,-1 1-1 0 0,1 0 1 0 0,0 0-1 0 0,-1 0 1 0 0,1 0-1 0 0,0 0 1 0 0,-1 0-1 0 0,1 0 1 0 0,0-1-1 0 0,-1 1 1 0 0,1 0-1 0 0,-1 0 1 0 0,1 0-1 0 0,0 0 1 0 0,-1 1-1 0 0,-95-29-527 0 0,70 22 327 0 0,0-1-1 0 0,1-1 0 0 0,0-2 1 0 0,-31-15-1 0 0,43 17 207 0 0,-3-2 9 0 0,-1 1 0 0 0,0 1-1 0 0,-26-9 1 0 0,39 15-8 0 0,-1 1-1 0 0,1 0 1 0 0,-1 0 0 0 0,0 0-1 0 0,0 1 1 0 0,0 0 0 0 0,1-1-1 0 0,-1 2 1 0 0,0-1 0 0 0,0 0-1 0 0,0 1 1 0 0,1 0 0 0 0,-1 0 0 0 0,0 1-1 0 0,1-1 1 0 0,-1 1 0 0 0,1 0-1 0 0,-8 4 1 0 0,52 6 265 0 0,-7-6-148 0 0,0-1 0 0 0,0-1 1 0 0,1-2-1 0 0,41-2 1 0 0,-27 0 52 0 0,52 6 0 0 0,56 5-172 0 0,-193-5 0 0 0,8-6-163 0 0,0-1 0 0 0,-33-7 0 0 0,31 4-45 0 0,-39-2 0 0 0,42 7 142 0 0,0 1 1 0 0,0 1 0 0 0,0 1-1 0 0,0 2 1 0 0,1 0 0 0 0,-1 2-1 0 0,2 1 1 0 0,-1 2 0 0 0,1 0-1 0 0,1 2 1 0 0,-41 26 0 0 0,64-38 34 0 0,0 0 0 0 0,1 1 0 0 0,-1-1 0 0 0,1 0 0 0 0,-1 1 0 0 0,1-1 0 0 0,0 0 1 0 0,0 1-1 0 0,-1 0 0 0 0,1-1 0 0 0,0 1 0 0 0,-1 2 0 0 0,2-3 17 0 0,0-1-1 0 0,0 1 0 0 0,0 0 0 0 0,0 0 0 0 0,0 0 0 0 0,0-1 1 0 0,0 1-1 0 0,0 0 0 0 0,0 0 0 0 0,0-1 0 0 0,0 1 1 0 0,0 0-1 0 0,0 0 0 0 0,1-1 0 0 0,-1 1 0 0 0,0 0 1 0 0,1 0-1 0 0,-1-1 0 0 0,0 1 0 0 0,1-1 0 0 0,0 2 1 0 0,3 2-39 0 0,0-1 0 0 0,1 1 0 0 0,-1-1 0 0 0,1 0 1 0 0,-1 0-1 0 0,1-1 0 0 0,5 3 0 0 0,-4-2 22 0 0,-1-2-6 0 0,-1 1-1 0 0,1-1 1 0 0,-1 0 0 0 0,1-1-1 0 0,-1 1 1 0 0,1-1-1 0 0,0 0 1 0 0,-1 0 0 0 0,1 0-1 0 0,0 0 1 0 0,-1-1-1 0 0,1 0 1 0 0,-1 0 0 0 0,1 0-1 0 0,6-3 1 0 0,10-4-295 0 0,36-20-1 0 0,-50 24 321 0 0,12-8 365 0 0,-16 10-241 0 0,0-1 1 0 0,0 1-1 0 0,0 0 1 0 0,1 0-1 0 0,-1 0 1 0 0,1 1-1 0 0,0-1 1 0 0,-1 1-1 0 0,1 0 1 0 0,6-2-1 0 0,-10 5-96 0 0,0 0 1 0 0,0 0-1 0 0,0 0 1 0 0,0 0-1 0 0,-1-1 1 0 0,1 1-1 0 0,-1 0 1 0 0,1 0-1 0 0,-1-1 1 0 0,1 1-1 0 0,-1 0 1 0 0,0-1-1 0 0,0 1 0 0 0,-2 1 1 0 0,3-2-24 0 0,-9 14-73 0 0,-1 0 0 0 0,0-1 0 0 0,-1 0 0 0 0,-1 0 0 0 0,0-2 0 0 0,-25 21 1 0 0,-5 7-634 0 0,111-117-641 0 0,17-17 2430 0 0,-73 82-753 0 0,1 0-1 0 0,0 1 1 0 0,1 0-1 0 0,30-16 1 0 0,-45 27-315 0 0,0 0 0 0 0,0 0 1 0 0,0 0-1 0 0,0 0 0 0 0,0 0 0 0 0,0 0 1 0 0,0 0-1 0 0,-1 0 0 0 0,1 0 0 0 0,0 0 1 0 0,0 0-1 0 0,0 1 0 0 0,0-1 0 0 0,0 0 1 0 0,0 0-1 0 0,0 0 0 0 0,0 0 1 0 0,0 0-1 0 0,0 0 0 0 0,0 0 0 0 0,0 0 1 0 0,1 0-1 0 0,-1 0 0 0 0,0 0 0 0 0,0 0 1 0 0,0 1-1 0 0,0-1 0 0 0,0 0 0 0 0,0 0 1 0 0,0 0-1 0 0,0 0 0 0 0,0 0 0 0 0,0 0 1 0 0,0 0-1 0 0,0 0 0 0 0,0 0 1 0 0,0 0-1 0 0,0 0 0 0 0,0 0 0 0 0,0 0 1 0 0,0 0-1 0 0,0 0 0 0 0,1 0 0 0 0,-1 0 1 0 0,0 0-1 0 0,0 0 0 0 0,0 0 0 0 0,0 0 1 0 0,0 0-1 0 0,0 0 0 0 0,-9 13 100 0 0,-12 11-89 0 0,-81 65 107 0 0,66-61-41 0 0,-50 53 0 0 0,82-75-309 0 0,6-4-371 0 0,17-9-1250 0 0,24-16-1264 0 0,-2-3-207 0 0,-27 15-1798 0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0:59.1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 46 920 0 0,'-22'5'-277'0'0,"-13"2"12372"0"0,62-14-11070 0 0,29-8 0 0 0,-1 3-1 0 0,2 2 1 0 0,-1 3 0 0 0,102 0 0 0 0,-144 8-1152 0 0,31 4-4959 0 0,-37-4 3463 0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0:59.5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0 5985 0 0,'-3'3'17844'0'0,"2"8"-20439"0"0,1-2 2777 0 0,0-1 1 0 0,1 1-1 0 0,-1-1 0 0 0,2 1 1 0 0,-1-1-1 0 0,1 1 1 0 0,4 9-1 0 0,4 25 26 0 0,-2 16-172 0 0,-4-15 23 0 0,3 0-1 0 0,14 48 1 0 0,-18-83-319 0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1:02.6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166 214 4609 0 0,'-9'4'468'0'0,"0"0"0"0"0,0 0 1 0 0,0 1-1 0 0,1 0 0 0 0,0 1 0 0 0,-1 0 0 0 0,-9 10 0 0 0,-7 4 1072 0 0,15-13-617 0 0,3-2 103 0 0,-1 0-1 0 0,2 0 1 0 0,-1 1-1 0 0,-8 8 1 0 0,14-13-907 0 0,0 0 1 0 0,1 0-1 0 0,-1-1 1 0 0,0 1-1 0 0,1 0 1 0 0,-1 0-1 0 0,0 0 1 0 0,1 0-1 0 0,-1 0 1 0 0,1 0-1 0 0,-1 0 1 0 0,1 1-1 0 0,0-1 1 0 0,0 0-1 0 0,-1 0 1 0 0,1 0-1 0 0,0 0 1 0 0,0 0-1 0 0,0 1 1 0 0,0-1-1 0 0,0 0 1 0 0,0 0-1 0 0,1 0 1 0 0,-1 0-1 0 0,0 0 1 0 0,0 0-1 0 0,1 1 1 0 0,-1-1-1 0 0,1 0 1 0 0,-1 0-1 0 0,1 0 1 0 0,0 0-1 0 0,-1 0 1 0 0,1 0-1 0 0,0-1 1 0 0,-1 1-1 0 0,1 0 1 0 0,0 0-1 0 0,0 0 1 0 0,1 0-1 0 0,0 0-47 0 0,0 0-1 0 0,0 0 0 0 0,0 0 1 0 0,-1-1-1 0 0,1 1 0 0 0,0 0 1 0 0,0-1-1 0 0,1 0 0 0 0,-1 1 0 0 0,0-1 1 0 0,0 0-1 0 0,0 0 0 0 0,0 0 1 0 0,0 0-1 0 0,0-1 0 0 0,0 1 0 0 0,0-1 1 0 0,3 0-1 0 0,43-18 208 0 0,-27 11-152 0 0,42-11 1 0 0,1 3 0 0 0,124-16 0 0 0,-89 16-145 0 0,-62 8 11 0 0,0 2 0 0 0,56-2 0 0 0,62 17 10 0 0,-54-2 83 0 0,78-7 63 0 0,-71-2-92 0 0,-89 2-46 0 0,0 1 1 0 0,0 0-1 0 0,-1 2 1 0 0,1 0-1 0 0,35 11 1 0 0,-54-14-18 0 0,1 1 1 0 0,0-1-1 0 0,0 0 1 0 0,-1 1-1 0 0,1-1 1 0 0,0 0-1 0 0,0 0 1 0 0,0 0-1 0 0,0 0 1 0 0,-1 0-1 0 0,1 0 0 0 0,0 0 1 0 0,0 0-1 0 0,0 0 1 0 0,0 0-1 0 0,0 0 1 0 0,-1 0-1 0 0,1-1 1 0 0,0 1-1 0 0,0 0 1 0 0,-1-1-1 0 0,1 1 1 0 0,0 0-1 0 0,0-1 1 0 0,-1 1-1 0 0,1-1 1 0 0,0 1-1 0 0,0-2 1 0 0,-1 2-3 0 0,0-1 0 0 0,0 0 0 0 0,0 1 0 0 0,0-1 0 0 0,0 0 0 0 0,0 1 0 0 0,0-1-1 0 0,0 0 1 0 0,0 1 0 0 0,0-1 0 0 0,0 0 0 0 0,-1 1 0 0 0,1-1 0 0 0,0 1 0 0 0,0-1 0 0 0,-1 0 0 0 0,1 1 0 0 0,0-1 0 0 0,-1 1 0 0 0,1-1 0 0 0,-1 1 0 0 0,1-1 0 0 0,-1 1 0 0 0,1-1 0 0 0,-1 1 0 0 0,1-1 0 0 0,-1 1 0 0 0,1 0 0 0 0,-1-1 0 0 0,1 1 0 0 0,-1 0 0 0 0,0 0 0 0 0,1-1 0 0 0,-1 1 0 0 0,0 0 0 0 0,-41-17 40 0 0,32 13-49 0 0,0 0 0 0 0,0 0 0 0 0,-15-10 0 0 0,21 12 18 0 0,1-1 0 0 0,0 1 0 0 0,0-1-1 0 0,0 0 1 0 0,1 0 0 0 0,-1 0 0 0 0,1 0 0 0 0,0 0 0 0 0,0 0 0 0 0,0-1-1 0 0,0 1 1 0 0,0-1 0 0 0,1 0 0 0 0,-2-4 0 0 0,2 5-2 0 0,0 0 0 0 0,0-1 1 0 0,0 1-1 0 0,-1 0 0 0 0,1 0 0 0 0,-1 0 1 0 0,0 0-1 0 0,0 0 0 0 0,0 0 0 0 0,0 1 0 0 0,0-1 1 0 0,-1 0-1 0 0,-3-2 0 0 0,0 1 64 0 0,0 1-1 0 0,0 0 1 0 0,0 1 0 0 0,0-1-1 0 0,-9-1 1 0 0,-1-1 15 0 0,15 4-79 0 0,0 1 0 0 0,1 0 0 0 0,-1-1 0 0 0,0 1 0 0 0,0-1 0 0 0,0 1 1 0 0,1-1-1 0 0,-1 1 0 0 0,0-1 0 0 0,1 1 0 0 0,-1-1 0 0 0,0 0 0 0 0,1 1 0 0 0,-1-1 0 0 0,1 0 0 0 0,-1 0 0 0 0,1 0 0 0 0,-1 1 0 0 0,1-1 1 0 0,0 0-1 0 0,-1 0 0 0 0,1 0 0 0 0,0 0 0 0 0,0 0 0 0 0,-1 1 0 0 0,1-1 0 0 0,0 0 0 0 0,0 0 0 0 0,0 0 0 0 0,0-1 0 0 0,0 1 8 0 0,1 0 0 0 0,-1 0 0 0 0,0 0 0 0 0,-1 0 0 0 0,1 0 0 0 0,0 0 0 0 0,0 0 0 0 0,0 1 0 0 0,0-1 0 0 0,-1 0 0 0 0,1 0 0 0 0,0 0 0 0 0,-1 0 0 0 0,1 1 0 0 0,-1-1 0 0 0,1 0 1 0 0,-1 0-1 0 0,1 1 0 0 0,-1-1 0 0 0,0 0 0 0 0,1 1 0 0 0,-1-1 0 0 0,0 0 0 0 0,1 1 0 0 0,-1-1 0 0 0,0 1 0 0 0,0-1 0 0 0,1 1 0 0 0,-1 0 0 0 0,0-1 0 0 0,0 1 0 0 0,0 0 0 0 0,0 0 0 0 0,0-1 0 0 0,0 1 0 0 0,1 0 0 0 0,-1 0 0 0 0,-1 0 0 0 0,1 0 3 0 0,0 0 0 0 0,0 0 0 0 0,-1 0 0 0 0,1-1 0 0 0,0 1 0 0 0,0 0 0 0 0,0 0 0 0 0,0-1 0 0 0,0 1 0 0 0,1-1 0 0 0,-1 1 0 0 0,0-1 0 0 0,0 1 0 0 0,0-1 0 0 0,0 0 0 0 0,0 1 0 0 0,1-1 0 0 0,-1 0 0 0 0,0 0 0 0 0,0 0 0 0 0,1 1 0 0 0,-1-1 0 0 0,1 0 0 0 0,-1 0 0 0 0,1 0 0 0 0,-1 0 0 0 0,1 0 0 0 0,0 0 0 0 0,-1 0 0 0 0,1 0 0 0 0,0 0 0 0 0,0-2 0 0 0,-1 1 63 0 0,1 1 0 0 0,-1-1 1 0 0,1 0-1 0 0,-1 1 1 0 0,1-1-1 0 0,-1 0 1 0 0,0 1-1 0 0,0-1 1 0 0,0 1-1 0 0,0-1 1 0 0,-2-1-1 0 0,74 14 716 0 0,-42 3-801 0 0,-1 1 0 0 0,0 1 1 0 0,-1 2-1 0 0,-1 0 0 0 0,24 24 0 0 0,-50-42 12 0 0,5 4-13 0 0,-1 1 0 0 0,1-1 1 0 0,0-1-1 0 0,0 1 0 0 0,0-1 1 0 0,0 1-1 0 0,1-1 0 0 0,-1-1 1 0 0,1 1-1 0 0,7 1 0 0 0,-27-8-81 0 0,-1 0-1 0 0,0-1 0 0 0,1-1 1 0 0,0-1-1 0 0,0 0 0 0 0,-23-16 0 0 0,29 17 100 0 0,-1 1-1 0 0,1 1 0 0 0,-1-1 1 0 0,0 1-1 0 0,0 1 0 0 0,0-1 0 0 0,0 2 1 0 0,-19-4-1 0 0,1 3-187 0 0,-52-1-1 0 0,93 4 182 0 0,-1 1 1 0 0,0 1-1 0 0,0 0 0 0 0,0 0 1 0 0,0 1-1 0 0,0 1 1 0 0,-1 0-1 0 0,1 1 0 0 0,-1 0 1 0 0,0 1-1 0 0,0 0 0 0 0,-1 1 1 0 0,0 0-1 0 0,0 1 1 0 0,-1 0-1 0 0,19 19 0 0 0,-21-20-5 0 0,1 0-1 0 0,0 0 0 0 0,0-1 1 0 0,0 0-1 0 0,1-1 0 0 0,0 0 1 0 0,0-1-1 0 0,0 1 1 0 0,0-2-1 0 0,1 0 0 0 0,10 2 1 0 0,20 7 13 0 0,-40-12-6 0 0,0 0 0 0 0,0 0 0 0 0,-1 1 0 0 0,1-1 0 0 0,0 0 0 0 0,0 0 0 0 0,0 1 0 0 0,-1-1 0 0 0,1 0 1 0 0,0 1-1 0 0,0-1 0 0 0,-1 0 0 0 0,1 1 0 0 0,0-1 0 0 0,-1 1 0 0 0,1 0 0 0 0,0-1 0 0 0,-1 1 0 0 0,1-1 0 0 0,-1 1 0 0 0,1 0 0 0 0,-1-1 0 0 0,1 1 0 0 0,-1 0 0 0 0,0 0 0 0 0,1 0 0 0 0,-1-1 0 0 0,1 2 0 0 0,-2-1 9 0 0,1 0 0 0 0,0-1 1 0 0,-1 1-1 0 0,1 0 0 0 0,-1-1 0 0 0,1 1 0 0 0,-1 0 1 0 0,0-1-1 0 0,1 1 0 0 0,-1-1 0 0 0,1 1 0 0 0,-1-1 0 0 0,0 0 1 0 0,1 1-1 0 0,-1-1 0 0 0,0 0 0 0 0,0 1 0 0 0,1-1 1 0 0,-1 0-1 0 0,0 0 0 0 0,0 1 0 0 0,0-1 0 0 0,-24 6-40 0 0,0 1-1 0 0,1 2 0 0 0,0 0 0 0 0,1 2 0 0 0,0 1 1 0 0,1 0-1 0 0,0 2 0 0 0,1 0 0 0 0,0 1 0 0 0,-26 27 1 0 0,46-42 1 0 0,0 1 0 0 0,1-1 0 0 0,-1 1 0 0 0,0 0 0 0 0,1-1 1 0 0,-1 1-1 0 0,0 0 0 0 0,1-1 0 0 0,-1 1 0 0 0,1 0 0 0 0,-1 0 0 0 0,1 0 1 0 0,0 0-1 0 0,-1 0 0 0 0,1-1 0 0 0,0 1 0 0 0,-1 0 0 0 0,1 0 1 0 0,0 0-1 0 0,0 0 0 0 0,0 0 0 0 0,0 1 0 0 0,1-1 0 0 0,-1-1 0 0 0,1 1 0 0 0,0-1 0 0 0,-1 0-1 0 0,1 0 1 0 0,0 1 0 0 0,-1-1 0 0 0,1 0 0 0 0,0 0-1 0 0,0 0 1 0 0,-1 0 0 0 0,1 0 0 0 0,0 0 0 0 0,0 0-1 0 0,-1 0 1 0 0,1 0 0 0 0,0 0 0 0 0,-1-1 0 0 0,1 1 0 0 0,0 0-1 0 0,0 0 1 0 0,-1-1 0 0 0,1 1 0 0 0,0 0 0 0 0,-1-1-1 0 0,1 1 1 0 0,-1-1 0 0 0,2 0 0 0 0,150-87-411 0 0,-137 81 465 0 0,0-2 0 0 0,-1 0 0 0 0,0 0 0 0 0,14-13 0 0 0,-59 33 914 0 0,-71 61-896 0 0,53-35-1928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1:05.3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173 6 456 0 0,'-1'-3'8418'0'0,"-10"0"-5713"0"0,-13 4-2449 0 0,13 3 525 0 0,-1 1 1 0 0,1 0-1 0 0,1 1 1 0 0,-11 7-1 0 0,10-6-275 0 0,0-1-1 0 0,-1 0 0 0 0,-15 6 1 0 0,48-14 126 0 0,0 0 0 0 0,37 3 1 0 0,-22 0-468 0 0,-10-1-155 0 0,-15 1-10 0 0,1-1 0 0 0,-1-1 0 0 0,0 1 0 0 0,18-5 0 0 0,-57 0 1439 0 0,-32 0-1336 0 0,-17-1 92 0 0,69 6-183 0 0,1 0-1 0 0,-1 1 1 0 0,1 0-1 0 0,0 1 1 0 0,0 0-1 0 0,-1 0 1 0 0,1 0-1 0 0,-8 4 1 0 0,8 1-13 0 0,13-3-2 0 0,15 0-1 0 0,-19-4 4 0 0,36 4-6 0 0,0-3 0 0 0,1 0 1 0 0,-1-3-1 0 0,75-12 1 0 0,-110 13 25 0 0,34-7 58 0 0,-36 8-74 0 0,0 0-1 0 0,0 0 1 0 0,1-1-1 0 0,-1 1 1 0 0,0 0-1 0 0,0-1 1 0 0,0 1-1 0 0,0-1 1 0 0,0 1-1 0 0,0-1 0 0 0,0 0 1 0 0,0 0-1 0 0,0 1 1 0 0,0-1-1 0 0,0 0 1 0 0,0 0-1 0 0,0 0 1 0 0,0 0-1 0 0,-1 0 1 0 0,1 0-1 0 0,0 0 1 0 0,-1 0-1 0 0,1 0 1 0 0,0-1-1 0 0,-4 1-2 0 0,0 0 0 0 0,1 1 0 0 0,-1 0 0 0 0,0 0 0 0 0,1 0 0 0 0,-1 0 0 0 0,0 0 1 0 0,1 0-1 0 0,-4 1 0 0 0,-18 5-10 0 0,12-2-570 0 0,0-1 0 0 0,0-1 0 0 0,0 1 0 0 0,-1-2 0 0 0,1 0 0 0 0,0 0 0 0 0,-1-1 0 0 0,-18-3 0 0 0,24 2-83 0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1:06.6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1288 0 2304 0 0,'4'3'14795'0'0,"-24"3"-12090"0"0,-32 6-3582 0 0,51-12 881 0 0,-416 34 2064 0 0,257-25-1423 0 0,-34-1-260 0 0,158-7-344 0 0,0 1 1 0 0,0 2 0 0 0,-42 10-1 0 0,46-7 16 0 0,1-2-1 0 0,-1-1 0 0 0,0-1 1 0 0,-47-2-1 0 0,63-4-143 0 0,15 3 79 0 0,0-1 0 0 0,-1 1 1 0 0,1 0-1 0 0,-1-1 0 0 0,1 1 0 0 0,-1 0 1 0 0,1 0-1 0 0,-1 0 0 0 0,1 0 1 0 0,-1 0-1 0 0,1 0 0 0 0,-1 1 1 0 0,1-1-1 0 0,-1 0 0 0 0,1 1 0 0 0,0-1 1 0 0,-1 1-1 0 0,1-1 0 0 0,0 1 1 0 0,-1 0-1 0 0,1 0 0 0 0,0-1 0 0 0,-2 3 1 0 0,2-3-57 0 0,-1 1 48 0 0,1 1 32 0 0,1-2 34 0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1:07.6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283 46 3457 0 0,'5'-46'13889'0'0,"-7"47"-13380"0"0,-22 10 2015 0 0,-23 4-1658 0 0,34-11-783 0 0,0 0 1 0 0,0 2-1 0 0,0-1 1 0 0,0 2 0 0 0,-18 12-1 0 0,13-8 128 0 0,5-2-133 0 0,1 0 1 0 0,0 1-1 0 0,-18 20 1 0 0,16-16-49 0 0,-2 11 162 0 0,15-24-185 0 0,1 0 0 0 0,0 0 0 0 0,-1 0 0 0 0,1 0 0 0 0,-1 0 0 0 0,1 0 0 0 0,0 0 0 0 0,0-1 0 0 0,-1 1-1 0 0,1 0 1 0 0,0 0 0 0 0,0 0 0 0 0,0 1 0 0 0,0-1 0 0 0,0 0 0 0 0,1 0 0 0 0,-1 0 0 0 0,0-1 0 0 0,0 1 0 0 0,0 0 0 0 0,1 0 0 0 0,-1 0 0 0 0,1 0 0 0 0,-1 0 0 0 0,1 0 0 0 0,-1 0 0 0 0,1 0 0 0 0,-1-1 0 0 0,1 1 0 0 0,1 1 0 0 0,85 35 273 0 0,-77-33-266 0 0,1 0 1 0 0,0-1-1 0 0,1 0 0 0 0,-1 0 1 0 0,0-1-1 0 0,1-1 0 0 0,-1 0 1 0 0,17-1-1 0 0,-9 1 18 0 0,37 5-1 0 0,-35-7-6 0 0,-20 1-88 0 0,-1-1-1 0 0,1 1 1 0 0,0 0-1 0 0,-1 0 0 0 0,1 0 1 0 0,0-1-1 0 0,-1 1 1 0 0,1 0-1 0 0,0 0 1 0 0,-1-1-1 0 0,1 1 0 0 0,-1-1 1 0 0,1 1-1 0 0,-1-1 1 0 0,1 1-1 0 0,-1-1 1 0 0,1 1-1 0 0,-1-1 0 0 0,1 1 1 0 0,-1-1-1 0 0,0 1 1 0 0,1-1-1 0 0,-1 0 1 0 0,0 1-1 0 0,1-1 0 0 0,-1 0 1 0 0,0 1-1 0 0,0-1 1 0 0,0-1-1 0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1:08.5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1 106 2809 0 0,'1'-1'238'0'0,"1"0"0"0"0,0-1 1 0 0,0 1-1 0 0,0 0 0 0 0,0 0 1 0 0,0 1-1 0 0,0-1 0 0 0,1 0 1 0 0,-1 1-1 0 0,0-1 0 0 0,0 1 1 0 0,1 0-1 0 0,3-1 0 0 0,8 1 829 0 0,0 0-1 0 0,0 0 1 0 0,-1 2-1 0 0,1 0 0 0 0,0 0 1 0 0,18 6-1 0 0,-16-3-507 0 0,0 1 0 0 0,0 1-1 0 0,0 1 1 0 0,25 15 0 0 0,-41-22-674 0 0,1-1 1 0 0,-1 0 0 0 0,1 1 0 0 0,-1-1-1 0 0,1 0 1 0 0,-1 0 0 0 0,1 1 0 0 0,-1-1 0 0 0,1 0-1 0 0,-1 0 1 0 0,1 0 0 0 0,-1 0 0 0 0,1 0 0 0 0,-1 0-1 0 0,1 0 1 0 0,0 0 0 0 0,-1 0 0 0 0,1 0 0 0 0,-1 0-1 0 0,1 0 1 0 0,-1 0 0 0 0,1-1 0 0 0,-1 1 0 0 0,1 0-1 0 0,-1 0 1 0 0,1 0 0 0 0,-1-1 0 0 0,1 1-1 0 0,-1 0 1 0 0,1-1 0 0 0,-1 1 0 0 0,1 0 0 0 0,-1-1-1 0 0,0 1 1 0 0,1-1 0 0 0,0 0 0 0 0,11-27-3807 0 0,-1-35 384 0 0,-11 63 3538 0 0,0-3 32 0 0,0 0 0 0 0,0 0 0 0 0,-1 1 0 0 0,1-1 0 0 0,-1 0 0 0 0,0 0 0 0 0,1 1 0 0 0,-1-1 0 0 0,-3-4 0 0 0,-14-20 5841 0 0,17 26-5733 0 0,0 1 1 0 0,0-1-1 0 0,0 1 0 0 0,1-1 1 0 0,-1 1-1 0 0,0 0 0 0 0,0-1 1 0 0,0 1-1 0 0,0 0 0 0 0,0 0 1 0 0,0 0-1 0 0,0 0 0 0 0,0 0 1 0 0,0 0-1 0 0,0 0 0 0 0,0 0 1 0 0,0 0-1 0 0,0 1 0 0 0,0-1 1 0 0,0 0-1 0 0,-1 1 0 0 0,-25 10 1219 0 0,15-6-897 0 0,-7 4-258 0 0,0 0 0 0 0,-33 21 0 0 0,-7 5-616 0 0,239-132-1943 0 0,-181 98 2573 0 0,0 1 1 0 0,0 0-1 0 0,1 0 1 0 0,-1 0-1 0 0,1-1 1 0 0,0 1-1 0 0,-1 0 1 0 0,1 0-1 0 0,0 0 0 0 0,0 0 1 0 0,0 0-1 0 0,0 0 1 0 0,1 0-1 0 0,-1 0 1 0 0,0 0-1 0 0,1-1 1 0 0,0 4-1 0 0,3 16-269 0 0,-2-6 9 0 0,1 0 0 0 0,1 0 1 0 0,0 0-1 0 0,0 0 0 0 0,14 27 0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1:27.6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 3681 0 0,'35'4'8304'0'0,"20"-5"-3773"0"0,5-4-4223 0 0,-7 0-4671 0 0,-40 4-992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1:27.8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 8754 0 0,'-9'1'6617'0'0,"9"-1"-6451"0"0,-4 15 2419 0 0,3 27-1990 0 0,1-32 423 0 0,3 39-1237 0 0,11 69 0 0 0,-10-92-802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1:28.0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 6913 0 0,'0'0'52'0'0,"0"0"-1"0"0,0 0 0 0 0,0 0 0 0 0,0 1 0 0 0,0-1 0 0 0,0 0 0 0 0,0 0 0 0 0,0 1 0 0 0,0-1 0 0 0,0 0 0 0 0,0 0 0 0 0,0 0 0 0 0,0 1 0 0 0,0-1 0 0 0,0 0 0 0 0,0 0 0 0 0,0 1 0 0 0,0-1 0 0 0,0 0 0 0 0,0 0 0 0 0,0 0 1 0 0,0 1-1 0 0,0-1 0 0 0,0 0 0 0 0,1 0 0 0 0,-1 0 0 0 0,0 1 0 0 0,0-1 0 0 0,0 0 0 0 0,0 0 0 0 0,0 0 0 0 0,1 0 0 0 0,-1 0 0 0 0,0 1 0 0 0,0-1 0 0 0,0 0 0 0 0,1 0 0 0 0,-1 0 0 0 0,0 0 0 0 0,0 0 0 0 0,0 0 0 0 0,1 0 0 0 0,-1 0 1 0 0,0 0-1 0 0,1 0 0 0 0,20 8 1620 0 0,21 0 624 0 0,-15-6-606 0 0,1 0 0 0 0,-1-2 0 0 0,55-8 0 0 0,26-14-4816 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1:28.2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1 3681 0 0,'-1'0'291'0'0,"-1"0"1"0"0,1 0-1 0 0,-1 1 0 0 0,1-1 1 0 0,-1 0-1 0 0,1 1 1 0 0,-1 0-1 0 0,1-1 1 0 0,-1 1-1 0 0,1 0 0 0 0,0-1 1 0 0,-1 1-1 0 0,1 0 1 0 0,0 0-1 0 0,0 0 0 0 0,0 0 1 0 0,0 1-1 0 0,0-1 1 0 0,0 0-1 0 0,0 0 1 0 0,0 1-1 0 0,0-1 0 0 0,0 0 1 0 0,1 1-1 0 0,-1-1 1 0 0,1 1-1 0 0,-1-1 1 0 0,1 1-1 0 0,-1-1 0 0 0,1 1 1 0 0,0-1-1 0 0,0 1 1 0 0,0-1-1 0 0,0 1 0 0 0,0-1 1 0 0,0 1-1 0 0,0 0 1 0 0,1 2-1 0 0,2 7 741 0 0,0-1 0 0 0,0 1 0 0 0,2-1 0 0 0,8 18 0 0 0,2 3-726 0 0,-4 1-714 0 0,-1 1-1 0 0,9 59 1 0 0,-15-65-6516 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1:28.5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58 4145 0 0,'-15'-1'5778'0'0,"33"-10"-2831"0"0,34-11-502 0 0,-34 16-2513 0 0,-1 1-1 0 0,1 1 1 0 0,0 1-1 0 0,0 0 1 0 0,29 0 0 0 0,-29 3-5323 0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1:28.7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1 8754 0 0,'0'0'102'0'0,"-1"0"0"0"0,0 0 0 0 0,1-1 0 0 0,-1 1 0 0 0,0 0-1 0 0,1 0 1 0 0,-1 0 0 0 0,0 0 0 0 0,1 0 0 0 0,-1 0 0 0 0,0 0 0 0 0,1 1 0 0 0,-1-1 0 0 0,0 0 0 0 0,1 0 0 0 0,-1 0 0 0 0,0 1 0 0 0,1-1 0 0 0,-1 0 0 0 0,1 1-1 0 0,-1-1 1 0 0,1 0 0 0 0,-1 1 0 0 0,0-1 0 0 0,1 1 0 0 0,-1 0 0 0 0,-6 20 3022 0 0,9 35 1421 0 0,0-43-4301 0 0,10 95 1447 0 0,5-37-3842 0 0,-10-49-4685 0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1:29.0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64 6913 0 0,'0'-1'121'0'0,"1"0"-1"0"0,0 0 1 0 0,0 0-1 0 0,-1 0 0 0 0,1 0 1 0 0,0 0-1 0 0,0 0 0 0 0,0 0 1 0 0,0 1-1 0 0,0-1 0 0 0,0 0 1 0 0,0 1-1 0 0,0-1 0 0 0,1 0 1 0 0,-1 1-1 0 0,2-1 1 0 0,24-10 2222 0 0,-23 10-1779 0 0,17-5 995 0 0,0 1 0 0 0,0 0 0 0 0,33-1 1 0 0,22-5-3294 0 0,-57 7 999 0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1:29.1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1 2761 0 0,'-2'1'307'0'0,"0"0"1"0"0,0 0-1 0 0,0 1 1 0 0,0-1-1 0 0,0 0 1 0 0,1 1 0 0 0,-1-1-1 0 0,0 1 1 0 0,1 0-1 0 0,-1 0 1 0 0,1-1 0 0 0,0 1-1 0 0,0 0 1 0 0,0 0-1 0 0,0 0 1 0 0,0 1-1 0 0,0-1 1 0 0,0 0 0 0 0,1 0-1 0 0,-1 0 1 0 0,1 1-1 0 0,-1-1 1 0 0,1 0-1 0 0,0 0 1 0 0,0 1 0 0 0,0-1-1 0 0,0 0 1 0 0,0 1-1 0 0,1 1 1 0 0,1 11 663 0 0,1 1-1 0 0,0-1 1 0 0,0-1 0 0 0,2 1 0 0 0,11 25 0 0 0,-2-5-1832 0 0,-6-14-5169 0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1:29.9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207 126 1376 0 0,'-20'-3'1028'0'0,"-1"1"0"0"0,1 1 0 0 0,-38 4 0 0 0,-20 6 5551 0 0,69-6-3401 0 0,25-3-2410 0 0,31-2-618 0 0,251-21 766 0 0,-31 5 209 0 0,434-44-288 0 0,-432 49-818 0 0,94-2 21 0 0,-347 13-538 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1:30.4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93 29 2745 0 0,'-46'-15'2835'0'0,"0"2"5739"0"0,67 15-3106 0 0,-5-2-5189 0 0,1 2-1 0 0,24 5 1 0 0,2 8-246 0 0,-2 2 0 0 0,1 1 1 0 0,-2 3-1 0 0,67 44 0 0 0,-103-62-41 0 0,-1-1 0 0 0,1 1 0 0 0,-1 0 0 0 0,1 0 0 0 0,-1 0 0 0 0,0 0 0 0 0,0 0 0 0 0,0 1-1 0 0,2 5 1 0 0,-4-8 29 0 0,0 0 1 0 0,-1 0-1 0 0,0 1 0 0 0,1-1 0 0 0,-1 0 0 0 0,0 1 0 0 0,1-1 0 0 0,-1 1 0 0 0,0-1 1 0 0,0 0-1 0 0,0 1 0 0 0,0-1 0 0 0,0 1 0 0 0,-1-1 0 0 0,1 0 0 0 0,0 1 0 0 0,-1-1 1 0 0,1 0-1 0 0,-1 1 0 0 0,1-1 0 0 0,-1 0 0 0 0,0 0 0 0 0,1 1 0 0 0,-1-1 1 0 0,0 0-1 0 0,0 0 0 0 0,0 0 0 0 0,0 0 0 0 0,0 0 0 0 0,0 0 0 0 0,0 0 0 0 0,-2 0 1 0 0,-21 17 369 0 0,0-1 0 0 0,-40 18 0 0 0,39-21-754 0 0,0 0 0 0 0,-42 32 1 0 0,50-30-504 0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1:35.7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39 133 2304 0 0,'-6'-10'1077'0'0,"0"0"-1"0"0,1 0 0 0 0,0 0 0 0 0,-3-13 0 0 0,6 18-244 0 0,0 0-1 0 0,1-1 1 0 0,0 1 0 0 0,0-1 0 0 0,0 0 0 0 0,1 1 0 0 0,0-1 0 0 0,0 0 0 0 0,0 1 0 0 0,6-10 3360 0 0,-5 15-4124 0 0,7 8 1071 0 0,8 14-1018 0 0,-15-20 150 0 0,13 19-60 0 0,-2 1-1 0 0,0 0 0 0 0,-2 1 1 0 0,15 47-1 0 0,16 103 16 0 0,-27-108-134 0 0,-3-20-15 0 0,10 46-9 0 0,-4 0-1 0 0,7 103 1 0 0,-24-190-183 0 0,-1 42 387 0 0,-6-28-619 0 0,7-17 293 0 0,-1-1 0 0 0,1 1 1 0 0,-1-1-1 0 0,1 0 0 0 0,-1 1 0 0 0,1-1 1 0 0,-1 0-1 0 0,1 1 0 0 0,-1-1 1 0 0,1 0-1 0 0,-1 0 0 0 0,1 0 0 0 0,-1 1 1 0 0,1-1-1 0 0,-1 0 0 0 0,1 0 0 0 0,-1 0 1 0 0,1 0-1 0 0,-1 0 0 0 0,0 0 0 0 0,1 0 1 0 0,-1 0-1 0 0,1 0 0 0 0,-1 0 1 0 0,1 0-1 0 0,-1-1 0 0 0,1 1 0 0 0,-2 0 1 0 0,-4-4-1096 0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1:36.0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109 101 2304 0 0,'-37'3'446'0'0,"30"-2"533"0"0,-1 0 0 0 0,0 0 0 0 0,1-1 0 0 0,-1 0-1 0 0,0 0 1 0 0,-17-5 2345 0 0,25 5-3238 0 0,0 0 1 0 0,0-1 0 0 0,0 1 0 0 0,0 0 0 0 0,-1 0 0 0 0,1-1-1 0 0,0 1 1 0 0,0 0 0 0 0,0 0 0 0 0,0 0 0 0 0,0-1 0 0 0,0 1-1 0 0,0 0 1 0 0,0 0 0 0 0,0-1 0 0 0,0 1 0 0 0,1 0 0 0 0,9-10 1597 0 0,17-3-457 0 0,9-2-700 0 0,0 2 1 0 0,1 1-1 0 0,0 3 1 0 0,1 0-1 0 0,0 3 1 0 0,0 1-1 0 0,51 0 0 0 0,-87 5-570 0 0,41 4 188 0 0,-40-3-294 0 0,-1-1 0 0 0,0 1 0 0 0,0-1 0 0 0,1 1 0 0 0,-1 0 0 0 0,0 0 0 0 0,0 0 0 0 0,0 0-1 0 0,0 0 1 0 0,0 1 0 0 0,0-1 0 0 0,-1 1 0 0 0,1-1 0 0 0,0 1 0 0 0,-1-1 0 0 0,3 4 0 0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1:36.2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98 6913 0 0,'21'-7'3692'0'0,"45"-16"2818"0"0,-2-6-3839 0 0,6-3-3682 0 0,-52 25-5697 0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1:37.5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164 448 456 0 0,'-22'-9'1322'0'0,"-1"2"-1"0"0,1 0 1 0 0,-40-5 0 0 0,27 5 1055 0 0,56 10 59 0 0,-1 0 0 0 0,24-1 0 0 0,95-8-730 0 0,-12 0-792 0 0,-13 4-606 0 0,0-6-1 0 0,0-5 1 0 0,143-34 0 0 0,-131 24 54 0 0,143-8 1 0 0,-168 22-344 0 0,78 5 157 0 0,-122 5-35 0 0,94-10-1 0 0,-92-3-128 0 0,-61 11-26 0 0,-1 0-1 0 0,1 0 1 0 0,-1 0-1 0 0,1 0 0 0 0,0-1 1 0 0,0 1-1 0 0,0-1 1 0 0,0 0-1 0 0,0 0 1 0 0,-3-3-1 0 0,-7-6-137 0 0,-14-11-203 0 0,1 0-1 0 0,-25-29 0 0 0,36 38 615 0 0,-1 1-1 0 0,1 1 1 0 0,-2 0-1 0 0,0 0 0 0 0,0 2 1 0 0,0 0-1 0 0,-27-10 1 0 0,30 6 318 0 0,13 13-560 0 0,0 0 1 0 0,-1 0 0 0 0,1 0 0 0 0,0 0 0 0 0,0-1-1 0 0,-1 1 1 0 0,1 0 0 0 0,0 0 0 0 0,0 0-1 0 0,0 0 1 0 0,-1-1 0 0 0,1 1 0 0 0,0 0 0 0 0,0 0-1 0 0,0 0 1 0 0,-1-1 0 0 0,1 1 0 0 0,0 0-1 0 0,0 0 1 0 0,0-1 0 0 0,0 1 0 0 0,0 0 0 0 0,0 0-1 0 0,0-1 1 0 0,0 1 0 0 0,0 0 0 0 0,-1-1 0 0 0,1 1-1 0 0,0 0 1 0 0,0 0 0 0 0,0-1 0 0 0,1 1-1 0 0,-1 0 1 0 0,0 0 0 0 0,0-1 0 0 0,0 1 0 0 0,0 0-1 0 0,0-1 1 0 0,0 1 0 0 0,0 0 0 0 0,0 0-1 0 0,0-1 1 0 0,1 1 0 0 0,-1 0 0 0 0,0 0 0 0 0,0 0-1 0 0,0-1 1 0 0,1 1 0 0 0,-1 0 0 0 0,0 0-1 0 0,1-1 219 0 0,1 5-182 0 0,0-1-52 0 0,0 0 0 0 0,0 1 0 0 0,1-1 0 0 0,-1-1 0 0 0,1 1 0 0 0,0 0 0 0 0,0-1 0 0 0,0 1 0 0 0,0-1 1 0 0,0 0-1 0 0,1 0 0 0 0,-1 0 0 0 0,7 3 0 0 0,57 14 29 0 0,-52-16-26 0 0,0 1 0 0 0,23 9 0 0 0,-3 5-5 0 0,42 28 0 0 0,-49-28 0 0 0,0-1 0 0 0,51 22 0 0 0,-78-38 6 0 0,0-1 1 0 0,0 0-1 0 0,0 0 0 0 0,0 1 1 0 0,0-1-1 0 0,0 1 1 0 0,0-1-1 0 0,0 1 0 0 0,0-1 1 0 0,-1 1-1 0 0,1 0 1 0 0,0-1-1 0 0,0 1 0 0 0,-1 0 1 0 0,1 0-1 0 0,0-1 0 0 0,-1 1 1 0 0,1 0-1 0 0,-1 0 1 0 0,1 0-1 0 0,-1 0 0 0 0,1 0 1 0 0,-1 0-1 0 0,0 0 1 0 0,1 0-1 0 0,-1 0 0 0 0,0 0 1 0 0,0 0-1 0 0,0 0 0 0 0,0 0 1 0 0,0 0-1 0 0,0 0 1 0 0,0 0-1 0 0,0 0 0 0 0,0 0 1 0 0,0 0-1 0 0,-1 0 1 0 0,1 0-1 0 0,0 0 0 0 0,-1 0 1 0 0,1 0-1 0 0,-1 0 0 0 0,1 0 1 0 0,-1 0-1 0 0,1-1 1 0 0,-1 1-1 0 0,0 0 0 0 0,1 0 1 0 0,-2 1-1 0 0,-6 7 117 0 0,0 0 0 0 0,-1 0 1 0 0,-15 12-1 0 0,6-6-31 0 0,-30 32-13 0 0,14-15 39 0 0,1 2 0 0 0,-40 53-1 0 0,72-86-246 0 0,0 0 0 0 0,-1 1 0 0 0,1-1 0 0 0,1 1-1 0 0,-1 0 1 0 0,0-1 0 0 0,0 1 0 0 0,0 0 0 0 0,1-1 0 0 0,-1 1-1 0 0,1 0 1 0 0,0 0 0 0 0,-1 2 0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1:55.7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190 148 5529 0 0,'-66'23'3415'0'0,"40"-14"-1075"0"0,0 0 1 0 0,-45 30 3198 0 0,71-39-5479 0 0,14 6 928 0 0,14 3-588 0 0,-5-7-160 0 0,0-1-1 0 0,-1-1 0 0 0,1 0 0 0 0,-1-2 1 0 0,1-1-1 0 0,31-8 0 0 0,-4 2-17 0 0,173-33 159 0 0,127-17 222 0 0,-123 33-411 0 0,99-8 216 0 0,56 4 504 0 0,-379 30-919 0 0,-1 1-261 0 0,0-1 0 0 0,0 0 0 0 0,0 0 0 0 0,0 0 0 0 0,0 0 0 0 0,0-1 0 0 0,0 1 0 0 0,0 0 0 0 0,0-1 0 0 0,0 0 0 0 0,0 1 0 0 0,0-1 0 0 0,0 0 0 0 0,0 0 0 0 0,0 0 0 0 0,-1 0-1 0 0,1 0 1 0 0,0-1 0 0 0,-1 1 0 0 0,1 0 0 0 0,-1-1 0 0 0,1 1 0 0 0,-1-1 0 0 0,0 0 0 0 0,0 1 0 0 0,1-1 0 0 0,-1 0 0 0 0,0 0 0 0 0,0-2 0 0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1:56.3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251 66 2304 0 0,'-29'-6'2523'0'0,"-1"-1"-1"0"0,-38-15 0 0 0,34 11 1989 0 0,-37-9-1 0 0,52 21 415 0 0,109 45-4681 0 0,-42-23-24 0 0,55 37 0 0 0,15 7-220 0 0,-36-23 0 0 0,-78-42 21 0 0,0 0-1 0 0,0 1 1 0 0,0 0 0 0 0,-1 0-1 0 0,1 0 1 0 0,-1 0-1 0 0,1 1 1 0 0,-1-1-1 0 0,0 1 1 0 0,0 0 0 0 0,-1 0-1 0 0,1 0 1 0 0,-1 0-1 0 0,0 0 1 0 0,0 1-1 0 0,0-1 1 0 0,-1 1 0 0 0,1-1-1 0 0,-1 1 1 0 0,1 6-1 0 0,-2-5 9 0 0,0 0-1 0 0,0 0 1 0 0,-1 0-1 0 0,0 0 1 0 0,0 0-1 0 0,0 0 1 0 0,-1 0-1 0 0,0 0 1 0 0,0-1-1 0 0,-1 1 1 0 0,1-1-1 0 0,-1 1 1 0 0,0-1-1 0 0,-1 0 1 0 0,-4 6-1 0 0,-24 30-56 0 0,-2-3-1 0 0,-2 0 0 0 0,-57 46 1 0 0,92-83-115 0 0,0-1-1 0 0,1 1 1 0 0,-1-1 0 0 0,1 1 0 0 0,-1-1 0 0 0,0 1 0 0 0,0-1-1 0 0,1 0 1 0 0,-1 1 0 0 0,0-1 0 0 0,0 0 0 0 0,0 1 0 0 0,1-1 0 0 0,-1 0-1 0 0,0 0 1 0 0,0 0 0 0 0,0 0 0 0 0,1 0 0 0 0,-1 0 0 0 0,0 0-1 0 0,0 0 1 0 0,0 0 0 0 0,0 0 0 0 0,1 0 0 0 0,-1-1 0 0 0,0 1-1 0 0,0 0 1 0 0,-1-1 0 0 0,-2-4-1112 0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1:56.7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57 5 5065 0 0,'-1'-1'199'0'0,"0"1"-1"0"0,0-1 1 0 0,-1 1 0 0 0,1-1-1 0 0,0 1 1 0 0,-1-1-1 0 0,1 1 1 0 0,0 0 0 0 0,-1-1-1 0 0,1 1 1 0 0,0 0-1 0 0,-1 0 1 0 0,1 0 0 0 0,-1 0-1 0 0,1 0 1 0 0,0 1-1 0 0,-1-1 1 0 0,1 0 0 0 0,0 1-1 0 0,-1-1 1 0 0,1 0-1 0 0,0 1 1 0 0,0 0 0 0 0,-1-1-1 0 0,1 1 1 0 0,0 0 0 0 0,0 0-1 0 0,0-1 1 0 0,0 1-1 0 0,-2 2 1 0 0,2-1 232 0 0,-1-1 1 0 0,1 1-1 0 0,-1 0 1 0 0,1-1-1 0 0,0 1 1 0 0,0 0-1 0 0,0 0 1 0 0,0 0-1 0 0,0 0 0 0 0,0 0 1 0 0,1 0-1 0 0,-1 0 1 0 0,1 0-1 0 0,-1 0 1 0 0,1 0-1 0 0,0 0 1 0 0,0 1-1 0 0,0-1 0 0 0,0 3 1 0 0,55 249 3353 0 0,-36-181-3730 0 0,42 101 0 0 0,-23-105 493 0 0,-19-36-1758 0 0,-2 1-5181 0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1:57.0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11 162 2280 0 0,'-1'-1'112'0'0,"0"0"0"0"0,0 0 0 0 0,0 0 0 0 0,0 0 0 0 0,0 0 0 0 0,1 0 0 0 0,-1 0 0 0 0,0 0 0 0 0,1-1 0 0 0,-1 1 0 0 0,1 0 0 0 0,0 0 0 0 0,-1-1 0 0 0,1 1 0 0 0,0 0 0 0 0,0 0 0 0 0,0-1-1 0 0,-1 1 1 0 0,2 0 0 0 0,-1-1 0 0 0,0 1 0 0 0,0 0 0 0 0,1-3 0 0 0,0 1 320 0 0,0 0 1 0 0,0 0-1 0 0,1 0 0 0 0,0 0 0 0 0,-1 1 1 0 0,1-1-1 0 0,0 0 0 0 0,0 1 0 0 0,4-4 1 0 0,4-3 1175 0 0,0 1 1 0 0,0 0 0 0 0,21-11 0 0 0,-11 8 145 0 0,-1 1 1 0 0,41-14-1 0 0,-50 21-2063 0 0,0 1 0 0 0,0 0 1 0 0,1 0-1 0 0,18 0 0 0 0,-17 3-1067 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1:57.2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53 7370 0 0,'2'1'389'0'0,"0"0"1"0"0,-1 0-1 0 0,1 0 1 0 0,0-1 0 0 0,0 1-1 0 0,0-1 1 0 0,0 1-1 0 0,0-1 1 0 0,0 0-1 0 0,0 0 1 0 0,0 0 0 0 0,0 0-1 0 0,3 0 1 0 0,0 0-2 0 0,12-1 875 0 0,-1 1 0 0 0,0-2 0 0 0,0 0 0 0 0,0-1 0 0 0,-1-1 0 0 0,22-7 0 0 0,47-24-2450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1:48.7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65 112 2761 0 0,'-4'-12'977'0'0,"1"4"-120"0"0,1 0 1 0 0,-1 1 0 0 0,0-1-1 0 0,-1 1 1 0 0,-4-8-1 0 0,5 11 3 0 0,0 1 0 0 0,0 0-1 0 0,0 0 1 0 0,0 0 0 0 0,0 0-1 0 0,-1 0 1 0 0,-5-3 0 0 0,9 6-725 0 0,-1 0 1 0 0,1 0-1 0 0,-1-1 0 0 0,1 1 1 0 0,0 0-1 0 0,-1-1 1 0 0,1 1-1 0 0,0 0 0 0 0,-1-1 1 0 0,1 1-1 0 0,0-1 1 0 0,-1 1-1 0 0,1 0 1 0 0,0-1-1 0 0,0 1 0 0 0,0-1 1 0 0,-1 1-1 0 0,1-1 1 0 0,0 1-1 0 0,0-1 0 0 0,0 1 1 0 0,0-1-1 0 0,0 1 1 0 0,0 0-1 0 0,0-1 1 0 0,0 1-1 0 0,0-1 0 0 0,0 1 1 0 0,0-1-1 0 0,0 1 1 0 0,0-1-1 0 0,0 1 0 0 0,0-1 1 0 0,1 1-1 0 0,-1-1 1 0 0,0 1-93 0 0,0-1 0 0 0,1 1 0 0 0,-1 0 1 0 0,0 0-1 0 0,0-1 0 0 0,0 1 0 0 0,0 0 0 0 0,1 0 1 0 0,-1 0-1 0 0,0 0 0 0 0,0-1 0 0 0,0 1 1 0 0,1 0-1 0 0,-1 0 0 0 0,0 0 0 0 0,0 0 1 0 0,1 0-1 0 0,-1 0 0 0 0,0-1 0 0 0,0 1 0 0 0,1 0 1 0 0,-1 0-1 0 0,0 0 0 0 0,0 0 0 0 0,1 0 1 0 0,-1 0-1 0 0,0 0 0 0 0,0 0 0 0 0,1 0 0 0 0,-1 0 1 0 0,0 0-1 0 0,0 1 0 0 0,1-1 0 0 0,-1 0 1 0 0,0 0-1 0 0,0 0 0 0 0,1 0 0 0 0,-1 0 0 0 0,0 0 1 0 0,0 0-1 0 0,0 1 0 0 0,1-1 0 0 0,-1 0 1 0 0,0 0-1 0 0,0 0 0 0 0,0 1 0 0 0,0-1 1 0 0,1 0-1 0 0,-1 0 0 0 0,0 0 0 0 0,0 1 0 0 0,0-1 1 0 0,0 0-1 0 0,0 0 0 0 0,0 1 0 0 0,1 0 330 0 0,1 3-285 0 0,18 41 69 0 0,-1 1 1 0 0,-3 1-1 0 0,20 94 0 0 0,-12-31-102 0 0,-6-34 18 0 0,-3 0 0 0 0,-4 1 0 0 0,2 83 0 0 0,-13-133-117 0 0,-2-1 0 0 0,-1 0 0 0 0,-1 0-1 0 0,-1 0 1 0 0,-16 46 0 0 0,30-80-3656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1:49.4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22 3225 0 0,'3'-17'10470'0'0,"-1"16"-10201"0"0,26-3 2908 0 0,38 12-1911 0 0,-64-8-701 0 0,18 5-456 0 0,0 0 0 0 0,-1 1-1 0 0,0 1 1 0 0,0 0 0 0 0,26 16 0 0 0,84 61 805 0 0,-97-61-738 0 0,0-2 0 0 0,1-1 1 0 0,1-1-1 0 0,51 20 1 0 0,-8-18-132 0 0,-58-17-21 0 0,0 1-1 0 0,0 0 1 0 0,-1 1-1 0 0,1 2 1 0 0,-1-1 0 0 0,32 21-1 0 0,-47-26 22 0 0,0 1 1 0 0,1-1-1 0 0,-1 1 0 0 0,0 0 0 0 0,-1 0 0 0 0,1 0 1 0 0,-1 0-1 0 0,1 0 0 0 0,-1 1 0 0 0,0-1 0 0 0,0 1 1 0 0,0 0-1 0 0,-1 0 0 0 0,1-1 0 0 0,-1 1 0 0 0,0 0 1 0 0,0 0-1 0 0,0 0 0 0 0,-1 0 0 0 0,1 0 0 0 0,-1 0 1 0 0,0 5-1 0 0,-1-3-9 0 0,-1 1 0 0 0,1-1 1 0 0,-1 0-1 0 0,0 0 0 0 0,0 0 0 0 0,-1 0 1 0 0,1 0-1 0 0,-1 0 0 0 0,-1-1 0 0 0,1 1 1 0 0,-1-1-1 0 0,0 0 0 0 0,-5 5 0 0 0,-42 40 355 0 0,-61 47-1 0 0,70-63-331 0 0,2 1 0 0 0,1 2 0 0 0,-50 61 0 0 0,48-41-35 0 0,-66 80 26 0 0,70-104-2329 0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1:50.0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 88 5985 0 0,'-23'-51'4167'0'0,"7"14"3860"0"0,20 49-3581 0 0,0 14-3182 0 0,3 12-1468 0 0,40 97 215 0 0,-7-23-24 0 0,39 178-1 0 0,-65-196-23 0 0,-5 1-1 0 0,-2 121 1 0 0,-4-196-327 0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1:50.4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19 192 3681 0 0,'-18'-13'10083'0'0,"17"11"-9710"0"0,2 0-132 0 0,-1 1-1 0 0,1 0 0 0 0,0 0 0 0 0,-1 0 1 0 0,1 1-1 0 0,0-1 0 0 0,0 0 0 0 0,0 0 1 0 0,-1 0-1 0 0,1 0 0 0 0,0 1 0 0 0,0-1 1 0 0,0 0-1 0 0,0 1 0 0 0,0-1 0 0 0,1 1 1 0 0,0-1-1 0 0,56-19 1500 0 0,10 6-892 0 0,89-7-1 0 0,0 0-387 0 0,11-7-315 0 0,1 7 1 0 0,274 2-1 0 0,-434 20-143 0 0,18 0 38 0 0,0-1 0 0 0,0-1 0 0 0,0-1 0 0 0,0-1-1 0 0,31-8 1 0 0,-52 8-1681 0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1:51.2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1602 22 4145 0 0,'-25'-16'12873'0'0,"18"14"-11586"0"0,2 1-493 0 0,0 0 1 0 0,0 0-1 0 0,-1 1 0 0 0,1 0 0 0 0,-8 0 1 0 0,-5 3-1447 0 0,1 0 0 0 0,-30 10 1 0 0,15-4 1846 0 0,-29 4-1129 0 0,-2-2 0 0 0,1-3-1 0 0,-1-2 1 0 0,-78-4 0 0 0,40 0-42 0 0,0 5 1 0 0,-136 27 0 0 0,12-1-6 0 0,168-27-19 0 0,19 0 0 0 0,0-1 0 0 0,0-3 0 0 0,-1-1 0 0 0,-62-7 0 0 0,96 6-128 0 0,1-1 0 0 0,-1 0 0 0 0,1 0 1 0 0,-1-1-1 0 0,1 1 0 0 0,-1-1 0 0 0,-4-3 0 0 0,9 5 39 0 0,-1-1 0 0 0,0 0-1 0 0,0 1 1 0 0,0-1-1 0 0,0 0 1 0 0,1 0 0 0 0,-1 0-1 0 0,0 0 1 0 0,1 0 0 0 0,-1 0-1 0 0,1 0 1 0 0,-1 0 0 0 0,1 0-1 0 0,-1 0 1 0 0,1 0 0 0 0,0 0-1 0 0,0 0 1 0 0,-1 0-1 0 0,1 0 1 0 0,0 0 0 0 0,0 0-1 0 0,0 0 1 0 0,0 0 0 0 0,0 0-1 0 0,0-1 1 0 0,1 1 0 0 0,-1 0-1 0 0,0 0 1 0 0,0 0-1 0 0,1 0 1 0 0,-1 0 0 0 0,1 0-1 0 0,-1 0 1 0 0,1 0 0 0 0,0-1-1 0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1:51.7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42 75 2304 0 0,'-10'-27'3433'0'0,"8"21"-2300"0"0,1 1 0 0 0,-2-1 0 0 0,1 1 1 0 0,-19-21 9607 0 0,20 26-10632 0 0,0 13 1644 0 0,2 16-1796 0 0,58 393 739 0 0,2 11-753 0 0,-25-41 57 0 0,-19-186 0 0 0,-16-182-536 0 0,7 39 1348 0 0,5-24-7648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1:52.2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283 235 2761 0 0,'-1'0'2'0'0,"-13"-11"852"0"0,-2 0-1 0 0,1 1 1 0 0,-1 1-1 0 0,-1 1 1 0 0,0 0-1 0 0,0 1 1 0 0,-1 1-1 0 0,1 0 1 0 0,-20-2-1 0 0,7 4 1265 0 0,-37 0-1 0 0,78 2-1879 0 0,0 1 1 0 0,0-1-1 0 0,0-1 1 0 0,16-6-1 0 0,-3 2 167 0 0,62-18 943 0 0,-26 6-694 0 0,0 2-1 0 0,1 4 1 0 0,113-12 0 0 0,10 23-596 0 0,73-4 996 0 0,-241 5-1392 0 0,23-3 559 0 0,-14-2-7958 0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1:52.6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0 137 6449 0 0,'8'-7'901'0'0,"0"0"0"0"0,0 0-1 0 0,1 1 1 0 0,0 0-1 0 0,0 1 1 0 0,0 0 0 0 0,1 1-1 0 0,0-1 1 0 0,15-3 0 0 0,11-6 1287 0 0,39-19 599 0 0,-45 20-3449 0 0,1-1-3658 0 0,-24 12 2506 0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1:52.9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 10594 0 0,'-6'12'8042'0'0,"6"-10"-7677"0"0,2 16 2127 0 0,-2-13-2620 0 0,2 5 625 0 0,1-1 1 0 0,-1 1-1 0 0,8 14 1 0 0,5 22-176 0 0,-7 9-244 0 0,2 92 0 0 0,-3-24-26 0 0,6-32-21 0 0,44 157 0 0 0,-14-74-37 0 0,-31-130-2106 0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1:53.5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17 169 9674 0 0,'0'1'112'0'0,"-1"-1"-1"0"0,0 0 1 0 0,1 0-1 0 0,-1 0 1 0 0,1 0 0 0 0,-1 0-1 0 0,1 0 1 0 0,-1 0-1 0 0,0 0 1 0 0,1-1-1 0 0,-1 1 1 0 0,1 0 0 0 0,-1 0-1 0 0,1 0 1 0 0,-1-1-1 0 0,1 1 1 0 0,-1 0 0 0 0,1 0-1 0 0,-1-1 1 0 0,1 1-1 0 0,-1 0 1 0 0,1-1-1 0 0,-1 1 1 0 0,1-1 0 0 0,0 1-1 0 0,-1-1 1 0 0,1 1-1 0 0,0-1 1 0 0,-1 1 0 0 0,1-1-1 0 0,0 1 1 0 0,0-1-1 0 0,-1 1 1 0 0,1-1-1 0 0,0 1 1 0 0,0-1 0 0 0,0 1-1 0 0,0-1 1 0 0,0 0-1 0 0,0 1 1 0 0,0-1 0 0 0,0 1-1 0 0,0-1 1 0 0,0 1-1 0 0,0-1 1 0 0,0 0-1 0 0,0 1 1 0 0,0-1 0 0 0,1 1-1 0 0,-1-1 1 0 0,0 1-1 0 0,0-1 1 0 0,1 1 0 0 0,-1-1-1 0 0,0 1 1 0 0,1-1-1 0 0,-1 1 1 0 0,0-1-1 0 0,1 0 1 0 0,1-2 318 0 0,0 0-1 0 0,0 0 1 0 0,1 0-1 0 0,-1 0 1 0 0,1 1-1 0 0,-1-1 1 0 0,1 0-1 0 0,6-3 1 0 0,23-9 136 0 0,1 2-1 0 0,0 1 1 0 0,50-11 0 0 0,-31 9-342 0 0,-1 2-246 0 0,1 1 0 0 0,0 3 0 0 0,0 3-1 0 0,0 1 1 0 0,84 6 0 0 0,90 4 165 0 0,133 8 359 0 0,-193 1-75 0 0,283-11 0 0 0,-299-19-126 0 0,-64 5-156 0 0,107 1 1 0 0,141 24-15 0 0,123 2 243 0 0,-355-15-109 0 0,1 5-1 0 0,151 31 1 0 0,-241-35-146 0 0,-6-3-562 0 0,-10-10-1680 0 0,0 3 989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1:54.4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47 6913 0 0,'-18'-22'1214'0'0,"2"-3"7112"0"0,17 43-3281 0 0,0 10-4540 0 0,120 722 481 0 0,-96-622-964 0 0,51 299 124 0 0,-13-31-111 0 0,-6-45-6 0 0,1-53-68 0 0,-12-81 14 0 0,-40-174 27 0 0,-1 51-1 0 0,-4-59 1 0 0,1 0-1 0 0,13 62 1 0 0,-4-58 15 0 0,-7-30-9 0 0,-1 0 0 0 0,0 0 0 0 0,-1 1 0 0 0,0 0 0 0 0,-1-1-1 0 0,0 1 1 0 0,0 14 0 0 0,-1 4 4 0 0,1 1-1 0 0,2-1 1 0 0,11 54 0 0 0,0-8 336 0 0,-14-65-340 0 0,1 1 0 0 0,0-1 1 0 0,1 0-1 0 0,0 0 1 0 0,1 0-1 0 0,0 0 0 0 0,0 0 1 0 0,1-1-1 0 0,0 1 1 0 0,0-1-1 0 0,1 0 0 0 0,0 0 1 0 0,11 13-1 0 0,-15-20-10 0 0,17 20-1342 0 0,-18-20 1253 0 0,1-1 1 0 0,-1 1 0 0 0,0 0 0 0 0,1-1 0 0 0,-1 1-1 0 0,0-1 1 0 0,0 1 0 0 0,0-1 0 0 0,0 1 0 0 0,1 0 0 0 0,-1-1-1 0 0,0 1 1 0 0,0 0 0 0 0,0-1 0 0 0,0 1 0 0 0,0-1-1 0 0,0 1 1 0 0,0 0 0 0 0,-1-1 0 0 0,1 1 0 0 0,0-1 0 0 0,0 1-1 0 0,0 0 1 0 0,-1-1 0 0 0,1 1 0 0 0,0-1 0 0 0,-1 1-1 0 0,1-1 1 0 0,0 1 0 0 0,-1-1 0 0 0,1 1 0 0 0,-1-1 0 0 0,1 1-1 0 0,-1-1 1 0 0,1 0 0 0 0,-1 1 0 0 0,1-1 0 0 0,-1 1-1 0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1:54.8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49 1 4145 0 0,'-6'34'8866'0'0,"2"-22"-8948"0"0,0 0-1 0 0,-2 1 0 0 0,1-2 0 0 0,-12 18 0 0 0,11-22 73 0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1:57.8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11979 0 0,'1'0'1244'0'0,"1"1"-805"0"0,0-1 0 0 0,0 1-1 0 0,-1 0 1 0 0,1-1 0 0 0,0 1 0 0 0,0 0 0 0 0,0 0 0 0 0,0 0-1 0 0,-1 0 1 0 0,1 1 0 0 0,0-1 0 0 0,-1 0 0 0 0,1 1 0 0 0,-1-1 0 0 0,0 1-1 0 0,1-1 1 0 0,1 4 0 0 0,18 31 1004 0 0,-12-12-1328 0 0,0 1 0 0 0,-1 0 1 0 0,-2 0-1 0 0,6 47 0 0 0,1 106 364 0 0,-12-155-470 0 0,-3 3-147 0 0,1-22 84 0 0,1 1 1 0 0,-1 0 0 0 0,1-1-1 0 0,0 1 1 0 0,0 0-1 0 0,1 0 1 0 0,1 5 0 0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1:58.2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9 127 1840 0 0,'-3'-3'1592'0'0,"2"2"-1195"0"0,1 0 1 0 0,-1 0 0 0 0,0 0 0 0 0,1 0-1 0 0,-1 0 1 0 0,1 0 0 0 0,-1 0 0 0 0,1 0 0 0 0,0 0-1 0 0,0-1 1 0 0,-1 1 0 0 0,1 0 0 0 0,0 0-1 0 0,0 0 1 0 0,0-1 0 0 0,0 1 0 0 0,0 0 0 0 0,0 0-1 0 0,1 0 1 0 0,-1 0 0 0 0,0 0 0 0 0,1-2-1 0 0,1 0 248 0 0,-1-1 0 0 0,1 1-1 0 0,0 0 1 0 0,0 0-1 0 0,1 0 1 0 0,-1 1-1 0 0,1-1 1 0 0,4-4-1 0 0,7-4 616 0 0,0 1-1 0 0,27-14 0 0 0,-40 24-1204 0 0,5-4 23 0 0,1 1 1 0 0,-1 1-1 0 0,1-1 0 0 0,0 1 1 0 0,0 0-1 0 0,0 1 0 0 0,0-1 1 0 0,0 2-1 0 0,0-1 0 0 0,8 1 1 0 0,-11 0-74 0 0,-1 0 0 0 0,1 0 0 0 0,0 1 1 0 0,-1 0-1 0 0,1 0 0 0 0,-1 0 0 0 0,1 0 1 0 0,-1 0-1 0 0,0 0 0 0 0,0 1 1 0 0,1 0-1 0 0,-1 0 0 0 0,0 0 0 0 0,0 0 1 0 0,-1 0-1 0 0,1 0 0 0 0,0 1 1 0 0,-1 0-1 0 0,1-1 0 0 0,-1 1 0 0 0,0 0 1 0 0,2 3-1 0 0,-3-4-3 0 0,0 0 0 0 0,0-1 1 0 0,-1 1-1 0 0,1 0 0 0 0,-1 0 0 0 0,1 0 1 0 0,-1-1-1 0 0,0 1 0 0 0,1 0 0 0 0,-1 0 0 0 0,0 0 1 0 0,0 0-1 0 0,0 0 0 0 0,-1-1 0 0 0,1 1 1 0 0,0 0-1 0 0,-1 0 0 0 0,1 0 0 0 0,-2 1 1 0 0,1 1 11 0 0,-1 0 0 0 0,-1 0 1 0 0,1-1-1 0 0,0 1 0 0 0,-1-1 0 0 0,0 0 1 0 0,0 0-1 0 0,-3 4 0 0 0,-4 0-71 0 0,1 1 0 0 0,-1-2 0 0 0,0 1 0 0 0,0-1 0 0 0,-14 5 0 0 0,-45 16-3922 0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1:58.7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15203 0 0,'5'98'7988'0'0,"14"65"-6827"0"0,0 11-3254 0 0,-17-162-938 0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1:59.0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1 232 1840 0 0,'-1'-2'280'0'0,"11"-27"12188"0"0,-8 30-12162 0 0,23 8 7608 0 0,-8 0-9327 0 0,4 2 1667 0 0,1 0 0 0 0,0-1 0 0 0,1-1 0 0 0,0-1 0 0 0,0-1 0 0 0,1-1 0 0 0,0-1 0 0 0,0-1 0 0 0,25 0-1 0 0,-47-4-197 0 0,0 0 0 0 0,1 0 0 0 0,-1 0 0 0 0,0-1 0 0 0,0 1 0 0 0,0-1-1 0 0,1 1 1 0 0,-1-1 0 0 0,0 0 0 0 0,0 0 0 0 0,0 0 0 0 0,0 0 0 0 0,0 0-1 0 0,0 0 1 0 0,-1-1 0 0 0,1 1 0 0 0,0-1 0 0 0,-1 1 0 0 0,1-1 0 0 0,-1 1-1 0 0,1-1 1 0 0,-1 0 0 0 0,0 0 0 0 0,1 0 0 0 0,-1 0 0 0 0,0 0 0 0 0,-1 0-1 0 0,1 0 1 0 0,0 0 0 0 0,0 0 0 0 0,-1 0 0 0 0,0-1 0 0 0,1 1 0 0 0,-1 0-1 0 0,0 0 1 0 0,0-1 0 0 0,0-1 0 0 0,0-13 295 0 0,-1 1 0 0 0,-1 0 1 0 0,0 0-1 0 0,-5-18 0 0 0,3 15-129 0 0,-22-85-764 0 0,24 87-2462 0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3:18.1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37 287 10594 0 0,'-2'-2'206'0'0,"-1"0"0"0"0,0-1-1 0 0,0 1 1 0 0,1-1 0 0 0,0 1 0 0 0,-1-1-1 0 0,1 0 1 0 0,0 0 0 0 0,0 0-1 0 0,1 0 1 0 0,-1 0 0 0 0,1-1 0 0 0,-1 1-1 0 0,1 0 1 0 0,0-1 0 0 0,0 1-1 0 0,1-1 1 0 0,-1 1 0 0 0,1-1 0 0 0,-1-6-1 0 0,0-2 607 0 0,1-1-1 0 0,0 0 0 0 0,0 1 0 0 0,5-24 1 0 0,-2 28-634 0 0,0 0 1 0 0,0 0-1 0 0,1 0 0 0 0,0 1 1 0 0,0 0-1 0 0,1-1 0 0 0,0 1 1 0 0,0 1-1 0 0,1-1 1 0 0,0 1-1 0 0,0 0 0 0 0,1 0 1 0 0,-1 1-1 0 0,1 0 1 0 0,0 0-1 0 0,0 0 0 0 0,1 1 1 0 0,0 0-1 0 0,0 1 0 0 0,8-3 1 0 0,-12 5-180 0 0,0 1 0 0 0,0 0 1 0 0,1 0-1 0 0,-1 0 0 0 0,0 0 0 0 0,0 1 1 0 0,1 0-1 0 0,-1 0 0 0 0,0 0 0 0 0,0 0 1 0 0,0 1-1 0 0,0-1 0 0 0,0 1 0 0 0,-1 0 1 0 0,1 0-1 0 0,0 1 0 0 0,-1-1 0 0 0,0 1 1 0 0,1 0-1 0 0,-1 0 0 0 0,0 0 0 0 0,4 5 1 0 0,2 3-34 0 0,0 1 1 0 0,0 0 0 0 0,-1 0 0 0 0,-1 1 0 0 0,7 16 0 0 0,-4-4-64 0 0,-2 1 1 0 0,-1 0-1 0 0,-2 1 1 0 0,0-1-1 0 0,2 52 0 0 0,-4-36-121 0 0,12 51 0 0 0,-15-90 218 0 0,1 0 0 0 0,-1 1 0 0 0,1-1 0 0 0,0 0 0 0 0,0 0 0 0 0,1 0 0 0 0,-1 0 1 0 0,0-1-1 0 0,1 1 0 0 0,0 0 0 0 0,0-1 0 0 0,-1 1 0 0 0,2-1 0 0 0,-1 1 0 0 0,0-1 0 0 0,0 0 1 0 0,1 0-1 0 0,-1 0 0 0 0,4 2 0 0 0,-2-3-16 0 0,-1 0 0 0 0,1 0 0 0 0,-1 0 0 0 0,1-1 0 0 0,0 1 0 0 0,-1-1-1 0 0,1 0 1 0 0,0 0 0 0 0,-1 0 0 0 0,1-1 0 0 0,0 1 0 0 0,-1-1 0 0 0,1 0 0 0 0,-1 0 0 0 0,1 0 0 0 0,3-3 0 0 0,41-16-309 0 0,-32 13 307 0 0,0 0 1 0 0,1 1-1 0 0,0 0 0 0 0,28-4 0 0 0,-39 9 30 0 0,-1 1 1 0 0,1-1 0 0 0,0 1-1 0 0,-1 1 1 0 0,1-1-1 0 0,-1 1 1 0 0,1 0 0 0 0,-1 0-1 0 0,1 1 1 0 0,-1 0 0 0 0,0 0-1 0 0,0 0 1 0 0,1 0 0 0 0,-1 1-1 0 0,-1 0 1 0 0,1 0 0 0 0,0 0-1 0 0,-1 1 1 0 0,5 4-1 0 0,-3-2 41 0 0,1 1-1 0 0,-1 0 0 0 0,-1 0 1 0 0,1 1-1 0 0,-1-1 0 0 0,-1 1 0 0 0,0 1 1 0 0,0-1-1 0 0,0 0 0 0 0,2 11 0 0 0,-2-4 34 0 0,0 1-1 0 0,-1-1 1 0 0,-1 1 0 0 0,-1 0-1 0 0,-1 22 1 0 0,-3-2 42 0 0,-1 0 0 0 0,-2 0 0 0 0,-1 0 0 0 0,-16 45 0 0 0,13-52 89 0 0,-1-1-1 0 0,-1 0 1 0 0,-2-1-1 0 0,-24 38 1 0 0,29-52-257 0 0,0 0 0 0 0,-1-1 0 0 0,-1 0-1 0 0,0 0 1 0 0,0-1 0 0 0,-1-1 0 0 0,0 0 0 0 0,-1-1 0 0 0,0 0-1 0 0,-19 9 1 0 0,31-17-15 0 0,0-1 0 0 0,1 1 0 0 0,-1-1 0 0 0,1 0-1 0 0,-1 1 1 0 0,1-1 0 0 0,-1 0 0 0 0,0 1 0 0 0,1-1-1 0 0,-1 0 1 0 0,0 0 0 0 0,1 0 0 0 0,-1 0 0 0 0,0 0-1 0 0,1 0 1 0 0,-1 1 0 0 0,0-1 0 0 0,1-1 0 0 0,-1 1-1 0 0,0 0 1 0 0,0 0 0 0 0,1 0 0 0 0,-1 0 0 0 0,1 0-1 0 0,-1-1 1 0 0,0 1 0 0 0,1 0 0 0 0,-1-1 0 0 0,0 1-1 0 0,1 0 1 0 0,-1-1 0 0 0,1 1 0 0 0,-1-1 0 0 0,1 1-1 0 0,-1-1 1 0 0,1 1 0 0 0,-1-1 0 0 0,1 1 0 0 0,0-1-1 0 0,-1 0 1 0 0,-1-7-1212 0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3:18.6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33 606 14283 0 0,'-5'-7'336'0'0,"1"0"1"0"0,0 0-1 0 0,0 0 1 0 0,0-1-1 0 0,-3-10 1 0 0,6 14-56 0 0,0 1 0 0 0,0 0 1 0 0,0-1-1 0 0,1 1 1 0 0,0-1-1 0 0,-1 1 1 0 0,1 0-1 0 0,0-1 0 0 0,1 1 1 0 0,-1-1-1 0 0,0 1 1 0 0,1-1-1 0 0,0 1 1 0 0,0 0-1 0 0,2-6 0 0 0,-2 8-212 0 0,-1 1 0 0 0,1-1-1 0 0,0 1 1 0 0,0-1-1 0 0,0 1 1 0 0,-1-1-1 0 0,1 1 1 0 0,0-1 0 0 0,0 1-1 0 0,0 0 1 0 0,0-1-1 0 0,0 1 1 0 0,0 0-1 0 0,0 0 1 0 0,-1-1-1 0 0,1 1 1 0 0,0 0 0 0 0,0 0-1 0 0,0 0 1 0 0,0 0-1 0 0,0 1 1 0 0,0-1-1 0 0,0 0 1 0 0,0 0 0 0 0,0 0-1 0 0,0 1 1 0 0,0-1-1 0 0,0 1 1 0 0,-1-1-1 0 0,1 0 1 0 0,0 1-1 0 0,0-1 1 0 0,0 1 0 0 0,-1 0-1 0 0,2 0 1 0 0,31 22 170 0 0,-31-22-154 0 0,75 62 128 0 0,3-5 1 0 0,2-2-1 0 0,110 53 1 0 0,-191-108-176 0 0,0 0 1 0 0,1 0-1 0 0,-1 0 1 0 0,1 0-1 0 0,-1-1 1 0 0,1 1-1 0 0,-1 0 1 0 0,1-1-1 0 0,-1 1 0 0 0,1-1 1 0 0,-1 0-1 0 0,1 0 1 0 0,-1 1-1 0 0,1-1 1 0 0,0 0-1 0 0,-1 0 1 0 0,1 0-1 0 0,-1-1 1 0 0,1 1-1 0 0,-1 0 1 0 0,1-1-1 0 0,0 1 1 0 0,-1-1-1 0 0,1 1 1 0 0,-1-1-1 0 0,3-1 1 0 0,-2-1 78 0 0,-1 1 0 0 0,0-1 0 0 0,1 0 0 0 0,-1 0 0 0 0,0 0 0 0 0,0 0-1 0 0,-1 0 1 0 0,1 0 0 0 0,-1 0 0 0 0,1 0 0 0 0,-1 0 0 0 0,0 0 0 0 0,-1-6 0 0 0,-3-57 720 0 0,-2 0 0 0 0,-23-93 0 0 0,22 122-597 0 0,-37-130 123 0 0,-5-33-3544 0 0,40 138-6571 0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3:01.0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3393 107 9674 0 0,'20'-1'5252'0'0,"-30"0"-894"0"0,-36-1-1681 0 0,-591 10-513 0 0,228-13-2058 0 0,77-1 50 0 0,-7 8-150 0 0,-487-10-218 0 0,664 2 231 0 0,4 1 36 0 0,-186-29-1 0 0,325 31-246 0 0,8 2-321 0 0,-1-1 1 0 0,0 0 0 0 0,1 0-1 0 0,0-2 1 0 0,0 1 0 0 0,0-1-1 0 0,0-1 1 0 0,0 0 0 0 0,-19-12-1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3:01.7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0 7370 0 0,'-1'5'390'0'0,"0"-1"-1"0"0,0 1 1 0 0,1 0 0 0 0,-1-1 0 0 0,1 1 0 0 0,0 0 0 0 0,0 0 0 0 0,1-1 0 0 0,0 1 0 0 0,-1 0 0 0 0,3 4 0 0 0,0 17 1845 0 0,-1 118 4300 0 0,-3-74-5981 0 0,3 0 1 0 0,16 101-1 0 0,58 171-494 0 0,26 147 507 0 0,-17-36-392 0 0,21 161-142 0 0,2 267-33 0 0,-46-391 3 0 0,18 98 1033 0 0,-52-384-678 0 0,-26-177-350 0 0,-1 1-1 0 0,-2-1 0 0 0,-1 0 0 0 0,-1 1 0 0 0,-10 38 0 0 0,9-55 184 0 0,4-10-245 0 0,0-1 1 0 0,0 0 0 0 0,0 0 0 0 0,-1 0-1 0 0,1 1 1 0 0,0-1 0 0 0,0 0 0 0 0,0 0-1 0 0,0 0 1 0 0,0 1 0 0 0,0-1 0 0 0,0 0-1 0 0,-1 0 1 0 0,1 0 0 0 0,0 0 0 0 0,0 1-1 0 0,0-1 1 0 0,0 0 0 0 0,-1 0 0 0 0,1 0-1 0 0,0 0 1 0 0,0 0 0 0 0,0 0 0 0 0,-1 0-1 0 0,1 0 1 0 0,0 0 0 0 0,0 1 0 0 0,0-1-1 0 0,-1 0 1 0 0,1 0 0 0 0,0 0 0 0 0,0 0-1 0 0,0 0 1 0 0,-1 0 0 0 0,1 0 0 0 0,0 0-1 0 0,0-1 1 0 0,-1 1 0 0 0,1 0 0 0 0,0 0-1 0 0,0 0 1 0 0,0 0 0 0 0,-1 0 0 0 0,1 0-1 0 0,0 0 1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3:02.4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51 407 3681 0 0,'-33'7'1752'0'0,"15"-3"4325"0"0,42-6-3072 0 0,245-31-969 0 0,90-12 737 0 0,204-42-2065 0 0,-102 15 457 0 0,-362 56-919 0 0,251-33 313 0 0,-225 36-537 0 0,223-13 31 0 0,246-14 136 0 0,-556 37-180 0 0,235-26 377 0 0,-229 26-3111 0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3:02.8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41 11058 0 0,'49'-2'4369'0'0,"-44"1"-4138"0"0,212-30 5857 0 0,-159 26-5756 0 0,103 4-1 0 0,-112 2-2273 0 0,-22 1-5426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3:0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 1 920 0 0,'-2'1'103'0'0,"1"0"1"0"0,-1 0-1 0 0,1 1 0 0 0,-1-1 0 0 0,1 1 0 0 0,0-1 1 0 0,0 1-1 0 0,0 0 0 0 0,0 0 0 0 0,0-1 0 0 0,0 1 1 0 0,0 0-1 0 0,1 0 0 0 0,-1 0 0 0 0,1 0 0 0 0,-1 0 1 0 0,1 0-1 0 0,0 0 0 0 0,-1 0 0 0 0,1 0 0 0 0,1 3 1 0 0,3 54 3476 0 0,-1-40-2839 0 0,6 60 1629 0 0,4-1 1 0 0,43 144-1 0 0,75 144-417 0 0,-127-354-1805 0 0,35 87 779 0 0,0-1-428 0 0,-4 0 0 0 0,24 109 0 0 0,-42-123-391 0 0,110 623 3436 0 0,-65-335-2917 0 0,11 107 215 0 0,-66-318-761 0 0,0 5-2441 0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3:04.3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22 779 7834 0 0,'-18'8'8424'0'0,"14"-4"-7776"0"0,19-1 3563 0 0,38-5-3125 0 0,187-21-807 0 0,-94 11-284 0 0,182-13 5 0 0,-104 10 0 0 0,323-19 117 0 0,1515-109 75 0 0,1030-29 1083 0 0,-2641 160-1170 0 0,557-25 190 0 0,-604 12-295 0 0,875-44 0 0 0,-538 33 0 0 0,457-24-60 0 0,-358 39 48 0 0,-488 17 23 0 0,699-7 1226 0 0,-548-4-511 0 0,-275 7-622 0 0,-116 6-235 0 0,215-30 1 0 0,-317 30-128 0 0,0 0 0 0 0,0-1 0 0 0,14-7 0 0 0,7-8-6912 0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3:05.0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98 8754 0 0,'-1'0'50'0'0,"1"1"0"0"0,0-1 0 0 0,-1 0-1 0 0,1 1 1 0 0,0-1 0 0 0,0 0 0 0 0,0 1 0 0 0,-1-1 0 0 0,1 1 0 0 0,0-1 0 0 0,0 0 0 0 0,0 1-1 0 0,0-1 1 0 0,0 1 0 0 0,-1-1 0 0 0,1 0 0 0 0,0 1 0 0 0,0-1 0 0 0,0 1 0 0 0,0-1 0 0 0,0 1-1 0 0,0-1 1 0 0,1 0 0 0 0,-1 1 0 0 0,0-1 0 0 0,0 1 0 0 0,0-1 0 0 0,0 0 0 0 0,0 1 0 0 0,1-1-1 0 0,-1 1 1 0 0,0-1 0 0 0,1 1 0 0 0,14 12 904 0 0,22 2 525 0 0,8-9-754 0 0,-1-2 0 0 0,1-2 0 0 0,74-7 0 0 0,-84 3-631 0 0,582-49 1449 0 0,-14-8 977 0 0,-75 44-1818 0 0,-422 16-824 0 0,110-3-525 0 0,-72-12-4105 0 0,-120 9 2898 0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3:06.3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97 1 1840 0 0,'-1'9'13490'0'0,"22"103"-7784"0"0,-8 63-4820 0 0,54 580-870 0 0,-58-683-11 0 0,44 286 200 0 0,8 58 144 0 0,118 752-201 0 0,21 84 552 0 0,-175-1063-656 0 0,35 204 375 0 0,6 51-296 0 0,-27 3-244 0 0,-31-143 314 0 0,8 161-335 0 0,-11 132 251 0 0,-9-308-58 0 0,11 100-227 0 0,6-54 329 0 0,-13-319-105 0 0,2 0-1 0 0,0 0 0 0 0,0 0 1 0 0,2-1-1 0 0,0 1 1 0 0,0-1-1 0 0,2 0 0 0 0,0 0 1 0 0,9 16-1 0 0,29 38-298 0 0,-44-66 276 0 0,1 0-1 0 0,-1 0 1 0 0,1 0-1 0 0,-1 0 1 0 0,0 0-1 0 0,0 0 1 0 0,-1 0-1 0 0,1 0 0 0 0,0 0 1 0 0,-1 0-1 0 0,0 0 1 0 0,0-1-1 0 0,0 1 1 0 0,0 0-1 0 0,0 0 1 0 0,-2 2-1 0 0,-3 20 228 0 0,3-5-264 0 0,3-18-26 0 0,0 0 0 0 0,-1 0 0 0 0,1 0 0 0 0,0 0 0 0 0,0 0 0 0 0,0 0 0 0 0,0 0 0 0 0,0 0 0 0 0,1 0 0 0 0,-1 0 0 0 0,1 0 0 0 0,-1 0 0 0 0,1 0 0 0 0,0 0 0 0 0,0 0 0 0 0,-1-1 0 0 0,1 1 0 0 0,1 0 0 0 0,0 2 0 0 0,4 6-66 0 0,-6-9 107 0 0,1-1 0 0 0,-1 0-1 0 0,0 0 1 0 0,0 1 0 0 0,0-1 0 0 0,0 0-1 0 0,0 0 1 0 0,0 1 0 0 0,0-1 0 0 0,0 0 0 0 0,0 0-1 0 0,0 1 1 0 0,0-1 0 0 0,0 0 0 0 0,0 1-1 0 0,0-1 1 0 0,0 0 0 0 0,0 0 0 0 0,0 1-1 0 0,0-1 1 0 0,0 0 0 0 0,0 0 0 0 0,-1 1-1 0 0,1-1 1 0 0,0 0 0 0 0,0 0 0 0 0,0 1-1 0 0,0-1 1 0 0,-1 0 0 0 0,1 0 0 0 0,0 0 0 0 0,0 1-1 0 0,0-1 1 0 0,-1 0 0 0 0,1 0 0 0 0,0 0-1 0 0,0 0 1 0 0,-1 0 0 0 0,1 1 0 0 0,0-1-1 0 0,-1 0 1 0 0,-42 12 81 0 0,0-1-1 0 0,-1-2 1 0 0,0-3-1 0 0,0-1 1 0 0,0-2-1 0 0,-1-2 1 0 0,-48-5-1 0 0,-196-30-407 0 0,101 11-1015 0 0,106 11 309 0 0,47 5-4935 0 0,13 3-980 0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3:33.7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60 155 8290 0 0,'-6'-1'1017'0'0,"1"1"0"0"0,-1 1 0 0 0,1-1 0 0 0,-1 1 0 0 0,1 0 0 0 0,0 0 0 0 0,0 1 0 0 0,-1-1 0 0 0,-4 4 0 0 0,34-6 2385 0 0,-7 2-3102 0 0,214-18 833 0 0,58-5-703 0 0,158-52 360 0 0,-169 23-1032 0 0,-275 51-234 0 0,5-2 302 0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3:34.2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 0 4609 0 0,'-18'3'1697'0'0,"17"-2"-1242"0"0,0-1 0 0 0,-11 9 4547 0 0,11-8-4547 0 0,0 2-1 0 0,0-1 130 0 0,0 0-1 0 0,0 0 0 0 0,1 1 0 0 0,-1-1 0 0 0,1 0 0 0 0,-1 0 1 0 0,1 1-1 0 0,0-1 0 0 0,0 0 0 0 0,0 1 0 0 0,0-1 0 0 0,0 0 1 0 0,0 0-1 0 0,1 1 0 0 0,0 2 0 0 0,2 12-113 0 0,0 1 1 0 0,-2 0-1 0 0,-1 34 0 0 0,2 22 11 0 0,9-7-407 0 0,3 1 0 0 0,35 100 1 0 0,7 29 15 0 0,-33-100-90 0 0,2 8 0 0 0,23 206 0 0 0,-48-305 5 0 0,2 58 332 0 0,-2-59-301 0 0,-1 1 0 0 0,1-1 0 0 0,-1 1 0 0 0,0-1 0 0 0,0 0 0 0 0,-1 1 0 0 0,0-1 0 0 0,-4 10 0 0 0,5-14-163 0 0,0 0 0 0 0,0 0 0 0 0,0 0 1 0 0,0 0-1 0 0,0 0 0 0 0,0 0 0 0 0,0-1 0 0 0,0 1 1 0 0,0 0-1 0 0,-1-1 0 0 0,1 1 0 0 0,-2 0 0 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3:36.0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73 9 4497 0 0,'20'-7'1831'0'0,"-53"13"10522"0"0,6 6-10079 0 0,25-11-2276 0 0,0-1 1 0 0,0 1-1 0 0,0 1 1 0 0,0-1-1 0 0,0 0 1 0 0,1 0 0 0 0,-1 1-1 0 0,0-1 1 0 0,1 0-1 0 0,-1 1 1 0 0,1 0-1 0 0,-1-1 1 0 0,1 1 0 0 0,0 0-1 0 0,0 0 1 0 0,0 0-1 0 0,0 0 1 0 0,0 0-1 0 0,0 0 1 0 0,0 0 0 0 0,0 3-1 0 0,1-4 22 0 0,0 0 0 0 0,1 0 1 0 0,-1 0-1 0 0,1 0 0 0 0,-1 0 0 0 0,1 0 0 0 0,-1 0 0 0 0,1 0 1 0 0,-1 0-1 0 0,1 0 0 0 0,0 0 0 0 0,0 0 0 0 0,-1 0 0 0 0,1 0 1 0 0,0-1-1 0 0,0 1 0 0 0,0 0 0 0 0,0-1 0 0 0,0 1 0 0 0,0-1 0 0 0,0 1 1 0 0,0-1-1 0 0,0 1 0 0 0,0-1 0 0 0,0 0 0 0 0,1 1 0 0 0,-1-1 1 0 0,0 0-1 0 0,0 0 0 0 0,0 0 0 0 0,0 0 0 0 0,0 0 0 0 0,2 0 1 0 0,45-3 363 0 0,-42 3-334 0 0,24-4 114 0 0,381-29 1170 0 0,-72 8-401 0 0,-240 16-434 0 0,-88 7-399 0 0,-9 2-66 0 0,1-1 1 0 0,0 1 0 0 0,0 0 0 0 0,0-1 0 0 0,0 1 0 0 0,0 1 0 0 0,0-1 0 0 0,-1 0 0 0 0,7 2-1 0 0,-11 5-2359 0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3:41.7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1514 190 6481 0 0,'-6'-7'883'0'0,"0"0"-1"0"0,0 1 0 0 0,0-1 0 0 0,-1 1 0 0 0,0 0 0 0 0,0 1 0 0 0,0 0 1 0 0,-1 0-1 0 0,0 0 0 0 0,-12-5 0 0 0,-14-9 113 0 0,21 11-770 0 0,0 1 1 0 0,-1 1-1 0 0,-1 0 1 0 0,1 1-1 0 0,-1 0 1 0 0,0 1 0 0 0,0 1-1 0 0,0 0 1 0 0,0 1-1 0 0,-23 0 1 0 0,-15 3 1348 0 0,-90 14 0 0 0,89-9-1330 0 0,38-4-240 0 0,-17 1 77 0 0,0 1-1 0 0,1 1 1 0 0,0 2 0 0 0,0 2-1 0 0,-61 24 1 0 0,28-3-18 0 0,-2 2 42 0 0,-88 54-1 0 0,136-72-101 0 0,0 1 0 0 0,1 1 0 0 0,1 1-1 0 0,0 0 1 0 0,2 1 0 0 0,0 1 0 0 0,1 1 0 0 0,-20 35 0 0 0,-2 16 12 0 0,-34 93 0 0 0,58-134-15 0 0,-11 25-14 0 0,2 1 0 0 0,3 0 0 0 0,-20 111 0 0 0,23 14 126 0 0,15-150-90 0 0,1 0 0 0 0,1 0 0 0 0,13 57 0 0 0,19 85 61 0 0,-22-100-22 0 0,4-1-1 0 0,24 71 0 0 0,-13-83-144 0 0,1-2 1 0 0,3-1-1 0 0,61 83 0 0 0,-47-72 51 0 0,-23-38-3 0 0,1-1 1 0 0,2 0-1 0 0,0-2 0 0 0,36 29 0 0 0,125 84-158 0 0,-156-121 178 0 0,1-2 0 0 0,1-1 0 0 0,0-2 1 0 0,2-1-1 0 0,-1-1 0 0 0,1-2 1 0 0,1-1-1 0 0,0-2 0 0 0,50 4 0 0 0,-26-8-12 0 0,0-1 0 0 0,1-4 0 0 0,-1-2-1 0 0,109-22 1 0 0,-120 16 28 0 0,-1-3 0 0 0,53-21 0 0 0,-75 23 0 0 0,0 0 0 0 0,-1-2 0 0 0,0-1 0 0 0,-2-1 0 0 0,32-25 0 0 0,-5-2 207 0 0,-2-1 0 0 0,-2-3 0 0 0,-1-1 0 0 0,56-82 0 0 0,-66 78-179 0 0,-17 27-4 0 0,0 0 0 0 0,-2-2 1 0 0,-1 0-1 0 0,21-55 0 0 0,-15 13 17 0 0,-3 0 0 0 0,-3-1 0 0 0,-3-1 0 0 0,-3 0 0 0 0,-2-120 0 0 0,-21-118 182 0 0,8 242-97 0 0,-3 0 1 0 0,-30-104-1 0 0,23 117-110 0 0,-3 1 0 0 0,-2 1 0 0 0,-2 1-1 0 0,-2 2 1 0 0,-3 0 0 0 0,-1 2 0 0 0,-3 1-1 0 0,-1 1 1 0 0,-2 2 0 0 0,-2 2 0 0 0,-2 1-1 0 0,-1 3 1 0 0,-2 1 0 0 0,-2 1 0 0 0,-66-36-1 0 0,75 50-380 0 0,-1 2-1 0 0,0 2 1 0 0,-2 1-1 0 0,0 2 0 0 0,0 2 1 0 0,-43-6-1 0 0,54 13-391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3:42.8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724 3436 2016 0 0,'-2'-1'556'0'0,"0"1"0"0"0,-1-1-1 0 0,1-1 1 0 0,0 1 0 0 0,0 0-1 0 0,0 0 1 0 0,0-1 0 0 0,-3-2-1 0 0,-26-23 2260 0 0,2-1-1 0 0,-44-55 0 0 0,-42-73 600 0 0,96 128-3284 0 0,-22-34 972 0 0,-59-122 1 0 0,-15-78-80 0 0,83 187-1018 0 0,4 8 66 0 0,2-1-1 0 0,4-1 1 0 0,2-1 0 0 0,3-1 0 0 0,4 0 0 0 0,-6-100 0 0 0,17 95-74 0 0,4 0 1 0 0,3 1 0 0 0,4-1-1 0 0,23-97 1 0 0,-17 114 0 0 0,3 2 0 0 0,2 0 0 0 0,3 2 0 0 0,2 0 0 0 0,63-101 0 0 0,109-119 122 0 0,-162 233-96 0 0,2 1 0 0 0,1 2 0 0 0,3 1 0 0 0,50-35 0 0 0,-28 27-24 0 0,168-114 0 0 0,-175 125 0 0 0,1 3 0 0 0,79-31 0 0 0,-42 29 0 0 0,0 3 0 0 0,3 5 0 0 0,0 4 0 0 0,126-12 0 0 0,-87 20 0 0 0,211 4 0 0 0,179 52 0 0 0,-477-32-2 0 0,0 2 1 0 0,-1 2-1 0 0,-1 2 1 0 0,51 25-1 0 0,43 15 159 0 0,29 17-50 0 0,-135-65-61 0 0,-24-9-3509 0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3:43.4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326 11 3681 0 0,'-9'-2'499'0'0,"1"-1"0"0"0,0 2 0 0 0,-1-1 1 0 0,0 1-1 0 0,1 0 0 0 0,-1 1 0 0 0,1 0 1 0 0,-10 1-1 0 0,-5 1 2433 0 0,-30 24 7041 0 0,89 16-9578 0 0,-25-30 148 0 0,169 186-401 0 0,-172-190-206 0 0,-1 1-1 0 0,0 0 0 0 0,-1 0 0 0 0,0 0 0 0 0,0 1 0 0 0,-1 0 0 0 0,6 16 0 0 0,-10-23 90 0 0,0 1-1 0 0,0-1 0 0 0,-1 1 0 0 0,1 0 0 0 0,-1-1 0 0 0,1 1 0 0 0,-1 0 0 0 0,0 0 0 0 0,-1-1 1 0 0,1 1-1 0 0,-1 0 0 0 0,0-1 0 0 0,1 1 0 0 0,-2 0 0 0 0,1-1 0 0 0,0 1 0 0 0,-1-1 1 0 0,1 0-1 0 0,-1 1 0 0 0,0-1 0 0 0,0 0 0 0 0,-1 0 0 0 0,1 0 0 0 0,0 0 0 0 0,-5 3 0 0 0,-17 13 258 0 0,-1-1-1 0 0,-1-1 0 0 0,0-1 1 0 0,-43 18-1 0 0,-34 21 314 0 0,22 1-1239 0 0,72-49 539 0 0,0 0 1 0 0,1 1-1 0 0,0 0 1 0 0,1 1-1 0 0,-1 0 0 0 0,-8 15 1 0 0,13-18-1255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3:44.0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37 32 5065 0 0,'-18'-25'4685'0'0,"18"25"-4547"0"0,0-1 1 0 0,0 1-1 0 0,0-1 1 0 0,-2-1 969 0 0,1 2-970 0 0,1-1 1 0 0,0 1-1 0 0,-1 0 1 0 0,1 0-1 0 0,0 0 1 0 0,-1-1-1 0 0,1 1 1 0 0,-1 0-1 0 0,1 0 1 0 0,0 0-1 0 0,-1 0 1 0 0,1 0-1 0 0,-1 0 1 0 0,1 0-1 0 0,0 0 1 0 0,-1 0-1 0 0,1 0 0 0 0,-1 0 1 0 0,1 0-1 0 0,-1 0 1 0 0,1 0-1 0 0,0 0 1 0 0,-1 0-1 0 0,1 0 1 0 0,0 0-1 0 0,-1 1 1 0 0,1-1-1 0 0,-3 2 970 0 0,3-2-969 0 0,0 1-1 0 0,-1-1 1 0 0,1 0-1 0 0,0 1 1 0 0,0-1-1 0 0,0 0 1 0 0,0 1-1 0 0,-1-1 1 0 0,1 1-1 0 0,0-1 1 0 0,0 0-1 0 0,0 1 1 0 0,0-1-1 0 0,0 1 1 0 0,0-1-1 0 0,0 0 1 0 0,0 1-1 0 0,0-1 0 0 0,0 1 1 0 0,0 0-1 0 0,0 9 299 0 0,0 1-1 0 0,1 0 0 0 0,1 0 1 0 0,-1 0-1 0 0,2 0 0 0 0,-1-1 0 0 0,8 18 1 0 0,1 9-171 0 0,30 124 70 0 0,63 157-1 0 0,-78-251-345 0 0,8 13 56 0 0,-5 1 0 0 0,37 157 0 0 0,-64-222-139 0 0,0 1 0 0 0,-2 0 0 0 0,1 0 0 0 0,-5 29 0 0 0,-4 3-3336 0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3:45.0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932 156 8754 0 0,'-5'-13'747'0'0,"-1"1"0"0"0,-1 0 1 0 0,0 1-1 0 0,0-1 0 0 0,-1 1 0 0 0,-1 1 1 0 0,0-1-1 0 0,-16-13 0 0 0,19 19-471 0 0,0 1 1 0 0,0 0-1 0 0,0 0 0 0 0,0 0 0 0 0,-1 1 1 0 0,1 0-1 0 0,-1 0 0 0 0,0 1 0 0 0,0 0 0 0 0,0 0 1 0 0,0 1-1 0 0,-1 0 0 0 0,1 0 0 0 0,0 0 0 0 0,0 1 1 0 0,-1 0-1 0 0,-11 2 0 0 0,-3 3-24 0 0,0 0 0 0 0,0 1 0 0 0,0 1 0 0 0,1 1 0 0 0,0 1 0 0 0,1 1 0 0 0,-21 14 0 0 0,-128 97 459 0 0,157-111-679 0 0,-10 9 48 0 0,0 1 0 0 0,1 1 0 0 0,1 0 0 0 0,1 2 0 0 0,1 0 0 0 0,-26 47 0 0 0,12-10 138 0 0,-43 117-1 0 0,58-124-176 0 0,2 1-1 0 0,3 1 0 0 0,2 0 1 0 0,3 0-1 0 0,2 1 0 0 0,2 0 1 0 0,8 100-1 0 0,26 202 355 0 0,-21-278-378 0 0,39 150 0 0 0,-45-214-17 0 0,10 29 9 0 0,2 0 1 0 0,2-1-1 0 0,2-1 0 0 0,2 0 0 0 0,1-2 0 0 0,46 60 0 0 0,-22-45-47 0 0,2-2-1 0 0,3-3 1 0 0,63 50-1 0 0,-106-94 35 0 0,25 22-59 0 0,1-1 0 0 0,2-1 0 0 0,1-2 0 0 0,59 29 0 0 0,-81-47 28 0 0,0 0 0 0 0,0-2 0 0 0,1 1 0 0 0,-1-2 0 0 0,1 0 0 0 0,1-1 0 0 0,-1-1 1 0 0,0-1-1 0 0,0 0 0 0 0,1-1 0 0 0,-1-1 0 0 0,0 0 0 0 0,1-2 0 0 0,28-7 0 0 0,5-7 22 0 0,-1-3 0 0 0,-1-1 0 0 0,-1-3 0 0 0,-1-2 0 0 0,-1-2 0 0 0,82-65 0 0 0,-103 70 21 0 0,-1-1 0 0 0,-1-1 0 0 0,-2-1-1 0 0,0-1 1 0 0,-2-1 0 0 0,-1 0 0 0 0,-1-1 0 0 0,17-41-1 0 0,6-29 94 0 0,35-130 0 0 0,-60 174 1 0 0,-2 0-1 0 0,-2 0 0 0 0,-3-1 1 0 0,1-60-1 0 0,-9 75-44 0 0,-1-1 0 0 0,-2 0-1 0 0,-2 1 1 0 0,-2 0 0 0 0,-2 0 0 0 0,-16-47-1 0 0,3 27 140 0 0,-3 2-1 0 0,-2 0 0 0 0,-2 2 1 0 0,-3 1-1 0 0,-50-66 1 0 0,56 89-130 0 0,-1 2 0 0 0,-1 0 0 0 0,-1 2 0 0 0,-2 1 0 0 0,-1 1 0 0 0,-1 2 1 0 0,-2 1-1 0 0,0 2 0 0 0,-47-22 0 0 0,-129-41-669 0 0,183 76-111 0 0,-1 2 1 0 0,1 1 0 0 0,-1 1-1 0 0,0 1 1 0 0,-51 0-1 0 0,46 6-7294 0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3:45.6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59 242 5065 0 0,'-5'1'1044'0'0,"0"-1"-1"0"0,-1-1 0 0 0,1 1 1 0 0,0-1-1 0 0,0 0 1 0 0,-1 0-1 0 0,1 0 0 0 0,0-1 1 0 0,-7-2-1 0 0,20 1 2039 0 0,29-7-1817 0 0,444-91 2350 0 0,-311 63-3037 0 0,-145 30-375 0 0,-1 0-1 0 0,0-2 0 0 0,-1-1 0 0 0,39-24 1 0 0,-62 36-221 0 0,0-1 0 0 0,0 0 0 0 0,-1 0 0 0 0,1 0 0 0 0,0 0 1 0 0,0 0-1 0 0,-1 0 0 0 0,1 0 0 0 0,0 0 0 0 0,0 0 0 0 0,-1 0 0 0 0,1 0 1 0 0,0 0-1 0 0,0 0 0 0 0,0 0 0 0 0,-1 0 0 0 0,1 0 0 0 0,0 0 1 0 0,0 0-1 0 0,-1-1 0 0 0,1 1 0 0 0,0 0 0 0 0,0 0 0 0 0,0 0 0 0 0,-1 0 1 0 0,1 0-1 0 0,0 0 0 0 0,0-1 0 0 0,0 1 0 0 0,0 0 0 0 0,0 0 1 0 0,-1 0-1 0 0,1-1 0 0 0,0 1 0 0 0,0 0 0 0 0,0 0 0 0 0,0 0 0 0 0,0-1 1 0 0,0 1-1 0 0,0 0 0 0 0,0 0 0 0 0,0 0 0 0 0,-1-1 0 0 0,1 1 0 0 0,0 0 1 0 0,0 0-1 0 0,0-1 0 0 0,0 1 0 0 0,0 0 0 0 0,1 0 0 0 0,-1-1 1 0 0,0 1-1 0 0,0 0 0 0 0,0 0 0 0 0,0 0 0 0 0,0-1 0 0 0,0 1 0 0 0,0 0 1 0 0,1-1-1 0 0,-3 5-453 0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3:49.7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0 112 9218 0 0,'19'-8'3554'0'0,"29"-7"333"0"0,58-12 0 0 0,-82 23-3355 0 0,0 1-1 0 0,1 1 1 0 0,-1 1-1 0 0,39 3 1 0 0,-54-1-673 0 0,-1 0 1 0 0,1 0 0 0 0,0-1 0 0 0,0 0 0 0 0,0 0 0 0 0,0-1-1 0 0,0-1 1 0 0,0 1 0 0 0,-1-1 0 0 0,1-1 0 0 0,-1 0-1 0 0,1 0 1 0 0,-1 0 0 0 0,0-1 0 0 0,0 0 0 0 0,-1-1 0 0 0,9-6-1 0 0,3-4-7304 0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3:50.5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484 102 14283 0 0,'-11'-2'305'0'0,"-1"-1"-1"0"0,1 1 1 0 0,-1 1-1 0 0,0 0 1 0 0,0 0-1 0 0,1 1 1 0 0,-1 1-1 0 0,0 0 1 0 0,0 1-1 0 0,1 0 1 0 0,-1 0-1 0 0,1 1 1 0 0,0 1-1 0 0,-1 0 1 0 0,-13 8-1 0 0,7-3-63 0 0,1 0 0 0 0,1 1 0 0 0,0 1 0 0 0,0 1 0 0 0,1 0 1 0 0,0 1-1 0 0,1 1 0 0 0,-20 25 0 0 0,19-17-144 0 0,0 2 0 0 0,1 0 0 0 0,2 1 0 0 0,0 0 0 0 0,2 1 0 0 0,1 0 0 0 0,1 1 0 0 0,1 0 0 0 0,-6 51 0 0 0,8-27-91 0 0,2 1 0 0 0,3-1 0 0 0,1 0 0 0 0,13 73 0 0 0,-7-80-19 0 0,2 1 0 0 0,2-2 0 0 0,2 0 1 0 0,1 0-1 0 0,3-2 0 0 0,1 0 0 0 0,2 0 0 0 0,2-2 1 0 0,46 62-1 0 0,-50-80-3 0 0,0-1 1 0 0,1-1 0 0 0,1-1 0 0 0,1-1-1 0 0,0 0 1 0 0,2-2 0 0 0,0 0-1 0 0,0-2 1 0 0,1-1 0 0 0,1 0 0 0 0,0-2-1 0 0,0-1 1 0 0,29 6 0 0 0,12 0-50 0 0,1-4 1 0 0,1-2-1 0 0,-1-3 1 0 0,69-4 0 0 0,-109-2-96 0 0,-1-1 0 0 0,0-1 1 0 0,0-2-1 0 0,-1-1 0 0 0,39-11 1 0 0,-45 9 161 0 0,0-1-1 0 0,-1 0 1 0 0,0-2 0 0 0,0 0-1 0 0,-1-1 1 0 0,-1 0 0 0 0,27-25-1 0 0,-1-5 385 0 0,-1-2 0 0 0,-2-1 0 0 0,62-93 0 0 0,-81 104-303 0 0,-1 0 0 0 0,-1-1 0 0 0,-2-1 0 0 0,-2-1 0 0 0,-1 0 1 0 0,-2 0-1 0 0,8-42 0 0 0,-17 57 46 0 0,0-1 0 0 0,-2 0 0 0 0,0 0 0 0 0,-2 0 1 0 0,0 1-1 0 0,-1-1 0 0 0,-1 1 0 0 0,-1-1 0 0 0,-1 1 0 0 0,-16-36 0 0 0,7 25 77 0 0,-1 0 0 0 0,-1 1 0 0 0,-2 1 0 0 0,-1 1 0 0 0,-46-51 0 0 0,2 18 441 0 0,-3 2 0 0 0,-141-94 0 0 0,175 132-505 0 0,0 2-1 0 0,-49-22 1 0 0,64 35-610 0 0,0 0-1 0 0,0 0 1 0 0,-1 2 0 0 0,0 0 0 0 0,-1 2 0 0 0,-31-3-1 0 0,27 7-8445 0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3:53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139 9749 3225 0 0,'-14'-22'1764'0'0,"10"17"-831"0"0,1-1-1 0 0,-1 1 1 0 0,-1 0-1 0 0,1 1 1 0 0,-1-1-1 0 0,1 1 1 0 0,-1 0 0 0 0,-1 0-1 0 0,1 1 1 0 0,-6-4-1 0 0,9 7-782 0 0,1 0 1 0 0,0 0-1 0 0,-1 0 0 0 0,1 0 0 0 0,-1 0 1 0 0,1 0-1 0 0,-1 0 0 0 0,1 0 0 0 0,0 1 1 0 0,-1-1-1 0 0,1 1 0 0 0,0-1 0 0 0,-1 1 0 0 0,1-1 1 0 0,0 1-1 0 0,0 0 0 0 0,-1 0 0 0 0,1 0 1 0 0,0-1-1 0 0,0 1 0 0 0,0 0 0 0 0,0 0 0 0 0,0 1 1 0 0,0-1-1 0 0,0 0 0 0 0,1 0 0 0 0,-1 0 1 0 0,0 0-1 0 0,1 1 0 0 0,-1-1 0 0 0,1 0 0 0 0,-1 1 1 0 0,0 2-1 0 0,-12 48 865 0 0,13-51-998 0 0,-9 64 123 0 0,3 0 0 0 0,4 0 0 0 0,5 76 0 0 0,40 195 294 0 0,71 129-450 0 0,36-11 0 0 0,-88-298 84 0 0,115 208 0 0 0,-102-216-38 0 0,36 66 155 0 0,-78-158-131 0 0,67 89 0 0 0,-20-55 91 0 0,3-3 1 0 0,105 84 0 0 0,-147-138-164 0 0,2-1-1 0 0,68 38 1 0 0,102 40 0 0 0,-167-87 56 0 0,30 12-31 0 0,151 47 0 0 0,88-5-10 0 0,161-9 71 0 0,1-35 0 0 0,-48-19 120 0 0,769-74 0 0 0,-81-94-105 0 0,-954 130-42 0 0,74-9 23 0 0,105-16-20 0 0,823-123-140 0 0,-4-31 390 0 0,-573 89-188 0 0,-163 26-106 0 0,38-7 0 0 0,686-122-125 0 0,-329 59 50 0 0,-635 124 78 0 0,638-122 40 0 0,-5-26 58 0 0,-736 161-90 0 0,324-90 31 0 0,1049-392-42 0 0,-937 273 151 0 0,-16-30 38 0 0,95-111-193 0 0,-90-19 15 0 0,-360 258 153 0 0,219-254 0 0 0,-294 294-153 0 0,-3-4 0 0 0,-5-2 0 0 0,88-180-1 0 0,-87 133-1 0 0,-7-3 0 0 0,48-186-1 0 0,-77 225-23 0 0,185-762 182 0 0,-183 686-166 0 0,-9-2 0 0 0,-1-306 0 0 0,-65-375 357 0 0,23 559-97 0 0,-3 13-323 0 0,-12 1 0 0 0,-13 1 1 0 0,-142-467-1 0 0,-36-162 568 0 0,92 362-312 0 0,95 441-129 0 0,-5 2 0 0 0,-93-173 0 0 0,-109-205 44 0 0,209 406-151 0 0,-4 0 0 0 0,-4 3 0 0 0,-3 2-1 0 0,-4 2 1 0 0,-75-89 0 0 0,26 42-9 0 0,31 38 78 0 0,71 91-66 0 0,-1 0 1 0 0,1 0-1 0 0,0 1 1 0 0,-1-1-1 0 0,1 0 0 0 0,-1 0 1 0 0,1 1-1 0 0,-1-1 1 0 0,0 0-1 0 0,1 1 0 0 0,-1-1 1 0 0,0 1-1 0 0,0-1 1 0 0,1 1-1 0 0,-1-1 0 0 0,0 1 1 0 0,0-1-1 0 0,0 1 1 0 0,1 0-1 0 0,-1-1 1 0 0,0 1-1 0 0,0 0 0 0 0,0 0 1 0 0,0 0-1 0 0,0 0 1 0 0,0 0-1 0 0,1-1 0 0 0,-1 2 1 0 0,0-1-1 0 0,-2 0 1 0 0,3 1-117 0 0,-1 0 0 0 0,1 0 0 0 0,-1 0 1 0 0,0 0-1 0 0,1 0 0 0 0,0 0 0 0 0,-1 0 1 0 0,1 0-1 0 0,0 0 0 0 0,0 1 0 0 0,-1-1 1 0 0,1 0-1 0 0,0 0 0 0 0,0 0 0 0 0,0 0 1 0 0,0 0-1 0 0,1 1 0 0 0,-1-1 0 0 0,0 0 1 0 0,0 0-1 0 0,1 0 0 0 0,-1 0 0 0 0,1 1 1 0 0,2 7-2171 0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3:53.9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213 233 920 0 0,'2'-1'361'0'0,"-1"0"-1"0"0,0-1 0 0 0,0 1 1 0 0,1 0-1 0 0,-1-1 1 0 0,0 1-1 0 0,0-1 1 0 0,0 1-1 0 0,-1-1 0 0 0,1 0 1 0 0,-4-8 3897 0 0,-14 14-1665 0 0,-2 2-530 0 0,-12 6 182 0 0,-36 17 0 0 0,59-25-2009 0 0,0 0 0 0 0,0 1 1 0 0,1 0-1 0 0,-1 1 0 0 0,1 0 0 0 0,0 0 0 0 0,1 0 1 0 0,-1 1-1 0 0,-6 10 0 0 0,6-3 354 0 0,7-14-578 0 0,0 1 0 0 0,-1-1 1 0 0,1 1-1 0 0,0-1 0 0 0,0 1 0 0 0,0-1 0 0 0,0 1 1 0 0,0-1-1 0 0,-1 1 0 0 0,1-1 0 0 0,0 1 1 0 0,0-1-1 0 0,0 1 0 0 0,0-1 0 0 0,1 1 0 0 0,-1-1 1 0 0,0 1-1 0 0,0-1 0 0 0,0 1 0 0 0,0-1 0 0 0,0 1 1 0 0,1-1-1 0 0,-1 0 0 0 0,0 1 0 0 0,0-1 0 0 0,1 1 1 0 0,-1-1-1 0 0,0 0 0 0 0,1 1 0 0 0,2-3 46 0 0,0-1-1 0 0,-1 1 0 0 0,1-1 0 0 0,-1 0 0 0 0,0 0 1 0 0,0 0-1 0 0,0 0 0 0 0,0 0 0 0 0,0 0 1 0 0,1-4-1 0 0,-1 3-19 0 0,0 1 0 0 0,0 0 0 0 0,1 0 1 0 0,-1 0-1 0 0,1 0 0 0 0,-1 0 0 0 0,1 0 0 0 0,0 1 1 0 0,0-1-1 0 0,1 1 0 0 0,-1 0 0 0 0,0 0 1 0 0,1 0-1 0 0,-1 0 0 0 0,1 0 0 0 0,0 1 0 0 0,-1 0 1 0 0,1 0-1 0 0,0 0 0 0 0,0 0 0 0 0,0 1 0 0 0,0-1 1 0 0,0 1-1 0 0,0 0 0 0 0,0 0 0 0 0,4 1 1 0 0,13 1-50 0 0,0 2 0 0 0,-1 0 1 0 0,37 13-1 0 0,-25-8 107 0 0,116 22 509 0 0,-69-17-303 0 0,-74-10-297 0 0,-54-42-1234 0 0,37 29 1203 0 0,0 0-1 0 0,1-1 1 0 0,0 0 0 0 0,0-1-1 0 0,1 0 1 0 0,1 0-1 0 0,0-1 1 0 0,0 0-1 0 0,-11-24 1 0 0,-1-23 144 0 0,17 45-49 0 0,0 0 1 0 0,-1 0-1 0 0,-1 0 0 0 0,0 1 0 0 0,-1 0 0 0 0,-12-18 1 0 0,18 30-65 0 0,0 0-1 0 0,0 0 1 0 0,0 0 0 0 0,0 0 0 0 0,0 0 0 0 0,0 0 0 0 0,0 0 0 0 0,-1 1-1 0 0,1-1 1 0 0,0 0 0 0 0,0 1 0 0 0,-1-1 0 0 0,1 1 0 0 0,0-1 0 0 0,-1 1-1 0 0,1-1 1 0 0,-1 1 0 0 0,1 0 0 0 0,0 0 0 0 0,-1 0 0 0 0,1 0 0 0 0,-1 0 0 0 0,1 0-1 0 0,-1 0 1 0 0,1 0 0 0 0,0 1 0 0 0,-1-1 0 0 0,1 0 0 0 0,0 1 0 0 0,-1-1-1 0 0,1 1 1 0 0,0 0 0 0 0,-2 0 0 0 0,15-1 48 0 0,-3 1-4 0 0,-1 0-1 0 0,1 0 1 0 0,0 1-1 0 0,-1 1 0 0 0,1-1 1 0 0,-1 1-1 0 0,1 1 1 0 0,12 6-1 0 0,-8-2-630 0 0,0 0 0 0 0,0 1 0 0 0,0 0 0 0 0,15 16 1 0 0,-31-26-420 0 0,1 1 0 0 0,-1-1 1 0 0,0 0-1 0 0,0 1 1 0 0,0 0-1 0 0,0-1 1 0 0,0 1-1 0 0,-5 1 0 0 0,-5-2-1021 0 0,3 0 308 0 0,0-2-1528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3:54.4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99 0 3225 0 0,'-23'23'16104'0'0,"10"12"-11165"0"0,8-12-6398 0 0,-2 36 1 0 0,3-30 3052 0 0,-1 12-1575 0 0,-12 83 13 0 0,-2 143 1 0 0,18-260-120 0 0,-1-17-110 0 0,0-19-153 0 0,26-159-117 0 0,-11 104 536 0 0,4-124 0 0 0,-19 166 833 0 0,3 44-887 0 0,-1-1 1 0 0,1 0-1 0 0,-1 0 1 0 0,1 0 0 0 0,-1 0-1 0 0,1 0 1 0 0,0-1 0 0 0,0 1-1 0 0,-1 0 1 0 0,1 0-1 0 0,0 0 1 0 0,0-1 0 0 0,0 1-1 0 0,0 0 1 0 0,0-1 0 0 0,0 1-1 0 0,2 0 1 0 0,25 13 331 0 0,-18-9-290 0 0,71 35 173 0 0,97 33 1 0 0,-143-62-563 0 0,1 0 0 0 0,0-3 0 0 0,1-1 0 0 0,-1-1 0 0 0,60 0 0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3:55.5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1145 84 10594 0 0,'-10'-7'467'0'0,"0"0"1"0"0,-1 0-1 0 0,0 1 0 0 0,0 1 0 0 0,0 0 0 0 0,0 0 0 0 0,-17-4 0 0 0,18 6 75 0 0,-10-4 120 0 0,0 1 0 0 0,-1 1 0 0 0,0 1 1 0 0,0 1-1 0 0,0 0 0 0 0,0 2 1 0 0,0 0-1 0 0,-28 4 0 0 0,26 0-437 0 0,1 1 0 0 0,-1 2 0 0 0,1 0 0 0 0,1 1 0 0 0,-1 1 0 0 0,1 1 0 0 0,-31 19 0 0 0,13-5-139 0 0,2 2 0 0 0,1 2-1 0 0,1 1 1 0 0,1 2 0 0 0,1 1 0 0 0,2 2 0 0 0,1 1 0 0 0,2 1 0 0 0,2 1-1 0 0,1 2 1 0 0,1 0 0 0 0,-23 55 0 0 0,10-7-59 0 0,5 1-1 0 0,3 1 1 0 0,4 1 0 0 0,4 2-1 0 0,-18 174 1 0 0,37-207-31 0 0,1 1 0 0 0,4-1 0 0 0,1 0 0 0 0,4 1 0 0 0,2-2 0 0 0,27 90 0 0 0,-2-40-5 0 0,5-2-1 0 0,78 146 1 0 0,-85-193-17 0 0,2-1 1 0 0,2-1-1 0 0,3-2 0 0 0,2-3 1 0 0,3 0-1 0 0,62 53 0 0 0,-48-54-4 0 0,2-2 0 0 0,2-4 0 0 0,2-2 0 0 0,1-3 0 0 0,82 35 0 0 0,90 20-111 0 0,-198-82 111 0 0,0-1-1 0 0,1-3 1 0 0,0-1-1 0 0,47 2 1 0 0,-44-8 59 0 0,0-2 1 0 0,0-2-1 0 0,0-2 1 0 0,-1-2-1 0 0,1-1 1 0 0,-2-3 0 0 0,1-1-1 0 0,-2-3 1 0 0,0-1-1 0 0,0-2 1 0 0,71-43-1 0 0,-91 45 72 0 0,0 0 0 0 0,-1-1-1 0 0,0-1 1 0 0,20-25 0 0 0,60-88-2 0 0,-85 106-47 0 0,-1-1 0 0 0,-1-1-1 0 0,0 0 1 0 0,-3 0 0 0 0,0-1 0 0 0,-2-1-1 0 0,-1 1 1 0 0,6-48 0 0 0,-4-20 167 0 0,-5-124 1 0 0,-5 148-53 0 0,0-42 205 0 0,-20-137-1 0 0,10 180-210 0 0,-3 1 0 0 0,-4 1 0 0 0,-28-76 0 0 0,15 64 119 0 0,-75-215 421 0 0,19 42-476 0 0,72 220-193 0 0,-1 1 0 0 0,-2 0 0 0 0,-2 2 0 0 0,0 0 0 0 0,-32-35 0 0 0,15 24 13 0 0,-2 3 0 0 0,-2 1 0 0 0,-63-46 0 0 0,72 63-19 0 0,-1 0 0 0 0,0 3 0 0 0,-2 0 0 0 0,0 3 0 0 0,-67-21 0 0 0,58 23-118 0 0,-2 2-1 0 0,-70-8 1 0 0,100 18-192 0 0,1 0 1 0 0,0 1 0 0 0,-1 1-1 0 0,1 1 1 0 0,0 0-1 0 0,-1 0 1 0 0,1 2 0 0 0,1 0-1 0 0,-1 0 1 0 0,0 2-1 0 0,-22 11 1 0 0,-1 6-8618 0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10.2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9674 0 0,'0'0'748'0'0,"2"47"6494"0"0,18 132-2649 0 0,-1-24-4001 0 0,-18-126-2320 0 0,0 0-1 0 0,-2-1 1 0 0,-6 43-1 0 0,2-44-5124 0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10.7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535 75 9674 0 0,'-6'-7'405'0'0,"0"1"0"0"0,0 0 0 0 0,-1 0 0 0 0,1 0 1 0 0,-2 1-1 0 0,1 0 0 0 0,0 0 0 0 0,-1 1 0 0 0,0 0 0 0 0,0 0 0 0 0,0 1 0 0 0,-1 0 0 0 0,1 0 0 0 0,-1 1 1 0 0,-16-2-1 0 0,17 3-229 0 0,-1 1 0 0 0,1 0 0 0 0,-1 1 0 0 0,1 0 1 0 0,0 0-1 0 0,-1 1 0 0 0,1 0 0 0 0,0 1 0 0 0,0-1 0 0 0,0 2 1 0 0,0-1-1 0 0,1 1 0 0 0,-1 0 0 0 0,1 1 0 0 0,0-1 1 0 0,-11 11-1 0 0,2 1-64 0 0,1 0 0 0 0,0 1 0 0 0,1 1 0 0 0,1 0-1 0 0,1 1 1 0 0,0 0 0 0 0,-9 23 0 0 0,-54 150 18 0 0,69-175-122 0 0,-6 22 21 0 0,0 0-1 0 0,3 1 1 0 0,1 0 0 0 0,2 0-1 0 0,2 1 1 0 0,2 0-1 0 0,1-1 1 0 0,2 1 0 0 0,8 48-1 0 0,-4-61-12 0 0,1 0 0 0 0,1 0 0 0 0,2 0 0 0 0,0-1 1 0 0,2 0-1 0 0,1-1 0 0 0,1 0 0 0 0,2-1 0 0 0,0-1 0 0 0,1 0 0 0 0,2-1 0 0 0,0-1 0 0 0,38 36 0 0 0,-34-40-7 0 0,1 0 0 0 0,0-2-1 0 0,1 0 1 0 0,1-2 0 0 0,0-1-1 0 0,1 0 1 0 0,0-2 0 0 0,1-1 0 0 0,1-2-1 0 0,-1 0 1 0 0,1-2 0 0 0,0-1-1 0 0,1-1 1 0 0,44 0 0 0 0,-43-4-1 0 0,0-2 0 0 0,-1-1 0 0 0,1-1 1 0 0,-1-1-1 0 0,0-2 0 0 0,0-1 0 0 0,0-1 0 0 0,-1-2 1 0 0,-1-1-1 0 0,0-1 0 0 0,-1-1 0 0 0,0-1 0 0 0,43-34 0 0 0,-53 37 78 0 0,-1-2 0 0 0,0 0 0 0 0,-1-1 0 0 0,0-1-1 0 0,-2 0 1 0 0,1 0 0 0 0,-2-1 0 0 0,0-1-1 0 0,-2 0 1 0 0,0 0 0 0 0,0-1 0 0 0,-2 0 0 0 0,0-1-1 0 0,-2 1 1 0 0,0-1 0 0 0,-1-1 0 0 0,-1 1-1 0 0,1-25 1 0 0,-2 2-13 0 0,-3-1-1 0 0,-1 0 0 0 0,-2 1 1 0 0,-2-1-1 0 0,-17-61 0 0 0,13 73-13 0 0,0 0 0 0 0,-2 1 1 0 0,-1 1-1 0 0,-2 0 0 0 0,-1 1 0 0 0,-1 1 0 0 0,-39-49 0 0 0,-90-77 189 0 0,116 126-374 0 0,-1 2 0 0 0,-2 2 0 0 0,-41-25 0 0 0,71 47-17 0 0,0 0 0 0 0,0 0 1 0 0,-1 0-1 0 0,1 0 0 0 0,0 1 0 0 0,-1-1 1 0 0,0 1-1 0 0,1 0 0 0 0,-1 0 0 0 0,0 0 0 0 0,1 1 1 0 0,-1-1-1 0 0,0 1 0 0 0,0 0 0 0 0,1 0 1 0 0,-1 0-1 0 0,-4 1 0 0 0,-2 5-712 0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11.1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56 8290 0 0,'13'-1'953'0'0,"0"-1"1"0"0,0 0 0 0 0,0-1-1 0 0,23-9 1 0 0,8-1 1321 0 0,-19 9-1232 0 0,1 1 0 0 0,0 1 1 0 0,0 1-1 0 0,38 4 0 0 0,-38-2-1658 0 0,-1 0-1 0 0,1-1 1 0 0,0-2-1 0 0,38-6 1 0 0,-36 1-3007 0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11.4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0 4145 0 0,'-11'30'12145'0'0,"13"-28"-11741"0"0,2 7-424 0 0,6 18 716 0 0,-2 0-1 0 0,0 1 1 0 0,-2 0 0 0 0,-1 1-1 0 0,-2-1 1 0 0,1 46 0 0 0,8 57 925 0 0,-6-97-2711 0 0,15 50-1 0 0,-13-61-6458 0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12.8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38 258 4609 0 0,'-4'-3'280'0'0,"1"-1"0"0"0,0 1 1 0 0,0-1-1 0 0,0 0 0 0 0,0 1 0 0 0,1-2 1 0 0,-1 1-1 0 0,1 0 0 0 0,0 0 0 0 0,0-1 1 0 0,1 1-1 0 0,-1-1 0 0 0,1 1 0 0 0,0-1 1 0 0,0 0-1 0 0,1 1 0 0 0,-1-1 0 0 0,1 0 1 0 0,0 0-1 0 0,0 1 0 0 0,1-1 0 0 0,-1 0 1 0 0,1 0-1 0 0,0 1 0 0 0,0-1 0 0 0,1 1 0 0 0,-1-1 1 0 0,1 1-1 0 0,0-1 0 0 0,1 1 0 0 0,-1 0 1 0 0,1 0-1 0 0,-1 0 0 0 0,1 0 0 0 0,0 1 1 0 0,7-7-1 0 0,-2 4-58 0 0,0 0 0 0 0,0 0-1 0 0,1 0 1 0 0,-1 1 0 0 0,1 1 0 0 0,0 0 0 0 0,1 0 0 0 0,10-3 0 0 0,-14 6-136 0 0,0 0 0 0 0,0 1 1 0 0,0-1-1 0 0,-1 1 0 0 0,1 0 1 0 0,0 1-1 0 0,0 0 0 0 0,-1 0 1 0 0,1 0-1 0 0,0 0 0 0 0,-1 1 1 0 0,1 0-1 0 0,-1 0 0 0 0,0 0 1 0 0,9 6-1 0 0,5 4 12 0 0,-1 2 0 0 0,31 27-1 0 0,-37-30-53 0 0,0 0 0 0 0,1 0 0 0 0,0-1 0 0 0,1-1-1 0 0,0 0 1 0 0,29 13 0 0 0,-30-18-20 0 0,0-1 0 0 0,-1 0 1 0 0,2-1-1 0 0,-1 0 0 0 0,0-1 0 0 0,0 0 0 0 0,0-1 1 0 0,1-1-1 0 0,25-4 0 0 0,-32 4-9 0 0,0-1 0 0 0,0 1-1 0 0,0-1 1 0 0,-1 0 0 0 0,1-1 0 0 0,-1 0-1 0 0,1 0 1 0 0,-1 0 0 0 0,0-1 0 0 0,0 0 0 0 0,0 0-1 0 0,-1 0 1 0 0,1-1 0 0 0,-1 0 0 0 0,0 0-1 0 0,-1 0 1 0 0,1 0 0 0 0,-1-1 0 0 0,0 0-1 0 0,4-8 1 0 0,-5 7 155 0 0,-2 0 0 0 0,1-1-1 0 0,-1 1 1 0 0,1-14 0 0 0,5-30 7 0 0,-6 49-178 0 0,-1 0 1 0 0,1 0 0 0 0,-1 0-1 0 0,1 0 1 0 0,0 0 0 0 0,0 0-1 0 0,0 1 1 0 0,0-1 0 0 0,1 0-1 0 0,-1 1 1 0 0,0-1 0 0 0,1 1-1 0 0,-1-1 1 0 0,1 1 0 0 0,-1-1-1 0 0,1 1 1 0 0,0 0 0 0 0,-1 0-1 0 0,4-2 1 0 0,-1 3 81 0 0,-1-1-1 0 0,0 1 1 0 0,0 0 0 0 0,0 0-1 0 0,0 0 1 0 0,0 0 0 0 0,1 0 0 0 0,-1 1-1 0 0,0 0 1 0 0,0-1 0 0 0,0 1-1 0 0,0 0 1 0 0,5 3 0 0 0,9 2-1299 0 0,0-4-3867 0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13.4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 1 5529 0 0,'-10'2'263'0'0,"-24"15"6745"0"0,40-7-3027 0 0,15 8-2166 0 0,-17-14-1203 0 0,115 95 1497 0 0,-105-87-2079 0 0,1 1 1 0 0,0-2-1 0 0,0 0 1 0 0,1-1 0 0 0,0-1-1 0 0,1 0 1 0 0,0-1-1 0 0,1-1 1 0 0,-1 0 0 0 0,1-2-1 0 0,1 0 1 0 0,-1-1-1 0 0,1 0 1 0 0,-1-2 0 0 0,1 0-1 0 0,0-2 1 0 0,22-1-1 0 0,-26-1 843 0 0,-39 15-432 0 0,0 9-653 0 0,2 0 0 0 0,1 1 0 0 0,0 1 0 0 0,2 1 0 0 0,1 1 0 0 0,1 0 0 0 0,-20 43 0 0 0,29-49-7502 0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14.4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34 7834 0 0,'0'-34'9809'0'0,"4"56"-6637"0"0,5 20-2792 0 0,1 0 1 0 0,28 72-1 0 0,45 77-293 0 0,-69-160-29 0 0,6 13-56 0 0,-7-13-35 0 0,19 32 0 0 0,-21-130 33 0 0,-2 30 85 0 0,20-51 0 0 0,-22 74 7 0 0,-1-1 1 0 0,2 1-1 0 0,0 0 0 0 0,0 1 0 0 0,1-1 1 0 0,13-12-1 0 0,-21 24-74 0 0,0 1 1 0 0,0 0-1 0 0,0-1 1 0 0,0 1 0 0 0,1 0-1 0 0,-1 0 1 0 0,0 0-1 0 0,1 0 1 0 0,-1 0-1 0 0,1 0 1 0 0,-1 0-1 0 0,1 1 1 0 0,0-1-1 0 0,-1 0 1 0 0,1 1-1 0 0,0-1 1 0 0,-1 1-1 0 0,1 0 1 0 0,0-1-1 0 0,0 1 1 0 0,-1 0 0 0 0,1 0-1 0 0,2 1 1 0 0,-2-1 0 0 0,0 1 0 0 0,0 0 0 0 0,0 0 1 0 0,0 1-1 0 0,0-1 0 0 0,0 0 1 0 0,0 1-1 0 0,0-1 0 0 0,-1 1 1 0 0,1 0-1 0 0,0-1 0 0 0,-1 1 1 0 0,0 0-1 0 0,1 0 0 0 0,0 2 0 0 0,5 9 33 0 0,-1 1 0 0 0,0-1 0 0 0,-1 1 0 0 0,4 17 0 0 0,-6-21-294 0 0,5 22 208 0 0,2 1 0 0 0,21 44 0 0 0,-24-64-2274 0 0,0 0 1 0 0,14 17 0 0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14.7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72 5529 0 0,'-3'2'12244'0'0,"-3"22"-9309"0"0,-5 37-2162 0 0,11-56-746 0 0,1 0 1 0 0,-1-1-1 0 0,1 1 1 0 0,0 0-1 0 0,0-1 1 0 0,0 1-1 0 0,1-1 1 0 0,0 1-1 0 0,0-1 1 0 0,0 0-1 0 0,0 0 1 0 0,0 0-1 0 0,1 0 1 0 0,0 0-1 0 0,0 0 1 0 0,0-1-1 0 0,0 1 1 0 0,1-1 0 0 0,-1 0-1 0 0,1 0 1 0 0,0 0-1 0 0,0-1 1 0 0,0 1-1 0 0,0-1 1 0 0,0 0-1 0 0,1 0 1 0 0,-1 0-1 0 0,1-1 1 0 0,-1 0-1 0 0,6 2 1 0 0,-6-2-1 0 0,1 0 0 0 0,-1 0-1 0 0,0-1 1 0 0,1 1 0 0 0,-1-1 0 0 0,1 0 0 0 0,-1 0 0 0 0,0 0 0 0 0,1-1 0 0 0,-1 1 0 0 0,1-1-1 0 0,-1 0 1 0 0,0 0 0 0 0,0-1 0 0 0,0 1 0 0 0,0-1 0 0 0,0 0 0 0 0,0 0 0 0 0,0-1-1 0 0,0 1 1 0 0,-1-1 0 0 0,1 1 0 0 0,-1-1 0 0 0,0 0 0 0 0,0 0 0 0 0,0-1 0 0 0,0 1 0 0 0,0-1-1 0 0,-1 1 1 0 0,0-1 0 0 0,1 0 0 0 0,1-5 0 0 0,-3 4-4 0 0,0 0 1 0 0,0 0-1 0 0,-1 0 0 0 0,1 0 0 0 0,-1-1 1 0 0,0 1-1 0 0,-1 0 0 0 0,1 0 1 0 0,-1 0-1 0 0,0 0 0 0 0,0 0 1 0 0,-1 0-1 0 0,1 0 0 0 0,-1 0 0 0 0,0 1 1 0 0,-1-1-1 0 0,1 0 0 0 0,-1 1 1 0 0,0 0-1 0 0,-5-6 0 0 0,-3-5-102 0 0,-1 1 0 0 0,-1 0 0 0 0,0 2 1 0 0,-21-17-1 0 0,18 18-281 0 0,15 11 226 0 0,1 0 1 0 0,-1-1 0 0 0,0 1 0 0 0,1 0 0 0 0,-1-1-1 0 0,0 1 1 0 0,1 0 0 0 0,-1 0 0 0 0,0-1 0 0 0,1 1-1 0 0,-1 0 1 0 0,0 0 0 0 0,1 0 0 0 0,-1 0 0 0 0,0 0-1 0 0,1 0 1 0 0,-1 0 0 0 0,0 0 0 0 0,1 0-1 0 0,-1 0 1 0 0,0 1 0 0 0,1-1 0 0 0,-1 0 0 0 0,0 0-1 0 0,0 1 1 0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15.0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 84 1840 0 0,'-9'-27'-344'0'0,"-2"-4"4923"0"0,-5 6 5071 0 0,19 41-3970 0 0,1 16-4878 0 0,99 390 1464 0 0,-85-353-2854 0 0,-11-49 348 0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15.5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1 268 11979 0 0,'7'1'531'0'0,"0"0"1"0"0,0-1 0 0 0,0 0-1 0 0,0-1 1 0 0,0 1 0 0 0,0-1-1 0 0,0-1 1 0 0,0 1 0 0 0,0-1-1 0 0,0 0 1 0 0,-1-1 0 0 0,1 0 0 0 0,-1 0-1 0 0,1 0 1 0 0,-1-1 0 0 0,0 0-1 0 0,-1 0 1 0 0,11-9 0 0 0,-13 7-537 0 0,1 1 0 0 0,-1-1 0 0 0,-1 0 0 0 0,1 0-1 0 0,-1-1 1 0 0,0 1 0 0 0,0 0 0 0 0,-1-1 0 0 0,0 0 0 0 0,0 1 0 0 0,-1-1 0 0 0,1 1 0 0 0,-2-13 0 0 0,0 8-53 0 0,0 1 1 0 0,-1 0 0 0 0,0 0-1 0 0,-1 0 1 0 0,0 0-1 0 0,0 0 1 0 0,-1 1-1 0 0,-6-12 1 0 0,10 19 60 0 0,-1 1 0 0 0,0 0 0 0 0,1-1 0 0 0,-1 1 0 0 0,0 0 0 0 0,0 0 0 0 0,0 0 0 0 0,0-1 0 0 0,0 1 0 0 0,0 0 0 0 0,0 0 0 0 0,0 1 0 0 0,-1-1 0 0 0,1 0 0 0 0,0 0 0 0 0,0 0 0 0 0,-1 1 0 0 0,1-1 0 0 0,0 1 0 0 0,-1-1 0 0 0,1 1 0 0 0,-1 0 1 0 0,1-1-1 0 0,-1 1 0 0 0,1 0 0 0 0,-1 0 0 0 0,1 0 0 0 0,-1 0 0 0 0,1 0 0 0 0,-1 0 0 0 0,1 0 0 0 0,0 1 0 0 0,-1-1 0 0 0,1 1 0 0 0,-1-1 0 0 0,1 1 0 0 0,0-1 0 0 0,-1 1 0 0 0,1 0 0 0 0,0-1 0 0 0,-1 1 0 0 0,1 0 0 0 0,0 0 0 0 0,0 0 0 0 0,-2 2 0 0 0,-1 1 20 0 0,1 0 0 0 0,-1-1 0 0 0,1 1 0 0 0,0 1 0 0 0,0-1 0 0 0,0 0 0 0 0,1 1 0 0 0,0-1-1 0 0,0 1 1 0 0,0 0 0 0 0,0 0 0 0 0,-1 6 0 0 0,2-6-16 0 0,1 0-1 0 0,0 0 1 0 0,0 1 0 0 0,0-1-1 0 0,0 0 1 0 0,1 0 0 0 0,0 0-1 0 0,0 0 1 0 0,0 0 0 0 0,1 0 0 0 0,0 0-1 0 0,0 0 1 0 0,0 0 0 0 0,4 5-1 0 0,-1-2 10 0 0,1-1 0 0 0,0 0-1 0 0,0 0 1 0 0,0 0-1 0 0,1-1 1 0 0,0 0 0 0 0,12 7-1 0 0,8 3-71 0 0,1-1 0 0 0,0-1 0 0 0,51 16 0 0 0,-57-23-334 0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15.8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153 1 9674 0 0,'-1'0'177'0'0,"0"0"-1"0"0,0 0 0 0 0,0 0 1 0 0,0 0-1 0 0,-1 0 1 0 0,1 0-1 0 0,0 0 1 0 0,0 0-1 0 0,0 0 1 0 0,0 0-1 0 0,0 1 1 0 0,-1-1-1 0 0,1 1 1 0 0,0-1-1 0 0,0 1 0 0 0,0-1 1 0 0,0 1-1 0 0,0-1 1 0 0,0 1-1 0 0,0 0 1 0 0,-1 1-1 0 0,-29 17 2874 0 0,22-14-2483 0 0,1 1 0 0 0,0 1 0 0 0,0-1 0 0 0,0 1 0 0 0,1 1 0 0 0,0-1 0 0 0,0 1 0 0 0,1 1 0 0 0,0-1-1 0 0,-7 15 1 0 0,11-19-559 0 0,1-1-1 0 0,-1 1 0 0 0,1 0 1 0 0,0 0-1 0 0,0-1 0 0 0,1 1 1 0 0,-1 0-1 0 0,1 0 0 0 0,0 0 1 0 0,0 0-1 0 0,0 0 0 0 0,0 0 1 0 0,1-1-1 0 0,-1 1 0 0 0,1 0 1 0 0,0 0-1 0 0,0 0 0 0 0,1-1 1 0 0,-1 1-1 0 0,1-1 0 0 0,0 1 1 0 0,0-1-1 0 0,0 1 0 0 0,0-1 1 0 0,0 0-1 0 0,1 0 0 0 0,0 0 1 0 0,-1-1-1 0 0,1 1 0 0 0,0 0 1 0 0,4 1-1 0 0,6 6-7 0 0,1-2 0 0 0,0 0 0 0 0,0 0 0 0 0,1-2 0 0 0,29 10 0 0 0,32 15 0 0 0,-74-30 4 0 0,-1 0 1 0 0,1-1 0 0 0,0 1-1 0 0,-1 0 1 0 0,1 0-1 0 0,-1 0 1 0 0,1 0-1 0 0,-1 0 1 0 0,1 0 0 0 0,-1 1-1 0 0,0-1 1 0 0,0 0-1 0 0,0 1 1 0 0,1-1-1 0 0,-1 1 1 0 0,0-1-1 0 0,-1 1 1 0 0,1 0 0 0 0,0-1-1 0 0,0 1 1 0 0,-1 0-1 0 0,1 0 1 0 0,-1-1-1 0 0,1 4 1 0 0,-2-2-2 0 0,1-1 0 0 0,-1 1 0 0 0,0-1 0 0 0,0 1 0 0 0,0-1-1 0 0,0 0 1 0 0,0 1 0 0 0,0-1 0 0 0,-1 0 0 0 0,1 0 0 0 0,-1 0 0 0 0,1 0 0 0 0,-1 0 0 0 0,0 0 0 0 0,-2 2 0 0 0,-8 5 24 0 0,0 0 0 0 0,-1-1 0 0 0,0 0 0 0 0,-23 10 0 0 0,5-5-1535 0 0,0-2-6290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16.7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 11058 0 0,'1'0'115'0'0,"0"0"0"0"0,1 1 0 0 0,-1 0 0 0 0,0-1 0 0 0,-1 1 0 0 0,1-1 0 0 0,0 1 0 0 0,0 0 0 0 0,0 0 0 0 0,0 0 0 0 0,-1-1 0 0 0,1 1 0 0 0,0 0-1 0 0,0 0 1 0 0,-1 0 0 0 0,1 0 0 0 0,-1 0 0 0 0,1 2 0 0 0,11 24 644 0 0,-11-24-573 0 0,9 27 990 0 0,8 38 0 0 0,-13-46-842 0 0,0-1 0 0 0,1 1 1 0 0,2-1-1 0 0,16 33 1 0 0,-24-53-334 0 0,0 0 0 0 0,1 0 0 0 0,-1-1 1 0 0,1 1-1 0 0,-1 0 0 0 0,1 0 1 0 0,-1 0-1 0 0,1-1 0 0 0,0 1 1 0 0,-1 0-1 0 0,1-1 0 0 0,0 1 1 0 0,0-1-1 0 0,-1 1 0 0 0,1 0 1 0 0,0-1-1 0 0,0 0 0 0 0,1 2 0 0 0,-1-3 0 0 0,-1 1 0 0 0,1 0 0 0 0,-1 0-1 0 0,1 0 1 0 0,-1-1 0 0 0,1 1-1 0 0,-1 0 1 0 0,0-1 0 0 0,1 1 0 0 0,-1 0-1 0 0,0-1 1 0 0,1 1 0 0 0,-1 0 0 0 0,0-1-1 0 0,1 1 1 0 0,-1-1 0 0 0,0 1-1 0 0,0 0 1 0 0,1-1 0 0 0,-1 1 0 0 0,0-1-1 0 0,0 1 1 0 0,0-1 0 0 0,0 1-1 0 0,1-1 1 0 0,5-46 19 0 0,-5 34-18 0 0,4-15 190 0 0,2 1 0 0 0,10-31-1 0 0,-12 45-95 0 0,0 0-1 0 0,1 0 0 0 0,0 0 1 0 0,1 1-1 0 0,1 0 0 0 0,10-13 1 0 0,-18 24-57 0 0,1 0 0 0 0,0-1 0 0 0,0 1 0 0 0,0 0 1 0 0,0 0-1 0 0,0 0 0 0 0,1 0 0 0 0,-1 0 0 0 0,0 1 0 0 0,0-1 0 0 0,1 0 1 0 0,-1 0-1 0 0,0 1 0 0 0,1-1 0 0 0,-1 1 0 0 0,1-1 0 0 0,-1 1 0 0 0,1 0 1 0 0,-1 0-1 0 0,1-1 0 0 0,-1 1 0 0 0,1 0 0 0 0,-1 0 0 0 0,1 0 0 0 0,-1 1 1 0 0,1-1-1 0 0,-1 0 0 0 0,1 1 0 0 0,-1-1 0 0 0,0 0 0 0 0,1 1 0 0 0,-1 0 1 0 0,0-1-1 0 0,1 1 0 0 0,-1 0 0 0 0,0 0 0 0 0,0 0 0 0 0,1-1 1 0 0,-1 1-1 0 0,0 1 0 0 0,0-1 0 0 0,0 0 0 0 0,0 0 0 0 0,1 2 0 0 0,6 8 147 0 0,-1 0 0 0 0,0 0 0 0 0,0 0 0 0 0,6 16-1 0 0,-6-12-165 0 0,88 158 68 0 0,-95-173-89 0 0,0 1 0 0 0,0-1 1 0 0,0 0-1 0 0,1 1 1 0 0,-1-1-1 0 0,0 0 0 0 0,0 1 1 0 0,1-1-1 0 0,-1 0 0 0 0,0 1 1 0 0,0-1-1 0 0,1 0 0 0 0,-1 0 1 0 0,0 1-1 0 0,1-1 1 0 0,-1 0-1 0 0,0 0 0 0 0,1 0 1 0 0,-1 1-1 0 0,1-1 0 0 0,-1 0 1 0 0,0 0-1 0 0,1 0 0 0 0,-1 0 1 0 0,0 0-1 0 0,1 0 1 0 0,-1 0-1 0 0,1 0 0 0 0,-1 0 1 0 0,0 0-1 0 0,1 0 0 0 0,-1 0 1 0 0,1 0-1 0 0,-1 0 0 0 0,0 0 1 0 0,1 0-1 0 0,0-1 1 0 0,14-13-66 0 0,7-23-143 0 0,-1-12-534 0 0,-14 31 844 0 0,0 0 0 0 0,2 0 0 0 0,1 1-1 0 0,18-27 1 0 0,-27 42-68 0 0,0 0 1 0 0,0 0-1 0 0,1 1 0 0 0,-1-1 0 0 0,0 1 0 0 0,1-1 0 0 0,0 1 0 0 0,-1 0 0 0 0,1-1 1 0 0,-1 1-1 0 0,1 0 0 0 0,0 0 0 0 0,0 0 0 0 0,0 0 0 0 0,0 1 0 0 0,0-1 0 0 0,0 0 1 0 0,0 1-1 0 0,0-1 0 0 0,0 1 0 0 0,0 0 0 0 0,0 0 0 0 0,0 0 0 0 0,0 0 0 0 0,0 0 1 0 0,0 0-1 0 0,0 0 0 0 0,0 1 0 0 0,3 0 0 0 0,-2 1-6 0 0,0 0-1 0 0,-1 0 1 0 0,1 0-1 0 0,-1 0 1 0 0,1 1 0 0 0,-1-1-1 0 0,0 1 1 0 0,0 0-1 0 0,0-1 1 0 0,0 1 0 0 0,0 0-1 0 0,0 0 1 0 0,-1 0-1 0 0,0 0 1 0 0,0 0-1 0 0,1 1 1 0 0,-1 3 0 0 0,14 69 317 0 0,-12-52-585 0 0,11 39 0 0 0,-11-55-968 0 0,0 0 1 0 0,0 0 0 0 0,1 0 0 0 0,8 12 0 0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17.0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9 158 10594 0 0,'-5'-11'4193'0'0,"1"24"-1828"0"0,4 28-1196 0 0,2-36-1122 0 0,0 0-1 0 0,0 0 0 0 0,0 1 0 0 0,0-1 1 0 0,1-1-1 0 0,0 1 0 0 0,0 0 1 0 0,0-1-1 0 0,1 1 0 0 0,-1-1 0 0 0,1 0 1 0 0,0 0-1 0 0,0-1 0 0 0,1 1 1 0 0,-1-1-1 0 0,1 0 0 0 0,-1 0 0 0 0,1 0 1 0 0,0-1-1 0 0,0 1 0 0 0,1-1 1 0 0,-1-1-1 0 0,0 1 0 0 0,0-1 0 0 0,1 0 1 0 0,-1 0-1 0 0,9 0 0 0 0,-10 0 12 0 0,0-1-1 0 0,0 1 0 0 0,0-1 0 0 0,-1-1 1 0 0,1 1-1 0 0,0 0 0 0 0,0-1 1 0 0,0 0-1 0 0,0 0 0 0 0,-1 0 0 0 0,1 0 1 0 0,0-1-1 0 0,-1 1 0 0 0,1-1 1 0 0,-1 0-1 0 0,0 0 0 0 0,0 0 0 0 0,1 0 1 0 0,-1-1-1 0 0,0 1 0 0 0,-1-1 1 0 0,1 0-1 0 0,-1 0 0 0 0,1 0 0 0 0,-1 0 1 0 0,0 0-1 0 0,0-1 0 0 0,0 1 1 0 0,0-1-1 0 0,-1 1 0 0 0,1-1 0 0 0,-1 0 1 0 0,0 1-1 0 0,0-1 0 0 0,0 0 1 0 0,-1 0-1 0 0,1 0 0 0 0,-1 1 0 0 0,0-6 1 0 0,-1-4-15 0 0,0 1 1 0 0,-1 0-1 0 0,0-1 1 0 0,-1 1-1 0 0,-1 0 1 0 0,0 0 0 0 0,-5-12-1 0 0,6 17-116 0 0,0 0 0 0 0,-1 0 0 0 0,0 1-1 0 0,0-1 1 0 0,0 1 0 0 0,-1 0 0 0 0,0 0 0 0 0,0 0 0 0 0,0 0-1 0 0,-1 1 1 0 0,0 0 0 0 0,-10-7 0 0 0,1 6-877 0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17.3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77 5985 0 0,'0'0'1270'0'0,"25"34"6111"0"0,-20-28-6631 0 0,39 41 2781 0 0,-40-43-3186 0 0,0 0 0 0 0,0-1 0 0 0,1 0 0 0 0,-1 1 0 0 0,1-2 0 0 0,0 1 0 0 0,0 0 0 0 0,-1-1 0 0 0,8 2 0 0 0,-11-4-318 0 0,-1 1 0 0 0,1-1-1 0 0,-1 0 1 0 0,1 0-1 0 0,-1 0 1 0 0,1 0-1 0 0,-1 0 1 0 0,1 0 0 0 0,-1 0-1 0 0,1 0 1 0 0,-1 0-1 0 0,1 0 1 0 0,0-1-1 0 0,-1 1 1 0 0,1 0 0 0 0,-1 0-1 0 0,1 0 1 0 0,-1 0-1 0 0,1-1 1 0 0,-1 1-1 0 0,0 0 1 0 0,1-1 0 0 0,-1 1-1 0 0,1 0 1 0 0,-1-1-1 0 0,0 1 1 0 0,1-1-1 0 0,-1 1 1 0 0,0 0-1 0 0,1-2 1 0 0,3-19 371 0 0,-13-28-61 0 0,8 42-206 0 0,-3-12-131 0 0,1 11-200 0 0,1-1-1 0 0,0 0 0 0 0,1 1 1 0 0,0-1-1 0 0,0 0 0 0 0,1 0 1 0 0,0 0-1 0 0,3-15 0 0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17.5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4145 0 0,'14'27'8951'0'0,"1"-1"-3334"0"0,6 12-1806 0 0,-14-24-3605 0 0,0 0 0 0 0,-1 1 0 0 0,-1-1 0 0 0,6 25 0 0 0,-3 2 105 0 0,-5-20-7218 0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17.7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9674 0 0,'0'11'864'0'0,"2"-5"-696"0"0,1 0-168 0 0,-1 0 0 0 0,1-2 480 0 0,0-1 65 0 0,0 1 15 0 0,3 3 0 0 0,4 5-208 0 0,4 1-48 0 0,2-1-8 0 0,4-4 0 0 0,-1-2-296 0 0,0-2 0 0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18.2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44 6913 0 0,'5'-4'809'0'0,"1"-1"0"0"0,-1 1 0 0 0,1 1 0 0 0,0-1-1 0 0,0 1 1 0 0,0 0 0 0 0,1 1 0 0 0,-1-1 0 0 0,0 1-1 0 0,1 0 1 0 0,7 0 0 0 0,-9 1-492 0 0,-1 0 1 0 0,1 0-1 0 0,0 1 0 0 0,-1 0 0 0 0,1-1 1 0 0,0 2-1 0 0,-1-1 0 0 0,1 1 1 0 0,0-1-1 0 0,-1 1 0 0 0,1 1 0 0 0,-1-1 1 0 0,1 1-1 0 0,-1 0 0 0 0,1-1 0 0 0,6 6 1 0 0,-5-1-254 0 0,0 0 0 0 0,-1 0 0 0 0,0 1 0 0 0,0 0 0 0 0,-1 0 0 0 0,0 0 0 0 0,0 1 0 0 0,0-1 0 0 0,-1 1 0 0 0,0 0 0 0 0,2 14 0 0 0,-2-13-68 0 0,0 0 0 0 0,0 1 0 0 0,1-1 0 0 0,0 0 0 0 0,0-1 0 0 0,1 1 0 0 0,10 12 0 0 0,-15-20 1 0 0,1 0 1 0 0,-1-1-1 0 0,0 1 1 0 0,1-1-1 0 0,-1 1 0 0 0,1-1 1 0 0,-1 1-1 0 0,0-1 1 0 0,1 1-1 0 0,-1-1 0 0 0,1 0 1 0 0,0 1-1 0 0,-1-1 1 0 0,1 0-1 0 0,-1 1 1 0 0,1-1-1 0 0,0 0 0 0 0,-1 0 1 0 0,1 0-1 0 0,-1 1 1 0 0,1-1-1 0 0,0 0 1 0 0,-1 0-1 0 0,1 0 0 0 0,0 0 1 0 0,-1 0-1 0 0,1 0 1 0 0,0 0-1 0 0,-1 0 0 0 0,1-1 1 0 0,-1 1-1 0 0,1 0 1 0 0,0 0-1 0 0,-1 0 1 0 0,1-1-1 0 0,-1 1 0 0 0,1 0 1 0 0,0-1-1 0 0,-1 1 1 0 0,1 0-1 0 0,-1-1 0 0 0,1 1 1 0 0,-1-1-1 0 0,1 1 1 0 0,-1-1-1 0 0,0 1 1 0 0,1-1-1 0 0,-1 1 0 0 0,0-1 1 0 0,1 1-1 0 0,-1-1 1 0 0,0 0-1 0 0,1 0 1 0 0,14-45-165 0 0,-8 23 97 0 0,1 4 31 0 0,1 1-1 0 0,16-25 1 0 0,-22 39 64 0 0,0 0-1 0 0,0 0 1 0 0,0 0-1 0 0,0 0 0 0 0,0 1 1 0 0,1-1-1 0 0,0 1 1 0 0,0 0-1 0 0,0 0 0 0 0,0 0 1 0 0,0 1-1 0 0,0 0 1 0 0,1-1-1 0 0,-1 1 0 0 0,1 1 1 0 0,5-3-1 0 0,-8 4-6 0 0,-1 0-1 0 0,1 1 1 0 0,-1-1-1 0 0,1 0 1 0 0,-1 0-1 0 0,1 1 1 0 0,-1-1-1 0 0,1 1 1 0 0,-1-1-1 0 0,0 1 1 0 0,1 0-1 0 0,-1-1 1 0 0,0 1-1 0 0,0 0 1 0 0,1 0-1 0 0,-1 0 1 0 0,0 0-1 0 0,0 0 1 0 0,0 0-1 0 0,0 0 1 0 0,0 0-1 0 0,0 1 0 0 0,0-1 1 0 0,-1 0-1 0 0,1 0 1 0 0,0 1-1 0 0,0 2 1 0 0,16 45 137 0 0,-14-36-161 0 0,0-4-51 0 0,1 0 0 0 0,-1 0 0 0 0,1 0-1 0 0,1-1 1 0 0,8 13 0 0 0,8 3-6415 0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18.6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102 30 3225 0 0,'-28'-29'17334'0'0,"26"30"-16896"0"0,-12 15-1391 0 0,5-1 1314 0 0,0 1-1 0 0,1 0 0 0 0,-12 32 0 0 0,18-41-332 0 0,0-1-1 0 0,0 0 0 0 0,0 1 1 0 0,1-1-1 0 0,0 1 1 0 0,0-1-1 0 0,1 1 0 0 0,0-1 1 0 0,0 1-1 0 0,1-1 1 0 0,-1 1-1 0 0,1 0 0 0 0,4 11 1 0 0,-5-17-44 0 0,1 1 1 0 0,0 0 0 0 0,-1-1 0 0 0,1 1-1 0 0,0-1 1 0 0,0 1 0 0 0,0-1-1 0 0,0 1 1 0 0,0-1 0 0 0,0 0 0 0 0,1 0-1 0 0,-1 1 1 0 0,0-1 0 0 0,1 0-1 0 0,-1 0 1 0 0,0 0 0 0 0,1 0 0 0 0,-1-1-1 0 0,1 1 1 0 0,0 0 0 0 0,-1-1 0 0 0,1 1-1 0 0,0-1 1 0 0,-1 1 0 0 0,1-1-1 0 0,0 0 1 0 0,0 1 0 0 0,-1-1 0 0 0,1 0-1 0 0,0 0 1 0 0,-1-1 0 0 0,1 1-1 0 0,0 0 1 0 0,0-1 0 0 0,-1 1 0 0 0,1 0-1 0 0,0-1 1 0 0,-1 0 0 0 0,1 1-1 0 0,-1-1 1 0 0,1 0 0 0 0,-1 0 0 0 0,3-2-1 0 0,7-4-269 0 0,0-1-1 0 0,0 0 0 0 0,-1-1 1 0 0,13-14-1 0 0,-16 16 164 0 0,4-5-109 0 0,-4 4 418 0 0,1 0-1 0 0,0 1 0 0 0,0 0 1 0 0,1 0-1 0 0,16-9 0 0 0,-23 14-125 0 0,0 2 1 0 0,0-1-1 0 0,0 0 0 0 0,0 0 0 0 0,0 1 0 0 0,0-1 0 0 0,1 1 0 0 0,-1 0 0 0 0,0-1 0 0 0,0 1 0 0 0,0 0 0 0 0,1 0 1 0 0,-1 1-1 0 0,0-1 0 0 0,0 0 0 0 0,1 1 0 0 0,-1-1 0 0 0,0 1 0 0 0,0 0 0 0 0,0 0 0 0 0,0 0 0 0 0,0 0 0 0 0,0 0 1 0 0,0 0-1 0 0,0 0 0 0 0,-1 1 0 0 0,1-1 0 0 0,0 1 0 0 0,-1-1 0 0 0,1 1 0 0 0,-1 0 0 0 0,1-1 0 0 0,-1 1 0 0 0,2 3 1 0 0,2 3-4 0 0,0 1 1 0 0,-1 1 0 0 0,1-1 0 0 0,-2 0-1 0 0,1 1 1 0 0,-2 0 0 0 0,1 0 0 0 0,-1 0-1 0 0,0 0 1 0 0,0 15 0 0 0,-2 0 71 0 0,0 1 0 0 0,-7 49 0 0 0,3-52-30 0 0,-1 0 0 0 0,-1-1 0 0 0,-1 0 0 0 0,-1-1 0 0 0,-15 32 0 0 0,17-42-58 0 0,0 0 0 0 0,-1-1-1 0 0,0 1 1 0 0,-1-1 0 0 0,0-1-1 0 0,0 1 1 0 0,-1-2-1 0 0,0 1 1 0 0,-1-1 0 0 0,0 0-1 0 0,-18 11 1 0 0,10-12-309 0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19.5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127 10 1376 0 0,'-1'-1'451'0'0,"0"0"-1"0"0,0 0 1 0 0,0 0-1 0 0,0 0 1 0 0,-1 0-1 0 0,1 1 1 0 0,0-1-1 0 0,-1 1 1 0 0,1-1-1 0 0,-1 1 1 0 0,1-1 0 0 0,0 1-1 0 0,-1 0 1 0 0,1 0-1 0 0,-1 0 1 0 0,1 0-1 0 0,-3 0 1 0 0,0 0 30 0 0,0 1 1 0 0,0 0 0 0 0,0 0 0 0 0,0 0-1 0 0,0 0 1 0 0,-6 3 0 0 0,6-1-147 0 0,-1-1 1 0 0,0 1 0 0 0,1 0-1 0 0,-1 0 1 0 0,1 0 0 0 0,0 1 0 0 0,0 0-1 0 0,0 0 1 0 0,0 0 0 0 0,-4 6-1 0 0,5-4-95 0 0,1 0 0 0 0,-1 1-1 0 0,1 0 1 0 0,1-1-1 0 0,-1 1 1 0 0,1 0 0 0 0,0 0-1 0 0,0 0 1 0 0,1 12 0 0 0,9 68 666 0 0,-5-59-645 0 0,9 78 511 0 0,22 145-495 0 0,-23-198-2364 0 0,-6-32-4810 0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19.7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0 153 10594 0 0,'0'-2'115'0'0,"0"0"-1"0"0,0 1 0 0 0,1-1 1 0 0,-1 0-1 0 0,0 0 0 0 0,1 1 1 0 0,-1-1-1 0 0,1 0 1 0 0,-1 1-1 0 0,1-1 0 0 0,0 1 1 0 0,0-1-1 0 0,-1 0 0 0 0,1 1 1 0 0,0 0-1 0 0,1-1 0 0 0,-1 1 1 0 0,0 0-1 0 0,0-1 0 0 0,0 1 1 0 0,1 0-1 0 0,2-1 1 0 0,38-27 1896 0 0,-33 24-1652 0 0,17-11 858 0 0,1 2-1 0 0,33-13 0 0 0,-47 22-1389 0 0,0 0 1 0 0,1 1-1 0 0,0 1 0 0 0,-1 0 1 0 0,1 1-1 0 0,0 0 0 0 0,14 1 0 0 0,-9 3 35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20.2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70 11522 0 0,'1'1'1191'0'0,"6"7"168"0"0,0 1-1 0 0,0 0 0 0 0,9 19 0 0 0,14 16-317 0 0,9-7-714 0 0,-32-32-290 0 0,0 1 1 0 0,0 0 0 0 0,0 0 0 0 0,-1 1-1 0 0,10 13 1 0 0,-19-28 331 0 0,0 0 0 0 0,0 0 0 0 0,1-1 0 0 0,0 1 0 0 0,1-1 0 0 0,0 1 1 0 0,0-1-1 0 0,1 0 0 0 0,1-13 0 0 0,0 6-507 0 0,0-1 0 0 0,1 1 0 0 0,1 0 0 0 0,9-29 0 0 0,-10 40-78 0 0,0 1 1 0 0,0 0-1 0 0,0 0 1 0 0,1 0-1 0 0,0 0 1 0 0,3-5 0 0 0,7-5-1214 0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20.9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 17 1840 0 0,'0'-1'206'0'0,"0"0"0"0"0,0 1-1 0 0,0-1 1 0 0,0 0 0 0 0,-1 1-1 0 0,1-1 1 0 0,0 1 0 0 0,0-1-1 0 0,0 0 1 0 0,0 1 0 0 0,-1-1-1 0 0,1 1 1 0 0,0-1 0 0 0,-1 0-1 0 0,1 1 1 0 0,-2-2 822 0 0,1 1-822 0 0,1 1 0 0 0,-1-1-1 0 0,1 1 1 0 0,-1 0 0 0 0,1-1-1 0 0,-1 1 1 0 0,1 0 0 0 0,-1 0-1 0 0,0-1 1 0 0,1 1 0 0 0,-1 0-1 0 0,1 0 1 0 0,-1 0 0 0 0,0 0-1 0 0,1 0 1 0 0,-1 0 0 0 0,0 0-1 0 0,1 0 1 0 0,-1 0 0 0 0,0 0-1 0 0,-1 0 87 0 0,1 1-1 0 0,-1-1 0 0 0,1 0 0 0 0,-1 1 0 0 0,1-1 1 0 0,0 1-1 0 0,-1 0 0 0 0,1-1 0 0 0,0 1 1 0 0,0 0-1 0 0,-1 0 0 0 0,1-1 0 0 0,0 1 0 0 0,0 0 1 0 0,0 0-1 0 0,0 0 0 0 0,0 1 0 0 0,-1 1 0 0 0,-1 4-79 0 0,0 1 0 0 0,0 0 0 0 0,1 0 0 0 0,1 0-1 0 0,-1 1 1 0 0,1-1 0 0 0,1 0 0 0 0,-1 0 0 0 0,1 1-1 0 0,1-1 1 0 0,0 0 0 0 0,3 17 0 0 0,-3-20-216 0 0,0 1 1 0 0,1 0 0 0 0,-1-1-1 0 0,1 1 1 0 0,0-1-1 0 0,1 1 1 0 0,-1-1 0 0 0,1 0-1 0 0,0 0 1 0 0,0 0 0 0 0,1 0-1 0 0,-1-1 1 0 0,1 1 0 0 0,0-1-1 0 0,1 0 1 0 0,-1 0-1 0 0,1 0 1 0 0,-1-1 0 0 0,6 4-1 0 0,-8-7 16 0 0,-1 1-1 0 0,1 0 1 0 0,-1-1-1 0 0,1 1 1 0 0,-1-1 0 0 0,1 1-1 0 0,-1-1 1 0 0,1 0-1 0 0,-1 0 1 0 0,1 0-1 0 0,-1 0 1 0 0,1 0-1 0 0,0 0 1 0 0,-1 0-1 0 0,1 0 1 0 0,-1 0-1 0 0,1-1 1 0 0,-1 1-1 0 0,1-1 1 0 0,-1 1 0 0 0,1-1-1 0 0,-1 0 1 0 0,0 1-1 0 0,1-1 1 0 0,-1 0-1 0 0,0 0 1 0 0,1 0-1 0 0,-1 0 1 0 0,0 0-1 0 0,0 0 1 0 0,0 0-1 0 0,0-1 1 0 0,0 1-1 0 0,0 0 1 0 0,0-1 0 0 0,-1 1-1 0 0,2-3 1 0 0,0 1 44 0 0,-1-1 1 0 0,0 1-1 0 0,0 0 1 0 0,-1-1 0 0 0,1 1-1 0 0,-1 0 1 0 0,1-1-1 0 0,-1 1 1 0 0,0-1-1 0 0,-1 1 1 0 0,1-1 0 0 0,0 1-1 0 0,-1 0 1 0 0,0-1-1 0 0,0 1 1 0 0,-2-5 0 0 0,-3-4-82 0 0,-1 1 0 0 0,-1 0 0 0 0,0 1 1 0 0,0 0-1 0 0,-14-13 0 0 0,-5-6-1360 0 0,19 19 273 0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21.4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 9218 0 0,'12'8'2278'0'0,"39"26"4820"0"0,-48-31-6909 0 0,1 1 0 0 0,-1 0 0 0 0,0-1 0 0 0,0 2 0 0 0,0-1 0 0 0,0 0 0 0 0,-1 0 0 0 0,1 1-1 0 0,-1-1 1 0 0,2 8 0 0 0,6 39 71 0 0,-9-42-282 0 0,0 0 0 0 0,0-1 0 0 0,1 1 0 0 0,1-1 0 0 0,-1 0 0 0 0,1 1 0 0 0,5 9 0 0 0,-7-18 22 0 0,-1 1 0 0 0,0-1 1 0 0,0 0-1 0 0,1 1 0 0 0,-1-1 0 0 0,0 1 0 0 0,1-1 0 0 0,-1 1 0 0 0,0-1 0 0 0,1 0 0 0 0,-1 1 0 0 0,1-1 0 0 0,-1 0 0 0 0,1 0 0 0 0,-1 1 0 0 0,1-1 0 0 0,-1 0 0 0 0,1 0 0 0 0,-1 1 0 0 0,1-1 0 0 0,-1 0 0 0 0,1 0 0 0 0,-1 0 0 0 0,1 0 0 0 0,-1 0 0 0 0,1 0 0 0 0,-1 0 0 0 0,1 0 0 0 0,0 0 0 0 0,-1 0 0 0 0,1 0 0 0 0,0-1 0 0 0,16-12-2 0 0,5-26 19 0 0,-12 5 164 0 0,6-21-72 0 0,-15 52-85 0 0,1-1 0 0 0,-1 1 0 0 0,1 0 0 0 0,0 0-1 0 0,0 0 1 0 0,0 0 0 0 0,0 0 0 0 0,0 0 0 0 0,1 1 0 0 0,-1-1 0 0 0,1 1 0 0 0,4-4 0 0 0,-6 6-11 0 0,1-1 0 0 0,0 0 0 0 0,-1 0 0 0 0,1 1 0 0 0,-1-1 0 0 0,1 1 0 0 0,0 0 0 0 0,0-1 0 0 0,-1 1 0 0 0,1 0 0 0 0,0 0 0 0 0,-1 0 0 0 0,1 0 0 0 0,0 1 0 0 0,0-1 0 0 0,-1 0 0 0 0,1 1 0 0 0,0-1 0 0 0,-1 1 0 0 0,1-1 0 0 0,-1 1 0 0 0,1 0 0 0 0,-1-1 0 0 0,1 1 0 0 0,-1 0 0 0 0,1 0 0 0 0,-1 0 0 0 0,0 1 0 0 0,1-1 0 0 0,-1 0 0 0 0,1 2 0 0 0,6 6 132 0 0,-1 0 0 0 0,0 0 0 0 0,9 19 0 0 0,-3-8-45 0 0,-6-10-106 0 0,0-1 0 0 0,1-1 0 0 0,10 10 0 0 0,-15-15 3 0 0,1 0-1 0 0,0 0 0 0 0,0 0 0 0 0,0 0 0 0 0,0-1 0 0 0,0 0 0 0 0,0 0 0 0 0,1 0 0 0 0,-1 0 0 0 0,8 1 0 0 0,-11-3 2 0 0,1 0 1 0 0,-1 0-1 0 0,0 0 0 0 0,0-1 1 0 0,0 1-1 0 0,0 0 0 0 0,1-1 1 0 0,-1 1-1 0 0,0-1 0 0 0,0 0 1 0 0,0 1-1 0 0,0-1 0 0 0,0 0 1 0 0,0 1-1 0 0,-1-1 0 0 0,1 0 1 0 0,0 0-1 0 0,0 0 0 0 0,0 0 0 0 0,-1 0 1 0 0,1 0-1 0 0,0 0 0 0 0,-1 0 1 0 0,1 0-1 0 0,0-1 0 0 0,15-37-39 0 0,-10 23 33 0 0,-6 15 8 0 0,9-19 36 0 0,1 0 0 0 0,15-22 0 0 0,-22 38-28 0 0,0-1 0 0 0,0 1 0 0 0,0 0 0 0 0,1 0 0 0 0,-1 0-1 0 0,1 1 1 0 0,0-1 0 0 0,0 1 0 0 0,1 0 0 0 0,-1 0 0 0 0,0 1 0 0 0,1-1 0 0 0,0 1 0 0 0,0 0 0 0 0,7-3-1 0 0,-9 5 12 0 0,0 0 0 0 0,-1 0 0 0 0,1 0 0 0 0,-1 0 0 0 0,1 1-1 0 0,0-1 1 0 0,-1 1 0 0 0,1 0 0 0 0,-1-1 0 0 0,1 1-1 0 0,-1 0 1 0 0,0 0 0 0 0,1 1 0 0 0,-1-1 0 0 0,0 0 0 0 0,0 1-1 0 0,0 0 1 0 0,0-1 0 0 0,0 1 0 0 0,0 0 0 0 0,3 4-1 0 0,4 6 190 0 0,0 0-1 0 0,13 23 1 0 0,-5-8-79 0 0,2-7-177 0 0,-8-11-192 0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21.9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 11058 0 0,'1'-1'546'0'0,"-1"0"-478"0"0,0 1 1 0 0,0 0-1 0 0,0 0 0 0 0,1 0 0 0 0,-1 0 0 0 0,0 0 1 0 0,0 0-1 0 0,0 0 0 0 0,1 0 0 0 0,-1 0 1 0 0,0 0-1 0 0,0 0 0 0 0,0 0 0 0 0,1 0 0 0 0,-1 0 1 0 0,0 0-1 0 0,0 0 0 0 0,0 0 0 0 0,1 0 0 0 0,-1 0 1 0 0,0 0-1 0 0,0 0 0 0 0,0 0 0 0 0,1 0 1 0 0,-1 0-1 0 0,0 0 0 0 0,1 1 546 0 0,-1-1-546 0 0,1 0 0 0 0,-1 1 1 0 0,0-1-1 0 0,0 0 0 0 0,0 0 0 0 0,0 0 1 0 0,0 1-1 0 0,0-1 0 0 0,0 0 0 0 0,0 0 0 0 0,0 1 1 0 0,10 8 1660 0 0,25 70 2965 0 0,11 43-3486 0 0,-27-70-1494 0 0,-3 1-1 0 0,-2 1 1 0 0,9 69 0 0 0,-22-110-4924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22.3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7 114 5985 0 0,'-1'0'100'0'0,"1"0"0"0"0,-1-1 1 0 0,1 1-1 0 0,-1-1 0 0 0,1 1 0 0 0,0 0 0 0 0,-1-1 0 0 0,1 1 0 0 0,0-1 0 0 0,-1 1 0 0 0,1-1 1 0 0,0 1-1 0 0,0-1 0 0 0,-1 1 0 0 0,1-1 0 0 0,0 1 0 0 0,0-1 0 0 0,0 1 0 0 0,0-1 0 0 0,0 1 1 0 0,0-1-1 0 0,0 1 0 0 0,0-1 0 0 0,0 0 0 0 0,0 1 0 0 0,0-1 0 0 0,0 1 0 0 0,0-1 0 0 0,0 1 1 0 0,0-1-1 0 0,1 1 0 0 0,-1-1 0 0 0,0 1 0 0 0,0-1 0 0 0,1 1 0 0 0,-1-1 0 0 0,0 1 0 0 0,1-1 1 0 0,9-21 1956 0 0,-4 15-1623 0 0,0 1 0 0 0,0 0 0 0 0,1 0 0 0 0,-1 1 0 0 0,2 0 0 0 0,-1 0 0 0 0,0 0 1 0 0,1 1-1 0 0,0 0 0 0 0,0 1 0 0 0,0 0 0 0 0,0 0 0 0 0,1 1 0 0 0,16-3 0 0 0,-20 4-345 0 0,1 0 0 0 0,-1 0 0 0 0,0 1 0 0 0,1-1 0 0 0,-1 1 0 0 0,0 1 0 0 0,1-1 0 0 0,-1 1-1 0 0,0 0 1 0 0,0 0 0 0 0,1 0 0 0 0,-1 1 0 0 0,0 0 0 0 0,0 0 0 0 0,-1 0 0 0 0,1 0 0 0 0,0 1 0 0 0,-1 0-1 0 0,1 0 1 0 0,-1 0 0 0 0,0 1 0 0 0,0-1 0 0 0,0 1 0 0 0,-1 0 0 0 0,6 6 0 0 0,-9-8-86 0 0,1-1 0 0 0,0 1 1 0 0,0-1-1 0 0,0 1 0 0 0,-1-1 0 0 0,1 1 1 0 0,-1 0-1 0 0,1-1 0 0 0,-1 1 1 0 0,1 0-1 0 0,-1-1 0 0 0,0 1 1 0 0,0 0-1 0 0,0-1 0 0 0,0 1 0 0 0,0 0 1 0 0,0-1-1 0 0,-1 1 0 0 0,1 0 1 0 0,0-1-1 0 0,-1 1 0 0 0,0-1 0 0 0,1 1 1 0 0,-2 2-1 0 0,0-1 6 0 0,0-1 0 0 0,-1 1 0 0 0,1 0 0 0 0,-1-1 0 0 0,0 0 0 0 0,1 1 0 0 0,-1-1 1 0 0,0 0-1 0 0,0 0 0 0 0,-1-1 0 0 0,-2 3 0 0 0,-8 1 21 0 0,-1 0 1 0 0,1 0 0 0 0,-1-1-1 0 0,-21 2 1 0 0,0-3-574 0 0,13-4-4871 0 0,5 0-1093 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23.0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10594 0 0,'3'3'5479'0'0,"11"20"-2884"0"0,-4 7-1817 0 0,-1 0 1 0 0,-2 0-1 0 0,-1 1 1 0 0,3 41-1 0 0,6 29-525 0 0,-7-67-962 0 0,0 1 0 0 0,3-2-1 0 0,16 37 1 0 0,-22-59-1383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23.4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6 241 5529 0 0,'0'0'50'0'0,"-1"-1"0"0"0,1 1 0 0 0,-1-1-1 0 0,1 0 1 0 0,-1 1 0 0 0,1-1 0 0 0,0 0 0 0 0,-1 1-1 0 0,1-1 1 0 0,0 0 0 0 0,-1 1 0 0 0,1-1 0 0 0,0 0-1 0 0,0 0 1 0 0,0 1 0 0 0,0-1 0 0 0,0 0 0 0 0,0 0-1 0 0,0 0 1 0 0,0 1 0 0 0,0-1 0 0 0,0 0 0 0 0,0 0-1 0 0,0 1 1 0 0,1-2 0 0 0,13-20 1356 0 0,34-15 1016 0 0,-41 32-2054 0 0,13-9 398 0 0,1 1 1 0 0,0 0-1 0 0,0 2 1 0 0,1 1-1 0 0,1 1 1 0 0,-1 0-1 0 0,34-7 1 0 0,-34 12-734 0 0,-1 1 0 0 0,1 1-1 0 0,0 0 1 0 0,0 2 0 0 0,0 1 0 0 0,-1 0 0 0 0,1 2 0 0 0,30 6 0 0 0,-46-7-55 0 0,0-1 1 0 0,0 1 0 0 0,0 0 0 0 0,0 0-1 0 0,-1 1 1 0 0,1-1 0 0 0,-1 1-1 0 0,6 4 1 0 0,-9-5 33 0 0,0-1 1 0 0,-1 1-1 0 0,0-1 1 0 0,1 1-1 0 0,-1 0 1 0 0,0 0-1 0 0,0 0 1 0 0,0-1-1 0 0,0 1 1 0 0,0 0-1 0 0,0 0 1 0 0,0 0-1 0 0,-1 1 1 0 0,1-1-1 0 0,-1 0 1 0 0,0 0-1 0 0,1 0 1 0 0,-1 0-1 0 0,0 0 1 0 0,0 0-1 0 0,0 1 1 0 0,-1-1-1 0 0,1 0 1 0 0,0 0-1 0 0,-1 0 1 0 0,-1 3-1 0 0,-11 29 443 0 0,10-29-398 0 0,0 0 1 0 0,1 1 0 0 0,0-1-1 0 0,0 1 1 0 0,0 0 0 0 0,1-1-1 0 0,0 1 1 0 0,0 0-1 0 0,0 7 1 0 0,1-12-57 0 0,0-1 0 0 0,0 1 0 0 0,1 0-1 0 0,-1-1 1 0 0,0 1 0 0 0,0 0 0 0 0,0 0 0 0 0,1-1 0 0 0,-1 1 0 0 0,0 0 0 0 0,1-1-1 0 0,-1 1 1 0 0,1-1 0 0 0,-1 1 0 0 0,1-1 0 0 0,-1 1 0 0 0,1 0 0 0 0,-1-1 0 0 0,1 0-1 0 0,0 1 1 0 0,-1-1 0 0 0,1 1 0 0 0,0-1 0 0 0,-1 0 0 0 0,1 1 0 0 0,1-1-1 0 0,25 1-28 0 0,-19-3 87 0 0,1 0 0 0 0,0 0 1 0 0,14-8-1 0 0,-11 5 199 0 0,-1-1 0 0 0,1-1 1 0 0,-2 0-1 0 0,1 0 0 0 0,-1-1 0 0 0,12-12 1 0 0,-20 18-206 0 0,0 0 1 0 0,0 0-1 0 0,0 0 1 0 0,0 0-1 0 0,-1 0 1 0 0,1-1-1 0 0,-1 1 1 0 0,1-1-1 0 0,-1 1 1 0 0,0-1-1 0 0,0 0 1 0 0,0 1-1 0 0,0-1 1 0 0,0 0-1 0 0,-1 0 1 0 0,1 0 0 0 0,-1 1-1 0 0,0-1 1 0 0,0 0-1 0 0,0 0 1 0 0,0 0-1 0 0,0 0 1 0 0,-1 0-1 0 0,1 1 1 0 0,-1-1-1 0 0,0 0 1 0 0,0 0-1 0 0,0 1 1 0 0,0-1-1 0 0,0 0 1 0 0,-1 1-1 0 0,1-1 1 0 0,-3-2-1 0 0,-5-5-56 0 0,1 1 0 0 0,-2 0 0 0 0,1 0 0 0 0,-1 1 0 0 0,0 1 0 0 0,-16-10 0 0 0,-14-5-6681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24.0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7 10138 0 0,'0'0'106'0'0,"0"-1"0"0"0,0 1 1 0 0,0 0-1 0 0,1 0 0 0 0,-1-1 0 0 0,0 1 0 0 0,2-2 956 0 0,-2 1-956 0 0,0 1 0 0 0,0 0 0 0 0,1 0 0 0 0,-1 0 0 0 0,0 0 1 0 0,0-1-1 0 0,1 1 0 0 0,-1 0 0 0 0,0 0 0 0 0,1 0 0 0 0,-1 0 0 0 0,0 0 1 0 0,1 0-1 0 0,-1 0 0 0 0,0 0 0 0 0,1 0 0 0 0,-1 0 0 0 0,0 0 0 0 0,0 0 1 0 0,1 0-1 0 0,-1 0 0 0 0,0 0 0 0 0,1 0 0 0 0,-1 0 0 0 0,0 1 0 0 0,1-1 1 0 0,-1 0-1 0 0,0 0 0 0 0,1 1 0 0 0,6 17 3293 0 0,-2 27-518 0 0,3 44-1262 0 0,1 24-1096 0 0,-6-108-134 0 0,0-12 292 0 0,-6-21-543 0 0,3 27-138 0 0,1 1-12 0 0,7 19-114 0 0,13 69-2762 0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24.4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1 100 3225 0 0,'0'-17'4809'0'0,"14"21"1327"0"0,-5-1-5029 0 0,-7-2-1660 0 0,14 7 1404 0 0,1 1 0 0 0,-2 0 0 0 0,1 1 0 0 0,-1 1 0 0 0,-1 0 0 0 0,19 20 0 0 0,-1-3-119 0 0,9 10-114 0 0,-17-15-367 0 0,29 21 0 0 0,-47-39-236 0 0,1 0 1 0 0,0-1-1 0 0,1 0 0 0 0,-1 0 0 0 0,1-1 0 0 0,-1 0 0 0 0,1 0 1 0 0,0 0-1 0 0,12 1 0 0 0,-19-4 13 0 0,1 0 1 0 0,0 0 0 0 0,0 1-1 0 0,0-2 1 0 0,-1 1 0 0 0,1 0-1 0 0,0 0 1 0 0,0 0-1 0 0,-1-1 1 0 0,1 1 0 0 0,0-1-1 0 0,0 0 1 0 0,-1 1 0 0 0,1-1-1 0 0,-1 0 1 0 0,1 0-1 0 0,-1 0 1 0 0,1 0 0 0 0,-1 0-1 0 0,1 0 1 0 0,-1-1 0 0 0,0 1-1 0 0,0 0 1 0 0,1-1-1 0 0,-1 1 1 0 0,0-1 0 0 0,0 1-1 0 0,-1-1 1 0 0,1 1 0 0 0,0-1-1 0 0,0 0 1 0 0,-1 1-1 0 0,1-1 1 0 0,-1 0 0 0 0,0 0-1 0 0,1 1 1 0 0,-1-1 0 0 0,0-2-1 0 0,1-9 220 0 0,0 0 0 0 0,-1 0 0 0 0,0 0 0 0 0,-4-16 0 0 0,3 14-68 0 0,-4-33-17 0 0,1 19-771 0 0,1 0 0 0 0,2 0 0 0 0,2-30 0 0 0,1 40-7669 0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25.4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6 148 10594 0 0,'-1'-3'365'0'0,"0"0"0"0"0,0 0-1 0 0,0-1 1 0 0,0 1 0 0 0,1 0-1 0 0,0-1 1 0 0,0 1-1 0 0,0-1 1 0 0,0 1 0 0 0,0 0-1 0 0,1-1 1 0 0,-1 1 0 0 0,1 0-1 0 0,0-1 1 0 0,0 1 0 0 0,0 0-1 0 0,1 0 1 0 0,-1 0 0 0 0,1 0-1 0 0,2-4 1 0 0,1-1 86 0 0,0 1 1 0 0,1 0-1 0 0,-1 0 1 0 0,1 0 0 0 0,0 1-1 0 0,12-10 1 0 0,-16 14-398 0 0,1 0 0 0 0,-1 1 1 0 0,0-1-1 0 0,1 0 1 0 0,-1 1-1 0 0,1 0 0 0 0,0 0 1 0 0,-1-1-1 0 0,1 2 1 0 0,0-1-1 0 0,0 0 1 0 0,-1 0-1 0 0,1 1 0 0 0,0 0 1 0 0,0-1-1 0 0,0 1 1 0 0,0 0-1 0 0,0 1 0 0 0,0-1 1 0 0,-1 0-1 0 0,1 1 1 0 0,3 0-1 0 0,-4 1-52 0 0,1-1 0 0 0,-1 1 1 0 0,0-1-1 0 0,0 1 0 0 0,0 0 0 0 0,0 0 0 0 0,0 0 1 0 0,0 0-1 0 0,-1 0 0 0 0,1 0 0 0 0,-1 0 0 0 0,1 1 1 0 0,-1-1-1 0 0,0 1 0 0 0,0-1 0 0 0,0 1 0 0 0,0-1 1 0 0,0 1-1 0 0,-1-1 0 0 0,1 1 0 0 0,-1 0 0 0 0,0-1 1 0 0,0 6-1 0 0,0 17-26 0 0,-2-1 1 0 0,0 1 0 0 0,-2-1-1 0 0,-1 0 1 0 0,0 0 0 0 0,-14 35-1 0 0,8-24-258 0 0,-13 65 0 0 0,24-98 295 0 0,-1 1 1 0 0,1 0 0 0 0,0-1-1 0 0,0 1 1 0 0,0-1-1 0 0,0 1 1 0 0,0 0 0 0 0,0-1-1 0 0,1 1 1 0 0,-1 0 0 0 0,1-1-1 0 0,0 1 1 0 0,-1-1 0 0 0,1 1-1 0 0,0-1 1 0 0,1 0-1 0 0,-1 1 1 0 0,0-1 0 0 0,1 0-1 0 0,-1 0 1 0 0,3 3 0 0 0,-1-3 1 0 0,1 0 1 0 0,-1 0-1 0 0,1 0 1 0 0,-1 0 0 0 0,1-1-1 0 0,-1 1 1 0 0,1-1 0 0 0,0 0-1 0 0,0 0 1 0 0,0-1 0 0 0,0 1-1 0 0,0-1 1 0 0,6 0-1 0 0,2 1 61 0 0,-1-2 0 0 0,1 0-1 0 0,-1 0 1 0 0,1-1 0 0 0,-1-1-1 0 0,1 0 1 0 0,-1 0 0 0 0,0-1-1 0 0,0 0 1 0 0,14-9-1 0 0,-1-1-531 0 0,-1-2 0 0 0,0 0 0 0 0,25-25 0 0 0,-30 25-167 0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655 76 7370 0 0,'-3'-5'539'0'0,"-1"0"0"0"0,0 0 0 0 0,0 0 0 0 0,-1 0 1 0 0,1 1-1 0 0,-1-1 0 0 0,0 1 0 0 0,0 1 1 0 0,0-1-1 0 0,-1 1 0 0 0,1-1 0 0 0,-1 2 1 0 0,0-1-1 0 0,0 1 0 0 0,0-1 0 0 0,0 2 0 0 0,-12-3 1 0 0,3 1 12 0 0,0 0 1 0 0,0 2-1 0 0,-1 0 1 0 0,1 0 0 0 0,-1 2-1 0 0,1 0 1 0 0,-1 0-1 0 0,-23 6 1 0 0,25-2-487 0 0,-1-1 1 0 0,1 2-1 0 0,0 0 1 0 0,1 1-1 0 0,-1 0 0 0 0,1 1 1 0 0,1 0-1 0 0,-1 1 1 0 0,1 1-1 0 0,1 0 0 0 0,0 0 1 0 0,0 1-1 0 0,1 1 1 0 0,-8 12-1 0 0,-8 13-58 0 0,3 0 0 0 0,1 2 0 0 0,2 1 1 0 0,1 0-1 0 0,2 1 0 0 0,2 1 0 0 0,2 1 0 0 0,-13 80 0 0 0,20-84-32 0 0,2-1-1 0 0,2 1 0 0 0,1 0 1 0 0,2 0-1 0 0,2 0 1 0 0,1 0-1 0 0,3-1 0 0 0,0 1 1 0 0,3-2-1 0 0,18 50 1 0 0,-17-61-98 0 0,1-1 0 0 0,1-1 0 0 0,1 0 0 0 0,1 0 1 0 0,2-2-1 0 0,0 0 0 0 0,28 28 0 0 0,-29-34-153 0 0,1-2 1 0 0,1 0-1 0 0,0-1 0 0 0,1-1 0 0 0,0 0 1 0 0,1-2-1 0 0,0 0 0 0 0,0-1 0 0 0,38 11 0 0 0,-10-8 386 0 0,0-1 0 0 0,1-3-1 0 0,0-2 1 0 0,0-2 0 0 0,1-2 0 0 0,-1-2-1 0 0,1-3 1 0 0,58-10 0 0 0,-85 8 116 0 0,0-2 1 0 0,0 0-1 0 0,-1-2 1 0 0,0 0-1 0 0,0-2 1 0 0,-1 0-1 0 0,0-1 1 0 0,-1-1-1 0 0,21-19 1 0 0,-17 11-69 0 0,-1-1-1 0 0,-1 0 1 0 0,-2-2 0 0 0,0-1 0 0 0,-1 0-1 0 0,24-44 1 0 0,-26 36-44 0 0,-1 0-1 0 0,-2-1 1 0 0,-1-1-1 0 0,-2 0 1 0 0,-1-1-1 0 0,-2 0 1 0 0,-1 0 0 0 0,-2 0-1 0 0,-1-1 1 0 0,-2 0-1 0 0,-2 0 1 0 0,-7-62-1 0 0,4 82-105 0 0,0 0 1 0 0,-2 0-1 0 0,1 1 0 0 0,-2-1 0 0 0,0 1 0 0 0,-1 0 0 0 0,-1 1 0 0 0,0-1 1 0 0,-1 1-1 0 0,-1 1 0 0 0,0 0 0 0 0,-1 1 0 0 0,-1 0 0 0 0,0 0 1 0 0,0 1-1 0 0,-1 1 0 0 0,-1 0 0 0 0,0 1 0 0 0,0 0 0 0 0,-1 1 0 0 0,0 1 1 0 0,-1 0-1 0 0,0 1 0 0 0,0 1 0 0 0,0 0 0 0 0,-1 1 0 0 0,-33-5 0 0 0,31 7-176 0 0,-1 1-1 0 0,1 1 0 0 0,-1 0 0 0 0,1 2 1 0 0,-1 0-1 0 0,-19 4 0 0 0,27-3 28 0 0,0 1 0 0 0,0 0 1 0 0,1 1-1 0 0,0 0 0 0 0,0 1 0 0 0,0 0 0 0 0,0 1 0 0 0,1 0 1 0 0,0 1-1 0 0,-18 15 0 0 0,9-2-588 0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26.9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 3 3225 0 0,'0'0'111'0'0,"-1"-1"0"0"0,0 1 1 0 0,0 0-1 0 0,0-1 0 0 0,0 1 0 0 0,0 0 1 0 0,0 0-1 0 0,0 0 0 0 0,0 0 1 0 0,0 0-1 0 0,0 0 0 0 0,0 0 0 0 0,0 0 1 0 0,0 0-1 0 0,0 1 0 0 0,0-1 0 0 0,0 0 1 0 0,0 0-1 0 0,0 1 0 0 0,1-1 1 0 0,-1 1-1 0 0,0-1 0 0 0,0 1 0 0 0,0-1 1 0 0,0 1-1 0 0,0 0 0 0 0,-20 25 9692 0 0,21-26-9703 0 0,17 0 2513 0 0,24-9-805 0 0,-37 8-1342 0 0,18-4-65 0 0,1 1-1 0 0,-1 0 0 0 0,1 2 1 0 0,0 0-1 0 0,0 2 1 0 0,0 1-1 0 0,34 5 1 0 0,74 6-1452 0 0,-118-11 692 0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27.8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1 211 6913 0 0,'5'-14'1017'0'0,"1"0"0"0"0,0 1 0 0 0,1-1 0 0 0,1 1-1 0 0,0 1 1 0 0,15-19 0 0 0,-19 26-715 0 0,1-1 0 0 0,0 1 0 0 0,0 0 0 0 0,0 1-1 0 0,1-1 1 0 0,-1 1 0 0 0,1 0 0 0 0,0 0 0 0 0,0 1 0 0 0,1 0 0 0 0,-1 0 0 0 0,1 0 0 0 0,-1 1 0 0 0,1 0-1 0 0,13-2 1 0 0,-16 4-288 0 0,-1 0 0 0 0,1 1 0 0 0,-1-1-1 0 0,1 1 1 0 0,-1 0 0 0 0,1 0 0 0 0,-1 0-1 0 0,0 1 1 0 0,1-1 0 0 0,-1 1-1 0 0,0-1 1 0 0,4 4 0 0 0,39 31 64 0 0,-25-17-92 0 0,-3-5-174 0 0,0-1 0 0 0,0 0 0 0 0,2-2 1 0 0,-1 0-1 0 0,39 15 0 0 0,-52-24 245 0 0,0 0 0 0 0,0-1 0 0 0,1 1 1 0 0,-1-1-1 0 0,0 0 0 0 0,1-1 0 0 0,-1 0 0 0 0,0 0 1 0 0,1 0-1 0 0,-1-1 0 0 0,0 0 0 0 0,1 0 0 0 0,-1 0 1 0 0,0-1-1 0 0,0 0 0 0 0,0 0 0 0 0,0-1 0 0 0,0 1 1 0 0,-1-1-1 0 0,1-1 0 0 0,-1 1 0 0 0,0-1 0 0 0,1 0 1 0 0,7-8-1 0 0,-4 1 305 0 0,1 0-1 0 0,-2-1 1 0 0,9-14 0 0 0,-13 18-210 0 0,1-1 1 0 0,1 1 0 0 0,-1 0-1 0 0,1 1 1 0 0,0-1-1 0 0,1 1 1 0 0,0 1-1 0 0,0-1 1 0 0,14-9-1 0 0,-16 15-97 0 0,0-1-1 0 0,0 1 1 0 0,0-1-1 0 0,0 1 1 0 0,0 1-1 0 0,0-1 1 0 0,0 1-1 0 0,1 0 0 0 0,-1 0 1 0 0,0 1-1 0 0,6 0 1 0 0,-4 0-181 0 0,0 0 1 0 0,0-1-1 0 0,0 0 1 0 0,0 0-1 0 0,13-3 0 0 0,6-7-2549 0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28.2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3225 0 0,'0'1'125'0'0,"0"-1"1"0"0,0 1-1 0 0,-1 0 1 0 0,1-1-1 0 0,0 1 1 0 0,0-1-1 0 0,1 1 1 0 0,-1-1-1 0 0,0 1 1 0 0,0 0-1 0 0,0-1 1 0 0,0 1 0 0 0,0-1-1 0 0,1 1 1 0 0,-1-1-1 0 0,0 1 1 0 0,0-1-1 0 0,1 1 1 0 0,-1-1-1 0 0,0 1 1 0 0,1-1-1 0 0,-1 1 1 0 0,0-1-1 0 0,1 1 1 0 0,-1-1-1 0 0,1 0 1 0 0,-1 1-1 0 0,1-1 1 0 0,-1 0-1 0 0,1 1 1 0 0,-1-1-1 0 0,1 0 1 0 0,-1 0 0 0 0,1 0-1 0 0,-1 1 1 0 0,1-1-1 0 0,0 0 1 0 0,-1 0-1 0 0,1 0 1 0 0,-1 0-1 0 0,1 0 1 0 0,0 0-1 0 0,36 8 3495 0 0,-29-6-2853 0 0,11 2 835 0 0,0 1-1 0 0,-1 2 0 0 0,23 9 1 0 0,2 7-228 0 0,45 30-1 0 0,-50-28-1387 0 0,69 32-1 0 0,-55-42 103 0 0,-57-13 134 0 0,1 1 0 0 0,-1-1 1 0 0,1 1-1 0 0,-1 1 0 0 0,-6 6 0 0 0,4-4-286 0 0,-25 20 53 0 0,2 1-1 0 0,-28 32 1 0 0,15-5-6732 0 0,31-36-448 0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29.1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1 274 4609 0 0,'0'0'353'0'0,"24"7"5515"0"0,-17-7-5597 0 0,0 0 0 0 0,0-1 0 0 0,0 1 0 0 0,0-1 0 0 0,-1-1 0 0 0,1 1 0 0 0,0-1 0 0 0,0 0 0 0 0,-1-1 0 0 0,0 0 0 0 0,1 0 1 0 0,-1 0-1 0 0,0-1 0 0 0,0 1 0 0 0,-1-1 0 0 0,1-1 0 0 0,-1 1 0 0 0,0-1 0 0 0,0 0 0 0 0,0 0 0 0 0,-1-1 0 0 0,0 1 0 0 0,4-8 0 0 0,-4 7-25 0 0,0 0-1 0 0,0 0 1 0 0,-1-1 0 0 0,1 0 0 0 0,-2 1 0 0 0,1-1 0 0 0,-1 0-1 0 0,0 0 1 0 0,-1 0 0 0 0,1-1 0 0 0,-1 1 0 0 0,-1 0 0 0 0,1 0-1 0 0,-1-1 1 0 0,-1 1 0 0 0,1 0 0 0 0,-1-1 0 0 0,-1 1 0 0 0,1 0-1 0 0,-1 0 1 0 0,0 0 0 0 0,-4-7 0 0 0,5 12-252 0 0,0 0 1 0 0,0 0-1 0 0,0 0 0 0 0,0 0 1 0 0,0 0-1 0 0,0 0 1 0 0,-1 1-1 0 0,1-1 0 0 0,0 0 1 0 0,-1 1-1 0 0,0-1 0 0 0,1 1 1 0 0,-1 0-1 0 0,0-1 1 0 0,0 1-1 0 0,0 0 0 0 0,0 0 1 0 0,0 0-1 0 0,0 1 0 0 0,0-1 1 0 0,0 0-1 0 0,0 1 1 0 0,0-1-1 0 0,0 1 0 0 0,0 0 1 0 0,-1 0-1 0 0,1-1 1 0 0,0 1-1 0 0,0 1 0 0 0,0-1 1 0 0,-1 0-1 0 0,1 1 0 0 0,0-1 1 0 0,0 1-1 0 0,0-1 1 0 0,0 1-1 0 0,0 0 0 0 0,0 0 1 0 0,0 0-1 0 0,0 0 0 0 0,-3 3 1 0 0,-1 0-17 0 0,-1 1 1 0 0,1 0-1 0 0,0 1 1 0 0,0-1 0 0 0,1 1-1 0 0,0 1 1 0 0,0-1-1 0 0,0 1 1 0 0,1-1-1 0 0,-5 10 1 0 0,6-7 33 0 0,-1 0 0 0 0,1 1 0 0 0,0-1 0 0 0,1 1 0 0 0,0 0-1 0 0,1-1 1 0 0,0 1 0 0 0,1 0 0 0 0,-1 0 0 0 0,2 0 0 0 0,0 0 0 0 0,0 0 0 0 0,0 0 0 0 0,1-1 0 0 0,1 1 0 0 0,0-1 0 0 0,0 1 0 0 0,1-1 0 0 0,0 0 0 0 0,1 0 0 0 0,-1-1-1 0 0,2 1 1 0 0,-1-1 0 0 0,1 0 0 0 0,10 10 0 0 0,-9-11-15 0 0,0 1 0 0 0,1-1 1 0 0,0-1-1 0 0,0 1 0 0 0,1-1 0 0 0,-1-1 0 0 0,1 0 0 0 0,0 0 0 0 0,1-1 1 0 0,-1 0-1 0 0,1 0 0 0 0,0-1 0 0 0,0 0 0 0 0,0-1 0 0 0,0 0 0 0 0,1-1 0 0 0,-1 0 1 0 0,0 0-1 0 0,1-1 0 0 0,-1-1 0 0 0,1 0 0 0 0,-1 0 0 0 0,0-1 0 0 0,13-4 1 0 0,-8 1-814 0 0,-1 0 1 0 0,0-2 0 0 0,0 0 0 0 0,17-11 0 0 0,-9 3-773 0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29.4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25 9218 0 0,'-8'16'9315'0'0,"12"-17"-7740"0"0,42-15 1185 0 0,-28 9-3448 0 0,35-10-1 0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30.4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9218 0 0,'23'45'7059'0'0,"80"196"-2308"0"0,-103-241-4755 0 0,0 1-1 0 0,1 0 0 0 0,-1 0 1 0 0,0-1-1 0 0,1 1 0 0 0,-1 0 0 0 0,1 0 1 0 0,-1-1-1 0 0,0 1 0 0 0,1 0 0 0 0,0-1 1 0 0,-1 1-1 0 0,1-1 0 0 0,-1 1 0 0 0,1-1 1 0 0,0 1-1 0 0,-1-1 0 0 0,1 1 0 0 0,0-1 1 0 0,0 0-1 0 0,-1 1 0 0 0,1-1 0 0 0,0 0 1 0 0,0 1-1 0 0,0-1 0 0 0,-1 0 0 0 0,1 0 1 0 0,1 0-1 0 0,0 0-17 0 0,-1-1 0 0 0,0 0 0 0 0,1 1 0 0 0,-1-1 0 0 0,0 0 1 0 0,0 0-1 0 0,0 0 0 0 0,1 0 0 0 0,-1 0 0 0 0,0 0 0 0 0,0 0 0 0 0,0 0 0 0 0,0 0 0 0 0,1-3 1 0 0,6-9-220 0 0,-1 0 0 0 0,9-24 0 0 0,-10 22 117 0 0,16-39-309 0 0,-14 33 488 0 0,1 0-1 0 0,17-30 1 0 0,-26 50 1 0 0,1 0 0 0 0,0 0 0 0 0,-1 0 1 0 0,1 0-1 0 0,0 0 0 0 0,-1 0 0 0 0,1 1 0 0 0,0-1 0 0 0,0 0 1 0 0,0 0-1 0 0,0 1 0 0 0,0-1 0 0 0,0 0 0 0 0,0 1 0 0 0,0-1 1 0 0,0 1-1 0 0,0-1 0 0 0,0 1 0 0 0,0 0 0 0 0,0-1 1 0 0,0 1-1 0 0,1 0 0 0 0,-1 0 0 0 0,0 0 0 0 0,0 0 0 0 0,0 0 1 0 0,0 0-1 0 0,0 0 0 0 0,1 0 0 0 0,-1 0 0 0 0,0 1 0 0 0,0-1 1 0 0,0 0-1 0 0,0 1 0 0 0,0-1 0 0 0,0 1 0 0 0,0-1 1 0 0,0 1-1 0 0,0 0 0 0 0,0-1 0 0 0,0 1 0 0 0,0 0 0 0 0,0 0 1 0 0,0-1-1 0 0,-1 1 0 0 0,1 0 0 0 0,0 0 0 0 0,1 2 0 0 0,5 6 14 0 0,0 0 0 0 0,-1 0-1 0 0,10 19 1 0 0,-14-24-39 0 0,17 42 53 0 0,-16-37-68 0 0,0-1 0 0 0,0 0 0 0 0,0 0 0 0 0,1 0 0 0 0,0 0 0 0 0,1-1 0 0 0,9 13 0 0 0,-13-19-24 0 0,0-1 1 0 0,-1 1 0 0 0,1-1-1 0 0,0 1 1 0 0,-1-1-1 0 0,1 0 1 0 0,0 1 0 0 0,0-1-1 0 0,0 0 1 0 0,-1 1-1 0 0,1-1 1 0 0,0 0 0 0 0,0 0-1 0 0,0 0 1 0 0,0 0-1 0 0,-1 1 1 0 0,1-1 0 0 0,0-1-1 0 0,0 1 1 0 0,0 0-1 0 0,0 0 1 0 0,0 0 0 0 0,-1 0-1 0 0,1 0 1 0 0,0-1-1 0 0,0 1 1 0 0,0 0 0 0 0,-1-1-1 0 0,1 1 1 0 0,0-1 0 0 0,-1 1-1 0 0,1-1 1 0 0,0 1-1 0 0,-1-1 1 0 0,1 1 0 0 0,0-1-1 0 0,-1 0 1 0 0,1 1-1 0 0,-1-1 1 0 0,1 0 0 0 0,-1 0-1 0 0,1 1 1 0 0,-1-1-1 0 0,1-1 1 0 0,21-44-115 0 0,-18 36-34 0 0,5-8 76 0 0,0 0-1 0 0,1 0 1 0 0,18-23-1 0 0,-25 36 65 0 0,1 0 0 0 0,0 0 0 0 0,0 1 0 0 0,1 0 0 0 0,-1 0 0 0 0,1 0 0 0 0,0 0 0 0 0,0 1 0 0 0,0-1 0 0 0,0 1 1 0 0,0 1-1 0 0,1-1 0 0 0,0 1 0 0 0,-1 0 0 0 0,1 0 0 0 0,7-1 0 0 0,-11 3 39 0 0,1 0 0 0 0,0 0 0 0 0,-1 1 0 0 0,1-1 1 0 0,-1 1-1 0 0,1-1 0 0 0,-1 1 0 0 0,1 0 0 0 0,-1 0 0 0 0,0 0 1 0 0,1 0-1 0 0,-1 0 0 0 0,0 1 0 0 0,0-1 0 0 0,0 1 1 0 0,0 0-1 0 0,0-1 0 0 0,0 1 0 0 0,0 0 0 0 0,0 0 1 0 0,-1 0-1 0 0,3 4 0 0 0,4 7 254 0 0,0 0-1 0 0,11 27 1 0 0,-5-10-112 0 0,22 27-379 0 0,-6-12-2894 0 0,-22-31 1869 0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30.6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 3225 0 0,'0'2'525'0'0,"1"1"0"0"0,-1 0 0 0 0,1 0 1 0 0,-1-1-1 0 0,0 1 0 0 0,0 0 0 0 0,0 0 1 0 0,0 0-1 0 0,0-1 0 0 0,-2 5 0 0 0,1 3 392 0 0,1 1-284 0 0,0 1 0 0 0,0-1 0 0 0,1 1 0 0 0,1-1 0 0 0,0 0 0 0 0,0 1 0 0 0,1-1 0 0 0,0-1 0 0 0,7 14 0 0 0,-9-20-501 0 0,2 0-1 0 0,-1 0 0 0 0,0-1 0 0 0,1 1 1 0 0,0-1-1 0 0,-1 1 0 0 0,1-1 0 0 0,0 0 1 0 0,1 0-1 0 0,-1-1 0 0 0,1 1 0 0 0,-1-1 1 0 0,1 1-1 0 0,0-1 0 0 0,0 0 0 0 0,0-1 1 0 0,0 1-1 0 0,0-1 0 0 0,0 1 0 0 0,0-1 1 0 0,0 0-1 0 0,1-1 0 0 0,-1 1 0 0 0,0-1 1 0 0,1 0-1 0 0,-1 0 0 0 0,6-1 0 0 0,-5 1-40 0 0,0-1 0 0 0,-1 0 0 0 0,1 0 0 0 0,0 0 0 0 0,-1 0 0 0 0,1-1 0 0 0,-1 0 0 0 0,1 0 0 0 0,-1 0 0 0 0,0 0 0 0 0,0-1 0 0 0,0 0 0 0 0,0 0 0 0 0,0 0 0 0 0,-1 0 0 0 0,1 0 0 0 0,-1-1 0 0 0,0 0 0 0 0,4-5 0 0 0,-5 6-64 0 0,-1 0 1 0 0,1-1-1 0 0,-1 1 0 0 0,1-1 0 0 0,-1 1 0 0 0,0-1 1 0 0,0 1-1 0 0,-1-1 0 0 0,1 0 0 0 0,-1 1 0 0 0,0-1 1 0 0,0 0-1 0 0,0 0 0 0 0,0 1 0 0 0,-1-1 0 0 0,1 0 1 0 0,-1 1-1 0 0,0-1 0 0 0,0 1 0 0 0,-1-1 0 0 0,1 1 1 0 0,-1-1-1 0 0,1 1 0 0 0,-1 0 0 0 0,-3-4 0 0 0,0 0-165 0 0,1 1 0 0 0,-2-1 0 0 0,1 1 0 0 0,-1 0 0 0 0,0 1 0 0 0,0-1 0 0 0,0 1 0 0 0,-1 1 0 0 0,0-1 0 0 0,0 1 0 0 0,0 0 0 0 0,0 1 0 0 0,-1 0 0 0 0,1 0 0 0 0,-11-3 0 0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31.0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77 7370 0 0,'21'12'8935'0'0,"39"31"-4207"0"0,-16-11-3254 0 0,-40-29-1375 0 0,19 12 503 0 0,-23-14-593 0 0,1-1 0 0 0,0 1 0 0 0,-1-1 1 0 0,1 0-1 0 0,0 1 0 0 0,0-1 0 0 0,-1 1 0 0 0,1-1 1 0 0,0 0-1 0 0,0 0 0 0 0,0 1 0 0 0,-1-1 1 0 0,1 0-1 0 0,0 0 0 0 0,0 0 0 0 0,0 0 0 0 0,0 0 1 0 0,0 0-1 0 0,-1 0 0 0 0,1 0 0 0 0,0 0 1 0 0,0-1-1 0 0,1 1 0 0 0,-2-3 45 0 0,1 1-1 0 0,-1-1 1 0 0,1 1-1 0 0,-1-1 1 0 0,0 1-1 0 0,0-1 1 0 0,0 1-1 0 0,0-1 1 0 0,-1 0-1 0 0,1 1 1 0 0,-1-1-1 0 0,1 1 1 0 0,-1 0-1 0 0,-1-3 1 0 0,-1-6-244 0 0,2 0 79 0 0,0-1-1 0 0,1 1 0 0 0,0 0 0 0 0,0 0 0 0 0,3-12 0 0 0,5-10-6127 0 0,1 10-1123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31.2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0 13827 0 0,'-2'17'2097'0'0,"1"-1"0"0"0,2 30 0 0 0,0 16 84 0 0,-6-23-1557 0 0,3-24-856 0 0,0 0 0 0 0,1 0-1 0 0,0-1 1 0 0,1 1 0 0 0,3 19 0 0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31.3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 11058 0 0,'-1'-8'5970'0'0,"2"12"-5154"0"0,1 2-88 0 0,1 3-24 0 0,-2 4 0 0 0,-1 0-848 0 0,1 1-176 0 0,3 0-32 0 0,1-2 0 0 0,3 1 256 0 0,0-4 96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31.7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12931 0 0,'3'0'160'0'0,"0"1"0"0"0,0 0 0 0 0,0 0 0 0 0,-1 0 1 0 0,1 1-1 0 0,0-1 0 0 0,-1 1 0 0 0,1-1 0 0 0,-1 1 0 0 0,1 0 1 0 0,-1 0-1 0 0,0 0 0 0 0,0 0 0 0 0,0 1 0 0 0,0-1 0 0 0,0 0 0 0 0,-1 1 1 0 0,3 3-1 0 0,27 51 2559 0 0,-22-34-2344 0 0,-7-18-372 0 0,0 1 0 0 0,-1-1 0 0 0,2 0 0 0 0,-1 0 1 0 0,0-1-1 0 0,1 1 0 0 0,0 0 0 0 0,0-1 0 0 0,4 5 0 0 0,-6-10-23 0 0,-1 1 1 0 0,1 0-1 0 0,-1 0 0 0 0,0 0 1 0 0,1-1-1 0 0,-1 1 1 0 0,0 0-1 0 0,1 0 0 0 0,-1-1 1 0 0,0 1-1 0 0,1 0 0 0 0,-1-1 1 0 0,0 1-1 0 0,0-1 1 0 0,1 1-1 0 0,-1 0 0 0 0,0-1 1 0 0,0 1-1 0 0,0-1 1 0 0,1 1-1 0 0,-1 0 0 0 0,0-1 1 0 0,0 1-1 0 0,0-1 1 0 0,0 1-1 0 0,0-1 0 0 0,0 1 1 0 0,0 0-1 0 0,0-1 1 0 0,0 0-1 0 0,4-22-735 0 0,-3 19 679 0 0,0 1 85 0 0,13-58 1795 0 0,-13 57-1683 0 0,1 1 1 0 0,-1-1-1 0 0,0 1 1 0 0,1-1-1 0 0,-1 1 0 0 0,1 0 1 0 0,0 0-1 0 0,0 0 0 0 0,1 0 1 0 0,-1 0-1 0 0,0 0 1 0 0,1 1-1 0 0,0-1 0 0 0,4-2 1 0 0,-6 4-85 0 0,-1 1 1 0 0,1 0-1 0 0,0 0 0 0 0,-1 0 1 0 0,1 0-1 0 0,-1 0 0 0 0,1 0 1 0 0,0 0-1 0 0,-1 0 1 0 0,1 0-1 0 0,-1 0 0 0 0,1 1 1 0 0,0-1-1 0 0,-1 0 0 0 0,1 0 1 0 0,-1 0-1 0 0,1 1 0 0 0,-1-1 1 0 0,1 0-1 0 0,-1 1 1 0 0,1-1-1 0 0,-1 1 0 0 0,1-1 1 0 0,-1 0-1 0 0,1 1 0 0 0,-1-1 1 0 0,0 1-1 0 0,1-1 0 0 0,-1 1 1 0 0,0-1-1 0 0,1 1 1 0 0,-1-1-1 0 0,0 2 0 0 0,13 27 183 0 0,-5-12-122 0 0,-6-13-285 0 0,1-1-1 0 0,-1 0 0 0 0,1 0 1 0 0,0 0-1 0 0,0-1 1 0 0,0 1-1 0 0,0-1 0 0 0,1 1 1 0 0,-1-1-1 0 0,1 0 1 0 0,4 1-1 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32.0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74 63 8290 0 0,'1'-7'-66'0'0,"1"-23"2301"0"0,-2 28-1908 0 0,0 1 0 0 0,0 0 1 0 0,0-1-1 0 0,-1 1 0 0 0,1 0 0 0 0,0-1 0 0 0,-1 1 0 0 0,1 0 1 0 0,-1 0-1 0 0,1-1 0 0 0,-1 1 0 0 0,1 0 0 0 0,-1 0 0 0 0,0 0 0 0 0,0 0 1 0 0,1 0-1 0 0,-1 0 0 0 0,0 0 0 0 0,-2-1 0 0 0,3 2-195 0 0,-1 0 1 0 0,0-1-1 0 0,0 1 0 0 0,0 0 0 0 0,0 0 0 0 0,1 0 0 0 0,-1 1 0 0 0,0-1 0 0 0,0 0 0 0 0,0 0 1 0 0,1 0-1 0 0,-1 1 0 0 0,0-1 0 0 0,0 0 0 0 0,1 1 0 0 0,-1-1 0 0 0,0 0 0 0 0,1 1 0 0 0,-1-1 1 0 0,0 1-1 0 0,1-1 0 0 0,-1 1 0 0 0,0 0 0 0 0,1-1 0 0 0,-1 1 0 0 0,1-1 0 0 0,-1 1 1 0 0,1 0-1 0 0,0 0 0 0 0,-1-1 0 0 0,1 1 0 0 0,0 0 0 0 0,-1 0 0 0 0,-14 30-91 0 0,14-29 125 0 0,-4 10-194 0 0,1 0 1 0 0,0 0 0 0 0,0 0-1 0 0,1 1 1 0 0,-1 17 0 0 0,3-27-103 0 0,1 0-1 0 0,-1 0 1 0 0,1 0 0 0 0,0 0 0 0 0,0 0 0 0 0,0 0 0 0 0,1 1 0 0 0,-1-1 0 0 0,1 0-1 0 0,0 0 1 0 0,0 0 0 0 0,0 0 0 0 0,0 0 0 0 0,0 0 0 0 0,0-1 0 0 0,1 1 0 0 0,0 0-1 0 0,-1-1 1 0 0,1 1 0 0 0,0-1 0 0 0,0 1 0 0 0,1-1 0 0 0,-1 0 0 0 0,0 0 0 0 0,1 0-1 0 0,-1 0 1 0 0,5 2 0 0 0,-5-4 50 0 0,-1 1 0 0 0,1-1 0 0 0,0 0 0 0 0,-1 1-1 0 0,1-1 1 0 0,0 0 0 0 0,0 0 0 0 0,-1-1 0 0 0,1 1 0 0 0,0 0-1 0 0,0 0 1 0 0,-1-1 0 0 0,1 1 0 0 0,0-1 0 0 0,-1 1 0 0 0,1-1 0 0 0,-1 0-1 0 0,1 0 1 0 0,-1 0 0 0 0,2-1 0 0 0,33-27 329 0 0,-20 16 65 0 0,-11 9-174 0 0,0 0 1 0 0,0 1-1 0 0,1 0 0 0 0,-1 0 1 0 0,1 0-1 0 0,0 0 1 0 0,0 1-1 0 0,0 0 0 0 0,0 1 1 0 0,0-1-1 0 0,0 1 1 0 0,0 0-1 0 0,11 0 0 0 0,-14 2-43 0 0,0-1-1 0 0,1 1 0 0 0,-1-1 1 0 0,0 1-1 0 0,0 0 0 0 0,0 1 1 0 0,0-1-1 0 0,0 0 0 0 0,0 1 0 0 0,0 0 1 0 0,0-1-1 0 0,0 1 0 0 0,-1 0 1 0 0,1 0-1 0 0,-1 1 0 0 0,1-1 1 0 0,-1 1-1 0 0,0-1 0 0 0,0 1 1 0 0,0 0-1 0 0,0-1 0 0 0,-1 1 1 0 0,1 0-1 0 0,-1 0 0 0 0,0 0 1 0 0,0 0-1 0 0,1 4 0 0 0,3 10 14 0 0,-2 0 1 0 0,0 1-1 0 0,-1-1 0 0 0,-1 0 0 0 0,-1 1 1 0 0,0-1-1 0 0,-1 0 0 0 0,-1 1 0 0 0,-1-1 0 0 0,0 0 1 0 0,-1 0-1 0 0,-1-1 0 0 0,-7 18 0 0 0,10-29-186 0 0,-1 0 0 0 0,1-1-1 0 0,-1 1 1 0 0,-1 0 0 0 0,1-1-1 0 0,-7 8 1 0 0,-7 1-5751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32.8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112 9 17052 0 0,'-1'-1'80'0'0,"0"0"1"0"0,1 1-1 0 0,-1-1 0 0 0,0 0 1 0 0,0 1-1 0 0,0-1 1 0 0,0 0-1 0 0,0 1 1 0 0,0-1-1 0 0,0 1 0 0 0,0 0 1 0 0,0-1-1 0 0,0 1 1 0 0,0 0-1 0 0,0 0 1 0 0,0-1-1 0 0,0 1 0 0 0,-1 0 1 0 0,1 0-1 0 0,0 0 1 0 0,0 0-1 0 0,0 0 1 0 0,0 1-1 0 0,0-1 0 0 0,0 0 1 0 0,0 0-1 0 0,0 1 1 0 0,0-1-1 0 0,0 1 1 0 0,0-1-1 0 0,0 1 0 0 0,0-1 1 0 0,0 1-1 0 0,-2 1 1 0 0,0 0 85 0 0,-1 0-1 0 0,1 1 1 0 0,0-1 0 0 0,0 1 0 0 0,0 0-1 0 0,0 0 1 0 0,1 0 0 0 0,-1 0 0 0 0,-1 4 0 0 0,-4 9 7 0 0,1 0 1 0 0,2 1 0 0 0,-1 0 0 0 0,2 0 0 0 0,0 0 0 0 0,-2 34 0 0 0,3 107 89 0 0,4-129-132 0 0,1-1 1 0 0,11 48 0 0 0,-11-66-379 0 0,1 0 1 0 0,0 0-1 0 0,0-1 1 0 0,1 0 0 0 0,1 1-1 0 0,0-1 1 0 0,0-1 0 0 0,0 1-1 0 0,1-1 1 0 0,1 0-1 0 0,7 8 1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33.0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1 102 3681 0 0,'-1'-9'5869'0'0,"2"8"-5772"0"0,23-12 2615 0 0,33-7-993 0 0,113-33-6166 0 0,-149 48 4410 0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33.2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74 11058 0 0,'0'1'164'0'0,"-1"0"-1"0"0,1 1 1 0 0,0-1-1 0 0,0 0 1 0 0,-1 0 0 0 0,1 1-1 0 0,0-1 1 0 0,0 0-1 0 0,0 0 1 0 0,0 1-1 0 0,1-1 1 0 0,-1 0-1 0 0,0 0 1 0 0,0 1-1 0 0,1-1 1 0 0,-1 0-1 0 0,1 0 1 0 0,-1 0-1 0 0,1 1 1 0 0,-1-1-1 0 0,1 0 1 0 0,0 0-1 0 0,0 0 1 0 0,-1 0-1 0 0,1 0 1 0 0,0 0 0 0 0,0 0-1 0 0,0-1 1 0 0,0 1-1 0 0,0 0 1 0 0,0 0-1 0 0,0-1 1 0 0,3 2-1 0 0,48 28 2700 0 0,-37-22-2038 0 0,0 0-198 0 0,0 1 1 0 0,15 13 0 0 0,-27-19-587 0 0,0-1 1 0 0,1 1-1 0 0,-1 0 0 0 0,0 0 1 0 0,-1 1-1 0 0,1-1 1 0 0,-1 0-1 0 0,1 1 1 0 0,-1 0-1 0 0,0 0 0 0 0,0-1 1 0 0,-1 1-1 0 0,1 0 1 0 0,1 7-1 0 0,-3-11-26 0 0,0 0 0 0 0,0 1 0 0 0,0-1 0 0 0,0 0 0 0 0,0 0 0 0 0,1 0 0 0 0,-1 1-1 0 0,0-1 1 0 0,0 0 0 0 0,0 0 0 0 0,0 1 0 0 0,0-1 0 0 0,0 0 0 0 0,0 0 0 0 0,0 1 0 0 0,0-1 0 0 0,0 0 0 0 0,0 0-1 0 0,0 1 1 0 0,0-1 0 0 0,0 0 0 0 0,0 0 0 0 0,-1 0 0 0 0,1 1 0 0 0,0-1 0 0 0,0 0 0 0 0,0 0 0 0 0,0 1-1 0 0,0-1 1 0 0,0 0 0 0 0,-1 0 0 0 0,1 0 0 0 0,0 0 0 0 0,0 1 0 0 0,0-1 0 0 0,0 0 0 0 0,-1 0 0 0 0,1 0 0 0 0,0 0-1 0 0,0 0 1 0 0,-1 0 0 0 0,1 1 0 0 0,-10-8 319 0 0,-8-16 144 0 0,14 16-534 0 0,2-1 1 0 0,-1 1-1 0 0,1-1 1 0 0,1 0 0 0 0,-1 0-1 0 0,1 0 1 0 0,1 0-1 0 0,-1 0 1 0 0,1 0 0 0 0,1 0-1 0 0,-1-1 1 0 0,2 1-1 0 0,-1 1 1 0 0,1-1 0 0 0,0 0-1 0 0,0 0 1 0 0,1 1-1 0 0,0-1 1 0 0,1 1 0 0 0,0 0-1 0 0,0 0 1 0 0,0 0-1 0 0,1 0 1 0 0,0 1 0 0 0,10-11-1 0 0,7-1-777 0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33.7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85 3 8754 0 0,'-2'-1'318'0'0,"-1"1"0"0"0,0-1 0 0 0,1 1 0 0 0,-1 0 0 0 0,0 0 0 0 0,1 0 0 0 0,-1 0 0 0 0,0 0 0 0 0,0 0 0 0 0,1 1 0 0 0,-1-1 0 0 0,0 1 0 0 0,1 0 0 0 0,-1 0 0 0 0,1 0 0 0 0,-1 0 0 0 0,1 0 0 0 0,-1 1 0 0 0,1-1 0 0 0,0 1 0 0 0,0 0 0 0 0,0-1 0 0 0,0 1 0 0 0,0 0 0 0 0,0 0 0 0 0,0 0 0 0 0,0 0 0 0 0,1 1 0 0 0,-2 1 0 0 0,1 0-151 0 0,0-1 0 0 0,1 1 0 0 0,-1-1 0 0 0,1 1 0 0 0,0 0 0 0 0,0 0 0 0 0,0-1 0 0 0,1 1 0 0 0,-1 0 0 0 0,1 0 0 0 0,0 0 0 0 0,0 0 0 0 0,0 0 0 0 0,1-1 0 0 0,-1 1 0 0 0,1 0 0 0 0,0 0 0 0 0,0 0 0 0 0,3 6 0 0 0,1-1-84 0 0,0 0 0 0 0,0-1-1 0 0,1 0 1 0 0,0 0 0 0 0,1 0 0 0 0,10 10-1 0 0,-14-15-57 0 0,0 0 0 0 0,0-1 0 0 0,0 0-1 0 0,0 1 1 0 0,0-1 0 0 0,0 0 0 0 0,1 0-1 0 0,-1-1 1 0 0,0 1 0 0 0,1-1 0 0 0,0 0-1 0 0,-1 1 1 0 0,1-2 0 0 0,0 1-1 0 0,0 0 1 0 0,-1-1 0 0 0,1 0 0 0 0,0 1-1 0 0,0-2 1 0 0,4 1 0 0 0,-6-1-23 0 0,0 0 0 0 0,-1 0 1 0 0,1 0-1 0 0,-1 1 0 0 0,1-2 0 0 0,-1 1 1 0 0,1 0-1 0 0,-1 0 0 0 0,0 0 1 0 0,1-1-1 0 0,-1 1 0 0 0,0 0 0 0 0,0-1 1 0 0,0 1-1 0 0,0-1 0 0 0,0 0 0 0 0,-1 1 1 0 0,1-1-1 0 0,0 0 0 0 0,-1 1 0 0 0,1-1 1 0 0,-1 0-1 0 0,0 0 0 0 0,1 1 1 0 0,-1-1-1 0 0,0 0 0 0 0,0 0 0 0 0,0 0 1 0 0,-1-2-1 0 0,1-4 4 0 0,0 0 0 0 0,-1 0 0 0 0,-1 0 0 0 0,1 0 0 0 0,-4-10 0 0 0,1 8-650 0 0,0-1 0 0 0,-1 1 0 0 0,0-1 0 0 0,0 1 0 0 0,-10-13 0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34.2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1 104 9674 0 0,'7'0'1092'0'0,"1"0"1"0"0,-1 1-1 0 0,1-1 0 0 0,-1 2 0 0 0,1-1 1 0 0,-1 1-1 0 0,0 0 0 0 0,0 0 0 0 0,11 6 1 0 0,-15-6-997 0 0,0 0 1 0 0,0 0-1 0 0,0 0 0 0 0,-1 0 1 0 0,1 0-1 0 0,-1 1 1 0 0,1 0-1 0 0,-1-1 1 0 0,0 1-1 0 0,0 0 1 0 0,0 0-1 0 0,-1 0 1 0 0,1 0-1 0 0,-1 0 1 0 0,1 1-1 0 0,-1-1 1 0 0,0 0-1 0 0,0 1 1 0 0,-1-1-1 0 0,1 1 1 0 0,-1-1-1 0 0,1 5 1 0 0,-1 7-77 0 0,-1-11-15 0 0,1 0-1 0 0,0 0 0 0 0,0 0 1 0 0,0 0-1 0 0,1 0 0 0 0,-1 0 1 0 0,1 0-1 0 0,0 0 0 0 0,0 0 1 0 0,0 0-1 0 0,1 0 1 0 0,2 5-1 0 0,-4-9-6 0 0,1 0 1 0 0,-1 0-1 0 0,1 0 1 0 0,0 0-1 0 0,-1 0 1 0 0,1-1-1 0 0,-1 1 1 0 0,1 0-1 0 0,-1 0 1 0 0,1 0-1 0 0,-1 0 1 0 0,1-1-1 0 0,-1 1 0 0 0,1 0 1 0 0,-1 0-1 0 0,0-1 1 0 0,1 1-1 0 0,-1 0 1 0 0,1-1-1 0 0,-1 1 1 0 0,0 0-1 0 0,1-1 1 0 0,-1 1-1 0 0,0-1 1 0 0,1 1-1 0 0,-1-1 1 0 0,0 1-1 0 0,0-1 0 0 0,1 1 1 0 0,-1-1-1 0 0,0 1 1 0 0,0-1-1 0 0,0 1 1 0 0,0-1-1 0 0,0 1 1 0 0,1-2-1 0 0,9-25-112 0 0,-9 25 93 0 0,8-25-257 0 0,2 0 0 0 0,23-40 0 0 0,-29 58 271 0 0,1-1 0 0 0,0 1 0 0 0,1 1 0 0 0,0-1-1 0 0,1 1 1 0 0,-1 0 0 0 0,2 1 0 0 0,-1 0 0 0 0,18-12-1 0 0,-24 18 22 0 0,-1 0-1 0 0,0 1 1 0 0,0-1 0 0 0,1 0-1 0 0,-1 1 1 0 0,1-1-1 0 0,-1 1 1 0 0,0 0-1 0 0,1-1 1 0 0,-1 1 0 0 0,1 0-1 0 0,-1 0 1 0 0,1 0-1 0 0,-1 0 1 0 0,1 0-1 0 0,-1 0 1 0 0,0 0 0 0 0,1 0-1 0 0,-1 1 1 0 0,1-1-1 0 0,-1 1 1 0 0,0-1-1 0 0,1 1 1 0 0,-1-1 0 0 0,0 1-1 0 0,1 0 1 0 0,-1 0-1 0 0,0-1 1 0 0,0 1-1 0 0,0 0 1 0 0,0 0 0 0 0,0 0-1 0 0,0 0 1 0 0,0 1-1 0 0,0-1 1 0 0,0 0-1 0 0,1 2 1 0 0,3 6 78 0 0,-1 0 1 0 0,0 1-1 0 0,0-1 1 0 0,3 17-1 0 0,1 0-88 0 0,-2-12-10 0 0,1-1 0 0 0,0 0 0 0 0,1 0 0 0 0,1 0 0 0 0,16 18 0 0 0,-27-36 15 0 0,0 0 0 0 0,0 0-1 0 0,1-1 1 0 0,0 1 0 0 0,0 0 0 0 0,1 0 0 0 0,-1-1 0 0 0,1 1 0 0 0,0 0-1 0 0,0-1 1 0 0,1 1 0 0 0,0 0 0 0 0,2-9 0 0 0,-3 10-4 0 0,1 0 0 0 0,0 0 0 0 0,0 0 1 0 0,0 1-1 0 0,0-1 0 0 0,0 0 0 0 0,1 1 0 0 0,0-1 0 0 0,-1 1 1 0 0,1-1-1 0 0,1 1 0 0 0,-1 0 0 0 0,0 0 0 0 0,1 0 0 0 0,0 0 1 0 0,-1 0-1 0 0,1 1 0 0 0,0-1 0 0 0,0 1 0 0 0,1 0 0 0 0,-1 0 1 0 0,0 0-1 0 0,6-2 0 0 0,-7 4 22 0 0,0 0 0 0 0,0 0 1 0 0,0 0-1 0 0,0 0 0 0 0,0 1 0 0 0,0-1 1 0 0,0 1-1 0 0,0-1 0 0 0,0 1 0 0 0,0-1 1 0 0,-1 1-1 0 0,1 0 0 0 0,0 0 0 0 0,0 0 0 0 0,0 0 1 0 0,-1 1-1 0 0,1-1 0 0 0,-1 0 0 0 0,1 1 1 0 0,-1-1-1 0 0,1 1 0 0 0,-1-1 0 0 0,0 1 1 0 0,0-1-1 0 0,0 1 0 0 0,0 0 0 0 0,2 3 1 0 0,-2-3-108 0 0,0 1 1 0 0,0-1-1 0 0,1 0 1 0 0,-1 0-1 0 0,1 0 1 0 0,-1 0-1 0 0,1 0 1 0 0,0 0 0 0 0,0-1-1 0 0,0 1 1 0 0,0-1-1 0 0,0 1 1 0 0,0-1-1 0 0,0 1 1 0 0,1-1 0 0 0,-1 0-1 0 0,0 0 1 0 0,1-1-1 0 0,-1 1 1 0 0,5 1-1 0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35.4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0 3225 0 0,'-6'8'10759'0'0,"4"10"-6702"0"0,3 25-3318 0 0,-1-36 333 0 0,1 46-617 0 0,3-1 0 0 0,1 0 0 0 0,15 59-1 0 0,-17-96-1209 0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35.7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0 112 11522 0 0,'5'2'354'0'0,"-1"0"-1"0"0,1 0 0 0 0,-1 0 1 0 0,0 1-1 0 0,0-1 0 0 0,1 1 1 0 0,-2 0-1 0 0,1 0 0 0 0,0 1 0 0 0,-1-1 1 0 0,6 8-1 0 0,4 2 297 0 0,16 13 198 0 0,1-1 0 0 0,49 31 1 0 0,-65-47-506 0 0,0-1 0 0 0,0-1 0 0 0,1 0 0 0 0,0-1 0 0 0,1-1 0 0 0,-1 0 0 0 0,1-1 1 0 0,27 4-1 0 0,-39-8-294 0 0,-1 0 0 0 0,1 0 0 0 0,0 0 0 0 0,-1 0 0 0 0,1 0 0 0 0,-1-1 0 0 0,1 1 0 0 0,-1-1 0 0 0,1 0 1 0 0,-1 0-1 0 0,1-1 0 0 0,-1 1 0 0 0,0-1 0 0 0,1 0 0 0 0,-1 1 0 0 0,0-1 0 0 0,0-1 0 0 0,3-2 0 0 0,-3 2 16 0 0,0-1 0 0 0,0 0-1 0 0,0-1 1 0 0,0 1-1 0 0,-1-1 1 0 0,1 1-1 0 0,-1-1 1 0 0,0 0 0 0 0,0 1-1 0 0,-1-1 1 0 0,2-8-1 0 0,-1-2 26 0 0,0 0 0 0 0,-2-1-1 0 0,1 1 1 0 0,-2 0-1 0 0,0 0 1 0 0,-1 0 0 0 0,-6-24-1 0 0,5 25-271 0 0,0 8-37 0 0,1 1-1 0 0,1-1 1 0 0,-1 0-1 0 0,1 0 1 0 0,0 0-1 0 0,0 0 0 0 0,1 0 1 0 0,0 0-1 0 0,0 0 1 0 0,0 0-1 0 0,1 0 1 0 0,0 0-1 0 0,1-6 1 0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36.1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42 7834 0 0,'-3'-11'-827'0'0,"-5"-20"11581"0"0,12 49-7553 0 0,46 174-890 0 0,10 38-4189 0 0,-55-206-5794 0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36.5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0 213 2761 0 0,'8'-5'545'0'0,"0"-1"-1"0"0,0 1 1 0 0,1 1 0 0 0,0 0 0 0 0,0 0 0 0 0,0 0 0 0 0,10-1 0 0 0,7-5 386 0 0,67-25 2941 0 0,111-27-1 0 0,-117 35-2649 0 0,14-4 30 0 0,-88 28-856 0 0,0 1 0 0 0,0 0 1 0 0,1 1-1 0 0,-1 0 0 0 0,22 2 1 0 0,-34-1-350 0 0,-1 0 0 0 0,0 0 0 0 0,1 0 1 0 0,-1 0-1 0 0,0 0 0 0 0,1 0 0 0 0,-1 0 1 0 0,0 0-1 0 0,1 0 0 0 0,-1 1 0 0 0,0-1 1 0 0,0 0-1 0 0,1 0 0 0 0,-1 0 0 0 0,0 0 1 0 0,0 1-1 0 0,1-1 0 0 0,-1 0 0 0 0,0 0 1 0 0,0 0-1 0 0,1 1 0 0 0,-1-1 0 0 0,0 0 0 0 0,0 0 1 0 0,0 1-1 0 0,1-1 0 0 0,-1 0 0 0 0,0 1 1 0 0,0-1-1 0 0,0 0 0 0 0,0 0 0 0 0,0 1 1 0 0,0 0-1 0 0,-4 12 620 0 0,-20 17-544 0 0,18-22 64 0 0,3-3-178 0 0,0 0-1 0 0,0 0 1 0 0,0 1 0 0 0,1-1-1 0 0,0 1 1 0 0,0 0 0 0 0,1-1 0 0 0,0 1-1 0 0,0 0 1 0 0,0 0 0 0 0,0 0-1 0 0,1 0 1 0 0,0 0 0 0 0,0 0 0 0 0,1 0-1 0 0,0 0 1 0 0,2 9 0 0 0,-2-10-10 0 0,1 0 0 0 0,-1 0 1 0 0,1-1-1 0 0,0 1 1 0 0,0-1-1 0 0,0 1 1 0 0,1-1-1 0 0,0 0 0 0 0,-1 0 1 0 0,2 0-1 0 0,-1 0 1 0 0,0 0-1 0 0,1-1 1 0 0,-1 1-1 0 0,1-1 0 0 0,0 0 1 0 0,0 0-1 0 0,1 0 1 0 0,-1-1-1 0 0,1 0 1 0 0,6 3-1 0 0,-9-4 3 0 0,0 0 0 0 0,0 0 0 0 0,1-1 0 0 0,-1 1 0 0 0,0-1 1 0 0,0 1-1 0 0,1-1 0 0 0,-1 0 0 0 0,0 0 0 0 0,1 0 0 0 0,-1 0 0 0 0,0 0 0 0 0,0 0 0 0 0,1-1 0 0 0,-1 1 0 0 0,0-1 1 0 0,0 0-1 0 0,1 0 0 0 0,-1 1 0 0 0,0-1 0 0 0,0-1 0 0 0,0 1 0 0 0,0 0 0 0 0,0 0 0 0 0,-1-1 0 0 0,1 1 0 0 0,0-1 1 0 0,0 1-1 0 0,-1-1 0 0 0,1 0 0 0 0,-1 0 0 0 0,0 0 0 0 0,0 0 0 0 0,1 0 0 0 0,-1 0 0 0 0,0-2 0 0 0,1-1 21 0 0,-1 1-1 0 0,0-1 0 0 0,0 1 1 0 0,0-1-1 0 0,-1 1 1 0 0,1-1-1 0 0,-1 0 0 0 0,-1 1 1 0 0,1-1-1 0 0,0 1 0 0 0,-1-1 1 0 0,0 0-1 0 0,0 1 1 0 0,-1-1-1 0 0,1 1 0 0 0,-1 0 1 0 0,-2-5-1 0 0,-6-7-124 0 0,-1 1-1 0 0,-1 0 0 0 0,0 0 1 0 0,0 1-1 0 0,-2 1 1 0 0,0 0-1 0 0,0 1 1 0 0,-17-11-1 0 0,19 16-686 0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37.2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10 7370 0 0,'4'-10'14177'0'0,"5"23"-11787"0"0,2 12-4631 0 0,-6-13 3590 0 0,18 68-845 0 0,47 131-273 0 0,-66-200-630 0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37.6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45 456 0 0,'6'-5'783'0'0,"0"1"1"0"0,0-1-1 0 0,0 1 0 0 0,1 0 0 0 0,0 1 1 0 0,0-1-1 0 0,0 1 0 0 0,0 1 0 0 0,0-1 1 0 0,1 1-1 0 0,-1 1 0 0 0,1-1 0 0 0,-1 1 1 0 0,1 0-1 0 0,11 1 0 0 0,-11 0-220 0 0,0 0 1 0 0,0 1-1 0 0,0 0 0 0 0,0 0 0 0 0,0 1 0 0 0,0 0 1 0 0,-1 0-1 0 0,1 1 0 0 0,0 0 0 0 0,-1 0 1 0 0,0 0-1 0 0,0 1 0 0 0,0 1 0 0 0,10 7 1 0 0,-16-11-537 0 0,0 0 0 0 0,0 0 0 0 0,0 0 1 0 0,0 1-1 0 0,0-1 0 0 0,-1 0 0 0 0,1 1 1 0 0,0-1-1 0 0,-1 0 0 0 0,1 1 0 0 0,-1-1 1 0 0,1 1-1 0 0,-1-1 0 0 0,0 1 0 0 0,1-1 1 0 0,-1 1-1 0 0,0-1 0 0 0,0 1 0 0 0,0-1 1 0 0,0 1-1 0 0,0 0 0 0 0,-1-1 0 0 0,1 1 1 0 0,0-1-1 0 0,-1 0 0 0 0,1 1 0 0 0,-1-1 1 0 0,0 1-1 0 0,1-1 0 0 0,-1 0 0 0 0,0 1 1 0 0,0-1-1 0 0,0 0 0 0 0,0 0 0 0 0,0 0 1 0 0,0 1-1 0 0,-1 0 0 0 0,-7 7-32 0 0,0-1 0 0 0,0 1 0 0 0,-17 10 0 0 0,14-10 104 0 0,-78 51-1529 0 0,69-47-6112 0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39.0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17 299 5529 0 0,'-1'0'138'0'0,"1"0"1"0"0,-1 0-1 0 0,1 0 0 0 0,-1 0 1 0 0,1 1-1 0 0,-1-1 0 0 0,1 0 0 0 0,-1 0 1 0 0,1 0-1 0 0,-1 0 0 0 0,1 0 0 0 0,-1 0 1 0 0,1 0-1 0 0,-1-1 0 0 0,1 1 1 0 0,-1 0-1 0 0,1 0 0 0 0,-1 0 0 0 0,1 0 1 0 0,-1-1-1 0 0,1 1 0 0 0,-1 0 0 0 0,1 0 1 0 0,-1-1-1 0 0,1 1 0 0 0,0 0 1 0 0,-1-1-1 0 0,1 1 0 0 0,0 0 0 0 0,-1-1 1 0 0,1 1-1 0 0,0-1 0 0 0,-1 1 0 0 0,1 0 1 0 0,0-1-1 0 0,0 1 0 0 0,-1-2 0 0 0,2 1 36 0 0,-1-1 0 0 0,1 1 0 0 0,0 0 0 0 0,0-1 0 0 0,0 1-1 0 0,0 0 1 0 0,0-1 0 0 0,0 1 0 0 0,0 0 0 0 0,0 0 0 0 0,0 0-1 0 0,2-1 1 0 0,44-29 1242 0 0,14 5-705 0 0,1 2 1 0 0,1 2-1 0 0,85-16 0 0 0,-38 10 165 0 0,5 0-146 0 0,1 6 1 0 0,146-10-1 0 0,-231 30-700 0 0,352-19 221 0 0,-226 21 46 0 0,111 3 828 0 0,-184 2-858 0 0,99 17 0 0 0,-169-19-238 0 0,1 0 0 0 0,0 1 1 0 0,-1 1-1 0 0,0 0 1 0 0,0 1-1 0 0,-1 0 1 0 0,25 16-1 0 0,-28-15 24 0 0,-1 0-1 0 0,0 1 1 0 0,-1 0-1 0 0,0 1 1 0 0,0 0-1 0 0,-1 0 1 0 0,0 0-1 0 0,-1 1 1 0 0,0 0-1 0 0,8 18 1 0 0,41 103 90 0 0,47 178 0 0 0,3 145 107 0 0,-62-245-218 0 0,86 251 0 0 0,26 73-29 0 0,-29 8-13 0 0,-109-466 6 0 0,38 199-141 0 0,-46-212 184 0 0,-3 1-1 0 0,-3 90 1 0 0,-4-103-38 0 0,-3-1-1 0 0,-1 0 1 0 0,-14 53 0 0 0,15-87 12 0 0,0 0 0 0 0,-1-1 1 0 0,-1 0-1 0 0,0 0 0 0 0,-1 0 1 0 0,-1-1-1 0 0,0 0 0 0 0,-1 0 1 0 0,0-1-1 0 0,0 0 0 0 0,-2-1 1 0 0,1 0-1 0 0,-1-1 0 0 0,-17 13 1 0 0,-10 1 64 0 0,0-1 0 0 0,-2-2 0 0 0,-1-2 0 0 0,-84 27 0 0 0,-183 32 116 0 0,201-55-170 0 0,-294 57-58 0 0,64-14 121 0 0,200-36-87 0 0,-244 46 0 0 0,348-71-123 0 0,-55-1 0 0 0,53-5-263 0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39.5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10138 0 0,'36'13'2228'0'0,"-5"0"-1363"0"0,43 6 1240 0 0,-1-4 0 0 0,102 8 0 0 0,152-11 798 0 0,181-23-2299 0 0,-474 10-625 0 0,81-3-240 0 0,-100 3 210 0 0,-1-2-1 0 0,0 1 1 0 0,1-2 0 0 0,-1 0 0 0 0,22-9-1 0 0,-18 2-1915 0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39.9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 46 3393 0 0,'-32'-11'351'0'0,"20"0"2054"0"0,11-10 6094 0 0,1 21-8315 0 0,1 0 0 0 0,-1 0 0 0 0,1-1 0 0 0,-1 1 0 0 0,1 0 1 0 0,-1 0-1 0 0,1-1 0 0 0,-1 1 0 0 0,1 0 0 0 0,-1 0 0 0 0,1 0 0 0 0,-1 0 0 0 0,1 0 0 0 0,-1 0 0 0 0,1 0 0 0 0,-1 0 0 0 0,1 0 0 0 0,-1 0 0 0 0,1 0 0 0 0,-1 0 0 0 0,1 0 0 0 0,0 1 0 0 0,-1-1 0 0 0,1 1 0 0 0,24 4 1344 0 0,-24-4-1172 0 0,15 5-95 0 0,0 0 1 0 0,0 1-1 0 0,-1 1 1 0 0,0 0-1 0 0,-1 1 0 0 0,0 1 1 0 0,0 0-1 0 0,-1 1 1 0 0,0 0-1 0 0,19 24 1 0 0,-22-24-246 0 0,-1 1 1 0 0,0 0-1 0 0,-1 0 0 0 0,0 1 1 0 0,-1 0-1 0 0,-1 0 0 0 0,0 1 1 0 0,0 0-1 0 0,-2 0 0 0 0,1 0 1 0 0,-2 1-1 0 0,3 23 0 0 0,-6-30-11 0 0,0 0-1 0 0,-1-1 1 0 0,0 1 0 0 0,0-1-1 0 0,0 1 1 0 0,-1-1 0 0 0,-1 1-1 0 0,1-1 1 0 0,-1 0 0 0 0,0 0-1 0 0,-1 0 1 0 0,0 0-1 0 0,0-1 1 0 0,0 0 0 0 0,-1 1-1 0 0,-6 6 1 0 0,-9 7-89 0 0,-1 0-1 0 0,-1-2 1 0 0,-23 16-1 0 0,34-26-41 0 0,-5 4-289 0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40.6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323 303 3225 0 0,'2'-1'289'0'0,"-1"1"0"0"0,0-1 1 0 0,1 0-1 0 0,-1 1 0 0 0,1-1 0 0 0,-1 0 1 0 0,0 0-1 0 0,0 0 0 0 0,0 0 1 0 0,1 0-1 0 0,-1 0 0 0 0,0 0 0 0 0,0 0 1 0 0,-1 0-1 0 0,1-1 0 0 0,0 1 1 0 0,0 0-1 0 0,0-1 0 0 0,-1 1 1 0 0,1 0-1 0 0,-1-1 0 0 0,1 1 0 0 0,-1-1 1 0 0,1 1-1 0 0,-1-1 0 0 0,0 1 1 0 0,0-1-1 0 0,0 1 0 0 0,0-1 0 0 0,0 1 1 0 0,0-1-1 0 0,0 1 0 0 0,0-1 1 0 0,-1 1-1 0 0,1-1 0 0 0,-1 1 1 0 0,1-1-1 0 0,-1 1 0 0 0,-1-3 0 0 0,0 0 335 0 0,0 1-1 0 0,0-1 1 0 0,0 1 0 0 0,0 0-1 0 0,-1-1 1 0 0,0 1-1 0 0,0 0 1 0 0,-3-2-1 0 0,-15-9 168 0 0,12 12-694 0 0,1 0 0 0 0,-1 0-1 0 0,1 1 1 0 0,-1 0 0 0 0,0 1 0 0 0,1 0-1 0 0,-1 0 1 0 0,0 1 0 0 0,0 0-1 0 0,1 0 1 0 0,-1 1 0 0 0,1 0 0 0 0,-1 1-1 0 0,1-1 1 0 0,0 2 0 0 0,0-1 0 0 0,0 1-1 0 0,1 0 1 0 0,-1 1 0 0 0,-7 6-1 0 0,5-4-80 0 0,1 0-1 0 0,0 1 1 0 0,0 0-1 0 0,1 0 0 0 0,0 1 1 0 0,0 0-1 0 0,1 0 0 0 0,0 1 1 0 0,1 0-1 0 0,0 0 1 0 0,0 0-1 0 0,1 1 0 0 0,1 0 1 0 0,-5 16-1 0 0,8-23-38 0 0,0-1-1 0 0,1 1 1 0 0,-1 0 0 0 0,1-1 0 0 0,0 1-1 0 0,0-1 1 0 0,1 1 0 0 0,-1 0-1 0 0,1-1 1 0 0,-1 1 0 0 0,1-1-1 0 0,0 1 1 0 0,1-1 0 0 0,-1 1-1 0 0,0-1 1 0 0,1 0 0 0 0,0 0 0 0 0,0 0-1 0 0,0 0 1 0 0,0 0 0 0 0,0 0-1 0 0,1 0 1 0 0,-1-1 0 0 0,1 1-1 0 0,0-1 1 0 0,-1 1 0 0 0,1-1 0 0 0,0 0-1 0 0,1 0 1 0 0,-1-1 0 0 0,0 1-1 0 0,0-1 1 0 0,1 1 0 0 0,-1-1-1 0 0,1 0 1 0 0,-1-1 0 0 0,1 1 0 0 0,-1 0-1 0 0,1-1 1 0 0,0 0 0 0 0,-1 0-1 0 0,1 0 1 0 0,0 0 0 0 0,-1-1-1 0 0,1 1 1 0 0,-1-1 0 0 0,1 0 0 0 0,-1 0-1 0 0,1 0 1 0 0,-1 0 0 0 0,0-1-1 0 0,1 0 1 0 0,-1 1 0 0 0,3-3-1 0 0,3-2-384 0 0,0-1-1 0 0,-1 0 0 0 0,0 0 0 0 0,0 0 0 0 0,-1-1 0 0 0,0 0 1 0 0,-1 0-1 0 0,1-1 0 0 0,-1 0 0 0 0,-1 0 0 0 0,0-1 0 0 0,0 1 1 0 0,-1-1-1 0 0,0 0 0 0 0,-1 0 0 0 0,0 0 0 0 0,0-1 1 0 0,1-16-1 0 0,-3 15 371 0 0,-1-1 0 0 0,0 1 1 0 0,0 0-1 0 0,-1 0 0 0 0,-5-22 1 0 0,-30-158 8368 0 0,34 179-7058 0 0,11 41-266 0 0,10 5-675 0 0,44 59-1 0 0,-37-57-329 0 0,23 43 0 0 0,-42-66-157 0 0,0 3-398 0 0,1-1-1 0 0,0 0 0 0 0,1-1 1 0 0,1 0-1 0 0,19 21 0 0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41.7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240 1 1840 0 0,'-26'5'3077'0'0,"1"3"0"0"0,-25 9 0 0 0,12-4-530 0 0,31-11-2097 0 0,1 1 0 0 0,-1-1 0 0 0,0 1 0 0 0,1 1 0 0 0,0-1 0 0 0,0 1 1 0 0,0 0-1 0 0,-7 7 0 0 0,9-8-293 0 0,1 1-1 0 0,0 0 1 0 0,0 0 0 0 0,0 0-1 0 0,1 1 1 0 0,-1-1 0 0 0,1 1-1 0 0,0-1 1 0 0,0 1 0 0 0,1 0-1 0 0,0 0 1 0 0,-2 8 0 0 0,1-1-125 0 0,0-1 0 0 0,1 1 1 0 0,1 0-1 0 0,0-1 1 0 0,1 1-1 0 0,3 18 1 0 0,-4-28-56 0 0,0 1 1 0 0,1-1 0 0 0,-1 0-1 0 0,1 0 1 0 0,-1 0 0 0 0,1 0-1 0 0,0 0 1 0 0,0 0 0 0 0,0 0-1 0 0,0 0 1 0 0,1 0 0 0 0,-1-1-1 0 0,0 1 1 0 0,1 0 0 0 0,-1-1-1 0 0,1 1 1 0 0,-1-1 0 0 0,1 1-1 0 0,0-1 1 0 0,0 0 0 0 0,0 0-1 0 0,0 0 1 0 0,0 0 0 0 0,0 0-1 0 0,0 0 1 0 0,0 0 0 0 0,0-1-1 0 0,0 1 1 0 0,0-1-1 0 0,0 1 1 0 0,1-1 0 0 0,-1 0-1 0 0,0 0 1 0 0,0 0 0 0 0,0 0-1 0 0,0-1 1 0 0,1 1 0 0 0,-1 0-1 0 0,0-1 1 0 0,0 1 0 0 0,0-1-1 0 0,4-2 1 0 0,-2 1-78 0 0,1 1-1 0 0,-1-1 1 0 0,0-1 0 0 0,0 1 0 0 0,-1-1-1 0 0,1 1 1 0 0,0-1 0 0 0,-1 0-1 0 0,1 0 1 0 0,-1-1 0 0 0,0 1-1 0 0,5-8 1 0 0,1-3 241 0 0,-1-1 0 0 0,8-20 0 0 0,8-13 1490 0 0,-23 47-1535 0 0,0-1 0 0 0,0 1 0 0 0,0-1 0 0 0,1 1 0 0 0,-1 0 0 0 0,1-1 0 0 0,-1 1 0 0 0,1 0 0 0 0,-1 0 0 0 0,1 0 0 0 0,-1 0 0 0 0,1 0 0 0 0,0 0 0 0 0,0 0 1 0 0,-1 1-1 0 0,1-1 0 0 0,0 1 0 0 0,0-1 0 0 0,0 1 0 0 0,0 0 0 0 0,0-1 0 0 0,0 1 0 0 0,0 0 0 0 0,-1 0 0 0 0,1 1 0 0 0,0-1 0 0 0,0 0 0 0 0,0 1 0 0 0,0-1 1 0 0,0 1-1 0 0,0-1 0 0 0,-1 1 0 0 0,1 0 0 0 0,0 0 0 0 0,-1 0 0 0 0,4 2 0 0 0,8 5-632 0 0,0 1-1 0 0,-1 0 1 0 0,20 20-1 0 0,-13-12-3959 0 0,0-2-2648 0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42.4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263 320 1840 0 0,'-2'-3'554'0'0,"0"-1"0"0"0,0 0-1 0 0,0 1 1 0 0,0 0-1 0 0,0-1 1 0 0,-1 1 0 0 0,0 0-1 0 0,1 0 1 0 0,-1 1-1 0 0,0-1 1 0 0,0 0 0 0 0,-1 1-1 0 0,1 0 1 0 0,-4-2-1 0 0,3 3-277 0 0,1 0 1 0 0,0 0-1 0 0,-1 0 0 0 0,1 1 0 0 0,0-1 0 0 0,-1 1 0 0 0,1 0 0 0 0,-1 0 0 0 0,1 0 0 0 0,-1 0 0 0 0,1 1 0 0 0,0 0 0 0 0,-1-1 1 0 0,1 1-1 0 0,0 0 0 0 0,-1 1 0 0 0,-3 1 0 0 0,-6 3 438 0 0,0 1-1 0 0,0 1 1 0 0,0 0 0 0 0,1 1-1 0 0,-20 18 1 0 0,27-22-613 0 0,-1 1 1 0 0,1-1-1 0 0,0 1 0 0 0,0 0 0 0 0,1 0 0 0 0,0 1 0 0 0,0 0 0 0 0,0-1 1 0 0,1 1-1 0 0,0 0 0 0 0,0 1 0 0 0,1-1 0 0 0,-2 8 0 0 0,3-14-106 0 0,1 1 0 0 0,0-1 0 0 0,0 0-1 0 0,-1 0 1 0 0,1 1 0 0 0,0-1-1 0 0,0 0 1 0 0,0 0 0 0 0,0 1-1 0 0,1-1 1 0 0,-1 0 0 0 0,0 0-1 0 0,0 0 1 0 0,1 1 0 0 0,-1-1 0 0 0,1 0-1 0 0,-1 0 1 0 0,1 0 0 0 0,-1 0-1 0 0,1 0 1 0 0,0 0 0 0 0,0 0-1 0 0,-1 0 1 0 0,1 0 0 0 0,0 0 0 0 0,0 0-1 0 0,0 0 1 0 0,0 0 0 0 0,0-1-1 0 0,0 1 1 0 0,0 0 0 0 0,0-1-1 0 0,0 1 1 0 0,0-1 0 0 0,1 1-1 0 0,-1-1 1 0 0,0 0 0 0 0,0 1 0 0 0,0-1-1 0 0,1 0 1 0 0,-1 0 0 0 0,0 0-1 0 0,0 0 1 0 0,1 0 0 0 0,-1 0-1 0 0,0 0 1 0 0,0 0 0 0 0,2-1-1 0 0,2 0-75 0 0,-1 0-1 0 0,1 0 1 0 0,-1 0-1 0 0,0-1 1 0 0,0 1-1 0 0,0-1 1 0 0,0 0-1 0 0,0 0 0 0 0,0-1 1 0 0,0 1-1 0 0,-1-1 1 0 0,6-4-1 0 0,-3-1-185 0 0,-1 0-1 0 0,0 0 0 0 0,-1 0 1 0 0,0-1-1 0 0,0 0 1 0 0,0 1-1 0 0,-1-1 0 0 0,-1-1 1 0 0,1 1-1 0 0,-2 0 1 0 0,1 0-1 0 0,-1-1 0 0 0,0-14 1 0 0,-2-15-2 0 0,-12-78-1 0 0,6 67 1330 0 0,5 28 336 0 0,-2 1-1 0 0,-10-35 1 0 0,9 49-280 0 0,3 14-266 0 0,1 14-369 0 0,7 8-278 0 0,1-1 0 0 0,2 0 0 0 0,0 0 0 0 0,2-1 0 0 0,28 50 0 0 0,36 45-573 0 0,-21-45-2834 0 0,-25-35-233 0 0,-8-11-3909 0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43.2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60 8754 0 0,'2'6'571'0'0,"-1"0"1"0"0,1 0 0 0 0,0 0-1 0 0,1 0 1 0 0,-1-1-1 0 0,7 9 1 0 0,1 5 447 0 0,-2-1-193 0 0,7 16 931 0 0,28 47 0 0 0,-38-72-1640 0 0,0-1-1 0 0,1-1 1 0 0,0 1 0 0 0,0-1-1 0 0,0 0 1 0 0,1 0-1 0 0,0-1 1 0 0,1 0 0 0 0,-1 0-1 0 0,1-1 1 0 0,10 5-1 0 0,-16-9-106 0 0,1 0 0 0 0,-1 0 0 0 0,1 0 0 0 0,-1 0-1 0 0,1 0 1 0 0,0-1 0 0 0,-1 0 0 0 0,1 1 0 0 0,0-1-1 0 0,-1 0 1 0 0,1 0 0 0 0,0-1 0 0 0,-1 1 0 0 0,1 0-1 0 0,-1-1 1 0 0,1 0 0 0 0,0 1 0 0 0,4-3 0 0 0,-3 0 63 0 0,0 1 1 0 0,0-1 0 0 0,0 0 0 0 0,0 0 0 0 0,-1 0-1 0 0,1-1 1 0 0,-1 1 0 0 0,0-1 0 0 0,5-7 0 0 0,-1-2 93 0 0,0 1 0 0 0,0-2 1 0 0,-1 1-1 0 0,-1-1 1 0 0,7-27-1 0 0,-8 18-2 0 0,-1 0-1 0 0,-1 0 1 0 0,-1-25 0 0 0,30 83 328 0 0,-5 5-457 0 0,10 16 31 0 0,-32-52-63 0 0,-1 1 0 0 0,1-1 0 0 0,0 0 0 0 0,0 0 0 0 0,0 0 0 0 0,1-1 0 0 0,-1 0 0 0 0,10 5 0 0 0,-13-7-5 0 0,1 0 0 0 0,0-1 0 0 0,-1 1-1 0 0,1-1 1 0 0,0 1 0 0 0,0-1 0 0 0,-1 0 0 0 0,1 1 0 0 0,0-1 0 0 0,0 0 0 0 0,-1 0 0 0 0,1 0 0 0 0,0-1 0 0 0,0 1-1 0 0,0 0 1 0 0,-1-1 0 0 0,1 1 0 0 0,0-1 0 0 0,-1 0 0 0 0,3 0 0 0 0,-1-1-6 0 0,0 0 1 0 0,0-1 0 0 0,0 1-1 0 0,0-1 1 0 0,0 1-1 0 0,-1-1 1 0 0,1 0-1 0 0,4-7 1 0 0,0-2-33 0 0,0-1 0 0 0,-1 0 1 0 0,9-25-1 0 0,0-24-394 0 0,-13 47 437 0 0,2 0 1 0 0,-1 0-1 0 0,13-27 1 0 0,-16 42 20 0 0,1 0 1 0 0,-1 1-1 0 0,0-1 1 0 0,1 0-1 0 0,-1 0 0 0 0,1 0 1 0 0,-1 0-1 0 0,1 0 1 0 0,-1 0-1 0 0,0 1 0 0 0,1-1 1 0 0,-1 0-1 0 0,1 0 0 0 0,-1 1 1 0 0,0-1-1 0 0,1 0 1 0 0,-1 1-1 0 0,0-1 0 0 0,0 0 1 0 0,1 1-1 0 0,-1-1 0 0 0,0 0 1 0 0,0 1-1 0 0,1-1 1 0 0,-1 1-1 0 0,0-1 0 0 0,0 0 1 0 0,0 1-1 0 0,0-1 1 0 0,1 1-1 0 0,12 21 151 0 0,-10-16-83 0 0,40 60 279 0 0,-19-31-169 0 0,39 77 1 0 0,-61-108-154 0 0,0 1 0 0 0,0-1 1 0 0,1 1-1 0 0,-1-1 0 0 0,1 0 0 0 0,0 0 0 0 0,0-1 0 0 0,6 7 0 0 0,11 0-2018 0 0,9-9-6541 0 0,-16-2 3492 0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43.4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26 8754 0 0,'15'-6'1984'0'0,"0"1"0"0"0,0 1 0 0 0,32-4 1 0 0,-39 7-1308 0 0,1 0 1 0 0,0 1 0 0 0,0 0 0 0 0,0 0 0 0 0,-1 1 0 0 0,1 0 0 0 0,0 1 0 0 0,14 4 0 0 0,-22-6-648 0 0,0 0 1 0 0,0 1 0 0 0,1-1-1 0 0,-1 1 1 0 0,0-1 0 0 0,0 1 0 0 0,0-1-1 0 0,0 1 1 0 0,0-1 0 0 0,0 1 0 0 0,0 0-1 0 0,0 0 1 0 0,-1 0 0 0 0,1-1-1 0 0,0 1 1 0 0,0 0 0 0 0,0 0 0 0 0,-1 0-1 0 0,1 0 1 0 0,-1 0 0 0 0,1 0 0 0 0,-1 0-1 0 0,1 1 1 0 0,-1-1 0 0 0,1 0-1 0 0,-1 0 1 0 0,0 2 0 0 0,0-1-17 0 0,-1 0 1 0 0,1 0-1 0 0,-1 0 1 0 0,1 0 0 0 0,-1 0-1 0 0,0 0 1 0 0,0 0-1 0 0,0 0 1 0 0,0-1-1 0 0,-1 1 1 0 0,1 0-1 0 0,0-1 1 0 0,-1 1-1 0 0,-1 1 1 0 0,-8 7-133 0 0,0 0 0 0 0,-1-2 1 0 0,-17 11-1 0 0,27-18 91 0 0,-25 16-2142 0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48.2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332 159 456 0 0,'-5'-43'836'0'0,"4"32"428"0"0,-1 0-1 0 0,-1 1 1 0 0,1-1-1 0 0,-8-16 1 0 0,8 24-885 0 0,1 0 0 0 0,-1 0 1 0 0,1 1-1 0 0,-1-1 0 0 0,0 0 0 0 0,0 1 1 0 0,0-1-1 0 0,0 1 0 0 0,0-1 0 0 0,-1 1 1 0 0,1 0-1 0 0,-1 0 0 0 0,0 0 1 0 0,1 0-1 0 0,-1 1 0 0 0,0-1 0 0 0,-4-1 1 0 0,3 2-246 0 0,1 1-1 0 0,0-1 1 0 0,-1 1 0 0 0,1 0 0 0 0,-1 0 0 0 0,1 0 0 0 0,0 0 0 0 0,-1 0 0 0 0,1 1 0 0 0,0 0 0 0 0,-1-1 0 0 0,-4 3 0 0 0,1 1 91 0 0,0-1 0 0 0,0 1-1 0 0,0 0 1 0 0,1 1 0 0 0,-1 0-1 0 0,1 0 1 0 0,1 0 0 0 0,-1 1 0 0 0,1-1-1 0 0,0 1 1 0 0,0 1 0 0 0,-6 8-1 0 0,-5 12 157 0 0,-22 47-1 0 0,35-66-347 0 0,-11 19 0 0 0,2 0 0 0 0,1 0 1 0 0,1 1-1 0 0,1 0 0 0 0,-8 52 0 0 0,17-78-32 0 0,-1 0 0 0 0,1 0-1 0 0,0 0 1 0 0,0-1 0 0 0,0 1-1 0 0,0 0 1 0 0,0 0 0 0 0,1 0 0 0 0,-1 0-1 0 0,0-1 1 0 0,1 1 0 0 0,-1 0-1 0 0,1 0 1 0 0,0-1 0 0 0,0 1-1 0 0,-1 0 1 0 0,1-1 0 0 0,0 1-1 0 0,0-1 1 0 0,1 1 0 0 0,1 1 0 0 0,-2-2 16 0 0,0-1 1 0 0,0 0 0 0 0,1 1-1 0 0,-1-1 1 0 0,1 0 0 0 0,-1 1 0 0 0,0-1-1 0 0,1 0 1 0 0,-1 0 0 0 0,1 0 0 0 0,-1-1-1 0 0,0 1 1 0 0,1 0 0 0 0,-1 0 0 0 0,1-1-1 0 0,-1 1 1 0 0,0-1 0 0 0,0 1 0 0 0,1-1-1 0 0,-1 1 1 0 0,0-1 0 0 0,0 0 0 0 0,1 0-1 0 0,-1 0 1 0 0,0 1 0 0 0,0-1 0 0 0,1-2-1 0 0,13-12 13 0 0,0 0 0 0 0,-1-1 0 0 0,-1-1 0 0 0,0 0 0 0 0,-1-1 0 0 0,-1 0-1 0 0,11-27 1 0 0,-11 23-7 0 0,1 1 0 0 0,0 0-1 0 0,2 0 1 0 0,30-34-1 0 0,-43 53-14 0 0,1 1 0 0 0,-1-1-1 0 0,1 0 1 0 0,0 1-1 0 0,0 0 1 0 0,0-1-1 0 0,0 1 1 0 0,0 0-1 0 0,0 0 1 0 0,0 0-1 0 0,0 0 1 0 0,0 0-1 0 0,0 0 1 0 0,1 1-1 0 0,-1-1 1 0 0,0 1-1 0 0,0 0 1 0 0,1-1-1 0 0,-1 1 1 0 0,0 0 0 0 0,5 1-1 0 0,-3 0 20 0 0,-1 0-1 0 0,0 1 1 0 0,0-1-1 0 0,0 1 1 0 0,0-1-1 0 0,0 1 1 0 0,0 0-1 0 0,0 1 1 0 0,-1-1-1 0 0,1 0 1 0 0,-1 1 0 0 0,1-1-1 0 0,1 4 1 0 0,6 8 74 0 0,-1 0 1 0 0,-1 0 0 0 0,0 0 0 0 0,-2 1 0 0 0,6 16 0 0 0,-4-9-33 0 0,-2 1 0 0 0,0 0-1 0 0,-1 0 1 0 0,-2 0 0 0 0,0 0 0 0 0,-2 0 0 0 0,0 1 0 0 0,-2-1 0 0 0,0 1 0 0 0,-8 33 0 0 0,7-43-127 0 0,-2-1-1 0 0,1 1 1 0 0,-2-1 0 0 0,0 0 0 0 0,0-1 0 0 0,-2 1 0 0 0,1-1-1 0 0,-1 0 1 0 0,-1-1 0 0 0,0 1 0 0 0,-1-2 0 0 0,0 1 0 0 0,-1-1-1 0 0,0 0 1 0 0,0-1 0 0 0,-1-1 0 0 0,0 1 0 0 0,0-2-1 0 0,-14 7 1 0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48.5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6449 0 0,'2'3'622'0'0,"0"0"-1"0"0,0 1 1 0 0,-1-1-1 0 0,1 0 1 0 0,-1 1-1 0 0,0-1 1 0 0,0 1-1 0 0,0 0 0 0 0,0 6 1 0 0,0-5 49 0 0,4 18 1434 0 0,-2-1-1 0 0,-1 1 1 0 0,0 42 0 0 0,-14 69-4123 0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48.6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24 9218 0 0,'-1'-5'816'0'0,"1"1"-656"0"0,0 1-160 0 0,1 0 1152 0 0,0 0-519 0 0,-1 1-1 0 0,2-1-288 0 0,-2 4-56 0 0,0 3-16 0 0,0 6 0 0 0,-2 4-848 0 0,1 4-160 0 0,-3 4-41 0 0,2 1-7 0 0,1 2 608 0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48.9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0 201 6913 0 0,'5'-2'254'0'0,"-1"0"-1"0"0,1 1 1 0 0,0-1-1 0 0,0 1 1 0 0,0 0-1 0 0,0 0 1 0 0,0 1-1 0 0,0-1 1 0 0,0 1-1 0 0,0 0 1 0 0,0 1-1 0 0,-1-1 1 0 0,1 1-1 0 0,0 0 0 0 0,0 0 1 0 0,0 1-1 0 0,0-1 1 0 0,-1 1-1 0 0,1 0 1 0 0,-1 0-1 0 0,1 1 1 0 0,-1 0-1 0 0,6 3 1 0 0,-1 1 280 0 0,0-1 1 0 0,-1 1 0 0 0,1 1 0 0 0,-1-1-1 0 0,-1 1 1 0 0,0 1 0 0 0,0 0-1 0 0,0 0 1 0 0,8 16 0 0 0,3 23 629 0 0,-16-39-980 0 0,0-1 0 0 0,1 1 0 0 0,0-1 0 0 0,1 0 0 0 0,0 0 0 0 0,0 0 0 0 0,0 0 0 0 0,9 9 1 0 0,-13-17-170 0 0,0 1 0 0 0,0-1 0 0 0,0 0 0 0 0,1 0 1 0 0,-1 0-1 0 0,0 1 0 0 0,0-1 0 0 0,0 0 0 0 0,1 0 1 0 0,-1 0-1 0 0,0 0 0 0 0,0 0 0 0 0,0 0 0 0 0,1 1 1 0 0,-1-1-1 0 0,0 0 0 0 0,0 0 0 0 0,1 0 0 0 0,-1 0 1 0 0,0 0-1 0 0,0 0 0 0 0,0 0 0 0 0,1 0 0 0 0,-1 0 1 0 0,0 0-1 0 0,0 0 0 0 0,1 0 0 0 0,-1 0 0 0 0,0 0 1 0 0,0 0-1 0 0,1 0 0 0 0,-1-1 0 0 0,0 1 0 0 0,0 0 1 0 0,0 0-1 0 0,1 0 0 0 0,-1 0 0 0 0,0 0 0 0 0,0 0 1 0 0,0-1-1 0 0,1 1 0 0 0,-1 0 0 0 0,0 0 0 0 0,6-15 342 0 0,-1-20-44 0 0,-5 33-267 0 0,7-86 396 0 0,-6 50-584 0 0,2 0 1 0 0,1 0 0 0 0,2 0 0 0 0,2 1 0 0 0,17-50-1 0 0,-14 61-708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49.2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1 298 6913 0 0,'3'1'174'0'0,"1"0"-1"0"0,0 0 1 0 0,0 0-1 0 0,-1-1 1 0 0,1 0-1 0 0,0 0 1 0 0,0 0-1 0 0,0 0 1 0 0,0 0-1 0 0,-1-1 1 0 0,1 1-1 0 0,0-1 1 0 0,0 0-1 0 0,-1-1 0 0 0,1 1 1 0 0,-1 0-1 0 0,1-1 1 0 0,4-3-1 0 0,3-1 245 0 0,0 0 1 0 0,0-2-1 0 0,-1 1 0 0 0,13-12 0 0 0,-13 7-83 0 0,0 0-1 0 0,-1 0 1 0 0,-1 0-1 0 0,0-1 1 0 0,-1-1-1 0 0,0 1 1 0 0,-1-1-1 0 0,0 0 1 0 0,-1 0-1 0 0,-1-1 1 0 0,0 0 0 0 0,-1 0-1 0 0,2-29 1 0 0,-4 43-333 0 0,-1-1 1 0 0,0 1 0 0 0,0 0 0 0 0,0 0-1 0 0,0 0 1 0 0,0-1 0 0 0,0 1 0 0 0,0 0-1 0 0,-1 0 1 0 0,1 0 0 0 0,0-1 0 0 0,0 1-1 0 0,-1 0 1 0 0,1 0 0 0 0,-1 0 0 0 0,-1-2-1 0 0,2 3 0 0 0,0 0 0 0 0,-1 0-1 0 0,1 0 1 0 0,-1 0 0 0 0,1 0-1 0 0,-1 0 1 0 0,1 0 0 0 0,0 0-1 0 0,-1 0 1 0 0,1 0 0 0 0,-1 0-1 0 0,1 0 1 0 0,-1 0 0 0 0,1 1-1 0 0,0-1 1 0 0,-1 0 0 0 0,1 0-1 0 0,-1 0 1 0 0,1 1 0 0 0,0-1-1 0 0,-1 0 1 0 0,1 0 0 0 0,0 1-1 0 0,0-1 1 0 0,-1 0 0 0 0,1 1-1 0 0,0-1 1 0 0,-1 1 0 0 0,-2 3 6 0 0,-1 1 1 0 0,1 0 0 0 0,0-1 0 0 0,0 1 0 0 0,-3 8 0 0 0,4-4 31 0 0,0-1 1 0 0,0 1-1 0 0,0 0 1 0 0,1 0-1 0 0,1-1 1 0 0,0 1-1 0 0,0 0 1 0 0,0 0-1 0 0,1-1 1 0 0,0 1-1 0 0,1 0 1 0 0,0-1-1 0 0,0 1 1 0 0,1-1-1 0 0,0 0 1 0 0,1 1-1 0 0,0-1 1 0 0,0-1-1 0 0,5 9 1 0 0,-4-10-94 0 0,-1 0 1 0 0,1 1-1 0 0,1-1 1 0 0,-1-1 0 0 0,1 1-1 0 0,0-1 1 0 0,0 0-1 0 0,0 0 1 0 0,1-1-1 0 0,0 0 1 0 0,0 0-1 0 0,0-1 1 0 0,0 1-1 0 0,0-1 1 0 0,1-1-1 0 0,-1 0 1 0 0,1 0-1 0 0,0 0 1 0 0,0-1 0 0 0,0 0-1 0 0,12-1 1 0 0,-1-1-6070 0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49.5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152 1 7834 0 0,'-20'9'3663'0'0,"-13"15"343"0"0,20-15-2909 0 0,0 1-1 0 0,0 1 1 0 0,-12 13 0 0 0,21-20-997 0 0,0 1-1 0 0,1-1 1 0 0,0 1-1 0 0,0 0 1 0 0,0 0-1 0 0,1 0 1 0 0,-1 0-1 0 0,1 1 1 0 0,0-1-1 0 0,1 0 1 0 0,-1 1-1 0 0,1 0 1 0 0,0 6-1 0 0,0-6-68 0 0,1 0 0 0 0,0 0 0 0 0,1 0 0 0 0,-1 0 0 0 0,1 0 0 0 0,0 0 0 0 0,0-1 0 0 0,1 1 0 0 0,0 0 0 0 0,0-1 0 0 0,0 1 0 0 0,1-1 0 0 0,0 1 0 0 0,4 4 0 0 0,3 3 43 0 0,0 0 0 0 0,1-1 0 0 0,22 17 0 0 0,2 4 239 0 0,-34-32-303 0 0,0 0 0 0 0,1 0 1 0 0,-1 0-1 0 0,0 0 0 0 0,0 1 0 0 0,0-1 0 0 0,0 0 1 0 0,-1 1-1 0 0,1-1 0 0 0,0 0 0 0 0,0 1 1 0 0,-1-1-1 0 0,1 1 0 0 0,-1-1 0 0 0,1 1 1 0 0,-1 0-1 0 0,0-1 0 0 0,0 1 0 0 0,1-1 1 0 0,-1 1-1 0 0,0 0 0 0 0,-1-1 0 0 0,1 1 1 0 0,0-1-1 0 0,0 1 0 0 0,-1-1 0 0 0,1 1 1 0 0,-1-1-1 0 0,1 1 0 0 0,-1-1 0 0 0,1 1 1 0 0,-1-1-1 0 0,0 1 0 0 0,0-1 0 0 0,0 0 0 0 0,0 1 1 0 0,0-1-1 0 0,0 0 0 0 0,0 0 0 0 0,0 0 1 0 0,-2 1-1 0 0,-6 6-209 0 0,-1-1 1 0 0,0-1-1 0 0,0 0 1 0 0,-18 8-1 0 0,12-6-732 0 0,-6 3-6537 0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49.9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25 9674 0 0,'-13'-24'6711'0'0,"14"41"-1242"0"0,19 301-2807 0 0,-14-152-3643 0 0,10-2-5632 0 0,-12-136-667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50.3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0 211 2761 0 0,'52'-4'1409'0'0,"-11"2"-198"0"0,0-1 1 0 0,0-2-1 0 0,0-2 0 0 0,50-15 0 0 0,-67 14-795 0 0,-1 0 0 0 0,0-2 0 0 0,-1-1 0 0 0,0-1 1 0 0,-1 0-1 0 0,0-2 0 0 0,-1 0 0 0 0,27-25 0 0 0,-35 25 199 0 0,14-11 992 0 0,-24 27-1391 0 0,-1 1 0 0 0,0 0 0 0 0,0-1 0 0 0,0 1 0 0 0,0 0 0 0 0,-1-1 0 0 0,1 1 1 0 0,-1 5-1 0 0,1-5-62 0 0,5 36 72 0 0,1 3 523 0 0,14 48 0 0 0,-18-78-650 0 0,1-1-1 0 0,1 0 1 0 0,-1 0 0 0 0,2-1 0 0 0,-1 1 0 0 0,1-1 0 0 0,1-1 0 0 0,0 1 0 0 0,9 9-1 0 0,-15-18-98 0 0,0-1 0 0 0,-1 1 0 0 0,1-1 0 0 0,-1 0 0 0 0,1 1 0 0 0,0-1 0 0 0,0 0 0 0 0,-1 1 0 0 0,1-1 0 0 0,0 0 0 0 0,0 0 0 0 0,-1 0 0 0 0,1 0 0 0 0,0 0 0 0 0,0 0 0 0 0,-1 0 0 0 0,1 0 0 0 0,0 0 0 0 0,0 0 0 0 0,-1 0 0 0 0,1 0 0 0 0,0 0 0 0 0,0-1 0 0 0,-1 1 0 0 0,1 0 0 0 0,0 0 0 0 0,-1-1 0 0 0,1 1 0 0 0,0-1 0 0 0,-1 1 0 0 0,1-1 0 0 0,-1 1 0 0 0,1-1 0 0 0,0 1 0 0 0,-1-1 0 0 0,1 1 0 0 0,-1-1 0 0 0,0 0 0 0 0,1 1 0 0 0,0-2 0 0 0,20-32 0 0 0,-17 27 0 0 0,25-50-12 0 0,-22 41 5 0 0,0 0 1 0 0,1 1-1 0 0,0 0 1 0 0,2 1 0 0 0,0 0-1 0 0,0 0 1 0 0,18-16-1 0 0,-27 29 12 0 0,0 0-1 0 0,0 0 1 0 0,0 0-1 0 0,1 0 1 0 0,-1 0-1 0 0,0 0 0 0 0,1 0 1 0 0,-1 1-1 0 0,1-1 1 0 0,-1 0-1 0 0,0 1 0 0 0,1-1 1 0 0,0 1-1 0 0,-1 0 1 0 0,1 0-1 0 0,-1-1 0 0 0,1 1 1 0 0,-1 0-1 0 0,1 0 1 0 0,-1 0-1 0 0,1 1 0 0 0,2-1 1 0 0,-1 1 12 0 0,-1 1 1 0 0,0-1 0 0 0,0 0-1 0 0,0 1 1 0 0,0-1 0 0 0,0 1-1 0 0,0-1 1 0 0,0 1 0 0 0,0 0-1 0 0,-1 0 1 0 0,1 0 0 0 0,2 4-1 0 0,3 7 82 0 0,0 0 0 0 0,-1 1 0 0 0,8 26 0 0 0,-11-32-89 0 0,31 108-2213 0 0,-28-100-4812 0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50.6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1 303 920 0 0,'10'-2'1326'0'0,"0"-2"-1"0"0,-1 1 0 0 0,1-1 1 0 0,-1-1-1 0 0,0 0 0 0 0,12-8 1 0 0,-12 6-458 0 0,0 0 0 0 0,0-1 1 0 0,0 0-1 0 0,-1-1 1 0 0,11-13-1 0 0,-14 14-625 0 0,1 0-1 0 0,-1 0 0 0 0,-1 0 0 0 0,1 0 0 0 0,-1-1 1 0 0,-1 0-1 0 0,0 0 0 0 0,0 0 0 0 0,-1 0 0 0 0,0-1 0 0 0,0 1 1 0 0,-1-1-1 0 0,0 1 0 0 0,-1-1 0 0 0,0 1 0 0 0,-2-13 1 0 0,2 19-211 0 0,-1 1 0 0 0,1 0 0 0 0,0 0 0 0 0,-1 0 0 0 0,0 0 1 0 0,1 0-1 0 0,-1 0 0 0 0,0 0 0 0 0,0 0 0 0 0,0 0 0 0 0,-1 0 1 0 0,1 0-1 0 0,0 0 0 0 0,-1 1 0 0 0,1-1 0 0 0,-1 0 0 0 0,-1-1 1 0 0,2 3 19 0 0,-1-1 0 0 0,1 0 1 0 0,-1 1-1 0 0,1-1 0 0 0,0 1 1 0 0,-1-1-1 0 0,1 1 0 0 0,-1 0 1 0 0,1 0-1 0 0,-1 0 1 0 0,1 0-1 0 0,-1 0 0 0 0,1 0 1 0 0,-1 0-1 0 0,1 0 0 0 0,-1 0 1 0 0,1 1-1 0 0,-1-1 0 0 0,-1 1 1 0 0,-1 1 32 0 0,1 0 0 0 0,-1 0 0 0 0,1 0 0 0 0,-1 0-1 0 0,1 0 1 0 0,0 1 0 0 0,-1 0 0 0 0,2 0 0 0 0,-1 0 0 0 0,0 0 0 0 0,0 0 0 0 0,1 0 0 0 0,0 0 0 0 0,-1 1 0 0 0,1 0 0 0 0,-2 6-1 0 0,2-2-45 0 0,0-1-1 0 0,0 0 0 0 0,1 1 0 0 0,1-1 0 0 0,-1 1 0 0 0,1-1 0 0 0,0 1 0 0 0,1-1 1 0 0,0 1-1 0 0,0-1 0 0 0,0 0 0 0 0,1 1 0 0 0,0-1 0 0 0,1 0 0 0 0,0 0 1 0 0,0 0-1 0 0,0 0 0 0 0,6 7 0 0 0,-3-4-206 0 0,1 0 0 0 0,0 0-1 0 0,1-1 1 0 0,0 0 0 0 0,0-1 0 0 0,1 0 0 0 0,0 0-1 0 0,1-1 1 0 0,0 0 0 0 0,18 10 0 0 0,-2-6-7523 0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51.6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297 469 5529 0 0,'-1'-8'676'0'0,"0"0"0"0"0,-1 0 0 0 0,0 0 0 0 0,-1 0 0 0 0,0 0 0 0 0,0 1 0 0 0,0 0 0 0 0,-8-13 0 0 0,10 19-509 0 0,0-1-1 0 0,-1 0 1 0 0,1 1-1 0 0,0-1 1 0 0,-1 1-1 0 0,1-1 1 0 0,-1 1 0 0 0,0 0-1 0 0,1-1 1 0 0,-1 1-1 0 0,0 0 1 0 0,1 0-1 0 0,-1 0 1 0 0,0 0 0 0 0,0 1-1 0 0,0-1 1 0 0,0 1-1 0 0,0-1 1 0 0,0 1-1 0 0,0-1 1 0 0,0 1 0 0 0,0 0-1 0 0,0 0 1 0 0,0 0-1 0 0,0 0 1 0 0,0 1-1 0 0,0-1 1 0 0,0 0 0 0 0,0 1-1 0 0,0-1 1 0 0,0 1-1 0 0,0 0 1 0 0,0 0-1 0 0,0 0 1 0 0,0 0 0 0 0,0 0-1 0 0,1 0 1 0 0,-1 0-1 0 0,-2 3 1 0 0,-6 4 154 0 0,0 2 1 0 0,0-1 0 0 0,1 1-1 0 0,1 0 1 0 0,0 1-1 0 0,0 0 1 0 0,-11 22-1 0 0,0 4-100 0 0,-16 47 0 0 0,33-77-219 0 0,-15 37 26 0 0,-11 51 1 0 0,25-83-25 0 0,0 0 0 0 0,1 1 0 0 0,1-1 0 0 0,0 1 0 0 0,1 0 0 0 0,0-1 0 0 0,1 1 0 0 0,0-1 0 0 0,5 19 0 0 0,-6-28-9 0 0,1 0 0 0 0,0 0 0 0 0,0-1 1 0 0,0 1-1 0 0,0-1 0 0 0,0 1 1 0 0,0-1-1 0 0,1 1 0 0 0,-1-1 1 0 0,1 0-1 0 0,0 0 0 0 0,0 1 1 0 0,0-1-1 0 0,0 0 0 0 0,0-1 0 0 0,0 1 1 0 0,0 0-1 0 0,0-1 0 0 0,1 1 1 0 0,-1-1-1 0 0,1 0 0 0 0,2 1 1 0 0,-3-1-4 0 0,1-1 1 0 0,0 0 0 0 0,-1 0 0 0 0,1 0 0 0 0,0-1 0 0 0,-1 1-1 0 0,1 0 1 0 0,-1-1 0 0 0,1 0 0 0 0,-1 0 0 0 0,1 0 0 0 0,-1 0-1 0 0,1 0 1 0 0,-1 0 0 0 0,0 0 0 0 0,0-1 0 0 0,0 1 0 0 0,0-1-1 0 0,0 0 1 0 0,0 0 0 0 0,0 0 0 0 0,0 0 0 0 0,2-2 0 0 0,9-14-161 0 0,0 0 1 0 0,-1 0 0 0 0,-1-1-1 0 0,-1-1 1 0 0,0 0 0 0 0,-1 0-1 0 0,6-25 1 0 0,1-12-1064 0 0,13-85 0 0 0,4-179-1376 0 0,-27 106 5010 0 0,3 374 3452 0 0,3-62-5477 0 0,5 0 0 0 0,33 108 0 0 0,-36-159-289 0 0,21 45 1 0 0,-30-79-98 0 0,0 0 1 0 0,2-1 0 0 0,-1 0 0 0 0,1 0 0 0 0,1 0 0 0 0,0-1-1 0 0,0 0 1 0 0,1-1 0 0 0,11 10 0 0 0,-17-17-125 0 0,1 1 0 0 0,-1-1 0 0 0,1 0 1 0 0,0 0-1 0 0,-1 0 0 0 0,1 0 0 0 0,0 0 0 0 0,0-1 0 0 0,0 0 1 0 0,0 0-1 0 0,0 0 0 0 0,1 0 0 0 0,-1-1 0 0 0,0 0 1 0 0,0 1-1 0 0,0-2 0 0 0,1 1 0 0 0,7-2 0 0 0,8-5-7688 0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51.7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9218 0 0,'3'0'538'0'0,"-1"1"0"0"0,0 1 0 0 0,0-1 1 0 0,0 0-1 0 0,-1 0 0 0 0,1 1 0 0 0,0-1 0 0 0,0 1 0 0 0,-1 0 1 0 0,1-1-1 0 0,-1 1 0 0 0,0 0 0 0 0,3 3 0 0 0,18 28 1905 0 0,45 96 377 0 0,-59-115-3126 0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51.9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3681 0 0,'0'0'160'0'0,"1"0"40"0"0,1 2-200 0 0,1-2 0 0 0,-1 1 0 0 0,0 0 0 0 0,0 1 0 0 0,3 0 0 0 0,1 4 0 0 0,4 1 0 0 0,2 2 0 0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52.2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95 69 6449 0 0,'0'-2'-143'0'0,"0"-2"636"0"0,-1 0 0 0 0,0 1 0 0 0,0-1 0 0 0,0 0-1 0 0,0 0 1 0 0,-3-5 0 0 0,3 9-346 0 0,1-1 0 0 0,0 1 0 0 0,0-1-1 0 0,-1 1 1 0 0,1 0 0 0 0,0-1 0 0 0,-1 1 0 0 0,1 0-1 0 0,-1-1 1 0 0,1 1 0 0 0,0 0 0 0 0,-1-1 0 0 0,1 1-1 0 0,-1 0 1 0 0,1 0 0 0 0,-1 0 0 0 0,1-1 0 0 0,-1 1 0 0 0,1 0-1 0 0,-1 0 1 0 0,1 0 0 0 0,-1 0 0 0 0,0 0 0 0 0,0 0 35 0 0,-1 1 1 0 0,1-1 0 0 0,0 0-1 0 0,0 1 1 0 0,0-1 0 0 0,0 1-1 0 0,0 0 1 0 0,0-1-1 0 0,0 1 1 0 0,0 0 0 0 0,0 0-1 0 0,0 0 1 0 0,0 0 0 0 0,-1 1-1 0 0,-5 6 82 0 0,1 1-1 0 0,0 0 0 0 0,1 0 0 0 0,0 0 0 0 0,0 1 0 0 0,1 0 0 0 0,0 0 0 0 0,1 0 0 0 0,0 0 1 0 0,0 0-1 0 0,1 1 0 0 0,1 0 0 0 0,-1 10 0 0 0,1-9-228 0 0,1 1 1 0 0,0-1-1 0 0,0 1 1 0 0,2-1-1 0 0,0 1 0 0 0,0-1 1 0 0,1 0-1 0 0,0 0 1 0 0,1 0-1 0 0,10 20 0 0 0,-11-26-21 0 0,1-1 0 0 0,-1 1 0 0 0,1-1 0 0 0,1 0-1 0 0,-1-1 1 0 0,1 1 0 0 0,-1-1 0 0 0,1 0 0 0 0,0 0 0 0 0,1 0-1 0 0,8 4 1 0 0,-11-6 10 0 0,-1-1-1 0 0,0 0 1 0 0,1 0-1 0 0,-1-1 1 0 0,1 1 0 0 0,-1 0-1 0 0,1-1 1 0 0,-1 0-1 0 0,1 1 1 0 0,-1-1-1 0 0,1 0 1 0 0,-1 0 0 0 0,1-1-1 0 0,0 1 1 0 0,-1 0-1 0 0,1-1 1 0 0,-1 0-1 0 0,1 1 1 0 0,-1-1 0 0 0,0 0-1 0 0,1 0 1 0 0,-1 0-1 0 0,0-1 1 0 0,0 1-1 0 0,0-1 1 0 0,0 1 0 0 0,0-1-1 0 0,0 1 1 0 0,0-1-1 0 0,0 0 1 0 0,2-3-1 0 0,3-6 63 0 0,0 0 0 0 0,-1-1 0 0 0,0 1 0 0 0,0-2-1 0 0,-1 1 1 0 0,-1 0 0 0 0,0-1 0 0 0,-1 0 0 0 0,0 0-1 0 0,1-25 1 0 0,-2 6-455 0 0,-1-1 0 0 0,-2 1 0 0 0,-5-42 0 0 0,1 45-1519 0 0,0 3-4885 0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52.7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159 299 3225 0 0,'-2'0'26'0'0,"-1"-1"1"0"0,1 1 0 0 0,-1 0 0 0 0,0 0 0 0 0,1 0-1 0 0,-1 0 1 0 0,0 0 0 0 0,1 0 0 0 0,-1 1-1 0 0,1 0 1 0 0,-1-1 0 0 0,0 1 0 0 0,1 0-1 0 0,0 0 1 0 0,-1 0 0 0 0,1 1 0 0 0,0-1-1 0 0,-1 1 1 0 0,1-1 0 0 0,0 1 0 0 0,0-1 0 0 0,0 1-1 0 0,0 0 1 0 0,1 0 0 0 0,-1 0 0 0 0,0 0-1 0 0,1 1 1 0 0,-3 3 0 0 0,-11 14 245 0 0,1 0 0 0 0,1 1 0 0 0,-14 30 1 0 0,23-42-121 0 0,1-1 0 0 0,0 1 0 0 0,0 0 0 0 0,1 0 1 0 0,-1 0-1 0 0,2 0 0 0 0,0 0 0 0 0,0 0 0 0 0,0 1 1 0 0,1-1-1 0 0,1 0 0 0 0,1 13 0 0 0,-2-21-94 0 0,1 1 1 0 0,-1 0-1 0 0,0 0 0 0 0,1 0 1 0 0,0 0-1 0 0,-1 0 0 0 0,1-1 0 0 0,0 1 1 0 0,0 0-1 0 0,0 0 0 0 0,0-1 1 0 0,0 1-1 0 0,0-1 0 0 0,0 1 0 0 0,1-1 1 0 0,-1 1-1 0 0,0-1 0 0 0,1 0 0 0 0,-1 0 1 0 0,1 0-1 0 0,0 0 0 0 0,-1 0 1 0 0,1 0-1 0 0,0 0 0 0 0,0 0 0 0 0,-1-1 1 0 0,1 1-1 0 0,0 0 0 0 0,0-1 1 0 0,0 0-1 0 0,0 0 0 0 0,0 1 0 0 0,0-1 1 0 0,0 0-1 0 0,-1 0 0 0 0,1-1 0 0 0,0 1 1 0 0,0 0-1 0 0,0-1 0 0 0,2 0 1 0 0,3-1 41 0 0,-1 0-1 0 0,0-1 1 0 0,0 1 0 0 0,0-1 0 0 0,0-1 0 0 0,-1 1 0 0 0,1-1 0 0 0,-1 0 0 0 0,0 0 0 0 0,7-7 0 0 0,-2-1-46 0 0,0 0 0 0 0,-1 0 0 0 0,0-1 0 0 0,-1-1 0 0 0,-1 1 0 0 0,0-1 0 0 0,-1 0 0 0 0,0-1 0 0 0,-1 1 0 0 0,-1-1 0 0 0,0 0 0 0 0,-1-1 0 0 0,-1 1 0 0 0,1-21 0 0 0,-3 2 186 0 0,-2 0 0 0 0,-1 0 0 0 0,-1 1 0 0 0,-3-1 0 0 0,-14-47 0 0 0,4 17 787 0 0,10 39 3497 0 0,10 35-1213 0 0,23 102-2047 0 0,16 50-520 0 0,-3-55-381 0 0,32 101-538 0 0,-65-183-77 0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53.1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1 215 5713 0 0,'0'3'399'0'0,"0"0"0"0"0,0 0-1 0 0,1 0 1 0 0,-1 0 0 0 0,1 0 0 0 0,-1 0-1 0 0,1 0 1 0 0,0 0 0 0 0,0 0 0 0 0,1-1-1 0 0,-1 1 1 0 0,0 0 0 0 0,1-1-1 0 0,0 1 1 0 0,-1-1 0 0 0,1 1 0 0 0,0-1-1 0 0,0 0 1 0 0,1 0 0 0 0,-1 0 0 0 0,0 0-1 0 0,1 0 1 0 0,-1-1 0 0 0,1 1-1 0 0,0-1 1 0 0,-1 1 0 0 0,4 0 0 0 0,-2-1-118 0 0,0 0 0 0 0,0 0-1 0 0,0 0 1 0 0,0 0 0 0 0,0-1 0 0 0,0 1 0 0 0,0-1 0 0 0,0 0 0 0 0,0-1 0 0 0,0 1 0 0 0,0-1 0 0 0,0 0 0 0 0,0 0 0 0 0,0 0 0 0 0,-1 0 0 0 0,1 0 0 0 0,0-1 0 0 0,0 0 0 0 0,4-3 0 0 0,0 0-164 0 0,-2-1-1 0 0,1 0 1 0 0,-1 0 0 0 0,0 0 0 0 0,0-1-1 0 0,0 0 1 0 0,-1 0 0 0 0,0 0-1 0 0,-1-1 1 0 0,0 1 0 0 0,0-1 0 0 0,0 0-1 0 0,4-17 1 0 0,-6 19-79 0 0,-1-2 1 0 0,1 1-1 0 0,-1 0 1 0 0,-1 0-1 0 0,1 0 0 0 0,-1 0 1 0 0,-1-1-1 0 0,1 1 0 0 0,-1 0 1 0 0,0 0-1 0 0,-1 0 0 0 0,0 0 1 0 0,0 0-1 0 0,0 0 0 0 0,-1 1 1 0 0,0-1-1 0 0,-5-8 0 0 0,7 13-34 0 0,0 0 0 0 0,0 1-1 0 0,-1-1 1 0 0,1 0 0 0 0,0 1-1 0 0,0-1 1 0 0,-1 1 0 0 0,1 0-1 0 0,-1-1 1 0 0,1 1 0 0 0,-1 0-1 0 0,0 0 1 0 0,1 0 0 0 0,-1 0-1 0 0,0 0 1 0 0,0 1 0 0 0,0-1-1 0 0,1 0 1 0 0,-1 1 0 0 0,0-1-1 0 0,0 1 1 0 0,0 0 0 0 0,-4 0-1 0 0,4 0-4 0 0,0 1 1 0 0,0-1-1 0 0,0 1 0 0 0,0 0 0 0 0,1 0 0 0 0,-1 0 0 0 0,0 0 0 0 0,0 0 0 0 0,1 0 1 0 0,-1 0-1 0 0,1 1 0 0 0,-1-1 0 0 0,1 1 0 0 0,-1-1 0 0 0,1 1 0 0 0,0-1 1 0 0,0 1-1 0 0,0 0 0 0 0,0 0 0 0 0,0-1 0 0 0,0 1 0 0 0,-1 4 0 0 0,-3 7-8 0 0,1 0 0 0 0,0 0-1 0 0,1 1 1 0 0,0-1 0 0 0,1 1 0 0 0,0 0-1 0 0,2 0 1 0 0,-1 0 0 0 0,2-1-1 0 0,0 1 1 0 0,0 0 0 0 0,1 0-1 0 0,1-1 1 0 0,9 26 0 0 0,-6-25-8 0 0,0 0 0 0 0,1 0 0 0 0,1 0 0 0 0,0-1 0 0 0,1 0 0 0 0,1-1 0 0 0,0 0 0 0 0,0 0 0 0 0,1-1 0 0 0,1-1 0 0 0,0 0 0 0 0,0 0 0 0 0,14 7 0 0 0,71 37-2702 0 0,-66-40-5151 0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53.7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213 9 7834 0 0,'-2'-1'190'0'0,"0"0"1"0"0,0 0 0 0 0,0 0-1 0 0,0 0 1 0 0,-1 0 0 0 0,1 0-1 0 0,0 1 1 0 0,-1-1 0 0 0,1 1-1 0 0,0-1 1 0 0,-1 1 0 0 0,1 0-1 0 0,-1 0 1 0 0,1 0 0 0 0,0 1-1 0 0,-1-1 1 0 0,1 0 0 0 0,-1 1-1 0 0,1-1 1 0 0,0 1 0 0 0,0 0-1 0 0,-1 0 1 0 0,1 0 0 0 0,0 0-1 0 0,0 0 1 0 0,0 1 0 0 0,0-1-1 0 0,-3 4 1 0 0,-8 4 513 0 0,0 1 1 0 0,2 1-1 0 0,-1 0 0 0 0,1 1 1 0 0,1 0-1 0 0,0 0 0 0 0,-10 18 1 0 0,13-20-466 0 0,2 0 1 0 0,-1 0 0 0 0,2 1 0 0 0,-1-1 0 0 0,1 1 0 0 0,1 0 0 0 0,0 0 0 0 0,1 0 0 0 0,0 1 0 0 0,-1 20 0 0 0,4-20-170 0 0,0-1 1 0 0,1 0 0 0 0,0 0-1 0 0,1 0 1 0 0,0 0 0 0 0,1 0-1 0 0,0-1 1 0 0,1 1 0 0 0,0-1-1 0 0,1 0 1 0 0,0-1-1 0 0,13 17 1 0 0,-15-21-180 0 0,0 0 1 0 0,1 0-1 0 0,0 0 0 0 0,0 0 1 0 0,0-1-1 0 0,1 0 0 0 0,-1 0 1 0 0,1 0-1 0 0,0-1 0 0 0,0 0 0 0 0,0 0 1 0 0,1 0-1 0 0,-1-1 0 0 0,1 0 1 0 0,-1 0-1 0 0,1-1 0 0 0,0 0 0 0 0,-1 0 1 0 0,1 0-1 0 0,0-1 0 0 0,0 0 1 0 0,8-1-1 0 0,6-4-1174 0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54.0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 6625 0 0,'-3'-2'13233'0'0,"8"10"-12886"0"0,0 1 1 0 0,0-1 0 0 0,-1 1 0 0 0,0-1 0 0 0,-1 1-1 0 0,0 0 1 0 0,0 1 0 0 0,-1-1 0 0 0,2 17-1 0 0,3 9-53 0 0,3 6-53 0 0,20 68 57 0 0,-26-99-294 0 0,0 0-1 0 0,1 1 1 0 0,0-2 0 0 0,0 1-1 0 0,1 0 1 0 0,1-1 0 0 0,13 16-1 0 0,-18-24-26 0 0,-1 0 0 0 0,0 0 0 0 0,0 1-1 0 0,1-1 1 0 0,-1 0 0 0 0,1 0 0 0 0,-1 0-1 0 0,1-1 1 0 0,-1 1 0 0 0,1 0 0 0 0,-1 0 0 0 0,1-1-1 0 0,0 1 1 0 0,-1-1 0 0 0,1 0 0 0 0,0 1-1 0 0,0-1 1 0 0,-1 0 0 0 0,1 0 0 0 0,0 0 0 0 0,0 0-1 0 0,-1 0 1 0 0,1 0 0 0 0,0-1 0 0 0,-1 1 0 0 0,1-1-1 0 0,3 0 1 0 0,-1-2-316 0 0,-1 1 0 0 0,1 0-1 0 0,-1-1 1 0 0,0 1 0 0 0,1-1-1 0 0,-1 0 1 0 0,0 0 0 0 0,-1 0-1 0 0,1 0 1 0 0,3-6 0 0 0,6-11-6913 0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54.5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10594 0 0,'1'3'449'0'0,"0"-1"0"0"0,0 1-1 0 0,0 0 1 0 0,0 0-1 0 0,0 0 1 0 0,-1 0 0 0 0,0 0-1 0 0,1 0 1 0 0,-1 0-1 0 0,-1 5 1 0 0,2 6 456 0 0,10 79 2766 0 0,8 61-969 0 0,12-3-4094 0 0,-23-125-6236 0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54.9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6449 0 0,'7'3'649'0'0,"0"0"0"0"0,0 0-1 0 0,0 0 1 0 0,0 1-1 0 0,0 0 1 0 0,-1 1 0 0 0,0-1-1 0 0,0 1 1 0 0,0 1-1 0 0,0-1 1 0 0,-1 1 0 0 0,0 0-1 0 0,0 0 1 0 0,-1 0-1 0 0,6 11 1 0 0,7 13 1093 0 0,-1 0-1 0 0,12 39 1 0 0,-19-46-1287 0 0,19 42 523 0 0,-39-86-978 0 0,8 16 0 0 0,0-1 0 0 0,0 0 0 0 0,0 0 0 0 0,1 0 0 0 0,-3-8 0 0 0,3-1-144 0 0,1 0-1 0 0,0 0 1 0 0,1-1 0 0 0,0 1-1 0 0,1 0 1 0 0,1 0-1 0 0,1-1 1 0 0,0 2 0 0 0,0-1-1 0 0,2 0 1 0 0,6-14 0 0 0,2-2-1013 0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55.2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52 8034 0 0,'4'2'858'0'0,"1"-1"0"0"0,0 1 0 0 0,-1 0 0 0 0,1 0 0 0 0,-1 0 0 0 0,0 1 0 0 0,0 0 0 0 0,0-1 0 0 0,0 1 0 0 0,0 1 0 0 0,-1-1 0 0 0,1 1 0 0 0,-1-1 0 0 0,0 1 0 0 0,5 7 0 0 0,9 27 536 0 0,-13-29-1219 0 0,12 33 263 0 0,-1 1 0 0 0,10 52 0 0 0,-25-82-438 0 0,-8-17 0 0 0,-7-19 0 0 0,10 8-47 0 0,1-1-1 0 0,0 0 1 0 0,1 1 0 0 0,1-1-1 0 0,0 0 1 0 0,1 0-1 0 0,1 0 1 0 0,1 0-1 0 0,0 0 1 0 0,5-25-1 0 0,-1 23-2353 0 0,-1-1 0 0 0,13-27 0 0 0,-2 12-4885 0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55.8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1 256 5153 0 0,'0'1'13'0'0,"0"0"0"0"0,1 1 0 0 0,0-1-1 0 0,-1 0 1 0 0,1 1 0 0 0,0-1 0 0 0,0 0 0 0 0,0 0 0 0 0,0 0-1 0 0,-1 0 1 0 0,2 0 0 0 0,-1 0 0 0 0,0 0 0 0 0,0 0 0 0 0,2 1-1 0 0,-1-1 332 0 0,0 0 0 0 0,0-1 0 0 0,0 1 0 0 0,0 0 0 0 0,1-1 0 0 0,-1 0 0 0 0,0 1 0 0 0,1-1 0 0 0,-1 0 0 0 0,0 0 0 0 0,1 0 0 0 0,-1 0 0 0 0,0-1 0 0 0,3 0 0 0 0,-1 0 211 0 0,0 0-1 0 0,0 0 1 0 0,0 0-1 0 0,-1-1 0 0 0,1 1 1 0 0,-1-1-1 0 0,1 0 1 0 0,-1 0-1 0 0,1 0 1 0 0,-1-1-1 0 0,0 1 0 0 0,0-1 1 0 0,0 0-1 0 0,3-4 1 0 0,0-4-274 0 0,-1 1 0 0 0,0-1 0 0 0,-1 0 0 0 0,-1 0 0 0 0,1 0 0 0 0,-2-1 0 0 0,2-13 1 0 0,5-83 1364 0 0,-9 105-1643 0 0,0 2-24 0 0,1-1 1 0 0,-1 1-1 0 0,0 0 0 0 0,0-1 1 0 0,0 1-1 0 0,0-1 1 0 0,0 1-1 0 0,0-1 0 0 0,0 1 1 0 0,-1 0-1 0 0,1-1 1 0 0,0 1-1 0 0,-1-1 0 0 0,1 1 1 0 0,-1 0-1 0 0,1-1 0 0 0,-1 1 1 0 0,0 0-1 0 0,0 0 1 0 0,1 0-1 0 0,-3-2 0 0 0,2 2-23 0 0,0 1 0 0 0,0 0 0 0 0,0 0 0 0 0,0 0 1 0 0,0 1-1 0 0,0-1 0 0 0,0 0 0 0 0,0 0 0 0 0,0 0 0 0 0,0 1 0 0 0,0-1 0 0 0,1 0 0 0 0,-1 1 0 0 0,0-1 0 0 0,0 1 0 0 0,0-1 0 0 0,0 1 0 0 0,1 0 0 0 0,-1-1 0 0 0,0 1 0 0 0,0 0 0 0 0,0 1 0 0 0,-5 4-185 0 0,0 0-1 0 0,1 1 1 0 0,0 0 0 0 0,0 0-1 0 0,1 1 1 0 0,-4 7 0 0 0,5-8 194 0 0,2 0-1 0 0,-1 0 1 0 0,1 0 0 0 0,0 0-1 0 0,0 1 1 0 0,1-1 0 0 0,0 0-1 0 0,0 0 1 0 0,1 0 0 0 0,0 0-1 0 0,0 1 1 0 0,1-1 0 0 0,0 0-1 0 0,0-1 1 0 0,5 11 0 0 0,-4-9 42 0 0,1 0 0 0 0,0-1 0 0 0,0 1 0 0 0,1-1 0 0 0,0 0-1 0 0,0-1 1 0 0,1 1 0 0 0,0-1 0 0 0,0 0 0 0 0,0 0 0 0 0,1-1 0 0 0,14 9 0 0 0,-20-13 16 0 0,1 0-1 0 0,0-1 0 0 0,0 1 1 0 0,0 0-1 0 0,0-1 1 0 0,-1 0-1 0 0,1 1 0 0 0,0-1 1 0 0,0 0-1 0 0,0 0 1 0 0,0 0-1 0 0,0 0 1 0 0,0 0-1 0 0,0-1 0 0 0,0 1 1 0 0,0 0-1 0 0,0-1 1 0 0,0 0-1 0 0,-1 1 0 0 0,1-1 1 0 0,0 0-1 0 0,0 0 1 0 0,-1 0-1 0 0,1 0 1 0 0,0 0-1 0 0,-1 0 0 0 0,1-1 1 0 0,2-2-1 0 0,4-5 168 0 0,-1 0 0 0 0,1 0 0 0 0,10-20 0 0 0,-1 4-104 0 0,-4 7 31 0 0,1 1 0 0 0,0 0-1 0 0,1 1 1 0 0,1 1-1 0 0,1 0 1 0 0,27-18 0 0 0,-43 32-79 0 0,0 1 0 0 0,0-1 0 0 0,0 1 0 0 0,0-1 0 0 0,0 1 0 0 0,0 0 0 0 0,0-1 0 0 0,0 1 1 0 0,1 0-1 0 0,-1 0 0 0 0,0 0 0 0 0,0 0 0 0 0,0 0 0 0 0,0 0 0 0 0,1 0 0 0 0,-1 1 0 0 0,0-1 0 0 0,0 0 1 0 0,0 0-1 0 0,0 1 0 0 0,0-1 0 0 0,0 1 0 0 0,0-1 0 0 0,0 1 0 0 0,0 0 0 0 0,0-1 0 0 0,0 1 1 0 0,0 0-1 0 0,0 0 0 0 0,0-1 0 0 0,0 1 0 0 0,-1 0 0 0 0,1 0 0 0 0,0 0 0 0 0,-1 0 0 0 0,1 0 0 0 0,-1 0 1 0 0,1 0-1 0 0,0 2 0 0 0,3 6 182 0 0,0 1 0 0 0,0 0 1 0 0,3 16-1 0 0,-3-11-89 0 0,7 29 234 0 0,10 29-244 0 0,-19-67-123 0 0,0-1 0 0 0,1 1 0 0 0,0 0-1 0 0,0-1 1 0 0,0 0 0 0 0,1 1 0 0 0,-1-1 0 0 0,1-1-1 0 0,6 6 1 0 0,-10-9-27 0 0,1-1-1 0 0,0 0 0 0 0,0 1 1 0 0,0-1-1 0 0,0 0 0 0 0,0 1 1 0 0,-1-1-1 0 0,1 0 0 0 0,0 0 1 0 0,0 0-1 0 0,0 0 0 0 0,0 1 1 0 0,0-2-1 0 0,0 1 1 0 0,0 0-1 0 0,0 0 0 0 0,0 0 1 0 0,0 0-1 0 0,-1 0 0 0 0,1-1 1 0 0,0 1-1 0 0,0 0 0 0 0,0-1 1 0 0,0 1-1 0 0,-1-1 0 0 0,1 1 1 0 0,0-1-1 0 0,0 1 0 0 0,-1-1 1 0 0,1 0-1 0 0,0 1 1 0 0,-1-1-1 0 0,1 0 0 0 0,-1 1 1 0 0,1-1-1 0 0,-1 0 0 0 0,1 0 1 0 0,-1 0-1 0 0,1 1 0 0 0,-1-2 1 0 0,23-41-713 0 0,-19 35 595 0 0,19-42-1340 0 0,2 2 0 0 0,3 0 0 0 0,36-47 0 0 0,-48 82 1633 0 0,-15 12-93 0 0,-1 1-1 0 0,1 0 1 0 0,-1 0-1 0 0,1 0 1 0 0,-1 0-1 0 0,1 0 1 0 0,-1 0-1 0 0,1 0 1 0 0,-1 0-1 0 0,1 0 1 0 0,-1 0-1 0 0,1 0 1 0 0,-1 0-1 0 0,1 1 1 0 0,-1-1-1 0 0,1 0 1 0 0,-1 0-1 0 0,1 0 1 0 0,-1 1-1 0 0,1-1 1 0 0,-1 0-1 0 0,0 1 1 0 0,1-1-1 0 0,2 3 346 0 0,-1 1-1 0 0,0-1 0 0 0,0 0 1 0 0,0 1-1 0 0,-1-1 0 0 0,1 1 0 0 0,1 5 1 0 0,4 10 174 0 0,3 0-211 0 0,0 0-1 0 0,1-1 1 0 0,20 26-1 0 0,-28-39-466 0 0,1-1 0 0 0,-1 1 0 0 0,1-1 0 0 0,1 0 0 0 0,-1 0-1 0 0,0-1 1 0 0,1 1 0 0 0,0-1 0 0 0,0 0 0 0 0,0 0 0 0 0,0-1 0 0 0,0 1-1 0 0,1-1 1 0 0,-1 0 0 0 0,1-1 0 0 0,-1 1 0 0 0,12 0 0 0 0,-13-2-201 0 0,-1 0 1 0 0,1-1 0 0 0,0 0-1 0 0,-1 0 1 0 0,1 0-1 0 0,-1 0 1 0 0,1 0 0 0 0,-1-1-1 0 0,0 1 1 0 0,0-1-1 0 0,1 0 1 0 0,-1 0-1 0 0,0 0 1 0 0,-1-1 0 0 0,1 1-1 0 0,3-5 1 0 0,8-9 252 0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56.0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1 11058 0 0,'0'0'66'0'0,"0"0"0"0"0,-1 0-1 0 0,1 0 1 0 0,0 0 0 0 0,-1 0-1 0 0,1 0 1 0 0,0 0 0 0 0,-1 0-1 0 0,1 0 1 0 0,0 0 0 0 0,-1 0-1 0 0,1 0 1 0 0,-1 0 0 0 0,1 0-1 0 0,0 0 1 0 0,-1 0 0 0 0,1 0-1 0 0,0 1 1 0 0,-1-1 0 0 0,1 0-1 0 0,0 0 1 0 0,0 0-1 0 0,-1 1 1 0 0,1-1 0 0 0,0 0-1 0 0,-1 0 1 0 0,1 1 0 0 0,0-1-1 0 0,0 0 1 0 0,0 0 0 0 0,-1 1-1 0 0,1-1 1 0 0,0 0 0 0 0,0 1-1 0 0,-1-1 1 0 0,7 13 3371 0 0,2 3-2291 0 0,2 24 111 0 0,-1 1-1 0 0,-2 0 0 0 0,-2 0 1 0 0,-1 70-1 0 0,-4-66-1138 0 0,3 1-1 0 0,1-1 1 0 0,17 69-1 0 0,-16-98-332 0 0,1 0-1 0 0,1-1 1 0 0,1 1-1 0 0,13 19 0 0 0,-10-18-1537 0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56.2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89 10594 0 0,'-4'-3'472'0'0,"1"0"96"0"0,3 0-455 0 0,1 1-113 0 0,2 0 0 0 0,1 1 0 0 0,0 0 672 0 0,5-2 104 0 0,3-1 24 0 0,7-2 8 0 0,6-1-280 0 0,3-2-56 0 0,2-1-16 0 0,0 0 1 0 0,2-1-385 0 0,-2-2-72 0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5:56.3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13363 0 0,'0'11'592'0'0,"2"-5"120"0"0,2 1-568 0 0,-2-5-144 0 0,1 1 0 0 0,0-3 0 0 0,2 0 344 0 0,2 0 40 0 0,3 2 0 0 0,5-2 8 0 0,4 0-328 0 0,-2-3-64 0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2:39.7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64 11058 0 0,'6'-45'3475'0'0,"1"26"286"0"0,-5 25-1447 0 0,27 240-1055 0 0,115 705-473 0 0,-87-698-783 0 0,147 810 267 0 0,-168-738 190 0 0,-11 626-1 0 0,-27-917-550 0 0,-1 0 0 0 0,-12 46 0 0 0,9-58-220 0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2:40.5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77 635 8290 0 0,'-27'-1'1649'0'0,"-22"1"2631"0"0,60 0-3572 0 0,1 0 1 0 0,0 1-1 0 0,0 0 1 0 0,12 3-1 0 0,17 2-402 0 0,369 0 1655 0 0,1-34-616 0 0,-224 13-948 0 0,720-70 266 0 0,-107 9-571 0 0,-1 1-8 0 0,-12-11 172 0 0,-572 61-164 0 0,280-37 76 0 0,590-57-16 0 0,1368 41 643 0 0,-1772 77-257 0 0,292 4-47 0 0,-694-7-4023 0 0,-250 4-4274 0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2:41.7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10462 0 456 0 0,'-6'7'954'0'0,"0"-1"-1"0"0,1 1 1 0 0,0 0-1 0 0,0 1 1 0 0,0-1-1 0 0,1 1 1 0 0,0 0-1 0 0,1 0 1 0 0,-4 10 0 0 0,4-6 2 0 0,0 1 0 0 0,0 0 0 0 0,2 0 0 0 0,-1 0 1 0 0,2 20-1 0 0,4 9 594 0 0,1-1 0 0 0,22 80 0 0 0,-10-53-702 0 0,122 707 154 0 0,-113-538-987 0 0,66 762 34 0 0,-8 66 272 0 0,-78-1007-194 0 0,65 475 629 0 0,-36-344-743 0 0,47 210-14 0 0,-78-383 2 0 0,1 0 0 0 0,0 0 1 0 0,13 24-1 0 0,-14-33-7 0 0,0 0 0 0 0,0 0 0 0 0,1-1 1 0 0,0 1-1 0 0,1-1 0 0 0,0-1 0 0 0,-1 1 0 0 0,2-1 0 0 0,8 7 1 0 0,-3-5-4 0 0,-7-5 10 0 0,-1 0 1 0 0,0 1 0 0 0,0-1-1 0 0,0 1 1 0 0,-1 0-1 0 0,1 0 1 0 0,-1 0-1 0 0,6 7 1 0 0,-19-12 598 0 0,-27-3-523 0 0,-1 1-1 0 0,0 1 1 0 0,-50 4-1 0 0,-121 19-186 0 0,112-10 34 0 0,-1300 48 140 0 0,29-32-736 0 0,-34 69 432 0 0,-237-14 240 0 0,828-85 0 0 0,467-4 3 0 0,-341 0-70 0 0,275 23 56 0 0,-54 1-133 0 0,42-12 99 0 0,276-3 6 0 0,-214 12-114 0 0,117 4 750 0 0,-51 4 526 0 0,131-6-951 0 0,58-7-14 0 0,-163 34-1 0 0,261-40-202 0 0,-9 2-13 0 0,-1 0-1 0 0,-23 1 1 0 0,26-5-281 0 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2:42.7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0 2761 0 0,'-2'4'985'0'0,"-1"0"0"0"0,1 0 1 0 0,0 0-1 0 0,0 0 0 0 0,1 0 1 0 0,-1 0-1 0 0,1 0 0 0 0,0 1 1 0 0,0-1-1 0 0,0 0 0 0 0,0 1 1 0 0,1-1-1 0 0,0 7 0 0 0,3 61 3799 0 0,6-20-4041 0 0,26 88 0 0 0,-2-19-627 0 0,15 113 92 0 0,29 358 0 0 0,-15 48-149 0 0,25-2-67 0 0,-79-586-8 0 0,13 88 60 0 0,46 448 285 0 0,-71 103 114 0 0,21-341 933 0 0,-13-314-1120 0 0,0 35 195 0 0,-4 1 0 0 0,-2 0-1 0 0,-14 86 1 0 0,14-146-2387 0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2:43.5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20 9218 0 0,'-16'-20'12204'0'0,"47"139"-10791"0"0,34 153-790 0 0,-52-195-561 0 0,3-1-1 0 0,3 0 0 0 0,36 88 1 0 0,-47-148-72 0 0,17 49 90 0 0,-24-61-139 0 0,0 0 0 0 0,0 0 0 0 0,0 0 0 0 0,-1 0 0 0 0,1-1 0 0 0,-1 1 1 0 0,0 0-1 0 0,0 0 0 0 0,0 0 0 0 0,-1 0 0 0 0,1 0 0 0 0,-1 0 0 0 0,0 0 0 0 0,-2 4 0 0 0,0-3-462 0 0,-2-1-115 0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2:43.9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53 348 5985 0 0,'-2'-5'109'0'0,"1"0"0"0"0,1 1 0 0 0,-1-1 0 0 0,1 1 0 0 0,-1-1 0 0 0,1 0-1 0 0,1 0 1 0 0,-1 1 0 0 0,1-1 0 0 0,-1 1 0 0 0,3-7 0 0 0,2-1 576 0 0,0 0 1 0 0,12-21-1 0 0,-14 27-495 0 0,10-15 1280 0 0,1 1 0 0 0,0 0 0 0 0,2 1 0 0 0,34-34 1 0 0,-38 42-863 0 0,0 1 0 0 0,1 0 0 0 0,0 0 0 0 0,0 2 0 0 0,1-1 1 0 0,0 2-1 0 0,1 0 0 0 0,25-8 0 0 0,-36 14-595 0 0,1 0-1 0 0,0 1 0 0 0,0 0 1 0 0,0 0-1 0 0,-1 0 1 0 0,1 1-1 0 0,0-1 1 0 0,0 1-1 0 0,-1 0 1 0 0,1 1-1 0 0,0-1 1 0 0,-1 1-1 0 0,1 0 1 0 0,-1 0-1 0 0,0 0 0 0 0,0 1 1 0 0,1-1-1 0 0,-2 1 1 0 0,1 0-1 0 0,0 0 1 0 0,-1 0-1 0 0,4 5 1 0 0,9 9 24 0 0,0 1 0 0 0,-2 0-1 0 0,15 23 1 0 0,-26-36-36 0 0,3 4-1 0 0,0 1 0 0 0,0 0 0 0 0,-1 0 0 0 0,0 1 0 0 0,0 0 0 0 0,-1-1 0 0 0,3 15 0 0 0,-6-19 0 0 0,-1 1 0 0 0,1-1 0 0 0,-1 1 0 0 0,0-1 0 0 0,0 1 0 0 0,-1-1 0 0 0,0 1 0 0 0,0-1 0 0 0,-1 1 0 0 0,0-1 0 0 0,0 0 0 0 0,0 0 0 0 0,-1 0 0 0 0,-4 8 0 0 0,-9 12 136 0 0,0-1 1 0 0,-2-1-1 0 0,-1 0 1 0 0,-1-2-1 0 0,0 0 1 0 0,-2-1-1 0 0,-1-1 1 0 0,0-1-1 0 0,-1-1 1 0 0,-48 26 0 0 0,64-40-115 0 0,0-1 1 0 0,-1 0 0 0 0,1 0-1 0 0,0-1 1 0 0,-1 0 0 0 0,1 0-1 0 0,-1-1 1 0 0,0 0 0 0 0,0-1 0 0 0,-15-1-1 0 0,-3-2-193 0 0,0-2 0 0 0,-29-8 0 0 0,5 1-1831 0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2:44.5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93 51 2304 0 0,'-20'-12'2062'0'0,"16"10"-553"0"0,-1-1 1 0 0,1 0-1 0 0,0 0 1 0 0,0 0-1 0 0,1-1 0 0 0,-1 0 1 0 0,1 1-1 0 0,0-1 1 0 0,-4-6-1 0 0,9 16-1060 0 0,0-1 1 0 0,-1 0-1 0 0,0 0 0 0 0,0 1 0 0 0,0-1 1 0 0,-1 0-1 0 0,1 1 0 0 0,-2 6 0 0 0,-4 51-702 0 0,4-45 584 0 0,-5 36-304 0 0,-9 92 224 0 0,6 244-1 0 0,10-315-2193 0 0,-4 1-3417 0 0,2-58-1868 0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2:45.0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17 143 7370 0 0,'-2'-3'324'0'0,"0"0"1"0"0,1 0 0 0 0,-1 0-1 0 0,0 0 1 0 0,1 0 0 0 0,-1-1-1 0 0,1 1 1 0 0,0 0 0 0 0,0-1 0 0 0,1 1-1 0 0,-1 0 1 0 0,1-1 0 0 0,-1 1-1 0 0,1-1 1 0 0,0 1 0 0 0,1-1-1 0 0,0-5 1 0 0,-1 7-136 0 0,0 1 0 0 0,0-1 0 0 0,0 1-1 0 0,1-1 1 0 0,-1 1 0 0 0,1-1 0 0 0,-1 1 0 0 0,1-1-1 0 0,-1 1 1 0 0,1 0 0 0 0,0-1 0 0 0,0 1 0 0 0,0 0 0 0 0,0 0-1 0 0,-1-1 1 0 0,2 1 0 0 0,-1 0 0 0 0,0 0 0 0 0,0 0-1 0 0,0 0 1 0 0,0 0 0 0 0,1 0 0 0 0,-1 1 0 0 0,0-1 0 0 0,1 0-1 0 0,-1 1 1 0 0,1-1 0 0 0,-1 1 0 0 0,1-1 0 0 0,-1 1 0 0 0,1 0-1 0 0,-1-1 1 0 0,1 1 0 0 0,-1 0 0 0 0,1 0 0 0 0,-1 0-1 0 0,1 0 1 0 0,-1 1 0 0 0,1-1 0 0 0,-1 0 0 0 0,3 1 0 0 0,0 1-88 0 0,-1-1 0 0 0,1 1 0 0 0,0 0 1 0 0,-1 0-1 0 0,1 1 0 0 0,-1-1 0 0 0,0 1 1 0 0,0 0-1 0 0,0 0 0 0 0,0 0 0 0 0,0 0 1 0 0,-1 0-1 0 0,0 0 0 0 0,4 6 0 0 0,27 58-94 0 0,-25-49 68 0 0,9 19-53 0 0,2-2-1 0 0,28 42 1 0 0,-34-59-23 0 0,1 0 0 0 0,1-1 1 0 0,0-1-1 0 0,2 0 0 0 0,26 20 0 0 0,-25-23 50 0 0,1 2-100 0 0,35 20-1 0 0,-50-32 95 0 0,1-1 0 0 0,-1 0 0 0 0,0 0-1 0 0,1 0 1 0 0,0-1 0 0 0,-1 1 0 0 0,1-1 0 0 0,0 0-1 0 0,0 0 1 0 0,0-1 0 0 0,-1 1 0 0 0,1-1-1 0 0,0 0 1 0 0,8-2 0 0 0,-10 1 18 0 0,0-1 0 0 0,0 1 1 0 0,0-1-1 0 0,0 0 0 0 0,0 0 0 0 0,0 0 1 0 0,0 0-1 0 0,-1-1 0 0 0,1 1 0 0 0,-1-1 1 0 0,0 0-1 0 0,1 0 0 0 0,-1 0 0 0 0,-1 0 0 0 0,1 0 1 0 0,0 0-1 0 0,2-6 0 0 0,1-5 235 0 0,1 0-1 0 0,4-26 0 0 0,-6 12 176 0 0,-1 0-1 0 0,-1 0 0 0 0,-2 0 0 0 0,-4-44 0 0 0,-1-18-20 0 0,5 64-609 0 0,1-37 288 0 0,2 21-3069 0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2:47.5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13 10594 0 0,'2'-1'325'0'0,"0"-1"0"0"0,1 1 0 0 0,-1 0 0 0 0,1-1 0 0 0,-1 1 0 0 0,1 0-1 0 0,-1 0 1 0 0,1 1 0 0 0,0-1 0 0 0,-1 0 0 0 0,1 1 0 0 0,5 0 0 0 0,41 0 1597 0 0,-32 0-1168 0 0,27 0 69 0 0,-1 2-1 0 0,0 2 1 0 0,0 1-1 0 0,0 3 0 0 0,73 22 1 0 0,-97-23-1557 0 0,-1-2 0 0 0,37 6 0 0 0,-47-10 478 0 0,0 0 0 0 0,-1-1 0 0 0,1 0 0 0 0,0 0 0 0 0,0-1 0 0 0,0 0-1 0 0,-1 0 1 0 0,1-1 0 0 0,0 0 0 0 0,7-3 0 0 0,-9 2-975 0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2:47.8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35 7602 0 0,'1'-8'-317'0'0,"4"-18"9619"0"0,-5 37-5690 0 0,-2 163-606 0 0,3-54-2614 0 0,-4-45-666 0 0,-1-18-241 0 0,3 1-1 0 0,2 0 0 0 0,12 78 1 0 0,-7-109-7143 0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2:48.2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89 10194 0 0,'20'-2'1629'0'0,"-1"-1"0"0"0,0-1 0 0 0,25-7 0 0 0,37-9 2308 0 0,-30 15-3032 0 0,65 0-1 0 0,-82 6-1353 0 0,1-2 0 0 0,-1-1 0 0 0,0-2 1 0 0,0-1-1 0 0,39-12 0 0 0,-26 7-8538 0 0,-40 10 6173 0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2:48.4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4 10138 0 0,'-32'-4'11816'0'0,"35"9"-11380"0"0,10 19-46 0 0,-2 0 0 0 0,0 1 0 0 0,-2 0 0 0 0,7 29 0 0 0,18 114-5 0 0,6 16-817 0 0,15-9-4481 0 0,-39-128 3185 0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2:48.9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77 5529 0 0,'26'-15'5829'0'0,"-1"3"-4510"0"0,1 2 0 0 0,0 1 0 0 0,0 1 0 0 0,1 1 0 0 0,0 1 0 0 0,50-3 0 0 0,167 9 923 0 0,-191 2-2215 0 0,-3 2-2327 0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2:49.1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54 58 9298 0 0,'-5'-3'331'0'0,"0"-1"-1"0"0,0 0 1 0 0,0 0 0 0 0,0 0 0 0 0,-6-8-1 0 0,-6-15 8296 0 0,31 70-5151 0 0,-2 31-3435 0 0,-2-13 102 0 0,74 280-2386 0 0,-69-298-5426 0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2:49.5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1 106 11979 0 0,'3'-3'283'0'0,"0"0"0"0"0,0 0 0 0 0,1 0 0 0 0,-1 0 0 0 0,1 1 0 0 0,0-1 0 0 0,-1 1 0 0 0,1 0 0 0 0,1 0 0 0 0,-1 0 0 0 0,0 1 0 0 0,9-3 0 0 0,60-8 2328 0 0,-48 9-1763 0 0,83-8 1879 0 0,-67 8-2644 0 0,1-1 0 0 0,0-3 1 0 0,63-18-1 0 0,-84 17-887 0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2:49.7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 14283 0 0,'-2'7'6621'0'0,"8"14"-5244"0"0,-5-17-849 0 0,10 42-168 0 0,-3 0 0 0 0,5 90 0 0 0,-5-41-2208 0 0,-2-43-6054 0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2:50.2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39 6913 0 0,'8'0'1182'0'0,"0"-1"-1"0"0,0-1 0 0 0,0 1 1 0 0,10-5-1 0 0,16-3 821 0 0,26 2 583 0 0,1 3 1 0 0,111 7-1 0 0,21-1-1734 0 0,-175-3-1614 0 0,1-1 0 0 0,32-8 1 0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2:50.5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13827 0 0,'9'9'8426'0'0,"-8"-7"-8059"0"0,5 25 1782 0 0,0 30-3219 0 0,-5-51 1687 0 0,10 149-369 0 0,23 253 9 0 0,-31-387-457 0 0,0-1 0 0 0,8 22-1 0 0,2-8-6183 0 0,0-9-1274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2:50.9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2 117 6449 0 0,'-2'2'2831'0'0,"7"-1"-736"0"0,18-2 478 0 0,31-7 211 0 0,63-25 1490 0 0,-60 15-3299 0 0,92-15 0 0 0,-1 10-2333 0 0,-125 19-6381 0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2:51.2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14283 0 0,'2'9'7270'0'0,"6"16"-6011"0"0,6 12-857 0 0,-2 1 0 0 0,-2 0 0 0 0,11 74 1 0 0,-4 119-602 0 0,-11-121-1826 0 0,-3-79-5977 0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2:54.0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1 103 6449 0 0,'0'-2'210'0'0,"0"1"0"0"0,0 0 0 0 0,0 0 0 0 0,0 0-1 0 0,1-1 1 0 0,-1 1 0 0 0,0 0 0 0 0,1 0 0 0 0,-1 0-1 0 0,1 0 1 0 0,0 0 0 0 0,-1-1 0 0 0,1 1 0 0 0,0 0 0 0 0,0 1-1 0 0,-1-1 1 0 0,1 0 0 0 0,0 0 0 0 0,0 0 0 0 0,0 0-1 0 0,0 1 1 0 0,0-1 0 0 0,2-1 0 0 0,28-19 2656 0 0,-30 21-2710 0 0,14-8 287 0 0,0 1-1 0 0,1 0 1 0 0,0 1 0 0 0,0 0-1 0 0,0 2 1 0 0,1 0 0 0 0,31-3-1 0 0,125 2 3587 0 0,-121 5-3669 0 0,-21 0-499 0 0,-16-1-123 0 0,0 0 0 0 0,0 2 0 0 0,0-1 1 0 0,0 2-1 0 0,0 0 0 0 0,0 1 0 0 0,27 9 0 0 0,-29-6-569 0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2:54.3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76 10594 0 0,'0'1'28'0'0,"0"-1"0"0"0,-1 0 0 0 0,1 0 0 0 0,0 0 0 0 0,0 0 0 0 0,0 0 0 0 0,0 0 0 0 0,0 0 0 0 0,0 1 0 0 0,0-1 0 0 0,0 0 0 0 0,0 0 0 0 0,-1 0-1 0 0,1 0 1 0 0,0 0 0 0 0,0 1 0 0 0,0-1 0 0 0,0 0 0 0 0,0 0 0 0 0,0 0 0 0 0,0 0 0 0 0,0 1 0 0 0,0-1 0 0 0,0 0 0 0 0,0 0 0 0 0,0 0 0 0 0,0 0 0 0 0,0 1 0 0 0,0-1 0 0 0,1 0 0 0 0,-1 0-1 0 0,0 0 1 0 0,0 0 0 0 0,0 0 0 0 0,0 1 0 0 0,0-1 0 0 0,0 0 0 0 0,0 0 0 0 0,0 0 0 0 0,0 0 0 0 0,1 0 0 0 0,-1 0 0 0 0,0 0 0 0 0,0 0 0 0 0,0 1 0 0 0,0-1 0 0 0,0 0 0 0 0,1 0-1 0 0,-1 0 1 0 0,13 4 1177 0 0,14-1 1172 0 0,14-5-256 0 0,59-8 1 0 0,40-16-1957 0 0,12-2-2688 0 0,29 9-2575 0 0,-130 15 436 0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2:54.9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68 11058 0 0,'39'-5'5582'0'0,"128"-30"588"0"0,88 9-7893 0 0,-222 25-5849 0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2:55.2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4 131 5985 0 0,'-1'0'97'0'0,"1"-1"-1"0"0,0 1 1 0 0,-1-1-1 0 0,1 1 1 0 0,0 0 0 0 0,0-1-1 0 0,0 1 1 0 0,-1-1-1 0 0,1 1 1 0 0,0-1-1 0 0,0 1 1 0 0,0-1-1 0 0,0 1 1 0 0,0 0 0 0 0,0-1-1 0 0,0 1 1 0 0,0-1-1 0 0,0 1 1 0 0,0-1-1 0 0,0 1 1 0 0,0-1-1 0 0,0 1 1 0 0,0-1 0 0 0,0 1-1 0 0,0-1 1 0 0,1 1-1 0 0,-1-1 1 0 0,0 1-1 0 0,0 0 1 0 0,1-1-1 0 0,-1 0 1 0 0,16-15 2423 0 0,24-9 1530 0 0,-16 13-2271 0 0,0 1-1 0 0,37-10 1 0 0,-31 13-890 0 0,52-7-1 0 0,-24 10-859 0 0,-1 2 0 0 0,60 6 0 0 0,-65-2-554 0 0,-7-1-1736 0 0,-15 2-3095 0 0,-9 2-985 0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2:55.6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76 11979 0 0,'31'-1'2846'0'0,"-1"-1"0"0"0,31-7 0 0 0,59-17-278 0 0,-75 15-2617 0 0,1 1-1 0 0,-1 3 0 0 0,61-3 0 0 0,-78 12-1288 0 0,0 1 0 0 0,51 12 0 0 0,-62-12-209 0 0,12 3-4928 0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2:55.9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65 1840 0 0,'1'-5'5595'0'0,"-1"4"-5490"0"0,24-5 2999 0 0,37-5 495 0 0,101 1 2179 0 0,-107 9-4822 0 0,91-13 0 0 0,-72 1-2578 0 0,-50 9-29 0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2:56.4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93 6913 0 0,'5'1'611'0'0,"0"0"-1"0"0,0 0 1 0 0,1-1-1 0 0,-1 0 1 0 0,0 0-1 0 0,8-1 0 0 0,142-18 6107 0 0,1 0-3745 0 0,85-9-1512 0 0,-33 3-5058 0 0,-171 22-3248 0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2:56.7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0 112 2304 0 0,'3'-1'395'0'0,"0"-1"0"0"0,0 1 0 0 0,0 0-1 0 0,0-1 1 0 0,0 1 0 0 0,1 1-1 0 0,-1-1 1 0 0,6 0 0 0 0,-6 0-252 0 0,136-20 8637 0 0,4 6-3667 0 0,13-1-2560 0 0,219-29-3902 0 0,-350 42 208 0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4:24.5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27 6385 0 0,'-3'-2'289'0'0,"-1"-2"168"0"0,0 1 0 0 0,-1 0 0 0 0,1 1 0 0 0,-1-1 0 0 0,0 1 0 0 0,0 0-1 0 0,0 0 1 0 0,-8-1 0 0 0,41 23 2947 0 0,-14-13-3405 0 0,0-1 1 0 0,0-1 0 0 0,0 0 0 0 0,1-1-1 0 0,0 0 1 0 0,0-1 0 0 0,0-1 0 0 0,0 0-1 0 0,21-1 1 0 0,11-3 967 0 0,79-15 1 0 0,-80 10-1926 0 0,76-4 1 0 0,-104 12-1673 0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4:24.8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4 121 3225 0 0,'-1'-2'14'0'0,"0"0"1"0"0,1 1 0 0 0,-1-1-1 0 0,1 0 1 0 0,0 0 0 0 0,0 0-1 0 0,-1 0 1 0 0,1 0 0 0 0,1 0-1 0 0,-1 0 1 0 0,0 0-1 0 0,0 0 1 0 0,2-4 0 0 0,6-27 1533 0 0,-7 26-695 0 0,1 1 0 0 0,0 0 0 0 0,1 0 0 0 0,-1 0 0 0 0,1 0 0 0 0,0 0 1 0 0,7-8 515 0 0,-7 17-992 0 0,0 0 0 0 0,1 0 0 0 0,-1-1 1 0 0,1 1-1 0 0,-1-1 0 0 0,1 0 0 0 0,8 3 1 0 0,-8-3-160 0 0,59 24 508 0 0,-50-22-498 0 0,0 0 1 0 0,0 1-1 0 0,-1 1 0 0 0,1 0 1 0 0,-1 1-1 0 0,-1 0 1 0 0,21 18-1 0 0,-30-24-256 0 0,-1 1 0 0 0,0-1 0 0 0,0 1 0 0 0,0-1 0 0 0,0 1 0 0 0,0 0 0 0 0,0-1 0 0 0,-1 1 0 0 0,1 0 0 0 0,0 0 1 0 0,-1 0-1 0 0,0-1 0 0 0,1 1 0 0 0,-1 0 0 0 0,0 0 0 0 0,0 0 0 0 0,0 0 0 0 0,0 0 0 0 0,0 0 0 0 0,0 0 0 0 0,-1-1 0 0 0,1 1 0 0 0,-1 0 0 0 0,1 0 0 0 0,-1 0 1 0 0,0 0-1 0 0,1-1 0 0 0,-1 1 0 0 0,-1 1 0 0 0,-5 8-616 0 0,1-1-1 0 0,-1 0 1 0 0,-15 14 0 0 0,6-4-1084 0 0,2-2-3843 0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4:25.3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2 185 6913 0 0,'-2'0'682'0'0,"5"-2"-81"0"0,11-8 423 0 0,23-11 784 0 0,-21 14-1216 0 0,1 0 0 0 0,0 2 0 0 0,0 0 0 0 0,0 1 0 0 0,22-2 0 0 0,88-1 841 0 0,-97 8-1380 0 0,0-2 0 0 0,-1-1 0 0 0,1-1 0 0 0,-1-2 0 0 0,47-13 0 0 0,1-12-57 0 0,10-3-1091 0 0,-27 15-3117 0 0,-56 16 3037 0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4:25.7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51 23 1840 0 0,'-24'-15'1944'0'0,"-3"8"4448"0"0,65 14 1382 0 0,-17 0-7161 0 0,0 1-1 0 0,36 19 1 0 0,-42-18-493 0 0,-2 0 0 0 0,1 0 0 0 0,-1 1 0 0 0,-1 1 0 0 0,0 0 0 0 0,20 23-1 0 0,-29-30-112 0 0,0 0 0 0 0,0 0 0 0 0,0 0 0 0 0,0 0 0 0 0,-1 1 0 0 0,0-1 0 0 0,0 1 0 0 0,0 0 0 0 0,-1-1 0 0 0,1 1 0 0 0,-1 0 0 0 0,0 0 0 0 0,0 0 0 0 0,-1 0 0 0 0,0 0 0 0 0,1 0 0 0 0,-2 0 0 0 0,1 0 0 0 0,-1 0-1 0 0,1-1 1 0 0,-1 1 0 0 0,-1 0 0 0 0,1 0 0 0 0,-1 0 0 0 0,1-1 0 0 0,-4 7 0 0 0,-4 1-40 0 0,0 0 0 0 0,-1 0-1 0 0,0-1 1 0 0,-22 20 0 0 0,21-21-124 0 0,-7 6-59 0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4:26.3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36 5529 0 0,'-4'-9'8780'0'0,"3"10"-8639"0"0,16-12 1995 0 0,-15 10-2392 0 0,9-2 576 0 0,0 0-1 0 0,0 0 0 0 0,0 1 1 0 0,1 1-1 0 0,-1-1 0 0 0,0 1 1 0 0,1 1-1 0 0,-1 0 0 0 0,13 1 1 0 0,10 0-68 0 0,56-1 169 0 0,-26 1-1489 0 0,-21-2-2672 0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4:26.7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74 15 3225 0 0,'-24'-12'1240'0'0,"-14"9"5461"0"0,27 3-4077 0 0,39 5 1385 0 0,-23-4-3817 0 0,1-1 0 0 0,-1 1 0 0 0,0 0-1 0 0,0 1 1 0 0,1-1 0 0 0,-1 1 0 0 0,0 0 0 0 0,6 4-1 0 0,-3-1-99 0 0,0 1-1 0 0,0 0 0 0 0,-1 0 1 0 0,1 0-1 0 0,-1 1 0 0 0,-1 0 0 0 0,0 1 1 0 0,0 0-1 0 0,0 0 0 0 0,-1 0 0 0 0,0 0 1 0 0,5 12-1 0 0,-8-14-165 0 0,1 1 0 0 0,-1-1 1 0 0,-1 0-1 0 0,1 1 0 0 0,-1-1 1 0 0,0 1-1 0 0,-1-1 0 0 0,0 1 1 0 0,0 0-1 0 0,0-1 0 0 0,-1 1 1 0 0,1-1-1 0 0,-2 1 0 0 0,1-1 1 0 0,-1 1-1 0 0,0-1 0 0 0,0 0 1 0 0,-6 11-1 0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4:27.3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1 365 6449 0 0,'0'-6'178'0'0,"1"-1"-1"0"0,-1 0 1 0 0,1 1-1 0 0,1-1 1 0 0,-1 1-1 0 0,1 0 1 0 0,0 0-1 0 0,1-1 1 0 0,0 1-1 0 0,0 1 0 0 0,0-1 1 0 0,0 0-1 0 0,1 1 1 0 0,0-1-1 0 0,0 1 1 0 0,6-5-1 0 0,-5 4 180 0 0,1 0-1 0 0,-1 0 0 0 0,1 1 1 0 0,1 0-1 0 0,-1 0 0 0 0,1 1 1 0 0,0 0-1 0 0,0 0 1 0 0,0 0-1 0 0,0 1 0 0 0,1 0 1 0 0,15-4-1 0 0,-13 7-154 0 0,-1 0 1 0 0,1 1-1 0 0,-1 0 1 0 0,1 0-1 0 0,-1 1 1 0 0,0 1-1 0 0,0-1 1 0 0,0 2-1 0 0,0-1 1 0 0,11 7-1 0 0,-8-5-116 0 0,1 0 0 0 0,-1 0 0 0 0,1-1 0 0 0,19 3 0 0 0,-19-6 35 0 0,0 0 1 0 0,0-1 0 0 0,0 0 0 0 0,0-2 0 0 0,0 1 0 0 0,0-1-1 0 0,0-1 1 0 0,-1-1 0 0 0,1 1 0 0 0,-1-2 0 0 0,18-8 0 0 0,3-6 664 0 0,-1-1 1 0 0,46-37 0 0 0,-51 35-1259 0 0,1 1-1 0 0,1 2 1 0 0,53-26-1 0 0,-54 35-2485 0 0,-14 6 1431 0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4:27.8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5985 0 0,'13'0'1613'0'0,"1"2"0"0"0,-1 0 0 0 0,14 4 0 0 0,89 29 2817 0 0,-89-26-3649 0 0,17 4 192 0 0,-20-6-358 0 0,0 0 1 0 0,-1 2 0 0 0,28 14-1 0 0,-51-23-598 0 0,1 0 0 0 0,-1 0 0 0 0,1 1 0 0 0,-1-1 0 0 0,1 1 0 0 0,-1-1 0 0 0,0 0 0 0 0,1 1-1 0 0,-1-1 1 0 0,1 1 0 0 0,-1-1 0 0 0,0 1 0 0 0,0-1 0 0 0,1 1 0 0 0,-1-1 0 0 0,0 1 0 0 0,0-1 0 0 0,1 1 0 0 0,-1 0 0 0 0,0-1 0 0 0,0 1-1 0 0,0-1 1 0 0,0 1 0 0 0,0-1 0 0 0,0 1 0 0 0,0 0 0 0 0,0 0 0 0 0,-9 19 285 0 0,-25 17 15 0 0,29-32-264 0 0,-104 106-1556 0 0,84-84-5924 0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4:28.4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3 176 7834 0 0,'0'-2'132'0'0,"-1"1"0"0"0,1-1 0 0 0,-1 1 0 0 0,1-1 0 0 0,0 0 0 0 0,0 1 0 0 0,-1-1 0 0 0,1 1 0 0 0,0-1 0 0 0,1 1 0 0 0,-1-1 0 0 0,0 0 0 0 0,0 1 0 0 0,1-1 0 0 0,-1 1 0 0 0,1-3 0 0 0,9-25 517 0 0,-10 29-612 0 0,4-10 221 0 0,0 0-1 0 0,0 1 1 0 0,1-1 0 0 0,0 1 0 0 0,1 0 0 0 0,9-12 0 0 0,-11 18-178 0 0,-1-1 1 0 0,1 1-1 0 0,0-1 0 0 0,0 1 0 0 0,0 0 0 0 0,0 0 1 0 0,1 1-1 0 0,-1-1 0 0 0,1 1 0 0 0,0 0 0 0 0,-1 1 0 0 0,1-1 1 0 0,0 1-1 0 0,0 0 0 0 0,6-1 0 0 0,2 2-4 0 0,0 1 0 0 0,0 0-1 0 0,-1 0 1 0 0,1 2 0 0 0,0-1-1 0 0,-1 2 1 0 0,0 0 0 0 0,0 0-1 0 0,0 1 1 0 0,19 11 0 0 0,-12-7 14 0 0,0 0 1 0 0,35 9 0 0 0,-47-16-107 0 0,1 0 246 0 0,-1-1-1 0 0,1 1 1 0 0,0-1-1 0 0,-1 0 1 0 0,13-1-1 0 0,-18 0-226 0 0,-1 0-1 0 0,1 0 0 0 0,-1-1 0 0 0,1 1 0 0 0,-1-1 1 0 0,1 1-1 0 0,-1-1 0 0 0,0 1 0 0 0,1-1 0 0 0,-1 0 1 0 0,0 0-1 0 0,1 0 0 0 0,-1 1 0 0 0,0-1 0 0 0,0 0 0 0 0,0-1 1 0 0,0 1-1 0 0,0 0 0 0 0,0 0 0 0 0,0 0 0 0 0,0-1 1 0 0,0 1-1 0 0,-1 0 0 0 0,1-1 0 0 0,0 1 0 0 0,-1-1 1 0 0,1 1-1 0 0,-1 0 0 0 0,0-1 0 0 0,1 1 0 0 0,-1-1 0 0 0,0 1 1 0 0,0-4-1 0 0,1-4-1406 0 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4:28.9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4145 0 0,'1'6'3689'0'0,"-1"-6"-3619"0"0,13 7 2169 0 0,14 4 253 0 0,10-3-232 0 0,-4 0 338 0 0,51 18-1 0 0,-73-21-2362 0 0,0 0 1 0 0,0 1-1 0 0,0 0 0 0 0,0 1 1 0 0,-1 0-1 0 0,0 1 0 0 0,17 17 1 0 0,-17-14 1 0 0,28 31-55 0 0,-37-40-170 0 0,1 0-1 0 0,0 0 0 0 0,-1 0 0 0 0,0 0 0 0 0,1 0 0 0 0,-1 0 0 0 0,0 1 0 0 0,0-1 0 0 0,-1 1 0 0 0,1-1 0 0 0,0 1 0 0 0,-1-1 0 0 0,1 1 0 0 0,-1-1 0 0 0,0 1 0 0 0,0-1 0 0 0,0 4 0 0 0,-2-3-11 0 0,1 0 0 0 0,-1 1 0 0 0,0-1 0 0 0,0 0 0 0 0,0 0 0 0 0,-1 0 0 0 0,1-1 0 0 0,-1 1 0 0 0,1-1 0 0 0,-6 5 0 0 0,-3 1-98 0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4:29.9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84 3225 0 0,'-4'-1'7519'0'0,"16"-10"-5459"0"0,24-10-101 0 0,-20 18-1736 0 0,1 0 1 0 0,-1 1-1 0 0,1 1 0 0 0,-1 0 0 0 0,1 1 0 0 0,18 3 1 0 0,-10-1 463 0 0,41-3 1 0 0,-59 0-624 0 0,1 0 1 0 0,0-1 0 0 0,-1 1 0 0 0,1-1-1 0 0,-1-1 1 0 0,0 1 0 0 0,0-1-1 0 0,0-1 1 0 0,10-5 0 0 0,2-8-2064 0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4:30.4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 17 4609 0 0,'-28'-13'4638'0'0,"28"12"-4505"0"0,-1 1 1 0 0,1 0 0 0 0,-1-1 0 0 0,1 1-1 0 0,-1 0 1 0 0,1 0 0 0 0,-1-1 0 0 0,0 1 0 0 0,1 0-1 0 0,-1 0 1 0 0,1 0 0 0 0,-1 0 0 0 0,0 0 0 0 0,1 0-1 0 0,-1 0 1 0 0,0 0 0 0 0,1 0 0 0 0,-1 0 0 0 0,1 0-1 0 0,-1 0 1 0 0,0 0 0 0 0,1 1 0 0 0,-1-1 0 0 0,1 0-1 0 0,-1 0 1 0 0,1 1 0 0 0,-1-1 0 0 0,1 0 0 0 0,-1 1-1 0 0,1-1 1 0 0,-1 1 0 0 0,1-1 0 0 0,-1 0 0 0 0,1 1-1 0 0,0-1 1 0 0,-1 1 0 0 0,1-1 0 0 0,0 1-1 0 0,-1-1 1 0 0,1 1 0 0 0,0 0 0 0 0,0-1 0 0 0,-1 1-1 0 0,1 0 1 0 0,1 1-39 0 0,0 1 0 0 0,1-1-1 0 0,-1 0 1 0 0,0 0 0 0 0,1 0 0 0 0,0 0-1 0 0,-1 0 1 0 0,1 0 0 0 0,0-1-1 0 0,0 1 1 0 0,0-1 0 0 0,0 1-1 0 0,0-1 1 0 0,3 2 0 0 0,9 7 430 0 0,29 35 646 0 0,-18-18-932 0 0,2 0 0 0 0,1-2 0 0 0,37 26 0 0 0,-64-51-228 0 0,0 1 0 0 0,1 0 0 0 0,-1-1 0 0 0,0 1 0 0 0,0 0 0 0 0,0 0 0 0 0,0 0 0 0 0,0 0 0 0 0,0 0 0 0 0,0 0 0 0 0,0 0 0 0 0,0 0 0 0 0,0 1 0 0 0,-1-1 0 0 0,1 0 0 0 0,0 1 0 0 0,-1-1 0 0 0,1 0 0 0 0,-1 1 0 0 0,0-1 0 0 0,1 0 0 0 0,-1 1 0 0 0,0-1 0 0 0,0 1 0 0 0,0-1 0 0 0,0 0 0 0 0,0 1 1 0 0,0 1-1 0 0,-2 2 160 0 0,0-1 1 0 0,0 1 0 0 0,0-1 0 0 0,-1 1 0 0 0,1-1 0 0 0,-8 8 0 0 0,9-10-133 0 0,-93 118 1322 0 0,84-107-1427 0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4:39.0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923 58 3225 0 0,'1'-2'227'0'0,"-1"0"0"0"0,0 0 0 0 0,0 0 0 0 0,0-1 0 0 0,-1 1 1 0 0,1 0-1 0 0,0 0 0 0 0,-1-1 0 0 0,0 1 0 0 0,1 0 0 0 0,-1 0 0 0 0,0 0 1 0 0,0 0-1 0 0,0 0 0 0 0,0 0 0 0 0,0 0 0 0 0,-1 1 0 0 0,1-1 1 0 0,-1 0-1 0 0,1 0 0 0 0,-1 1 0 0 0,1-1 0 0 0,-4-1 0 0 0,1 1 55 0 0,-1 1 0 0 0,1-1-1 0 0,0 1 1 0 0,0 0-1 0 0,0 1 1 0 0,-1-1 0 0 0,1 1-1 0 0,-1 0 1 0 0,1 0 0 0 0,0 0-1 0 0,-7 1 1 0 0,-11 2 304 0 0,0 2 1 0 0,0 0-1 0 0,1 1 0 0 0,0 1 1 0 0,-39 18-1 0 0,12 0-490 0 0,-57 39 0 0 0,100-60-84 0 0,-67 48 12 0 0,65-46-35 0 0,0 1 0 0 0,0-1 1 0 0,1 1-1 0 0,0 1 0 0 0,0-1 0 0 0,0 1 0 0 0,-4 10 0 0 0,8-17 45 0 0,1 0 0 0 0,0 1-1 0 0,-1-1 1 0 0,1 0 0 0 0,-1 0-1 0 0,1 0 1 0 0,-1 0 0 0 0,1 0 0 0 0,-1 0-1 0 0,0-1 1 0 0,0 1 0 0 0,1-1-1 0 0,-1 1 1 0 0,0-1 0 0 0,0 1-1 0 0,0-1 1 0 0,1 0 0 0 0,-1 0-1 0 0,0 0 1 0 0,-3 0 0 0 0,-51-4 710 0 0,31 2-486 0 0,-35 2 92 0 0,38 1-105 0 0,0-1 1 0 0,0 0-1 0 0,0-2 0 0 0,0-1 1 0 0,1 0-1 0 0,-39-12 0 0 0,40 5-1300 0 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4:39.4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234 30 3681 0 0,'3'-30'8538'0'0,"-10"42"-6631"0"0,-19 34-705 0 0,-2-1 0 0 0,-36 44 0 0 0,-26 40-967 0 0,87-124-177 0 0,0 0 0 0 0,1-1 0 0 0,-1 1 0 0 0,1 0 0 0 0,0 1 0 0 0,1-1 0 0 0,-1 0 0 0 0,1 0 0 0 0,0 1 0 0 0,1-1 0 0 0,-1 10 0 0 0,1-12-13 0 0,0-1-1 0 0,1 1 1 0 0,-1 0 0 0 0,1-1 0 0 0,0 1 0 0 0,0-1 0 0 0,0 1-1 0 0,0-1 1 0 0,0 1 0 0 0,1-1 0 0 0,-1 0 0 0 0,1 0 0 0 0,-1 1-1 0 0,1-1 1 0 0,0 0 0 0 0,0 0 0 0 0,0-1 0 0 0,0 1-1 0 0,0 0 1 0 0,0-1 0 0 0,0 1 0 0 0,1-1 0 0 0,-1 0 0 0 0,1 0-1 0 0,3 2 1 0 0,17 4-267 0 0,1 0 1 0 0,0-2-1 0 0,0 0 0 0 0,1-2 0 0 0,45 1 0 0 0,-39-2-6424 0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4:40.6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872 1 6913 0 0,'-9'1'160'0'0,"0"0"-1"0"0,1 1 0 0 0,-1 1 0 0 0,0-1 0 0 0,1 1 0 0 0,-15 7 0 0 0,-22 8 897 0 0,19-10-97 0 0,-1 1 0 0 0,2 2-1 0 0,-1 0 1 0 0,2 2-1 0 0,-27 18 1 0 0,-107 89-631 0 0,157-119-338 0 0,-5 3-3 0 0,-1 0 0 0 0,0 0 0 0 0,0 0 0 0 0,0-1 1 0 0,0 0-1 0 0,-1 0 0 0 0,1-1 0 0 0,-1 0 0 0 0,1 0 1 0 0,-13 0-1 0 0,-13 1 532 0 0,-39-2 0 0 0,45-1 301 0 0,7-1-430 0 0,1 1-1 0 0,0-2 1 0 0,-1-1 0 0 0,1-1-1 0 0,0 0 1 0 0,1-1-1 0 0,-29-12 1 0 0,37 10-2627 0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4:41.0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159 3 8754 0 0,'-10'-2'7707'0'0,"-6"18"-7393"0"0,0 2 0 0 0,1 0 0 0 0,1 0 0 0 0,0 1 0 0 0,2 1 0 0 0,0 1 0 0 0,1-1 0 0 0,1 2 0 0 0,-11 35 1 0 0,19-52-165 0 0,1 0 0 0 0,-1 0 1 0 0,1 1-1 0 0,0-1 0 0 0,1 0 1 0 0,-1 1-1 0 0,1-1 0 0 0,0 1 1 0 0,1-1-1 0 0,-1 1 0 0 0,1-1 1 0 0,0 0-1 0 0,0 1 0 0 0,1-1 1 0 0,3 8-1 0 0,-3-9-139 0 0,1 0-1 0 0,-1-1 1 0 0,1 1-1 0 0,0-1 1 0 0,0 0-1 0 0,0 1 1 0 0,0-2-1 0 0,1 1 1 0 0,-1 0 0 0 0,1-1-1 0 0,0 1 1 0 0,-1-1-1 0 0,1 0 1 0 0,0 0-1 0 0,0-1 1 0 0,1 1-1 0 0,-1-1 1 0 0,0 0 0 0 0,7 1-1 0 0,54 3-2402 0 0,-40-4-4767 0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4:41.6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786 24 8754 0 0,'-16'-6'1506'0'0,"-1"1"-1"0"0,0 1 1 0 0,-26-4 0 0 0,34 8-1282 0 0,1 0 1 0 0,-1 0-1 0 0,0 1 1 0 0,1 0-1 0 0,-1 0 0 0 0,1 1 1 0 0,0 0-1 0 0,-1 0 1 0 0,-10 5-1 0 0,-4 4-45 0 0,1 2 0 0 0,-1 0 0 0 0,2 1 0 0 0,0 1 0 0 0,1 1 0 0 0,-20 20 0 0 0,-8 13 382 0 0,-44 56 0 0 0,85-96-386 0 0,0 0 0 0 0,-1 0-1 0 0,0-1 1 0 0,0-1 0 0 0,-1 1-1 0 0,0-1 1 0 0,-16 9 0 0 0,21-14-100 0 0,-1 0 0 0 0,0 0 0 0 0,0-1 0 0 0,0 0 0 0 0,0 0 0 0 0,0 0 0 0 0,0 0 0 0 0,0-1 1 0 0,0 1-1 0 0,0-1 0 0 0,0-1 0 0 0,0 1 0 0 0,0-1 0 0 0,0 0 0 0 0,0 0 0 0 0,0 0 0 0 0,0 0 0 0 0,0-1 0 0 0,-6-3 0 0 0,-2-1-354 0 0,1-1 0 0 0,0 0 0 0 0,0-1 0 0 0,1-1 0 0 0,0 1 0 0 0,-18-20 0 0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4:42.1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184 2 7834 0 0,'13'-1'8064'0'0,"-16"6"-7245"0"0,-60 82 1845 0 0,37-52-1976 0 0,0 1 0 0 0,3 1 0 0 0,-26 53 0 0 0,48-88-672 0 0,0-1 0 0 0,1 1 0 0 0,-1 0 0 0 0,0 0 0 0 0,1-1 0 0 0,-1 1 0 0 0,1 0 1 0 0,-1 0-1 0 0,1 0 0 0 0,0 0 0 0 0,0 0 0 0 0,0-1 0 0 0,0 1 0 0 0,0 0 0 0 0,0 0 0 0 0,0 0 0 0 0,1 0 1 0 0,-1 0-1 0 0,1-1 0 0 0,-1 1 0 0 0,1 0 0 0 0,0 0 0 0 0,0-1 0 0 0,0 1 0 0 0,0 0 0 0 0,0-1 1 0 0,0 1-1 0 0,0-1 0 0 0,0 1 0 0 0,1-1 0 0 0,-1 0 0 0 0,0 1 0 0 0,1-1 0 0 0,-1 0 0 0 0,1 0 0 0 0,0 0 1 0 0,-1 0-1 0 0,1 0 0 0 0,0-1 0 0 0,0 1 0 0 0,-1 0 0 0 0,1-1 0 0 0,0 1 0 0 0,0-1 0 0 0,2 0 0 0 0,13 3-76 0 0,-1-1-1 0 0,0 0 0 0 0,1-1 0 0 0,21-3 0 0 0,-16 2-279 0 0,41 0-1302 0 0,-29 0 787 0 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4:42.9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824 34 10594 0 0,'-1'-2'63'0'0,"0"-1"1"0"0,0 1-1 0 0,-1 0 0 0 0,1 0 0 0 0,0 0 1 0 0,-1 0-1 0 0,0 1 0 0 0,1-1 0 0 0,-1 0 0 0 0,0 1 1 0 0,0-1-1 0 0,0 1 0 0 0,0-1 0 0 0,0 1 0 0 0,-1 0 1 0 0,1 0-1 0 0,0 0 0 0 0,0 0 0 0 0,-1 1 0 0 0,1-1 1 0 0,0 0-1 0 0,-1 1 0 0 0,1 0 0 0 0,-1-1 1 0 0,1 1-1 0 0,-1 0 0 0 0,1 1 0 0 0,-4-1 0 0 0,-7 1 523 0 0,0 1-1 0 0,1 0 0 0 0,-1 1 1 0 0,-13 4-1 0 0,4 1-150 0 0,-1 0 0 0 0,1 2 0 0 0,1 0 0 0 0,0 2 1 0 0,-38 27-1 0 0,31-16-231 0 0,1 1 1 0 0,1 1-1 0 0,-28 36 1 0 0,39-44 60 0 0,5-3-44 0 0,-2-1 0 0 0,0 0 1 0 0,0-1-1 0 0,-19 15 1 0 0,26-23-167 0 0,0-1 1 0 0,-1 0 0 0 0,1-1-1 0 0,-1 1 1 0 0,0-1 0 0 0,1 0-1 0 0,-1 0 1 0 0,0-1-1 0 0,0 1 1 0 0,0-2 0 0 0,-1 1-1 0 0,1 0 1 0 0,0-1 0 0 0,0 0-1 0 0,0-1 1 0 0,-8-1 0 0 0,4 1-40 0 0,0-2 0 0 0,0 1 0 0 0,0-1 0 0 0,0-1 0 0 0,1 0 1 0 0,0 0-1 0 0,0-1 0 0 0,0 0 0 0 0,0-1 0 0 0,1 0 1 0 0,-1 0-1 0 0,2 0 0 0 0,-1-1 0 0 0,1-1 0 0 0,0 1 1 0 0,0-1-1 0 0,1 0 0 0 0,0-1 0 0 0,1 1 0 0 0,-8-16 1 0 0,7 6-718 0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4:43.3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267 13 10594 0 0,'15'-13'2373'0'0,"-22"25"768"0"0,-22 25-758 0 0,-21 19-1123 0 0,17-19-743 0 0,0 0 1 0 0,3 3-1 0 0,-48 80 1 0 0,74-113-421 0 0,0 1 0 0 0,1 0 1 0 0,0 0-1 0 0,1 0 1 0 0,-2 8-1 0 0,3-15-86 0 0,1 0 1 0 0,0 1-1 0 0,0-1 0 0 0,-1 0 1 0 0,1 0-1 0 0,0 0 0 0 0,0 0 1 0 0,0 1-1 0 0,1-1 0 0 0,-1 0 0 0 0,0 0 1 0 0,0 0-1 0 0,1 0 0 0 0,-1 0 1 0 0,0 0-1 0 0,1 1 0 0 0,-1-1 1 0 0,1 0-1 0 0,0 0 0 0 0,-1 0 0 0 0,1-1 1 0 0,0 1-1 0 0,-1 0 0 0 0,1 0 1 0 0,0 0-1 0 0,0 0 0 0 0,0-1 1 0 0,0 1-1 0 0,0 0 0 0 0,0-1 0 0 0,0 1 1 0 0,0-1-1 0 0,0 1 0 0 0,0-1 1 0 0,0 1-1 0 0,0-1 0 0 0,0 0 0 0 0,1 1 1 0 0,-1-1-1 0 0,0 0 0 0 0,0 0 1 0 0,0 0-1 0 0,0 0 0 0 0,0 0 1 0 0,2-1-1 0 0,15 1-471 0 0,28 1-412 0 0,-16 4-5794 0 0,-14 0 229 0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4:44.4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498 71 7290 0 0,'-7'-15'242'0'0,"6"14"-227"0"0,0 0 0 0 0,0 0 0 0 0,0 0-1 0 0,0 0 1 0 0,0 0 0 0 0,0-1 0 0 0,1 1 0 0 0,-1 0-1 0 0,0 0 1 0 0,1-1 0 0 0,-1 1 0 0 0,1-1 0 0 0,0 1 0 0 0,-1 0-1 0 0,1-1 1 0 0,0 1 0 0 0,0-1 0 0 0,0 1 0 0 0,0-1 0 0 0,0 1-1 0 0,0-1 1 0 0,1 1 0 0 0,-1-1 0 0 0,0 1 0 0 0,1 0-1 0 0,-1-1 1 0 0,1 1 0 0 0,-1 0 0 0 0,1-1 0 0 0,0 1 0 0 0,4-14 6055 0 0,-5 15-5954 0 0,-15 0 6148 0 0,6 4-6107 0 0,-1 1 0 0 0,1 0 0 0 0,0 0 0 0 0,1 1 1 0 0,-1 0-1 0 0,1 0 0 0 0,0 1 0 0 0,1 0 0 0 0,-1 1 0 0 0,-10 14 1 0 0,6-8-128 0 0,0-1 1 0 0,-29 24 0 0 0,33-31-120 0 0,-1 0-1 0 0,0-1 1 0 0,-1 0-1 0 0,1 0 1 0 0,-1-1 0 0 0,0 0-1 0 0,0 0 1 0 0,0-2-1 0 0,0 1 1 0 0,0-1-1 0 0,-16 1 1 0 0,18-3 106 0 0,1 0 1 0 0,0-1 0 0 0,0 1 0 0 0,-1-2-1 0 0,1 1 1 0 0,0-1 0 0 0,0 0-1 0 0,0 0 1 0 0,0-1 0 0 0,1 0 0 0 0,-1 0-1 0 0,1-1 1 0 0,0 0 0 0 0,-1 0-1 0 0,2 0 1 0 0,-1-1 0 0 0,-7-7 0 0 0,11 9-232 0 0,0 1 1 0 0,0 0 0 0 0,-1 0 0 0 0,1 0 0 0 0,-1 0-1 0 0,0 0 1 0 0,1 0 0 0 0,-1 0 0 0 0,0 1 0 0 0,0 0 0 0 0,0-1-1 0 0,0 1 1 0 0,-5-1 0 0 0,2 2-883 0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4:44.8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179 0 10594 0 0,'-14'17'1944'0'0,"11"-13"-1363"0"0,-47 51 3238 0 0,-17 20-2198 0 0,61-68-1359 0 0,0 1 0 0 0,1 1 0 0 0,0-1 0 0 0,0 1 0 0 0,1 0 0 0 0,0 0 0 0 0,-4 16 0 0 0,7-23-214 0 0,1 0 0 0 0,0 1 0 0 0,-1-1-1 0 0,1 0 1 0 0,0 1 0 0 0,1-1 0 0 0,-1 1 0 0 0,0-1-1 0 0,1 0 1 0 0,-1 1 0 0 0,1-1 0 0 0,-1 0 0 0 0,1 1-1 0 0,0-1 1 0 0,0 0 0 0 0,0 0 0 0 0,1 0 0 0 0,-1 0-1 0 0,0 0 1 0 0,1 0 0 0 0,-1 0 0 0 0,1 0 0 0 0,0-1 0 0 0,-1 1-1 0 0,1 0 1 0 0,0-1 0 0 0,0 0 0 0 0,4 3 0 0 0,6 2-59 0 0,0 0 1 0 0,0-1-1 0 0,1-1 0 0 0,15 5 1 0 0,-5-2-1017 0 0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16.9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40 241 13363 0 0,'-3'-24'905'0'0,"0"-44"0"0"0,4 52-599 0 0,-1 1 0 0 0,-1-1 0 0 0,-1 1 0 0 0,0 0-1 0 0,-1 0 1 0 0,0 0 0 0 0,-7-17 0 0 0,10 31-245 0 0,0 1 0 0 0,0 0 0 0 0,0-1 0 0 0,0 1 0 0 0,0 0 0 0 0,0-1 0 0 0,0 1 0 0 0,0-1 0 0 0,0 1 0 0 0,0 0 0 0 0,-1-1 0 0 0,1 1 0 0 0,0 0 0 0 0,0-1 0 0 0,0 1 0 0 0,-1 0 0 0 0,1 0 0 0 0,0-1 0 0 0,0 1 0 0 0,-1 0 0 0 0,1 0 0 0 0,0-1 0 0 0,-1 1 0 0 0,1 0 0 0 0,0 0 0 0 0,-1 0 0 0 0,1 0 0 0 0,0-1 1 0 0,-1 1-1 0 0,1 0 0 0 0,0 0 0 0 0,-1 0 0 0 0,0 0 0 0 0,-3 12 965 0 0,2 24-434 0 0,4 21-288 0 0,3 0 0 0 0,17 86 1 0 0,40 110-254 0 0,-38-164 47 0 0,193 992 216 0 0,-188-915-350 0 0,45 178-416 0 0,-70-315 0 0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17.1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9 422 9218 0 0,'-1'-5'139'0'0,"-1"-3"17"0"0,0 1 0 0 0,1 0 0 0 0,0-1-1 0 0,0 1 1 0 0,1-1 0 0 0,0 0-1 0 0,0 1 1 0 0,1-1 0 0 0,0 1 0 0 0,0-1-1 0 0,1 1 1 0 0,0 0 0 0 0,0 0-1 0 0,6-12 1 0 0,0 5 217 0 0,0 2 0 0 0,1-1 0 0 0,1 1 0 0 0,0 1 1 0 0,0-1-1 0 0,1 2 0 0 0,1-1 0 0 0,13-8 0 0 0,-5 5 183 0 0,1 2 1 0 0,0 0-1 0 0,1 1 0 0 0,34-11 1 0 0,13 2 566 0 0,1 2 0 0 0,104-11 0 0 0,-154 27-1018 0 0,207-20 738 0 0,-67 8-890 0 0,-157 14-27 0 0,8-2-344 0 0,0 1 0 0 0,1 0 0 0 0,-1 1 0 0 0,22 3 0 0 0,-13 2-6758 0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17.3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1 341 9674 0 0,'0'-2'254'0'0,"0"0"0"0"0,0 0-1 0 0,0 0 1 0 0,0 0 0 0 0,0 1 0 0 0,1-1 0 0 0,-1 0-1 0 0,1 0 1 0 0,-1 0 0 0 0,1 1 0 0 0,-1-1 0 0 0,1 0-1 0 0,0 1 1 0 0,0-1 0 0 0,0 1 0 0 0,0-1 0 0 0,0 1-1 0 0,3-3 1 0 0,28-31 4325 0 0,-22 25-4707 0 0,26-27 1042 0 0,1 2 0 0 0,46-34-1 0 0,-61 53-1003 0 0,1 1 0 0 0,1 1 0 0 0,1 1 0 0 0,0 1 1 0 0,45-15-1 0 0,-29 16-252 0 0,2 0 171 0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17.7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383 59 12443 0 0,'-11'-4'343'0'0,"1"1"-1"0"0,-1 1 1 0 0,0 0 0 0 0,0 0 0 0 0,0 1 0 0 0,0 0 0 0 0,1 1 0 0 0,-1 1 0 0 0,0-1 0 0 0,0 2 0 0 0,0-1 0 0 0,0 2-1 0 0,1-1 1 0 0,-1 1 0 0 0,-19 9 0 0 0,19-7-44 0 0,0 1 0 0 0,1 0 0 0 0,0 0 0 0 0,0 1 0 0 0,0 0 0 0 0,1 1 1 0 0,0 0-1 0 0,0 0 0 0 0,1 1 0 0 0,-14 19 0 0 0,13-14-159 0 0,0 1 0 0 0,1 0 0 0 0,1 0 0 0 0,0 1 0 0 0,1 0 0 0 0,1 0 1 0 0,-4 21-1 0 0,5-13-120 0 0,0 1 0 0 0,2-1 0 0 0,1 1 1 0 0,1 0-1 0 0,1 0 0 0 0,1-1 0 0 0,1 1 0 0 0,1-1 1 0 0,2 0-1 0 0,15 45 0 0 0,-14-52-15 0 0,1 0 0 0 0,1-1 0 0 0,0 0 0 0 0,2-1 0 0 0,-1 0 0 0 0,2 0 0 0 0,0-1 0 0 0,0-1 0 0 0,1 0 0 0 0,1 0 0 0 0,0-2 0 0 0,1 0 0 0 0,0 0 0 0 0,1-2-1 0 0,0 1 1 0 0,1-2 0 0 0,-1-1 0 0 0,1 0 0 0 0,1-1 0 0 0,0 0 0 0 0,-1-2 0 0 0,1 0 0 0 0,1-1 0 0 0,-1-1 0 0 0,0 0 0 0 0,1-2 0 0 0,23-1 0 0 0,-28 0 0 0 0,-1-1 0 0 0,1 0 0 0 0,-1-1-1 0 0,0 0 1 0 0,0-1 0 0 0,0-1 0 0 0,0 0 0 0 0,-1-1 0 0 0,0 0 0 0 0,0-1 0 0 0,16-11 0 0 0,-21 12-1 0 0,0-1 0 0 0,0 1 0 0 0,0-1 0 0 0,-1 0 0 0 0,0 0 0 0 0,-1-1 1 0 0,0 0-1 0 0,0 0 0 0 0,0 0 0 0 0,-1 0 0 0 0,0-1 0 0 0,-1 0 0 0 0,0 0 1 0 0,0 0-1 0 0,-1 0 0 0 0,0 0 0 0 0,0-14 0 0 0,-1-1 57 0 0,-2-1 0 0 0,-1 1 0 0 0,0 0-1 0 0,-2 0 1 0 0,-1 0 0 0 0,-1 0 0 0 0,-1 1-1 0 0,-16-36 1 0 0,-8-9 40 0 0,-60-94-1 0 0,76 137-118 0 0,-1 0-1 0 0,-1 1 1 0 0,-22-23 0 0 0,33 40-154 0 0,-1 1 0 0 0,1 0 0 0 0,-1 1 1 0 0,0-1-1 0 0,0 1 0 0 0,0 1 0 0 0,-1-1 1 0 0,0 1-1 0 0,0 1 0 0 0,0-1 0 0 0,0 1 1 0 0,0 1-1 0 0,-1 0 0 0 0,-17-3 0 0 0,-10 6-7381 0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18.4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27 226 9218 0 0,'-26'-29'14331'0'0,"33"11"-14251"0"0,-6 15-75 0 0,0 0-1 0 0,0 0 1 0 0,0 1-1 0 0,1-1 1 0 0,-1 1 0 0 0,1-1-1 0 0,0 1 1 0 0,-1-1-1 0 0,1 1 1 0 0,0 0 0 0 0,0 0-1 0 0,1 0 1 0 0,-1 0-1 0 0,0 0 1 0 0,1 1 0 0 0,-1-1-1 0 0,1 1 1 0 0,-1-1 0 0 0,1 1-1 0 0,0 0 1 0 0,4-1-1 0 0,-2 1 13 0 0,-1 1 1 0 0,0 0-1 0 0,1 0 0 0 0,-1 0 0 0 0,1 1 0 0 0,-1 0 0 0 0,1-1 0 0 0,-1 1 1 0 0,0 1-1 0 0,0-1 0 0 0,0 1 0 0 0,8 3 0 0 0,4 5 37 0 0,0 0 0 0 0,0 1 0 0 0,-1 1 0 0 0,-1 0 0 0 0,18 20 0 0 0,0 4-54 0 0,-1 2 0 0 0,-3 0 0 0 0,48 86 0 0 0,-40-53 0 0 0,43 123 0 0 0,-78-191 10 0 0,0 0 1 0 0,0 0-1 0 0,0-1 0 0 0,-1 1 0 0 0,1 0 0 0 0,-1 0 0 0 0,0 0 1 0 0,0 4-1 0 0,0-6-8 0 0,0-1 0 0 0,0 0 1 0 0,0 0-1 0 0,0 1 0 0 0,0-1 0 0 0,0 0 1 0 0,0 0-1 0 0,0 0 0 0 0,-1 1 1 0 0,1-1-1 0 0,0 0 0 0 0,0 0 0 0 0,0 1 1 0 0,0-1-1 0 0,0 0 0 0 0,-1 0 0 0 0,1 0 1 0 0,0 0-1 0 0,0 0 0 0 0,0 1 0 0 0,0-1 1 0 0,-1 0-1 0 0,1 0 0 0 0,0 0 1 0 0,0 0-1 0 0,-1 0 0 0 0,1 0 0 0 0,0 0 1 0 0,0 0-1 0 0,0 0 0 0 0,-1 1 0 0 0,1-1 1 0 0,0 0-1 0 0,0 0 0 0 0,-1 0 0 0 0,-15-10 75 0 0,9 3 33 0 0,0-1 0 0 0,1 0 1 0 0,-1 0-1 0 0,1-1 0 0 0,1 1 0 0 0,0-1 1 0 0,0-1-1 0 0,1 1 0 0 0,0-1 1 0 0,0 1-1 0 0,1-1 0 0 0,-3-19 1 0 0,0-7 64 0 0,1 0 0 0 0,1-48 0 0 0,3 41-203 0 0,2 0 0 0 0,1 0 0 0 0,2 0 0 0 0,3 0 0 0 0,1 1 1 0 0,2 0-1 0 0,15-40 0 0 0,-21 73-377 0 0,0 0 0 0 0,0 0-1 0 0,1 1 1 0 0,0 0 0 0 0,12-15 0 0 0,5 1-8192 0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19.6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133 44 11979 0 0,'0'-2'252'0'0,"0"0"0"0"0,0 0 1 0 0,-1 0-1 0 0,1 0 0 0 0,-1 0 1 0 0,0 0-1 0 0,0 0 1 0 0,1 0-1 0 0,-1 0 0 0 0,0 0 1 0 0,0 1-1 0 0,-1-1 1 0 0,1 0-1 0 0,0 1 0 0 0,-1-1 1 0 0,1 0-1 0 0,-1 1 0 0 0,1 0 1 0 0,-1-1-1 0 0,0 1 1 0 0,1 0-1 0 0,-1 0 0 0 0,0 0 1 0 0,0 0-1 0 0,0 0 1 0 0,-3-1-1 0 0,3 2-160 0 0,0 1 0 0 0,0-1 0 0 0,0 0 0 0 0,0 1 0 0 0,0-1 0 0 0,0 1 0 0 0,0-1 0 0 0,0 1 0 0 0,0 0 0 0 0,1 0 0 0 0,-1 0 0 0 0,0 0 0 0 0,0 0 0 0 0,1 1 0 0 0,-1-1 0 0 0,1 0 1 0 0,-1 1-1 0 0,1-1 0 0 0,-1 1 0 0 0,1-1 0 0 0,0 1 0 0 0,0 0 0 0 0,0 0 0 0 0,0-1 0 0 0,0 1 0 0 0,0 0 0 0 0,-1 3 0 0 0,-8 20 121 0 0,2 0 0 0 0,0 0 0 0 0,1 1-1 0 0,-6 46 1 0 0,9-25-169 0 0,2 87-1 0 0,3-104-37 0 0,3-1 1 0 0,0 0-1 0 0,2 0 1 0 0,1 0-1 0 0,11 27 1 0 0,-12-40-5 0 0,0 0 0 0 0,1 0 0 0 0,1-1 0 0 0,1 0 0 0 0,0-1 0 0 0,1 0 1 0 0,0 0-1 0 0,1-1 0 0 0,25 23 0 0 0,-31-32-11 0 0,1 0 0 0 0,0 0-1 0 0,0 0 1 0 0,1-1 0 0 0,-1 0 0 0 0,0-1 0 0 0,1 1 0 0 0,0-1-1 0 0,0 0 1 0 0,0-1 0 0 0,-1 0 0 0 0,1 0 0 0 0,1 0 0 0 0,-1-1-1 0 0,0 0 1 0 0,0 0 0 0 0,0-1 0 0 0,0 0 0 0 0,0 0 0 0 0,-1-1 0 0 0,1 1-1 0 0,0-1 1 0 0,0-1 0 0 0,-1 0 0 0 0,1 0 0 0 0,-1 0 0 0 0,0 0-1 0 0,0-1 1 0 0,7-6 0 0 0,-5 4-5 0 0,0 0 0 0 0,-1 0 1 0 0,0-1-1 0 0,0 0 0 0 0,-1 0 0 0 0,0-1 0 0 0,0 1 0 0 0,0-1 0 0 0,-1-1 1 0 0,0 1-1 0 0,-1-1 0 0 0,0 1 0 0 0,0-1 0 0 0,-1-1 0 0 0,0 1 1 0 0,-1 0-1 0 0,0-1 0 0 0,0 1 0 0 0,-1-1 0 0 0,0-19 0 0 0,-1 28 13 0 0,-1-7-5 0 0,1-1-1 0 0,-1 0 1 0 0,0 1-1 0 0,0-1 1 0 0,-1 1-1 0 0,-1 0 1 0 0,1-1-1 0 0,-1 1 1 0 0,-1 0-1 0 0,1 0 1 0 0,-1 1-1 0 0,-7-10 1 0 0,11 16 7 0 0,0 1 1 0 0,0 0-1 0 0,0 0 1 0 0,0 0-1 0 0,0 0 1 0 0,0 0-1 0 0,0 0 1 0 0,0-1-1 0 0,0 1 1 0 0,0 0-1 0 0,0 0 1 0 0,0 0-1 0 0,0 0 1 0 0,-1 0-1 0 0,1 0 1 0 0,0 0-1 0 0,0 0 0 0 0,0-1 1 0 0,0 1-1 0 0,0 0 1 0 0,0 0-1 0 0,0 0 1 0 0,0 0-1 0 0,-1 0 1 0 0,1 0-1 0 0,0 0 1 0 0,0 0-1 0 0,0 0 1 0 0,0 0-1 0 0,0 0 1 0 0,0 0-1 0 0,0 0 1 0 0,-1 0-1 0 0,1 0 0 0 0,0 0 1 0 0,0 0-1 0 0,0 0 1 0 0,0 0-1 0 0,0 0 1 0 0,0 0-1 0 0,-1 0 1 0 0,1 0-1 0 0,0 0 1 0 0,0 0-1 0 0,0 0 1 0 0,0 0-1 0 0,0 0 1 0 0,0 0-1 0 0,0 0 1 0 0,-1 0-1 0 0,1 0 0 0 0,0 1 1 0 0,0-1-1 0 0,0 0 1 0 0,0 0-1 0 0,0 0 1 0 0,0 0-1 0 0,0 11 120 0 0,5 14-36 0 0,1-5-86 0 0,1-1 0 0 0,1 1-1 0 0,0-2 1 0 0,1 1 0 0 0,1-1 0 0 0,1 0 0 0 0,1-1 0 0 0,0-1 0 0 0,1 0 0 0 0,1 0 0 0 0,0-2 0 0 0,1 1-1 0 0,27 18 1 0 0,-28-23 23 0 0,0-1 0 0 0,1 0 1 0 0,0-1-1 0 0,1-1 0 0 0,-1 0 0 0 0,1-1 0 0 0,0-1 0 0 0,1-1 0 0 0,0 0 0 0 0,-1-1 0 0 0,1-1 0 0 0,0 0 0 0 0,0-1 1 0 0,0-1-1 0 0,0-1 0 0 0,32-5 0 0 0,-42 5 7 0 0,0-1 1 0 0,-1 0-1 0 0,1 0 0 0 0,-1 0 1 0 0,0-1-1 0 0,0 0 1 0 0,0 0-1 0 0,0-1 0 0 0,0 1 1 0 0,-1-1-1 0 0,1 0 1 0 0,-1-1-1 0 0,0 0 0 0 0,0 1 1 0 0,-1-2-1 0 0,0 1 0 0 0,0 0 1 0 0,0-1-1 0 0,0 0 1 0 0,-1 0-1 0 0,0 0 0 0 0,3-8 1 0 0,-3 4 20 0 0,0-1 0 0 0,0 1 0 0 0,-1-1 0 0 0,-1 0 0 0 0,0 0 0 0 0,-1 0 0 0 0,0 0 0 0 0,0 1 0 0 0,-1-1 0 0 0,0 0 0 0 0,-1 0 0 0 0,-1 0 0 0 0,-3-12 0 0 0,-3-1 9 0 0,-1 1-1 0 0,-2-1 1 0 0,0 2 0 0 0,-24-35 0 0 0,6 17-363 0 0,-48-51 1 0 0,75 88 185 0 0,-36-33-277 0 0,37 34 199 0 0,1 1 1 0 0,-1 0-1 0 0,0 0 1 0 0,0 0-1 0 0,0 0 1 0 0,1 0-1 0 0,-1 0 1 0 0,0 0-1 0 0,0 0 1 0 0,0 1 0 0 0,0-1-1 0 0,0 1 1 0 0,0-1-1 0 0,-1 1 1 0 0,1 0-1 0 0,0 0 1 0 0,0 0-1 0 0,0 0 1 0 0,0 0 0 0 0,0 1-1 0 0,-4 0 1 0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20.0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397 295 7834 0 0,'3'-3'124'0'0,"0"-1"0"0"0,-1 0 0 0 0,1 0 0 0 0,-1 0 0 0 0,0 0 0 0 0,0 0 0 0 0,0 0 0 0 0,-1-1 0 0 0,1 1 0 0 0,-1-1 0 0 0,0 1 0 0 0,0-1 0 0 0,0-8 0 0 0,-2 4 205 0 0,1 1 0 0 0,-2-1 0 0 0,1 1 0 0 0,-1-1-1 0 0,0 1 1 0 0,-6-14 0 0 0,3 11 185 0 0,0 0-1 0 0,0 0 1 0 0,-1 1 0 0 0,0-1-1 0 0,-1 1 1 0 0,0 1 0 0 0,-1-1-1 0 0,0 2 1 0 0,0-1 0 0 0,-1 1-1 0 0,0 0 1 0 0,-11-7 0 0 0,15 12-390 0 0,1 0 1 0 0,-2 0 0 0 0,1 1-1 0 0,0-1 1 0 0,0 1 0 0 0,-1 1-1 0 0,0-1 1 0 0,1 1 0 0 0,-1 0-1 0 0,0 0 1 0 0,1 0 0 0 0,-1 1-1 0 0,0 0 1 0 0,0 0 0 0 0,1 1-1 0 0,-1-1 1 0 0,0 1-1 0 0,1 0 1 0 0,-1 1 0 0 0,1-1-1 0 0,-1 1 1 0 0,1 1 0 0 0,-1-1-1 0 0,1 1 1 0 0,0-1 0 0 0,-9 8-1 0 0,2 0-94 0 0,0 1-1 0 0,1 0 0 0 0,0 0 1 0 0,0 1-1 0 0,2 0 0 0 0,-1 1 1 0 0,2 0-1 0 0,0 1 0 0 0,0 0 1 0 0,1 0-1 0 0,1 1 0 0 0,0-1 0 0 0,1 1 1 0 0,-3 18-1 0 0,3-10 2 0 0,0 1 1 0 0,2 0-1 0 0,1-1 0 0 0,1 1 1 0 0,1 0-1 0 0,1 0 0 0 0,1 0 1 0 0,9 39-1 0 0,-7-49-103 0 0,0-1-1 0 0,1 0 1 0 0,0-1 0 0 0,1 1 0 0 0,1-1 0 0 0,0 0 0 0 0,1-1-1 0 0,0 1 1 0 0,14 13 0 0 0,-17-19 12 0 0,1-1-1 0 0,-1 0 1 0 0,1 0 0 0 0,0-1-1 0 0,1 0 1 0 0,-1 0 0 0 0,1 0-1 0 0,10 3 1 0 0,-13-5 37 0 0,1-1 0 0 0,-1 0 0 0 0,1 0 0 0 0,-1 0 0 0 0,1-1 0 0 0,0 1 0 0 0,0-1 0 0 0,-1 0 0 0 0,1-1 0 0 0,0 1 0 0 0,-1-1 0 0 0,1 0 0 0 0,0 0 0 0 0,5-2 0 0 0,-4 0-62 0 0,0 0 0 0 0,-1-1 1 0 0,1 1-1 0 0,-1-1 0 0 0,0 0 0 0 0,0 0 0 0 0,-1-1 0 0 0,1 1 0 0 0,-1-1 0 0 0,0 0 0 0 0,0-1 1 0 0,0 1-1 0 0,-1 0 0 0 0,0-1 0 0 0,0 0 0 0 0,0 0 0 0 0,2-9 0 0 0,1-3 223 0 0,-1 0 0 0 0,-1 0 0 0 0,0 0-1 0 0,1-36 1 0 0,-5 6 772 0 0,-2 0 1 0 0,-10-53-1 0 0,6 57-449 0 0,10 64-399 0 0,1 0 1 0 0,0-1 0 0 0,2 0 0 0 0,0 0-1 0 0,1 0 1 0 0,1-1 0 0 0,16 25-1 0 0,-5-13 43 0 0,1 0 0 0 0,2-1 0 0 0,37 37 0 0 0,47 23-2302 0 0,-19-17-2741 0 0,-67-53-2442 0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20.3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0 172 14283 0 0,'0'-4'112'0'0,"0"0"0"0"0,0 0 0 0 0,1 0 0 0 0,-1 0 0 0 0,1 0 0 0 0,-1 0 0 0 0,1 0 0 0 0,1 1 0 0 0,-1-1 0 0 0,0 0 0 0 0,1 1 0 0 0,0-1 0 0 0,0 1 0 0 0,0-1 0 0 0,0 1 0 0 0,0 0 0 0 0,1 0 0 0 0,-1 0 0 0 0,1 0 0 0 0,6-5 0 0 0,-5 6 73 0 0,-1 1 0 0 0,1-1 0 0 0,0 0 0 0 0,0 1 0 0 0,0 0 0 0 0,0 0 0 0 0,0 0 0 0 0,0 1 1 0 0,0-1-1 0 0,0 1 0 0 0,1 0 0 0 0,-1 0 0 0 0,0 0 0 0 0,0 1 0 0 0,0-1 0 0 0,0 1 0 0 0,0 0 0 0 0,0 0 0 0 0,7 4 0 0 0,5 1-40 0 0,-1 2 0 0 0,0 0 0 0 0,-1 1 0 0 0,0 0 0 0 0,0 1 0 0 0,-1 1 0 0 0,20 21 0 0 0,-2 2 108 0 0,43 60 1 0 0,-72-92-223 0 0,12 20 28 0 0,-13-21-38 0 0,0-1 0 0 0,-1 1 0 0 0,1 0 0 0 0,-1-1 0 0 0,0 1 0 0 0,1 0 0 0 0,-1 0-1 0 0,0-1 1 0 0,1 1 0 0 0,-1 0 0 0 0,0 0 0 0 0,0 0 0 0 0,1 0 0 0 0,-1 0 0 0 0,0-1 0 0 0,0 1-1 0 0,0 0 1 0 0,0 0 0 0 0,0 0 0 0 0,-1 0 0 0 0,1 1 0 0 0,-1-2 21 0 0,0 0 0 0 0,1 0 0 0 0,-1 0 0 0 0,0 0 0 0 0,0 0 0 0 0,1 0 1 0 0,-1 0-1 0 0,0-1 0 0 0,1 1 0 0 0,-1 0 0 0 0,0 0 0 0 0,0-1 0 0 0,1 1 0 0 0,-1 0 0 0 0,0-1 0 0 0,1 1 0 0 0,-1-1 1 0 0,1 1-1 0 0,-1 0 0 0 0,1-1 0 0 0,-1 0 0 0 0,1 1 0 0 0,-1-1 0 0 0,0 0 0 0 0,-14-15 398 0 0,10 8-369 0 0,0-1 1 0 0,1 1-1 0 0,0-1 0 0 0,0 0 1 0 0,1 0-1 0 0,0 0 0 0 0,0 0 0 0 0,1 0 1 0 0,1-1-1 0 0,-1 1 0 0 0,2-1 0 0 0,-1 0 1 0 0,2-12-1 0 0,0 4-427 0 0,1 0 0 0 0,1 1 0 0 0,1-1 0 0 0,1 1-1 0 0,0-1 1 0 0,9-20 0 0 0,8-6-7759 0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20.8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400 967 6913 0 0,'3'-3'42'0'0,"-1"-1"1"0"0,0 1-1 0 0,0 0 0 0 0,0-1 0 0 0,0 1 0 0 0,0-1 0 0 0,-1 1 0 0 0,0-1 0 0 0,1 0 0 0 0,-2 0 0 0 0,1 1 0 0 0,0-1 0 0 0,-1 0 0 0 0,1 0 0 0 0,-1 0 0 0 0,0 0 0 0 0,-1 0 0 0 0,1 0 0 0 0,-1 0 0 0 0,-1-5 0 0 0,-2-10 39 0 0,-2-1 0 0 0,-14-32 0 0 0,13 33 66 0 0,0 1 341 0 0,-1 1 1 0 0,0 0-1 0 0,-1 0 1 0 0,-1 1-1 0 0,-1 0 0 0 0,0 0 1 0 0,-15-15-1 0 0,22 27-258 0 0,1 0-1 0 0,-1 1 1 0 0,0-1-1 0 0,0 1 1 0 0,0 0-1 0 0,0 0 1 0 0,-1 0-1 0 0,1 1 1 0 0,-1 0-1 0 0,0 0 0 0 0,0 0 1 0 0,0 0-1 0 0,1 0 1 0 0,-2 1-1 0 0,1 0 1 0 0,0 0-1 0 0,0 1 1 0 0,0-1-1 0 0,0 1 1 0 0,-1 0-1 0 0,1 1 1 0 0,0-1-1 0 0,0 1 1 0 0,0 0-1 0 0,0 0 0 0 0,0 1 1 0 0,0-1-1 0 0,0 1 1 0 0,0 0-1 0 0,-7 5 1 0 0,1 0-37 0 0,1 1 1 0 0,1 0 0 0 0,0 0-1 0 0,0 1 1 0 0,0 0 0 0 0,1 0-1 0 0,1 1 1 0 0,0 0-1 0 0,0 1 1 0 0,1-1 0 0 0,0 1-1 0 0,1 1 1 0 0,0-1 0 0 0,1 1-1 0 0,-5 16 1 0 0,5-12-196 0 0,0 1 1 0 0,1-1-1 0 0,1 0 0 0 0,1 1 1 0 0,0-1-1 0 0,1 1 0 0 0,0-1 0 0 0,2 1 1 0 0,0-1-1 0 0,1 1 0 0 0,5 16 1 0 0,-5-24-7 0 0,0-1 1 0 0,1 0 0 0 0,0 0-1 0 0,1-1 1 0 0,0 1 0 0 0,0-1-1 0 0,1 0 1 0 0,0 0 0 0 0,0 0-1 0 0,0-1 1 0 0,1 0 0 0 0,0-1-1 0 0,0 1 1 0 0,0-1 0 0 0,1 0-1 0 0,0-1 1 0 0,0 0 0 0 0,16 6-1 0 0,-18-8-44 0 0,-1-1 0 0 0,0 0 0 0 0,1 0-1 0 0,-1 0 1 0 0,1 0 0 0 0,-1-1 0 0 0,1 0-1 0 0,0 0 1 0 0,-1 0 0 0 0,1-1 0 0 0,-1 0-1 0 0,1 0 1 0 0,-1 0 0 0 0,0-1 0 0 0,1 0-1 0 0,-1 0 1 0 0,0 0 0 0 0,0-1 0 0 0,0 0 0 0 0,-1 1-1 0 0,1-2 1 0 0,0 1 0 0 0,-1 0 0 0 0,0-1-1 0 0,0 0 1 0 0,0 0 0 0 0,-1 0 0 0 0,1-1-1 0 0,-1 1 1 0 0,0-1 0 0 0,3-6 0 0 0,5-10-296 0 0,-1-1 0 0 0,-2 0 0 0 0,0 0 0 0 0,-1-1 0 0 0,-1 0 0 0 0,-1 0 0 0 0,3-42 0 0 0,-6 12 47 0 0,-1 0 1 0 0,-9-71-1 0 0,-74-354 1749 0 0,81 472-1392 0 0,-2-8 227 0 0,0 0 0 0 0,-1 0 0 0 0,0 0 0 0 0,-1 0 0 0 0,-9-18 0 0 0,14 31-234 0 0,-1 0 1 0 0,1 1 0 0 0,0-1 0 0 0,-1 0-1 0 0,1 0 1 0 0,-1 1 0 0 0,1-1 0 0 0,-1 0-1 0 0,1 1 1 0 0,-1-1 0 0 0,0 0 0 0 0,1 1-1 0 0,-1-1 1 0 0,0 1 0 0 0,1-1-1 0 0,-1 1 1 0 0,0-1 0 0 0,0 1 0 0 0,1 0-1 0 0,-1-1 1 0 0,0 1 0 0 0,0 0 0 0 0,0 0-1 0 0,1-1 1 0 0,-2 1 0 0 0,1 1 3 0 0,0-1 1 0 0,0 0-1 0 0,0 1 1 0 0,1-1-1 0 0,-1 1 0 0 0,0 0 1 0 0,0-1-1 0 0,1 1 1 0 0,-1-1-1 0 0,0 1 0 0 0,1 0 1 0 0,-1 0-1 0 0,1-1 1 0 0,-1 1-1 0 0,1 0 1 0 0,-1 0-1 0 0,1 0 0 0 0,-1 1 1 0 0,-1 4 124 0 0,0 1 1 0 0,0-1-1 0 0,0 1 1 0 0,0 11-1 0 0,1 25 1 0 0,2 1 0 0 0,3-1-1 0 0,1-1 1 0 0,19 76 0 0 0,65 167 194 0 0,-34-121-195 0 0,49 202-1719 0 0,-87-294-6694 0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21.2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16588 0 0,'1'11'303'0'0,"1"0"1"0"0,0 0 0 0 0,0 0 0 0 0,1 0-1 0 0,5 11 1 0 0,6 23-342 0 0,83 592 1668 0 0,-68-385-595 0 0,-21-195-1037 0 0,2-2 1 0 0,2 1 0 0 0,3-1 0 0 0,2-1 0 0 0,3-1-1 0 0,2-1 1 0 0,30 54 0 0 0,-33-74-334 0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21.7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1 263 10594 0 0,'0'-5'94'0'0,"1"0"0"0"0,-1 0 0 0 0,1 0 0 0 0,0 1 1 0 0,1-1-1 0 0,-1 0 0 0 0,1 0 0 0 0,0 1 0 0 0,0-1 0 0 0,0 1 0 0 0,1-1 0 0 0,0 1 0 0 0,-1 0 0 0 0,1 0 0 0 0,1 0 0 0 0,-1 1 0 0 0,1-1 0 0 0,-1 1 0 0 0,6-4 0 0 0,11-10 424 0 0,1 2-1 0 0,28-17 1 0 0,-46 30-387 0 0,25-14 592 0 0,1 2 1 0 0,1 0-1 0 0,0 2 1 0 0,0 1-1 0 0,1 2 0 0 0,1 1 1 0 0,37-5-1 0 0,-30 8-312 0 0,0 2-1 0 0,0 1 1 0 0,1 3 0 0 0,-1 1-1 0 0,63 11 1 0 0,-92-11-391 0 0,0 0 0 0 0,0 1 0 0 0,0 0 0 0 0,-1 1-1 0 0,1 0 1 0 0,-1 1 0 0 0,0 0 0 0 0,10 7 0 0 0,-16-10-17 0 0,-1 0 0 0 0,1 0 0 0 0,0 0 0 0 0,-1 1 0 0 0,1 0 0 0 0,-1-1 0 0 0,0 1 0 0 0,0 0 0 0 0,0 0 0 0 0,0 0 0 0 0,0 0 0 0 0,-1 0 0 0 0,1 1 0 0 0,-1-1 0 0 0,0 0 0 0 0,0 1 0 0 0,0-1 0 0 0,-1 1 0 0 0,1-1 0 0 0,-1 1 0 0 0,0-1 0 0 0,0 1 0 0 0,0 0 0 0 0,0-1 0 0 0,0 1 0 0 0,-1-1 0 0 0,-1 5 0 0 0,-1 1-10 0 0,-1 0-1 0 0,0 1 1 0 0,0-2 0 0 0,-1 1-1 0 0,0 0 1 0 0,0-1 0 0 0,-8 8 0 0 0,-50 53-228 0 0,43-49 180 0 0,-102 95-424 0 0,67-65 62 0 0,-56 64 0 0 0,100-96 304 0 0,11-17 96 0 0,0-1 1 0 0,0 1-1 0 0,0-1 1 0 0,0 0-1 0 0,0 1 0 0 0,0-1 1 0 0,0 0-1 0 0,0 1 1 0 0,0-1-1 0 0,0 0 1 0 0,0 1-1 0 0,0-1 1 0 0,0 0-1 0 0,0 1 1 0 0,0-1-1 0 0,1 0 0 0 0,-1 1 1 0 0,0-1-1 0 0,0 0 1 0 0,0 1-1 0 0,1-1 1 0 0,-1 0-1 0 0,0 0 1 0 0,0 1-1 0 0,1-1 1 0 0,-1 0-1 0 0,0 0 0 0 0,1 1 1 0 0,-1-1-1 0 0,4 1-76 0 0,0 0 0 0 0,-1 0-1 0 0,1-1 1 0 0,0 1 0 0 0,0-1-1 0 0,0 0 1 0 0,5 0 0 0 0,7 0 343 0 0,44 2-23 0 0,0 3 1 0 0,0 3-1 0 0,0 2 0 0 0,-1 3 1 0 0,-1 2-1 0 0,76 31 1 0 0,-110-37-146 0 0,0 2 0 0 0,-1 0 0 0 0,0 2 0 0 0,-1 0 0 0 0,40 33 0 0 0,-57-41-70 0 0,1 0 1 0 0,-1 0-1 0 0,0 0 1 0 0,-1 1-1 0 0,1 0 1 0 0,-1 0-1 0 0,0 0 0 0 0,0 1 1 0 0,-1-1-1 0 0,0 1 1 0 0,0 0-1 0 0,-1 0 1 0 0,0 0-1 0 0,0 0 1 0 0,0 0-1 0 0,-1 0 1 0 0,0 1-1 0 0,-1-1 1 0 0,0 0-1 0 0,0 1 1 0 0,0-1-1 0 0,-1 1 1 0 0,0-1-1 0 0,0 0 1 0 0,-4 12-1 0 0,-2-1 47 0 0,-1 0 0 0 0,0-1 0 0 0,-1 1 0 0 0,-1-2 0 0 0,-1 1 0 0 0,0-1 0 0 0,-1-1 0 0 0,-16 16 0 0 0,0-3 69 0 0,-2 0 0 0 0,-63 44 0 0 0,52-46-403 0 0,-1-2 1 0 0,-1-1-1 0 0,-70 25 0 0 0,84-37-730 0 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21.9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10138 0 0,'18'19'1038'0'0,"0"1"1"0"0,-2 1-1 0 0,0 0 0 0 0,-1 1 0 0 0,-2 1 0 0 0,0 0 0 0 0,-1 1 1 0 0,-2 0-1 0 0,12 38 0 0 0,-17-43-721 0 0,-1-1 0 0 0,-1 1 0 0 0,0 0 1 0 0,-1 0-1 0 0,-3 37 0 0 0,0-41-826 0 0,-1 0 1 0 0,-1 0 0 0 0,0-1-1 0 0,-1 1 1 0 0,0-1 0 0 0,-2 0-1 0 0,1 0 1 0 0,-9 14 0 0 0,3-11-1949 0 0,0-5-27 0 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22.1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33 17508 0 0,'-5'-20'1200'0'0,"5"8"-448"0"0,0 12-708 0 0,1 1 1 0 0,-1 0-1 0 0,1-1 0 0 0,0 1 0 0 0,-1 0 1 0 0,1 0-1 0 0,-1-1 0 0 0,0 1 1 0 0,1 0-1 0 0,-1 0 0 0 0,0 0 0 0 0,1-1 1 0 0,-1 1-1 0 0,0 0 0 0 0,0 0 0 0 0,0 0 1 0 0,1 0-1 0 0,-1 0 0 0 0,0 0 0 0 0,0-1 1 0 0,-1 3-1 0 0,1-2-57 0 0,0-1 1 0 0,0 1-1 0 0,0 0 0 0 0,0 0 1 0 0,0 0-1 0 0,0 0 0 0 0,0-1 1 0 0,1 1-1 0 0,-1 0 0 0 0,0 0 1 0 0,0 0-1 0 0,1-1 0 0 0,-1 1 0 0 0,0 0 1 0 0,1 0-1 0 0,-1-1 0 0 0,1 1 1 0 0,-1 0-1 0 0,1-1 0 0 0,-1 1 1 0 0,1 0-1 0 0,-1-1 0 0 0,1 1 1 0 0,0-1-1 0 0,1 2 0 0 0,9 6-15 0 0,3 0 28 0 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22.5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585 33 6913 0 0,'-7'-4'147'0'0,"1"0"-1"0"0,-1 0 0 0 0,0 1 0 0 0,0 0 0 0 0,0 0 0 0 0,-1 0 0 0 0,1 1 0 0 0,-1 0 0 0 0,1 1 0 0 0,-1-1 0 0 0,0 1 0 0 0,0 1 0 0 0,1 0 0 0 0,-14 1 0 0 0,-5 1 1071 0 0,-1 2-1 0 0,-48 14 0 0 0,55-12-538 0 0,1 1 0 0 0,0 1-1 0 0,1 1 1 0 0,0 0-1 0 0,1 1 1 0 0,-1 1-1 0 0,2 1 1 0 0,-23 21 0 0 0,19-15-185 0 0,1 1 0 0 0,1 1 1 0 0,1 1-1 0 0,1 0 0 0 0,1 1 0 0 0,-12 25 1 0 0,24-42-469 0 0,1-1-1 0 0,-1 1 1 0 0,1 0 0 0 0,0 1 0 0 0,1-1 0 0 0,0 0-1 0 0,-1 0 1 0 0,1 1 0 0 0,1-1 0 0 0,-1 0 0 0 0,1 1-1 0 0,0-1 1 0 0,1 1 0 0 0,-1-1 0 0 0,1 0 0 0 0,0 1-1 0 0,0-1 1 0 0,3 9 0 0 0,-1-10-19 0 0,-1 0 0 0 0,1 0-1 0 0,-1 0 1 0 0,1 0 0 0 0,0 0 0 0 0,0 0 0 0 0,1-1-1 0 0,-1 0 1 0 0,1 1 0 0 0,0-1 0 0 0,0-1 0 0 0,0 1-1 0 0,0 0 1 0 0,0-1 0 0 0,1 0 0 0 0,-1 0 0 0 0,1 0-1 0 0,-1-1 1 0 0,1 0 0 0 0,0 0 0 0 0,4 1 0 0 0,1-1 1 0 0,0 0 1 0 0,0 0 0 0 0,0-1 0 0 0,0 0 0 0 0,-1-1 0 0 0,1 0 0 0 0,0-1 0 0 0,0 0 0 0 0,-1-1 0 0 0,1 1 0 0 0,-1-2 0 0 0,0 1 0 0 0,0-2 0 0 0,0 1-1 0 0,-1-1 1 0 0,1 0 0 0 0,-1-1 0 0 0,0 0 0 0 0,-1 0 0 0 0,1-1 0 0 0,11-13 0 0 0,-10 10 35 0 0,-1-1 0 0 0,0 0 0 0 0,0-1 0 0 0,-1 0 0 0 0,0 0 0 0 0,-1 0 0 0 0,-1-1-1 0 0,0 0 1 0 0,-1 0 0 0 0,0 0 0 0 0,-1-1 0 0 0,0 1 0 0 0,-1-1 0 0 0,-1 0 0 0 0,0-15 0 0 0,-2 9-6 0 0,0-6 622 0 0,5 29-322 0 0,3 17-178 0 0,18 68-632 0 0,-5-16 1116 0 0,34 78 1 0 0,-42-124-1234 0 0,1-1 0 0 0,18 26 0 0 0,-20-34-912 0 0,1-1 0 0 0,1-1 0 0 0,27 25 0 0 0,-4-10-6233 0 0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22.8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202 63 7370 0 0,'0'-4'533'0'0,"0"1"0"0"0,-1-1 0 0 0,1 1 0 0 0,-1-1 0 0 0,0 1 0 0 0,0 0 0 0 0,0-1 0 0 0,0 1 0 0 0,0 0 0 0 0,-1 0 0 0 0,1 0 0 0 0,-1 0 0 0 0,-4-5 1 0 0,5 7-375 0 0,0 0 0 0 0,0 0 0 0 0,0 0 0 0 0,0 0 1 0 0,0 0-1 0 0,0 0 0 0 0,-1 1 0 0 0,1-1 1 0 0,0 0-1 0 0,0 1 0 0 0,-1-1 0 0 0,1 1 1 0 0,-1-1-1 0 0,1 1 0 0 0,0 0 0 0 0,-1-1 1 0 0,1 1-1 0 0,-1 0 0 0 0,1 0 0 0 0,-1 0 0 0 0,1 0 1 0 0,-1 0-1 0 0,1 1 0 0 0,0-1 0 0 0,-1 0 1 0 0,1 1-1 0 0,-1-1 0 0 0,1 1 0 0 0,0-1 1 0 0,-1 1-1 0 0,1 0 0 0 0,0-1 0 0 0,0 1 0 0 0,-2 1 1 0 0,-10 8-43 0 0,1 0 1 0 0,1 1-1 0 0,-1 0 1 0 0,2 1-1 0 0,0 0 0 0 0,0 1 1 0 0,1 0-1 0 0,0 1 1 0 0,1-1-1 0 0,1 2 1 0 0,1-1-1 0 0,-10 29 1 0 0,15-40-118 0 0,0 1-1 0 0,1 0 1 0 0,-1 0 0 0 0,1-1 0 0 0,0 1 0 0 0,0 0 0 0 0,0 0-1 0 0,0 0 1 0 0,1 0 0 0 0,0-1 0 0 0,0 1 0 0 0,0 0 0 0 0,0-1-1 0 0,0 1 1 0 0,1 0 0 0 0,-1-1 0 0 0,1 0 0 0 0,0 1 0 0 0,0-1 0 0 0,0 0-1 0 0,1 0 1 0 0,-1 0 0 0 0,1 0 0 0 0,-1 0 0 0 0,1-1 0 0 0,0 1-1 0 0,0-1 1 0 0,1 0 0 0 0,-1 0 0 0 0,0 0 0 0 0,7 2 0 0 0,10 5-39 0 0,1-1 0 0 0,0 0 0 0 0,1-2 0 0 0,29 5 0 0 0,-23-5-57 0 0,-16-4 58 0 0,50 12-392 0 0,85 31-1 0 0,-130-38 367 0 0,0 0 0 0 0,-1 0 0 0 0,0 2 1 0 0,0 0-1 0 0,-1 1 0 0 0,0 1 1 0 0,-1 0-1 0 0,0 0 0 0 0,23 27 0 0 0,-34-34 93 0 0,0 0 0 0 0,0 1 0 0 0,0-1 1 0 0,0 1-1 0 0,0 0 0 0 0,-1 0 0 0 0,0 0 0 0 0,0 0 0 0 0,-1 0 0 0 0,1 0 0 0 0,-1 1 0 0 0,0-1 0 0 0,0 0 0 0 0,-1 1 0 0 0,0-1 0 0 0,0 1 0 0 0,0-1 0 0 0,0 0 0 0 0,-1 1 1 0 0,0-1-1 0 0,0 0 0 0 0,-1 1 0 0 0,-3 9 0 0 0,1-7 111 0 0,-1 0 0 0 0,1 0 0 0 0,-1-1 0 0 0,0 0-1 0 0,-1 0 1 0 0,0 0 0 0 0,0 0 0 0 0,-1-1 0 0 0,1 0 0 0 0,-1-1 0 0 0,-1 1 0 0 0,1-1 0 0 0,-15 7 0 0 0,-2 0 129 0 0,1-2 0 0 0,-2 0 1 0 0,0-2-1 0 0,0 0 0 0 0,0-2 0 0 0,-1-1 1 0 0,1-1-1 0 0,-1-1 0 0 0,-46 0 0 0 0,51-6-479 0 0,1-4-136 0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42.4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100 746 6913 0 0,'-9'0'527'0'0,"0"0"-1"0"0,1 0 0 0 0,-1-1 0 0 0,0 0 0 0 0,1-1 0 0 0,-1 0 0 0 0,1 0 0 0 0,0 0 0 0 0,-12-6 1 0 0,20 8-488 0 0,0-1 0 0 0,-1 1 0 0 0,1 0 0 0 0,0 0 1 0 0,0 0-1 0 0,0 0 0 0 0,0 0 0 0 0,0 0 0 0 0,0-1 1 0 0,0 1-1 0 0,-1 0 0 0 0,1 0 0 0 0,0 0 0 0 0,0 0 1 0 0,0 0-1 0 0,0-1 0 0 0,0 1 0 0 0,0 0 0 0 0,0 0 1 0 0,0 0-1 0 0,0-1 0 0 0,0 1 0 0 0,0 0 0 0 0,0 0 1 0 0,0 0-1 0 0,0 0 0 0 0,0-1 0 0 0,0 1 0 0 0,0 0 1 0 0,0 0-1 0 0,0 0 0 0 0,0 0 0 0 0,0-1 0 0 0,0 1 1 0 0,1 0-1 0 0,-1 0 0 0 0,0 0 0 0 0,0 0 0 0 0,0 0 1 0 0,0-1-1 0 0,0 1 0 0 0,0 0 0 0 0,0 0 0 0 0,1 0 1 0 0,-1 0-1 0 0,0 0 0 0 0,0 0 0 0 0,13-8 703 0 0,16-2-434 0 0,362-92 239 0 0,8 34 524 0 0,647 0 747 0 0,-311 28-1420 0 0,256-28 370 0 0,-145 6 523 0 0,-14 7 182 0 0,-412 30-1188 0 0,1215-65-125 0 0,-1096 41-1250 0 0,-181 2-3070 0 0,-175 22-531 0 0,-153 21-203 0 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43.3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9549 1 5065 0 0,'-3'10'10243'0'0,"-13"56"-4952"0"0,10-24-4789 0 0,2 0 0 0 0,2 0-1 0 0,4 52 1 0 0,22 128-286 0 0,-16-157-60 0 0,62 322 185 0 0,27-5 253 0 0,-14-58-653 0 0,58 445 174 0 0,-52-242-159 0 0,41 24 51 0 0,30 166 61 0 0,-52 312 167 0 0,-99-576-222 0 0,-7-145-37 0 0,1-271-99 0 0,-1-28 82 0 0,-1-1 1 0 0,0 0-1 0 0,0 1 0 0 0,-1-1 0 0 0,0 0 1 0 0,0 1-1 0 0,-1-1 0 0 0,0 0 1 0 0,-1 1-1 0 0,-4 13 0 0 0,5-21 44 0 0,0 1 0 0 0,0-1 0 0 0,0 0 0 0 0,-1 1 0 0 0,1-1 0 0 0,0 0 1 0 0,-1 0-1 0 0,1 0 0 0 0,0 0 0 0 0,-1 0 0 0 0,1 0 0 0 0,-1-1 0 0 0,0 1 0 0 0,1 0 0 0 0,-1-1 0 0 0,0 0 0 0 0,1 1 0 0 0,-1-1 0 0 0,0 0 0 0 0,1 1 0 0 0,-1-1 1 0 0,0 0-1 0 0,0 0 0 0 0,1-1 0 0 0,-1 1 0 0 0,0 0 0 0 0,-2-1 0 0 0,-8-2 34 0 0,1 0 1 0 0,0-1-1 0 0,-13-6 0 0 0,4 1 8 0 0,-52-13-151 0 0,-1 3-1 0 0,-75-10 1 0 0,-153-9-113 0 0,265 34 237 0 0,-1096-90 66 0 0,379 35-360 0 0,-1264-55-1994 0 0,225 70-520 0 0,1579 43 2429 0 0,-620 4 1078 0 0,2 52 2104 0 0,831-55-2819 0 0,-500 71 1550 0 0,-32 18-79 0 0,283-52-1316 0 0,-294 5 0 0 0,516-41-693 0 0,-1-1 0 0 0,0-1 0 0 0,1-1 0 0 0,-1-1 0 0 0,1-2 0 0 0,0-1 0 0 0,-41-14 0 0 0,38 6-6868 0 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43.8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45 8754 0 0,'1'-17'127'0'0,"3"-11"3102"0"0,-4 28-3197 0 0,3 20 1253 0 0,29 346 5008 0 0,18 137-4210 0 0,154 712-1056 0 0,-130-859-801 0 0,24 127 265 0 0,-30 6 95 0 0,-40 584 80 0 0,-28-851-1201 0 0,-1-210 113 0 0,1-8 154 0 0,-1 0 1 0 0,1-1-1 0 0,0 1 0 0 0,0 0 1 0 0,0 0-1 0 0,0-1 0 0 0,1 1 0 0 0,-1 0 1 0 0,1 0-1 0 0,0-1 0 0 0,0 1 0 0 0,2 4 1 0 0,-2-8 128 0 0,-1 0 0 0 0,1 0 0 0 0,-1 0 0 0 0,0 0 0 0 0,1 0 0 0 0,-1 0 0 0 0,1 0 0 0 0,-1 0 0 0 0,1 0 0 0 0,-1 0 0 0 0,0 0 0 0 0,1 0 0 0 0,-1-1 0 0 0,1 1 0 0 0,-1 0 0 0 0,0 0 0 0 0,1 0 0 0 0,-1-1 0 0 0,0 1 0 0 0,1 0 0 0 0,-1 0 0 0 0,0-1 0 0 0,2-1-834 0 0,-2 2 834 0 0,1 0 0 0 0,-1-1 0 0 0,0 1 0 0 0,0-1 0 0 0,0 1 0 0 0,0 0 0 0 0,0-1 0 0 0,1 0 0 0 0,5-17-1947 0 0,-1-8 1162 0 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44.4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1 9674 0 0,'-1'0'194'0'0,"0"0"-1"0"0,1 0 1 0 0,-1 0-1 0 0,0 1 0 0 0,0-1 1 0 0,1 0-1 0 0,-1 0 1 0 0,0 1-1 0 0,1-1 1 0 0,-1 1-1 0 0,0-1 1 0 0,1 1-1 0 0,-1-1 1 0 0,1 1-1 0 0,-1-1 1 0 0,0 1-1 0 0,1-1 1 0 0,-1 1-1 0 0,1-1 1 0 0,0 1-1 0 0,-1 0 1 0 0,1-1-1 0 0,0 1 1 0 0,-1 0-1 0 0,1 0 1 0 0,0-1-1 0 0,0 1 1 0 0,-1 0-1 0 0,1 0 1 0 0,0-1-1 0 0,0 1 1 0 0,0 0-1 0 0,0 1 1 0 0,1 28 1322 0 0,-1-27-1312 0 0,12 76 1239 0 0,30 111-1 0 0,-13-70-803 0 0,-14-52-291 0 0,45 179 402 0 0,-47-202-686 0 0,3-1-1 0 0,1 0 1 0 0,32 56 0 0 0,-39-84-36 0 0,0 0 0 0 0,1-1 0 0 0,26 28-1 0 0,-33-38-111 0 0,1 0 0 0 0,1-1 0 0 0,-1 1 0 0 0,1-1 0 0 0,-1 0 0 0 0,1 0-1 0 0,0-1 1 0 0,1 0 0 0 0,-1 0 0 0 0,0 0 0 0 0,1-1 0 0 0,0 0 0 0 0,-1 0-1 0 0,9 0 1 0 0,-15-1-49 0 0,1-1 0 0 0,0 0 0 0 0,-1 0 0 0 0,1 0 0 0 0,0 0 0 0 0,-1 0 0 0 0,1 0 0 0 0,0 0 0 0 0,0-1 0 0 0,-1 1 0 0 0,1 0 0 0 0,0 0 0 0 0,-1 0 0 0 0,1-1 0 0 0,0 1 0 0 0,-1 0-1 0 0,1-1 1 0 0,-1 1 0 0 0,1 0 0 0 0,-1-1 0 0 0,1 1 0 0 0,0-1 0 0 0,-1 1 0 0 0,0-1 0 0 0,1 1 0 0 0,-1-1 0 0 0,1 0 0 0 0,-1 1 0 0 0,0-1 0 0 0,1 1 0 0 0,-1-1 0 0 0,1-1 0 0 0,0-23-6324 0 0,-1 24 6294 0 0,-2-14-2652 0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44.6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63 7370 0 0,'6'-5'300'0'0,"0"-1"1"0"0,0 1 0 0 0,1 0-1 0 0,0 0 1 0 0,0 1-1 0 0,0 0 1 0 0,1 0 0 0 0,-1 0-1 0 0,1 1 1 0 0,0 1 0 0 0,0-1-1 0 0,16-2 1 0 0,-6 2 849 0 0,0 1 0 0 0,1 1 1 0 0,-1 0-1 0 0,35 4 0 0 0,-46-3-876 0 0,0 2 1 0 0,0-1-1 0 0,0 1 0 0 0,0 0 0 0 0,-1 0 1 0 0,1 1-1 0 0,-1 0 0 0 0,1 0 1 0 0,-1 1-1 0 0,0-1 0 0 0,0 1 0 0 0,0 1 1 0 0,8 8-1 0 0,-9-9-209 0 0,-1 1-1 0 0,0 0 1 0 0,-1 0 0 0 0,1 1-1 0 0,-1-1 1 0 0,0 1 0 0 0,0 0-1 0 0,-1-1 1 0 0,1 1 0 0 0,-1 1-1 0 0,-1-1 1 0 0,1 0 0 0 0,-1 0-1 0 0,0 1 1 0 0,-1-1 0 0 0,1 0-1 0 0,-1 1 1 0 0,-1-1 0 0 0,1 0-1 0 0,-1 1 1 0 0,0-1-1 0 0,0 0 1 0 0,-5 12 0 0 0,0-2-7 0 0,-2 0 1 0 0,1 0-1 0 0,-2-1 0 0 0,0 0 1 0 0,-1 0-1 0 0,0-1 0 0 0,-2 0 1 0 0,1-1-1 0 0,-27 23 0 0 0,27-27-17 0 0,-1 1 0 0 0,0-2-1 0 0,0 1 1 0 0,-1-2 0 0 0,-1 0-1 0 0,1 0 1 0 0,-1-1 0 0 0,0-1-1 0 0,0 0 1 0 0,0-1 0 0 0,-1-1-1 0 0,-15 2 1 0 0,27-5-220 0 0,-1 1 0 0 0,1-1 1 0 0,-1-1-1 0 0,1 1 0 0 0,-1 0 0 0 0,1-1 0 0 0,0 0 0 0 0,-1 0 1 0 0,1 0-1 0 0,-4-2 0 0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45.8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 2 6449 0 0,'0'0'499'0'0,"0"-1"-244"0"0,-3 33 5077 0 0,-7 17-2186 0 0,0 10-1391 0 0,5 5-92 0 0,6 109 0 0 0,20 66-990 0 0,-9-127-575 0 0,16 126-98 0 0,67 260 0 0 0,-61-343 117 0 0,-6 1 0 0 0,14 293 1 0 0,-3 218 265 0 0,-3-122-118 0 0,52 777 1364 0 0,42-361-1031 0 0,-129-956-749 0 0,9 45-175 0 0,-1-16-6176 0 0,-2-13-1133 0 0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46.5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15 7834 0 0,'-1'-14'8336'0'0,"4"17"-7545"0"0,7 11-481 0 0,-1-1-1 0 0,-1 1 1 0 0,0 0 0 0 0,-1 1-1 0 0,-1 0 1 0 0,0 0 0 0 0,-1 0-1 0 0,0 1 1 0 0,-1-1 0 0 0,-1 1-1 0 0,2 28 1 0 0,-1 14-279 0 0,-7 112 0 0 0,-13 73-3945 0 0,15-212-2237 0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46.9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16 312 10594 0 0,'-15'-28'5603'0'0,"29"34"-3781"0"0,58 39-511 0 0,-40-22-833 0 0,2-2-1 0 0,1-2 1 0 0,0-1-1 0 0,73 26 1 0 0,-103-42-436 0 0,1-1 0 0 0,0 0 0 0 0,-1 0 0 0 0,1 0 0 0 0,0 0 0 0 0,0-1 0 0 0,0 0 0 0 0,0-1 0 0 0,-1 1 0 0 0,1-1 0 0 0,0 0 0 0 0,0 0 0 0 0,9-4 0 0 0,-11 3 2 0 0,0 0 0 0 0,0-1-1 0 0,0 0 1 0 0,-1 0 0 0 0,1 0 0 0 0,-1 0-1 0 0,1 0 1 0 0,-1-1 0 0 0,0 1-1 0 0,0-1 1 0 0,0 0 0 0 0,-1 0-1 0 0,0 0 1 0 0,1 0 0 0 0,-1 0 0 0 0,-1-1-1 0 0,3-5 1 0 0,1-11 109 0 0,-1 0-1 0 0,-1 0 1 0 0,0 0-1 0 0,-2 0 1 0 0,0-1 0 0 0,-2 1-1 0 0,-4-32 1 0 0,3 27-682 0 0,0-1-1 0 0,1 1 1 0 0,2-1 0 0 0,5-31-1 0 0,0 34-7278 0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47.4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1 128 14747 0 0,'3'1'265'0'0,"1"1"0"0"0,-1-1 0 0 0,1 0 0 0 0,-1-1 0 0 0,1 1-1 0 0,-1 0 1 0 0,1-1 0 0 0,-1 0 0 0 0,1 0 0 0 0,0 0 0 0 0,-1 0 0 0 0,6-2 0 0 0,3 1 77 0 0,37-1 951 0 0,-1-3 0 0 0,93-22 0 0 0,90-42-2569 0 0,-178 52-400 0 0,-19 5-5413 0 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47.6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10594 0 0,'4'14'9800'0'0,"5"1"-9354"0"0,0 0 0 0 0,-1 1 1 0 0,-1 0-1 0 0,0 0 0 0 0,7 31 0 0 0,13 93-1308 0 0,-17-79-433 0 0,-1-10-6224 0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47.9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37 1376 0 0,'0'0'43'0'0,"0"0"0"0"0,0 0 0 0 0,-1 0 0 0 0,1 0 0 0 0,0 0 0 0 0,0 0 0 0 0,0 0 0 0 0,0 0 1 0 0,-1 0-1 0 0,1 0 0 0 0,0 0 0 0 0,0-1 0 0 0,0 1 0 0 0,0 0 0 0 0,0 0 0 0 0,0 0 0 0 0,-1 0 0 0 0,1 0 0 0 0,0 0 0 0 0,0-1 0 0 0,0 1 0 0 0,0 0 0 0 0,0 0 0 0 0,0 0 0 0 0,0 0 0 0 0,0 0 0 0 0,0-1 0 0 0,0 1 0 0 0,0 0 0 0 0,0 0 0 0 0,0 0 0 0 0,0 0 0 0 0,0-1 0 0 0,0 1 0 0 0,0 0 0 0 0,0 0 0 0 0,0 0 0 0 0,0 0 0 0 0,0-1 0 0 0,0 1 0 0 0,0 0 0 0 0,0 0 0 0 0,0 0 0 0 0,0 0 0 0 0,0 0 0 0 0,0-1 0 0 0,0 1 0 0 0,0 0 1 0 0,1 0-1 0 0,-1 0 0 0 0,0 0 0 0 0,0 0 0 0 0,0 0 0 0 0,0-1 0 0 0,0 1 0 0 0,1 0 0 0 0,13-7 4705 0 0,9 0-113 0 0,-14 5-4515 0 0,31-5 1668 0 0,-1 3-1 0 0,0 1 1 0 0,47 3-1 0 0,3 3-1873 0 0,-1 1-5171 0 0,-59-4-1248 0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48.2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0 6449 0 0,'-3'5'7444'0'0,"4"9"-4621"0"0,4 16-952 0 0,30 164 2871 0 0,-23-116-6171 0 0,3-1-4030 0 0,-7-37-1604 0 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48.6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0 108 14283 0 0,'7'-6'517'0'0,"0"0"0"0"0,0 1 0 0 0,1 0 0 0 0,0 0 0 0 0,0 1-1 0 0,0 0 1 0 0,14-4 0 0 0,61-15 1823 0 0,138-8-1447 0 0,-142 23-4365 0 0,-12 6-5324 0 0,-51 3 7727 0 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48.8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12443 0 0,'0'4'311'0'0,"0"1"0"0"0,0-1 0 0 0,0 1 0 0 0,1 0 0 0 0,0-1 0 0 0,0 1 0 0 0,0-1 0 0 0,1 0 0 0 0,-1 1 0 0 0,4 6 0 0 0,4 13 845 0 0,54 265 4365 0 0,-60-275-5805 0 0,1 0 1 0 0,1-1-1 0 0,0 1 0 0 0,0-1 1 0 0,1 0-1 0 0,1-1 0 0 0,1 1 1 0 0,-1-1-1 0 0,2-1 0 0 0,0 1 1 0 0,0-1-1 0 0,12 10 0 0 0,6-2-93 0 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49.0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0 152 9674 0 0,'4'-6'264'0'0,"1"-1"0"0"0,0 1 0 0 0,0 0 0 0 0,1 0 0 0 0,-1 1 0 0 0,1 0 0 0 0,0 0 1 0 0,1 0-1 0 0,-1 1 0 0 0,8-4 0 0 0,4-1 733 0 0,1 1-1 0 0,1 1 1 0 0,-1 1 0 0 0,1 0 0 0 0,0 2 0 0 0,32-4 0 0 0,-19 3-599 0 0,38-11-1453 0 0,11-1-99 0 0,-66 15 1220 0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49.2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8 15203 0 0,'-3'-8'1749'0'0,"10"11"-277"0"0,10 12 223 0 0,-3 11-1112 0 0,0 0 0 0 0,-2 1 0 0 0,16 53 0 0 0,-6-18-944 0 0,-8-24-1359 0 0,0 2-5615 0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49.6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1 198 13363 0 0,'0'0'40'0'0,"0"0"0"0"0,0-1 0 0 0,0 1 1 0 0,0 0-1 0 0,0-1 0 0 0,0 1 0 0 0,0 0 0 0 0,0-1 0 0 0,0 1 1 0 0,0 0-1 0 0,0-1 0 0 0,0 1 0 0 0,0 0 0 0 0,0-1 0 0 0,0 1 1 0 0,1 0-1 0 0,-1 0 0 0 0,0-1 0 0 0,0 1 0 0 0,0 0 1 0 0,1 0-1 0 0,-1-1 0 0 0,0 1 0 0 0,0 0 0 0 0,1 0 0 0 0,-1-1 1 0 0,0 1-1 0 0,0 0 0 0 0,1 0 0 0 0,-1 0 0 0 0,0 0 0 0 0,1 0 1 0 0,-1 0-1 0 0,0-1 0 0 0,1 1 0 0 0,-1 0 0 0 0,0 0 0 0 0,1 0 1 0 0,18-7 69 0 0,-17 6 285 0 0,65-24 1276 0 0,205-67 3638 0 0,-268 90-5323 0 0,155-48-1712 0 0,-129 38-5706 0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49.8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7834 0 0,'2'6'1055'0'0,"-1"-1"1"0"0,0 0-1 0 0,1-1 1 0 0,0 1-1 0 0,0 0 0 0 0,0 0 1 0 0,6 6-1 0 0,3 10 432 0 0,5 24 161 0 0,-2 1 0 0 0,13 70 0 0 0,9 29-2981 0 0,-29-123-209 0 0,0-1-1 0 0,2 0 1 0 0,1 0-1 0 0,19 30 1 0 0,-7-19-1199 0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50.0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1 124 10594 0 0,'53'-25'3439'0'0,"87"-28"-1"0"0,-98 40-4039 0 0,0 2 1 0 0,76-8-1 0 0,-99 16 583 0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50.2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14283 0 0,'0'0'1103'0'0,"13"19"1935"0"0,-4 1-2028 0 0,0 0-1 0 0,-1 1 1 0 0,-1 0-1 0 0,5 23 1 0 0,11 92-453 0 0,2 8-773 0 0,-13-100 183 0 0,-1-4-54 0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50.9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73 14283 0 0,'-1'0'27'0'0,"1"0"0"0"0,0 0 0 0 0,0 0 0 0 0,0 0 0 0 0,0 0 0 0 0,0 0 0 0 0,0 0 0 0 0,0 0 0 0 0,0 0 0 0 0,0 0 0 0 0,-1 0 0 0 0,1 0 0 0 0,0 0 0 0 0,0 0 0 0 0,0 1 0 0 0,0-1 0 0 0,0 0 0 0 0,0 0 0 0 0,0 0 0 0 0,0 0 0 0 0,0 0-1 0 0,0 0 1 0 0,0 0 0 0 0,0 0 0 0 0,-1 0 0 0 0,1 0 0 0 0,0 0 0 0 0,0 0 0 0 0,0 0 0 0 0,0 1 0 0 0,0-1 0 0 0,0 0 0 0 0,0 0 0 0 0,0 0 0 0 0,0 0 0 0 0,0 0 0 0 0,0 0 0 0 0,0 0 0 0 0,0 0 0 0 0,0 1 0 0 0,0-1 0 0 0,0 0 0 0 0,0 0 0 0 0,0 0 0 0 0,0 0 0 0 0,0 0 0 0 0,0 0 0 0 0,0 0 0 0 0,0 0 0 0 0,0 0 0 0 0,0 0 0 0 0,0 1 0 0 0,1-1 0 0 0,-1 0 0 0 0,0 0 0 0 0,0 0 0 0 0,0 0 0 0 0,0 0 0 0 0,0 0-1 0 0,0 0 1 0 0,0 0 0 0 0,0 0 0 0 0,0 0 0 0 0,0 0 0 0 0,11 6 901 0 0,15 0 709 0 0,13-5-942 0 0,0-1-1 0 0,0-3 0 0 0,-1-1 1 0 0,1-2-1 0 0,42-12 0 0 0,29-4-637 0 0,60-4-2310 0 0,-107 15-5163 0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51.2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0 151 14283 0 0,'247'-105'5304'0'0,"-173"76"-4892"0"0,-67 25-840 0 0,0 2 0 0 0,0-1 0 0 0,0 1 0 0 0,0 0 0 0 0,1 1 0 0 0,-1 0 0 0 0,0 0 0 0 0,13 0 0 0 0,-5 3-5549 0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51.7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0 107 11058 0 0,'7'2'579'0'0,"1"-1"0"0"0,-1 0 0 0 0,0-1 0 0 0,1 1 0 0 0,-1-1 0 0 0,0 0 0 0 0,1-1 0 0 0,-1 0 0 0 0,0 0 0 0 0,10-3 0 0 0,-6 2 30 0 0,175-45 2220 0 0,-4 0-3519 0 0,-134 39 679 0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52.0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0 101 12443 0 0,'22'-9'1461'0'0,"1"0"0"0"0,0 2-1 0 0,38-7 1 0 0,-14 4 444 0 0,-18 2-1438 0 0,164-32-3427 0 0,-155 36 1778 0 0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52.4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0 138 17972 0 0,'4'0'259'0'0,"0"-1"0"0"0,0 0 0 0 0,0 0-1 0 0,0 0 1 0 0,0 0 0 0 0,0 0 0 0 0,-1-1 0 0 0,5-2 0 0 0,2 0 246 0 0,72-27 885 0 0,15-5-3280 0 0,-60 24-495 0 0,-1 1-1 0 0,42-6 1 0 0,-29 10 1650 0 0,-1 0 554 0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52.7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1 138 21197 0 0,'1'1'72'0'0,"-1"0"0"0"0,1-1 0 0 0,0 1 0 0 0,0 0 1 0 0,0 0-1 0 0,0-1 0 0 0,0 1 0 0 0,0 0 1 0 0,0-1-1 0 0,0 1 0 0 0,0-1 0 0 0,0 1 0 0 0,0-1 1 0 0,0 0-1 0 0,0 0 0 0 0,0 1 0 0 0,0-1 0 0 0,0 0 1 0 0,1 0-1 0 0,-1 0 0 0 0,0 0 0 0 0,2 0 1 0 0,30 1-1292 0 0,-11-3 1482 0 0,-1 0-1 0 0,0-2 0 0 0,0 0 0 0 0,26-9 0 0 0,81-36-133 0 0,-59 22-935 0 0,-13 5-254 0 0,4-4-69 0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54.8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3783 19 3225 0 0,'3'-2'496'0'0,"1"0"527"0"0,1-1 0 0 0,0 1 0 0 0,0 0 0 0 0,0 0-1 0 0,1 1 1 0 0,5-2 1372 0 0,-13 2-1860 0 0,-1 1-1 0 0,0 0 0 0 0,0-1 0 0 0,0 1 1 0 0,0 0-1 0 0,1 0 0 0 0,-1 1 1 0 0,0-1-1 0 0,-5 2 0 0 0,3-2-494 0 0,-487 58 4197 0 0,360-44-3843 0 0,-169 23-284 0 0,-31 9-565 0 0,128-19 231 0 0,-781 150 843 0 0,729-117-210 0 0,-187 47 227 0 0,252-62-479 0 0,-60 17-111 0 0,177-40-28 0 0,-4 1-1195 0 0,28-5-6164 0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55.5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 5529 0 0,'-8'7'13413'0'0,"10"0"-15015"0"0,4 43 3100 0 0,-2 1 0 0 0,-6 94 1 0 0,3 45-1625 0 0,42 198 428 0 0,12 150 156 0 0,-15 164-440 0 0,-28-485 70 0 0,48 412 270 0 0,-46-552-343 0 0,51 301 330 0 0,-25 3-54 0 0,-39-366-290 0 0,22 628 422 0 0,-25-443-229 0 0,-33 240 1 0 0,20-339-1430 0 0,-6 42-4649 0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57.0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494 104 456 0 0,'-91'5'2339'0'0,"64"-2"-800"0"0,0-1 1 0 0,0-2 0 0 0,-50-4 0 0 0,61 2-869 0 0,-1 1 0 0 0,0 1 0 0 0,0 1 0 0 0,1 0 0 0 0,-1 1 0 0 0,1 1 0 0 0,-1 1 0 0 0,1 0 0 0 0,-19 7 0 0 0,-26 7-165 0 0,165-24 904 0 0,385-67 1846 0 0,-145 17-1493 0 0,-81 43-1305 0 0,-119 10-3413 0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57.6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0 672 1376 0 0,'0'0'107'0'0,"80"-5"9068"0"0,40-13-7041 0 0,16-3-2086 0 0,202-23 889 0 0,-66 6-490 0 0,178-27-793 0 0,-214 28 508 0 0,611-100 1533 0 0,-397 62-322 0 0,-4 9-277 0 0,138-20-521 0 0,-311 50 112 0 0,-139 20-1453 0 0,1-3-4187 0 0,-81 11-960 0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58.2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0 8290 0 0,'-2'10'9402'0'0,"7"43"-8747"0"0,30 39 24 0 0,32 106 547 0 0,60 535-675 0 0,-96-513-555 0 0,67 639 1146 0 0,-91-736-1844 0 0,-11-42-3433 0 0,0-52-2231 0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6:59.7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10074 10594 0 0,'3'-4'105'0'0,"0"1"-1"0"0,0-1 1 0 0,1 1-1 0 0,0 0 1 0 0,0 0-1 0 0,-1 0 1 0 0,2 1-1 0 0,-1-1 1 0 0,0 1-1 0 0,9-3 1 0 0,50-16 1194 0 0,-51 18-562 0 0,275-56 3975 0 0,-107 26-3872 0 0,339-34 806 0 0,-174 30-787 0 0,22-17-623 0 0,438-55 328 0 0,-584 85-559 0 0,560-53 51 0 0,-249 19-43 0 0,-286 30-15 0 0,1391-137 2 0 0,709-30 0 0 0,-2161 180 0 0 0,1198-69-448 0 0,-202 57 853 0 0,377 55-330 0 0,-721 28 43 0 0,-645-42-161 0 0,949 149 168 0 0,-640-60 296 0 0,-285-66-223 0 0,435 16-1 0 0,-576-51-191 0 0,-17 1 8 0 0,-1-3 1 0 0,1-2 0 0 0,101-17-1 0 0,-147 16-26 0 0,1 0-1 0 0,-1-1 1 0 0,0-1-1 0 0,0 0 0 0 0,0 0 1 0 0,-1-1-1 0 0,0-1 1 0 0,0 0-1 0 0,0-1 1 0 0,9-8-1 0 0,-15 11 4 0 0,0 0 0 0 0,0 0 0 0 0,-1-1 0 0 0,1 1-1 0 0,-1-1 1 0 0,-1 0 0 0 0,1 0 0 0 0,-1-1 0 0 0,0 1 0 0 0,-1-1-1 0 0,1 1 1 0 0,-1-1 0 0 0,0 0 0 0 0,-1 0 0 0 0,0 0-1 0 0,0 0 1 0 0,-1 0 0 0 0,1 0 0 0 0,-3-13 0 0 0,-9-49 17 0 0,-31-105 1 0 0,16 75 463 0 0,-59-194-493 0 0,41 154 7 0 0,-29-171 0 0 0,-69-589 471 0 0,13-188 179 0 0,111 903-600 0 0,-33-407-14 0 0,-11-105 31 0 0,-40 2-24 0 0,79 572 11 0 0,-86-469-105 0 0,38-5-11 0 0,54 333 19 0 0,-57-689-558 0 0,47 723 520 0 0,-23-231-29 0 0,39 99 182 0 0,9 199-516 0 0,2 155 386 0 0,-1-27-181 0 0,-7-49 0 0 0,7 74-15 0 0,-1-1-1 0 0,0 1 1 0 0,-1 1-1 0 0,1-1 1 0 0,-2 0-1 0 0,1 1 1 0 0,-2-1-1 0 0,1 1 1 0 0,-1 0-1 0 0,-9-11 1 0 0,2 7-1066 0 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7:00.4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489 87 7026 0 0,'-26'3'258'0'0,"-1"-2"1"0"0,-43-4 0 0 0,57 2-249 0 0,-1-1 1 0 0,1 0 0 0 0,0-1-1 0 0,0-1 1 0 0,0 0 0 0 0,0-1-1 0 0,-12-7 1 0 0,7 2 1885 0 0,16 8-1450 0 0,-1 0 0 0 0,0 0 0 0 0,0 0 0 0 0,0 1 0 0 0,0-1 0 0 0,-1 1 0 0 0,1 0 0 0 0,0 0-1 0 0,0 0 1 0 0,-1 0 0 0 0,1 1 0 0 0,-1-1 0 0 0,-4 1 0 0 0,-18 1 531 0 0,1 2 1 0 0,-30 6-1 0 0,-12 2 389 0 0,59-9-1434 0 0,9 3-88 0 0,20 1-124 0 0,36-3 75 0 0,992 26-717 0 0,47-91 2963 0 0,-229 30-626 0 0,-662 31-3690 0 0,-194 0-1909 0 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7:05.5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34 115 6913 0 0,'-34'6'4685'0'0,"54"-12"-3523"0"0,47-10 510 0 0,0 3 0 0 0,76-4 0 0 0,-72 10-2157 0 0,128-30-1 0 0,-165 26-477 0 0,-1-2-12 0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7:06.3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1634 351 12899 0 0,'-21'-22'724'0'0,"-1"1"1"0"0,-1 1 0 0 0,-1 1-1 0 0,0 1 1 0 0,-1 1 0 0 0,-40-19-1 0 0,35 22-437 0 0,-1 1 0 0 0,-1 2-1 0 0,0 1 1 0 0,-1 1 0 0 0,-45-6 0 0 0,33 11-187 0 0,-1 1 0 0 0,1 3 0 0 0,0 1 1 0 0,0 2-1 0 0,0 3 0 0 0,0 1 0 0 0,1 2 0 0 0,0 2 1 0 0,-51 20-1 0 0,-122 61 492 0 0,188-77-554 0 0,2 1-1 0 0,0 2 1 0 0,0 0 0 0 0,2 2 0 0 0,-32 31 0 0 0,23-13-21 0 0,2 1 0 0 0,1 1 1 0 0,2 2-1 0 0,2 1 0 0 0,1 1 1 0 0,3 2-1 0 0,2 0 0 0 0,-21 64 1 0 0,36-88-27 0 0,1-1 0 0 0,2 1 0 0 0,0 0 0 0 0,1-1 1 0 0,1 1-1 0 0,1 0 0 0 0,1 0 0 0 0,1 0 0 0 0,6 27 1 0 0,2-3-14 0 0,2 0 0 0 0,3-1 0 0 0,24 55 0 0 0,92 142 313 0 0,-76-149-190 0 0,-37-60-98 0 0,3-1 1 0 0,0-1 0 0 0,46 50-1 0 0,-48-62-56 0 0,1-1-1 0 0,1-1 1 0 0,1 0-1 0 0,0-2 1 0 0,1 0-1 0 0,26 12 1 0 0,15 2-35 0 0,0-2 0 0 0,102 27 0 0 0,-116-41 266 0 0,0-3 1 0 0,0-2-1 0 0,1-2 0 0 0,60-1 1 0 0,-77-7-216 0 0,0-1 0 0 0,0-2 0 0 0,0-1 1 0 0,-1-2-1 0 0,0-1 0 0 0,36-15 0 0 0,183-96 424 0 0,-248 118-380 0 0,29-16 73 0 0,-1-2 1 0 0,0-1 0 0 0,-2-2-1 0 0,35-33 1 0 0,95-118-48 0 0,-109 112 125 0 0,82-128 1 0 0,-119 165-90 0 0,-1-1 0 0 0,0 0-1 0 0,-3-1 1 0 0,0-1 0 0 0,-1 1 0 0 0,-2-1 0 0 0,-1-1-1 0 0,4-49 1 0 0,-9 49 13 0 0,-1-1-1 0 0,-1 1 1 0 0,-2 0-1 0 0,-1 0 1 0 0,-2 0-1 0 0,0 0 1 0 0,-2 1-1 0 0,-1 0 1 0 0,-1 0-1 0 0,-2 1 1 0 0,0 1-1 0 0,-2 0 1 0 0,-1 1-1 0 0,-36-47 1 0 0,-8 0 134 0 0,-3 2 1 0 0,-134-115-1 0 0,-174-85-1793 0 0,334 248-396 0 0,2 3-5975 0 0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7:07.0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9 147 7834 0 0,'-9'6'6330'0'0,"28"-4"-3920"0"0,31-5-845 0 0,104-13 984 0 0,547-75-1360 0 0,-535 55-4534 0 0,-131 28-3408 0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7:07.7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860 52 10594 0 0,'-13'-3'-96'0'0,"0"0"0"0"0,0 1 1 0 0,-1 0-1 0 0,1 1 0 0 0,-1 0 0 0 0,1 1 0 0 0,-1 1 0 0 0,1 0 0 0 0,-22 5 0 0 0,3 3 19 0 0,1 1 0 0 0,0 1 0 0 0,0 2-1 0 0,1 1 1 0 0,1 1 0 0 0,1 2-1 0 0,-38 28 1 0 0,26-12 498 0 0,1 1 0 0 0,2 2 0 0 0,1 2 0 0 0,-32 45 0 0 0,41-47-65 0 0,1 1-1 0 0,2 1 1 0 0,1 1-1 0 0,3 1 0 0 0,-28 74 1 0 0,38-83-147 0 0,2 1 1 0 0,1 0-1 0 0,1 0 0 0 0,2 0 1 0 0,2 1-1 0 0,0 0 0 0 0,2 0 1 0 0,8 53-1 0 0,1-24-154 0 0,4 0 0 0 0,2-2-1 0 0,3 0 1 0 0,50 111 0 0 0,-47-127 0 0 0,3-1 0 0 0,1-1-1 0 0,3-1 1 0 0,1-1 0 0 0,1-1 0 0 0,66 61 0 0 0,-68-76 49 0 0,1-2 1 0 0,1-2-1 0 0,1 0 1 0 0,0-3-1 0 0,2 0 1 0 0,0-2-1 0 0,0-1 1 0 0,2-2-1 0 0,0-1 1 0 0,0-2-1 0 0,66 8 1 0 0,-39-10 36 0 0,0-4 0 0 0,0-1 0 0 0,0-4 0 0 0,-1-2-1 0 0,1-4 1 0 0,70-16 0 0 0,-81 11 167 0 0,-1-1 0 0 0,0-3 0 0 0,-1-2 1 0 0,-1-3-1 0 0,63-36 0 0 0,-75 35-6 0 0,-1-2 0 0 0,-1-1 0 0 0,-1-2 0 0 0,-1-1 0 0 0,-1-1 1 0 0,51-68-1 0 0,-52 56-150 0 0,-2-1-1 0 0,-3-1 1 0 0,-1-1 0 0 0,-2-1 0 0 0,-2-1 0 0 0,-2-1 0 0 0,-3 0 0 0 0,18-89-1 0 0,-28 101-87 0 0,-1 1 0 0 0,-2-1 0 0 0,-1 0-1 0 0,-2 0 1 0 0,-1 0 0 0 0,-2 1 0 0 0,-1-1-1 0 0,-2 1 1 0 0,-2 0 0 0 0,-1 1 0 0 0,-1 0-1 0 0,-2 1 1 0 0,-22-41 0 0 0,12 36-31 0 0,-2 1-1 0 0,-1 0 1 0 0,-2 2 0 0 0,-1 2 0 0 0,-2 0 0 0 0,-1 2 0 0 0,-2 2-1 0 0,-68-47 1 0 0,56 46-98 0 0,-1 3-1 0 0,-2 2 1 0 0,0 1-1 0 0,-1 3 1 0 0,-2 2 0 0 0,-101-23-1 0 0,109 34-287 0 0,0 2 0 0 0,0 2-1 0 0,-1 2 1 0 0,1 2 0 0 0,-1 2 0 0 0,1 2-1 0 0,-74 15 1 0 0,58-4-7283 0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7:08.5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582 3543 8754 0 0,'-5'-5'269'0'0,"1"0"0"0"0,0 0 0 0 0,-1 0 0 0 0,0 1 0 0 0,0 0 0 0 0,-1 0 0 0 0,1 0 0 0 0,-1 0 0 0 0,-9-4 0 0 0,-12-8 195 0 0,-31-24 1871 0 0,-74-66 1 0 0,111 85-1828 0 0,0 0 1 0 0,1-2-1 0 0,1 0 0 0 0,1-1 1 0 0,1-1-1 0 0,-14-29 1 0 0,3-6-317 0 0,2-2 1 0 0,3-1 0 0 0,3 0 0 0 0,3-2-1 0 0,2 0 1 0 0,4-1 0 0 0,2 0 0 0 0,3-1-1 0 0,4-99 1 0 0,7 73-212 0 0,4 1 0 0 0,4 0 0 0 0,4 1 0 0 0,5 0 1 0 0,3 2-1 0 0,46-110 0 0 0,-46 143 27 0 0,3 1 1 0 0,2 2 0 0 0,55-75 0 0 0,130-132 84 0 0,12 36-25 0 0,17 21-183 0 0,-125 107-36 0 0,-61 50-15 0 0,2 3-1 0 0,2 3 0 0 0,101-49 1 0 0,-23 18 198 0 0,-47 22 56 0 0,195-70 0 0 0,-210 94-24 0 0,237-63 252 0 0,-314 87-367 0 0,40-4 629 0 0,-38 4-720 0 0,-1 1 1 0 0,0 0-1 0 0,0 0 0 0 0,0 0 1 0 0,0 0-1 0 0,0 1 0 0 0,1-1 1 0 0,-1 0-1 0 0,0 1 0 0 0,0 0 1 0 0,0-1-1 0 0,0 1 1 0 0,0 0-1 0 0,0 0 0 0 0,3 2 1 0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7:08.9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77 5409 0 0,'-7'-39'1538'0'0,"2"20"1232"0"0,2 0 5050 0 0,28 30-5185 0 0,0 0-2560 0 0,-1 1 0 0 0,0 1-1 0 0,-1 1 1 0 0,-1 1 0 0 0,39 34-1 0 0,-35-25-16 0 0,1-2 0 0 0,0-1 0 0 0,2-1 0 0 0,0-2 0 0 0,2-1 0 0 0,0-1 0 0 0,63 23 1 0 0,-67-32 51 0 0,29 10 253 0 0,-52-16-308 0 0,-1 1 0 0 0,1-1 0 0 0,-1 1 0 0 0,0 0 0 0 0,1 0 0 0 0,-1 0 0 0 0,0 0 0 0 0,0 1 0 0 0,-1-1 0 0 0,1 1 0 0 0,4 6 0 0 0,-6-7-13 0 0,0 0 0 0 0,0 1 0 0 0,0-1 0 0 0,-1 1 0 0 0,1-1 0 0 0,-1 1 0 0 0,1-1 0 0 0,-1 1 0 0 0,0 0 0 0 0,0-1 0 0 0,0 1 0 0 0,-1-1 0 0 0,1 1 0 0 0,-1-1 0 0 0,1 1 0 0 0,-3 4 0 0 0,-19 46 80 0 0,12-31 132 0 0,-159 327-73 0 0,153-318-2013 0 0,4 2-5974 0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7:10.1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19 204 9218 0 0,'-1'0'199'0'0,"0"0"0"0"0,0 1 0 0 0,0-1 0 0 0,0 0-1 0 0,0 0 1 0 0,0 1 0 0 0,0-1 0 0 0,0 1 0 0 0,0-1 0 0 0,0 1 0 0 0,0-1 0 0 0,0 1 0 0 0,0 0 0 0 0,1-1 0 0 0,-1 1-1 0 0,0 0 1 0 0,0 0 0 0 0,-1 1 0 0 0,2 5 1048 0 0,13-5-162 0 0,25-6 1227 0 0,65-18 0 0 0,19-4-170 0 0,-38 16-1756 0 0,0-3-1 0 0,120-36 1 0 0,-36-14-540 0 0,-75 27-6098 0 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7:10.4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138 71 7370 0 0,'-50'-27'2808'0'0,"-38"-16"5274"0"0,101 105-3217 0 0,44 326-3856 0 0,-31-183-626 0 0,-22-180-844 0 0,1-1 0 0 0,1-1 0 0 0,1 1 0 0 0,1-1 0 0 0,0 0 0 0 0,2-1 0 0 0,1 0 0 0 0,24 36 0 0 0,-24-45 449 0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7:11.4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1015 297 4145 0 0,'-4'-9'479'0'0,"0"-1"1"0"0,-1 1-1 0 0,0 0 0 0 0,-1 0 1 0 0,0 1-1 0 0,0 0 1 0 0,-1 0-1 0 0,0 0 0 0 0,0 1 1 0 0,-1 0-1 0 0,0 0 1 0 0,0 1-1 0 0,-1 0 0 0 0,-11-6 1 0 0,2 3 384 0 0,-1 1 0 0 0,-1 1 0 0 0,1 1 0 0 0,-1 1 0 0 0,0 0 0 0 0,0 2 0 0 0,-33-3 0 0 0,32 5-651 0 0,0 1 1 0 0,-1 1 0 0 0,1 1 0 0 0,0 1 0 0 0,0 0 0 0 0,1 2 0 0 0,-1 0 0 0 0,1 2 0 0 0,0 0 0 0 0,0 1 0 0 0,1 1 0 0 0,-19 12 0 0 0,20-8-126 0 0,2 0 1 0 0,-1 2-1 0 0,2 0 1 0 0,0 0-1 0 0,1 1 1 0 0,1 1-1 0 0,-20 32 1 0 0,-65 137 71 0 0,58-100-157 0 0,3 2 0 0 0,5 1 0 0 0,-32 138 0 0 0,56-179 90 0 0,2 0 0 0 0,2 74 1 0 0,15 95 186 0 0,-5-170-266 0 0,1-1 0 0 0,3-1 1 0 0,1 1-1 0 0,3-2 0 0 0,1 0 0 0 0,2-1 1 0 0,2 0-1 0 0,2-1 0 0 0,44 64 0 0 0,-45-80-32 0 0,1 0-1 0 0,0-2 0 0 0,2-1 0 0 0,49 39 0 0 0,-28-30-54 0 0,2-1 0 0 0,54 26 0 0 0,-66-39 70 0 0,0-3 0 0 0,1-1 0 0 0,1-1 0 0 0,1-2-1 0 0,-1-2 1 0 0,50 7 0 0 0,-58-13 34 0 0,0-2 1 0 0,-1 0-1 0 0,1-2 0 0 0,0-1 1 0 0,-1-1-1 0 0,1-1 0 0 0,-1-2 0 0 0,0-1 1 0 0,34-13-1 0 0,-17 1 41 0 0,-2-2 1 0 0,0-1-1 0 0,-2-2 1 0 0,46-36 0 0 0,136-133-19 0 0,-170 141 65 0 0,-3-2 0 0 0,-3-3 0 0 0,-1-1 0 0 0,-4-3-1 0 0,-2-1 1 0 0,-3-2 0 0 0,-2-1 0 0 0,-4-2 0 0 0,-2-1-1 0 0,25-95 1 0 0,-42 113 14 0 0,-1 0-1 0 0,-3-1 1 0 0,-2 0-1 0 0,-3 0 0 0 0,-1 0 1 0 0,-3 0-1 0 0,-2 0 1 0 0,-19-92-1 0 0,13 98-138 0 0,-3 2-1 0 0,-1-1 0 0 0,-2 2 0 0 0,-2 0 0 0 0,-2 1 1 0 0,-2 1-1 0 0,-1 1 0 0 0,-2 0 0 0 0,-2 2 1 0 0,-35-38-1 0 0,45 58-90 0 0,0 0 1 0 0,-1 2 0 0 0,-1 0-1 0 0,0 1 1 0 0,-1 1-1 0 0,-21-11 1 0 0,26 17-107 0 0,-1 0 0 0 0,1 1 0 0 0,-1 1 0 0 0,0 0-1 0 0,-1 1 1 0 0,1 1 0 0 0,-1 0 0 0 0,1 2 0 0 0,-24-1 0 0 0,-9 6-757 0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7:12.4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0 229 6913 0 0,'1'-1'132'0'0,"-1"-1"0"0"0,1 1 0 0 0,-1-1 0 0 0,1 1 0 0 0,0 0-1 0 0,0 0 1 0 0,0-1 0 0 0,-1 1 0 0 0,1 0 0 0 0,0 0-1 0 0,0 0 1 0 0,0 0 0 0 0,1 0 0 0 0,-1 0 0 0 0,0 0-1 0 0,2 0 1 0 0,24-16 1046 0 0,-22 14-889 0 0,31-15 1245 0 0,1 2 1 0 0,0 1-1 0 0,1 3 1 0 0,74-16-1 0 0,55-18-25 0 0,-151 40-1448 0 0,60-21-1196 0 0,-25 12-2502 0 0,-29 10-2036 0 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7:12.6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15667 0 0,'18'37'4255'0'0,"10"17"-3229"0"0,-2 2 0 0 0,35 114 1 0 0,12 124-955 0 0,-24-84-1807 0 0,-33-153-5920 0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7:13.2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1215 89 10594 0 0,'-2'-6'124'0'0,"-2"0"0"0"0,1 1 1 0 0,0-1-1 0 0,-1 1 0 0 0,0 0 0 0 0,0 0 0 0 0,-1 0 0 0 0,1 1 0 0 0,-1 0 0 0 0,0 0 0 0 0,0 0 0 0 0,-1 0 0 0 0,1 1 1 0 0,-1 0-1 0 0,0 0 0 0 0,0 0 0 0 0,0 1 0 0 0,0 0 0 0 0,0 0 0 0 0,-10-2 0 0 0,-1 2 115 0 0,1 1 0 0 0,-1 1 0 0 0,0 0 0 0 0,0 1 0 0 0,1 1 0 0 0,-1 1-1 0 0,1 0 1 0 0,-1 1 0 0 0,1 0 0 0 0,0 2 0 0 0,1 0 0 0 0,-27 14 0 0 0,-13 11 174 0 0,2 2 0 0 0,-51 43 0 0 0,89-65-384 0 0,-210 171-162 0 0,188-146-91 0 0,2 0 0 0 0,1 3-1 0 0,-49 71 1 0 0,53-61 11 0 0,3 2 0 0 0,1 0 1 0 0,3 2-1 0 0,2 1 1 0 0,2 0-1 0 0,-11 59 0 0 0,13-25-150 0 0,3 0 0 0 0,5 1 0 0 0,1 106 0 0 0,9-135-55 0 0,2 0 1 0 0,3 0-1 0 0,20 90 0 0 0,-18-120 194 0 0,1 0 0 0 0,1 0 0 0 0,1-1-1 0 0,2-1 1 0 0,0 0 0 0 0,2-1 0 0 0,2 0-1 0 0,31 39 1 0 0,-36-52 80 0 0,1-1 0 0 0,0-1 0 0 0,1 0 0 0 0,1-1 1 0 0,-1 0-1 0 0,2-1 0 0 0,0-1 0 0 0,27 12 0 0 0,-18-11 53 0 0,1-2 1 0 0,-1 0-1 0 0,2-2 1 0 0,-1-1-1 0 0,36 3 1 0 0,-8-7 324 0 0,1-1-1 0 0,0-3 1 0 0,-1-2 0 0 0,1-3-1 0 0,64-18 1 0 0,-10-3 1242 0 0,-2-6 0 0 0,-1-4 0 0 0,-2-5 0 0 0,174-100 0 0 0,-251 126-1251 0 0,0 0-1 0 0,-2-2 0 0 0,0-1 1 0 0,-1 0-1 0 0,-1-2 0 0 0,-2-1 1 0 0,0-1-1 0 0,-1 0 0 0 0,-2-2 1 0 0,-1 0-1 0 0,0-1 1 0 0,-3-1-1 0 0,0 0 0 0 0,-2-1 1 0 0,-1 0-1 0 0,-1-1 0 0 0,-2 0 1 0 0,-1-1-1 0 0,-1 1 0 0 0,-2-1 1 0 0,-1-1-1 0 0,-2 1 0 0 0,-1 0 1 0 0,-1 0-1 0 0,-9-47 1 0 0,-5-3-120 0 0,-4 1 0 0 0,-3 1 1 0 0,-4 1-1 0 0,-4 1 0 0 0,-2 1 1 0 0,-46-76-1 0 0,66 132-348 0 0,-1 2 0 0 0,-1-1 0 0 0,-1 2 1 0 0,0 0-1 0 0,-2 0 0 0 0,-25-21 0 0 0,32 32 79 0 0,0-1-1 0 0,0 1 1 0 0,0 1-1 0 0,-1 0 1 0 0,0 0-1 0 0,-1 1 1 0 0,1 1-1 0 0,-1 0 1 0 0,0 0 0 0 0,0 1-1 0 0,0 1 1 0 0,0 0-1 0 0,-25 0 1 0 0,4 5-1043 0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7:14.6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11276 10138 0 0,'1'14'-21'0'0,"1"0"0"0"0,0 1-1 0 0,7 21 1 0 0,1 6-285 0 0,55 245 1896 0 0,-51-239-845 0 0,2-1-1 0 0,3-1 1 0 0,48 87-1 0 0,33 17 689 0 0,177 202-1 0 0,-265-338-1408 0 0,274 274 540 0 0,-110-120-264 0 0,-47-42 156 0 0,6-6-1 0 0,293 201 1 0 0,-88-98-24 0 0,-285-191-311 0 0,120 49 0 0 0,67 5 180 0 0,-112-41-89 0 0,-23-7-40 0 0,730 234 983 0 0,-239-139-549 0 0,409 17-240 0 0,6-57-50 0 0,270-60-448 0 0,656-65-16 0 0,-966-46 170 0 0,0-33 22 0 0,-491 53-25 0 0,1827-346 440 0 0,9-296-320 0 0,-1750 453-73 0 0,-22-45-15 0 0,-345 169-47 0 0,-5-9 0 0 0,224-196 0 0 0,-235 167 95 0 0,184-208 0 0 0,-253 236-75 0 0,-6-4-1 0 0,124-205 0 0 0,-161 213-37 0 0,-5-4 0 0 0,74-203-1 0 0,44-300 410 0 0,-92 244 41 0 0,136-625-421 0 0,-178 725-14 0 0,21-450 1 0 0,-79 63 330 0 0,-37-1 58 0 0,29 478-320 0 0,-88-872-119 0 0,60 796-181 0 0,-143-499-1 0 0,-200-252 283 0 0,261 723-40 0 0,-140-296-260 0 0,183 446 124 0 0,-174-253 0 0 0,192 325 146 0 0,-3 2-1 0 0,-121-113 0 0 0,185 193-22 0 0,-435-386-88 0 0,339 310 212 0 0,-2 5 1 0 0,-187-102-1 0 0,251 159-101 0 0,0 1 0 0 0,-1 2-1 0 0,-1 1 1 0 0,0 2-1 0 0,0 2 1 0 0,-1 1 0 0 0,0 3-1 0 0,0 0 1 0 0,-69 4-1 0 0,106 0-68 0 0,-1 0-1 0 0,0 0 0 0 0,1 0 1 0 0,-1 0-1 0 0,0 0 0 0 0,1 1 1 0 0,-1-1-1 0 0,0 1 0 0 0,1-1 0 0 0,-1 1 1 0 0,1 0-1 0 0,-1 0 0 0 0,1 0 1 0 0,-1 1-1 0 0,1-1 0 0 0,0 1 1 0 0,0-1-1 0 0,0 1 0 0 0,0 0 1 0 0,0-1-1 0 0,0 1 0 0 0,0 0 1 0 0,0 0-1 0 0,-2 4 0 0 0,3-4 17 0 0,0-1 0 0 0,0 1 0 0 0,0-1 0 0 0,0 1 0 0 0,0-1 0 0 0,-1 0 0 0 0,1 0 0 0 0,-1 1 0 0 0,1-1 0 0 0,-4 1 0 0 0,-8 0-1356 0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7:16.8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396 410 3209 0 0,'-24'-21'1007'0'0,"-40"-29"0"0"0,2 2 3855 0 0,41 31-3372 0 0,13 12-599 0 0,0-1 0 0 0,1 0 0 0 0,0-1 0 0 0,0 0-1 0 0,1 0 1 0 0,-7-9 0 0 0,11 13-745 0 0,1 1-1 0 0,0 0 1 0 0,0-1 0 0 0,0 1 0 0 0,0-1 0 0 0,1 1-1 0 0,-1-1 1 0 0,1 0 0 0 0,-1 1 0 0 0,1-1-1 0 0,0 0 1 0 0,0 1 0 0 0,0-1 0 0 0,0 0 0 0 0,1 1-1 0 0,-1-1 1 0 0,1 1 0 0 0,-1-1 0 0 0,1 0-1 0 0,0 1 1 0 0,0-1 0 0 0,0 1 0 0 0,0 0 0 0 0,1-1-1 0 0,-1 1 1 0 0,1 0 0 0 0,2-3 0 0 0,29-28-166 0 0,-16 16-8 0 0,-16 17 35 0 0,-1 0 0 0 0,0 0 0 0 0,0 0 0 0 0,0-1 0 0 0,0 1 0 0 0,0 0 0 0 0,0 0 0 0 0,0-1 0 0 0,0 1 0 0 0,0 0 0 0 0,0 0 0 0 0,0 0 0 0 0,0-1 0 0 0,0 1 0 0 0,-1 0 0 0 0,1 0 0 0 0,0 0 0 0 0,0-1 0 0 0,0 1 0 0 0,0 0 0 0 0,0 0 0 0 0,0 0 0 0 0,0 0 0 0 0,-1-1 0 0 0,1 1 0 0 0,0 0 0 0 0,0 0 0 0 0,0 0 0 0 0,0 0 0 0 0,-1 0 0 0 0,1-1 0 0 0,0 1 0 0 0,0 0 0 0 0,0 0 0 0 0,-1 0 0 0 0,1 0 0 0 0,0 0 0 0 0,0 0 0 0 0,0 0 0 0 0,-1 0 0 0 0,1 0 0 0 0,0 0-1 0 0,0 0 1 0 0,0 0 0 0 0,-1 0 0 0 0,1 0 0 0 0,0 0 0 0 0,0 0 0 0 0,-1 0 0 0 0,1 0 0 0 0,0 0 0 0 0,0 0 0 0 0,0 0 0 0 0,-1 0 0 0 0,1 0 0 0 0,0 1 0 0 0,-2-2 6 0 0,0 1 0 0 0,0 0-1 0 0,0 0 1 0 0,0 0-1 0 0,1 1 1 0 0,-1-1-1 0 0,0 0 1 0 0,0 1 0 0 0,0-1-1 0 0,0 1 1 0 0,1-1-1 0 0,-1 1 1 0 0,0 0-1 0 0,0 0 1 0 0,1 0 0 0 0,-1 0-1 0 0,1 0 1 0 0,-1 0-1 0 0,1 0 1 0 0,-1 1-1 0 0,1-1 1 0 0,0 0-1 0 0,0 1 1 0 0,-1-1 0 0 0,1 1-1 0 0,0 0 1 0 0,0-1-1 0 0,1 1 1 0 0,-1 0-1 0 0,0-1 1 0 0,0 1 0 0 0,0 2-1 0 0,-9 23-14 0 0,1 0 0 0 0,0 0 0 0 0,2 1 0 0 0,2-1 0 0 0,0 2 0 0 0,2-1 0 0 0,1 0 0 0 0,3 47 0 0 0,-1-74-3 0 0,0 0 1 0 0,0 0 0 0 0,0 0 0 0 0,0 0 0 0 0,0 0 0 0 0,0 0 0 0 0,0 1 0 0 0,-1-1 0 0 0,1 0 0 0 0,0 0 0 0 0,-1 0 0 0 0,1 0 0 0 0,-1 0 0 0 0,1 0 0 0 0,-1 0 0 0 0,1 0 0 0 0,-1 0 0 0 0,1 0 0 0 0,-1-1 0 0 0,0 1 0 0 0,0 0 0 0 0,1 0 0 0 0,-1 0 0 0 0,0-1 0 0 0,0 1 0 0 0,0-1 0 0 0,0 1 0 0 0,0 0 0 0 0,0-1 0 0 0,0 0 0 0 0,0 1 0 0 0,0-1 0 0 0,0 1 0 0 0,0-1 0 0 0,0 0 0 0 0,0 0 0 0 0,0 0 0 0 0,0 0 0 0 0,-2 0 0 0 0,-7 0 8 0 0,1 0 0 0 0,0 0 0 0 0,0-1 0 0 0,-10-3 0 0 0,-7 1 46 0 0,14 3 16 0 0,18 0-326 0 0,23-6 34 0 0,47-39-35 0 0,-1-3 0 0 0,-3-3 0 0 0,68-62 0 0 0,-137 111 323 0 0,-1 0 1 0 0,1-1 0 0 0,-1 1 0 0 0,0-1 0 0 0,0 1-1 0 0,0-1 1 0 0,0 0 0 0 0,0 1 0 0 0,2-7 0 0 0,-4 8-37 0 0,0-1 0 0 0,0 1 0 0 0,1-1 0 0 0,-1 1 0 0 0,0 0 0 0 0,-1-1 0 0 0,1 1 0 0 0,0-1 0 0 0,0 1 0 0 0,-1 0 1 0 0,1-1-1 0 0,0 1 0 0 0,-1 0 0 0 0,0-1 0 0 0,1 1 0 0 0,-1 0 0 0 0,0 0 0 0 0,1 0 0 0 0,-1-1 0 0 0,0 1 0 0 0,0 0 1 0 0,0 0-1 0 0,0 0 0 0 0,-1 0 0 0 0,2 0-13 0 0,-1 1-8 0 0,1 0 0 0 0,0 0-1 0 0,0 0 1 0 0,0-1 0 0 0,0 1 0 0 0,0 0-1 0 0,0 0 1 0 0,0 0 0 0 0,-1-1 0 0 0,1 1 0 0 0,0 0-1 0 0,0 0 1 0 0,0 0 0 0 0,0 0 0 0 0,-1 0 0 0 0,1 0-1 0 0,0 0 1 0 0,0-1 0 0 0,0 1 0 0 0,-1 0 0 0 0,1 0-1 0 0,0 0 1 0 0,0 0 0 0 0,-1 0 0 0 0,1 0-1 0 0,0 0 1 0 0,0 0 0 0 0,0 0 0 0 0,-1 0 0 0 0,1 0-1 0 0,0 0 1 0 0,0 0 0 0 0,-1 0 0 0 0,1 0 0 0 0,0 0-1 0 0,0 0 1 0 0,0 1 0 0 0,-1-1 0 0 0,1 0-1 0 0,0 0 1 0 0,0 0 0 0 0,0 0 0 0 0,0 0 0 0 0,-1 0-1 0 0,1 1 1 0 0,0-1 0 0 0,0 0 0 0 0,0 0 0 0 0,0 0-1 0 0,0 0 1 0 0,-1 1 0 0 0,1-1 0 0 0,0 0-1 0 0,0 0 1 0 0,0 0 0 0 0,0 1 0 0 0,0-1 0 0 0,0 0-1 0 0,0 0 1 0 0,0 1 0 0 0,0-1 0 0 0,0 0 0 0 0,-18 31-18 0 0,-1-1 0 0 0,-1 0 1 0 0,-44 47-1 0 0,34-46-5 0 0,-2 0 0 0 0,-1-3 0 0 0,-65 44 0 0 0,87-67-89 0 0,24-18-135 0 0,0-1 181 0 0,-10 11 16 0 0,6-6 415 0 0,0 13 301 0 0,11 8-733 0 0,12 8 176 0 0,49 36-1 0 0,-49-31-20 0 0,44 24-1 0 0,-22-19-65 0 0,102 51 106 0 0,-164-90-213 0 0,0 0 0 0 0,0 1 0 0 0,-1 0 0 0 0,0 0 0 0 0,-11-6 0 0 0,-62-30 17 0 0,53 30 34 0 0,1-2 0 0 0,0 0 0 0 0,2-2 0 0 0,-33-28 0 0 0,10-1 44 0 0,26 24-1 0 0,0 1 0 0 0,-2 0 1 0 0,-30-19-1 0 0,48 36-11 0 0,12 4-4 0 0,7 0-17 0 0,77-19-648 0 0,-1-2 0 0 0,98-41 0 0 0,-136 45-233 0 0,-28 11-48 0 0,0-1 1 0 0,-1-1 0 0 0,34-19-1 0 0,-55 28 906 0 0,1 0 0 0 0,-1 0 0 0 0,1-1 0 0 0,-1 1 0 0 0,1 0 0 0 0,-1 0 0 0 0,0-1 0 0 0,1 1 0 0 0,-1 0 0 0 0,1-1 0 0 0,-1 1 0 0 0,0 0 0 0 0,1-1 0 0 0,-1 1 0 0 0,0-1 0 0 0,1 1 0 0 0,-1 0 0 0 0,0-1 0 0 0,0 1 0 0 0,0-1 0 0 0,1 1 0 0 0,-1-1 0 0 0,0 1 0 0 0,0-1 0 0 0,0 1 0 0 0,0-1 0 0 0,0 1 0 0 0,0-1 0 0 0,0 1 0 0 0,0-1 0 0 0,0 1 0 0 0,0-1 0 0 0,0 1 0 0 0,0-1 0 0 0,0 1 0 0 0,0-1 0 0 0,-1 1 0 0 0,1-1 0 0 0,0 0 0 0 0,-2 0 52 0 0,1 0-1 0 0,-1-1 0 0 0,1 1 1 0 0,-1 0-1 0 0,0 0 0 0 0,1-1 0 0 0,-1 2 1 0 0,0-1-1 0 0,0 0 0 0 0,-3-1 1 0 0,-4-1 43 0 0,-1 0-1 0 0,0 1 1 0 0,-15-2 0 0 0,15 4-255 0 0,-1 0 1 0 0,1 1-1 0 0,0 0 0 0 0,-1 1 0 0 0,1 0 1 0 0,0 0-1 0 0,-12 6 0 0 0,-69 33 353 0 0,16-7 174 0 0,0-6-52 0 0,-43 16 2399 0 0,152-64-1949 0 0,56-42-1 0 0,-31 18-788 0 0,5-6-153 0 0,-50 37 330 0 0,0 1 0 0 0,0 1 0 0 0,1 0 0 0 0,1 1-1 0 0,0 1 1 0 0,30-13 0 0 0,-95 72-1548 0 0,22-30 1322 0 0,-2 0 0 0 0,0-2 0 0 0,-51 24 0 0 0,-5 3 109 0 0,59-28 179 0 0,26-17-182 0 0,-1 1 1 0 0,0-1 0 0 0,0 1-1 0 0,0-1 1 0 0,1 1 0 0 0,-1-1-1 0 0,0 1 1 0 0,1 0 0 0 0,-1-1 0 0 0,0 1-1 0 0,1 0 1 0 0,-1-1 0 0 0,1 1-1 0 0,-1 0 1 0 0,1 0 0 0 0,-1 0-1 0 0,1-1 1 0 0,0 1 0 0 0,-1 0-1 0 0,1 0 1 0 0,0 0 0 0 0,0 0 0 0 0,0 0-1 0 0,0 0 1 0 0,0 0 0 0 0,0-1-1 0 0,0 3 1 0 0,1-3-41 0 0,0 1 0 0 0,0-1 0 0 0,1 1 0 0 0,-1-1 0 0 0,0 0 0 0 0,0 0 0 0 0,1 1 0 0 0,-1-1 0 0 0,0 0-1 0 0,1 0 1 0 0,-1 0 0 0 0,0 0 0 0 0,0 0 0 0 0,1-1 0 0 0,-1 1 0 0 0,0 0 0 0 0,1-1 0 0 0,1 0 0 0 0,24-8-141 0 0,14-7 108 0 0,-1-2-1 0 0,0-1 0 0 0,-2-3 0 0 0,0-1 0 0 0,67-54 1 0 0,-91 60-3143 0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7:17.0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0 117 920 0 0,'3'0'0'0'0,"0"-1"80"0"0,1 0-80 0 0,0-2 0 0 0,-1 1 0 0 0,1 0 0 0 0,0-1 456 0 0,6-3 80 0 0,5-3 9 0 0,6-6 7 0 0,3-2-392 0 0,5-2-72 0 0,0 0-24 0 0,-3-1 16 0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7:42.3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67 2761 0 0,'-1'-14'684'0'0,"0"8"-47"0"0,1 1 1 0 0,-1-1 0 0 0,1 1-1 0 0,0-1 1 0 0,1 0 0 0 0,0 1-1 0 0,7-8 3074 0 0,-8 13-3644 0 0,6 10 1153 0 0,3 11-316 0 0,16 66 1389 0 0,13 91 1 0 0,-23-100-2755 0 0,47 147-1 0 0,-55-206-496 0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7:43.1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363 5 10250 0 0,'-7'-2'208'0'0,"0"1"0"0"0,0 0 0 0 0,1 1-1 0 0,-1 0 1 0 0,0 0 0 0 0,0 0 0 0 0,0 1-1 0 0,0 0 1 0 0,0 1 0 0 0,-6 1 0 0 0,9-2 45 0 0,-5 1 23 0 0,-1 1 0 0 0,0 0 0 0 0,1 1 0 0 0,0 0 0 0 0,0 0 0 0 0,0 1-1 0 0,0 0 1 0 0,1 0 0 0 0,0 1 0 0 0,-13 12 0 0 0,10-7-80 0 0,0 1 1 0 0,1 0-1 0 0,1 1 0 0 0,0 0 1 0 0,1 0-1 0 0,-8 18 0 0 0,0 8-52 0 0,1 0-1 0 0,3 1 1 0 0,1 0-1 0 0,-7 54 1 0 0,8-32-119 0 0,4 0 1 0 0,2 1-1 0 0,6 88 1 0 0,2-104-16 0 0,2 0-1 0 0,2-1 1 0 0,2 1 0 0 0,1-2-1 0 0,22 53 1 0 0,-22-76-93 0 0,1 0 1 0 0,0-1-1 0 0,2 0 0 0 0,0-1 1 0 0,2-1-1 0 0,26 28 0 0 0,-31-35 50 0 0,-6-8-10 0 0,0 0 1 0 0,0 0 0 0 0,1 0-1 0 0,-1 0 1 0 0,1-1 0 0 0,0 0-1 0 0,0 0 1 0 0,0-1-1 0 0,0 0 1 0 0,0 0 0 0 0,0 0-1 0 0,1-1 1 0 0,-1 0 0 0 0,1 0-1 0 0,7 0 1 0 0,11 0 63 0 0,0-2 1 0 0,38-4-1 0 0,-43 2 76 0 0,-1-1 0 0 0,1 0 0 0 0,-1-2 0 0 0,0 0 0 0 0,0-1 0 0 0,0-1-1 0 0,-1-1 1 0 0,-1 0 0 0 0,1-1 0 0 0,-2-1 0 0 0,1-1 0 0 0,-1 0 0 0 0,18-19 0 0 0,-15 10-24 0 0,0-1 1 0 0,-1-1 0 0 0,-1 0 0 0 0,-2-1 0 0 0,0-1-1 0 0,-1-1 1 0 0,-2 1 0 0 0,15-47 0 0 0,-8 18 128 0 0,-4-1 0 0 0,-1-1 1 0 0,-3 0-1 0 0,5-89 0 0 0,-14 120-40 0 0,-2-1-1 0 0,-1 1 1 0 0,-2 0-1 0 0,0-1 0 0 0,-1 1 1 0 0,-2 1-1 0 0,0-1 1 0 0,-2 1-1 0 0,0 0 0 0 0,-2 0 1 0 0,-1 1-1 0 0,-22-37 1 0 0,27 53-160 0 0,0-1-1 0 0,0 1 1 0 0,-1 1 0 0 0,0-1 0 0 0,0 1 0 0 0,0 0 0 0 0,-1 0 0 0 0,0 1 0 0 0,0 0 0 0 0,0 1-1 0 0,0 0 1 0 0,-1 0 0 0 0,0 1 0 0 0,-14-4 0 0 0,18 5-221 0 0,-1 1-1 0 0,0 0 1 0 0,-1 0 0 0 0,1 1-1 0 0,0 0 1 0 0,0 0 0 0 0,0 0-1 0 0,0 1 1 0 0,0 0 0 0 0,0 0-1 0 0,0 0 1 0 0,0 1 0 0 0,0 0-1 0 0,0 0 1 0 0,1 0 0 0 0,-1 1-1 0 0,1 0 1 0 0,-1 0 0 0 0,1 0-1 0 0,0 1 1 0 0,1 0 0 0 0,-1 0-1 0 0,-5 5 1 0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7:43.6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22 7834 0 0,'0'-1'117'0'0,"0"0"1"0"0,-1 0 0 0 0,1 0 0 0 0,0 1-1 0 0,-1-1 1 0 0,1 0 0 0 0,0 0-1 0 0,0 0 1 0 0,0 0 0 0 0,0 0 0 0 0,0 1-1 0 0,0-1 1 0 0,0 0 0 0 0,0 0 0 0 0,0 0-1 0 0,0 0 1 0 0,1 0 0 0 0,-1 1 0 0 0,0-1-1 0 0,1 0 1 0 0,0-1 0 0 0,-1 2-65 0 0,0 0 1 0 0,0 0 0 0 0,1-1 0 0 0,-1 1 0 0 0,0 0-1 0 0,1 0 1 0 0,-1 0 0 0 0,1 0 0 0 0,-1 0-1 0 0,0 0 1 0 0,1 0 0 0 0,-1-1 0 0 0,0 1 0 0 0,1 0-1 0 0,-1 0 1 0 0,0 0 0 0 0,1 0 0 0 0,-1 1-1 0 0,1-1 1 0 0,-1 0 0 0 0,0 0 0 0 0,1 0 0 0 0,-1 0-1 0 0,0 0 1 0 0,1 0 0 0 0,-1 1 0 0 0,0-1-1 0 0,1 0 1 0 0,-1 0 0 0 0,0 0 0 0 0,0 1 0 0 0,1-1-1 0 0,-1 0 1 0 0,0 0 0 0 0,1 1 0 0 0,-1-1-1 0 0,0 0 1 0 0,0 1 0 0 0,0-1 0 0 0,0 0 0 0 0,1 1-1 0 0,-1-1 1 0 0,0 0 0 0 0,0 1 0 0 0,0-1 0 0 0,0 0-1 0 0,0 1 1 0 0,0-1 0 0 0,0 1 0 0 0,0-1-1 0 0,0 1 1 0 0,11 24 1016 0 0,-2 0 0 0 0,-1 1-1 0 0,8 45 1 0 0,3 8-29 0 0,-7-34-868 0 0,-8-25-124 0 0,1-1-1 0 0,1 1 1 0 0,10 19 0 0 0,-15-57 149 0 0,1 0 1 0 0,1 0-1 0 0,1 0 1 0 0,6-17-1 0 0,-10 34-198 0 0,28-90-2 0 0,-25 83 5 0 0,1 0-1 0 0,-1 0 1 0 0,2 0-1 0 0,-1 0 1 0 0,1 1-1 0 0,0 0 0 0 0,0 0 1 0 0,12-11-1 0 0,-16 17 36 0 0,1 0 0 0 0,-1 0 0 0 0,0 0-1 0 0,1 0 1 0 0,-1 0 0 0 0,0 0 0 0 0,1 0 0 0 0,-1 1-1 0 0,1-1 1 0 0,-1 1 0 0 0,1-1 0 0 0,-1 1 0 0 0,1-1-1 0 0,0 1 1 0 0,-1 0 0 0 0,1 0 0 0 0,-1 0 0 0 0,1 0-1 0 0,0 0 1 0 0,-1 0 0 0 0,1 0 0 0 0,2 1 0 0 0,-1 1 31 0 0,0-1 0 0 0,0 0 0 0 0,-1 1 0 0 0,1 0 0 0 0,-1 0 0 0 0,1-1 0 0 0,-1 1 0 0 0,0 1 0 0 0,0-1 1 0 0,0 0-1 0 0,3 4 0 0 0,1 5 84 0 0,1-1 1 0 0,-1 2 0 0 0,-1-1 0 0 0,8 22-1 0 0,-5-8-180 0 0,-1 0-292 0 0,1 0 1 0 0,1-1 0 0 0,1-1-1 0 0,1 0 1 0 0,27 42 0 0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7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43 3681 0 0,'-3'5'287'0'0,"1"-1"1"0"0,-1 1 0 0 0,1 0-1 0 0,1 0 1 0 0,-1 0-1 0 0,1 0 1 0 0,-1 0-1 0 0,2 0 1 0 0,-1 0 0 0 0,0 0-1 0 0,1 0 1 0 0,0 0-1 0 0,0 1 1 0 0,1-1-1 0 0,-1 0 1 0 0,1 0 0 0 0,0 0-1 0 0,1 0 1 0 0,-1 0-1 0 0,1 0 1 0 0,0 0-1 0 0,4 6 1 0 0,-4-8-45 0 0,0 1 0 0 0,0-1 1 0 0,1 0-1 0 0,-1 0 0 0 0,1 0 0 0 0,0-1 0 0 0,0 1 0 0 0,0-1 1 0 0,0 1-1 0 0,1-1 0 0 0,-1 0 0 0 0,1 0 0 0 0,-1-1 1 0 0,1 1-1 0 0,-1-1 0 0 0,1 1 0 0 0,0-1 0 0 0,0-1 0 0 0,0 1 1 0 0,0 0-1 0 0,0-1 0 0 0,0 0 0 0 0,-1 0 0 0 0,1 0 1 0 0,0 0-1 0 0,0 0 0 0 0,0-1 0 0 0,0 0 0 0 0,7-2 0 0 0,-7 2-119 0 0,-1-1-1 0 0,1 0 0 0 0,0 1 1 0 0,-1-1-1 0 0,0 0 0 0 0,1-1 0 0 0,-1 1 1 0 0,0 0-1 0 0,0-1 0 0 0,0 0 1 0 0,-1 0-1 0 0,1 0 0 0 0,-1 0 0 0 0,1 0 1 0 0,-1 0-1 0 0,3-7 0 0 0,-2 4-59 0 0,-1 0 1 0 0,0 1-1 0 0,0-1 0 0 0,0 0 0 0 0,-1 0 0 0 0,0 0 0 0 0,0-1 0 0 0,0 1 0 0 0,-1 0 0 0 0,-1-9 1 0 0,1 11-83 0 0,0 0 0 0 0,-1 0 0 0 0,0 0 0 0 0,0 0 0 0 0,0 0 0 0 0,0 0 0 0 0,-1 0 0 0 0,1 0 0 0 0,-1 1 0 0 0,0-1 0 0 0,0 0 0 0 0,-1 1 1 0 0,1 0-1 0 0,-1-1 0 0 0,-2-2 0 0 0,2 4-21 0 0,1 0 1 0 0,-1 1 0 0 0,0-1 0 0 0,0 1-1 0 0,1-1 1 0 0,-1 1 0 0 0,0 0-1 0 0,0 0 1 0 0,0 0 0 0 0,0 0 0 0 0,0 1-1 0 0,0-1 1 0 0,-1 1 0 0 0,1 0-1 0 0,0 0 1 0 0,0 0 0 0 0,0 0 0 0 0,0 0-1 0 0,0 1 1 0 0,0 0 0 0 0,0-1-1 0 0,-4 2 1 0 0,1 0-645 0 0,-1 1 0 0 0,1-1 1 0 0,0 1-1 0 0,-11 6 0 0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7:44.2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70 2761 0 0,'1'-7'-185'0'0,"6"-29"1746"0"0,-6 34-1130 0 0,-1 0 0 0 0,1 1 1 0 0,-1-1-1 0 0,1 1 0 0 0,0-1 1 0 0,-1 1-1 0 0,1-1 0 0 0,0 1 1 0 0,0 0-1 0 0,0-1 0 0 0,0 1 1 0 0,0 0-1 0 0,0 0 0 0 0,1 0 1 0 0,-1 0-1 0 0,0 0 0 0 0,1 0 1 0 0,1-1-1 0 0,-2 2-289 0 0,-1 0 1 0 0,1 0-1 0 0,-1 0 1 0 0,1 0 0 0 0,-1 0-1 0 0,1 0 1 0 0,-1 0-1 0 0,1 0 1 0 0,-1 1-1 0 0,0-1 1 0 0,1 0-1 0 0,-1 0 1 0 0,1 0-1 0 0,-1 1 1 0 0,0-1-1 0 0,1 0 1 0 0,-1 1-1 0 0,0-1 1 0 0,1 0-1 0 0,-1 1 1 0 0,0-1-1 0 0,1 0 1 0 0,-1 1-1 0 0,0-1 1 0 0,0 1-1 0 0,0-1 1 0 0,1 1-1 0 0,-1-1 1 0 0,0 0-1 0 0,0 1 1 0 0,0-1-1 0 0,0 1 1 0 0,0-1-1 0 0,0 1 1 0 0,0 0-1 0 0,4 23 1685 0 0,-3-19-1142 0 0,17 133 2085 0 0,-12-77-2755 0 0,2-2-1 0 0,3 1 0 0 0,35 107 0 0 0,-25-124-2476 0 0,-10-23-4914 0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7:44.7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1 441 8434 0 0,'1'1'166'0'0,"1"0"1"0"0,0 0-1 0 0,0 0 0 0 0,0 0 1 0 0,0 0-1 0 0,1 0 0 0 0,-1-1 1 0 0,0 1-1 0 0,0 0 1 0 0,0-1-1 0 0,1 0 0 0 0,-1 0 1 0 0,0 0-1 0 0,0 0 0 0 0,1 0 1 0 0,-1 0-1 0 0,0 0 1 0 0,0-1-1 0 0,1 1 0 0 0,2-2 1 0 0,4 0 1028 0 0,0-1 1 0 0,0-1 0 0 0,13-6-1 0 0,-11 3-849 0 0,0-1-1 0 0,0 0 1 0 0,-1 0 0 0 0,-1-1-1 0 0,1-1 1 0 0,-1 1-1 0 0,-1-2 1 0 0,0 1 0 0 0,0-1-1 0 0,-1 0 1 0 0,-1 0-1 0 0,0-1 1 0 0,0 0 0 0 0,4-14-1 0 0,-4 8-384 0 0,0 0 1 0 0,-2 0-1 0 0,0-1 0 0 0,0 1 0 0 0,-2-1 0 0 0,-1 0 0 0 0,0 0 1 0 0,-1 0-1 0 0,-4-25 0 0 0,4 41 7 0 0,-1 0-1 0 0,1 0 1 0 0,-1 0-1 0 0,0 0 1 0 0,0 1 0 0 0,0-1-1 0 0,0 0 1 0 0,-1 0 0 0 0,1 1-1 0 0,-1-1 1 0 0,0 0-1 0 0,1 1 1 0 0,-1 0 0 0 0,-1-1-1 0 0,1 1 1 0 0,0 0 0 0 0,-4-3-1 0 0,4 4 18 0 0,1 1 0 0 0,-1-1 0 0 0,1 1 0 0 0,-1-1 0 0 0,0 1 0 0 0,1 0 0 0 0,-1-1 0 0 0,1 1 0 0 0,-1 0 0 0 0,0 0 0 0 0,1 0 0 0 0,-1 1-1 0 0,0-1 1 0 0,1 0 0 0 0,-1 1 0 0 0,1-1 0 0 0,-1 1 0 0 0,1-1 0 0 0,-1 1 0 0 0,1-1 0 0 0,-1 1 0 0 0,1 0 0 0 0,0 0 0 0 0,-1 0 0 0 0,1 0 0 0 0,0 0 0 0 0,0 0 0 0 0,-1 0 0 0 0,1 1 0 0 0,0-1 0 0 0,0 0 0 0 0,0 0-1 0 0,1 1 1 0 0,-2 2 0 0 0,-3 4 37 0 0,1 0 0 0 0,0 0 0 0 0,1 1 0 0 0,-1-1 0 0 0,2 1 0 0 0,-1 0 0 0 0,1-1 0 0 0,1 1 0 0 0,0 0 0 0 0,0 0 0 0 0,1 1 0 0 0,0-1 0 0 0,0 0 0 0 0,1 0 0 0 0,0 0 0 0 0,1 0 0 0 0,3 11 0 0 0,0 0 46 0 0,1 0 0 0 0,2 0 0 0 0,0 0 1 0 0,1-1-1 0 0,0 0 0 0 0,18 23 0 0 0,-20-33-75 0 0,1 0 0 0 0,0-1 0 0 0,1 1 0 0 0,0-2 0 0 0,0 1 0 0 0,1-1 0 0 0,0-1 0 0 0,0 0 0 0 0,0 0 1 0 0,1-1-1 0 0,0 0 0 0 0,0-1 0 0 0,0 0 0 0 0,0-1 0 0 0,1 0 0 0 0,15 1 0 0 0,4 1-644 0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7:48.2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1382 387 6913 0 0,'72'-18'1458'0'0,"-52"14"6895"0"0,-35 10-7568 0 0,-10 4 40 0 0,-1-1 1 0 0,1-1-1 0 0,-2-2 0 0 0,1 0 0 0 0,-41 3 1 0 0,-190-21-93 0 0,131 2-506 0 0,-56-7-229 0 0,105 8 6 0 0,0 3 0 0 0,-146 8 1 0 0,-54 35 496 0 0,233-37 59 0 0,85-21-2228 0 0,-30 16 821 0 0,-2-1 0 0 0,1 0 0 0 0,-1-1 1 0 0,17-14-1 0 0,-19 13 447 0 0,1 2 1 0 0,1-1-1 0 0,-1 1 1 0 0,1 0 0 0 0,18-8-1 0 0,-25 13 660 0 0,0-1-1 0 0,0 1 1 0 0,1 0-1 0 0,-1-1 1 0 0,0 0-1 0 0,0 1 1 0 0,0-1-1 0 0,0 0 1 0 0,-1 0-1 0 0,1 0 1 0 0,-1 0-1 0 0,3-4 1 0 0,7-9 1713 0 0,-8 11-1781 0 0,-1 0 0 0 0,1-1 0 0 0,-1 1 0 0 0,0-1 0 0 0,-1 1 1 0 0,1-1-1 0 0,-1 0 0 0 0,0 1 0 0 0,1-9 0 0 0,7-23-333 0 0,6 4-86 0 0,-14 30 220 0 0,-1 1-1 0 0,1 0 1 0 0,0-1-1 0 0,0 1 0 0 0,0-1 1 0 0,0 1-1 0 0,0 0 1 0 0,0 0-1 0 0,0 0 1 0 0,0-1-1 0 0,0 1 1 0 0,1 0-1 0 0,-1 0 1 0 0,0 1-1 0 0,1-1 1 0 0,-1 0-1 0 0,1 0 1 0 0,-1 1-1 0 0,3-1 1 0 0,-4 1 27 0 0,1 0 1 0 0,-1 0-1 0 0,1 0 0 0 0,-1 1 1 0 0,1-1-1 0 0,-1 0 1 0 0,1 1-1 0 0,-1-1 1 0 0,1 0-1 0 0,-1 1 1 0 0,0-1-1 0 0,1 0 1 0 0,-1 1-1 0 0,0-1 1 0 0,1 1-1 0 0,-1-1 1 0 0,0 1-1 0 0,1-1 1 0 0,-1 1-1 0 0,0-1 0 0 0,0 1 1 0 0,0-1-1 0 0,0 1 1 0 0,1-1-1 0 0,-1 1 1 0 0,0-1-1 0 0,0 1 1 0 0,0-1-1 0 0,0 1 1 0 0,0 0-1 0 0,0-1 1 0 0,0 1-1 0 0,-1-1 1 0 0,1 1-1 0 0,0-1 1 0 0,0 1-1 0 0,0-1 1 0 0,0 1-1 0 0,-1 0 0 0 0,-8 25 134 0 0,-6-5-119 0 0,-1 0 1 0 0,0 0-1 0 0,-2-2 0 0 0,0 0 1 0 0,-25 19-1 0 0,21-19 3 0 0,1 0-1 0 0,1 2 0 0 0,-30 40 0 0 0,42-54 23 0 0,7-6-52 0 0,0-1 1 0 0,1 1-1 0 0,-1 0 1 0 0,0-1 0 0 0,0 1-1 0 0,0 0 1 0 0,1 0 0 0 0,-1-1-1 0 0,1 1 1 0 0,-1 0 0 0 0,0 0-1 0 0,1 0 1 0 0,-1 0-1 0 0,1 0 1 0 0,0 0 0 0 0,-1 0-1 0 0,1 0 1 0 0,0-1 0 0 0,-1 3-1 0 0,1-1-7 0 0,-1-1 0 0 0,1 1-1 0 0,0-1 1 0 0,0 1-1 0 0,-1-1 1 0 0,1 1 0 0 0,0-1-1 0 0,0 1 1 0 0,1-1 0 0 0,-1 1-1 0 0,0-1 1 0 0,0 1 0 0 0,1-1-1 0 0,-1 1 1 0 0,1-1 0 0 0,-1 0-1 0 0,1 1 1 0 0,-1-1 0 0 0,1 0-1 0 0,0 1 1 0 0,0-1 0 0 0,0 0-1 0 0,0 0 1 0 0,0 0-1 0 0,0 0 1 0 0,0 0 0 0 0,0 0-1 0 0,0 0 1 0 0,0 0 0 0 0,1 0-1 0 0,-1 0 1 0 0,0-1 0 0 0,1 1-1 0 0,-1 0 1 0 0,1-1 0 0 0,-1 1-1 0 0,0-1 1 0 0,1 0 0 0 0,-1 1-1 0 0,3-1 1 0 0,108 39 231 0 0,-75-25-257 0 0,70 18-1 0 0,-75-27 73 0 0,-22-4-18 0 0,0 1 0 0 0,1 0-1 0 0,-1 0 1 0 0,0 1 0 0 0,0 0 0 0 0,12 7-1 0 0,-14-4-168 0 0,-17-20-40 0 0,-10-29-262 0 0,2-1 0 0 0,2-1 0 0 0,-17-91 0 0 0,20 82 551 0 0,5 22-130 0 0,2 0 0 0 0,1 0 1 0 0,1 0-1 0 0,2 0 0 0 0,4-54 0 0 0,0 69 645 0 0,-1 30 44 0 0,0 11-562 0 0,60 232-94 0 0,-24-113-14 0 0,-29-108-18 0 0,-1 1 0 0 0,-3 1 0 0 0,2 43 0 0 0,-14-96-64 0 0,-1-12-95 0 0,5-19 3 0 0,2 0 0 0 0,10-88 0 0 0,0 22-12 0 0,-9 112 188 0 0,1 0 0 0 0,-1-1-1 0 0,0 1 1 0 0,0-1-1 0 0,0 1 1 0 0,0 0 0 0 0,0-1-1 0 0,0 1 1 0 0,-1-1 0 0 0,1 1-1 0 0,0 0 1 0 0,-1-1 0 0 0,1 1-1 0 0,-1 0 1 0 0,0-1-1 0 0,1 1 1 0 0,-1 0 0 0 0,0 0-1 0 0,-1-2 1 0 0,1 3 0 0 0,1 0 0 0 0,-1-1 0 0 0,0 1 1 0 0,0 0-1 0 0,0 0 0 0 0,1 0 0 0 0,-1 0 0 0 0,0-1 0 0 0,0 1 0 0 0,0 0 0 0 0,0 1 1 0 0,0-1-1 0 0,1 0 0 0 0,-1 0 0 0 0,0 0 0 0 0,0 0 0 0 0,0 1 0 0 0,1-1 1 0 0,-1 0-1 0 0,0 1 0 0 0,0-1 0 0 0,1 1 0 0 0,-2 0 0 0 0,-7 5 4 0 0,1 1-1 0 0,-1 0 1 0 0,-12 14-1 0 0,14-14-2 0 0,-17 20-104 0 0,1 0-1 0 0,1 2 1 0 0,2 0 0 0 0,0 2-1 0 0,-23 51 1 0 0,81-162-447 0 0,36-109 0 0 0,-67 174 1045 0 0,-6 26-125 0 0,-9 29-131 0 0,0-12-213 0 0,-5 10 57 0 0,-14 80 0 0 0,77-343-1639 0 0,-27 134 1175 0 0,-10 54 557 0 0,-11 33-36 0 0,-7 23-39 0 0,-36 84 297 0 0,25-68-438 0 0,3 0 1 0 0,-14 53 0 0 0,26-87-31 0 0,1 1 1 0 0,-1 0-1 0 0,1-1 0 0 0,0 1 1 0 0,0-1-1 0 0,0 1 1 0 0,0 0-1 0 0,0-1 1 0 0,0 1-1 0 0,0-1 1 0 0,0 1-1 0 0,0 0 1 0 0,1-1-1 0 0,-1 1 1 0 0,1-1-1 0 0,-1 1 1 0 0,1-1-1 0 0,0 1 1 0 0,0-1-1 0 0,0 1 0 0 0,-1-1 1 0 0,1 0-1 0 0,2 3 1 0 0,-2-4-22 0 0,-1 0-1 0 0,1 0 1 0 0,-1 0 0 0 0,0 1 0 0 0,1-1 0 0 0,-1 0-1 0 0,1 0 1 0 0,-1 0 0 0 0,1 0 0 0 0,-1 0-1 0 0,1 0 1 0 0,-1 0 0 0 0,1 0 0 0 0,-1 0-1 0 0,1 0 1 0 0,-1 0 0 0 0,1 0 0 0 0,-1 0 0 0 0,1 0-1 0 0,-1-1 1 0 0,0 1 0 0 0,1 0 0 0 0,-1 0-1 0 0,1 0 1 0 0,-1-1 0 0 0,1 1 0 0 0,-1-1-1 0 0,2 0-74 0 0,-1 0-1 0 0,1-1 1 0 0,-1 1-1 0 0,0-1 1 0 0,0 0-1 0 0,0 1 1 0 0,0-1-1 0 0,0 0 1 0 0,0 0-1 0 0,1-3 1 0 0,5-22 296 0 0,0 0 1 0 0,-2-1-1 0 0,-1 0 1 0 0,1-31-1 0 0,-3 27 1186 0 0,2 0 0 0 0,14-48 1504 0 0,-13 95-2260 0 0,1 18-147 0 0,39 235 445 0 0,-43-263-897 0 0,1 10 123 0 0,-3-15-108 0 0,0 0 0 0 0,0 0 0 0 0,0 0 0 0 0,0 0 1 0 0,0 0-1 0 0,0 0 0 0 0,0 0 0 0 0,0 0 0 0 0,0 0 0 0 0,0 0 0 0 0,-1 0 1 0 0,1 0-1 0 0,0 0 0 0 0,0 0 0 0 0,0 0 0 0 0,0 0 0 0 0,0 0 0 0 0,0 0 0 0 0,0 0 1 0 0,0 0-1 0 0,0 0 0 0 0,-1 0-84 0 0,0-5 17 0 0,-5-44-273 0 0,1-1 0 0 0,2 0 0 0 0,6-60-1 0 0,-3 96 381 0 0,12-103 888 0 0,-10 135-695 0 0,0-1 1 0 0,2 1-1 0 0,-1-1 1 0 0,9 20 0 0 0,-2-1-25 0 0,1 9-181 0 0,-3 0 0 0 0,5 80 0 0 0,-13 91 52 0 0,0-206-48 0 0,-1-5-7 0 0,1 1-1 0 0,0 0 0 0 0,0 0 1 0 0,1 0-1 0 0,-1 0 1 0 0,3 6-1 0 0,-4-20-333 0 0,0 0 0 0 0,1 0 0 0 0,-1 0 0 0 0,3-14 0 0 0,-1 7-58 0 0,-1-132-9309 0 0,-2 131 5189 0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7:48.5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30 213 3889 0 0,'0'-3'306'0'0,"-1"-1"1"0"0,0 1 0 0 0,0 0-1 0 0,0 0 1 0 0,-1 0 0 0 0,1 0-1 0 0,-1 0 1 0 0,1 0-1 0 0,-1 0 1 0 0,0 0 0 0 0,0 1-1 0 0,0-1 1 0 0,0 1-1 0 0,-1-1 1 0 0,-2-1 0 0 0,3 2 68 0 0,10-31 4603 0 0,-4-10-1609 0 0,-5 36-3033 0 0,2-1 0 0 0,-1 1 0 0 0,1-1 0 0 0,0 1 0 0 0,0 0 0 0 0,1 0 0 0 0,0 0 0 0 0,0 0 0 0 0,6-12-1 0 0,-8 18-312 0 0,0 1 0 0 0,0 0 0 0 0,0 0 0 0 0,0 0 0 0 0,0 0 0 0 0,0 0 0 0 0,0 0 0 0 0,0 0 0 0 0,0-1 0 0 0,0 1 0 0 0,0 0 0 0 0,0 0-1 0 0,0 0 1 0 0,1 0 0 0 0,-1 0 0 0 0,0 0 0 0 0,0 0 0 0 0,0 0 0 0 0,0 0 0 0 0,0-1 0 0 0,0 1 0 0 0,0 0 0 0 0,0 0 0 0 0,1 0 0 0 0,-1 0-1 0 0,0 0 1 0 0,0 0 0 0 0,0 0 0 0 0,0 0 0 0 0,0 0 0 0 0,0 0 0 0 0,1 0 0 0 0,-1 0 0 0 0,0 0 0 0 0,0 0 0 0 0,0 0 0 0 0,0 0 0 0 0,0 0-1 0 0,0 0 1 0 0,0 0 0 0 0,1 0 0 0 0,-1 0 0 0 0,0 0 0 0 0,0 0 0 0 0,0 0 0 0 0,0 0 0 0 0,0 1 0 0 0,0-1 0 0 0,0 0 0 0 0,1 0 0 0 0,-1 0-1 0 0,0 0 1 0 0,0 0 0 0 0,3 10 428 0 0,-1 21-493 0 0,-1-25 132 0 0,18 343 274 0 0,-19-281-773 0 0,-5-23-2811 0 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7:49.7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5 168 2761 0 0,'-1'-3'131'0'0,"0"-1"0"0"0,0 1 1 0 0,1 0-1 0 0,-1-1 1 0 0,1 1-1 0 0,0-1 1 0 0,0 1-1 0 0,0-1 1 0 0,0 1-1 0 0,2-7 1 0 0,8-34 3997 0 0,-8 41-3807 0 0,-1 0-1 0 0,1 0 1 0 0,-1 1-1 0 0,1-1 1 0 0,0 0-1 0 0,0 1 1 0 0,0-1-1 0 0,0 1 1 0 0,1 0-1 0 0,-1-1 1 0 0,1 1-1 0 0,-1 1 1 0 0,1-1-1 0 0,0 0 1 0 0,0 0-1 0 0,5-1 1 0 0,55-19 2539 0 0,-44 17-2626 0 0,-6 1-90 0 0,-1 2 1 0 0,1-1-1 0 0,-1 2 0 0 0,1 0 0 0 0,0 0 0 0 0,0 1 0 0 0,19 3 0 0 0,9 3 266 0 0,40 13 0 0 0,-51-11-168 0 0,1-1 0 0 0,60 5 1 0 0,-73-13-92 0 0,1 0 0 0 0,18-4 0 0 0,-23 3-10 0 0,-1 0-1 0 0,0 1 0 0 0,0 0 1 0 0,1 1-1 0 0,18 2 0 0 0,3 6 13 0 0,-34-8-154 0 0,-12-2 17 0 0,10 2 66 0 0,-14-4 41 0 0,0 1 0 0 0,-1 1 0 0 0,1 1 0 0 0,-1 0 0 0 0,0 1 1 0 0,1 0-1 0 0,-1 2 0 0 0,-23 4 0 0 0,-36 3-94 0 0,0-3 1 0 0,-114-6-1 0 0,78-1-18 0 0,95 3-37 0 0,12-1-2 0 0,11 0-8 0 0,-7-1-37 0 0,4 0-57 0 0,23 5 19 0 0,-1 1 1 0 0,50 18 0 0 0,30 8-107 0 0,-60-23 159 0 0,0-2 0 0 0,0-3 0 0 0,1-1 0 0 0,0-3 0 0 0,-1-1 0 0 0,1-3 0 0 0,78-15 0 0 0,-66 8 114 0 0,-23 4 27 0 0,0 0 0 0 0,38-15 0 0 0,-84 25 45 0 0,0 0 1 0 0,-1-1-1 0 0,1 0 1 0 0,-1-1-1 0 0,1 0 0 0 0,-1-1 1 0 0,1 0-1 0 0,-14-2 1 0 0,-98-19 17 0 0,92 14-135 0 0,-1 1 0 0 0,0 1-1 0 0,-62 0 1 0 0,87 5-6 0 0,-90 9 186 0 0,84-7-214 0 0,0 0 1 0 0,1 1-1 0 0,-1 0 0 0 0,0 1 1 0 0,-19 10-1 0 0,30-14 16 0 0,0 0-1 0 0,1 0 1 0 0,-1 1 0 0 0,0-1 0 0 0,0 0 0 0 0,1 1-1 0 0,-1-1 1 0 0,0 1 0 0 0,1-1 0 0 0,-1 1 0 0 0,1-1-1 0 0,-1 1 1 0 0,1-1 0 0 0,-1 1 0 0 0,1 0-1 0 0,-1-1 1 0 0,1 1 0 0 0,-1 0 0 0 0,1-1 0 0 0,0 1-1 0 0,-1 0 1 0 0,1 0 0 0 0,0-1 0 0 0,0 1 0 0 0,0 0-1 0 0,-1 1 1 0 0,2-1-7 0 0,-1 0 1 0 0,1-1-1 0 0,-1 1 1 0 0,1 0-1 0 0,-1 0 0 0 0,1 0 1 0 0,0-1-1 0 0,-1 1 1 0 0,1 0-1 0 0,0-1 0 0 0,-1 1 1 0 0,1-1-1 0 0,0 1 1 0 0,0-1-1 0 0,0 1 0 0 0,0-1 1 0 0,1 1-1 0 0,42 12-570 0 0,96 17-950 0 0,-106-20 1413 0 0,2-2 1 0 0,-1-1-1 0 0,1-1 0 0 0,0-3 1 0 0,41 0-1 0 0,-26-11 71 0 0,-49 8 74 0 0,0 0 1 0 0,-1-1-1 0 0,1 1 1 0 0,0-1-1 0 0,0 1 1 0 0,0-1-1 0 0,0 0 1 0 0,0 0-1 0 0,-1 0 1 0 0,1 0-1 0 0,0 0 1 0 0,-1 0-1 0 0,1 0 1 0 0,-1-1-1 0 0,1 1 1 0 0,-1 0-1 0 0,0-1 1 0 0,1 1 0 0 0,-1-1-1 0 0,0 0 1 0 0,0 1-1 0 0,1-4 1 0 0,-2 4 26 0 0,0 0 1 0 0,-1 0-1 0 0,1 0 1 0 0,0 0-1 0 0,-1 0 0 0 0,1 0 1 0 0,-1 0-1 0 0,1 0 1 0 0,-1 0-1 0 0,0 0 1 0 0,1 0-1 0 0,-1 0 1 0 0,0 1-1 0 0,0-1 1 0 0,0 0-1 0 0,0 0 1 0 0,1 1-1 0 0,-1-1 1 0 0,0 1-1 0 0,0-1 1 0 0,0 1-1 0 0,0-1 1 0 0,0 1-1 0 0,0 0 0 0 0,0-1 1 0 0,-2 1-1 0 0,-30-9 703 0 0,-1 3-501 0 0,-1 2 1 0 0,0 1 0 0 0,0 2 0 0 0,0 1-1 0 0,-41 6 1 0 0,50-2-447 0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7:52.3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59 114 5985 0 0,'-5'0'405'0'0,"1"-1"-1"0"0,0 1 0 0 0,0-1 0 0 0,0 0 1 0 0,0 0-1 0 0,0 0 0 0 0,1-1 1 0 0,-1 1-1 0 0,-4-4 0 0 0,7 5-323 0 0,0-1 0 0 0,0 1-1 0 0,0-1 1 0 0,0 1 0 0 0,0-1-1 0 0,1 1 1 0 0,-1-1 0 0 0,0 0 0 0 0,0 1-1 0 0,1-1 1 0 0,-1 0 0 0 0,0 0-1 0 0,1 1 1 0 0,-1-1 0 0 0,1 0 0 0 0,-1 0-1 0 0,1 0 1 0 0,0 0 0 0 0,-1 0-1 0 0,1 0 1 0 0,0 0 0 0 0,0 0 0 0 0,-1 0-1 0 0,1 0 1 0 0,0 0 0 0 0,0 0-1 0 0,0 0 1 0 0,0 0 0 0 0,0 0 0 0 0,1 0-1 0 0,-1 0 1 0 0,0 0 0 0 0,0 0-1 0 0,1 0 1 0 0,-1 0 0 0 0,0 1 0 0 0,1-1-1 0 0,-1 0 1 0 0,1 0 0 0 0,-1 0-1 0 0,1 0 1 0 0,1-1 0 0 0,2-4 172 0 0,1 1 1 0 0,1-1 0 0 0,-1 1-1 0 0,1 1 1 0 0,0-1-1 0 0,0 1 1 0 0,0 0-1 0 0,1 0 1 0 0,-1 0-1 0 0,1 1 1 0 0,0 0 0 0 0,0 1-1 0 0,0-1 1 0 0,10-1-1 0 0,-14 4-164 0 0,0-1-1 0 0,0 1 1 0 0,0 0 0 0 0,1 0-1 0 0,-1 0 1 0 0,0 0 0 0 0,0 0-1 0 0,0 1 1 0 0,0-1-1 0 0,0 1 1 0 0,0 0 0 0 0,0 0-1 0 0,0 0 1 0 0,0 0-1 0 0,0 1 1 0 0,0-1 0 0 0,0 1-1 0 0,-1 0 1 0 0,1 0 0 0 0,-1 0-1 0 0,1 0 1 0 0,-1 0-1 0 0,0 0 1 0 0,0 0 0 0 0,0 1-1 0 0,0-1 1 0 0,0 1-1 0 0,-1 0 1 0 0,1 0 0 0 0,-1-1-1 0 0,1 1 1 0 0,-1 0 0 0 0,0 0-1 0 0,0 0 1 0 0,0 5-1 0 0,3 8 34 0 0,-1 1-1 0 0,-1-1 1 0 0,-1 1-1 0 0,0-1 1 0 0,-2 25-1 0 0,-16 82 94 0 0,9-79-95 0 0,-2 49 1 0 0,9-90-99 0 0,1-1 1 0 0,0 0-1 0 0,0 1 0 0 0,0-1 1 0 0,0 1-1 0 0,1-1 1 0 0,-1 0-1 0 0,1 1 1 0 0,-1-1-1 0 0,1 0 0 0 0,0 1 1 0 0,0-1-1 0 0,0 0 1 0 0,0 0-1 0 0,0 0 1 0 0,1 0-1 0 0,-1 0 1 0 0,1 0-1 0 0,-1 0 0 0 0,1 0 1 0 0,0 0-1 0 0,-1-1 1 0 0,5 3-1 0 0,-4-3-11 0 0,0 0 1 0 0,0-1-1 0 0,0 1 0 0 0,0-1 0 0 0,0 1 0 0 0,0-1 0 0 0,0 0 1 0 0,1 0-1 0 0,-1 0 0 0 0,0 0 0 0 0,0 0 0 0 0,0-1 0 0 0,0 1 1 0 0,0-1-1 0 0,0 1 0 0 0,1-1 0 0 0,-1 0 0 0 0,0 0 0 0 0,0 1 1 0 0,-1-1-1 0 0,1-1 0 0 0,0 1 0 0 0,0 0 0 0 0,0 0 0 0 0,-1-1 1 0 0,3-2-1 0 0,6-5-386 0 0,-1 0-1 0 0,0-1 1 0 0,8-12 0 0 0,-1-1-5033 0 0,-14 20 4166 0 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7:52.8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473 25 8290 0 0,'-31'-8'742'0'0,"15"4"-456"0"0,0 0 1 0 0,0 1-1 0 0,0 0 0 0 0,-25 1 1 0 0,30 2 92 0 0,-1 1-1 0 0,0 0 1 0 0,1 1 0 0 0,-1 1 0 0 0,1-1 0 0 0,-1 2 0 0 0,1 0 0 0 0,0 0 0 0 0,1 1 0 0 0,-1 0 0 0 0,1 1 0 0 0,0 0 0 0 0,-15 12 0 0 0,12-6-69 0 0,0 1-1 0 0,1 0 1 0 0,0 0 0 0 0,1 1-1 0 0,1 1 1 0 0,0 0 0 0 0,1 0-1 0 0,-10 24 1 0 0,9-16-246 0 0,0 0 1 0 0,2 0-1 0 0,0 1 1 0 0,2 0-1 0 0,0 1 1 0 0,2-1-1 0 0,1 1 1 0 0,0 0-1 0 0,2 0 1 0 0,1 0-1 0 0,1 0 1 0 0,2 0-1 0 0,0 0 1 0 0,1 0-1 0 0,2-1 1 0 0,13 38-1 0 0,-5-22 24 0 0,2-2-1 0 0,1 0 1 0 0,2-1 0 0 0,2-1-1 0 0,1 0 1 0 0,28 32-1 0 0,-40-56-58 0 0,0-1 1 0 0,1 0-1 0 0,0-1 0 0 0,1 0 0 0 0,0-1 0 0 0,0 0 0 0 0,1-1 1 0 0,0 0-1 0 0,1-1 0 0 0,-1 0 0 0 0,1-1 0 0 0,1-1 0 0 0,-1 0 1 0 0,1-1-1 0 0,0-1 0 0 0,0 0 0 0 0,0-1 0 0 0,0-1 0 0 0,28 0 0 0 0,-25-3-62 0 0,-1 0 0 0 0,1-1-1 0 0,-1-1 1 0 0,0 0-1 0 0,0-1 1 0 0,0-1 0 0 0,-1-1-1 0 0,0-1 1 0 0,16-9 0 0 0,-11 4 90 0 0,-2-1 0 0 0,0 0 0 0 0,0-2 0 0 0,-2 0 0 0 0,0-1 0 0 0,20-25 0 0 0,-20 19 84 0 0,0-1 1 0 0,-1 0-1 0 0,-2-2 1 0 0,0 1 0 0 0,-2-2-1 0 0,-1 0 1 0 0,-1 0-1 0 0,-1-1 1 0 0,-2 0 0 0 0,-1-1-1 0 0,5-47 1 0 0,-10 55-45 0 0,0 1 1 0 0,-2-1-1 0 0,0 1 1 0 0,-2 0-1 0 0,0 0 0 0 0,-1 0 1 0 0,-10-32-1 0 0,10 42-113 0 0,-1-1 1 0 0,0 1-1 0 0,0 1 0 0 0,-1-1 1 0 0,0 1-1 0 0,-1 0 0 0 0,0 0 1 0 0,-1 1-1 0 0,1 0 0 0 0,-1 0 0 0 0,-1 1 1 0 0,0 0-1 0 0,0 0 0 0 0,0 1 1 0 0,-15-8-1 0 0,1 4 29 0 0,0 0 1 0 0,-41-12-1 0 0,5 12-1284 0 0,48 9-240 0 0,1 0 0 0 0,-1 1-1 0 0,-14 3 1 0 0,2 1-5312 0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7:53.5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126 180 5593 0 0,'27'-63'4239'0'0,"-20"49"-2866"0"0,-1 0-1 0 0,0-1 1 0 0,0 1 0 0 0,5-28 0 0 0,-11 41-1283 0 0,0 1 0 0 0,1-1 0 0 0,-1 1 0 0 0,0-1 1 0 0,0 1-1 0 0,0-1 0 0 0,0 1 0 0 0,0-1 1 0 0,0 1-1 0 0,0-1 0 0 0,0 1 0 0 0,0-1 0 0 0,0 1 1 0 0,0-1-1 0 0,0 0 0 0 0,0 1 0 0 0,0-1 1 0 0,-1 1-1 0 0,1-1 0 0 0,0 1 0 0 0,0-1 0 0 0,-1 1 1 0 0,1-1-1 0 0,0 1 0 0 0,0 0 0 0 0,-1-1 1 0 0,1 1-1 0 0,-1-1 0 0 0,1 1 0 0 0,0 0 1 0 0,-1-1-1 0 0,1 1 0 0 0,-1 0 0 0 0,1-1 0 0 0,-1 1 1 0 0,1 0-1 0 0,-1 0 0 0 0,0-1 0 0 0,-1 1 57 0 0,0 0 0 0 0,0 1 1 0 0,0-1-1 0 0,0 0 0 0 0,0 1 0 0 0,0-1 0 0 0,0 1 0 0 0,0 0 0 0 0,0-1 0 0 0,-3 3 1 0 0,-3 2 67 0 0,-1 0 0 0 0,1 1 0 0 0,-12 10 0 0 0,7-4-213 0 0,0 2 0 0 0,1-1 0 0 0,1 2 0 0 0,0-1 0 0 0,1 2 0 0 0,1-1 0 0 0,0 1 0 0 0,-11 29 1 0 0,20-44-28 0 0,-1 1 1 0 0,1-1-1 0 0,-1 1 1 0 0,1 0-1 0 0,0-1 1 0 0,0 1 0 0 0,0 0-1 0 0,0-1 1 0 0,0 1-1 0 0,0 0 1 0 0,0-1 0 0 0,0 1-1 0 0,1 0 1 0 0,-1-1-1 0 0,1 1 1 0 0,-1 0-1 0 0,1-1 1 0 0,0 3 0 0 0,0-3-18 0 0,0 0 1 0 0,0-1 0 0 0,0 1-1 0 0,0 0 1 0 0,0 0 0 0 0,1 0-1 0 0,-1-1 1 0 0,0 1 0 0 0,0-1-1 0 0,0 1 1 0 0,1-1 0 0 0,-1 1-1 0 0,0-1 1 0 0,0 0 0 0 0,1 1-1 0 0,-1-1 1 0 0,0 0 0 0 0,2 0-1 0 0,8-1-370 0 0,0 0 1 0 0,0 0-1 0 0,0-1 0 0 0,18-6 0 0 0,-2 1-631 0 0,-26 6 1037 0 0,0 2-1 0 0,-1-1 1 0 0,1 0 0 0 0,-1 0 0 0 0,1 0-1 0 0,0 0 1 0 0,-1 0 0 0 0,1 0 0 0 0,-1 0-1 0 0,1 1 1 0 0,-1-1 0 0 0,1 0 0 0 0,-1 0-1 0 0,1 1 1 0 0,-1-1 0 0 0,1 0 0 0 0,-1 1-1 0 0,1-1 1 0 0,-1 1 0 0 0,1-1 0 0 0,-1 1-1 0 0,0-1 1 0 0,1 1 0 0 0,-1-1 0 0 0,0 1-1 0 0,0-1 1 0 0,1 1 0 0 0,-1-1 0 0 0,0 1-1 0 0,0-1 1 0 0,0 1 0 0 0,1-1 0 0 0,-1 1-1 0 0,0 0 1 0 0,0-1 0 0 0,0 1 0 0 0,0-1-1 0 0,0 1 1 0 0,0 0 0 0 0,0-1 0 0 0,0 1-1 0 0,-1-1 1 0 0,1 2 0 0 0,-6 36 570 0 0,3-19-305 0 0,3-16-229 0 0,0 0-1 0 0,1 0 1 0 0,-1 0-1 0 0,1 0 0 0 0,-1 0 1 0 0,1 0-1 0 0,0 0 1 0 0,0 0-1 0 0,0 0 1 0 0,1 0-1 0 0,-1-1 1 0 0,1 1-1 0 0,0 0 1 0 0,-1-1-1 0 0,1 1 1 0 0,0-1-1 0 0,0 0 1 0 0,1 0-1 0 0,-1 1 1 0 0,0-2-1 0 0,1 1 1 0 0,-1 0-1 0 0,1 0 1 0 0,0-1-1 0 0,-1 1 1 0 0,1-1-1 0 0,0 0 1 0 0,0 0-1 0 0,0 0 1 0 0,6 1-1 0 0,1 0-267 0 0,0 1-1 0 0,0-2 1 0 0,0 1-1 0 0,0-2 1 0 0,0 1-1 0 0,1-1 1 0 0,-1-1-1 0 0,14-2 1 0 0,-7-1-6148 0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7:53.9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11 10594 0 0,'0'-1'157'0'0,"-1"0"0"0"0,1 1 1 0 0,-1-1-1 0 0,1 0 0 0 0,-1 1 0 0 0,0-1 0 0 0,1 1 0 0 0,-1-1 0 0 0,1 1 0 0 0,-1-1 1 0 0,0 1-1 0 0,0-1 0 0 0,1 1 0 0 0,-1 0 0 0 0,0-1 0 0 0,0 1 0 0 0,1 0 0 0 0,-1 0 0 0 0,0-1 1 0 0,0 1-1 0 0,0 0 0 0 0,1 0 0 0 0,-1 0 0 0 0,0 0 0 0 0,0 0 0 0 0,0 0 0 0 0,-1 0 1 0 0,1 1 70 0 0,1 0 1 0 0,-1 0 0 0 0,0 0-1 0 0,1 0 1 0 0,-1 0 0 0 0,1 0-1 0 0,-1 0 1 0 0,1 0 0 0 0,-1 0-1 0 0,1 0 1 0 0,0 0 0 0 0,-1 0-1 0 0,1 0 1 0 0,0 0 0 0 0,0 0 0 0 0,0 0-1 0 0,0 2 1 0 0,0 7 539 0 0,0-1 0 0 0,1 1 0 0 0,3 14 0 0 0,46 269 494 0 0,-33-167-8493 0 0,-13-99 252 0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7:54.2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1 325 2761 0 0,'73'-48'4905'0'0,"-56"39"-3655"0"0,0-2 1 0 0,-1 0-1 0 0,0 0 0 0 0,-1-2 0 0 0,26-26 0 0 0,-32 28-856 0 0,-1 0-1 0 0,0-1 1 0 0,0 0-1 0 0,8-18 1 0 0,-14 24-314 0 0,1 0 0 0 0,-1 0 0 0 0,0 0 0 0 0,0 0 0 0 0,-1 0 0 0 0,0 0 0 0 0,0 0 0 0 0,-1 0 1 0 0,1 0-1 0 0,-1 0 0 0 0,-1-1 0 0 0,0-8 0 0 0,1 14-57 0 0,0 0 0 0 0,-1 0 0 0 0,1 0 0 0 0,0 1 0 0 0,0-1 0 0 0,0 0 0 0 0,-1 0 0 0 0,1 0 0 0 0,0 1 0 0 0,-1-1 0 0 0,1 0 0 0 0,0 1 0 0 0,-1-1 0 0 0,1 0 0 0 0,-1 1 0 0 0,1-1 0 0 0,-1 0 0 0 0,0 1 0 0 0,1-1 0 0 0,-1 1 0 0 0,0-1 0 0 0,1 1 0 0 0,-1-1 0 0 0,0 1 0 0 0,1 0 0 0 0,-1-1 0 0 0,-1 1 0 0 0,1 0 16 0 0,0 0 0 0 0,0 0 0 0 0,-1 0 0 0 0,1 1 0 0 0,0-1 0 0 0,0 0 0 0 0,0 1 1 0 0,0-1-1 0 0,0 1 0 0 0,-1-1 0 0 0,1 1 0 0 0,0 0 0 0 0,0 0 0 0 0,1-1 0 0 0,-3 3 0 0 0,-2 2 106 0 0,0 0 1 0 0,0 1-1 0 0,1-1 1 0 0,-7 13-1 0 0,4-4-23 0 0,1 0 0 0 0,0 1 0 0 0,1 0-1 0 0,1 0 1 0 0,0 0 0 0 0,1 0 0 0 0,1 1-1 0 0,0-1 1 0 0,1 17 0 0 0,1-26-134 0 0,0-1 1 0 0,1 1-1 0 0,0 0 1 0 0,0-1-1 0 0,0 1 0 0 0,1 0 1 0 0,0-1-1 0 0,0 0 1 0 0,0 1-1 0 0,1-1 0 0 0,6 9 1 0 0,-6-10-131 0 0,0-1 0 0 0,0 0 0 0 0,0 0 0 0 0,1 0 0 0 0,0 0 0 0 0,-1 0 0 0 0,1-1 0 0 0,0 0 0 0 0,0 0 0 0 0,0 0 0 0 0,0 0 0 0 0,1 0 0 0 0,-1-1 0 0 0,0 0 0 0 0,1 0 0 0 0,-1 0 0 0 0,6 0 0 0 0,10 0-6646 0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7:54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187 4 456 0 0,'0'0'101'0'0,"0"0"1"0"0,-1-1-1 0 0,1 1 1 0 0,-1 0-1 0 0,1-1 0 0 0,0 1 1 0 0,-1 0-1 0 0,1 0 0 0 0,-1-1 1 0 0,1 1-1 0 0,-1 0 0 0 0,1 0 1 0 0,-1 0-1 0 0,1 0 1 0 0,-1-1-1 0 0,1 1 0 0 0,-1 0 1 0 0,1 0-1 0 0,-1 0 0 0 0,1 0 1 0 0,-1 0-1 0 0,1 1 0 0 0,-1-1 1 0 0,1 0-1 0 0,-1 0 1 0 0,1 0-1 0 0,-1 0 0 0 0,1 0 1 0 0,-1 1-1 0 0,1-1 0 0 0,-1 0 1 0 0,1 0-1 0 0,-1 1 0 0 0,1-1 1 0 0,0 0-1 0 0,-1 1 1 0 0,1-1-1 0 0,-1 1 0 0 0,1-1 1 0 0,0 0-1 0 0,-1 1 0 0 0,1 0 1 0 0,-23 22 2988 0 0,19-19-2520 0 0,-13 15 400 0 0,0 1 1 0 0,2 1-1 0 0,0 0 0 0 0,1 1 1 0 0,1 0-1 0 0,1 1 0 0 0,1 1 0 0 0,-13 38 1 0 0,23-57-836 0 0,0 0 0 0 0,1 0 0 0 0,-1 0 0 0 0,1 0 0 0 0,0 0 0 0 0,0 0 0 0 0,1 0 0 0 0,-1 0 0 0 0,1 0 0 0 0,0 0 0 0 0,1 0 0 0 0,-1 0 0 0 0,1 0 0 0 0,0-1 0 0 0,0 1 0 0 0,1-1 0 0 0,-1 1 0 0 0,6 6 0 0 0,-5-7-300 0 0,-1-1 1 0 0,1 0-1 0 0,0 0 0 0 0,0 0 0 0 0,1-1 0 0 0,-1 1 0 0 0,0-1 0 0 0,1 0 0 0 0,-1 0 0 0 0,1 0 0 0 0,0 0 0 0 0,0 0 0 0 0,0-1 1 0 0,0 0-1 0 0,0 0 0 0 0,0 0 0 0 0,0 0 0 0 0,0-1 0 0 0,0 1 0 0 0,0-1 0 0 0,0 0 0 0 0,1-1 0 0 0,5 0 0 0 0,5-2-5672 0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7:54.7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1 4609 0 0,'-18'5'12314'0'0,"18"-4"-12031"0"0,-1 28 454 0 0,1 0 0 0 0,1 0-1 0 0,7 44 1 0 0,24 91 2102 0 0,-27-143-2778 0 0,37 136-3344 0 0,-36-134-3916 0 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7:54.9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7 190 920 0 0,'-1'-2'331'0'0,"0"-1"0"0"0,0 1-1 0 0,1-1 1 0 0,-1 1 0 0 0,0-1 0 0 0,1 1-1 0 0,-1-1 1 0 0,1 0 0 0 0,0 1 0 0 0,0-1-1 0 0,0 0 1 0 0,0 0 0 0 0,1 1 0 0 0,-1-1-1 0 0,1 1 1 0 0,-1-1 0 0 0,1 0 0 0 0,1-2-1 0 0,1-1 234 0 0,0 0 0 0 0,1 0 0 0 0,-1 1 0 0 0,1 0 0 0 0,0 0 0 0 0,0 0 0 0 0,7-6 0 0 0,7-5 344 0 0,1 2-1 0 0,0 0 1 0 0,25-12 0 0 0,-10 10-2256 0 0,-32 15 1031 0 0,0 1 0 0 0,0-1 0 0 0,0 1 0 0 0,0-1 0 0 0,-1 1 0 0 0,1 0 1 0 0,0 0-1 0 0,0 0 0 0 0,0 0 0 0 0,0 0 0 0 0,0 1 0 0 0,0-1 0 0 0,0 0 1 0 0,0 1-1 0 0,-1 0 0 0 0,1-1 0 0 0,2 2 0 0 0,-2 0 160 0 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7:55.2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0 132 4609 0 0,'3'-2'256'0'0,"0"1"1"0"0,-1 0-1 0 0,1 1 0 0 0,0-1 1 0 0,0 0-1 0 0,-1 1 1 0 0,1 0-1 0 0,0-1 0 0 0,0 1 1 0 0,0 0-1 0 0,0 0 0 0 0,0 1 1 0 0,-1-1-1 0 0,1 1 0 0 0,0-1 1 0 0,0 1-1 0 0,-1 0 1 0 0,1 0-1 0 0,0 0 0 0 0,-1 0 1 0 0,1 1-1 0 0,-1-1 0 0 0,1 1 1 0 0,3 3-1 0 0,3 1 810 0 0,0 2 0 0 0,0-1 0 0 0,-1 1 0 0 0,0 0 0 0 0,8 9 0 0 0,-10-9-400 0 0,-1 1 0 0 0,1 0 0 0 0,-1-1-1 0 0,4 12 1 0 0,-7-17-567 0 0,-1 1-1 0 0,1 0 1 0 0,-1-1-1 0 0,0 1 1 0 0,-1 0-1 0 0,1 0 1 0 0,0 0-1 0 0,-1 0 1 0 0,0-1-1 0 0,0 1 1 0 0,0 0-1 0 0,-1 0 1 0 0,1 0-1 0 0,-2 3 1 0 0,2-6-87 0 0,0-1 0 0 0,0 0 0 0 0,0 1 0 0 0,0-1 1 0 0,0 0-1 0 0,0 1 0 0 0,0-1 0 0 0,0 0 0 0 0,-1 1 1 0 0,1-1-1 0 0,0 0 0 0 0,0 1 0 0 0,0-1 0 0 0,0 0 0 0 0,-1 0 1 0 0,1 1-1 0 0,0-1 0 0 0,0 0 0 0 0,-1 0 0 0 0,1 1 0 0 0,0-1 1 0 0,0 0-1 0 0,-1 0 0 0 0,1 0 0 0 0,0 1 0 0 0,-1-1 1 0 0,1 0-1 0 0,0 0 0 0 0,0 0 0 0 0,-1 0 0 0 0,1 0 0 0 0,0 0 1 0 0,-1 0-1 0 0,-7-8 258 0 0,-2-18 14 0 0,10 16-268 0 0,0 0 0 0 0,1 0 0 0 0,-1 0 0 0 0,2 0-1 0 0,0 1 1 0 0,0-1 0 0 0,0 0 0 0 0,1 1 0 0 0,1-1 0 0 0,0 1 0 0 0,6-11 0 0 0,2-1-589 0 0,1-1 1 0 0,1 2-1 0 0,22-26 1 0 0,-1 12-3073 0 0,-18 21-2846 0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7:55.5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47 1 5065 0 0,'-3'2'580'0'0,"-1"1"0"0"0,1 0 0 0 0,0 0 0 0 0,0 0 0 0 0,0 0 0 0 0,0 0 0 0 0,0 1 0 0 0,1-1 0 0 0,0 1 0 0 0,-1 0 0 0 0,1 0 0 0 0,1 0 0 0 0,-1 0 0 0 0,1 0-1 0 0,-1 0 1 0 0,1 0 0 0 0,0 1 0 0 0,0 6 0 0 0,-1-2-142 0 0,1 1 0 0 0,0 0 0 0 0,1 0 0 0 0,0 0 0 0 0,1 0 0 0 0,0 0 0 0 0,3 12 0 0 0,-3-18-383 0 0,1 0 0 0 0,0 0 1 0 0,0 0-1 0 0,0 0 0 0 0,0-1 0 0 0,0 1 0 0 0,1 0 0 0 0,0-1 1 0 0,0 0-1 0 0,0 1 0 0 0,0-1 0 0 0,0-1 0 0 0,1 1 0 0 0,-1 0 1 0 0,1-1-1 0 0,0 1 0 0 0,0-1 0 0 0,-1 0 0 0 0,2-1 0 0 0,-1 1 0 0 0,0-1 1 0 0,0 1-1 0 0,0-1 0 0 0,1 0 0 0 0,-1-1 0 0 0,0 1 0 0 0,1-1 1 0 0,-1 0-1 0 0,0 0 0 0 0,1 0 0 0 0,-1-1 0 0 0,1 0 0 0 0,4-1 0 0 0,-5 2-53 0 0,0-1 1 0 0,0 0-1 0 0,0 0 0 0 0,0 0 0 0 0,0 0 0 0 0,0-1 0 0 0,0 0 0 0 0,0 1 0 0 0,-1-1 0 0 0,1-1 0 0 0,-1 1 0 0 0,1-1 0 0 0,-1 1 0 0 0,0-1 0 0 0,0 0 0 0 0,0 0 0 0 0,0 0 0 0 0,-1 0 0 0 0,1-1 0 0 0,-1 1 0 0 0,0-1 0 0 0,0 1 0 0 0,0-1 0 0 0,-1 0 0 0 0,1 0 0 0 0,-1 0 0 0 0,0 0 0 0 0,0 0 0 0 0,0 0 0 0 0,0 0 0 0 0,-1 0 0 0 0,0-1 0 0 0,0 1 0 0 0,0-7 0 0 0,-2 3-54 0 0,0 0 0 0 0,0 0 0 0 0,-1 1 0 0 0,1-1 0 0 0,-2 1-1 0 0,1 0 1 0 0,-5-7 0 0 0,5 10-225 0 0,0 0 0 0 0,1 0-1 0 0,-1 0 1 0 0,-1 0 0 0 0,1 1-1 0 0,0-1 1 0 0,-1 1 0 0 0,0 0-1 0 0,0 0 1 0 0,0 1-1 0 0,0-1 1 0 0,-9-3 0 0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7:55.9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90 10138 0 0,'1'-1'167'0'0,"1"1"1"0"0,0-1-1 0 0,-1 1 0 0 0,1 0 1 0 0,-1 0-1 0 0,1 0 0 0 0,0 0 1 0 0,-1 0-1 0 0,1 0 0 0 0,-1 1 1 0 0,1-1-1 0 0,0 0 0 0 0,-1 1 1 0 0,1-1-1 0 0,-1 1 0 0 0,1-1 1 0 0,-1 1-1 0 0,0 0 0 0 0,1 0 0 0 0,-1 0 1 0 0,0 0-1 0 0,1 0 0 0 0,-1 0 1 0 0,0 0-1 0 0,0 0 0 0 0,0 0 1 0 0,0 0-1 0 0,0 1 0 0 0,0-1 1 0 0,0 0-1 0 0,0 1 0 0 0,-1-1 1 0 0,1 1-1 0 0,0-1 0 0 0,-1 1 1 0 0,1 3-1 0 0,1 6 537 0 0,0 1 0 0 0,0-1 0 0 0,-2 1 1 0 0,0 17-1 0 0,2 16-208 0 0,-2-44-499 0 0,0-1 0 0 0,0 1 0 0 0,0 0 0 0 0,0-1 1 0 0,0 1-1 0 0,0-1 0 0 0,1 1 0 0 0,-1 0 0 0 0,0-1 0 0 0,0 1 1 0 0,0 0-1 0 0,1-1 0 0 0,-1 1 0 0 0,0-1 0 0 0,1 1 0 0 0,-1-1 1 0 0,1 1-1 0 0,-1-1 0 0 0,1 1 0 0 0,-1-1 0 0 0,1 1 1 0 0,-1-1-1 0 0,1 1 0 0 0,-1-1 0 0 0,2 1 0 0 0,-2-2-7 0 0,1 1 0 0 0,0 0 0 0 0,0 0-1 0 0,-1 0 1 0 0,1 0 0 0 0,0-1 0 0 0,-1 1 0 0 0,1 0-1 0 0,0-1 1 0 0,-1 1 0 0 0,1 0 0 0 0,0-1 0 0 0,-1 1-1 0 0,1-1 1 0 0,-1 1 0 0 0,1-1 0 0 0,-1 1 0 0 0,2-2-1 0 0,25-39-502 0 0,-21 31 359 0 0,14-21 31 0 0,1 2 0 0 0,2 0 1 0 0,0 1-1 0 0,32-27 0 0 0,-53 53 228 0 0,1-1 0 0 0,-1 1-1 0 0,1 0 1 0 0,0 0-1 0 0,0 1 1 0 0,0-1-1 0 0,0 1 1 0 0,0-1 0 0 0,1 1-1 0 0,-1 0 1 0 0,0 0-1 0 0,1 0 1 0 0,-1 1-1 0 0,0-1 1 0 0,5 1 0 0 0,-6 0-34 0 0,0 0 0 0 0,0 1 0 0 0,0-1 0 0 0,-1 1 0 0 0,1-1 0 0 0,0 1 0 0 0,0 0 0 0 0,0 0 0 0 0,0 0 0 0 0,-1 0 0 0 0,1 0 0 0 0,0 0 0 0 0,-1 1 0 0 0,1-1 0 0 0,-1 0 0 0 0,1 1 0 0 0,-1-1 0 0 0,0 1 0 0 0,0 0 0 0 0,0-1 1 0 0,0 1-1 0 0,0 0 0 0 0,0 0 0 0 0,0 0 0 0 0,0-1 0 0 0,0 5 0 0 0,13 42 138 0 0,-11-35-615 0 0,1 0 1 0 0,0 0-1 0 0,0-1 1 0 0,1 1-1 0 0,9 14 0 0 0,-4-12-418 0 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7:56.2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112 46 3225 0 0,'6'-17'-94'0'0,"-6"16"458"0"0,0 0-1 0 0,0 0 0 0 0,0 0 1 0 0,0 0-1 0 0,0-1 1 0 0,0 1-1 0 0,0 0 0 0 0,0 0 1 0 0,0 0-1 0 0,-1 0 0 0 0,1 0 1 0 0,0 0-1 0 0,-1 0 0 0 0,1 0 1 0 0,-1 0-1 0 0,-5-6 2048 0 0,6 7-2069 0 0,-1-1-1 0 0,0 1 0 0 0,0-1 1 0 0,0 1-1 0 0,0-1 0 0 0,0 1 1 0 0,0 0-1 0 0,0 0 0 0 0,1-1 1 0 0,-1 1-1 0 0,0 0 0 0 0,0 0 1 0 0,-1 0-1 0 0,-16 4 721 0 0,12-2-873 0 0,1 1 0 0 0,0 0 0 0 0,1 0 0 0 0,-1 1 0 0 0,0 0 0 0 0,1-1-1 0 0,0 1 1 0 0,0 1 0 0 0,0-1 0 0 0,1 0 0 0 0,-1 1 0 0 0,1 0 0 0 0,0 0 0 0 0,0 0 0 0 0,1 0 0 0 0,-1 0 0 0 0,1 1 0 0 0,1-1-1 0 0,-3 10 1 0 0,3-10-192 0 0,0 0-1 0 0,0 0 0 0 0,1-1 0 0 0,-1 1 0 0 0,1 0 0 0 0,1 0 1 0 0,-1 0-1 0 0,1 0 0 0 0,-1-1 0 0 0,1 1 0 0 0,1 0 0 0 0,-1-1 0 0 0,1 1 1 0 0,-1-1-1 0 0,1 1 0 0 0,1-1 0 0 0,-1 0 0 0 0,1 0 0 0 0,-1 0 1 0 0,1 0-1 0 0,0 0 0 0 0,1 0 0 0 0,4 4 0 0 0,9 4-637 0 0,32 17 0 0 0,-37-23 101 0 0,0 1 0 0 0,-1-1 0 0 0,0 2 0 0 0,0 0 0 0 0,-1 0 0 0 0,18 18 0 0 0,-27-25 480 0 0,0 0-1 0 0,0 1 1 0 0,0-1 0 0 0,-1 0 0 0 0,1 1 0 0 0,0-1 0 0 0,0 1 0 0 0,-1-1-1 0 0,1 1 1 0 0,-1-1 0 0 0,1 1 0 0 0,-1 0 0 0 0,0-1 0 0 0,1 1 0 0 0,-1-1 0 0 0,0 1-1 0 0,0 0 1 0 0,0-1 0 0 0,0 1 0 0 0,-1-1 0 0 0,1 1 0 0 0,0 0 0 0 0,-1 1-1 0 0,-1 0 96 0 0,1 0 0 0 0,-1 0-1 0 0,0-1 1 0 0,0 1-1 0 0,0 0 1 0 0,0-1-1 0 0,0 0 1 0 0,0 1-1 0 0,-1-1 1 0 0,-4 4-1 0 0,-7 3 312 0 0,-1-1 0 0 0,1-1 0 0 0,-26 10 0 0 0,36-15-421 0 0,-21 8-5501 0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7:58.5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362 87 656 0 0,'-14'-1'248'0'0,"-1"0"-1"0"0,0 1 0 0 0,1 0 1 0 0,-1 1-1 0 0,1 1 0 0 0,-18 4 1 0 0,-84 29 1788 0 0,100-30-1996 0 0,-44 18 4137 0 0,10 0 8599 0 0,101-26-12451 0 0,155-18-143 0 0,-27 3-53 0 0,155 3-3 0 0,-111 11-39 0 0,33 0-10 0 0,73-6 9 0 0,198-38 210 0 0,-460 43-220 0 0,-1 4 1 0 0,110 10-1 0 0,-155-1-623 0 0,-47-13 162 0 0,1-2 0 0 0,-31-12 0 0 0,35 11 152 0 0,-1 1-1 0 0,1 1 1 0 0,-1 0-1 0 0,-40-4 0 0 0,-199 18-322 0 0,63 1-13 0 0,75-9 900 0 0,1 5 1 0 0,0 5-1 0 0,-134 30 0 0 0,109-1-2023 0 0,-90 17-1481 0 0,213-53 3392 0 0,-77 16-1360 0 0,91-16 1315 0 0,-1 0 1 0 0,2 0-1 0 0,-1 1 1 0 0,0 0-1 0 0,1 1 1 0 0,-1 0-1 0 0,-12 10 517 0 0,22-15-617 0 0,0 0-1 0 0,0 0 1 0 0,-1 0 0 0 0,1 0-1 0 0,0 1 1 0 0,0-1 0 0 0,0 0 0 0 0,0 0-1 0 0,-1 0 1 0 0,1 0 0 0 0,-4-2 1769 0 0,4 1-1769 0 0,0 1-1 0 0,0 0 1 0 0,0 0 0 0 0,-1 0 0 0 0,1-1-1 0 0,0 1 1 0 0,0 0 0 0 0,0 0 0 0 0,0 0-1 0 0,0-1 1 0 0,0 1 0 0 0,0 0 0 0 0,0 0-1 0 0,0 0 1 0 0,0-1 0 0 0,0 1-1 0 0,0 0 1 0 0,0 0 0 0 0,1-1 0 0 0,-5-7-93 0 0,3 5 226 0 0,32-11 533 0 0,-10 9-707 0 0,-1 0 0 0 0,1 2 0 0 0,-1 0 0 0 0,1 2 0 0 0,30 1 0 0 0,-24-1-20 0 0,277-20-13 0 0,-16-1 0 0 0,-63 5-115 0 0,69 0-72 0 0,-258 18 159 0 0,0-1 0 0 0,0-2-1 0 0,0-1 1 0 0,66-16 0 0 0,-71 17-5221 0 0,-26 2 3891 0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7:59.0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237 173 2304 0 0,'-33'-14'3197'0'0,"-45"-21"6390"0"0,29 3-5990 0 0,28 17-2654 0 0,14 10-453 0 0,0 0 1 0 0,1 0 0 0 0,-1 0-1 0 0,1-1 1 0 0,-11-12-1 0 0,17 17-483 0 0,-1 1 0 0 0,1-1 0 0 0,-1 0 0 0 0,1 1-1 0 0,-1-1 1 0 0,1 0 0 0 0,0 1 0 0 0,-1-1 0 0 0,1 0-1 0 0,0 0 1 0 0,-1 1 0 0 0,1-1 0 0 0,0 0 0 0 0,0 0-1 0 0,0 0 1 0 0,0 1 0 0 0,0-1 0 0 0,0 0 0 0 0,0 0 0 0 0,0 0-1 0 0,0 0 1 0 0,0 1 0 0 0,0-1 0 0 0,0 0 0 0 0,1 0-1 0 0,-1 1 1 0 0,0-1 0 0 0,1 0 0 0 0,-1 0 0 0 0,0 1-1 0 0,1-1 1 0 0,-1 0 0 0 0,1 1 0 0 0,-1-1 0 0 0,1 0-1 0 0,-1 1 1 0 0,1-1 0 0 0,0 1 0 0 0,-1-1 0 0 0,1 1-1 0 0,0-1 1 0 0,-1 1 0 0 0,1 0 0 0 0,0-1 0 0 0,0 1-1 0 0,-1 0 1 0 0,1-1 0 0 0,0 1 0 0 0,1 0 0 0 0,-1 1-5 0 0,1 0 1 0 0,0 0 0 0 0,-1 0 0 0 0,1 0-1 0 0,-1 0 1 0 0,1 0 0 0 0,-1 0 0 0 0,1 1-1 0 0,-1-1 1 0 0,0 1 0 0 0,0-1 0 0 0,0 1-1 0 0,2 2 1 0 0,13 14 12 0 0,-15-17-17 0 0,0-1 0 0 0,0 0 0 0 0,-1 1 0 0 0,1-1 0 0 0,0 0 0 0 0,0 0-1 0 0,0 0 1 0 0,-1 0 0 0 0,1 0 0 0 0,0 0 0 0 0,0 0 0 0 0,0 0 0 0 0,0 0 0 0 0,0 0 0 0 0,-1 0 0 0 0,1 0 0 0 0,0-1 0 0 0,0 1 0 0 0,0 0 0 0 0,-1-1 0 0 0,1 1 0 0 0,1-1 0 0 0,-2 0-86 0 0,1 1 1 0 0,0 0 0 0 0,-1-1-1 0 0,1 1 1 0 0,0 0 0 0 0,0-1-1 0 0,-1 1 1 0 0,1 0 0 0 0,0 0-1 0 0,0 0 1 0 0,-1-1 0 0 0,1 1-1 0 0,0 0 1 0 0,0 0 0 0 0,0 0-1 0 0,-1 0 1 0 0,1 1 0 0 0,0-1-1 0 0,0 0 1 0 0,-1 0 0 0 0,1 0-1 0 0,0 1 1 0 0,0-1 0 0 0,-1 0-1 0 0,1 1 1 0 0,0-1 0 0 0,1 1-1 0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8:00.6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94 3225 0 0,'0'-11'2152'0'0,"1"2"-541"0"0,-1 0 0 0 0,-1 0 0 0 0,-2-16 1 0 0,3 23-1319 0 0,0 1 1 0 0,-1-1-1 0 0,1 1 1 0 0,0 0-1 0 0,-1-1 1 0 0,1 1 0 0 0,-1 0-1 0 0,1-1 1 0 0,-1 1-1 0 0,0 0 1 0 0,0 0-1 0 0,1 0 1 0 0,-1-1-1 0 0,0 1 1 0 0,0 0-1 0 0,0 0 1 0 0,0 0 0 0 0,0 0-1 0 0,-1 1 1 0 0,1-1-1 0 0,0 0 1 0 0,0 0-1 0 0,0 1 1 0 0,-1-1-1 0 0,1 1 1 0 0,0-1-1 0 0,-1 1 1 0 0,1-1 0 0 0,-1 1-1 0 0,1 0 1 0 0,-2 0-1 0 0,1 2-171 0 0,1 1-1 0 0,0 0 0 0 0,0 0 1 0 0,1 0-1 0 0,-1-1 0 0 0,1 1 1 0 0,-1 0-1 0 0,1 0 0 0 0,0 0 1 0 0,0 0-1 0 0,1 6 1 0 0,-1-6-5 0 0,1 110 59 0 0,16 124 0 0 0,-17-233-184 0 0,2 11-93 0 0,0-1 1 0 0,1 1-1 0 0,1-1 0 0 0,7 20 0 0 0,-25-59-305 0 0,9 17 407 0 0,0 0 0 0 0,1 0 0 0 0,0 0 0 0 0,1-1 0 0 0,-4-14 0 0 0,3-4-177 0 0,1 1 0 0 0,2-1-1 0 0,1 1 1 0 0,4-34 0 0 0,-2 29-48 0 0,-1-1 0 0 0,-4-43 0 0 0,3 74 232 0 0,-5-26 1012 0 0,5 26-982 0 0,0 0 1 0 0,0 0 0 0 0,-1 0 0 0 0,1 0 0 0 0,0 0 0 0 0,0 0 0 0 0,-1 1 0 0 0,1-1 0 0 0,0 0 0 0 0,-1 0 0 0 0,1 0 0 0 0,-1 1 0 0 0,1-1 0 0 0,-1 0 0 0 0,0 0-1 0 0,1 1 1 0 0,-1-1 0 0 0,0 1 0 0 0,1-1 0 0 0,-1 1 0 0 0,0-1 0 0 0,0 1 0 0 0,1-1 0 0 0,-3 0 104 0 0,6 13 93 0 0,1 1-178 0 0,1 0 0 0 0,0 0 1 0 0,1-1-1 0 0,11 19 0 0 0,-12-25-39 0 0,0 0 1 0 0,0 0-1 0 0,0 0 0 0 0,1-1 1 0 0,0 0-1 0 0,0 0 0 0 0,0 0 0 0 0,1-1 1 0 0,10 6-1 0 0,9 4-80 0 0,1-1-1 0 0,1-1 1 0 0,0-1-1 0 0,1-2 1 0 0,0-1-1 0 0,0-1 1 0 0,1-1-1 0 0,32 2 1 0 0,-57-8 39 0 0,22 3 59 0 0,-27-3-38 0 0,1 0 1 0 0,0 1-1 0 0,-1-1 1 0 0,1 0-1 0 0,0 0 0 0 0,-1 1 1 0 0,1-1-1 0 0,0 0 0 0 0,-1 1 1 0 0,1-1-1 0 0,0 1 0 0 0,-1-1 1 0 0,1 1-1 0 0,-1-1 0 0 0,1 1 1 0 0,-1-1-1 0 0,1 1 0 0 0,-1-1 1 0 0,0 1-1 0 0,1-1 0 0 0,-1 1 1 0 0,0 0-1 0 0,1-1 0 0 0,-1 1 1 0 0,0 0-1 0 0,0-1 1 0 0,1 1-1 0 0,-1 0 0 0 0,0 1 1 0 0,0-2 7 0 0,-9 2 39 0 0,-34-6 144 0 0,-83 3 0 0 0,111 2-152 0 0,0 1 0 0 0,1 0 0 0 0,-1 2 0 0 0,0-1 0 0 0,1 2 0 0 0,0 0 0 0 0,0 0 0 0 0,0 2 0 0 0,-20 11 0 0 0,20-9-86 0 0,-24 17-291 0 0,36-25 318 0 0,0 1 0 0 0,-1 0 0 0 0,1 0 0 0 0,1 0 0 0 0,-1 0 0 0 0,0 0 0 0 0,0 1 0 0 0,1-1 1 0 0,-1 0-1 0 0,1 1 0 0 0,0-1 0 0 0,0 1 0 0 0,-1 3 0 0 0,2-6 3 0 0,0 1 0 0 0,0-1 0 0 0,0 0 0 0 0,-1 1-1 0 0,1-1 1 0 0,0 0 0 0 0,0 1 0 0 0,0-1 0 0 0,1 0 0 0 0,-1 1 0 0 0,0-1 0 0 0,0 0 0 0 0,0 1 0 0 0,0-1-1 0 0,0 0 1 0 0,0 1 0 0 0,0-1 0 0 0,0 0 0 0 0,1 1 0 0 0,-1-1 0 0 0,0 0 0 0 0,0 1 0 0 0,0-1 0 0 0,1 0-1 0 0,-1 0 1 0 0,0 1 0 0 0,0-1 0 0 0,1 0 0 0 0,-1 0 0 0 0,0 0 0 0 0,1 1 0 0 0,-1-1 0 0 0,0 0 0 0 0,1 0 0 0 0,15 1-330 0 0,14-8-62 0 0,-8 0 125 0 0,63-24-2383 0 0,-78 28 2456 0 0,0 0 0 0 0,0-1 1 0 0,0 0-1 0 0,0-1 0 0 0,-1 1 1 0 0,0-1-1 0 0,0 0 0 0 0,9-11 1 0 0,-14 15 288 0 0,0 0 1 0 0,0 0 0 0 0,0 0-1 0 0,0 0 1 0 0,0 0 0 0 0,0-1-1 0 0,-1 1 1 0 0,1 0 0 0 0,-1-1 0 0 0,1 1-1 0 0,-1 0 1 0 0,1-1 0 0 0,-1 1-1 0 0,0 0 1 0 0,0-1 0 0 0,0 1-1 0 0,1-1 1 0 0,-1 1 0 0 0,-1-1-1 0 0,1 1 1 0 0,0-1 0 0 0,0 1-1 0 0,0 0 1 0 0,-1-1 0 0 0,1 1 0 0 0,-1-1-1 0 0,0 0 1 0 0,0 1-17 0 0,0 0-1 0 0,0 1 1 0 0,0-1-1 0 0,0 0 1 0 0,1 1 0 0 0,-1-1-1 0 0,-1 1 1 0 0,1 0-1 0 0,0-1 1 0 0,0 1 0 0 0,0 0-1 0 0,0 0 1 0 0,0-1-1 0 0,0 1 1 0 0,0 0 0 0 0,0 0-1 0 0,0 0 1 0 0,0 0-1 0 0,-1 1 1 0 0,1-1 0 0 0,0 0-1 0 0,0 0 1 0 0,0 1-1 0 0,0-1 1 0 0,0 0 0 0 0,0 1-1 0 0,0-1 1 0 0,0 1-1 0 0,0-1 1 0 0,0 1 0 0 0,0 0-1 0 0,1-1 1 0 0,-1 1-1 0 0,0 0 1 0 0,-1 1 0 0 0,-25 23-351 0 0,23-21 324 0 0,0 0 1 0 0,0 1-1 0 0,0-1 1 0 0,-1 0-1 0 0,0-1 1 0 0,0 1-1 0 0,0-1 1 0 0,0 0-1 0 0,0-1 1 0 0,0 1-1 0 0,-7 1 1 0 0,10-3-42 0 0,1-1 0 0 0,-1 0 1 0 0,1 0-1 0 0,-1 0 1 0 0,1 1-1 0 0,0-2 1 0 0,-1 1-1 0 0,1 0 0 0 0,-1 0 1 0 0,1 0-1 0 0,0-1 1 0 0,-1 1-1 0 0,1 0 1 0 0,-1-1-1 0 0,1 0 0 0 0,0 1 1 0 0,0-1-1 0 0,-1 0 1 0 0,1 1-1 0 0,0-1 1 0 0,0 0-1 0 0,0 0 1 0 0,0 0-1 0 0,0 0 0 0 0,0 0 1 0 0,0 0-1 0 0,0-1 1 0 0,0 1-1 0 0,1 0 1 0 0,-1 0-1 0 0,0-1 0 0 0,1 1 1 0 0,-1 0-1 0 0,1-1 1 0 0,-1 1-1 0 0,1 0 1 0 0,0-1-1 0 0,-1 1 0 0 0,1-1 1 0 0,0 1-1 0 0,0 0 1 0 0,0-1-1 0 0,0-1 1 0 0,1-10-120 0 0,-1 1 1 0 0,2 0-1 0 0,-1-1 0 0 0,5-12 1 0 0,-3 11 25 0 0,2-20-443 0 0,2-3 1971 0 0,-4 42-592 0 0,0 23-492 0 0,-2-18-311 0 0,1-1 1 0 0,1 1 0 0 0,-1-1-1 0 0,1 0 1 0 0,1 0-1 0 0,0 0 1 0 0,7 11-1 0 0,-6-11-41 0 0,-1-1 0 0 0,0 1 0 0 0,0 0-1 0 0,-1 0 1 0 0,0 1 0 0 0,2 14-1 0 0,-7-5 103 0 0,2-19-95 0 0,-1 0-1 0 0,1 1 1 0 0,0-1 0 0 0,0 0-1 0 0,-1 1 1 0 0,1-1-1 0 0,0 0 1 0 0,-1 0 0 0 0,1 1-1 0 0,0-1 1 0 0,-1 0 0 0 0,1 0-1 0 0,0 0 1 0 0,-1 1 0 0 0,1-1-1 0 0,-1 0 1 0 0,1 0 0 0 0,0 0-1 0 0,-1 0 1 0 0,1 0 0 0 0,-1 0-1 0 0,1 0 1 0 0,0 0 0 0 0,-1 0-1 0 0,1 0 1 0 0,-1 0 0 0 0,0-1-1 0 0,-1 1 0 0 0,1-1 1 0 0,0 1-1 0 0,0-1 1 0 0,0 0-1 0 0,0 1 1 0 0,0-1-1 0 0,0 0 1 0 0,0 0-1 0 0,0 0 0 0 0,0 0 1 0 0,0 0-1 0 0,0 0 1 0 0,1 0-1 0 0,-1 0 1 0 0,0 0-1 0 0,1-1 1 0 0,-1 1-1 0 0,1 0 0 0 0,-1 0 1 0 0,1 0-1 0 0,-1-3 1 0 0,-2-13 22 0 0,1 1 0 0 0,1-1 1 0 0,1 0-1 0 0,2-26 0 0 0,11-59 112 0 0,-9 74 276 0 0,-5 72-389 0 0,2 0 0 0 0,2 0 0 0 0,15 77 0 0 0,-12-76-20 0 0,-6-42 0 0 0,0 0 0 0 0,0 1 0 0 0,0-1 0 0 0,0 0 0 0 0,-1 0 0 0 0,1 0 0 0 0,-1 0 0 0 0,0 0 0 0 0,0 0 0 0 0,0 0 0 0 0,0 0 0 0 0,-2 4 0 0 0,3-7-15 0 0,0 0-1 0 0,-1 1 1 0 0,1-1-1 0 0,0 0 1 0 0,0 1-1 0 0,-1-1 1 0 0,1 0-1 0 0,0 1 1 0 0,-1-1 0 0 0,1 0-1 0 0,0 0 1 0 0,-1 1-1 0 0,1-1 1 0 0,-1 0-1 0 0,1 0 1 0 0,0 0-1 0 0,-1 0 1 0 0,1 0-1 0 0,-1 1 1 0 0,1-1 0 0 0,-1 0-1 0 0,1 0 1 0 0,0 0-1 0 0,-1 0 1 0 0,1 0-1 0 0,-1 0 1 0 0,1 0-1 0 0,-1-1 1 0 0,1 1 0 0 0,0 0-1 0 0,-1 0 1 0 0,1 0-1 0 0,-1 0 1 0 0,-12-13-1031 0 0,-5-19-621 0 0,14 17 1683 0 0,1-1 0 0 0,1 1 0 0 0,0 0 0 0 0,0-1 1 0 0,2 1-1 0 0,0-1 0 0 0,1 1 0 0 0,0 0 0 0 0,1-1 0 0 0,1 1 0 0 0,8-24 0 0 0,-11 38-7 0 0,0-1 0 0 0,1 1-1 0 0,-1 0 1 0 0,1-1 0 0 0,0 1-1 0 0,-1 0 1 0 0,1 0 0 0 0,0-1-1 0 0,0 1 1 0 0,0 0 0 0 0,0 0-1 0 0,0 0 1 0 0,0 0-1 0 0,0 0 1 0 0,0 0 0 0 0,0 0-1 0 0,0 1 1 0 0,1-1 0 0 0,-1 0-1 0 0,0 1 1 0 0,0-1 0 0 0,1 1-1 0 0,-1-1 1 0 0,1 1 0 0 0,-1-1-1 0 0,2 1 1 0 0,1 0 45 0 0,-1 0 1 0 0,1 0-1 0 0,0 0 1 0 0,-1 1-1 0 0,1 0 1 0 0,-1-1-1 0 0,1 1 1 0 0,-1 1-1 0 0,1-1 0 0 0,4 3 1 0 0,-2-1-80 0 0,0 0 0 0 0,-1 0 0 0 0,1 0 0 0 0,-1 1 0 0 0,0 0 0 0 0,0 0 0 0 0,-1 0 0 0 0,1 1 0 0 0,-1 0 0 0 0,0-1 0 0 0,0 2 0 0 0,6 9 0 0 0,-8-11-362 0 0,-1 0-1 0 0,0 0 1 0 0,1-1-1 0 0,-1 1 0 0 0,-1 0 1 0 0,1 0-1 0 0,0 0 1 0 0,-1 0-1 0 0,0 1 0 0 0,0-1 1 0 0,0 0-1 0 0,-1 0 0 0 0,1 0 1 0 0,-1 0-1 0 0,0 0 1 0 0,-2 5-1 0 0,-7 2 376 0 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8:01.2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489 76 2969 0 0,'0'-2'11'0'0,"1"0"0"0"0,0-1 0 0 0,0 1 0 0 0,0 0 0 0 0,1 0 0 0 0,-1 0 0 0 0,0 0 1 0 0,1 0-1 0 0,-1 1 0 0 0,1-1 0 0 0,0 0 0 0 0,0 1 0 0 0,-1-1 0 0 0,1 1 0 0 0,0-1 0 0 0,0 1 0 0 0,0 0 1 0 0,1 0-1 0 0,-1 0 0 0 0,0 0 0 0 0,0 0 0 0 0,3 0 0 0 0,4-3 63 0 0,0 1 0 0 0,1 0 0 0 0,-1 1 0 0 0,15-2 0 0 0,42-6 3695 0 0,-23-2 2167 0 0,-76 19 1856 0 0,-32 2-6210 0 0,19-4-1520 0 0,-210 16 891 0 0,206-20-776 0 0,1-2 1 0 0,0-3-1 0 0,-60-11 0 0 0,81 11-2189 0 0,15 5-339 0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8:46.0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245 142 3225 0 0,'0'-10'1078'0'0,"-1"0"0"0"0,-1 0 0 0 0,0 0 0 0 0,-6-19 0 0 0,7 24-524 0 0,-1-1 1 0 0,0 1 0 0 0,-1 0 0 0 0,1 0 0 0 0,-1 0 0 0 0,0 0 0 0 0,0 0 0 0 0,-1 1 0 0 0,1-1 0 0 0,-6-4 0 0 0,6 7-315 0 0,0 0 0 0 0,0 1 0 0 0,0-1 0 0 0,0 1 0 0 0,0 0 0 0 0,0 0-1 0 0,0 0 1 0 0,0 0 0 0 0,0 1 0 0 0,-1-1 0 0 0,1 1 0 0 0,0 0 0 0 0,0 0 0 0 0,-1 0 0 0 0,1 0 0 0 0,0 0-1 0 0,0 1 1 0 0,-1-1 0 0 0,1 1 0 0 0,0 0 0 0 0,0 0 0 0 0,0 0 0 0 0,-5 3 0 0 0,2-1-94 0 0,1 0 1 0 0,0 0-1 0 0,0 0 1 0 0,0 1-1 0 0,0 0 0 0 0,0 0 1 0 0,1 0-1 0 0,0 0 1 0 0,0 1-1 0 0,0-1 1 0 0,-6 11-1 0 0,0 9-90 0 0,1 1 0 0 0,1 0 0 0 0,2 0 0 0 0,0 0 0 0 0,-2 30 0 0 0,6-44-53 0 0,-1 12-3 0 0,1 0 0 0 0,1-1 0 0 0,1 1 0 0 0,2 0 0 0 0,0 0 0 0 0,1 0 0 0 0,6 24 0 0 0,-5-32 0 0 0,0 0 0 0 0,2 0 0 0 0,-1 0 0 0 0,2-1 0 0 0,0 0 0 0 0,0-1 0 0 0,1 1 0 0 0,1-1 0 0 0,0-1 0 0 0,1 0 0 0 0,15 15 0 0 0,-19-22 3 0 0,0-1 1 0 0,0 0-1 0 0,0 0 1 0 0,0-1-1 0 0,1 0 0 0 0,0 0 1 0 0,-1 0-1 0 0,1-1 1 0 0,0 0-1 0 0,0 0 1 0 0,1-1-1 0 0,-1 0 1 0 0,0 0-1 0 0,0-1 1 0 0,0 0-1 0 0,1 0 0 0 0,-1 0 1 0 0,0-1-1 0 0,0 0 1 0 0,0-1-1 0 0,1 0 1 0 0,-2 0-1 0 0,14-5 1 0 0,-4 0 6 0 0,1-1 1 0 0,-1 0 0 0 0,0-1 0 0 0,-1-1 0 0 0,0 0 0 0 0,-1-2 0 0 0,0 1 0 0 0,19-22 0 0 0,-18 14 77 0 0,0-1-1 0 0,-2-1 1 0 0,0 0-1 0 0,-1-1 1 0 0,-2 0 0 0 0,0-1-1 0 0,-1 0 1 0 0,-1-1-1 0 0,-2 1 1 0 0,0-2 0 0 0,2-25-1 0 0,-7 42-48 0 0,-1 0 0 0 0,0 1 0 0 0,0-1 1 0 0,-1 0-1 0 0,0 0 0 0 0,0 0 0 0 0,-1 0 0 0 0,0 0 0 0 0,0 1 0 0 0,-1-1 0 0 0,0 1 1 0 0,-1 0-1 0 0,1 0 0 0 0,-1 0 0 0 0,-1 0 0 0 0,1 0 0 0 0,-1 1 0 0 0,0 0 0 0 0,-1 0 1 0 0,1 0-1 0 0,-1 1 0 0 0,0 0 0 0 0,0 0 0 0 0,-1 1 0 0 0,-9-6 0 0 0,-6-2-257 0 0,-1 1 0 0 0,0 0 0 0 0,-1 2 0 0 0,0 1 0 0 0,-1 1 0 0 0,-40-7 0 0 0,49 10-2107 0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8:46.7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341 28 2761 0 0,'-7'-4'935'0'0,"-1"0"1"0"0,0 0-1 0 0,-1 1 1 0 0,1 0-1 0 0,-1 0 1 0 0,1 1-1 0 0,-1 0 1 0 0,0 1-1 0 0,0 0 1 0 0,1 0-1 0 0,-15 1 1 0 0,17 1-576 0 0,0-1 1 0 0,0 1-1 0 0,0 0 1 0 0,0 0-1 0 0,0 1 1 0 0,0 0-1 0 0,0 0 1 0 0,1 0 0 0 0,-1 1-1 0 0,1 0 1 0 0,0 0-1 0 0,0 0 1 0 0,0 1-1 0 0,0 0 1 0 0,0 0-1 0 0,1 0 1 0 0,-6 6-1 0 0,-7 12-190 0 0,1 0 0 0 0,1 1 0 0 0,1 1 0 0 0,-20 46 0 0 0,28-55-148 0 0,1 0 0 0 0,1 1-1 0 0,0 0 1 0 0,1-1 0 0 0,1 1-1 0 0,0 1 1 0 0,2-1 0 0 0,0 0 0 0 0,2 25-1 0 0,0-27 26 0 0,1 1-1 0 0,0-1 1 0 0,0 0-1 0 0,2 0 0 0 0,0-1 1 0 0,0 1-1 0 0,1-1 1 0 0,14 21-1 0 0,-15-26-4 0 0,1 0 0 0 0,0-1 0 0 0,1 0 1 0 0,-1 0-1 0 0,1-1 0 0 0,1 1 0 0 0,-1-2 0 0 0,1 1 0 0 0,0-1 0 0 0,1 0 0 0 0,-1 0 0 0 0,1-1 1 0 0,0-1-1 0 0,11 4 0 0 0,-6-4-23 0 0,0 0 1 0 0,0-1-1 0 0,0 0 1 0 0,1-1-1 0 0,-1-1 1 0 0,1-1 0 0 0,-1 0-1 0 0,0 0 1 0 0,0-2-1 0 0,1 0 1 0 0,-1 0-1 0 0,-1-1 1 0 0,21-9-1 0 0,-19 6 22 0 0,0 0 0 0 0,-1-1 0 0 0,0 0 0 0 0,0-1 0 0 0,0-1 0 0 0,-2 0 0 0 0,1-1-1 0 0,-1-1 1 0 0,-1 0 0 0 0,0 0 0 0 0,15-22 0 0 0,-21 25-1 0 0,0-1 1 0 0,0 0-1 0 0,-1 0 1 0 0,0-1-1 0 0,-1 1 1 0 0,0-1-1 0 0,-1 1 0 0 0,0-1 1 0 0,0 0-1 0 0,-1 0 1 0 0,-1 0-1 0 0,0 0 0 0 0,0 0 1 0 0,-1 0-1 0 0,-1 0 1 0 0,0 0-1 0 0,0 0 1 0 0,-1 1-1 0 0,0-1 0 0 0,-1 1 1 0 0,0 0-1 0 0,-9-16 1 0 0,8 16-89 0 0,-1 0 0 0 0,0 1 0 0 0,-1 0 1 0 0,0 1-1 0 0,0-1 0 0 0,-1 1 1 0 0,1 1-1 0 0,-2-1 0 0 0,1 1 0 0 0,-1 1 1 0 0,0 0-1 0 0,-1 0 0 0 0,1 0 0 0 0,-1 1 1 0 0,0 1-1 0 0,-1 0 0 0 0,1 0 1 0 0,-1 1-1 0 0,0 1 0 0 0,1-1 0 0 0,-1 2 1 0 0,-18-2-1 0 0,-10 9-2327 0 0,20 2-5156 0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8:47.3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242 1 7834 0 0,'-6'0'295'0'0,"0"0"0"0"0,1 0 0 0 0,-1 0 0 0 0,0 1 0 0 0,1 0 0 0 0,-1 0 0 0 0,1 0 0 0 0,-1 1 0 0 0,1 0 0 0 0,0 0 0 0 0,-1 0 0 0 0,1 1 0 0 0,0-1 0 0 0,1 1 0 0 0,-1 0 0 0 0,0 1 0 0 0,-4 4 0 0 0,-6 4 639 0 0,2 1 0 0 0,0 1 1 0 0,-21 28-1 0 0,25-29-797 0 0,1 1 1 0 0,0 1-1 0 0,1-1 0 0 0,0 1 0 0 0,1 0 1 0 0,1 0-1 0 0,1 1 0 0 0,0-1 1 0 0,1 1-1 0 0,1 0 0 0 0,0 0 1 0 0,1 1-1 0 0,0-1 0 0 0,5 31 1 0 0,0-17-79 0 0,1-1 0 0 0,2 0 0 0 0,1 0 1 0 0,1-1-1 0 0,1 0 0 0 0,2 0 1 0 0,18 32-1 0 0,-26-53-53 0 0,0-1 1 0 0,0 0 0 0 0,1 0-1 0 0,-1 0 1 0 0,1 0-1 0 0,1-1 1 0 0,-1 0 0 0 0,1 0-1 0 0,0 0 1 0 0,0-1 0 0 0,0 0-1 0 0,1 0 1 0 0,-1 0-1 0 0,1-1 1 0 0,0 0 0 0 0,10 2-1 0 0,-6-2 14 0 0,-1-1 0 0 0,1 0 0 0 0,0-1 0 0 0,0-1-1 0 0,0 1 1 0 0,0-2 0 0 0,0 0 0 0 0,0 0 0 0 0,0-1 0 0 0,17-4 0 0 0,-9 0 78 0 0,0-1 0 0 0,-1 0 1 0 0,1-1-1 0 0,-2-1 1 0 0,1 0-1 0 0,-1-2 1 0 0,-1 0-1 0 0,0-1 0 0 0,27-26 1 0 0,-33 29 15 0 0,-1-2-1 0 0,0 1 1 0 0,-1-1 0 0 0,-1 0-1 0 0,1-1 1 0 0,-2 0 0 0 0,0 0-1 0 0,0 0 1 0 0,-1-1 0 0 0,-1 0-1 0 0,0 0 1 0 0,0 0 0 0 0,-1 0-1 0 0,-1 0 1 0 0,1-19 0 0 0,-3 14-6 0 0,-1-1 1 0 0,0 1 0 0 0,-1 0-1 0 0,-1 0 1 0 0,0 0-1 0 0,-2 0 1 0 0,0 0-1 0 0,-1 1 1 0 0,-15-31 0 0 0,15 38-83 0 0,1 0 1 0 0,-2 1 0 0 0,1 0-1 0 0,-1 0 1 0 0,-1 0 0 0 0,0 1-1 0 0,0 0 1 0 0,0 0 0 0 0,-1 1-1 0 0,0 0 1 0 0,-1 1 0 0 0,1 0-1 0 0,-1 0 1 0 0,-1 1 0 0 0,1 1-1 0 0,-22-7 1 0 0,12 6-20 0 0,1 1 0 0 0,-1 0 0 0 0,-25 0 1 0 0,36 4-87 0 0,1 0 1 0 0,0 0 0 0 0,-1 1 0 0 0,1 0-1 0 0,0 0 1 0 0,0 1 0 0 0,0 0-1 0 0,0 0 1 0 0,0 1 0 0 0,-13 6 0 0 0,19-7-151 0 0,0-1 0 0 0,0 1 0 0 0,-1 0 0 0 0,1 0 0 0 0,0 0 0 0 0,0 0 0 0 0,1 0 0 0 0,-1 0 0 0 0,0 0 0 0 0,1 1 0 0 0,-1-1 0 0 0,1 1 0 0 0,-2 3 0 0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8:47.8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237 100 4609 0 0,'-6'-4'635'0'0,"0"-1"0"0"0,0 1 1 0 0,0 0-1 0 0,0 0 0 0 0,0 1 0 0 0,-1 0 0 0 0,0 0 1 0 0,0 0-1 0 0,0 1 0 0 0,0 0 0 0 0,0 0 0 0 0,0 1 1 0 0,0 0-1 0 0,0 0 0 0 0,-10 1 0 0 0,13 0-196 0 0,-1 1-1 0 0,1-1 0 0 0,0 1 1 0 0,-1 0-1 0 0,1 0 1 0 0,0 1-1 0 0,0-1 1 0 0,0 1-1 0 0,0 0 0 0 0,0 0 1 0 0,0 0-1 0 0,1 1 1 0 0,-1-1-1 0 0,-3 4 1 0 0,3-2-355 0 0,1-1 1 0 0,0 1-1 0 0,0 0 0 0 0,0 0 1 0 0,0 0-1 0 0,1 1 1 0 0,0-1-1 0 0,-4 10 1 0 0,-1 6-43 0 0,2 1 1 0 0,0 0 0 0 0,1 1 0 0 0,1-1-1 0 0,1 1 1 0 0,1-1 0 0 0,1 1-1 0 0,1 0 1 0 0,0-1 0 0 0,2 1-1 0 0,1-1 1 0 0,0 0 0 0 0,14 38 0 0 0,-13-45-113 0 0,1 0 0 0 0,0-1 1 0 0,1 1-1 0 0,1-1 0 0 0,0-1 1 0 0,0 1-1 0 0,2-2 1 0 0,-1 1-1 0 0,1-1 0 0 0,1-1 1 0 0,0 1-1 0 0,1-2 1 0 0,-1 0-1 0 0,2 0 0 0 0,-1-1 1 0 0,1-1-1 0 0,1 0 0 0 0,-1-1 1 0 0,1 0-1 0 0,24 6 1 0 0,-25-9 16 0 0,-1 0-1 0 0,1-1 1 0 0,-1 0 0 0 0,1-1 0 0 0,-1-1 0 0 0,1 0 0 0 0,0-1 0 0 0,24-4 0 0 0,-30 3 104 0 0,-1 0 0 0 0,1 0 0 0 0,-1-1 0 0 0,0 0-1 0 0,0 0 1 0 0,0 0 0 0 0,0-1 0 0 0,-1 0 0 0 0,1 0-1 0 0,-1 0 1 0 0,0 0 0 0 0,0-1 0 0 0,-1 0 0 0 0,0 0-1 0 0,1-1 1 0 0,-2 1 0 0 0,1-1 0 0 0,4-9 0 0 0,2-7 81 0 0,-1 0 1 0 0,-2 0 0 0 0,0-1-1 0 0,-1 0 1 0 0,-2 0 0 0 0,0-1-1 0 0,0-24 1 0 0,-2 11 40 0 0,-3-1 0 0 0,-1 0 0 0 0,-11-63 0 0 0,11 90-147 0 0,-1 1 0 0 0,0-1 0 0 0,-1 0 0 0 0,0 1 0 0 0,0 0 0 0 0,-1 0-1 0 0,-1 0 1 0 0,1 1 0 0 0,-2 0 0 0 0,1 0 0 0 0,-1 0 0 0 0,-15-13 0 0 0,17 17-114 0 0,-1 0 0 0 0,0 1 0 0 0,0 0 0 0 0,0 0 0 0 0,0 1 0 0 0,-1 0 0 0 0,1 0 0 0 0,-1 0 0 0 0,0 1 0 0 0,0 0 0 0 0,0 0 0 0 0,0 1 0 0 0,0-1 0 0 0,0 2 0 0 0,0-1 0 0 0,0 1 0 0 0,0 0 0 0 0,-1 1 0 0 0,1-1 0 0 0,-13 4 0 0 0,-5 4-1115 0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8:48.4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307 140 5985 0 0,'-3'-3'222'0'0,"-1"0"0"0"0,0 1 0 0 0,0-1-1 0 0,0 1 1 0 0,0 0 0 0 0,0 0 0 0 0,0 0 0 0 0,-1 1-1 0 0,1-1 1 0 0,-1 1 0 0 0,1 0 0 0 0,-1 1 0 0 0,-5-1-1 0 0,3 0 433 0 0,1 1-1 0 0,-1 0 1 0 0,1 0-1 0 0,-1 1 0 0 0,0 0 1 0 0,1 0-1 0 0,-1 0 1 0 0,-9 4-1 0 0,7 0-308 0 0,1 0 0 0 0,0 0 0 0 0,1 0 0 0 0,-1 1 0 0 0,1 0 0 0 0,0 1 0 0 0,0-1 0 0 0,1 1 0 0 0,0 1 0 0 0,0-1 0 0 0,1 1 0 0 0,0 0 0 0 0,-6 14 0 0 0,-3 8 190 0 0,1 0-1 0 0,-13 49 1 0 0,20-57-472 0 0,1 1 1 0 0,1 0 0 0 0,1 0-1 0 0,1 1 1 0 0,1-1 0 0 0,1 0 0 0 0,4 27-1 0 0,-2-35-80 0 0,0 0 0 0 0,1 0-1 0 0,1 0 1 0 0,0 0-1 0 0,1-1 1 0 0,1 0 0 0 0,0 0-1 0 0,1 0 1 0 0,1 0 0 0 0,0-1-1 0 0,18 22 1 0 0,-19-28-37 0 0,1 0 0 0 0,1 0 0 0 0,-1-1 0 0 0,1 0 0 0 0,0 0 0 0 0,1-1 0 0 0,-1-1 0 0 0,1 1 1 0 0,0-1-1 0 0,0-1 0 0 0,0 0 0 0 0,0-1 0 0 0,1 1 0 0 0,-1-2 0 0 0,1 0 0 0 0,-1 0 0 0 0,12-1 0 0 0,0 0-59 0 0,1-2-1 0 0,-1 0 1 0 0,0-2 0 0 0,0 0-1 0 0,0-1 1 0 0,-1-1 0 0 0,23-10-1 0 0,-35 12 171 0 0,-1 0-1 0 0,1-1 1 0 0,-1 0-1 0 0,0 0 1 0 0,-1 0-1 0 0,1-1 1 0 0,-1 0-1 0 0,0-1 1 0 0,0 0-1 0 0,-1 0 1 0 0,0 0 0 0 0,-1-1-1 0 0,1 0 1 0 0,7-14-1 0 0,-9 12 22 0 0,0-1-1 0 0,0 0 1 0 0,-1 1 0 0 0,0-1 0 0 0,-1 0-1 0 0,0-1 1 0 0,-1 1 0 0 0,0 0-1 0 0,-1 0 1 0 0,0-1 0 0 0,-1 1-1 0 0,-2-13 1 0 0,-6-19 351 0 0,-1 1 1 0 0,-27-69-1 0 0,-46-75-150 0 0,76 169-235 0 0,-2 1 0 0 0,0 0 0 0 0,0 1-1 0 0,-2 0 1 0 0,-13-15 0 0 0,20 25-38 0 0,-1 0-1 0 0,0 1 0 0 0,0 0 0 0 0,-1 0 1 0 0,1 0-1 0 0,-1 1 0 0 0,1 0 1 0 0,-1 0-1 0 0,0 0 0 0 0,-1 1 1 0 0,1 0-1 0 0,0 0 0 0 0,-1 0 1 0 0,1 1-1 0 0,-1 0 0 0 0,1 0 0 0 0,-9 1 1 0 0,7 0-65 0 0,1 0 0 0 0,-1 1 0 0 0,1 0 0 0 0,0 0 0 0 0,-1 0 0 0 0,-12 5 1 0 0,17-5-132 0 0,0 1 0 0 0,0-1 0 0 0,1 1 0 0 0,-1 0 1 0 0,0-1-1 0 0,1 1 0 0 0,-1 1 0 0 0,1-1 0 0 0,-1 0 0 0 0,1 0 1 0 0,0 1-1 0 0,0-1 0 0 0,0 1 0 0 0,0 0 0 0 0,1 0 1 0 0,-1-1-1 0 0,-1 7 0 0 0,-2 12-7022 0 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8:49.0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299 60 4609 0 0,'-55'-22'5355'0'0,"46"17"-4412"0"0,1 1 1 0 0,-1 0-1 0 0,0 1 0 0 0,-1 0 0 0 0,-10-3 1 0 0,17 6-706 0 0,0 0 0 0 0,0-1 0 0 0,0 1 0 0 0,0 1 0 0 0,-1-1 0 0 0,1 0 1 0 0,0 1-1 0 0,0 0 0 0 0,0-1 0 0 0,0 1 0 0 0,0 0 0 0 0,1 1 0 0 0,-1-1 0 0 0,0 0 1 0 0,0 1-1 0 0,1 0 0 0 0,-1-1 0 0 0,1 1 0 0 0,-1 0 0 0 0,-2 4 0 0 0,-3 3 15 0 0,1 0-1 0 0,0 0 0 0 0,1 0 0 0 0,0 1 0 0 0,1 0 1 0 0,-8 20-1 0 0,-20 68 30 0 0,31-90-253 0 0,-5 16-9 0 0,0 1 0 0 0,2 0 0 0 0,1 0 0 0 0,1 0 0 0 0,1 1 0 0 0,1 28 0 0 0,2-44-13 0 0,0-1 0 0 0,0 0 0 0 0,1 1-1 0 0,0-1 1 0 0,1 0 0 0 0,0 0-1 0 0,0 0 1 0 0,1-1 0 0 0,0 1-1 0 0,1-1 1 0 0,0 0 0 0 0,0 0 0 0 0,0-1-1 0 0,1 1 1 0 0,0-1 0 0 0,1 0-1 0 0,0-1 1 0 0,0 1 0 0 0,13 8 0 0 0,-5-6-43 0 0,0 0 0 0 0,1-1 0 0 0,0-1 0 0 0,0-1 0 0 0,1 0 0 0 0,-1-1 0 0 0,1 0 0 0 0,0-2 0 0 0,1 0 0 0 0,-1-1 0 0 0,1 0 0 0 0,-1-2 1 0 0,1 0-1 0 0,20-3 0 0 0,-28 2 47 0 0,1-1 0 0 0,-1 0 0 0 0,1-1 1 0 0,-1 0-1 0 0,0-1 0 0 0,0 0 0 0 0,0 0 0 0 0,-1-1 1 0 0,1 0-1 0 0,-1-1 0 0 0,0 0 0 0 0,-1 0 0 0 0,1-1 1 0 0,-1 0-1 0 0,-1-1 0 0 0,1 0 0 0 0,-2 0 0 0 0,1 0 1 0 0,-1-1-1 0 0,0 0 0 0 0,0 0 0 0 0,-1-1 0 0 0,-1 1 1 0 0,5-14-1 0 0,-4 6 84 0 0,0 0-1 0 0,-2-1 1 0 0,0 0 0 0 0,-1 0 0 0 0,-1 0 0 0 0,0 0 0 0 0,-2 0-1 0 0,0 0 1 0 0,-5-25 0 0 0,0 15 52 0 0,-1 0 1 0 0,-1 0-1 0 0,-1 1 1 0 0,-2 1-1 0 0,-16-32 0 0 0,22 50-290 0 0,0 0-1 0 0,0 0 1 0 0,-1 1-1 0 0,0 0 1 0 0,0 0-1 0 0,-1 0 1 0 0,1 1 0 0 0,-2-1-1 0 0,1 2 1 0 0,-1-1-1 0 0,1 1 1 0 0,-12-5-1 0 0,16 8 84 0 0,-1 1 0 0 0,1-1 0 0 0,-1 1 0 0 0,0 0-1 0 0,0 0 1 0 0,1 0 0 0 0,-1 0 0 0 0,0 1 0 0 0,0 0 0 0 0,0-1-1 0 0,0 2 1 0 0,0-1 0 0 0,0 0 0 0 0,1 1 0 0 0,-1-1 0 0 0,0 1-1 0 0,0 0 1 0 0,1 1 0 0 0,-1-1 0 0 0,0 0 0 0 0,1 1 0 0 0,-1 0 0 0 0,1 0-1 0 0,0 0 1 0 0,0 0 0 0 0,0 1 0 0 0,0-1 0 0 0,0 1 0 0 0,0 0-1 0 0,0 0 1 0 0,-2 4 0 0 0,-12 16-23 0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8:49.6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275 31 5985 0 0,'-31'-15'1250'0'0,"29"13"-900"0"0,-1 1 0 0 0,0-1 0 0 0,1 0 0 0 0,-1 1 1 0 0,0 0-1 0 0,0-1 0 0 0,0 1 0 0 0,0 1 0 0 0,0-1 0 0 0,0 0 0 0 0,0 1 1 0 0,-1-1-1 0 0,1 1 0 0 0,0 0 0 0 0,0 0 0 0 0,0 0 0 0 0,0 1 0 0 0,0-1 0 0 0,-1 1 1 0 0,1-1-1 0 0,-5 3 0 0 0,-1 1 126 0 0,1 0 0 0 0,0 1 0 0 0,0 0 0 0 0,0 0 1 0 0,0 0-1 0 0,1 1 0 0 0,0 0 0 0 0,0 1 0 0 0,1 0 0 0 0,-7 8 1 0 0,4-3-156 0 0,1 1 1 0 0,1 0 0 0 0,0 0-1 0 0,0 1 1 0 0,-7 25-1 0 0,5-7-246 0 0,1 0-1 0 0,2 1 0 0 0,2 0 1 0 0,-1 67-1 0 0,5-82-68 0 0,1 0 1 0 0,1 0-1 0 0,1 0 0 0 0,0 0 1 0 0,1 0-1 0 0,1-1 1 0 0,1 1-1 0 0,1-2 0 0 0,0 1 1 0 0,1 0-1 0 0,0-2 1 0 0,1 1-1 0 0,1-1 0 0 0,14 16 1 0 0,-14-20-30 0 0,0 0 0 0 0,0-1 1 0 0,1-1-1 0 0,0 0 0 0 0,1 0 0 0 0,0-1 1 0 0,1-1-1 0 0,-1 0 0 0 0,1 0 0 0 0,1-1 1 0 0,-1-1-1 0 0,1-1 0 0 0,0 0 0 0 0,0 0 1 0 0,0-1-1 0 0,1-1 0 0 0,-1-1 0 0 0,17 1 1 0 0,-18-2 25 0 0,0 0 0 0 0,0-1 0 0 0,0-1 1 0 0,0 0-1 0 0,-1 0 0 0 0,1-1 0 0 0,0-1 0 0 0,-1 0 1 0 0,0-1-1 0 0,0 0 0 0 0,0-1 0 0 0,-1 0 0 0 0,1-1 1 0 0,-1 0-1 0 0,-1-1 0 0 0,0 0 0 0 0,0 0 0 0 0,0-1 1 0 0,-1-1-1 0 0,-1 0 0 0 0,1 0 0 0 0,-2 0 0 0 0,1-1 1 0 0,10-23-1 0 0,-11 20 69 0 0,-2-1 0 0 0,0 0 1 0 0,0-1-1 0 0,-1 1 0 0 0,-1-1 1 0 0,-1 0-1 0 0,0 0 0 0 0,-1 0 1 0 0,-1 0-1 0 0,0 0 0 0 0,-1 1 1 0 0,-1-1-1 0 0,0 0 0 0 0,-5-17 1 0 0,-1 6 66 0 0,-1 0 1 0 0,0 0-1 0 0,-2 1 0 0 0,-2 1 1 0 0,0 0-1 0 0,-1 0 1 0 0,-21-25-1 0 0,29 42-138 0 0,-1 0 0 0 0,0 1 0 0 0,0 0 0 0 0,-1 0 0 0 0,0 1-1 0 0,-1-1 1 0 0,1 2 0 0 0,-1-1 0 0 0,0 2 0 0 0,0-1 0 0 0,-1 1 0 0 0,1 0 0 0 0,-1 1-1 0 0,0 0 1 0 0,-16-2 0 0 0,6 2-256 0 0,0 1 0 0 0,0 1 0 0 0,1 1 0 0 0,-1 1 0 0 0,0 1-1 0 0,0 0 1 0 0,-22 6 0 0 0,26-2-976 0 0,2 0-296 0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8:50.1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224 45 11058 0 0,'-5'-4'617'0'0,"1"-1"0"0"0,-1 1 0 0 0,0 0 0 0 0,0 0 0 0 0,0 1 0 0 0,-1 0 0 0 0,1 0 0 0 0,-1 0 0 0 0,0 0 0 0 0,0 1 0 0 0,0 0 0 0 0,-9-2 0 0 0,12 4-484 0 0,-1 0 0 0 0,1 0-1 0 0,0 0 1 0 0,0 0 0 0 0,0 0 0 0 0,0 1-1 0 0,0-1 1 0 0,0 1 0 0 0,0 0-1 0 0,0 0 1 0 0,0 0 0 0 0,0 0 0 0 0,0 1-1 0 0,0-1 1 0 0,0 1 0 0 0,1 0 0 0 0,-1 0-1 0 0,1 0 1 0 0,-1 0 0 0 0,1 0-1 0 0,0 0 1 0 0,0 1 0 0 0,0-1 0 0 0,0 1-1 0 0,0-1 1 0 0,1 1 0 0 0,-2 3 0 0 0,-7 14-27 0 0,1-1 0 0 0,1 2 1 0 0,0-1-1 0 0,2 1 1 0 0,-6 32-1 0 0,5-10-33 0 0,-2 77 1 0 0,9-98-68 0 0,0-1 1 0 0,2 0-1 0 0,0 1 0 0 0,2-1 1 0 0,0 0-1 0 0,1-1 0 0 0,1 1 1 0 0,11 22-1 0 0,-11-29-44 0 0,1 0-1 0 0,1-1 1 0 0,0 0 0 0 0,1-1 0 0 0,1 0 0 0 0,0 0-1 0 0,0-1 1 0 0,1 0 0 0 0,0 0 0 0 0,1-2-1 0 0,0 1 1 0 0,15 7 0 0 0,-16-10-17 0 0,-1-2 1 0 0,1 0-1 0 0,0 0 0 0 0,1-1 1 0 0,-1 0-1 0 0,1-1 0 0 0,0 0 1 0 0,0-1-1 0 0,0 0 0 0 0,0-1 0 0 0,0-1 1 0 0,19-1-1 0 0,-24 1 49 0 0,-1-1 0 0 0,1-1 1 0 0,0 1-1 0 0,-1-1 0 0 0,1 0 0 0 0,-1-1 0 0 0,0 1 0 0 0,0-1 1 0 0,0-1-1 0 0,0 1 0 0 0,0-1 0 0 0,-1 0 0 0 0,1 0 0 0 0,-1-1 1 0 0,0 1-1 0 0,0-1 0 0 0,-1 0 0 0 0,0-1 0 0 0,0 1 0 0 0,0-1 1 0 0,0 0-1 0 0,-1 0 0 0 0,4-10 0 0 0,-1 1 113 0 0,-2-1-1 0 0,0 0 1 0 0,0 0-1 0 0,-2-1 1 0 0,0 1-1 0 0,-1 0 1 0 0,-1-1-1 0 0,-2-24 1 0 0,-25-133 610 0 0,24 162-686 0 0,-1-7 19 0 0,0-1 0 0 0,-2 1-1 0 0,0 0 1 0 0,-2 1 0 0 0,0-1 0 0 0,-11-17 0 0 0,17 31-157 0 0,-1 1 0 0 0,1 0 0 0 0,-1 0 0 0 0,-1 0 0 0 0,1 0 0 0 0,0 0 0 0 0,-1 0 0 0 0,0 1 1 0 0,0 0-1 0 0,0 0 0 0 0,0 0 0 0 0,0 0 0 0 0,-1 1 0 0 0,1-1 0 0 0,-1 1 0 0 0,0 0 0 0 0,0 1 1 0 0,0-1-1 0 0,0 1 0 0 0,0 0 0 0 0,0 0 0 0 0,0 0 0 0 0,0 1 0 0 0,0 0 0 0 0,0 0 1 0 0,0 0-1 0 0,0 1 0 0 0,-9 1 0 0 0,-9 6-7568 0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8:50.8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245 5 6449 0 0,'-4'-1'293'0'0,"1"0"-1"0"0,-1 0 0 0 0,1 1 1 0 0,-1-1-1 0 0,0 1 1 0 0,1-1-1 0 0,-1 1 0 0 0,0 0 1 0 0,1 1-1 0 0,-1-1 0 0 0,0 1 1 0 0,-4 1-1 0 0,-43 13 2214 0 0,43-11-2039 0 0,0-1 0 0 0,0 1 0 0 0,1 1 0 0 0,-1-1 0 0 0,1 1-1 0 0,0 0 1 0 0,0 1 0 0 0,1 0 0 0 0,0 0 0 0 0,0 0 0 0 0,0 1 0 0 0,-6 9 0 0 0,6-5-116 0 0,0 0 1 0 0,0 0-1 0 0,2 0 0 0 0,-1 1 1 0 0,1 0-1 0 0,1 0 1 0 0,-4 22-1 0 0,4-2-270 0 0,2 0 1 0 0,0 0-1 0 0,3 0 0 0 0,0 0 0 0 0,14 59 1 0 0,-13-75-85 0 0,1 1 0 0 0,1-1-1 0 0,0-1 1 0 0,2 1 0 0 0,-1-1 0 0 0,2 0 0 0 0,0-1 0 0 0,16 23 0 0 0,-17-29-11 0 0,1 0 1 0 0,-1 0-1 0 0,1 0 0 0 0,1-1 1 0 0,-1 0-1 0 0,1-1 1 0 0,0 0-1 0 0,1 0 0 0 0,-1-1 1 0 0,1 0-1 0 0,0-1 0 0 0,1 0 1 0 0,-1 0-1 0 0,12 2 1 0 0,8-1-75 0 0,1 0 1 0 0,-1-2 0 0 0,1-1 0 0 0,0-1-1 0 0,-1-2 1 0 0,1-1 0 0 0,49-10-1 0 0,-63 9 109 0 0,0-2-1 0 0,0 0 1 0 0,0 0-1 0 0,-1-2 0 0 0,0 0 1 0 0,0-1-1 0 0,-1 0 1 0 0,0-1-1 0 0,0-1 1 0 0,-1-1-1 0 0,0 0 0 0 0,-1 0 1 0 0,-1-2-1 0 0,20-22 1 0 0,-28 28 29 0 0,1 1 0 0 0,-1-1 0 0 0,-1 0 0 0 0,1 0 1 0 0,-1 0-1 0 0,-1-1 0 0 0,1 1 0 0 0,-1-1 0 0 0,-1 0 0 0 0,1 1 1 0 0,-1-1-1 0 0,0-13 0 0 0,-2 8 24 0 0,0 1 0 0 0,0 0 0 0 0,-2-1 0 0 0,1 1 0 0 0,-1 0 0 0 0,-1 0 0 0 0,-7-15 0 0 0,-5-4 75 0 0,-1 1 1 0 0,-2 0 0 0 0,-1 1-1 0 0,-40-45 1 0 0,45 57-65 0 0,0 1 1 0 0,-1 1-1 0 0,-27-21 1 0 0,33 29-74 0 0,-1 1 0 0 0,1 0 0 0 0,-1 0 1 0 0,-1 1-1 0 0,1 1 0 0 0,-1 0 1 0 0,-21-5-1 0 0,19 6-55 0 0,0 1 0 0 0,-1 1-1 0 0,1 0 1 0 0,0 1 0 0 0,-1 1-1 0 0,1 0 1 0 0,-21 4 0 0 0,30-4-104 0 0,0 0 0 0 0,-1 1 0 0 0,1-1 0 0 0,1 1 0 0 0,-1 0 1 0 0,0 1-1 0 0,0-1 0 0 0,1 1 0 0 0,0 0 0 0 0,-1 0 0 0 0,1 0 0 0 0,0 0 0 0 0,0 1 0 0 0,1 0 1 0 0,-1 0-1 0 0,1 0 0 0 0,0 0 0 0 0,0 0 0 0 0,0 1 0 0 0,0-1 0 0 0,1 1 0 0 0,0 0 0 0 0,-2 5 1 0 0,-1 12-1448 0 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8:51.3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266 102 7834 0 0,'-5'-9'725'0'0,"1"2"0"0"0,-1-1 1 0 0,0 1-1 0 0,-1-1 0 0 0,0 1 1 0 0,0 1-1 0 0,0-1 1 0 0,-1 1-1 0 0,0 0 0 0 0,0 1 1 0 0,-10-6-1 0 0,14 9-511 0 0,0 0-1 0 0,-1 0 1 0 0,0 1 0 0 0,1-1 0 0 0,-1 1-1 0 0,0 0 1 0 0,0 0 0 0 0,1 0-1 0 0,-1 0 1 0 0,0 1 0 0 0,0 0 0 0 0,0 0-1 0 0,0 0 1 0 0,0 0 0 0 0,0 0 0 0 0,0 1-1 0 0,0 0 1 0 0,1 0 0 0 0,-1 0-1 0 0,0 0 1 0 0,0 1 0 0 0,1-1 0 0 0,-1 1-1 0 0,1 0 1 0 0,-1 0 0 0 0,1 0-1 0 0,-5 4 1 0 0,1 2-185 0 0,-1 0 1 0 0,1 0-1 0 0,1 1 0 0 0,-1 0 1 0 0,2 1-1 0 0,-1-1 0 0 0,1 1 1 0 0,1 0-1 0 0,-1 0 1 0 0,2 0-1 0 0,-1 1 0 0 0,2-1 1 0 0,-1 1-1 0 0,2 0 0 0 0,-1 0 1 0 0,1 18-1 0 0,0 8 133 0 0,3-1 0 0 0,0 1 0 0 0,13 59 0 0 0,-14-94-159 0 0,7 40 2 0 0,25 75 0 0 0,-30-107-25 0 0,1 0-1 0 0,0 0 1 0 0,1-1 0 0 0,0 0 0 0 0,0 0-1 0 0,1 0 1 0 0,0 0 0 0 0,1-1 0 0 0,0 0-1 0 0,0-1 1 0 0,1 1 0 0 0,-1-1 0 0 0,14 9-1 0 0,-16-14-8 0 0,0 1-1 0 0,0-1 0 0 0,0 0 1 0 0,1 0-1 0 0,-1 0 0 0 0,1-1 1 0 0,-1 1-1 0 0,1-1 0 0 0,-1-1 1 0 0,1 1-1 0 0,0-1 0 0 0,-1 0 0 0 0,1 0 1 0 0,9-2-1 0 0,-8 0 5 0 0,1 0 1 0 0,0-1-1 0 0,-1 0 0 0 0,1 0 1 0 0,-1 0-1 0 0,0-1 0 0 0,0 0 1 0 0,-1-1-1 0 0,10-7 0 0 0,-5 3 41 0 0,-1-1-1 0 0,-1 1 1 0 0,0-2-1 0 0,0 0 1 0 0,-1 0-1 0 0,-1 0 0 0 0,1-1 1 0 0,-2 0-1 0 0,0 0 1 0 0,0-1-1 0 0,6-23 1 0 0,-6 8 78 0 0,-1-1 1 0 0,-1 0 0 0 0,-2 1 0 0 0,0-1 0 0 0,-3 0-1 0 0,0 0 1 0 0,-1 0 0 0 0,-2 0 0 0 0,-14-52 0 0 0,13 72-178 0 0,1-1 0 0 0,-1 1 0 0 0,-1 0 0 0 0,0 0 0 0 0,0 1 0 0 0,-1 0 0 0 0,-12-12 0 0 0,11 11-143 0 0,-16-17-399 0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8:52.1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59 5985 0 0,'1'0'623'0'0,"35"-5"6015"0"0,17-13-4050 0 0,5-1-2811 0 0,36 8-4876 0 0,-62 9 3465 0 0,-2-1 1006 0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8:52.6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5 2304 0 0,'-12'15'7149'0'0,"13"-15"-7038"0"0,17 1 5198 0 0,-3-2-5311 0 0,35-5 3108 0 0,70-6-2050 0 0,-91 10-1453 0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8:53.2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15 10138 0 0,'14'-2'8349'0'0,"61"-8"-8695"0"0,-40 8-4714 0 0,-10 2-571 0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8:53.6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29 3681 0 0,'-1'2'3412'0'0,"7"-2"-1137"0"0,21-2-68 0 0,36-8 332 0 0,86-7-2134 0 0,-129 15-5626 0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8:54.2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74 26 3681 0 0,'-3'0'315'0'0,"0"-1"0"0"0,0 1 0 0 0,0 0 0 0 0,0 0 0 0 0,0 0 0 0 0,0 0 0 0 0,0 1 0 0 0,0-1 0 0 0,-4 2 0 0 0,5-2 74 0 0,0 1 0 0 0,-1-1 0 0 0,1 1 0 0 0,-1-1 0 0 0,1 0 0 0 0,0 0 0 0 0,-1 0 0 0 0,1 0 0 0 0,-1 0 1 0 0,1 0-1 0 0,-1-1 0 0 0,1 1 0 0 0,0-1 0 0 0,-3 0 0 0 0,5 0-308 0 0,-1 1-1 0 0,1 0 1 0 0,0-1 0 0 0,0 1 0 0 0,0 0 0 0 0,0-1 0 0 0,0 1 0 0 0,0 0-1 0 0,0-1 1 0 0,0 1 0 0 0,0-1 0 0 0,0 1 0 0 0,0 0 0 0 0,0-1 0 0 0,0 1 0 0 0,0 0-1 0 0,0-1 1 0 0,0 1 0 0 0,0 0 0 0 0,0-1 0 0 0,1 1 0 0 0,-1 0 0 0 0,0-1-1 0 0,0 1 1 0 0,0 0 0 0 0,1 0 0 0 0,-1-1 0 0 0,0 1 0 0 0,0 0 0 0 0,1 0-1 0 0,-1-1 1 0 0,0 1 0 0 0,0 0 0 0 0,1 0 0 0 0,-1 0 0 0 0,0-1 0 0 0,1 1 0 0 0,-1 0-1 0 0,0 0 1 0 0,1 0 0 0 0,-1 0 0 0 0,1 0 0 0 0,15-10 1465 0 0,-9 9-1352 0 0,-1 0 0 0 0,1 0 0 0 0,0 0-1 0 0,0 1 1 0 0,0 0 0 0 0,0 0-1 0 0,0 1 1 0 0,0 0 0 0 0,0 0 0 0 0,0 1-1 0 0,0-1 1 0 0,8 5 0 0 0,39 6-6549 0 0,-31-11 391 0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8:54.5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58 4145 0 0,'10'-1'7565'0'0,"16"-2"-2965"0"0,32-20-336 0 0,12-2-4618 0 0,-52 19-646 0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8:55.1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 5065 0 0,'2'3'4187'0'0,"8"-3"-2154"0"0,11-2-28 0 0,-9 0-1338 0 0,-1 0 1 0 0,1 0 0 0 0,0 1 0 0 0,-1 1 0 0 0,14 1 0 0 0,-4 1-645 0 0,40 10-1 0 0,-39-6-784 0 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8:55.5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 5529 0 0,'4'1'716'0'0,"0"-1"0"0"0,-1 1 0 0 0,1-1-1 0 0,0 0 1 0 0,0 0 0 0 0,-1 0 0 0 0,1 0 0 0 0,6-2 0 0 0,-2 2 211 0 0,7-1 91 0 0,-1 0-1135 0 0,1 0 1 0 0,-1 1-1 0 0,20 3 1 0 0,-22 0-4757 0 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8:56.0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6449 0 0,'11'7'9600'0'0,"124"-2"-6150"0"0,-75-4-4942 0 0,-33-1 97 0 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8:56.3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55 10594 0 0,'32'-8'8476'0'0,"36"-7"-6952"0"0,36-9-3158 0 0,-74 16 1574 0 0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20.9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29 6913 0 0,'28'-1'3095'0'0,"0"-2"0"0"0,34-7-1 0 0,-39 5-1943 0 0,1 1 0 0 0,0 2 1 0 0,42-1-1 0 0,-31 2-3381 0 0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21.8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76 1 4145 0 0,'-15'5'422'0'0,"8"-2"114"0"0,-1 0 1 0 0,0 0 0 0 0,1 0 0 0 0,0 1 0 0 0,0 0 0 0 0,-10 7-1 0 0,59-11 3591 0 0,-9-1-2417 0 0,1 1 0 0 0,-1 2 0 0 0,62 12 0 0 0,18 2-428 0 0,-93-15-2898 0 0,-1-1 0 0 0,0 0 0 0 0,37-6-1 0 0,-41 4-4457 0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22.1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32 6913 0 0,'14'-31'10373'0'0,"-14"31"-10219"0"0,8 14 2302 0 0,33 173 1466 0 0,-28-115-5573 0 0,3-1-3946 0 0,-9-43-1531 0 0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22.4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61 8290 0 0,'118'-7'10000'0'0,"-93"3"-9356"0"0,0-1-1 0 0,47-15 0 0 0,-24 2-4310 0 0,-33 11-2452 0 0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22.7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1 9674 0 0,'-1'0'214'0'0,"-1"1"0"0"0,1 0 1 0 0,0 0-1 0 0,0 0 0 0 0,0 0 0 0 0,0 0 0 0 0,0 0 1 0 0,0 0-1 0 0,0 0 0 0 0,0 0 0 0 0,0 1 0 0 0,1-1 1 0 0,-1 0-1 0 0,0 0 0 0 0,1 1 0 0 0,-1-1 0 0 0,1 1 1 0 0,0-1-1 0 0,-1 0 0 0 0,1 1 0 0 0,0-1 0 0 0,0 1 1 0 0,0-1-1 0 0,0 2 0 0 0,1 42 3441 0 0,0-34-2879 0 0,12 111 1969 0 0,8 0-4815 0 0,-13-86-5174 0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23.3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293 58 10594 0 0,'-6'0'171'0'0,"0"-1"-1"0"0,0 1 1 0 0,0 0 0 0 0,0 0-1 0 0,0 1 1 0 0,0 0-1 0 0,0 0 1 0 0,0 0-1 0 0,0 1 1 0 0,1-1 0 0 0,-1 2-1 0 0,0-1 1 0 0,1 0-1 0 0,0 1 1 0 0,-1 0-1 0 0,1 1 1 0 0,-6 4 0 0 0,-4 4 335 0 0,1 0 1 0 0,0 0 0 0 0,1 2-1 0 0,-17 20 1 0 0,18-17-457 0 0,1 0-1 0 0,1 1 1 0 0,0 1 0 0 0,1-1-1 0 0,1 1 1 0 0,1 1-1 0 0,1-1 1 0 0,-6 33 0 0 0,7-21-213 0 0,1 1 1 0 0,1-1-1 0 0,2 1 1 0 0,6 60 0 0 0,-3-76-59 0 0,0 0 1 0 0,1 0-1 0 0,1-1 1 0 0,1 1-1 0 0,0-1 1 0 0,1 0-1 0 0,1-1 1 0 0,15 27-1 0 0,-16-33 66 0 0,0 0 1 0 0,0-1-1 0 0,1 1 0 0 0,0-1 0 0 0,0 0 1 0 0,1-1-1 0 0,-1 0 0 0 0,1 0 0 0 0,1-1 0 0 0,-1 0 1 0 0,1 0-1 0 0,0-1 0 0 0,0 0 0 0 0,0 0 1 0 0,15 2-1 0 0,-11-3 88 0 0,1 0-1 0 0,-1-1 1 0 0,1-1 0 0 0,-1 0 0 0 0,1-1-1 0 0,-1-1 1 0 0,27-3 0 0 0,-31 1 238 0 0,1 1 0 0 0,0-1-1 0 0,-1-1 1 0 0,0 1 0 0 0,0-2-1 0 0,0 1 1 0 0,0-1 0 0 0,-1-1 0 0 0,0 1-1 0 0,0-2 1 0 0,11-10 0 0 0,-2 1 248 0 0,-2-2 0 0 0,0 0 0 0 0,-1 0 0 0 0,-1-2 0 0 0,0 1 1 0 0,-2-2-1 0 0,10-22 0 0 0,-14 26-120 0 0,-1-1 1 0 0,-1 0-1 0 0,0-1 1 0 0,-2 1-1 0 0,0-1 1 0 0,-1 0-1 0 0,0 0 1 0 0,-2 0-1 0 0,-2-21 1 0 0,-1 10 67 0 0,-1 0 1 0 0,-2 0-1 0 0,0 1 0 0 0,-3 0 1 0 0,0 0-1 0 0,-2 1 0 0 0,-26-50 1 0 0,31 67-307 0 0,-1 1 1 0 0,0 0 0 0 0,0 0-1 0 0,-1 1 1 0 0,-1 0-1 0 0,0 0 1 0 0,0 1-1 0 0,0 0 1 0 0,-18-10-1 0 0,19 14-78 0 0,0 0-1 0 0,0 0 0 0 0,-1 1 1 0 0,1 0-1 0 0,-1 1 1 0 0,0 0-1 0 0,1 0 0 0 0,-1 1 1 0 0,0 0-1 0 0,0 1 0 0 0,0 0 1 0 0,0 0-1 0 0,0 1 0 0 0,-14 2 1 0 0,18-2-307 0 0,0 0 0 0 0,0 1 0 0 0,0-1 0 0 0,0 1-1 0 0,0 0 1 0 0,0 1 0 0 0,0-1 0 0 0,-7 6 0 0 0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23.8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242 30 6913 0 0,'-3'-3'314'0'0,"1"0"0"0"0,-1 1 0 0 0,0-1-1 0 0,1 1 1 0 0,-1 0 0 0 0,0 0-1 0 0,-1 0 1 0 0,1 0 0 0 0,0 1-1 0 0,0-1 1 0 0,-1 1 0 0 0,1 0 0 0 0,-1 0-1 0 0,1 0 1 0 0,-1 0 0 0 0,0 1-1 0 0,1-1 1 0 0,-1 1 0 0 0,-3 0-1 0 0,2 1 24 0 0,1 0 0 0 0,-1 0-1 0 0,1 1 1 0 0,-1-1 0 0 0,1 1-1 0 0,0 0 1 0 0,0 0-1 0 0,0 1 1 0 0,0-1 0 0 0,0 1-1 0 0,0 0 1 0 0,1 0-1 0 0,-4 3 1 0 0,-5 7 72 0 0,2 0 0 0 0,-1 0 0 0 0,2 1 0 0 0,-1 1 0 0 0,2-1 0 0 0,0 1 0 0 0,-6 18 1 0 0,8-16-353 0 0,0 0 0 0 0,1 0 0 0 0,1 0 0 0 0,0 1 0 0 0,2-1 0 0 0,0 1 0 0 0,1 0 0 0 0,1 0 1 0 0,0-1-1 0 0,1 1 0 0 0,1 0 0 0 0,6 22 0 0 0,-5-27-140 0 0,1-1-1 0 0,0 0 1 0 0,1 0-1 0 0,1 0 1 0 0,0-1-1 0 0,0 0 1 0 0,1 0-1 0 0,1 0 1 0 0,0-1-1 0 0,0 0 1 0 0,1-1-1 0 0,0 0 1 0 0,0 0-1 0 0,1-1 1 0 0,1 0-1 0 0,-1-1 1 0 0,21 11-1 0 0,-19-13-46 0 0,-1 0-1 0 0,0-1 1 0 0,1-1-1 0 0,0 0 1 0 0,0 0-1 0 0,0-2 1 0 0,0 1-1 0 0,0-1 1 0 0,0-1-1 0 0,0 0 1 0 0,1-1-1 0 0,-1 0 1 0 0,0-1-1 0 0,0 0 1 0 0,0-1-1 0 0,18-7 1 0 0,-14 4 272 0 0,-1 0 0 0 0,0-2 0 0 0,0 1 1 0 0,-1-2-1 0 0,0 0 0 0 0,0-1 0 0 0,-1 0 0 0 0,0-1 1 0 0,-1 0-1 0 0,0-1 0 0 0,17-23 0 0 0,-24 27-22 0 0,-1-1-1 0 0,1 1 1 0 0,-2-1 0 0 0,1 0-1 0 0,-1 0 1 0 0,-1 0-1 0 0,1-1 1 0 0,-1 1 0 0 0,-1-1-1 0 0,0 1 1 0 0,0-1-1 0 0,-1 1 1 0 0,-1-1 0 0 0,1 0-1 0 0,-1 1 1 0 0,-1-1-1 0 0,0 1 1 0 0,0 0 0 0 0,-1 0-1 0 0,-7-18 1 0 0,4 12-82 0 0,-1 1 1 0 0,0 0 0 0 0,-1 0-1 0 0,-1 1 1 0 0,0-1 0 0 0,-1 2-1 0 0,0 0 1 0 0,0 0 0 0 0,-2 1-1 0 0,1 0 1 0 0,-2 1 0 0 0,-13-10-1 0 0,20 17-101 0 0,0-1 0 0 0,0 1 0 0 0,-1 1 0 0 0,1-1 0 0 0,-1 1 0 0 0,0 0 0 0 0,-7-1 0 0 0,-29 2-6161 0 0,17 6-736 0 0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24.2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31 10594 0 0,'15'-1'1691'0'0,"1"-1"0"0"0,21-4-1 0 0,14-2 168 0 0,-5 5-493 0 0,16-2-204 0 0,-22-1-6944 0 0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24.5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14283 0 0,'-1'3'308'0'0,"1"0"-1"0"0,0 0 1 0 0,0 0 0 0 0,1 0-1 0 0,-1-1 1 0 0,0 1 0 0 0,1 0-1 0 0,0 0 1 0 0,0 0 0 0 0,0-1-1 0 0,0 1 1 0 0,0 0 0 0 0,0-1-1 0 0,3 4 1 0 0,4 15 1896 0 0,-1 14-1113 0 0,3 57 0 0 0,3 16-973 0 0,-11-94-613 0 0,1-1 0 0 0,1 0 0 0 0,0 0-1 0 0,1 0 1 0 0,10 19 0 0 0,-7-20-2170 0 0,0 0 0 0 0,14 16 0 0 0,-14-19 2440 0 0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24.9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499 60 5065 0 0,'-6'-6'563'0'0,"0"1"1"0"0,-1-1-1 0 0,0 1 1 0 0,1 0-1 0 0,-2 1 0 0 0,1-1 1 0 0,0 2-1 0 0,-1-1 0 0 0,0 1 1 0 0,0 0-1 0 0,0 0 1 0 0,0 1-1 0 0,0 0 0 0 0,-1 1 1 0 0,1 0-1 0 0,0 0 1 0 0,-16 1-1 0 0,11 0-273 0 0,0 1-1 0 0,0 1 1 0 0,0 0 0 0 0,1 0 0 0 0,-1 1-1 0 0,1 1 1 0 0,0 0 0 0 0,-1 1-1 0 0,2 0 1 0 0,-1 1 0 0 0,-11 7 0 0 0,9-2-286 0 0,0 1-1 0 0,1 0 1 0 0,1 0 0 0 0,0 2 0 0 0,0-1 0 0 0,2 2 0 0 0,0-1-1 0 0,0 1 1 0 0,1 1 0 0 0,-7 18 0 0 0,5-9-128 0 0,2 0 1 0 0,0 1-1 0 0,2 0 1 0 0,1 0-1 0 0,0 1 0 0 0,0 27 1 0 0,5-43 30 0 0,0 0 0 0 0,1 0-1 0 0,1 0 1 0 0,0 0 0 0 0,1 0 0 0 0,0 0 0 0 0,0 0 0 0 0,1 0 0 0 0,0 0-1 0 0,1-1 1 0 0,1 0 0 0 0,-1 0 0 0 0,2 0 0 0 0,-1 0 0 0 0,1-1 0 0 0,1 0-1 0 0,-1 0 1 0 0,2 0 0 0 0,-1-1 0 0 0,1 0 0 0 0,0-1 0 0 0,1 0 0 0 0,0 0-1 0 0,13 7 1 0 0,20 11-816 0 0,69 31 0 0 0,-88-46 491 0 0,1-2 1 0 0,0 0-1 0 0,1-1 1 0 0,46 6-1 0 0,-60-13 444 0 0,-1 0-1 0 0,1 0 1 0 0,-1-1-1 0 0,1 0 1 0 0,0-1-1 0 0,-1 0 1 0 0,0-1-1 0 0,0 0 1 0 0,0 0-1 0 0,0-1 1 0 0,0-1-1 0 0,0 0 1 0 0,-1 0-1 0 0,0-1 1 0 0,0 0-1 0 0,-1 0 1 0 0,0-1-1 0 0,0 0 1 0 0,0 0 0 0 0,-1-1-1 0 0,0 0 1 0 0,0-1-1 0 0,8-13 1 0 0,-7 8 258 0 0,1-1-1 0 0,-2 1 1 0 0,0-1 0 0 0,-1-1 0 0 0,0 0 0 0 0,-1 1 0 0 0,-1-2 0 0 0,0 1 0 0 0,-1 0 0 0 0,-1-1 0 0 0,-1 1 0 0 0,0-1 0 0 0,-2 0 0 0 0,-2-23 0 0 0,-4 7 33 0 0,-1 1 1 0 0,-2 0 0 0 0,-2 1-1 0 0,0 0 1 0 0,-2 1 0 0 0,-2 0-1 0 0,0 1 1 0 0,-2 1-1 0 0,-1 0 1 0 0,-1 2 0 0 0,-1 0-1 0 0,-28-24 1 0 0,35 38-2017 0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25.2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26 6913 0 0,'0'0'88'0'0,"0"0"-1"0"0,0 1 1 0 0,1-1-1 0 0,-1 1 0 0 0,0-1 1 0 0,1 0-1 0 0,-1 1 1 0 0,1-1-1 0 0,-1 0 0 0 0,1 0 1 0 0,-1 1-1 0 0,0-1 1 0 0,1 0-1 0 0,-1 0 0 0 0,1 0 1 0 0,-1 1-1 0 0,1-1 0 0 0,-1 0 1 0 0,1 0-1 0 0,-1 0 1 0 0,1 0-1 0 0,-1 0 0 0 0,1 0 1 0 0,-1 0-1 0 0,1 0 1 0 0,-1 0-1 0 0,1 0 0 0 0,-1 0 1 0 0,1-1-1 0 0,0 1 0 0 0,22 0 1788 0 0,72-13 4647 0 0,-18 2-4696 0 0,-1 6-5162 0 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25.4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 11522 0 0,'-2'1'388'0'0,"0"1"-1"0"0,0 0 0 0 0,1-1 0 0 0,-1 1 1 0 0,1 0-1 0 0,-1 0 0 0 0,1 0 0 0 0,0 1 1 0 0,-1-1-1 0 0,1 0 0 0 0,0 0 0 0 0,0 1 1 0 0,1-1-1 0 0,-1 0 0 0 0,0 1 0 0 0,1-1 1 0 0,0 1-1 0 0,-1-1 0 0 0,1 4 0 0 0,0 51 2303 0 0,3-25-2468 0 0,1 0 1 0 0,2 0-1 0 0,1-1 1 0 0,16 47-1 0 0,12 4-6759 0 0,-24-60-569 0 0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25.9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367 29 4145 0 0,'-4'-4'340'0'0,"-1"1"0"0"0,0 0 0 0 0,0 0 0 0 0,0 1 0 0 0,0-1 0 0 0,-1 1 0 0 0,1 0 0 0 0,-1 0 1 0 0,1 1-1 0 0,-1 0 0 0 0,0 0 0 0 0,0 0 0 0 0,1 1 0 0 0,-1-1 0 0 0,0 1 0 0 0,0 1 0 0 0,1-1 0 0 0,-1 1 0 0 0,0 0 0 0 0,1 0 0 0 0,-10 4 0 0 0,3-1 37 0 0,0 1-1 0 0,1 0 0 0 0,0 1 1 0 0,0 0-1 0 0,0 1 0 0 0,1 0 1 0 0,0 1-1 0 0,0 0 0 0 0,0 0 0 0 0,1 1 1 0 0,1 0-1 0 0,0 1 0 0 0,0 0 1 0 0,1 0-1 0 0,0 1 0 0 0,0 0 1 0 0,-7 19-1 0 0,3-4-324 0 0,0 0 0 0 0,2 1 0 0 0,1 0 0 0 0,2 1 0 0 0,0-1 0 0 0,-3 55 0 0 0,8-63-155 0 0,1 0 0 0 0,1 0 1 0 0,0 0-1 0 0,2 1 0 0 0,0-1 0 0 0,1-1 0 0 0,1 1 1 0 0,1-1-1 0 0,8 18 0 0 0,-9-25-130 0 0,1 0-1 0 0,0 0 1 0 0,1-1 0 0 0,0 0 0 0 0,0 0-1 0 0,1-1 1 0 0,0 0 0 0 0,1-1-1 0 0,0 1 1 0 0,0-2 0 0 0,1 1-1 0 0,0-1 1 0 0,0-1 0 0 0,1 0-1 0 0,14 6 1 0 0,-2-2 32 0 0,1-2 1 0 0,0 0-1 0 0,0-2 1 0 0,0-1-1 0 0,1 0 1 0 0,0-2-1 0 0,0-1 0 0 0,46-2 1 0 0,-56-1 478 0 0,-1-1 1 0 0,1 0 0 0 0,-1-1-1 0 0,0-1 1 0 0,0 0 0 0 0,0-1-1 0 0,0-1 1 0 0,-1 0-1 0 0,0 0 1 0 0,0-2 0 0 0,0 1-1 0 0,-1-2 1 0 0,-1 1-1 0 0,1-2 1 0 0,-1 0 0 0 0,13-15-1 0 0,-13 11-68 0 0,0-1 1 0 0,-1 0-1 0 0,-1-1 0 0 0,0 1 0 0 0,-1-2 0 0 0,-1 1 1 0 0,-1-1-1 0 0,0-1 0 0 0,-1 1 0 0 0,-1-1 0 0 0,0 0 0 0 0,-2 1 1 0 0,0-2-1 0 0,-1 1 0 0 0,0 0 0 0 0,-3-21 0 0 0,-1 19-108 0 0,0 0 0 0 0,-1 0 0 0 0,-1 0 0 0 0,0 0 0 0 0,-2 1 0 0 0,-9-20 0 0 0,8 21-471 0 0,-2 1-1 0 0,0 1 1 0 0,-1 0-1 0 0,0 0 1 0 0,-1 1-1 0 0,-23-22 1 0 0,8 14-6399 0 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26.4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 10594 0 0,'13'-4'910'0'0,"-1"1"0"0"0,1 1 0 0 0,-1 0 0 0 0,1 0 0 0 0,0 1-1 0 0,0 1 1 0 0,0 0 0 0 0,13 2 0 0 0,16 5-794 0 0,-1 3-3625 0 0,-38-10 3429 0 0,-5-3 69 0 0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26.6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0 8290 0 0,'-5'5'7726'0'0,"5"-4"-7492"0"0,0 14 3440 0 0,12 26-2728 0 0,-6-20 5 0 0,18 138 549 0 0,-21-118-2270 0 0,3-1 0 0 0,1 1 1 0 0,21 67-1 0 0,-19-87-6581 0 0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27.0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11 2761 0 0,'-9'-2'487'0'0,"1"-1"0"0"0,-1 1 0 0 0,1 1 0 0 0,-1 0 1 0 0,0 0-1 0 0,0 0 0 0 0,1 1 0 0 0,-1 1 0 0 0,0-1 1 0 0,1 2-1 0 0,-16 2 0 0 0,0 3 1357 0 0,0 0-1 0 0,-43 19 1 0 0,48-17-975 0 0,1 0 1 0 0,0 1 0 0 0,1 1-1 0 0,0 0 1 0 0,-23 21 0 0 0,33-24-747 0 0,-1 0 0 0 0,1 0 0 0 0,0 0 0 0 0,1 1 0 0 0,0 0 0 0 0,1 1 0 0 0,0-1 0 0 0,0 1 0 0 0,1 0 0 0 0,0 0 0 0 0,-5 21 0 0 0,5-12-137 0 0,1-1-1 0 0,1 1 1 0 0,0 0-1 0 0,2-1 1 0 0,0 1-1 0 0,1 0 1 0 0,1 0-1 0 0,1-1 1 0 0,7 29-1 0 0,-6-34-28 0 0,0-1 0 0 0,1 1 0 0 0,1-1 0 0 0,0 0 0 0 0,1 0 0 0 0,0 0 0 0 0,1-1 0 0 0,0 0 0 0 0,0-1 0 0 0,1 0 0 0 0,1 0-1 0 0,0-1 1 0 0,20 15 0 0 0,-14-14 7 0 0,-1-2-1 0 0,1 0 0 0 0,1 0 1 0 0,-1-2-1 0 0,1 0 0 0 0,0 0 1 0 0,1-2-1 0 0,-1 0 0 0 0,1-1 1 0 0,0-1-1 0 0,-1-1 0 0 0,1 0 1 0 0,0-1-1 0 0,33-5 0 0 0,-24 0 295 0 0,1-1 1 0 0,0 0-1 0 0,-1-3 0 0 0,0 0 0 0 0,-1-2 0 0 0,0 0 1 0 0,-1-2-1 0 0,40-27 0 0 0,-54 33-234 0 0,-1-1-1 0 0,0-1 1 0 0,-1 1-1 0 0,0-1 1 0 0,0-1-1 0 0,-1 0 1 0 0,-1 0 0 0 0,1-1-1 0 0,-2 1 1 0 0,1-2-1 0 0,-1 1 1 0 0,-1-1-1 0 0,0 0 1 0 0,-1 0 0 0 0,0 0-1 0 0,-1 0 1 0 0,-1-1-1 0 0,1 1 1 0 0,-2-1 0 0 0,0 0-1 0 0,0 0 1 0 0,-2 0-1 0 0,1 1 1 0 0,-1-1-1 0 0,-1 0 1 0 0,-1 1 0 0 0,1-1-1 0 0,-2 1 1 0 0,0 0-1 0 0,-10-23 1 0 0,6 19-82 0 0,0 1 0 0 0,-2 0 0 0 0,1 0 0 0 0,-2 0 0 0 0,-16-17 0 0 0,-13-7-5936 0 0,9 13-987 0 0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27.3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 9674 0 0,'32'-4'2010'0'0,"6"2"1445"0"0,67 4 0 0 0,22 0-428 0 0,-108-4-4152 0 0,0-2-3778 0 0,0 0-1792 0 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27.6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0 10594 0 0,'0'2'158'0'0,"-1"0"0"0"0,1 0 0 0 0,-1 0 1 0 0,1 0-1 0 0,0 0 0 0 0,-1 0 0 0 0,1 0 0 0 0,0 0 0 0 0,0 0 0 0 0,1 0 0 0 0,-1 0 0 0 0,0 0 0 0 0,2 3 0 0 0,9 35 2380 0 0,-6-24-1810 0 0,7 39 1259 0 0,-5-17-223 0 0,14 38 1 0 0,2-24-2667 0 0,-19-45 33 0 0,0-1 1 0 0,1 1 0 0 0,0-1-1 0 0,9 10 1 0 0,0-3-970 0 0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28.0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238 68 5985 0 0,'-9'3'282'0'0,"0"0"-1"0"0,0 0 1 0 0,0 1-1 0 0,1 0 1 0 0,-1 0-1 0 0,1 1 1 0 0,-13 10-1 0 0,4-1 398 0 0,0 0 0 0 0,-18 20 0 0 0,25-21-375 0 0,1 0-1 0 0,0 0 1 0 0,1 1-1 0 0,0 0 0 0 0,1 0 1 0 0,1 1-1 0 0,0 0 1 0 0,1 0-1 0 0,0 1 1 0 0,2-1-1 0 0,0 1 1 0 0,-3 31-1 0 0,5-28-138 0 0,1 0 1 0 0,0 0-1 0 0,1 0 0 0 0,1 0 1 0 0,1 0-1 0 0,1 0 1 0 0,0 0-1 0 0,2-1 0 0 0,0 0 1 0 0,13 26-1 0 0,-11-30 105 0 0,1-1 1 0 0,0 0-1 0 0,2-1 1 0 0,-1 0-1 0 0,1-1 0 0 0,1 0 1 0 0,0-1-1 0 0,0 0 1 0 0,1-1-1 0 0,0 0 0 0 0,1-1 1 0 0,28 12-1 0 0,-28-14-94 0 0,0-1 0 0 0,0 0-1 0 0,1 0 1 0 0,0-2 0 0 0,0 0 0 0 0,0 0 0 0 0,0-1-1 0 0,1-1 1 0 0,-1-1 0 0 0,0 0 0 0 0,1-1-1 0 0,-1-1 1 0 0,19-4 0 0 0,-21 2-130 0 0,0-1 0 0 0,-1-1 1 0 0,0 0-1 0 0,0 0 0 0 0,-1-1 0 0 0,0-1 0 0 0,0 0 1 0 0,-1 0-1 0 0,0-1 0 0 0,0-1 0 0 0,-1 1 0 0 0,0-2 0 0 0,-1 1 1 0 0,0-1-1 0 0,0 0 0 0 0,6-14 0 0 0,-1-1 42 0 0,-1-1 0 0 0,-1 0-1 0 0,-1-1 1 0 0,-1 0 0 0 0,-2 0-1 0 0,6-39 1 0 0,-11 48-43 0 0,0-1-1 0 0,-1 1 0 0 0,-1 0 1 0 0,-1-1-1 0 0,0 1 1 0 0,-2 0-1 0 0,-4-21 1 0 0,3 27-45 0 0,0 1 0 0 0,0 0 0 0 0,-1 0 0 0 0,-1 0 1 0 0,0 1-1 0 0,0 0 0 0 0,-1 0 0 0 0,-1 1 0 0 0,0-1 0 0 0,0 2 0 0 0,-16-16 0 0 0,7 12-407 0 0,0-1 0 0 0,-29-16-1 0 0,10 11-5446 0 0,7 6-1326 0 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28.4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54 12443 0 0,'80'0'6597'0'0,"-3"-5"-3981"0"0,-49 2-3409 0 0,0-1 0 0 0,-1-1 0 0 0,42-15 0 0 0,-20 7 505 0 0,-38 10 288 0 0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28.6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0 5529 0 0,'-2'2'489'0'0,"0"1"0"0"0,0-1 0 0 0,0 0 0 0 0,0 1 0 0 0,0 0 0 0 0,0-1 0 0 0,1 1 0 0 0,0 0 0 0 0,-1 0 0 0 0,1 0 0 0 0,0 0 0 0 0,0 0 0 0 0,0 5 0 0 0,-7 41 3676 0 0,7-5-2946 0 0,1-1 0 0 0,3 1 1 0 0,1-1-1 0 0,19 81 1 0 0,-11-84-2678 0 0,6-2-3319 0 0,-3-16-2263 0 0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29.1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532 126 5985 0 0,'-19'-8'438'0'0,"-1"1"0"0"0,0 1-1 0 0,-31-6 1 0 0,42 11-28 0 0,0 0-1 0 0,0 1 1 0 0,0 0 0 0 0,1 0-1 0 0,-1 1 1 0 0,0 0 0 0 0,0 1 0 0 0,0 0-1 0 0,0 0 1 0 0,-13 6 0 0 0,0 3 491 0 0,1 0 0 0 0,0 1 0 0 0,1 1 1 0 0,0 1-1 0 0,2 1 0 0 0,-23 22 0 0 0,22-17-640 0 0,0 0 1 0 0,-27 39-1 0 0,37-45-271 0 0,1 0 0 0 0,1 0-1 0 0,0 0 1 0 0,0 1 0 0 0,2 0 0 0 0,0 1 0 0 0,0-1 0 0 0,2 1 0 0 0,0 0 0 0 0,1 0-1 0 0,0 0 1 0 0,1 23 0 0 0,2-26 5 0 0,0 0-1 0 0,1-1 1 0 0,0 1 0 0 0,1-1-1 0 0,0 1 1 0 0,1-1 0 0 0,1 0-1 0 0,0-1 1 0 0,0 1 0 0 0,1-1-1 0 0,1 0 1 0 0,0 0 0 0 0,0-1-1 0 0,1 0 1 0 0,0 0-1 0 0,12 10 1 0 0,-4-6 20 0 0,2-1 0 0 0,0 0 1 0 0,0-2-1 0 0,1 0 0 0 0,0-1 0 0 0,1 0 0 0 0,0-2 0 0 0,1-1 1 0 0,0 0-1 0 0,0-2 0 0 0,0 0 0 0 0,0-1 0 0 0,1-1 0 0 0,0-1 1 0 0,28-2-1 0 0,-23-1 230 0 0,0 0 0 0 0,0-3 1 0 0,0 0-1 0 0,0-1 1 0 0,-1-2-1 0 0,0-1 0 0 0,0-1 1 0 0,-1-1-1 0 0,0-1 1 0 0,-1-1-1 0 0,44-30 0 0 0,-56 33-202 0 0,0 0 0 0 0,-1-1 0 0 0,-1-1 0 0 0,0 0 0 0 0,0 0 0 0 0,-1-1 0 0 0,0 0 0 0 0,-1-1 0 0 0,-1 1 0 0 0,0-2 0 0 0,-1 1 0 0 0,0-1 0 0 0,-1 0 0 0 0,0 0 0 0 0,-1 0 0 0 0,-1-1 0 0 0,0 0 0 0 0,-1 1 0 0 0,-1-1 0 0 0,0 0 0 0 0,-1 0 0 0 0,-1 0 0 0 0,0 0 0 0 0,-1 0 0 0 0,-1 1 0 0 0,0-1 0 0 0,-1 1 0 0 0,0 0 0 0 0,-12-26 0 0 0,1 12-36 0 0,-1 0-1 0 0,-1 1 1 0 0,-1 1-1 0 0,-1 1 1 0 0,-1 1-1 0 0,-2 1 1 0 0,0 0-1 0 0,-1 2 1 0 0,-2 0 0 0 0,-49-31-1 0 0,64 47-613 0 0,0 0 0 0 0,-1 0 1 0 0,-20-5-1 0 0,2 4-7080 0 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29.4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25 12787 0 0,'0'0'619'0'0,"23"6"1252"0"0,-13-6-992 0 0,1 1 0 0 0,0-1 0 0 0,0-1 0 0 0,-1 0 0 0 0,12-3 0 0 0,29-7-138 0 0,2-1-6606 0 0,-37 9-768 0 0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29.6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1 9674 0 0,'-7'6'3096'0'0,"6"-5"-2654"0"0,0 0 0 0 0,0 0 0 0 0,1 0 1 0 0,-1 0-1 0 0,0 1 0 0 0,1-1 0 0 0,-1 0 1 0 0,1 0-1 0 0,-1 1 0 0 0,1-1 0 0 0,0 0 1 0 0,0 1-1 0 0,-1 2 0 0 0,-1 32 1676 0 0,1-29-1532 0 0,0 10-553 0 0,0 0-1 0 0,2 0 1 0 0,0 0 0 0 0,0-1 0 0 0,1 1 0 0 0,2-1 0 0 0,-1 1 0 0 0,11 25 0 0 0,-5-23-741 0 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30.1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454 84 8754 0 0,'-7'-3'375'0'0,"1"-1"-1"0"0,-1 1 1 0 0,0 1 0 0 0,0-1 0 0 0,0 1-1 0 0,0 0 1 0 0,0 1 0 0 0,0 0 0 0 0,0 0-1 0 0,0 0 1 0 0,-1 1 0 0 0,1 0 0 0 0,-15 2-1 0 0,12 0 2 0 0,-1 0-1 0 0,0 0 0 0 0,1 1 0 0 0,0 1 1 0 0,-1 0-1 0 0,1 0 0 0 0,1 1 0 0 0,-1 0 0 0 0,1 1 1 0 0,-11 8-1 0 0,6-3-29 0 0,1 1 0 0 0,0 0-1 0 0,1 1 1 0 0,1 1 0 0 0,-18 24 0 0 0,9-2-127 0 0,0 0 0 0 0,3 0 0 0 0,0 2 0 0 0,-18 67 0 0 0,30-87-239 0 0,1 1 1 0 0,0-1-1 0 0,2 1 1 0 0,0 0-1 0 0,1 0 1 0 0,1 0 0 0 0,0 0-1 0 0,2-1 1 0 0,0 1-1 0 0,1 0 1 0 0,7 20-1 0 0,-7-26-80 0 0,2-1 1 0 0,0 0-1 0 0,0 0 0 0 0,1-1 1 0 0,1 0-1 0 0,0 0 0 0 0,0 0 0 0 0,1-1 1 0 0,0 0-1 0 0,1 0 0 0 0,0-1 1 0 0,1 0-1 0 0,0-1 0 0 0,0 0 1 0 0,1-1-1 0 0,-1 0 0 0 0,15 7 0 0 0,-6-5 58 0 0,1-1 1 0 0,0-1-1 0 0,0 0 0 0 0,1-2 0 0 0,0 0 0 0 0,0-1 0 0 0,0-1 0 0 0,1-2 0 0 0,-1 0 0 0 0,1-1 0 0 0,-1 0 0 0 0,0-2 0 0 0,1-1 0 0 0,-1-1 0 0 0,24-7 0 0 0,-20 3 113 0 0,-2-1 0 0 0,1-1 1 0 0,-1-1-1 0 0,-1-1 0 0 0,0-1 0 0 0,-1-1 1 0 0,0-1-1 0 0,-1 0 0 0 0,-1-2 0 0 0,0 0 1 0 0,-2-1-1 0 0,25-32 0 0 0,-30 33 33 0 0,-1 0 0 0 0,0 0 0 0 0,-2-1-1 0 0,0-1 1 0 0,-1 1 0 0 0,-1-2 0 0 0,0 1 0 0 0,-2-1 0 0 0,0 1-1 0 0,-1-2 1 0 0,-1 1 0 0 0,-1 0 0 0 0,-1 0 0 0 0,-1-1 0 0 0,-1 1-1 0 0,0-1 1 0 0,-2 1 0 0 0,0 0 0 0 0,-1 0 0 0 0,-10-27 0 0 0,8 27-228 0 0,-1-1 0 0 0,-2 1 0 0 0,0 1 0 0 0,-1-1 0 0 0,-1 2-1 0 0,0-1 1 0 0,-2 1 0 0 0,0 1 0 0 0,-1 1 0 0 0,-1-1 0 0 0,0 2 0 0 0,-34-26 0 0 0,17 20-7085 0 0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0:14.577"/>
    </inkml:context>
    <inkml:brush xml:id="br0">
      <inkml:brushProperty name="width" value="0.3" units="cm"/>
      <inkml:brushProperty name="height" value="0.6" units="cm"/>
      <inkml:brushProperty name="color" value="#FFACD5"/>
      <inkml:brushProperty name="tip" value="rectangle"/>
      <inkml:brushProperty name="rasterOp" value="maskPen"/>
    </inkml:brush>
  </inkml:definitions>
  <inkml:trace contextRef="#ctx0" brushRef="#br0">5462 31 6913 0 0,'0'-1'50'0'0,"-1"0"0"0"0,1 0-1 0 0,-1 0 1 0 0,1 0 0 0 0,-1 1-1 0 0,1-1 1 0 0,-1 0 0 0 0,0 0-1 0 0,1 1 1 0 0,-1-1 0 0 0,0 0-1 0 0,0 1 1 0 0,1-1 0 0 0,-1 1-1 0 0,0-1 1 0 0,0 1 0 0 0,0-1-1 0 0,0 1 1 0 0,0 0 0 0 0,0-1-1 0 0,1 1 1 0 0,-3 0-1 0 0,-27-7 413 0 0,26 6-240 0 0,-17-3 131 0 0,1 2-1 0 0,-1 0 1 0 0,1 1-1 0 0,-33 4 1 0 0,-85 16 646 0 0,46-5-628 0 0,-595 49 3733 0 0,468-46-3869 0 0,-688 9 319 0 0,624-25 318 0 0,-446-6 1049 0 0,426 1-1819 0 0,-11-2-112 0 0,-394 5 20 0 0,648 3 576 0 0,0-2 0 0 0,1-3 0 0 0,-62-11-1 0 0,84 9-465 0 0,0 1-1 0 0,0 2 1 0 0,-1 1-1 0 0,-44 6 1 0 0,11 4-284 0 0,-85 22 0 0 0,129-26 81 0 0,13-2-49 0 0,0 0 1 0 0,0 1-1 0 0,0 0 0 0 0,0 1 1 0 0,1 1-1 0 0,-14 6 1 0 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0:15.278"/>
    </inkml:context>
    <inkml:brush xml:id="br0">
      <inkml:brushProperty name="width" value="0.3" units="cm"/>
      <inkml:brushProperty name="height" value="0.6" units="cm"/>
      <inkml:brushProperty name="color" value="#FFACD5"/>
      <inkml:brushProperty name="tip" value="rectangle"/>
      <inkml:brushProperty name="rasterOp" value="maskPen"/>
    </inkml:brush>
  </inkml:definitions>
  <inkml:trace contextRef="#ctx0" brushRef="#br0">806 2 10594 0 0,'-3'0'48'0'0,"0"-1"0"0"0,1 1 0 0 0,-1 0 0 0 0,0 0 0 0 0,0 0 0 0 0,0 0-1 0 0,0 1 1 0 0,1-1 0 0 0,-1 1 0 0 0,0-1 0 0 0,0 1 0 0 0,1 0 0 0 0,-1 0-1 0 0,-5 3 1 0 0,-39 21-116 0 0,33-16 47 0 0,-1 2 1 0 0,1-1-1 0 0,1 2 1 0 0,0 0-1 0 0,-22 27 1 0 0,-49 78 458 0 0,66-91-488 0 0,-206 287 114 0 0,180-255 831 0 0,2 2 0 0 0,2 1 0 0 0,4 2 0 0 0,2 2-1 0 0,-48 129 1 0 0,81-191-844 0 0,1 0 0 0 0,-1 0 0 0 0,0 0-1 0 0,1 0 1 0 0,-1 0 0 0 0,1 0 0 0 0,0 0-1 0 0,0 0 1 0 0,0 0 0 0 0,1 0 0 0 0,-1 0 0 0 0,1 0-1 0 0,0 0 1 0 0,-1 0 0 0 0,1 0 0 0 0,1 0-1 0 0,-1-1 1 0 0,0 1 0 0 0,1 0 0 0 0,-1 0-1 0 0,4 3 1 0 0,2 2 95 0 0,0-1 0 0 0,1 0-1 0 0,0 0 1 0 0,18 12 0 0 0,6 0 100 0 0,1-2 1 0 0,1 0-1 0 0,0-3 1 0 0,48 14-1 0 0,23 11 362 0 0,310 116 551 0 0,-310-118-908 0 0,-85-29-510 0 0,46 17 705 0 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0:16.088"/>
    </inkml:context>
    <inkml:brush xml:id="br0">
      <inkml:brushProperty name="width" value="0.3" units="cm"/>
      <inkml:brushProperty name="height" value="0.6" units="cm"/>
      <inkml:brushProperty name="color" value="#FFACD5"/>
      <inkml:brushProperty name="tip" value="rectangle"/>
      <inkml:brushProperty name="rasterOp" value="maskPen"/>
    </inkml:brush>
  </inkml:definitions>
  <inkml:trace contextRef="#ctx0" brushRef="#br0">6 596 7834 0 0,'-1'0'58'0'0,"1"-1"1"0"0,-1 0 0 0 0,1 0-1 0 0,-1 1 1 0 0,1-1-1 0 0,-1 0 1 0 0,1 0 0 0 0,0 1-1 0 0,0-1 1 0 0,-1 0-1 0 0,1 0 1 0 0,0 0 0 0 0,0 0-1 0 0,0 1 1 0 0,0-1 0 0 0,0 0-1 0 0,0 0 1 0 0,0 0-1 0 0,0 0 1 0 0,0 0 0 0 0,0 1-1 0 0,0-1 1 0 0,1 0-1 0 0,-1-1 1 0 0,15-24 599 0 0,-8 18-551 0 0,1-1 1 0 0,-1 2-1 0 0,14-11 0 0 0,-3 5 156 0 0,1 2-1 0 0,0 0 1 0 0,1 1-1 0 0,0 1 1 0 0,23-7-1 0 0,111-25 815 0 0,-119 32-950 0 0,572-107 1803 0 0,9 37-629 0 0,214 4 286 0 0,-389 39-1254 0 0,43-10-333 0 0,-426 42 31 0 0,465-27 162 0 0,26 38 1899 0 0,-101 7-751 0 0,-84-18-871 0 0,-116-4-3986 0 0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0:16.706"/>
    </inkml:context>
    <inkml:brush xml:id="br0">
      <inkml:brushProperty name="width" value="0.3" units="cm"/>
      <inkml:brushProperty name="height" value="0.6" units="cm"/>
      <inkml:brushProperty name="color" value="#FFACD5"/>
      <inkml:brushProperty name="tip" value="rectangle"/>
      <inkml:brushProperty name="rasterOp" value="maskPen"/>
    </inkml:brush>
  </inkml:definitions>
  <inkml:trace contextRef="#ctx0" brushRef="#br0">111 75 11522 0 0,'-12'-5'525'0'0,"-29"-19"112"0"0,38 23-578 0 0,1-1 1 0 0,0 0-1 0 0,0 0 1 0 0,0 0-1 0 0,0 1 1 0 0,0-2-1 0 0,1 1 0 0 0,-1 0 1 0 0,1 0-1 0 0,-1-1 1 0 0,1 1-1 0 0,0 0 1 0 0,0-1-1 0 0,0 1 0 0 0,-1-4 1 0 0,2 6-39 0 0,0-1 1 0 0,0 1-1 0 0,0 0 1 0 0,1-1-1 0 0,-1 1 1 0 0,0 0-1 0 0,0-1 1 0 0,0 1-1 0 0,0-1 1 0 0,0 1-1 0 0,0 0 1 0 0,1-1-1 0 0,-1 1 1 0 0,0 0-1 0 0,0-1 1 0 0,1 1-1 0 0,-1 0 1 0 0,0 0-1 0 0,0-1 1 0 0,1 1-1 0 0,-1 0 1 0 0,0 0-1 0 0,1-1 1 0 0,-1 1-1 0 0,0 0 1 0 0,1 0-1 0 0,-1 0 1 0 0,0 0-1 0 0,1 0 1 0 0,-1-1-1 0 0,1 1 1 0 0,-1 0-1 0 0,0 0 1 0 0,1 0-1 0 0,-1 0 1 0 0,1 0 0 0 0,-1 0-1 0 0,0 0 1 0 0,1 0-1 0 0,-1 0 1 0 0,0 0-1 0 0,1 1 1 0 0,-1-1-1 0 0,1 0 1 0 0,-1 0-1 0 0,0 0 1 0 0,1 0-1 0 0,-1 1 1 0 0,0-1-1 0 0,1 0 1 0 0,-1 1-1 0 0,21 6 253 0 0,71 42-127 0 0,14 7-127 0 0,24 0 632 0 0,4 1 79 0 0,173 101 0 0 0,-100-23-702 0 0,-206-134-1 0 0,1-1 1 0 0,-1 1-1 0 0,0 0 1 0 0,0 0-1 0 0,0 0 1 0 0,0 0-1 0 0,0 0 0 0 0,0 0 1 0 0,-1 0-1 0 0,1 0 1 0 0,0 1-1 0 0,0-1 0 0 0,-1 0 1 0 0,1 0-1 0 0,-1 1 1 0 0,1-1-1 0 0,-1 0 0 0 0,0 1 1 0 0,1-1-1 0 0,-1 1 1 0 0,0-1-1 0 0,0 0 1 0 0,0 1-1 0 0,0-1 0 0 0,0 1 1 0 0,0-1-1 0 0,0 0 1 0 0,-1 1-1 0 0,1-1 0 0 0,0 0 1 0 0,-1 1-1 0 0,1-1 1 0 0,-1 0-1 0 0,0 1 1 0 0,1-1-1 0 0,-1 0 0 0 0,0 0 1 0 0,0 0-1 0 0,0 0 1 0 0,0 0-1 0 0,0 0 0 0 0,0 0 1 0 0,-2 2-1 0 0,-7 6 54 0 0,0 0-1 0 0,0-1 1 0 0,-22 13-1 0 0,17-11-86 0 0,-322 232-1115 0 0,275-192 1182 0 0,2 2-1 0 0,-80 91 1 0 0,-46 41 1293 0 0,19-39-2136 0 0,152-133 102 0 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0:19.352"/>
    </inkml:context>
    <inkml:brush xml:id="br0">
      <inkml:brushProperty name="width" value="0.3" units="cm"/>
      <inkml:brushProperty name="height" value="0.6" units="cm"/>
      <inkml:brushProperty name="color" value="#FFACD5"/>
      <inkml:brushProperty name="tip" value="rectangle"/>
      <inkml:brushProperty name="rasterOp" value="maskPen"/>
    </inkml:brush>
  </inkml:definitions>
  <inkml:trace contextRef="#ctx0" brushRef="#br0">3015 84 7834 0 0,'5'-42'3318'0'0,"-5"40"-3073"0"0,0-1 0 0 0,0 1 0 0 0,0-1 0 0 0,0 1 0 0 0,0-1 0 0 0,-1 1 0 0 0,1 0 0 0 0,-1-1 0 0 0,0 1 0 0 0,1 0 0 0 0,-1-1 0 0 0,0 1 0 0 0,0 0 0 0 0,-1 0 1 0 0,-1-3-1 0 0,3 5-205 0 0,-1 0 0 0 0,1-1 1 0 0,-1 1-1 0 0,1 0 1 0 0,-1 0-1 0 0,1 0 0 0 0,-1 0 1 0 0,1 0-1 0 0,-1 0 1 0 0,1 0-1 0 0,0 0 0 0 0,-1 0 1 0 0,1 0-1 0 0,-1 0 0 0 0,1 0 1 0 0,-1 0-1 0 0,1 0 1 0 0,-1 0-1 0 0,1 0 0 0 0,-1 1 1 0 0,1-1-1 0 0,-1 0 1 0 0,1 0-1 0 0,-1 0 0 0 0,1 1 1 0 0,0-1-1 0 0,-1 0 1 0 0,1 1-1 0 0,0-1 0 0 0,-1 0 1 0 0,1 1-1 0 0,0-1 1 0 0,-1 1-1 0 0,1-1 0 0 0,0 0 1 0 0,0 1-1 0 0,-1 0 1 0 0,-12 19 301 0 0,12-18-231 0 0,-157 318 1493 0 0,-6 11-969 0 0,-55 102-566 0 0,17-2-141 0 0,15-77 190 0 0,33-70-3 0 0,-101 272-129 0 0,162-342 53 0 0,-59 149 64 0 0,99-223-194 0 0,-83 214 298 0 0,-24-8-177 0 0,-163 331-510 0 0,192-387 470 0 0,-104 267-148 0 0,170-329 334 0 0,-13 39 1495 0 0,-4 0-530 0 0,53-161-816 0 0,-49 117 0 0 0,54-164 222 0 0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8:57.1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74 0 8754 0 0,'-5'1'684'0'0,"1"-1"1"0"0,-1 2 0 0 0,0-1-1 0 0,0 0 1 0 0,1 1 0 0 0,-1 0-1 0 0,1 0 1 0 0,-1 0-1 0 0,-4 4 1 0 0,7-4-416 0 0,0 0-1 0 0,0 0 1 0 0,0 0-1 0 0,0 0 1 0 0,1 0-1 0 0,-1 0 1 0 0,1 1-1 0 0,-1-1 1 0 0,1 0-1 0 0,0 1 1 0 0,0 0-1 0 0,0-1 1 0 0,0 1-1 0 0,1-1 1 0 0,-1 1-1 0 0,1 0 1 0 0,-1 0-1 0 0,1 5 1 0 0,2 49 368 0 0,1-1 0 0 0,22 104 1 0 0,-14-94-520 0 0,64 305 409 0 0,-51-283-363 0 0,4-1-1 0 0,44 94 0 0 0,-53-133-518 0 0,-3 1-1 0 0,-2 0 0 0 0,-1 1 1 0 0,9 97-1 0 0,-20-132-490 0 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8:57.6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199 31 3225 0 0,'-7'-5'598'0'0,"1"1"1"0"0,-1 1 0 0 0,1-1 0 0 0,-1 1-1 0 0,-13-4 1 0 0,18 6-416 0 0,0 1-1 0 0,0-1 0 0 0,1 1 1 0 0,-1 0-1 0 0,0 0 0 0 0,0 0 1 0 0,0 0-1 0 0,0 0 0 0 0,0 0 1 0 0,1 0-1 0 0,-1 0 0 0 0,0 1 1 0 0,0-1-1 0 0,0 1 1 0 0,1 0-1 0 0,-1-1 0 0 0,0 1 1 0 0,1 0-1 0 0,-1 0 0 0 0,1 0 1 0 0,-1 0-1 0 0,1 0 0 0 0,-1 0 1 0 0,1 1-1 0 0,0-1 1 0 0,-1 0-1 0 0,1 1 0 0 0,0-1 1 0 0,-1 3-1 0 0,-16 31 638 0 0,2 0 0 0 0,2 1 0 0 0,1 0 0 0 0,-12 55 0 0 0,24-84-802 0 0,-1-1-8 0 0,0 0-1 0 0,0 1 1 0 0,1 0 0 0 0,0-1-1 0 0,0 1 1 0 0,1-1 0 0 0,1 14 0 0 0,-1-20 14 0 0,1-1 0 0 0,0 1 0 0 0,-1 0 1 0 0,1-1-1 0 0,-1 1 0 0 0,1-1 1 0 0,0 1-1 0 0,-1-1 0 0 0,1 1 1 0 0,-1-1-1 0 0,1 1 0 0 0,-1-1 1 0 0,0 1-1 0 0,1-1 0 0 0,-1 0 1 0 0,0 1-1 0 0,1-1 0 0 0,-1 0 1 0 0,0 1-1 0 0,0-1 0 0 0,1 0 1 0 0,-1 1-1 0 0,0-1 0 0 0,0-1 1 0 0,11-23 807 0 0,-2-2-104 0 0,5-13 33 0 0,1 1 1 0 0,1 0 0 0 0,3 1 0 0 0,25-40 0 0 0,-43 76-733 0 0,0 0 1 0 0,1 1-1 0 0,-1-1 1 0 0,0 0-1 0 0,1 0 1 0 0,-1 1-1 0 0,1-1 1 0 0,-1 1 0 0 0,1-1-1 0 0,0 1 1 0 0,0 0-1 0 0,0-1 1 0 0,0 1-1 0 0,0 0 1 0 0,0 0-1 0 0,0 1 1 0 0,0-1-1 0 0,0 0 1 0 0,0 1-1 0 0,0-1 1 0 0,4 1-1 0 0,-2 0 26 0 0,-1 1 1 0 0,1 0-1 0 0,0 1 0 0 0,0-1 0 0 0,0 1 0 0 0,-1 0 0 0 0,1 0 0 0 0,-1 0 0 0 0,1 0 1 0 0,-1 1-1 0 0,4 2 0 0 0,110 98 956 0 0,-85-72-1228 0 0,1-1 0 0 0,54 37 0 0 0,-70-56-1705 0 0,3 3-6093 0 0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8:58.3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30 10594 0 0,'11'-30'9965'0'0,"-8"47"-8037"0"0,31 315-471 0 0,-13-190-6998 0 0,-18-120 3932 0 0,3 19-5607 0 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8:58.5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39 14747 0 0,'-2'-7'648'0'0,"2"3"144"0"0,0 0-632 0 0,0-1-160 0 0,0 4 0 0 0,0 0 0 0 0,0-1 481 0 0,2-2 71 0 0,1 0 16 0 0,-1 0 0 0 0,2 1-1032 0 0,2 3-208 0 0,2 6-32 0 0,0 2-17 0 0,3 6 609 0 0,1 2 112 0 0,0 5 0 0 0,2-1 88 0 0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8:59.1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88 5529 0 0,'-25'-16'6985'0'0,"31"27"-5167"0"0,11 24-1010 0 0,-1 1-1 0 0,17 56 0 0 0,-15-37-1644 0 0,-12-43-363 0 0,-3-11-305 0 0,2-19-538 0 0,-3 8 2278 0 0,10-74 630 0 0,-10 59 23 0 0,1 1 0 0 0,2 0-1 0 0,0 0 1 0 0,1 1 0 0 0,12-28 0 0 0,-18 50-779 0 0,1-1 0 0 0,-1 1 0 0 0,1 0 0 0 0,0-1 0 0 0,-1 1 0 0 0,1 0 1 0 0,0 0-1 0 0,0 0 0 0 0,0 0 0 0 0,-1 0 0 0 0,1-1 0 0 0,0 2 0 0 0,1-1 0 0 0,-1 0 0 0 0,0 0 1 0 0,0 0-1 0 0,0 0 0 0 0,0 1 0 0 0,3-2 0 0 0,-3 2-43 0 0,0 0 0 0 0,0 0-1 0 0,0 1 1 0 0,0-1 0 0 0,0 0 0 0 0,0 0-1 0 0,0 1 1 0 0,0-1 0 0 0,-1 0 0 0 0,1 1-1 0 0,0-1 1 0 0,0 1 0 0 0,0-1 0 0 0,-1 1-1 0 0,1 0 1 0 0,0-1 0 0 0,0 1 0 0 0,-1 0-1 0 0,1-1 1 0 0,-1 1 0 0 0,2 1 0 0 0,3 7 123 0 0,1 0 0 0 0,-2 0 0 0 0,1 0 0 0 0,3 12 0 0 0,-5-13-276 0 0,85 181-847 0 0,-87-187 863 0 0,-2-7-111 0 0,1-1-1 0 0,0 0 1 0 0,0 0 0 0 0,1 0 0 0 0,-1 0-1 0 0,3-8 1 0 0,0-5-93 0 0,-2-5 279 0 0,8-60 216 0 0,-8 76-74 0 0,1-1 0 0 0,0 0 0 0 0,1 1 0 0 0,0-1 0 0 0,0 1 1 0 0,9-16-1 0 0,-12 23-101 0 0,1-1 0 0 0,0 1 0 0 0,0-1 0 0 0,0 1 0 0 0,0-1 0 0 0,0 1 0 0 0,0 0 0 0 0,0-1 0 0 0,1 1 0 0 0,-1 0 0 0 0,0 0 0 0 0,1 0 0 0 0,-1 0 0 0 0,1 0 0 0 0,-1 0 0 0 0,1 0 0 0 0,-1 1 0 0 0,1-1 0 0 0,-1 1 0 0 0,1-1 0 0 0,0 1 0 0 0,-1-1 0 0 0,1 1 0 0 0,0 0 0 0 0,0 0 0 0 0,-1 0 0 0 0,1 0 0 0 0,0 0 0 0 0,0 0 0 0 0,-1 0 0 0 0,1 1 0 0 0,0-1 0 0 0,-1 1 0 0 0,1-1 0 0 0,0 1 0 0 0,-1-1 0 0 0,1 1 0 0 0,-1 0 0 0 0,1 0 1 0 0,-1 0-1 0 0,0 0 0 0 0,1 0 0 0 0,-1 0 0 0 0,0 0 0 0 0,1 1 0 0 0,-1-1 0 0 0,1 2 0 0 0,5 5-119 0 0,-1 0 0 0 0,1 0 0 0 0,-2 0 0 0 0,1 1 1 0 0,-1 0-1 0 0,6 16 0 0 0,1 5-497 0 0,-2-1-2439 0 0,17 29 0 0 0,-16-40 1154 0 0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8:59.6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 4609 0 0,'1'3'509'0'0,"0"0"0"0"0,0 0-1 0 0,1 0 1 0 0,-1-1 0 0 0,1 1 0 0 0,0 0-1 0 0,0-1 1 0 0,0 1 0 0 0,0-1 0 0 0,0 0 0 0 0,0 0-1 0 0,3 2 1 0 0,5 7 1584 0 0,-1 2-1389 0 0,-1 1 0 0 0,-1 0 0 0 0,0 0 0 0 0,-1 1-1 0 0,0 0 1 0 0,6 28 0 0 0,-7-22-914 0 0,2 0-1 0 0,13 30 1 0 0,-18-96-1703 0 0,-1 17 2340 0 0,2 1 0 0 0,10-42 0 0 0,-12 60-177 0 0,2 1-1 0 0,-1-1 0 0 0,1 1 0 0 0,1 0 0 0 0,-1 0 1 0 0,1 0-1 0 0,1 0 0 0 0,-1 1 0 0 0,1 0 1 0 0,1 0-1 0 0,-1 0 0 0 0,8-6 0 0 0,-13 12-234 0 0,1 1-1 0 0,0-1 0 0 0,0 1 0 0 0,-1-1 0 0 0,1 1 1 0 0,0-1-1 0 0,0 1 0 0 0,-1-1 0 0 0,1 1 1 0 0,0 0-1 0 0,0-1 0 0 0,0 1 0 0 0,0 0 0 0 0,-1 0 1 0 0,1 0-1 0 0,0 0 0 0 0,0-1 0 0 0,0 1 1 0 0,0 0-1 0 0,0 1 0 0 0,0-1 0 0 0,0 0 1 0 0,-1 0-1 0 0,1 0 0 0 0,0 0 0 0 0,0 1 0 0 0,1-1 1 0 0,-1 2 42 0 0,1-1-1 0 0,0 0 1 0 0,-1 1 0 0 0,1-1 0 0 0,-1 1 0 0 0,0-1 0 0 0,1 1 0 0 0,-1-1 0 0 0,0 1 0 0 0,0 0-1 0 0,1 3 1 0 0,3 7 340 0 0,0 1 0 0 0,5 26-1 0 0,-8-28-322 0 0,3 6-159 0 0,0 0 0 0 0,2 0 0 0 0,8 17-1 0 0,-12-28 46 0 0,0 0-1 0 0,0 0 0 0 0,1 0 0 0 0,0-1 0 0 0,0 0 0 0 0,0 0 0 0 0,1 0 0 0 0,0 0 1 0 0,0-1-1 0 0,0 1 0 0 0,9 4 0 0 0,-12-8-51 0 0,-1 0 0 0 0,0-1-1 0 0,0 1 1 0 0,0-1 0 0 0,0 0 0 0 0,1 1 0 0 0,-1-1-1 0 0,0 0 1 0 0,0 0 0 0 0,0 0 0 0 0,1 0 0 0 0,-1 0-1 0 0,0 0 1 0 0,0 0 0 0 0,1 0 0 0 0,-1 0 0 0 0,0-1-1 0 0,0 1 1 0 0,1 0 0 0 0,-1-1 0 0 0,0 1 0 0 0,1-1-1 0 0,1-1-133 0 0,-1 0 0 0 0,1 0-1 0 0,-1 0 1 0 0,1 0 0 0 0,-1-1-1 0 0,0 1 1 0 0,0 0 0 0 0,3-6 0 0 0,3-5-1096 0 0,0-1 0 0 0,9-28 0 0 0,-12 30 346 0 0,2-5-126 0 0,-6 11 757 0 0,1 0 0 0 0,1 0-1 0 0,-1 0 1 0 0,1 1-1 0 0,0-1 1 0 0,0 1-1 0 0,0 0 1 0 0,1-1 0 0 0,0 2-1 0 0,0-1 1 0 0,7-6-1 0 0,0 5-321 0 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00.1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50 6913 0 0,'13'-15'700'0'0,"-10"11"3"0"0,1 0 1 0 0,-1 0 0 0 0,1 0-1 0 0,0 0 1 0 0,0 1 0 0 0,8-6-1 0 0,-11 8-555 0 0,0 1 0 0 0,0 0 0 0 0,0-1 0 0 0,1 1 0 0 0,-1 0 0 0 0,0 0 0 0 0,0 0 1 0 0,0 0-1 0 0,0 0 0 0 0,1 0 0 0 0,-1 0 0 0 0,0 0 0 0 0,0 0 0 0 0,0 0 0 0 0,0 1 0 0 0,0-1 0 0 0,1 1 0 0 0,-1-1 0 0 0,0 1 0 0 0,0-1 0 0 0,0 1 0 0 0,0-1 0 0 0,0 1 0 0 0,0 0 0 0 0,-1-1 0 0 0,1 1 0 0 0,0 0 0 0 0,0 0 0 0 0,0 0 1 0 0,-1 0-1 0 0,1 0 0 0 0,0 0 0 0 0,-1 0 0 0 0,1 0 0 0 0,-1 0 0 0 0,1 0 0 0 0,-1 1 0 0 0,8 15 437 0 0,-1-1 0 0 0,-1 1 0 0 0,-1 0 0 0 0,0 1 0 0 0,-1-1 0 0 0,3 37 0 0 0,7 30-3596 0 0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00.5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11 6449 0 0,'-1'-1'59'0'0,"1"1"-1"0"0,0-1 0 0 0,0 1 0 0 0,0-1 1 0 0,0 1-1 0 0,0-1 0 0 0,0 1 1 0 0,-1-1-1 0 0,1 1 0 0 0,0 0 0 0 0,0-1 1 0 0,0 1-1 0 0,-1-1 0 0 0,1 1 0 0 0,0 0 1 0 0,-1-1-1 0 0,1 1 0 0 0,0-1 1 0 0,-1 1-1 0 0,1 0 0 0 0,-1 0 0 0 0,1-1 1 0 0,-1 1-1 0 0,1 0 0 0 0,0 0 0 0 0,-1-1 1 0 0,-7 10 2046 0 0,1 18 626 0 0,6-21-2473 0 0,1 0 1 0 0,0 1 0 0 0,1-1-1 0 0,0 0 1 0 0,0 0 0 0 0,0 0-1 0 0,1 0 1 0 0,-1 0 0 0 0,1 0-1 0 0,1 0 1 0 0,-1-1-1 0 0,1 1 1 0 0,0-1 0 0 0,0 1-1 0 0,1-1 1 0 0,0 0 0 0 0,0 0-1 0 0,0-1 1 0 0,6 6 0 0 0,4 2 271 0 0,1 0 0 0 0,0 0 0 0 0,1-2 0 0 0,0 0 0 0 0,18 8 1 0 0,-32-17-515 0 0,0 1 0 0 0,1-1 0 0 0,-1 0 1 0 0,0 0-1 0 0,0 0 0 0 0,1-1 0 0 0,-1 1 0 0 0,0 0 1 0 0,1-1-1 0 0,-1 0 0 0 0,1 1 0 0 0,-1-1 1 0 0,1 0-1 0 0,-1 0 0 0 0,0-1 0 0 0,1 1 1 0 0,-1 0-1 0 0,1-1 0 0 0,-1 1 0 0 0,0-1 1 0 0,1 0-1 0 0,-1 0 0 0 0,0 0 0 0 0,0 0 1 0 0,1 0-1 0 0,-1 0 0 0 0,0-1 0 0 0,0 1 1 0 0,0-1-1 0 0,-1 1 0 0 0,1-1 0 0 0,0 0 1 0 0,-1 0-1 0 0,1 0 0 0 0,-1 0 0 0 0,1 0 0 0 0,-1 0 1 0 0,0 0-1 0 0,0 0 0 0 0,0-1 0 0 0,1-2 1 0 0,0 0 12 0 0,-1 0 1 0 0,1 0 0 0 0,-1 0 0 0 0,0-1 0 0 0,-1 1-1 0 0,1 0 1 0 0,-1-1 0 0 0,0 1 0 0 0,0 0 0 0 0,0-1-1 0 0,-1 1 1 0 0,0 0 0 0 0,0 0 0 0 0,-1-1 0 0 0,1 1-1 0 0,-1 0 1 0 0,0 0 0 0 0,-4-6 0 0 0,2 4-228 0 0,-1 1 1 0 0,-1-1 0 0 0,1 1-1 0 0,-1 0 1 0 0,0 1 0 0 0,-1-1-1 0 0,1 1 1 0 0,-1 1-1 0 0,0-1 1 0 0,0 1 0 0 0,-1 0-1 0 0,1 1 1 0 0,-10-4 0 0 0,-10 0-6938 0 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00.8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28 4609 0 0,'-36'-28'16275'0'0,"40"34"-14458"0"0,-1 3-2260 0 0,8 18-2614 0 0,-10-27 3009 0 0,-1 1 0 0 0,1-1-1 0 0,-1 1 1 0 0,0-1 0 0 0,1 1 0 0 0,-1-1 0 0 0,1 1 0 0 0,-1-1 0 0 0,1 0 0 0 0,-1 1-1 0 0,1-1 1 0 0,0 0 0 0 0,-1 0 0 0 0,1 1 0 0 0,-1-1 0 0 0,1 0 0 0 0,0 0 0 0 0,-1 0-1 0 0,1 0 1 0 0,-1 0 0 0 0,1 1 0 0 0,0-1 0 0 0,-1 0 0 0 0,1-1 0 0 0,0 1 0 0 0,-1 0 0 0 0,1 0-1 0 0,-1 0 1 0 0,1 0 0 0 0,0 0 0 0 0,-1-1 0 0 0,1 1 0 0 0,-1 0 0 0 0,1 0 0 0 0,0-1-1 0 0,-1 1 1 0 0,1 0 0 0 0,-1-1 0 0 0,1 1 0 0 0,-1-1 0 0 0,0 1 0 0 0,1-1 0 0 0,4-3 48 0 0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01.7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59 65 5985 0 0,'-12'-16'784'0'0,"-31"-32"12631"0"0,40 56-12199 0 0,2 13-951 0 0,1-19-87 0 0,2 29-89 0 0,0 0 0 0 0,2 0 0 0 0,2-1 0 0 0,1 1 0 0 0,1-1 0 0 0,1-1 0 0 0,2 1 0 0 0,1-2 0 0 0,29 51 0 0 0,-35-70-89 0 0,1 0 0 0 0,0 0 0 0 0,1 0 0 0 0,0-1 0 0 0,17 14 0 0 0,-22-19 0 0 0,1-1 0 0 0,-1 0 0 0 0,0 0 0 0 0,0 0 0 0 0,1-1 0 0 0,-1 1 0 0 0,1-1 0 0 0,-1 0 0 0 0,8 1 0 0 0,-9-1 0 0 0,0-1 0 0 0,-1 0 0 0 0,1 0 0 0 0,0-1 0 0 0,0 1 0 0 0,-1 0 0 0 0,1-1 0 0 0,-1 1 0 0 0,1-1 0 0 0,0 1 0 0 0,-1-1 0 0 0,1 0 0 0 0,-1 1 0 0 0,1-1 0 0 0,-1 0 0 0 0,0 0 0 0 0,1 0 0 0 0,-1 0 0 0 0,0 0 0 0 0,0-1 0 0 0,1 1 0 0 0,0-3 0 0 0,0 3 26 0 0,-1-1 0 0 0,0 0 1 0 0,0 0-1 0 0,0 0 0 0 0,0 0 0 0 0,0 0 0 0 0,0 0 1 0 0,0 0-1 0 0,-1 0 0 0 0,1 0 0 0 0,-1 0 0 0 0,0 0 1 0 0,1 0-1 0 0,-1 0 0 0 0,0-1 0 0 0,0 1 1 0 0,-1 0-1 0 0,1 0 0 0 0,0 0 0 0 0,-1 0 0 0 0,1 0 1 0 0,-1 0-1 0 0,1 0 0 0 0,-1 0 0 0 0,0 0 1 0 0,-2-3-1 0 0,-1-8 34 0 0,4-4-41 0 0,1 10-2861 0 0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 9674 0 0,'-5'10'10887'0'0,"6"8"-9576"0"0,-1-14-1029 0 0,2 33 283 0 0,5 60 964 0 0,-5-86-1862 0 0,0-1 0 0 0,1 0 0 0 0,-1-1 0 0 0,2 1 0 0 0,0 0-1 0 0,0-1 1 0 0,6 11 0 0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02.1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 47 10594 0 0,'-5'-11'588'0'0,"-18"-24"6939"0"0,22 35-7474 0 0,1 0 0 0 0,0 0-1 0 0,-1 0 1 0 0,1 0-1 0 0,0 0 1 0 0,-1 1 0 0 0,1-1-1 0 0,0 0 1 0 0,0 0-1 0 0,-1 0 1 0 0,1 1 0 0 0,0-1-1 0 0,0 0 1 0 0,0 0-1 0 0,-1 1 1 0 0,1-1 0 0 0,0 0-1 0 0,0 0 1 0 0,0 1-1 0 0,-1-1 1 0 0,1 0 0 0 0,0 1-1 0 0,0-1 1 0 0,0 0-1 0 0,0 1 1 0 0,0-1 0 0 0,0 0-1 0 0,0 1 1 0 0,0-1 0 0 0,0 0-1 0 0,0 1 1 0 0,0-1-1 0 0,0 0 1 0 0,0 1 0 0 0,0-1-1 0 0,0 0 1 0 0,0 1-1 0 0,0 15-304 0 0,1-9-303 0 0,0 0-1 0 0,1 1 0 0 0,-1-1 0 0 0,1 0 0 0 0,1-1 0 0 0,0 1 0 0 0,-1 0 1 0 0,2-1-1 0 0,6 11 0 0 0,2 0 429 0 0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02.4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18 14283 0 0,'-3'-7'76'0'0,"-2"-3"3126"0"0,5 18-596 0 0,43 187 423 0 0,-15-80-2864 0 0,20 66-41 0 0,-21-105-6708 0 0,-18-51-683 0 0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02.7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96 1376 0 0,'-3'3'488'0'0,"1"1"1"0"0,-1 0-1 0 0,1 0 0 0 0,0 0 0 0 0,0 0 0 0 0,1 0 1 0 0,-1 1-1 0 0,1-1 0 0 0,0 0 0 0 0,0 1 0 0 0,0-1 0 0 0,1 1 1 0 0,-1-1-1 0 0,1 6 0 0 0,1-9-261 0 0,-1 1 1 0 0,0-1 0 0 0,0 1-1 0 0,0-1 1 0 0,1 1-1 0 0,-1-1 1 0 0,1 0-1 0 0,-1 1 1 0 0,1-1-1 0 0,0 0 1 0 0,-1 1-1 0 0,1-1 1 0 0,0 0-1 0 0,0 0 1 0 0,0 1-1 0 0,0-1 1 0 0,0 0-1 0 0,2 1 1 0 0,-2-1-59 0 0,1 0-1 0 0,0-1 1 0 0,0 1-1 0 0,-1 0 1 0 0,1-1-1 0 0,0 0 1 0 0,0 1 0 0 0,0-1-1 0 0,0 0 1 0 0,0 0-1 0 0,-1 0 1 0 0,1 0-1 0 0,0 0 1 0 0,0 0 0 0 0,0-1-1 0 0,0 1 1 0 0,0-1-1 0 0,2 0 1 0 0,3-2 61 0 0,0 0 0 0 0,0 0-1 0 0,-1-1 1 0 0,1 0 0 0 0,-1 0 0 0 0,0 0 0 0 0,0-1 0 0 0,-1 0-1 0 0,1 0 1 0 0,-1-1 0 0 0,0 1 0 0 0,0-1 0 0 0,6-11 0 0 0,-9 14-214 0 0,0 0 0 0 0,0-1 1 0 0,0 1-1 0 0,0 0 0 0 0,-1-1 1 0 0,1 1-1 0 0,-1-1 0 0 0,0 0 1 0 0,0 1-1 0 0,0-1 0 0 0,-1 0 1 0 0,1 0-1 0 0,-1 0 0 0 0,0 1 1 0 0,0-1-1 0 0,0 0 0 0 0,-1 0 1 0 0,1 0-1 0 0,-1 1 0 0 0,0-1 1 0 0,0 0-1 0 0,0 1 0 0 0,-1-1 1 0 0,1 1-1 0 0,-1-1 0 0 0,0 1 1 0 0,0-1-1 0 0,-3-3 0 0 0,4 6-41 0 0,0 0-1 0 0,1 0 0 0 0,-1 1 1 0 0,0-1-1 0 0,0 0 0 0 0,1 1 1 0 0,-1-1-1 0 0,0 1 0 0 0,0-1 1 0 0,0 1-1 0 0,0-1 1 0 0,0 1-1 0 0,0-1 0 0 0,0 1 1 0 0,0 0-1 0 0,0 0 0 0 0,0-1 1 0 0,0 1-1 0 0,0 0 0 0 0,0 0 1 0 0,0 0-1 0 0,0 0 1 0 0,0 0-1 0 0,0 1 0 0 0,0-1 1 0 0,0 0-1 0 0,0 0 0 0 0,0 1 1 0 0,0-1-1 0 0,0 0 0 0 0,0 1 1 0 0,0-1-1 0 0,0 1 1 0 0,0-1-1 0 0,0 1 0 0 0,0 0 1 0 0,1-1-1 0 0,-1 1 0 0 0,0 0 1 0 0,0 0-1 0 0,1-1 0 0 0,-1 1 1 0 0,0 0-1 0 0,1 0 0 0 0,-1 0 1 0 0,1 0-1 0 0,-1 2 1 0 0,-2 1-6 0 0,1 0 1 0 0,0 0 0 0 0,0 0-1 0 0,0 1 1 0 0,0-1 0 0 0,1 1-1 0 0,-1 0 1 0 0,1-1 0 0 0,0 7 0 0 0,1-5 142 0 0,1 0 0 0 0,1 0 0 0 0,-1 0 0 0 0,1-1 0 0 0,0 1 0 0 0,0 0 0 0 0,1-1 0 0 0,-1 1 0 0 0,1-1 0 0 0,1 0 1 0 0,-1 0-1 0 0,1 0 0 0 0,-1-1 0 0 0,1 1 0 0 0,1-1 0 0 0,-1 0 0 0 0,1 0 0 0 0,-1 0 0 0 0,7 3 0 0 0,6 5 160 0 0,0-2-1 0 0,1 0 0 0 0,-1-1 0 0 0,30 11 1 0 0,-34-16-304 0 0,0 0 0 0 0,1-1 1 0 0,-1 0-1 0 0,1-1 1 0 0,18 0-1 0 0,12-4-5766 0 0,-12-2-1081 0 0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03.4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213 60 6913 0 0,'-4'-5'627'0'0,"1"0"0"0"0,-1 1-1 0 0,0-1 1 0 0,0 1-1 0 0,0 0 1 0 0,0 0-1 0 0,-1 1 1 0 0,1-1-1 0 0,-1 1 1 0 0,0 0-1 0 0,0 0 1 0 0,-1 0-1 0 0,1 1 1 0 0,-9-3-1 0 0,11 5-470 0 0,0-1 0 0 0,0 1 0 0 0,0-1-1 0 0,0 1 1 0 0,0 0 0 0 0,0 0 0 0 0,0 0 0 0 0,0 1-1 0 0,0-1 1 0 0,0 1 0 0 0,0-1 0 0 0,0 1 0 0 0,0 0-1 0 0,0 0 1 0 0,0 1 0 0 0,0-1 0 0 0,1 1 0 0 0,-1-1-1 0 0,0 1 1 0 0,1 0 0 0 0,-1 0 0 0 0,1 0 0 0 0,0 0 0 0 0,0 0-1 0 0,0 0 1 0 0,0 1 0 0 0,-3 5 0 0 0,-4 6-51 0 0,1 0 0 0 0,1 1 1 0 0,1 1-1 0 0,0-1 0 0 0,1 1 1 0 0,0 0-1 0 0,1 0 0 0 0,1 1 1 0 0,1-1-1 0 0,0 1 0 0 0,2 32 1 0 0,1-29-65 0 0,1 0 0 0 0,0 0 0 0 0,2 0 0 0 0,0 0 0 0 0,1-1 0 0 0,1 0 0 0 0,1 0 1 0 0,1 0-1 0 0,15 26 0 0 0,-17-35-25 0 0,0 0-1 0 0,1-1 1 0 0,1 0 0 0 0,-1 0 0 0 0,1-1 0 0 0,1 0 0 0 0,0 0-1 0 0,0-1 1 0 0,0 0 0 0 0,13 7 0 0 0,-17-12-49 0 0,0 1-1 0 0,0-1 1 0 0,1 0-1 0 0,-1 0 1 0 0,1 0 0 0 0,-1-1-1 0 0,1 0 1 0 0,0 0 0 0 0,0-1-1 0 0,-1 1 1 0 0,1-1-1 0 0,0-1 1 0 0,0 1 0 0 0,-1-1-1 0 0,1 0 1 0 0,0 0 0 0 0,-1 0-1 0 0,1-1 1 0 0,-1 0-1 0 0,1 0 1 0 0,-1 0 0 0 0,7-5-1 0 0,2-3-421 0 0,0 0 0 0 0,0 0 0 0 0,15-17 0 0 0,-4 2-860 0 0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03.7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64 103 5065 0 0,'-2'-11'574'0'0,"0"-1"-1"0"0,0 1 1 0 0,-6-13-1 0 0,7 21 43 0 0,0 0 0 0 0,0 0 0 0 0,-1 0-1 0 0,1 0 1 0 0,-1 1 0 0 0,0-1 0 0 0,0 0 0 0 0,0 1-1 0 0,0-1 1 0 0,0 1 0 0 0,0 0 0 0 0,-1 0 0 0 0,1 0-1 0 0,-1 0 1 0 0,0 0 0 0 0,-3-2 0 0 0,6 4-526 0 0,-1 0 1 0 0,1 0 0 0 0,0 0-1 0 0,-1 0 1 0 0,1 0-1 0 0,-1 0 1 0 0,1 0 0 0 0,-1 0-1 0 0,1 0 1 0 0,0 0 0 0 0,-1 0-1 0 0,1 1 1 0 0,-1-1-1 0 0,1 0 1 0 0,-1 0 0 0 0,1 0-1 0 0,0 1 1 0 0,-1-1-1 0 0,1 0 1 0 0,0 0 0 0 0,-1 1-1 0 0,1-1 1 0 0,0 0 0 0 0,-1 1-1 0 0,1-1 1 0 0,0 0-1 0 0,0 1 1 0 0,-1-1 0 0 0,1 0-1 0 0,0 1 1 0 0,0-1-1 0 0,0 1 1 0 0,-1-1 0 0 0,1 0-1 0 0,0 1 1 0 0,0-1 0 0 0,0 1-1 0 0,0-1 1 0 0,0 1-1 0 0,0-1 1 0 0,0 0 0 0 0,0 1-1 0 0,0-1 1 0 0,0 1-1 0 0,0 0 1 0 0,0 26 513 0 0,0-22-422 0 0,3 54 156 0 0,19 102 0 0 0,-15-117-340 0 0,-4-26-55 0 0,12 56 39 0 0,-13-68-25 0 0,0 1 1 0 0,0-1 0 0 0,0-1-1 0 0,1 1 1 0 0,0 0-1 0 0,0-1 1 0 0,1 1 0 0 0,-1-1-1 0 0,7 7 1 0 0,-10-12 33 0 0,1 1 1 0 0,-1-1-1 0 0,0 1 0 0 0,1-1 1 0 0,0 1-1 0 0,-1-1 0 0 0,1 0 0 0 0,-1 1 1 0 0,1-1-1 0 0,-1 1 0 0 0,1-1 1 0 0,0 0-1 0 0,-1 0 0 0 0,1 1 1 0 0,0-1-1 0 0,-1 0 0 0 0,1 0 1 0 0,0 0-1 0 0,0 0 0 0 0,-1 0 1 0 0,1 0-1 0 0,0 0 0 0 0,-1 0 1 0 0,1 0-1 0 0,0 0 0 0 0,-1 0 1 0 0,1 0-1 0 0,0-1 0 0 0,1 1 1 0 0,-1-1-34 0 0,1-1 0 0 0,-1 1 1 0 0,1 0-1 0 0,-1 0 0 0 0,0-1 1 0 0,1 1-1 0 0,-1-1 0 0 0,0 1 1 0 0,0-1-1 0 0,0 0 0 0 0,1-1 1 0 0,1-5-135 0 0,0 0 0 0 0,0 0 0 0 0,4-17 0 0 0,-2-36 501 0 0,-5 49-217 0 0,1 1 1 0 0,0-1-1 0 0,0 1 1 0 0,1 0-1 0 0,1-1 0 0 0,0 1 1 0 0,6-14-1 0 0,-9 24-92 0 0,0 0 0 0 0,0 0 0 0 0,1 1 0 0 0,-1-1 0 0 0,0 0 0 0 0,1 1 0 0 0,-1-1 1 0 0,0 0-1 0 0,1 1 0 0 0,-1-1 0 0 0,1 0 0 0 0,-1 1 0 0 0,1-1 0 0 0,0 1 0 0 0,-1-1 0 0 0,1 1 0 0 0,-1-1 0 0 0,1 1 1 0 0,0 0-1 0 0,-1-1 0 0 0,1 1 0 0 0,0 0 0 0 0,0-1 0 0 0,-1 1 0 0 0,1 0 0 0 0,0 0 0 0 0,1-1 0 0 0,-1 2 3 0 0,0-1 0 0 0,0 1 1 0 0,0 0-1 0 0,0-1 0 0 0,0 1 0 0 0,0 0 0 0 0,0-1 0 0 0,0 1 0 0 0,-1 0 0 0 0,1 0 0 0 0,0 0 0 0 0,-1 0 0 0 0,1 0 0 0 0,0 0 0 0 0,-1-1 0 0 0,1 3 0 0 0,17 48 355 0 0,-17-47-346 0 0,4 11-22 0 0,0 0 0 0 0,0 0 0 0 0,1-1-1 0 0,1 0 1 0 0,1 0 0 0 0,14 20 0 0 0,-12-20-815 0 0,1-2 0 0 0,0 0 0 0 0,20 17 0 0 0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04.3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191 8 5985 0 0,'-2'-1'289'0'0,"0"0"1"0"0,1 0-1 0 0,-1 0 0 0 0,0 0 0 0 0,0 1 1 0 0,0-1-1 0 0,0 1 0 0 0,0-1 0 0 0,0 1 0 0 0,0 0 1 0 0,0 0-1 0 0,0 0 0 0 0,0 0 0 0 0,0 0 0 0 0,0 0 1 0 0,0 1-1 0 0,0-1 0 0 0,0 1 0 0 0,0-1 1 0 0,0 1-1 0 0,-4 1 0 0 0,-39 21 3158 0 0,37-17-3107 0 0,0 1-1 0 0,0 0 0 0 0,1 1 0 0 0,0-1 0 0 0,0 1 0 0 0,1 1 0 0 0,0-1 0 0 0,0 1 1 0 0,1 0-1 0 0,0 1 0 0 0,1-1 0 0 0,-5 16 0 0 0,6-18-370 0 0,1 1-1 0 0,0 0 1 0 0,0 0 0 0 0,0 0-1 0 0,1 0 1 0 0,0 0 0 0 0,1 0-1 0 0,0 0 1 0 0,0 0-1 0 0,1 0 1 0 0,0 0 0 0 0,1 0-1 0 0,-1 0 1 0 0,1 0 0 0 0,1 0-1 0 0,5 11 1 0 0,-8-17-38 0 0,1 0 1 0 0,0 0-1 0 0,0 0 1 0 0,0 0-1 0 0,0-1 1 0 0,0 1-1 0 0,0 0 1 0 0,0-1-1 0 0,0 1 1 0 0,1-1-1 0 0,-1 0 1 0 0,1 1 0 0 0,-1-1-1 0 0,1 0 1 0 0,0 0-1 0 0,-1 0 1 0 0,1 0-1 0 0,0 0 1 0 0,0 0-1 0 0,-1 0 1 0 0,1-1-1 0 0,0 1 1 0 0,0-1-1 0 0,0 1 1 0 0,0-1-1 0 0,0 0 1 0 0,0 1-1 0 0,0-1 1 0 0,0 0-1 0 0,0-1 1 0 0,0 1-1 0 0,0 0 1 0 0,0 0-1 0 0,0-1 1 0 0,0 1-1 0 0,0-1 1 0 0,0 0-1 0 0,-1 0 1 0 0,1 0-1 0 0,0 1 1 0 0,0-1-1 0 0,-1-1 1 0 0,1 1-1 0 0,1-2 1 0 0,3-2-391 0 0,0 0 0 0 0,-1 0 0 0 0,0-1 0 0 0,0 0 0 0 0,0 0 1 0 0,-1 0-1 0 0,0 0 0 0 0,0-1 0 0 0,0 0 0 0 0,3-9 0 0 0,-3 1 606 0 0,-1 1-1 0 0,3-29 1 0 0,-5 33 678 0 0,0-1 0 0 0,1 0 0 0 0,0 0 0 0 0,1 1 0 0 0,0 0 0 0 0,8-17 0 0 0,-11 26-758 0 0,0 1 1 0 0,0-1-1 0 0,1 0 0 0 0,-1 1 1 0 0,0-1-1 0 0,1 1 1 0 0,-1-1-1 0 0,0 1 0 0 0,1-1 1 0 0,-1 1-1 0 0,1-1 1 0 0,-1 1-1 0 0,1-1 0 0 0,-1 1 1 0 0,1 0-1 0 0,-1-1 1 0 0,1 1-1 0 0,0 0 0 0 0,-1-1 1 0 0,1 1-1 0 0,-1 0 1 0 0,1 0-1 0 0,0 0 0 0 0,-1-1 1 0 0,1 1-1 0 0,0 0 1 0 0,-1 0-1 0 0,1 0 1 0 0,0 0-1 0 0,-1 0 0 0 0,1 0 1 0 0,0 0-1 0 0,-1 1 1 0 0,1-1-1 0 0,-1 0 0 0 0,1 0 1 0 0,0 0-1 0 0,-1 1 1 0 0,1-1-1 0 0,-1 0 0 0 0,1 0 1 0 0,0 1-1 0 0,-1-1 1 0 0,1 1-1 0 0,-1-1 0 0 0,1 1 1 0 0,-1-1-1 0 0,1 0 1 0 0,-1 1-1 0 0,0 0 0 0 0,1-1 1 0 0,-1 1-1 0 0,0-1 1 0 0,1 1-1 0 0,-1-1 0 0 0,0 2 1 0 0,24 41 886 0 0,-20-33-790 0 0,4 5-112 0 0,1 0 1 0 0,0 0-1 0 0,1-1 1 0 0,12 13 0 0 0,17 7-1647 0 0,-32-30 586 0 0,0 0-1 0 0,0 0 0 0 0,1-1 0 0 0,12 4 0 0 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04.6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0 182 5985 0 0,'6'9'4513'0'0,"-6"-9"-4346"0"0,0 0 0 0 0,1 0 0 0 0,-1 1 0 0 0,1-1 1 0 0,-1 0-1 0 0,1 0 0 0 0,20 9 2080 0 0,-17-8-1400 0 0,4 3-235 0 0,-1 0 0 0 0,1 0 1 0 0,-1 1-1 0 0,0 0 1 0 0,0 0-1 0 0,0 1 0 0 0,0 0 1 0 0,6 8-1 0 0,3 5-221 0 0,20 33 1 0 0,-20-26-19 0 0,-16-26-352 0 0,0 0 0 0 0,0 1 0 0 0,0-1 0 0 0,0 0 0 0 0,0 1 0 0 0,1-1 0 0 0,-1 0 0 0 0,0 1 0 0 0,0-1 1 0 0,0 0-1 0 0,0 1 0 0 0,1-1 0 0 0,-1 0 0 0 0,0 1 0 0 0,0-1 0 0 0,1 0 0 0 0,-1 0 0 0 0,0 1 0 0 0,0-1 1 0 0,1 0-1 0 0,-1 0 0 0 0,0 0 0 0 0,1 1 0 0 0,-1-1 0 0 0,0 0 0 0 0,1 0 0 0 0,-1 0 0 0 0,0 0 1 0 0,1 0-1 0 0,-1 0 0 0 0,0 0 0 0 0,1 0 0 0 0,-1 0 0 0 0,1 0 0 0 0,-1 0 0 0 0,0 0 0 0 0,1 0 0 0 0,-1 0 1 0 0,1 0-1 0 0,1-16 544 0 0,-8-25-265 0 0,3 28-254 0 0,1-1 1 0 0,0 0-1 0 0,1 0 0 0 0,0 0 0 0 0,1-1 0 0 0,1 1 0 0 0,0 0 0 0 0,1 0 1 0 0,7-26-1 0 0,-5 29-332 0 0,0 0 1 0 0,1-1-1 0 0,0 1 0 0 0,0 1 1 0 0,8-11-1 0 0,-8 13-818 0 0,1 1 1 0 0,0-1-1 0 0,0 1 0 0 0,1 0 0 0 0,0 1 0 0 0,14-10 0 0 0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05.1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33 3225 0 0,'-10'-30'7712'0'0,"8"29"-7316"0"0,1 1-141 0 0,1-1 0 0 0,-1 1 0 0 0,0 0 0 0 0,1 0 0 0 0,-1 0 0 0 0,1 0 0 0 0,-1 0 0 0 0,0 0 0 0 0,1 0 0 0 0,-1 0 0 0 0,0 0 0 0 0,1 0 0 0 0,-1 0 0 0 0,0 0 0 0 0,1 0 0 0 0,-4 2 1530 0 0,2-1-1530 0 0,-10 12 41 0 0,3 4-175 0 0,0 1 0 0 0,1 0 1 0 0,1 0-1 0 0,1 0 0 0 0,0 1 0 0 0,2 0 0 0 0,0 0 0 0 0,1 1 1 0 0,0-1-1 0 0,2 1 0 0 0,1-1 0 0 0,2 26 0 0 0,-2-44-146 0 0,-1 1 0 0 0,1-1 0 0 0,0 0 1 0 0,0 1-1 0 0,1-1 0 0 0,-1 0 0 0 0,0 1 0 0 0,0-1 0 0 0,1 0 0 0 0,-1 0 0 0 0,0 1 0 0 0,1-1 0 0 0,0 0 1 0 0,-1 0-1 0 0,1 1 0 0 0,0-1 0 0 0,-1 0 0 0 0,1 0 0 0 0,0 0 0 0 0,0 0 0 0 0,0 0 0 0 0,0 0 0 0 0,0 0 0 0 0,0-1 1 0 0,0 1-1 0 0,0 0 0 0 0,0 0 0 0 0,3 0 0 0 0,-3-1-10 0 0,1 0 0 0 0,0-1 0 0 0,-1 1 1 0 0,1-1-1 0 0,-1 0 0 0 0,1 1 0 0 0,-1-1 0 0 0,1 0 1 0 0,-1 0-1 0 0,1 0 0 0 0,-1 0 0 0 0,0 0 0 0 0,1 0 0 0 0,-1 0 1 0 0,0-1-1 0 0,0 1 0 0 0,0 0 0 0 0,0-1 0 0 0,0 1 0 0 0,0-1 1 0 0,1-2-1 0 0,3-4-41 0 0,-1 1 341 0 0,0 0 0 0 0,0 0 0 0 0,1 1 0 0 0,0 0 0 0 0,0 0-1 0 0,7-6 1 0 0,-11 11-191 0 0,0 0-1 0 0,1 1 0 0 0,-1-1 1 0 0,0 0-1 0 0,1 0 0 0 0,-1 1 1 0 0,1-1-1 0 0,-1 1 0 0 0,1-1 1 0 0,-1 1-1 0 0,1-1 0 0 0,-1 1 1 0 0,1 0-1 0 0,-1 0 0 0 0,1 0 1 0 0,-1 0-1 0 0,1 0 0 0 0,0 0 1 0 0,-1 0-1 0 0,1 1 0 0 0,-1-1 1 0 0,1 1-1 0 0,-1-1 0 0 0,1 1 1 0 0,-1-1-1 0 0,1 1 0 0 0,-1 0 1 0 0,0 0-1 0 0,1 0 0 0 0,-1-1 1 0 0,0 1-1 0 0,0 0 0 0 0,0 1 1 0 0,0-1-1 0 0,1 0 0 0 0,-1 0 0 0 0,0 2 1 0 0,5 4-3 0 0,-1 0 1 0 0,-1 0-1 0 0,1 1 1 0 0,-1 0-1 0 0,-1-1 1 0 0,1 1-1 0 0,-1 1 1 0 0,-1-1-1 0 0,1 0 1 0 0,-1 1-1 0 0,-1-1 0 0 0,0 1 1 0 0,0 0-1 0 0,-1-1 1 0 0,0 11-1 0 0,-1 4-17 0 0,-1 0-1 0 0,-2-1 0 0 0,0 1 0 0 0,-11 34 0 0 0,9-40-50 0 0,0 0-1 0 0,-1 0 0 0 0,-1-1 0 0 0,-1 0 0 0 0,0 0 0 0 0,-1-1 0 0 0,0-1 0 0 0,-2 1 1 0 0,0-2-1 0 0,0 0 0 0 0,-1 0 0 0 0,0-1 0 0 0,-1 0 0 0 0,-16 9 0 0 0,17-16-1758 0 0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05.5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62 289 456 0 0,'3'-3'729'0'0,"0"-1"-1"0"0,0 1 1 0 0,0-1 0 0 0,0 0-1 0 0,-1 0 1 0 0,1 0 0 0 0,-1 0-1 0 0,0 0 1 0 0,0-1 0 0 0,-1 1-1 0 0,2-8 1 0 0,2 0-38 0 0,1-6 631 0 0,0 0-1 0 0,-1-1 0 0 0,4-24 0 0 0,-8 36-1022 0 0,0 0-1 0 0,-1 0 1 0 0,1 0 0 0 0,-1 1 0 0 0,-1-1 0 0 0,0 0-1 0 0,0 0 1 0 0,0 1 0 0 0,-1-1 0 0 0,1 0-1 0 0,-2 1 1 0 0,-5-13 0 0 0,8 18-212 0 0,-1-1-1 0 0,0 1 1 0 0,0-1 0 0 0,1 1 0 0 0,-1 0-1 0 0,0-1 1 0 0,0 1 0 0 0,0 0-1 0 0,0 0 1 0 0,-1 0 0 0 0,1 0-1 0 0,0 0 1 0 0,0 0 0 0 0,-1 0-1 0 0,1 0 1 0 0,0 0 0 0 0,-1 1 0 0 0,1-1-1 0 0,-1 1 1 0 0,1-1 0 0 0,-1 1-1 0 0,1-1 1 0 0,-4 1 0 0 0,3 0-26 0 0,1 0 1 0 0,-1 1 0 0 0,0 0-1 0 0,0-1 1 0 0,0 1 0 0 0,1 0-1 0 0,-1 0 1 0 0,0 0 0 0 0,1 0 0 0 0,-1 0-1 0 0,1 0 1 0 0,-1 1 0 0 0,1-1-1 0 0,0 0 1 0 0,-1 1 0 0 0,0 2-1 0 0,-5 4 39 0 0,2 1 0 0 0,-1 0 0 0 0,1 1 0 0 0,1 0 0 0 0,-6 15 0 0 0,7-15-72 0 0,1 0 0 0 0,0 0 0 0 0,0 1 0 0 0,1-1 0 0 0,0 1 0 0 0,1-1 0 0 0,0 1 1 0 0,0-1-1 0 0,1 1 0 0 0,1-1 0 0 0,0 1 0 0 0,0-1 0 0 0,1 0 0 0 0,0 0 0 0 0,1 0 0 0 0,6 11 0 0 0,-6-14-24 0 0,1 1 0 0 0,0-1 0 0 0,0 0 0 0 0,1 0-1 0 0,0 0 1 0 0,0-1 0 0 0,0 0 0 0 0,1 0 0 0 0,0-1-1 0 0,0 0 1 0 0,1 0 0 0 0,-1 0 0 0 0,1-1 0 0 0,0 0-1 0 0,0-1 1 0 0,0 0 0 0 0,1 0 0 0 0,-1 0 0 0 0,15 1-1 0 0,-5-2-527 0 0,0-1 1 0 0,0-1-1 0 0,1 0 0 0 0,30-5 0 0 0,-16-1-387 0 0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06.2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54 11058 0 0,'-2'-1'235'0'0,"1"0"1"0"0,0 1-1 0 0,-1-1 0 0 0,1 0 0 0 0,-1 1 0 0 0,1-1 0 0 0,-1 1 0 0 0,1-1 0 0 0,-1 1 1 0 0,1 0-1 0 0,-1 0 0 0 0,1-1 0 0 0,-1 1 0 0 0,1 0 0 0 0,-1 1 0 0 0,0-1 0 0 0,1 0 1 0 0,-1 0-1 0 0,1 1 0 0 0,-1-1 0 0 0,-1 1 0 0 0,1 1-56 0 0,1-1-1 0 0,-1 1 1 0 0,1-1 0 0 0,0 1-1 0 0,-1-1 1 0 0,1 1 0 0 0,0 0-1 0 0,0 0 1 0 0,0 0 0 0 0,0 0-1 0 0,1 0 1 0 0,-1 0-1 0 0,0 0 1 0 0,1 0 0 0 0,-1 0-1 0 0,1 2 1 0 0,-4 16 201 0 0,2 0 0 0 0,0 1 0 0 0,2-1 0 0 0,0 0 0 0 0,5 32 0 0 0,-3-36-328 0 0,1-1 0 0 0,0 0 0 0 0,1 0 0 0 0,1 0 1 0 0,0 0-1 0 0,1 0 0 0 0,14 23 0 0 0,-18-35-59 0 0,0 0 0 0 0,0 0 1 0 0,0 0-1 0 0,1 0 1 0 0,-1 0-1 0 0,1 0 0 0 0,0-1 1 0 0,0 1-1 0 0,0-1 0 0 0,0 0 1 0 0,0 1-1 0 0,0-2 0 0 0,1 1 1 0 0,-1 0-1 0 0,1-1 1 0 0,-1 1-1 0 0,1-1 0 0 0,0 0 1 0 0,-1 0-1 0 0,1 0 0 0 0,0-1 1 0 0,0 0-1 0 0,6 1 0 0 0,-6-2-43 0 0,1 0 1 0 0,-1 0-1 0 0,0-1 0 0 0,0 1 0 0 0,0-1 0 0 0,0 0 0 0 0,0 0 0 0 0,0 0 0 0 0,0 0 0 0 0,-1-1 0 0 0,1 1 0 0 0,-1-1 0 0 0,0 0 0 0 0,0 0 0 0 0,0-1 0 0 0,0 1 0 0 0,0 0 0 0 0,-1-1 0 0 0,1 0 0 0 0,1-5 0 0 0,0 1-4 0 0,-1-1 0 0 0,0 0 0 0 0,0 1 0 0 0,-1-1 0 0 0,-1 0 0 0 0,1-1 0 0 0,-1 1 0 0 0,-1 0 0 0 0,0 0-1 0 0,0 0 1 0 0,-1-1 0 0 0,0 1 0 0 0,-3-13 0 0 0,2 8 36 0 0,0 0 1 0 0,1 0-1 0 0,0 0 1 0 0,3-20-1 0 0,-2 34 29 0 0,0-1 1 0 0,0 1-1 0 0,0-1 1 0 0,0 0-1 0 0,0 1 1 0 0,0-1-1 0 0,1 1 1 0 0,-1-1-1 0 0,0 1 0 0 0,0-1 1 0 0,1 0-1 0 0,-1 1 1 0 0,0-1-1 0 0,1 1 1 0 0,-1-1-1 0 0,0 1 1 0 0,1 0-1 0 0,-1-1 0 0 0,1 1 1 0 0,-1-1-1 0 0,1 1 1 0 0,-1 0-1 0 0,1-1 1 0 0,-1 1-1 0 0,1 0 1 0 0,-1-1-1 0 0,1 1 1 0 0,-1 0-1 0 0,1 0 0 0 0,-1 0 1 0 0,1 0-1 0 0,0-1 1 0 0,-1 1-1 0 0,1 0 1 0 0,-1 0-1 0 0,1 0 1 0 0,0 0-1 0 0,-1 0 1 0 0,1 0-1 0 0,-1 1 0 0 0,1-1 1 0 0,-1 0-1 0 0,1 0 1 0 0,0 0-1 0 0,-1 0 1 0 0,1 1-1 0 0,-1-1 1 0 0,1 0-1 0 0,-1 1 0 0 0,1-1 1 0 0,-1 0-1 0 0,1 1 1 0 0,0 0-1 0 0,34 25 564 0 0,-25-17-322 0 0,0-2-104 0 0,1 0 0 0 0,0 0 1 0 0,1-1-1 0 0,0-1 1 0 0,0 1-1 0 0,23 5 0 0 0,-31-10-119 0 0,-1 0-1 0 0,0-1 0 0 0,1 1 1 0 0,-1-1-1 0 0,1 0 0 0 0,-1 0 1 0 0,1 0-1 0 0,-1-1 1 0 0,1 1-1 0 0,-1-1 0 0 0,0 0 1 0 0,1 0-1 0 0,4-2 0 0 0,-6 2-7 0 0,0-1 0 0 0,0 1 0 0 0,0-1 1 0 0,0 1-1 0 0,0-1 0 0 0,0 0 0 0 0,-1 0 0 0 0,1 0 0 0 0,0 0 0 0 0,-1-1 0 0 0,0 1 0 0 0,1 0 0 0 0,-1 0 0 0 0,0-1 0 0 0,0 1 1 0 0,0-1-1 0 0,-1 1 0 0 0,1-1 0 0 0,0 1 0 0 0,-1-4 0 0 0,1-2 40 0 0,-1 1 0 0 0,0-1 0 0 0,-1 1 0 0 0,0-1 0 0 0,0 1 0 0 0,0 0 0 0 0,-1-1 0 0 0,0 1 0 0 0,-1 0 0 0 0,1 0-1 0 0,-8-12 1 0 0,8 15-85 0 0,0 0-1 0 0,0-1 0 0 0,-1 1 0 0 0,0 0 0 0 0,1 1 0 0 0,-1-1 0 0 0,-1 0 0 0 0,1 1 0 0 0,0 0 0 0 0,-1 0 1 0 0,0 0-1 0 0,0 0 0 0 0,0 0 0 0 0,0 1 0 0 0,0 0 0 0 0,0 0 0 0 0,0 0 0 0 0,-1 0 0 0 0,-7-1 0 0 0,2 4-2089 0 0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06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196 41 3681 0 0,'-1'-3'345'0'0,"-1"0"0"0"0,0 0 0 0 0,0 1 0 0 0,0-1 1 0 0,0 1-1 0 0,0-1 0 0 0,0 1 0 0 0,-1 0 0 0 0,1 0 0 0 0,-1 0 1 0 0,1 0-1 0 0,-1 0 0 0 0,0 1 0 0 0,0-1 0 0 0,0 1 0 0 0,0 0 1 0 0,0 0-1 0 0,0 0 0 0 0,0 0 0 0 0,0 0 0 0 0,-1 1 0 0 0,1-1 1 0 0,0 1-1 0 0,0 0 0 0 0,-1 0 0 0 0,1 0 0 0 0,0 1 0 0 0,0-1 1 0 0,-1 1-1 0 0,1-1 0 0 0,0 1 0 0 0,0 0 0 0 0,0 0 0 0 0,0 1 1 0 0,0-1-1 0 0,0 1 0 0 0,1-1 0 0 0,-1 1 0 0 0,0 0 0 0 0,1 0 1 0 0,-1 0-1 0 0,1 0 0 0 0,-3 4 0 0 0,-4 4-179 0 0,1 1-1 0 0,1 0 1 0 0,0 0 0 0 0,1 1-1 0 0,0 0 1 0 0,0 0-1 0 0,1 0 1 0 0,1 0 0 0 0,0 1-1 0 0,1 0 1 0 0,0 0 0 0 0,1 0-1 0 0,1 0 1 0 0,0 0 0 0 0,1 0-1 0 0,0 0 1 0 0,1 1-1 0 0,0-1 1 0 0,4 16 0 0 0,-4-25-244 0 0,0-1 1 0 0,1 1 0 0 0,-1-1-1 0 0,1 1 1 0 0,0-1 0 0 0,0 0-1 0 0,0 0 1 0 0,0 0 0 0 0,0 0-1 0 0,1 0 1 0 0,0 0 0 0 0,-1 0-1 0 0,1-1 1 0 0,3 3 0 0 0,-4-4 32 0 0,0 0 0 0 0,-1-1 0 0 0,1 1 0 0 0,0 0 0 0 0,-1-1 0 0 0,1 1 0 0 0,0-1 0 0 0,0 1 0 0 0,0-1 0 0 0,-1 0 0 0 0,1 0 0 0 0,0 0 0 0 0,0 0 0 0 0,0 0 0 0 0,0 0 0 0 0,-1-1 0 0 0,1 1 0 0 0,0-1 0 0 0,0 1 1 0 0,-1-1-1 0 0,1 1 0 0 0,0-1 0 0 0,-1 0 0 0 0,1 0 0 0 0,-1 0 0 0 0,1 0 0 0 0,-1 0 0 0 0,1 0 0 0 0,-1-1 0 0 0,2 0 0 0 0,6-8-379 0 0,-1 0 0 0 0,-1 0 0 0 0,1 0 0 0 0,-2-1 0 0 0,1 0 0 0 0,-1 0 0 0 0,-1-1 1 0 0,5-15-1 0 0,-3 10 1338 0 0,0 1 0 0 0,1-1 0 0 0,11-15 0 0 0,-19 31-847 0 0,1 0 0 0 0,-1 1 0 0 0,0-1 0 0 0,1 0 0 0 0,-1 0 0 0 0,1 1 0 0 0,-1-1-1 0 0,1 0 1 0 0,0 1 0 0 0,-1-1 0 0 0,1 0 0 0 0,-1 1 0 0 0,1-1 0 0 0,0 1 0 0 0,0-1 0 0 0,-1 1 0 0 0,1-1 0 0 0,0 1-1 0 0,0 0 1 0 0,0-1 0 0 0,-1 1 0 0 0,1 0 0 0 0,0 0 0 0 0,0 0 0 0 0,0 0 0 0 0,0-1 0 0 0,0 1 0 0 0,-1 0-1 0 0,1 0 1 0 0,0 1 0 0 0,0-1 0 0 0,0 0 0 0 0,0 0 0 0 0,0 0 0 0 0,0 0 0 0 0,-1 1 0 0 0,1-1 0 0 0,0 0 0 0 0,0 1-1 0 0,-1-1 1 0 0,1 1 0 0 0,0-1 0 0 0,0 1 0 0 0,-1-1 0 0 0,1 1 0 0 0,0 0 0 0 0,-1-1 0 0 0,1 1 0 0 0,-1 0 0 0 0,1-1-1 0 0,-1 1 1 0 0,1 1 0 0 0,5 7 30 0 0,-1 0 0 0 0,0 0 0 0 0,6 18 0 0 0,-5-10 167 0 0,-3-13-278 0 0,-1 1 0 0 0,1-1-1 0 0,-1 0 1 0 0,1 0 0 0 0,1 0 0 0 0,-1 0-1 0 0,0-1 1 0 0,1 1 0 0 0,0-1-1 0 0,0 0 1 0 0,0 0 0 0 0,0 0-1 0 0,0-1 1 0 0,1 1 0 0 0,-1-1-1 0 0,1 0 1 0 0,5 2 0 0 0,31 3-6887 0 0,-22-5-205 0 0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06.8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6 12899 0 0,'-5'-6'6936'0'0,"6"11"-6232"0"0,28 122 1046 0 0,15 142-1 0 0,-41-240-1696 0 0,1-1-1 0 0,8 32 0 0 0,-9-49-329 0 0,1-1-1 0 0,0 0 1 0 0,0 0-1 0 0,1 0 1 0 0,0 0-1 0 0,1-1 1 0 0,-1 0-1 0 0,15 16 1 0 0,-2-7-7538 0 0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07.1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4 8754 0 0,'-1'-4'12218'0'0,"35"135"-9681"0"0,15 47-1901 0 0,-37-143-615 0 0,1-2-1 0 0,2 0 0 0 0,22 37 0 0 0,-25-51-357 0 0,-2 0-83 0 0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07.9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1 12443 0 0,'-1'-1'221'0'0,"-1"1"0"0"0,1 0 1 0 0,0 1-1 0 0,-1-1 0 0 0,1 0 0 0 0,-1 0 1 0 0,1 1-1 0 0,-1-1 0 0 0,1 0 1 0 0,0 1-1 0 0,-1 0 0 0 0,1-1 0 0 0,0 1 1 0 0,-1 0-1 0 0,1 0 0 0 0,0-1 1 0 0,0 1-1 0 0,0 0 0 0 0,0 0 0 0 0,0 0 1 0 0,0 1-1 0 0,0-1 0 0 0,0 0 1 0 0,0 0-1 0 0,0 0 0 0 0,1 1 0 0 0,-1-1 1 0 0,0 0-1 0 0,1 1 0 0 0,-1-1 1 0 0,1 0-1 0 0,0 1 0 0 0,-1-1 0 0 0,1 1 1 0 0,0-1-1 0 0,0 1 0 0 0,0-1 1 0 0,0 1-1 0 0,0 1 0 0 0,1 8-4 0 0,0 0 0 0 0,1 0 0 0 0,0 0 0 0 0,5 14 0 0 0,-3-9 176 0 0,113 400 200 0 0,-81-293-826 0 0,-22-78-2874 0 0,-9-29-321 0 0,3 12-3711 0 0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08.4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0 293 6913 0 0,'1'-4'206'0'0,"-1"1"-1"0"0,1-1 1 0 0,0 1-1 0 0,0 0 0 0 0,0-1 1 0 0,1 1-1 0 0,-1 0 1 0 0,1 0-1 0 0,-1 0 0 0 0,4-5 1 0 0,25-30 1317 0 0,-21 28-749 0 0,9-10 458 0 0,1 0 0 0 0,1 2 0 0 0,1 0 0 0 0,0 1-1 0 0,1 1 1 0 0,38-21 0 0 0,-38 26-911 0 0,0 1 0 0 0,0 0 0 0 0,1 2 0 0 0,32-8 0 0 0,-53 15-293 0 0,0 1 0 0 0,1-1 0 0 0,-1 1 0 0 0,0 0 0 0 0,1 0 0 0 0,-1 0 1 0 0,1 0-1 0 0,-1 0 0 0 0,0 1 0 0 0,1-1 0 0 0,-1 1 0 0 0,0-1 0 0 0,1 1 0 0 0,-1 0 0 0 0,0 0 0 0 0,0 0 0 0 0,0 0 0 0 0,0 0 0 0 0,0 1 1 0 0,0-1-1 0 0,0 1 0 0 0,0-1 0 0 0,0 1 0 0 0,-1 0 0 0 0,3 1 0 0 0,2 6 121 0 0,-1-1 1 0 0,0 1-1 0 0,0 0 1 0 0,6 18-1 0 0,12 19 208 0 0,-17-36-470 0 0,9 11 93 0 0,-1 1-1 0 0,-1 0 0 0 0,-1 1 0 0 0,12 32 1 0 0,-24-55 21 0 0,14 31 241 0 0,-14-31-237 0 0,0 0 0 0 0,1 1 1 0 0,-1-1-1 0 0,0 0 0 0 0,0 0 0 0 0,1 1 1 0 0,-1-1-1 0 0,0 0 0 0 0,1 0 1 0 0,-1 0-1 0 0,0 1 0 0 0,1-1 1 0 0,-1 0-1 0 0,0 0 0 0 0,1 0 0 0 0,-1 0 1 0 0,1 0-1 0 0,-1 0 0 0 0,0 0 1 0 0,1 0-1 0 0,-1 0 0 0 0,1 0 0 0 0,-1 0 1 0 0,0 0-1 0 0,1 0 0 0 0,-1 0 1 0 0,1 0-1 0 0,12-14 61 0 0,-6 0-67 0 0,-1 0 1 0 0,0 0-1 0 0,4-17 0 0 0,-6 18 4 0 0,0 1 0 0 0,1-1-1 0 0,0 0 1 0 0,14-20 0 0 0,-18 30 40 0 0,1 1-1 0 0,0-1 1 0 0,0 1 0 0 0,0 0 0 0 0,0 0-1 0 0,0 0 1 0 0,1 0 0 0 0,-1 0 0 0 0,0 0 0 0 0,1 0-1 0 0,0 1 1 0 0,-1-1 0 0 0,1 1 0 0 0,0 0-1 0 0,3-1 1 0 0,-4 2-8 0 0,0 0 0 0 0,0-1 0 0 0,-1 1-1 0 0,1 1 1 0 0,0-1 0 0 0,0 0 0 0 0,-1 0 0 0 0,1 1-1 0 0,0-1 1 0 0,-1 1 0 0 0,1-1 0 0 0,0 1 0 0 0,-1 0-1 0 0,1-1 1 0 0,-1 1 0 0 0,1 0 0 0 0,-1 0 0 0 0,1 0 0 0 0,-1 0-1 0 0,0 1 1 0 0,0-1 0 0 0,1 0 0 0 0,-1 1 0 0 0,0-1-1 0 0,0 0 1 0 0,0 1 0 0 0,1 1 0 0 0,1 3-105 0 0,0-1 0 0 0,1-1 1 0 0,0 1-1 0 0,0 0 1 0 0,0-1-1 0 0,1 0 0 0 0,-1 0 1 0 0,1 0-1 0 0,0 0 0 0 0,0-1 1 0 0,9 4-1 0 0,21 4-6925 0 0,-12-7-575 0 0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08.9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136 26 2304 0 0,'-1'-2'270'0'0,"1"1"-1"0"0,-2-1 0 0 0,1 0 1 0 0,0 1-1 0 0,0-1 0 0 0,0 1 1 0 0,-1-1-1 0 0,1 1 0 0 0,-1 0 1 0 0,1-1-1 0 0,-1 1 0 0 0,0 0 1 0 0,1 0-1 0 0,-1 0 0 0 0,0 0 1 0 0,0 0-1 0 0,0 1 0 0 0,1-1 1 0 0,-5 0-1 0 0,4 1 82 0 0,1 0 0 0 0,-1 0 1 0 0,0 1-1 0 0,1-1 0 0 0,-1 1 0 0 0,1-1 1 0 0,-1 1-1 0 0,1 0 0 0 0,0-1 0 0 0,-1 1 0 0 0,1 0 1 0 0,0 0-1 0 0,-1 0 0 0 0,1 0 0 0 0,0 0 1 0 0,0 1-1 0 0,0-1 0 0 0,0 0 0 0 0,-1 2 0 0 0,-3 3 838 0 0,1 1 0 0 0,0 0 0 0 0,0 0 0 0 0,-4 12 0 0 0,-2 11-1371 0 0,-21 93 1116 0 0,27-106-888 0 0,2 0-1 0 0,0 0 0 0 0,1 0 1 0 0,1 0-1 0 0,2 23 1 0 0,-2-38-64 0 0,0 0 0 0 0,1 0 0 0 0,-1 0 0 0 0,0 0 0 0 0,0 1 0 0 0,1-1 0 0 0,0 0 0 0 0,-1 0 0 0 0,1 0 0 0 0,0 0 0 0 0,0 0 0 0 0,0-1 0 0 0,0 1 0 0 0,0 0 0 0 0,0 0 0 0 0,1-1 0 0 0,-1 1 0 0 0,0 0 0 0 0,1-1 0 0 0,-1 0 0 0 0,1 1 0 0 0,0-1 0 0 0,0 0 0 0 0,-1 0 0 0 0,1 0 0 0 0,0 0 0 0 0,0 0 0 0 0,0 0 0 0 0,0 0 0 0 0,3 0 0 0 0,-2-1-43 0 0,0 0 0 0 0,0-1 0 0 0,0 1 1 0 0,0-1-1 0 0,0 0 0 0 0,0 0 0 0 0,0 0 0 0 0,-1 0 0 0 0,1 0 1 0 0,0-1-1 0 0,-1 1 0 0 0,1-1 0 0 0,-1 0 0 0 0,1 0 1 0 0,-1 0-1 0 0,0 0 0 0 0,0 0 0 0 0,0 0 0 0 0,0 0 0 0 0,3-5 1 0 0,3-7 116 0 0,0 1 1 0 0,-1-1 0 0 0,-1-1-1 0 0,0 0 1 0 0,-1 1 0 0 0,-1-2-1 0 0,6-30 1 0 0,7-26 1603 0 0,-16 70-1618 0 0,-1 1 0 0 0,0 0 0 0 0,0 0 0 0 0,1-1 0 0 0,-1 1 0 0 0,1 0 0 0 0,-1 0 0 0 0,1 0 0 0 0,0 0 0 0 0,-1 0 0 0 0,1 0 0 0 0,0 0 0 0 0,0 0 0 0 0,0 0 0 0 0,-1 0 0 0 0,1 0 0 0 0,0 0 0 0 0,0 1 0 0 0,0-1 0 0 0,1 0 0 0 0,0 0 0 0 0,-1 1-9 0 0,0 0 1 0 0,0 0-1 0 0,0 0 1 0 0,0 0 0 0 0,0 0-1 0 0,0 1 1 0 0,0-1-1 0 0,0 0 1 0 0,0 1-1 0 0,-1-1 1 0 0,1 0 0 0 0,0 1-1 0 0,0-1 1 0 0,0 1-1 0 0,0-1 1 0 0,-1 1-1 0 0,1 0 1 0 0,0-1-1 0 0,0 1 1 0 0,0 1 0 0 0,6 7 150 0 0,0 0 0 0 0,-1 1 0 0 0,9 17 0 0 0,-9-15-143 0 0,2 1-29 0 0,0 0-1 0 0,1 0 1 0 0,0 0-1 0 0,11 10 1 0 0,-16-19-238 0 0,0 0 0 0 0,1-1 1 0 0,-1 1-1 0 0,1-1 0 0 0,-1 0 0 0 0,1 0 1 0 0,0-1-1 0 0,0 0 0 0 0,0 0 0 0 0,1 0 1 0 0,-1 0-1 0 0,0-1 0 0 0,1 0 0 0 0,8 1 0 0 0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09.1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9218 0 0,'2'7'8876'0'0,"8"33"-5623"0"0,6 34-1390 0 0,28 75-1 0 0,-11-38-1449 0 0,12 20-1209 0 0,-39-114 426 0 0,1 3-280 0 0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09.3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0 101 15203 0 0,'28'-14'2537'0'0,"91"-42"606"0"0,-102 49-3912 0 0,0 2-1 0 0,0 0 1 0 0,1 0 0 0 0,-1 2 0 0 0,24-2-1 0 0,-16 4 722 0 0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09.8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 4609 0 0,'-9'4'16850'0'0,"10"4"-18218"0"0,11 114 4610 0 0,15-5-4713 0 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10.0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30 15203 0 0,'-5'-13'672'0'0,"2"6"145"0"0,0 2-657 0 0,1 1 1448 0 0,0 6-728 0 0,1 4 8 0 0,2 5-808 0 0,1 1-160 0 0,0 3-32 0 0,9 7-3480 0 0,3-4-697 0 0,1-3-144 0 0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10.4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34 5529 0 0,'3'0'245'0'0,"0"0"0"0"0,0 1 0 0 0,0 0-1 0 0,0-1 1 0 0,0 1 0 0 0,-1 0 0 0 0,1 1 0 0 0,0-1-1 0 0,-1 0 1 0 0,1 1 0 0 0,-1-1 0 0 0,1 1 0 0 0,-1 0-1 0 0,0 0 1 0 0,0 0 0 0 0,0 0 0 0 0,0 0 0 0 0,0 0 0 0 0,0 1-1 0 0,0-1 1 0 0,-1 1 0 0 0,1-1 0 0 0,1 5 0 0 0,4 9 1846 0 0,-1 0-1 0 0,0 0 1 0 0,3 17 0 0 0,-1-5-887 0 0,-7-27-1217 0 0,-1 1-1 0 0,0-1 0 0 0,1 1 0 0 0,-1-1 0 0 0,1 1 1 0 0,0-1-1 0 0,-1 1 0 0 0,1-1 0 0 0,0 0 0 0 0,0 0 1 0 0,0 1-1 0 0,0-1 0 0 0,0 0 0 0 0,0 0 0 0 0,2 2 0 0 0,-2-3-2 0 0,-1 0 0 0 0,1 0 1 0 0,-1 0-1 0 0,1 0 0 0 0,-1 0 0 0 0,1 0 0 0 0,-1-1 0 0 0,1 1 0 0 0,-1 0 0 0 0,0 0 0 0 0,1 0 0 0 0,-1-1 0 0 0,1 1 0 0 0,-1 0 0 0 0,1 0 0 0 0,-1-1 0 0 0,0 1 0 0 0,1 0 0 0 0,-1-1 0 0 0,0 1 0 0 0,1-1 0 0 0,-1 1 0 0 0,0 0 0 0 0,0-1 0 0 0,1 1 0 0 0,-1-1 0 0 0,0 1 0 0 0,0-1 0 0 0,0 1 0 0 0,1-1 0 0 0,2-7-144 0 0,-1 0-1 0 0,1 0 0 0 0,-1 0 0 0 0,1-10 0 0 0,-2 9 130 0 0,12-63 398 0 0,-12 67-232 0 0,1-1 0 0 0,-1 1 1 0 0,1 0-1 0 0,0 0 0 0 0,1 0 1 0 0,-1 0-1 0 0,1 0 1 0 0,0 0-1 0 0,0 1 0 0 0,6-7 1 0 0,-8 10-91 0 0,0 1 1 0 0,1-1-1 0 0,-1 0 1 0 0,0 1-1 0 0,0-1 1 0 0,0 1 0 0 0,1-1-1 0 0,-1 1 1 0 0,0 0-1 0 0,1-1 1 0 0,-1 1-1 0 0,0 0 1 0 0,1 0 0 0 0,-1 0-1 0 0,0 0 1 0 0,1 0-1 0 0,-1 0 1 0 0,0 0 0 0 0,1 1-1 0 0,-1-1 1 0 0,0 0-1 0 0,0 1 1 0 0,1-1-1 0 0,-1 1 1 0 0,0-1 0 0 0,0 1-1 0 0,0 0 1 0 0,1 0-1 0 0,-1-1 1 0 0,0 1-1 0 0,0 0 1 0 0,0 0 0 0 0,0 0-1 0 0,-1 0 1 0 0,1 0-1 0 0,0 0 1 0 0,1 2-1 0 0,5 6 91 0 0,0 0-1 0 0,0 1 1 0 0,6 12-1 0 0,-9-15-56 0 0,53 81-727 0 0,-47-75 24 0 0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10.7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129 24 6449 0 0,'-1'-2'337'0'0,"0"1"-1"0"0,0-1 1 0 0,0 1-1 0 0,1 0 0 0 0,-1-1 1 0 0,-1 1-1 0 0,1 0 1 0 0,0 0-1 0 0,0-1 1 0 0,0 1-1 0 0,-1 0 0 0 0,1 0 1 0 0,0 1-1 0 0,-1-1 1 0 0,1 0-1 0 0,-1 0 1 0 0,1 1-1 0 0,-1-1 0 0 0,1 1 1 0 0,-1-1-1 0 0,0 1 1 0 0,1-1-1 0 0,-1 1 1 0 0,0 0-1 0 0,1 0 0 0 0,-1 0 1 0 0,1 0-1 0 0,-1 0 1 0 0,0 0-1 0 0,1 1 0 0 0,-1-1 1 0 0,0 0-1 0 0,1 1 1 0 0,-3 1-1 0 0,0-1-47 0 0,0 1 0 0 0,0 0 0 0 0,0 0 0 0 0,0 1-1 0 0,0-1 1 0 0,1 1 0 0 0,0-1 0 0 0,-1 1 0 0 0,1 0 0 0 0,0 1 0 0 0,0-1 0 0 0,-2 4-1 0 0,0 2-212 0 0,1 0 0 0 0,0 0 0 0 0,1 0-1 0 0,0 1 1 0 0,0 0 0 0 0,1-1-1 0 0,0 1 1 0 0,0 0 0 0 0,2 0 0 0 0,-1 0-1 0 0,1 0 1 0 0,0 0 0 0 0,1 0-1 0 0,0 0 1 0 0,1 0 0 0 0,0-1 0 0 0,1 1-1 0 0,-1 0 1 0 0,2-1 0 0 0,0 0 0 0 0,0 0-1 0 0,0 0 1 0 0,1 0 0 0 0,0-1-1 0 0,1 1 1 0 0,0-1 0 0 0,0-1 0 0 0,1 1-1 0 0,0-1 1 0 0,0 0 0 0 0,16 10 0 0 0,-18-14-256 0 0,0 0 0 0 0,-1-1 0 0 0,1 0 0 0 0,0 0 0 0 0,1-1 0 0 0,-1 1 0 0 0,0-1 0 0 0,0 0 0 0 0,0-1 1 0 0,1 1-1 0 0,-1-1 0 0 0,0 0 0 0 0,1 0 0 0 0,-1-1 0 0 0,0 0 0 0 0,1 1 0 0 0,-1-2 0 0 0,0 1 0 0 0,10-4 0 0 0,2-3-748 0 0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11.0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79 8290 0 0,'-2'3'3921'0'0,"2"-3"-3862"0"0,8 7 3161 0 0,22 15 965 0 0,-7-7-2961 0 0,-14-7-960 0 0,0 0 0 0 0,0 1 0 0 0,-1 0-1 0 0,0 0 1 0 0,-1 1 0 0 0,9 13 0 0 0,29 67 110 0 0,-22-41-284 0 0,-30-65-167 0 0,0 0 0 0 0,1-1 0 0 0,0 0 0 0 0,1 0-1 0 0,1-1 1 0 0,1 1 0 0 0,1-1 0 0 0,0 0 0 0 0,1 0-1 0 0,1 0 1 0 0,1 1 0 0 0,0-1 0 0 0,1 0 0 0 0,1 0-1 0 0,1 1 1 0 0,7-19 0 0 0,-2 9-1145 0 0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11.3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1 228 456 0 0,'0'1'96'0'0,"1"-1"1"0"0,-1 1-1 0 0,1-1 0 0 0,-1 1 1 0 0,1-1-1 0 0,-1 1 0 0 0,1-1 1 0 0,0 1-1 0 0,-1-1 1 0 0,1 0-1 0 0,0 1 0 0 0,-1-1 1 0 0,1 0-1 0 0,0 1 0 0 0,-1-1 1 0 0,1 0-1 0 0,0 0 0 0 0,0 0 1 0 0,-1 0-1 0 0,1 0 0 0 0,0 0 1 0 0,0 0-1 0 0,-1 0 0 0 0,1 0 1 0 0,0 0-1 0 0,0 0 0 0 0,-1 0 1 0 0,1-1-1 0 0,1 1 0 0 0,1-2 265 0 0,1 1-1 0 0,-1-1 0 0 0,0 0 1 0 0,-1 0-1 0 0,1 0 0 0 0,0 0 1 0 0,3-4-1 0 0,3-4 997 0 0,1-1 0 0 0,12-19 0 0 0,-15 18-336 0 0,1 0 0 0 0,-2-1 0 0 0,8-21 0 0 0,-12 29-502 0 0,0-1-1 0 0,0 1 1 0 0,-1-1-1 0 0,0 0 1 0 0,0 1 0 0 0,-1-1-1 0 0,1 0 1 0 0,-1 1-1 0 0,0-1 1 0 0,-1 0-1 0 0,-1-10 1 0 0,1 15-460 0 0,1 1 0 0 0,0-1 0 0 0,0 0 0 0 0,0 0 0 0 0,0 1 0 0 0,-1-1 1 0 0,1 0-1 0 0,0 1 0 0 0,-1-1 0 0 0,1 0 0 0 0,-1 1 0 0 0,1-1 0 0 0,-1 0 0 0 0,1 1 0 0 0,-1-1 0 0 0,1 1 0 0 0,-1-1 0 0 0,1 1 0 0 0,-1-1 0 0 0,0 1 0 0 0,1-1 0 0 0,-1 1 1 0 0,-1-1-1 0 0,2 1-33 0 0,-1 0-1 0 0,0 0 1 0 0,1 1 0 0 0,-1-1 0 0 0,0 0 0 0 0,1 0 0 0 0,-1 0 0 0 0,0 1 0 0 0,1-1 0 0 0,-1 0 0 0 0,0 1 0 0 0,1-1 0 0 0,-1 0 0 0 0,1 1 0 0 0,-1-1 0 0 0,1 1-1 0 0,-1-1 1 0 0,1 1 0 0 0,-2 0 0 0 0,0 2-13 0 0,0 0 0 0 0,0 0 0 0 0,0 0 1 0 0,0 1-1 0 0,1-1 0 0 0,-1 0 0 0 0,1 1 0 0 0,-2 4 0 0 0,3-3-4 0 0,-1 1 1 0 0,1-1 0 0 0,0 0-1 0 0,0 1 1 0 0,1-1-1 0 0,0 0 1 0 0,-1 1-1 0 0,2-1 1 0 0,-1 0-1 0 0,1 0 1 0 0,0 0 0 0 0,0 0-1 0 0,0 0 1 0 0,1 0-1 0 0,4 7 1 0 0,-2-6-470 0 0,0 0 0 0 0,0 0 0 0 0,0 0 1 0 0,1 0-1 0 0,0-1 0 0 0,0 0 0 0 0,1 0 0 0 0,-1-1 1 0 0,15 8-1 0 0,-5-5-6258 0 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11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84 52 9674 0 0,'0'-3'-274'0'0,"-8"-35"3176"0"0,8 37-2731 0 0,-1 0-1 0 0,1 1 1 0 0,0-1 0 0 0,0 0-1 0 0,-1 1 1 0 0,1-1 0 0 0,-1 1 0 0 0,1-1-1 0 0,0 1 1 0 0,-1-1 0 0 0,1 1-1 0 0,-1-1 1 0 0,1 1 0 0 0,-1 0-1 0 0,0-1 1 0 0,1 1 0 0 0,-1 0 0 0 0,1-1-1 0 0,-1 1 1 0 0,-1-1 0 0 0,1 1 4 0 0,0 1 1 0 0,0-1-1 0 0,0 0 0 0 0,0 0 1 0 0,0 0-1 0 0,0 1 1 0 0,0-1-1 0 0,0 0 1 0 0,0 1-1 0 0,1-1 1 0 0,-1 1-1 0 0,0-1 0 0 0,0 1 1 0 0,0 0-1 0 0,0-1 1 0 0,1 1-1 0 0,-1 0 1 0 0,-1 1-1 0 0,-3 4-39 0 0,1-1 0 0 0,-1 1 0 0 0,1 1 0 0 0,1-1 0 0 0,-1 1 0 0 0,1-1 0 0 0,0 1 0 0 0,1 0 0 0 0,-1 0 0 0 0,1 1 0 0 0,-1 10 0 0 0,1-3-157 0 0,0-1 1 0 0,1 1-1 0 0,1 0 0 0 0,2 26 0 0 0,-1-36-20 0 0,0 0-1 0 0,0 0 1 0 0,1 0-1 0 0,-1 0 1 0 0,1 0-1 0 0,0 0 0 0 0,0 0 1 0 0,1 0-1 0 0,0-1 1 0 0,5 7-1 0 0,-8-10-48 0 0,1 0 1 0 0,0 0-1 0 0,0 0 0 0 0,0 0 1 0 0,0 0-1 0 0,0 0 0 0 0,0 0 1 0 0,1-1-1 0 0,-1 1 0 0 0,0 0 1 0 0,0-1-1 0 0,1 1 0 0 0,-1-1 1 0 0,0 1-1 0 0,0-1 0 0 0,1 1 1 0 0,-1-1-1 0 0,1 0 1 0 0,-1 0-1 0 0,0 0 0 0 0,1 0 1 0 0,-1 0-1 0 0,0 0 0 0 0,1 0 1 0 0,-1 0-1 0 0,1-1 0 0 0,-1 1 1 0 0,0 0-1 0 0,1-1 0 0 0,-1 1 1 0 0,0-1-1 0 0,0 0 0 0 0,0 1 1 0 0,1-1-1 0 0,-1 0 0 0 0,0 0 1 0 0,0 0-1 0 0,0 0 0 0 0,0 1 1 0 0,0-1-1 0 0,0-1 0 0 0,0 1 1 0 0,0-1-1 0 0,12-13-1174 0 0,-2-1 0 0 0,0 0 0 0 0,12-24-1 0 0,9-15 1836 0 0,-26 47 770 0 0,0 0 0 0 0,0 0 0 0 0,1 0-1 0 0,8-6 1 0 0,-15 13-1226 0 0,1 1 0 0 0,-1-1 0 0 0,1 1 0 0 0,0-1 0 0 0,-1 1 0 0 0,1-1-1 0 0,0 1 1 0 0,0 0 0 0 0,-1-1 0 0 0,1 1 0 0 0,0 0 0 0 0,0 0 0 0 0,-1-1 0 0 0,1 1 0 0 0,0 0 0 0 0,0 0 0 0 0,0 0 0 0 0,-1 0 0 0 0,1 0-1 0 0,0 0 1 0 0,0 0 0 0 0,0 0 0 0 0,-1 0 0 0 0,1 1 0 0 0,0-1 0 0 0,0 0 0 0 0,0 0 0 0 0,-1 1 0 0 0,1-1 0 0 0,0 1 0 0 0,-1-1 0 0 0,1 0-1 0 0,0 1 1 0 0,-1-1 0 0 0,1 1 0 0 0,0 0 0 0 0,-1-1 0 0 0,1 1 0 0 0,-1-1 0 0 0,2 2 0 0 0,18 37-186 0 0,-11-21 35 0 0,16 10-515 0 0,-4-13-5753 0 0,-4-7-704 0 0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11.9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135 1 4145 0 0,'-3'0'796'0'0,"0"0"-1"0"0,-1 1 1 0 0,1-1 0 0 0,0 1 0 0 0,0 0-1 0 0,0 0 1 0 0,0 0 0 0 0,-1 0 0 0 0,1 1 0 0 0,1-1-1 0 0,-1 1 1 0 0,-3 2 0 0 0,0 0-393 0 0,1 1 1 0 0,-1 0 0 0 0,1 0-1 0 0,1 0 1 0 0,-7 8 0 0 0,4-2-396 0 0,-1 1 1 0 0,2 0 0 0 0,-1 0-1 0 0,2 0 1 0 0,-7 19 0 0 0,10-24 85 0 0,0 1 1 0 0,0 0 0 0 0,1-1 0 0 0,0 1 0 0 0,0 0 0 0 0,1 0 0 0 0,0 0 0 0 0,0 0 0 0 0,1 0-1 0 0,0 0 1 0 0,2 9 0 0 0,-1-11-30 0 0,0-1-1 0 0,0 1 1 0 0,1-1 0 0 0,0 0-1 0 0,0 0 1 0 0,0 0 0 0 0,0 0-1 0 0,1-1 1 0 0,0 1-1 0 0,0-1 1 0 0,0 0 0 0 0,0 0-1 0 0,1 0 1 0 0,-1-1-1 0 0,11 6 1 0 0,40 19 675 0 0,-43-23-662 0 0,0 0 1 0 0,0 0-1 0 0,-1 2 1 0 0,0-1-1 0 0,0 2 1 0 0,-1-1-1 0 0,0 1 1 0 0,0 1-1 0 0,10 11 0 0 0,-19-19-81 0 0,0 1-1 0 0,0-1 1 0 0,0 1-1 0 0,0-1 1 0 0,-1 1-1 0 0,1-1 1 0 0,0 1-1 0 0,-1 0 1 0 0,1 0-1 0 0,-1-1 1 0 0,1 1-1 0 0,-1 0 1 0 0,0 0-1 0 0,0 0 0 0 0,0-1 1 0 0,0 1-1 0 0,0 0 1 0 0,0 0-1 0 0,-1 0 1 0 0,0 2-1 0 0,0-1 19 0 0,0 0 0 0 0,-1 1 0 0 0,0-1 0 0 0,1 0 0 0 0,-1 0-1 0 0,0 0 1 0 0,-1 0 0 0 0,1-1 0 0 0,-5 6 0 0 0,0-3-357 0 0,0 0 0 0 0,1 0-1 0 0,-2 0 1 0 0,1 0 0 0 0,0-1 0 0 0,-1-1 0 0 0,0 1 0 0 0,-8 2 0 0 0,0-3-6088 0 0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12.3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1 222 8754 0 0,'12'-9'512'0'0,"1"-1"1"0"0,-2 0 0 0 0,0-1-1 0 0,0 0 1 0 0,-1-1 0 0 0,0 0-1 0 0,-1 0 1 0 0,0-1-1 0 0,-1 0 1 0 0,-1-1 0 0 0,0 0-1 0 0,6-18 1 0 0,-12 31-428 0 0,0-1 0 0 0,-1 1-1 0 0,1 0 1 0 0,-1-1 0 0 0,1 1 0 0 0,-1 0 0 0 0,0-1-1 0 0,0 1 1 0 0,1 0 0 0 0,-1-1 0 0 0,0 1 0 0 0,0-1-1 0 0,0 1 1 0 0,-1 0 0 0 0,1-1 0 0 0,0 1 0 0 0,0-1-1 0 0,-1 1 1 0 0,1 0 0 0 0,-1-1 0 0 0,1 1 0 0 0,-1 0-1 0 0,0 0 1 0 0,1-1 0 0 0,-1 1 0 0 0,0 0 0 0 0,0 0-1 0 0,0 0 1 0 0,0 0 0 0 0,0 0 0 0 0,0 0-1 0 0,0 0 1 0 0,0 0 0 0 0,0 1 0 0 0,0-1 0 0 0,0 0-1 0 0,-1 1 1 0 0,1-1 0 0 0,0 1 0 0 0,-3-1 0 0 0,2 0 37 0 0,0 1 0 0 0,0 0 1 0 0,-1 0-1 0 0,1 0 0 0 0,0 0 0 0 0,0 0 1 0 0,0 1-1 0 0,-1-1 0 0 0,1 1 1 0 0,0-1-1 0 0,0 1 0 0 0,0 0 0 0 0,0 0 1 0 0,0 0-1 0 0,0 0 0 0 0,0 0 1 0 0,0 1-1 0 0,0-1 0 0 0,1 0 0 0 0,-1 1 1 0 0,0-1-1 0 0,1 1 0 0 0,-1 0 1 0 0,1 0-1 0 0,-2 1 0 0 0,-4 10-31 0 0,1-1 0 0 0,0 1 0 0 0,1 0 0 0 0,0 0 0 0 0,1 1 0 0 0,1-1 0 0 0,-3 21 0 0 0,4-24-59 0 0,1 1 0 0 0,0-1 0 0 0,1 1 0 0 0,0 0 0 0 0,1-1 0 0 0,0 1 0 0 0,1-1 0 0 0,0 1 0 0 0,0-1 0 0 0,6 14 0 0 0,-6-20-38 0 0,0-1 1 0 0,0 1-1 0 0,0-1 0 0 0,0 1 0 0 0,1-1 1 0 0,0 0-1 0 0,-1 0 0 0 0,1 0 0 0 0,0 0 0 0 0,1-1 1 0 0,-1 1-1 0 0,0-1 0 0 0,1 0 0 0 0,-1 0 1 0 0,1 0-1 0 0,0 0 0 0 0,0-1 0 0 0,-1 0 0 0 0,1 1 1 0 0,0-1-1 0 0,0 0 0 0 0,0-1 0 0 0,0 1 0 0 0,1-1 1 0 0,-1 0-1 0 0,6 0 0 0 0,3-1-756 0 0,1-1 1 0 0,0 0-1 0 0,-1-1 0 0 0,0-1 1 0 0,0 0-1 0 0,21-9 0 0 0,-9 1-5814 0 0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12.5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172 119 5985 0 0,'2'-6'213'0'0,"-1"1"-1"0"0,1 0 1 0 0,-1 0 0 0 0,-1-1-1 0 0,1 1 1 0 0,-1-1-1 0 0,0 1 1 0 0,0 0 0 0 0,-1-1-1 0 0,0 1 1 0 0,0-1-1 0 0,-2-8 1 0 0,1 11 22 0 0,1 1 0 0 0,0-1 0 0 0,-1 1 0 0 0,1 0 0 0 0,-1-1 0 0 0,1 1 1 0 0,-1 0-1 0 0,0 0 0 0 0,0 0 0 0 0,0 0 0 0 0,0 1 0 0 0,-1-1 0 0 0,1 0 0 0 0,0 1 0 0 0,-1 0 0 0 0,1-1 0 0 0,-1 1 0 0 0,1 0 1 0 0,-1 0-1 0 0,1 1 0 0 0,-1-1 0 0 0,0 0 0 0 0,1 1 0 0 0,-1 0 0 0 0,0 0 0 0 0,0-1 0 0 0,-3 2 0 0 0,2-1-32 0 0,-1 0-1 0 0,1 0 1 0 0,0 1-1 0 0,-1-1 1 0 0,1 1-1 0 0,0 0 1 0 0,0 0-1 0 0,0 1 0 0 0,-1-1 1 0 0,2 1-1 0 0,-1 0 1 0 0,0 0-1 0 0,0 0 1 0 0,0 1-1 0 0,1-1 1 0 0,0 1-1 0 0,-1 0 1 0 0,1 0-1 0 0,0 0 1 0 0,0 0-1 0 0,0 0 1 0 0,1 1-1 0 0,-1 0 0 0 0,1-1 1 0 0,0 1-1 0 0,0 0 1 0 0,0 0-1 0 0,1 0 1 0 0,-1 0-1 0 0,-1 8 1 0 0,2-5-102 0 0,0 1 1 0 0,0-1 0 0 0,0 1-1 0 0,1 0 1 0 0,0-1 0 0 0,1 1-1 0 0,-1-1 1 0 0,1 1 0 0 0,1-1-1 0 0,0 1 1 0 0,0-1-1 0 0,0 0 1 0 0,1 1 0 0 0,0-1-1 0 0,0-1 1 0 0,8 13 0 0 0,-3-10 8 0 0,0 0 0 0 0,0-1 0 0 0,1 0 0 0 0,0 0-1 0 0,0-1 1 0 0,1 0 0 0 0,0 0 0 0 0,0-1 0 0 0,15 6 0 0 0,2 2-122 0 0,-26-13 10 0 0,1-1 1 0 0,-1 1-1 0 0,0-1 1 0 0,1 1-1 0 0,-1 0 1 0 0,0 0 0 0 0,0 0-1 0 0,0-1 1 0 0,0 1-1 0 0,1 0 1 0 0,-1 1 0 0 0,0-1-1 0 0,-1 0 1 0 0,1 0-1 0 0,0 0 1 0 0,0 1-1 0 0,0-1 1 0 0,-1 0 0 0 0,1 1-1 0 0,-1-1 1 0 0,1 0-1 0 0,-1 1 1 0 0,1-1-1 0 0,-1 1 1 0 0,0-1 0 0 0,0 1-1 0 0,0-1 1 0 0,0 1-1 0 0,0-1 1 0 0,0 1 0 0 0,0-1-1 0 0,-1 3 1 0 0,-1 0-181 0 0,0 0 0 0 0,0 0 1 0 0,0-1-1 0 0,0 1 0 0 0,-1-1 0 0 0,0 1 1 0 0,0-1-1 0 0,0 0 0 0 0,0 0 1 0 0,-5 4-1 0 0,-11 6-7840 0 0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13.1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15 240 10594 0 0,'-6'-7'3123'0'0,"5"6"-2603"0"0,0 0 0 0 0,0-1 1 0 0,0 1-1 0 0,0 0 1 0 0,1-1-1 0 0,-1 1 0 0 0,0-1 1 0 0,1 1-1 0 0,-1-1 1 0 0,1 1-1 0 0,0-1 0 0 0,-1-2 1 0 0,2 3-413 0 0,0-1 1 0 0,-1 1-1 0 0,1 0 1 0 0,0-1-1 0 0,0 1 1 0 0,0 0-1 0 0,0-1 1 0 0,0 1-1 0 0,0 0 1 0 0,1 0-1 0 0,-1 0 1 0 0,0 0-1 0 0,0 0 1 0 0,1 0-1 0 0,-1 0 1 0 0,1 1-1 0 0,-1-1 1 0 0,0 0-1 0 0,3 0 1 0 0,1-1-29 0 0,-1 0 0 0 0,1 1 0 0 0,-1 0 0 0 0,1-1 0 0 0,-1 1 0 0 0,1 1 0 0 0,0-1 0 0 0,0 1 0 0 0,-1-1 0 0 0,1 2 0 0 0,0-1 0 0 0,0 0 0 0 0,0 1 0 0 0,7 2 0 0 0,-4-1-33 0 0,0 1 0 0 0,-1 1 0 0 0,1-1-1 0 0,-1 1 1 0 0,0 1 0 0 0,0-1 0 0 0,-1 1 0 0 0,7 6 0 0 0,3 4-64 0 0,-1 1-1 0 0,0 1 1 0 0,-1 1-1 0 0,-1 0 1 0 0,15 28-1 0 0,-22-35-63 0 0,-1 0 0 0 0,8 23 0 0 0,-11-30 69 0 0,-1 1 0 0 0,0-1 1 0 0,0 1-1 0 0,0 0 0 0 0,-1 0 1 0 0,0-1-1 0 0,1 1 0 0 0,-2 0 0 0 0,1-1 1 0 0,-2 9-1 0 0,2-12 17 0 0,0-1 0 0 0,0 0 0 0 0,0 0 0 0 0,0 0 1 0 0,0 1-1 0 0,0-1 0 0 0,0 0 0 0 0,0 0 0 0 0,0 0 0 0 0,0 0 0 0 0,-1 1 0 0 0,1-1 0 0 0,0 0 0 0 0,0 0 1 0 0,0 0-1 0 0,0 0 0 0 0,0 1 0 0 0,0-1 0 0 0,0 0 0 0 0,0 0 0 0 0,-1 0 0 0 0,1 0 0 0 0,0 0 0 0 0,0 0 1 0 0,0 0-1 0 0,0 1 0 0 0,-1-1 0 0 0,1 0 0 0 0,0 0 0 0 0,0 0 0 0 0,0 0 0 0 0,0 0 0 0 0,-1 0 0 0 0,1 0 1 0 0,0 0-1 0 0,0 0 0 0 0,0 0 0 0 0,-1 0 0 0 0,1 0 0 0 0,0 0 0 0 0,0 0 0 0 0,0 0 0 0 0,0 0 0 0 0,-1 0 1 0 0,1 0-1 0 0,0 0 0 0 0,0 0 0 0 0,-1-1 0 0 0,-8-9 266 0 0,-4-15-4 0 0,3-20-393 0 0,2 0 0 0 0,2-1 0 0 0,2 1 0 0 0,3-88-1 0 0,1 123-181 0 0,0 1 0 0 0,0-1 0 0 0,1 1 0 0 0,0 0 0 0 0,0-1 0 0 0,1 1 0 0 0,1 0 0 0 0,-1 0 0 0 0,1 0 0 0 0,1 0 0 0 0,7-13 0 0 0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13.4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1 174 8290 0 0,'2'6'358'0'0,"0"-1"1"0"0,1 1-1 0 0,0-1 1 0 0,0 1-1 0 0,0-1 0 0 0,7 8 1 0 0,-9-12-43 0 0,0 1 0 0 0,0 0 0 0 0,1-1 1 0 0,-1 0-1 0 0,1 1 0 0 0,0-1 0 0 0,-1 0 1 0 0,1 0-1 0 0,0 1 0 0 0,0-1 0 0 0,-1-1 0 0 0,1 1 1 0 0,0 0-1 0 0,0 0 0 0 0,0-1 0 0 0,0 1 0 0 0,0-1 1 0 0,0 0-1 0 0,0 1 0 0 0,0-1 0 0 0,0 0 1 0 0,1 0-1 0 0,1-1 0 0 0,-2 1-168 0 0,-1-1-1 0 0,1 0 1 0 0,-1 0-1 0 0,1 0 1 0 0,-1 0 0 0 0,0 0-1 0 0,0 0 1 0 0,1-1-1 0 0,-1 1 1 0 0,0 0 0 0 0,0-1-1 0 0,0 1 1 0 0,0-1 0 0 0,-1 1-1 0 0,1-1 1 0 0,0 1-1 0 0,0-1 1 0 0,-1 1 0 0 0,1-1-1 0 0,-1 0 1 0 0,0 1-1 0 0,1-4 1 0 0,4-41 397 0 0,-5 44-502 0 0,1-23 163 0 0,1 13-136 0 0,-2-1 0 0 0,1 1-1 0 0,-1-1 1 0 0,-1 1 0 0 0,0 0 0 0 0,-1-1 0 0 0,-5-17 0 0 0,7 29-69 0 0,-1 0 0 0 0,1 0 0 0 0,0 0 0 0 0,-1 0 0 0 0,1 0 0 0 0,-1 0 0 0 0,1 1 0 0 0,-1-1 0 0 0,0 0 0 0 0,1 0 0 0 0,-1 0 0 0 0,0 1 0 0 0,0-1 0 0 0,1 0 0 0 0,-1 1 0 0 0,0-1 1 0 0,0 1-1 0 0,0-1 0 0 0,-1 0 0 0 0,2 1 0 0 0,-1 0 1 0 0,0 0 0 0 0,1 0-1 0 0,-1 0 1 0 0,0 0 0 0 0,1 0-1 0 0,-1 0 1 0 0,0 1 0 0 0,1-1-1 0 0,-1 0 1 0 0,1 0 0 0 0,-1 1-1 0 0,0-1 1 0 0,1 0 0 0 0,-1 1-1 0 0,1-1 1 0 0,-1 0 0 0 0,1 1-1 0 0,-1-1 1 0 0,1 1 0 0 0,-1 0-1 0 0,-2 2 1 0 0,1-1 0 0 0,0 1 0 0 0,0 0 0 0 0,0 0 0 0 0,1 0 0 0 0,-1 1 0 0 0,1-1 0 0 0,0 0 0 0 0,-1 5 0 0 0,0 3-25 0 0,2 1 0 0 0,-1 0 0 0 0,2-1 0 0 0,-1 1 0 0 0,2 0 0 0 0,-1-1-1 0 0,2 1 1 0 0,-1-1 0 0 0,2 0 0 0 0,-1 0 0 0 0,2 0 0 0 0,-1 0 0 0 0,2 0 0 0 0,-1-1 0 0 0,1 0 0 0 0,1 0 0 0 0,0-1 0 0 0,0 0 0 0 0,10 10 0 0 0,-2-8-660 0 0,1-4-197 0 0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13.7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111 30 10138 0 0,'0'-1'219'0'0,"0"-1"0"0"0,-1 0-1 0 0,1 1 1 0 0,-1-1 0 0 0,0 1-1 0 0,1 0 1 0 0,-1-1 0 0 0,0 1-1 0 0,0-1 1 0 0,0 1 0 0 0,0 0-1 0 0,0 0 1 0 0,0 0 0 0 0,0-1-1 0 0,0 1 1 0 0,-1 0 0 0 0,1 1-1 0 0,0-1 1 0 0,-1 0 0 0 0,1 0 0 0 0,-1 0-1 0 0,1 1 1 0 0,-1-1 0 0 0,1 1-1 0 0,-1-1 1 0 0,1 1 0 0 0,-1 0-1 0 0,1-1 1 0 0,-1 1 0 0 0,0 0-1 0 0,1 0 1 0 0,-1 0 0 0 0,1 0-1 0 0,-1 1 1 0 0,0-1 0 0 0,1 0-1 0 0,-1 1 1 0 0,1-1 0 0 0,-1 1 0 0 0,1-1-1 0 0,-1 1 1 0 0,1 0 0 0 0,-1-1-1 0 0,0 2 1 0 0,-3 2-73 0 0,0 1 1 0 0,1-1-1 0 0,0 1 0 0 0,0 0 1 0 0,0 0-1 0 0,0 0 0 0 0,1 1 1 0 0,0-1-1 0 0,0 1 0 0 0,0 0 1 0 0,1-1-1 0 0,0 1 0 0 0,0 0 1 0 0,1 1-1 0 0,-1-1 0 0 0,1 0 1 0 0,1 0-1 0 0,-1 1 0 0 0,1-1 1 0 0,0 8-1 0 0,0-9-133 0 0,1 0 1 0 0,-1 1 0 0 0,1-1-1 0 0,0 1 1 0 0,0-1-1 0 0,0 0 1 0 0,1 0 0 0 0,0 0-1 0 0,0 0 1 0 0,0 0 0 0 0,1 0-1 0 0,0 0 1 0 0,-1-1-1 0 0,2 1 1 0 0,-1-1 0 0 0,0 0-1 0 0,1 0 1 0 0,0 0-1 0 0,0 0 1 0 0,0-1 0 0 0,0 0-1 0 0,1 1 1 0 0,7 3-1 0 0,17 4-143 0 0,-18-7 78 0 0,0 0 0 0 0,0 1 0 0 0,0 0-1 0 0,-1 0 1 0 0,11 9 0 0 0,-18-12 30 0 0,-1 0 1 0 0,0 0-1 0 0,0 0 0 0 0,1 0 0 0 0,-1 1 0 0 0,-1-1 0 0 0,1 1 0 0 0,0 0 1 0 0,-1-1-1 0 0,1 1 0 0 0,-1 0 0 0 0,0 0 0 0 0,0 0 0 0 0,0 0 0 0 0,0 0 1 0 0,0 0-1 0 0,-1 0 0 0 0,1 0 0 0 0,-1 0 0 0 0,0 0 0 0 0,0 1 0 0 0,0-1 1 0 0,0 0-1 0 0,-2 4 0 0 0,0 3-146 0 0,0-1 1 0 0,-1 1 0 0 0,0 0 0 0 0,-7 13-1 0 0,-4 1-5695 0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13.9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 12355 0 0,'1'0'137'0'0,"-1"-1"0"0"0,1 1-1 0 0,0 0 1 0 0,0 0 0 0 0,0-1 0 0 0,0 1 0 0 0,-1 0 0 0 0,1 0 0 0 0,0 0 0 0 0,0 0 0 0 0,0 0 0 0 0,0 0 0 0 0,0 0 0 0 0,0 0 0 0 0,-1 1 0 0 0,1-1 0 0 0,0 0-1 0 0,0 1 1 0 0,0-1 0 0 0,0 0 0 0 0,-1 1 0 0 0,1-1 0 0 0,0 1 0 0 0,0-1 0 0 0,-1 1 0 0 0,1-1 0 0 0,0 2 0 0 0,1 0 363 0 0,0 0 0 0 0,-1 1-1 0 0,1-1 1 0 0,-1 1 0 0 0,1-1 0 0 0,-1 1 0 0 0,0-1 0 0 0,1 6-1 0 0,1 2 145 0 0,-1-1 0 0 0,-1 1 0 0 0,0 0 0 0 0,0 14-1 0 0,-13 90-2952 0 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14.0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 13827 0 0,'3'0'1224'0'0,"-2"0"-976"0"0,2 0-248 0 0,0 0 0 0 0,-1-1-176 0 0,1 1-80 0 0,1 0-24 0 0,2-2 0 0 0,3 2-16 0 0,5 2-8 0 0,3 1 0 0 0,1 3 0 0 0,-1 4 208 0 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14.6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222 24 3225 0 0,'-11'-15'6747'0'0,"10"14"-6185"0"0,-1 0 0 0 0,1 0 1 0 0,-1 0-1 0 0,1 0 0 0 0,0 1 0 0 0,-1-1 1 0 0,0 0-1 0 0,1 1 0 0 0,-1 0 0 0 0,-2-1 1 0 0,1 1-151 0 0,-1 0 0 0 0,1 0-1 0 0,0 1 1 0 0,0-1 0 0 0,0 1 0 0 0,0 0 0 0 0,0 0 0 0 0,0 0 0 0 0,0 0 0 0 0,0 1 0 0 0,-3 1 0 0 0,-5 5-81 0 0,-1 0 1 0 0,1 0-1 0 0,1 2 0 0 0,-14 14 1 0 0,13-14-298 0 0,1 2 1 0 0,1-1 0 0 0,0 1-1 0 0,1 1 1 0 0,0 0 0 0 0,1 0-1 0 0,-7 17 1 0 0,13-26-38 0 0,-1 0-1 0 0,1-1 1 0 0,0 1 0 0 0,0 0 0 0 0,1 0-1 0 0,-1 0 1 0 0,1-1 0 0 0,0 1 0 0 0,0 0-1 0 0,0 0 1 0 0,0 0 0 0 0,1 0-1 0 0,0 0 1 0 0,-1-1 0 0 0,1 1 0 0 0,1 0-1 0 0,-1 0 1 0 0,0-1 0 0 0,1 1 0 0 0,0-1-1 0 0,0 0 1 0 0,0 1 0 0 0,0-1 0 0 0,1 0-1 0 0,-1 0 1 0 0,1 0 0 0 0,-1 0 0 0 0,1-1-1 0 0,0 1 1 0 0,0-1 0 0 0,1 0-1 0 0,3 3 1 0 0,7 2-55 0 0,1 0 0 0 0,0-1 0 0 0,0 0 0 0 0,26 5 0 0 0,-26-8-23 0 0,-1 1-1 0 0,0 1 0 0 0,0 0 0 0 0,0 1 1 0 0,19 11-1 0 0,-32-16-26 0 0,1 0-1 0 0,-1-1 1 0 0,0 1-1 0 0,0 0 1 0 0,0 0-1 0 0,0 0 1 0 0,0 0-1 0 0,0 0 1 0 0,0 0-1 0 0,0 0 1 0 0,0 0-1 0 0,-1 0 1 0 0,1 1-1 0 0,0-1 1 0 0,-1 0-1 0 0,1 1 1 0 0,-1-1-1 0 0,1 0 1 0 0,-1 1-1 0 0,0-1 1 0 0,0 0-1 0 0,1 1 1 0 0,-1-1 0 0 0,0 0-1 0 0,0 1 1 0 0,0-1-1 0 0,0 1 1 0 0,-1-1-1 0 0,1 0 1 0 0,0 1-1 0 0,-1-1 1 0 0,1 1-1 0 0,-1-1 1 0 0,0 2-1 0 0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14.9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68 15203 0 0,'1'-6'584'0'0,"1"1"-1"0"0,0 0 0 0 0,0-1 1 0 0,1 1-1 0 0,0 0 1 0 0,0 0-1 0 0,0 1 1 0 0,0-1-1 0 0,1 0 0 0 0,0 1 1 0 0,0 0-1 0 0,4-4 1 0 0,-7 8-544 0 0,0 0 1 0 0,-1 0 0 0 0,1-1 0 0 0,-1 1 0 0 0,1 0 0 0 0,0 0-1 0 0,-1 0 1 0 0,1 1 0 0 0,0-1 0 0 0,-1 0 0 0 0,1 0 0 0 0,0 0-1 0 0,-1 0 1 0 0,1 0 0 0 0,-1 1 0 0 0,1-1 0 0 0,0 0 0 0 0,-1 1-1 0 0,1-1 1 0 0,-1 0 0 0 0,1 1 0 0 0,-1-1 0 0 0,1 1 0 0 0,-1-1-1 0 0,1 0 1 0 0,-1 1 0 0 0,0-1 0 0 0,1 1 0 0 0,-1 0 0 0 0,0-1-1 0 0,1 1 1 0 0,-1-1 0 0 0,0 1 0 0 0,0-1 0 0 0,1 1 0 0 0,-1 0-1 0 0,0-1 1 0 0,0 1 0 0 0,0 0 0 0 0,0-1 0 0 0,0 1 0 0 0,0 0-1 0 0,8 34 482 0 0,-7-31-423 0 0,12 96 597 0 0,-10-61-689 0 0,2-1 0 0 0,18 69 0 0 0,-19-96-207 0 0,0-1-1 0 0,0 1 0 0 0,1-1 0 0 0,0 1 0 0 0,1-2 0 0 0,0 1 1 0 0,1-1-1 0 0,0 1 0 0 0,0-2 0 0 0,1 1 0 0 0,0-1 0 0 0,0 0 1 0 0,1-1-1 0 0,10 7 0 0 0,-8-8-527 0 0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15.1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0 169 6913 0 0,'3'-4'318'0'0,"1"0"-1"0"0,-1 0 1 0 0,1 0-1 0 0,0 1 1 0 0,0 0-1 0 0,1-1 1 0 0,-1 2-1 0 0,1-1 1 0 0,-1 0-1 0 0,7-2 0 0 0,5-3 622 0 0,10-7 545 0 0,51-20 0 0 0,86-17-7867 0 0,-125 41 3937 0 0,-13 3 2284 0 0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15.7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208 1 3225 0 0,'-54'6'8758'0'0,"47"-7"-8349"0"0,1 1 1 0 0,0 1 0 0 0,0-1-1 0 0,-1 1 1 0 0,1 0-1 0 0,0 0 1 0 0,0 1 0 0 0,0 0-1 0 0,0 0 1 0 0,1 0-1 0 0,-1 1 1 0 0,-10 6 0 0 0,11-4-179 0 0,0 0 0 0 0,0 0 0 0 0,1 0 1 0 0,-1 0-1 0 0,1 1 0 0 0,1-1 0 0 0,-1 1 0 0 0,1 0 1 0 0,0 1-1 0 0,0-1 0 0 0,1 0 0 0 0,0 1 0 0 0,0-1 1 0 0,-2 11-1 0 0,0 11 283 0 0,0 0 1 0 0,1 31-1 0 0,3-54-487 0 0,3 53 311 0 0,-2-55-341 0 0,-1-1 0 0 0,1 1 0 0 0,0 0 0 0 0,0-1 0 0 0,0 1 0 0 0,0-1 0 0 0,0 1-1 0 0,3 3 1 0 0,-4-5-12 0 0,1-1-1 0 0,0 1 0 0 0,-1 0 1 0 0,1-1-1 0 0,-1 1 0 0 0,1-1 1 0 0,0 1-1 0 0,0-1 0 0 0,-1 1 0 0 0,1-1 1 0 0,0 0-1 0 0,0 1 0 0 0,-1-1 1 0 0,1 0-1 0 0,0 1 0 0 0,0-1 1 0 0,0 0-1 0 0,0 0 0 0 0,0 0 1 0 0,-1 0-1 0 0,1 0 0 0 0,0 0 1 0 0,0 0-1 0 0,0 0 0 0 0,0 0 0 0 0,1-1 1 0 0,0 0-110 0 0,1 0 0 0 0,-1 0 1 0 0,1-1-1 0 0,-1 1 0 0 0,0-1 1 0 0,0 1-1 0 0,0-1 0 0 0,0 0 1 0 0,0 0-1 0 0,0 0 0 0 0,0 0 1 0 0,-1 0-1 0 0,1 0 0 0 0,1-4 1 0 0,20-39-41 0 0,-17 33 198 0 0,-2 1 227 0 0,-1 1 0 0 0,0-1 0 0 0,2-14 0 0 0,-4 18-96 0 0,0 1 0 0 0,0-1 0 0 0,0 1 0 0 0,1-1 0 0 0,0 1 0 0 0,0 0 0 0 0,1 0 0 0 0,0 0 0 0 0,0 0 1 0 0,0 0-1 0 0,1 1 0 0 0,7-10 0 0 0,-11 15-142 0 0,1 0 0 0 0,0-1-1 0 0,-1 1 1 0 0,1 0 0 0 0,0 0 0 0 0,0 0 0 0 0,-1 0 0 0 0,1-1 0 0 0,0 1 0 0 0,0 0 0 0 0,0 0 0 0 0,-1 0 0 0 0,1 0 0 0 0,0 1-1 0 0,0-1 1 0 0,-1 0 0 0 0,1 0 0 0 0,0 0 0 0 0,0 1 0 0 0,-1-1 0 0 0,1 0 0 0 0,0 1 0 0 0,-1-1 0 0 0,1 0 0 0 0,0 1 0 0 0,-1-1-1 0 0,1 1 1 0 0,-1-1 0 0 0,1 1 0 0 0,-1-1 0 0 0,1 1 0 0 0,-1 0 0 0 0,1-1 0 0 0,-1 1 0 0 0,1 0 0 0 0,-1 0 0 0 0,21 33 97 0 0,-15-24-54 0 0,7 11-201 0 0,1-2 1 0 0,1 0-1 0 0,19 19 1 0 0,-28-31 4 0 0,0-1 1 0 0,1-1-1 0 0,0 1 0 0 0,0-1 1 0 0,1-1-1 0 0,-1 1 0 0 0,1-1 0 0 0,0-1 1 0 0,0 1-1 0 0,1-1 0 0 0,-1-1 1 0 0,9 2-1 0 0,-15-3 62 0 0,0-1-1 0 0,-1-1 1 0 0,1 1-1 0 0,0 0 0 0 0,-1 0 1 0 0,1-1-1 0 0,0 1 1 0 0,0-1-1 0 0,-1 1 1 0 0,1-1-1 0 0,-1 0 1 0 0,1 1-1 0 0,-1-1 1 0 0,1 0-1 0 0,-1 0 1 0 0,1 0-1 0 0,-1 0 1 0 0,0 0-1 0 0,1-1 1 0 0,-1 1-1 0 0,0 0 1 0 0,0-1-1 0 0,0 1 0 0 0,0-1 1 0 0,0 1-1 0 0,0-1 1 0 0,-1 1-1 0 0,1-1 1 0 0,0-2-1 0 0,4-8 167 0 0,-1 1 0 0 0,-1-1 0 0 0,2-14 0 0 0,-2 14 177 0 0,1-9 270 0 0,-2 11-274 0 0,0-1-1 0 0,1 1 1 0 0,0 0-1 0 0,1 0 1 0 0,9-18 0 0 0,-13 27-250 0 0,1 1 1 0 0,-1-1 0 0 0,1 1 0 0 0,-1 0-1 0 0,1-1 1 0 0,-1 1 0 0 0,1-1 0 0 0,-1 1 0 0 0,1 0-1 0 0,0 0 1 0 0,-1-1 0 0 0,1 1 0 0 0,0 0-1 0 0,-1 0 1 0 0,1 0 0 0 0,0 0 0 0 0,-1 0 0 0 0,1 0-1 0 0,0 0 1 0 0,-1 0 0 0 0,1 0 0 0 0,0 0-1 0 0,-1 0 1 0 0,1 0 0 0 0,0 0 0 0 0,-1 1 0 0 0,1-1-1 0 0,-1 0 1 0 0,1 0 0 0 0,0 1 0 0 0,-1-1-1 0 0,1 0 1 0 0,-1 1 0 0 0,1-1 0 0 0,-1 1 0 0 0,1-1-1 0 0,-1 1 1 0 0,1-1 0 0 0,-1 1 0 0 0,1-1-1 0 0,-1 1 1 0 0,0-1 0 0 0,1 2 0 0 0,25 29 423 0 0,-20-22-326 0 0,1-2 17 0 0,-2 1-207 0 0,1-1-1 0 0,1 0 1 0 0,-1-1-1 0 0,1 1 1 0 0,0-2 0 0 0,11 8-1 0 0,-16-12 30 0 0,0 0 0 0 0,1 0 0 0 0,-1 0 0 0 0,0 0 0 0 0,1 0 0 0 0,-1-1 0 0 0,1 1 0 0 0,-1-1 0 0 0,0 0 0 0 0,1 0 0 0 0,-1 0 0 0 0,1 0 0 0 0,-1 0 0 0 0,1 0 0 0 0,-1-1 0 0 0,1 1 0 0 0,-1-1 0 0 0,1 0 0 0 0,-1 0 0 0 0,0 0 0 0 0,0 0 0 0 0,1 0 0 0 0,-1 0 0 0 0,0 0 0 0 0,0-1 0 0 0,0 1 0 0 0,0-1 0 0 0,0 0 0 0 0,2-2 0 0 0,5-6 9 0 0,-1 0 0 0 0,1-1-1 0 0,-2 0 1 0 0,1 0 0 0 0,9-22 0 0 0,-10 20 121 0 0,-1 0 0 0 0,2 1 0 0 0,0 0 1 0 0,17-20-1 0 0,-24 31-67 0 0,0 0 0 0 0,0 0 0 0 0,0 0 1 0 0,0 0-1 0 0,0 0 0 0 0,0 1 0 0 0,0-1 0 0 0,0 0 0 0 0,0 1 0 0 0,0-1 1 0 0,0 1-1 0 0,0-1 0 0 0,1 1 0 0 0,-1-1 0 0 0,0 1 0 0 0,0 0 0 0 0,0 0 1 0 0,1 0-1 0 0,-1 0 0 0 0,0 0 0 0 0,0 0 0 0 0,1 0 0 0 0,-1 0 1 0 0,0 0-1 0 0,0 0 0 0 0,1 0 0 0 0,-1 1 0 0 0,0-1 0 0 0,0 1 0 0 0,0-1 1 0 0,0 1-1 0 0,0-1 0 0 0,1 1 0 0 0,-1 0 0 0 0,1 1 0 0 0,4 3 175 0 0,-1 1-1 0 0,1-1 1 0 0,-1 2-1 0 0,-1-1 0 0 0,5 7 1 0 0,13 15 225 0 0,13-5-2537 0 0,-31-21 1172 0 0,1 0-1 0 0,0 0 1 0 0,0 0-1 0 0,1-1 1 0 0,8 2 0 0 0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16.0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 17972 0 0,'0'0'76'0'0,"0"-1"0"0"0,0 1 0 0 0,0-1-1 0 0,0 1 1 0 0,0 0 0 0 0,0-1 0 0 0,0 1 0 0 0,0-1 0 0 0,0 1 0 0 0,1 0 0 0 0,-1-1-1 0 0,0 1 1 0 0,0-1 0 0 0,0 1 0 0 0,0 0 0 0 0,1-1 0 0 0,-1 1 0 0 0,0 0 0 0 0,0-1 0 0 0,1 1-1 0 0,-1 0 1 0 0,0-1 0 0 0,0 1 0 0 0,1 0 0 0 0,-1 0 0 0 0,0-1 0 0 0,1 1 0 0 0,-1 0 0 0 0,1 0-1 0 0,-1 0 1 0 0,0-1 0 0 0,1 1 0 0 0,-1 0 0 0 0,0 0 0 0 0,1 0 0 0 0,-1 0 0 0 0,1 0 0 0 0,-1 0-1 0 0,1 0 1 0 0,-1 0 0 0 0,0 0 0 0 0,2 0 0 0 0,15 16 1558 0 0,12 32-467 0 0,-4 31-640 0 0,0 0-1438 0 0,1-28-3153 0 0,-14-25 526 0 0,-11-13 2867 0 0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16.5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182 0 6449 0 0,'-2'0'15924'0'0,"-16"2"-15960"0"0,12-1 148 0 0,-1 1 0 0 0,1-1 0 0 0,-1 1 0 0 0,1 1 0 0 0,0-1 0 0 0,0 1 0 0 0,0 0 0 0 0,0 1 0 0 0,0-1 0 0 0,1 1 0 0 0,-1 0 0 0 0,1 0 0 0 0,0 1 0 0 0,1 0 0 0 0,-1 0 0 0 0,1 0 0 0 0,0 0 0 0 0,-4 7 0 0 0,0 0-125 0 0,1 0 0 0 0,1 1 1 0 0,0-1-1 0 0,0 1 0 0 0,1 0 0 0 0,1 1 0 0 0,-4 19 1 0 0,7-25-12 0 0,0 0 0 0 0,0-1 0 0 0,1 1 0 0 0,0 0 0 0 0,0 0 0 0 0,1-1 0 0 0,0 1 0 0 0,0 0 0 0 0,1-1 0 0 0,0 1 0 0 0,1-1 0 0 0,-1 1 0 0 0,1-1 0 0 0,1 0 0 0 0,-1 0 0 0 0,1-1 0 0 0,0 1 0 0 0,1-1 0 0 0,0 1 0 0 0,0-2 0 0 0,0 1 0 0 0,1 0 0 0 0,-1-1 0 0 0,1 0 0 0 0,1 0 0 0 0,-1-1 0 0 0,1 0 0 0 0,-1 0 0 0 0,1 0 0 0 0,0-1 0 0 0,1 0 0 0 0,-1-1 0 0 0,0 1 0 0 0,1-1 0 0 0,-1-1 0 0 0,1 1 0 0 0,0-2 1 0 0,0 1-1 0 0,-1-1 0 0 0,1 0 0 0 0,0 0 0 0 0,0-1 0 0 0,9-2 0 0 0,11-5-1811 0 0,0-2-5907 0 0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29:16.8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1 158 5529 0 0,'0'3'329'0'0,"0"-1"1"0"0,0 0-1 0 0,0 0 0 0 0,0 1 0 0 0,1-1 0 0 0,-1 0 0 0 0,1 0 0 0 0,-1 0 1 0 0,1 1-1 0 0,0-1 0 0 0,0 0 0 0 0,0 0 0 0 0,0 0 0 0 0,0 0 1 0 0,0 0-1 0 0,1-1 0 0 0,-1 1 0 0 0,1 0 0 0 0,-1-1 0 0 0,1 1 1 0 0,-1 0-1 0 0,1-1 0 0 0,0 0 0 0 0,0 1 0 0 0,0-1 0 0 0,0 0 1 0 0,0 0-1 0 0,0 0 0 0 0,0-1 0 0 0,0 1 0 0 0,0 0 0 0 0,1-1 1 0 0,-1 1-1 0 0,0-1 0 0 0,0 0 0 0 0,4 1 0 0 0,-2-1-66 0 0,0 0 0 0 0,0-1 1 0 0,0 1-1 0 0,0-1 0 0 0,0 1 0 0 0,0-1 0 0 0,0 0 0 0 0,0-1 0 0 0,0 1 0 0 0,0-1 1 0 0,0 1-1 0 0,-1-1 0 0 0,1 0 0 0 0,-1-1 0 0 0,1 1 0 0 0,-1-1 0 0 0,0 1 0 0 0,5-6 1 0 0,-5 3-255 0 0,0 0 0 0 0,0 0 1 0 0,-1 0-1 0 0,0 0 0 0 0,0-1 1 0 0,0 1-1 0 0,-1-1 0 0 0,1 1 1 0 0,-1-1-1 0 0,-1 0 0 0 0,1 1 1 0 0,-1-1-1 0 0,0 0 0 0 0,0 0 1 0 0,0 1-1 0 0,-2-7 0 0 0,1 8-60 0 0,1 0 0 0 0,-1 0 0 0 0,0 0 0 0 0,-1-1 0 0 0,1 2 0 0 0,-1-1 0 0 0,1 0 0 0 0,-1 0 0 0 0,0 0 0 0 0,-1 1 0 0 0,1-1 0 0 0,-1 1 0 0 0,1 0 0 0 0,-1-1 0 0 0,0 1 0 0 0,0 1 0 0 0,0-1 0 0 0,-1 0 0 0 0,1 1 0 0 0,-1-1 0 0 0,1 1 0 0 0,-6-2 0 0 0,7 3 44 0 0,1 1 0 0 0,0-1 0 0 0,-1 1 0 0 0,1-1 0 0 0,-1 1 0 0 0,1-1 0 0 0,-1 1 0 0 0,1 0 0 0 0,-1 0 0 0 0,1 0 1 0 0,-1 0-1 0 0,1 0 0 0 0,-1 0 0 0 0,1 0 0 0 0,-1 0 0 0 0,1 1 0 0 0,0-1 0 0 0,-1 1 0 0 0,1-1 0 0 0,-1 1 0 0 0,1-1 1 0 0,0 1-1 0 0,-1 0 0 0 0,1-1 0 0 0,0 1 0 0 0,0 0 0 0 0,-1 0 0 0 0,1 0 0 0 0,0 0 0 0 0,0 0 0 0 0,0 1 0 0 0,0-1 0 0 0,0 0 1 0 0,1 0-1 0 0,-1 1 0 0 0,0-1 0 0 0,1 0 0 0 0,-1 1 0 0 0,0-1 0 0 0,1 1 0 0 0,0-1 0 0 0,-1 0 0 0 0,1 1 0 0 0,0 1 0 0 0,-1 2 95 0 0,0 0 0 0 0,1 0 0 0 0,0 0 0 0 0,0 0 0 0 0,0 0 0 0 0,1 0 0 0 0,0-1 0 0 0,-1 1 0 0 0,2 0 0 0 0,-1 0 0 0 0,1-1 0 0 0,3 9 0 0 0,-2-8-19 0 0,0 0 1 0 0,0 0-1 0 0,1-1 0 0 0,0 1 1 0 0,0-1-1 0 0,0 0 0 0 0,1 0 1 0 0,-1 0-1 0 0,1 0 0 0 0,0-1 1 0 0,0 0-1 0 0,10 5 0 0 0,-11-6-1001 0 0,1 0-1 0 0,-1-1 1 0 0,1 0-1 0 0,0 0 0 0 0,-1 0 1 0 0,6 0-1 0 0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0:23.7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69 242 5985 0 0,'-5'-4'544'0'0,"-1"0"-1"0"0,1-1 0 0 0,0 0 0 0 0,1 1 0 0 0,-1-2 1 0 0,-5-6-1 0 0,-18-38 8345 0 0,45 72-5207 0 0,3 2-3556 0 0,4 10 5 0 0,96 123 64 0 0,-106-141-188 0 0,1-1 1 0 0,1 0-1 0 0,0-2 1 0 0,1 1 0 0 0,0-2-1 0 0,1 0 1 0 0,22 10-1 0 0,-36-19 13 0 0,1-1-1 0 0,0 0 0 0 0,0-1 0 0 0,0 1 1 0 0,0-1-1 0 0,0 0 0 0 0,1 0 0 0 0,-1 0 1 0 0,0-1-1 0 0,10 0 0 0 0,-13 0 3 0 0,0-1 0 0 0,0 0-1 0 0,1 1 1 0 0,-1-1 0 0 0,0 0 0 0 0,0 0-1 0 0,0 0 1 0 0,0 0 0 0 0,0 0 0 0 0,-1 0-1 0 0,1-1 1 0 0,0 1 0 0 0,0-1 0 0 0,-1 1-1 0 0,1-1 1 0 0,-1 0 0 0 0,1 0-1 0 0,-1 1 1 0 0,0-1 0 0 0,0 0 0 0 0,0 0-1 0 0,0 0 1 0 0,0 0 0 0 0,0-1 0 0 0,-1 1-1 0 0,1 0 1 0 0,0-3 0 0 0,4-20 212 0 0,-1-1 0 0 0,-1 0 0 0 0,-1 0 0 0 0,-3-47 0 0 0,-2 29-258 0 0,-3 1 0 0 0,-12-46-1 0 0,10 57-360 0 0,4 19-221 0 0,0 1 1 0 0,1-1 0 0 0,1 1-1 0 0,0-1 1 0 0,0-18-1 0 0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0:24.1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1 451 3681 0 0,'6'-4'930'0'0,"1"0"0"0"0,-1-1-1 0 0,0 0 1 0 0,0 0 0 0 0,-1 0 0 0 0,1-1 0 0 0,6-9 0 0 0,30-46 3953 0 0,-36 49-4295 0 0,0 1-1 0 0,-1-1 1 0 0,0 0-1 0 0,-1 0 1 0 0,0-1-1 0 0,-1 1 1 0 0,4-27-1 0 0,-6 25-423 0 0,0-1 0 0 0,-1 0 0 0 0,-1 1 1 0 0,0-1-1 0 0,-1 0 0 0 0,0 1 0 0 0,-1 0 0 0 0,-1-1 0 0 0,0 1 1 0 0,-1 0-1 0 0,-9-17 0 0 0,13 29-165 0 0,0 0-1 0 0,0 0 1 0 0,0 1 0 0 0,0-1-1 0 0,-1 0 1 0 0,1 1 0 0 0,0-1-1 0 0,-1 1 1 0 0,1-1 0 0 0,-1 1-1 0 0,1 0 1 0 0,-1 0 0 0 0,0 0-1 0 0,1 0 1 0 0,-1 0 0 0 0,0 0 0 0 0,0 0-1 0 0,0 0 1 0 0,0 1 0 0 0,-3-2-1 0 0,4 3-11 0 0,0-1 0 0 0,0 0 0 0 0,-1 0 0 0 0,1 0 0 0 0,0 1-1 0 0,0-1 1 0 0,0 1 0 0 0,0-1 0 0 0,0 1 0 0 0,0-1 0 0 0,0 1-1 0 0,0 0 1 0 0,0-1 0 0 0,0 1 0 0 0,0 0 0 0 0,0 0 0 0 0,0 0-1 0 0,0 0 1 0 0,1 0 0 0 0,-1 0 0 0 0,0 0 0 0 0,1 0 0 0 0,-1 0 0 0 0,1 0-1 0 0,-1 0 1 0 0,1 0 0 0 0,-1 0 0 0 0,1 0 0 0 0,0 1 0 0 0,-1-1-1 0 0,1 0 1 0 0,0 0 0 0 0,0 0 0 0 0,0 3 0 0 0,-2 9-33 0 0,1 0 0 0 0,1 0-1 0 0,0 0 1 0 0,0 0 0 0 0,2 0 0 0 0,-1 0 0 0 0,2 0 0 0 0,-1 0 0 0 0,2 0 0 0 0,0-1 0 0 0,0 1 0 0 0,1-1 0 0 0,1 0-1 0 0,0-1 1 0 0,0 1 0 0 0,1-1 0 0 0,1 0 0 0 0,0-1 0 0 0,0 0 0 0 0,1 0 0 0 0,1-1 0 0 0,-1 0 0 0 0,1-1-1 0 0,1 0 1 0 0,0 0 0 0 0,0-1 0 0 0,0-1 0 0 0,1 0 0 0 0,0 0 0 0 0,0-1 0 0 0,18 5 0 0 0,-19-7-178 0 0,-1 0 1 0 0,1-1-1 0 0,0 0 1 0 0,0-1-1 0 0,12 0 1 0 0,-18-1-238 0 0,1 0 1 0 0,-1-1-1 0 0,0 1 1 0 0,1-1-1 0 0,-1-1 1 0 0,0 1-1 0 0,8-4 1 0 0,0-1-1398 0 0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0:24.4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1 102 5529 0 0,'1'-2'145'0'0,"0"0"0"0"0,0-1 0 0 0,1 1-1 0 0,-1 0 1 0 0,1 0 0 0 0,-1 0 0 0 0,1 0-1 0 0,0 0 1 0 0,0 1 0 0 0,0-1 0 0 0,0 0 0 0 0,0 1-1 0 0,0-1 1 0 0,0 1 0 0 0,3-2 0 0 0,-1 2 242 0 0,0 0 1 0 0,1 0-1 0 0,-1 0 1 0 0,0 1-1 0 0,1-1 1 0 0,-1 1-1 0 0,1 0 1 0 0,6 1-1 0 0,-4 0-68 0 0,1 0-1 0 0,0 1 1 0 0,0 0 0 0 0,-1 0-1 0 0,1 1 1 0 0,-1 0 0 0 0,0 0-1 0 0,0 0 1 0 0,0 1 0 0 0,0 0-1 0 0,-1 1 1 0 0,0-1 0 0 0,1 1-1 0 0,-2 1 1 0 0,1-1 0 0 0,-1 1-1 0 0,1 0 1 0 0,-2 0 0 0 0,1 0-1 0 0,-1 1 1 0 0,0 0 0 0 0,0 0-1 0 0,0 0 1 0 0,-1 0 0 0 0,-1 0-1 0 0,1 1 1 0 0,-1-1 0 0 0,0 1-1 0 0,-1 0 1 0 0,1 0 0 0 0,-2-1-1 0 0,1 1 1 0 0,-1 0-1 0 0,-1 11 1 0 0,1-18-309 0 0,0-1 0 0 0,0 1 0 0 0,0-1-1 0 0,0 1 1 0 0,0-1 0 0 0,0 1 0 0 0,0-1 0 0 0,0 1-1 0 0,-1-1 1 0 0,1 1 0 0 0,0-1 0 0 0,0 1 0 0 0,0-1-1 0 0,-1 1 1 0 0,1-1 0 0 0,0 1 0 0 0,0-1 0 0 0,-1 1-1 0 0,1-1 1 0 0,0 1 0 0 0,-1-1 0 0 0,1 0 0 0 0,-1 1-1 0 0,1-1 1 0 0,0 0 0 0 0,-1 1 0 0 0,0-1 0 0 0,-8-10 401 0 0,-4-23 94 0 0,9 17-618 0 0,2 1 0 0 0,-1-1 0 0 0,2 1 0 0 0,0-1 0 0 0,1 0 0 0 0,1 1 0 0 0,3-24 0 0 0,12-23-7031 0 0,-7 36 405 0 0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0:24.7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33 4145 0 0,'45'102'8709'0'0,"-28"-59"-4583"0"0,25 45 0 0 0,-25-69-3916 0 0,-17-18-201 0 0,1-1 0 0 0,-1 0 0 0 0,1 0-1 0 0,-1 0 1 0 0,1 1 0 0 0,-1-1 0 0 0,1 0 0 0 0,-1 0 0 0 0,1 0 0 0 0,-1 0 0 0 0,1 0 0 0 0,-1 0 0 0 0,1 0 0 0 0,-1 0 0 0 0,1 0 0 0 0,0 0 0 0 0,-1 0 0 0 0,1 0 0 0 0,-1 0 0 0 0,1 0 0 0 0,-1-1 0 0 0,1 1-1 0 0,-1 0 1 0 0,0 0 0 0 0,2-1 0 0 0,-1-1 27 0 0,1 0 0 0 0,-1 1 0 0 0,0-1-1 0 0,1 0 1 0 0,-1 0 0 0 0,0 0 0 0 0,0 0 0 0 0,-1-1-1 0 0,1 1 1 0 0,0 0 0 0 0,-1 0 0 0 0,1 0 0 0 0,-1-1-1 0 0,1 1 1 0 0,-1 0 0 0 0,0-3 0 0 0,0-1 26 0 0,2-31 268 0 0,8-41 1 0 0,-8 68-305 0 0,0 0 1 0 0,0 1 0 0 0,1-1-1 0 0,1 1 1 0 0,0-1 0 0 0,0 1-1 0 0,1 0 1 0 0,0 1 0 0 0,8-12-1 0 0,-12 18-15 0 0,0 1 0 0 0,0-1 0 0 0,1 1 0 0 0,-1-1 0 0 0,0 1 0 0 0,1 0 0 0 0,-1 0 0 0 0,1-1 0 0 0,0 1 0 0 0,-1 0 0 0 0,1 0 0 0 0,0 0 0 0 0,-1 1 0 0 0,1-1 0 0 0,0 0 0 0 0,0 1 0 0 0,0-1 0 0 0,0 1 0 0 0,0-1 0 0 0,0 1 0 0 0,0 0 0 0 0,-1 0 0 0 0,1 0 0 0 0,4 0 0 0 0,-3 2 7 0 0,0-1 0 0 0,0 0-1 0 0,0 1 1 0 0,0-1 0 0 0,-1 1 0 0 0,1 0 0 0 0,0 0 0 0 0,-1 0 0 0 0,1 0 0 0 0,-1 1 0 0 0,0-1 0 0 0,0 1 0 0 0,3 3 0 0 0,5 11 121 0 0,0-1 1 0 0,-1 2 0 0 0,12 32 0 0 0,-21-48-118 0 0,8 18 72 0 0,-1 2-1 0 0,-2-1 1 0 0,0 0-1 0 0,-1 1 1 0 0,-1 0-1 0 0,-1 0 1 0 0,-1 0 0 0 0,-1 0-1 0 0,-1 0 1 0 0,-1 0-1 0 0,-1 0 1 0 0,-1 0-1 0 0,-7 22 1 0 0,4-20-724 0 0,-2-1 0 0 0,0 0-1 0 0,-23 38 1 0 0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0:25.2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137 1 11058 0 0,'-3'1'192'0'0,"0"-1"-1"0"0,0 1 0 0 0,0 0 0 0 0,0 0 0 0 0,0 0 0 0 0,0 1 0 0 0,1-1 1 0 0,-1 1-1 0 0,0 0 0 0 0,1-1 0 0 0,-1 1 0 0 0,1 0 0 0 0,-1 1 0 0 0,1-1 1 0 0,0 0-1 0 0,-3 5 0 0 0,-33 47 1857 0 0,31-43-1414 0 0,0 0-25 0 0,0 0 0 0 0,1 1 0 0 0,0-1-1 0 0,-7 23 1 0 0,12-32-571 0 0,0 1 0 0 0,0-1 0 0 0,1 0-1 0 0,-1 1 1 0 0,1-1 0 0 0,-1 1 0 0 0,1-1 0 0 0,0 1 0 0 0,0-1-1 0 0,0 1 1 0 0,1-1 0 0 0,-1 1 0 0 0,1-1 0 0 0,-1 1-1 0 0,1-1 1 0 0,0 1 0 0 0,0-1 0 0 0,0 0 0 0 0,0 1 0 0 0,0-1-1 0 0,0 0 1 0 0,1 0 0 0 0,-1 0 0 0 0,1 0 0 0 0,-1 0 0 0 0,1 0-1 0 0,0 0 1 0 0,0-1 0 0 0,0 1 0 0 0,0-1 0 0 0,3 3 0 0 0,14 4-38 0 0,-1 0 0 0 0,35 10 0 0 0,-41-16 0 0 0,0 2 0 0 0,0-1 0 0 0,-1 2 0 0 0,1 0 0 0 0,-1 0 0 0 0,0 1 0 0 0,0 0 0 0 0,0 1 0 0 0,-1 0 0 0 0,15 13 0 0 0,-24-18-1 0 0,1 0 0 0 0,-1 0 0 0 0,1 0 0 0 0,-1 0 0 0 0,0 1 0 0 0,1-1 1 0 0,-1 0-1 0 0,0 1 0 0 0,-1-1 0 0 0,1 0 0 0 0,0 1 0 0 0,-1-1 0 0 0,1 1 1 0 0,-1-1-1 0 0,0 1 0 0 0,0-1 0 0 0,0 1 0 0 0,0 3 0 0 0,-1-2 20 0 0,0 1 1 0 0,-1-1-1 0 0,1 1 0 0 0,-1-1 0 0 0,0 0 0 0 0,0 1 0 0 0,0-1 0 0 0,0 0 0 0 0,-5 5 1 0 0,-3 3 133 0 0,-1 0 1 0 0,-1 0-1 0 0,0-1 1 0 0,-21 15-1 0 0,-15 3-2201 0 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0:25.8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86 6449 0 0,'15'-6'9458'0'0,"-14"6"-9292"0"0,17 13 2625 0 0,0 10-1765 0 0,-1 0-1 0 0,23 41 1 0 0,-33-96-591 0 0,-4 13-354 0 0,0 0-1 0 0,10-30 1 0 0,-11 45-69 0 0,-1 1 0 0 0,1 0 0 0 0,-1 0 0 0 0,1 0 0 0 0,0 0 0 0 0,0 1 0 0 0,0-1 0 0 0,1 0 0 0 0,-1 1 0 0 0,1 0 0 0 0,-1-1-1 0 0,1 1 1 0 0,6-3 0 0 0,-8 4-4 0 0,1 1 0 0 0,0 0 0 0 0,-1-1-1 0 0,1 1 1 0 0,0 0 0 0 0,0 0 0 0 0,0 0-1 0 0,-1 0 1 0 0,1 0 0 0 0,0 0 0 0 0,0 1-1 0 0,-1-1 1 0 0,1 1 0 0 0,0-1 0 0 0,-1 1-1 0 0,1 0 1 0 0,-1-1 0 0 0,1 1 0 0 0,0 0-1 0 0,-1 0 1 0 0,0 0 0 0 0,1 0 0 0 0,-1 0-1 0 0,0 0 1 0 0,1 1 0 0 0,-1-1 0 0 0,0 0-1 0 0,2 3 1 0 0,26 33 102 0 0,27 44-1 0 0,-14-18-166 0 0,-41-63 54 0 0,-1 1 1 0 0,0-1-1 0 0,0 0 1 0 0,0 0-1 0 0,0 0 0 0 0,0 0 1 0 0,1 0-1 0 0,-1 0 1 0 0,0 0-1 0 0,0 0 1 0 0,0 0-1 0 0,1 0 1 0 0,-1 0-1 0 0,0 0 1 0 0,0 0-1 0 0,0 0 1 0 0,0 0-1 0 0,1 0 1 0 0,-1 0-1 0 0,0 0 1 0 0,0 0-1 0 0,0 0 1 0 0,0 0-1 0 0,1 0 1 0 0,-1 0-1 0 0,0 0 0 0 0,0 0 1 0 0,0-1-1 0 0,0 1 1 0 0,0 0-1 0 0,1 0 1 0 0,-1 0-1 0 0,0 0 1 0 0,0 0-1 0 0,0 0 1 0 0,0-1-1 0 0,0 1 1 0 0,0 0-1 0 0,0 0 1 0 0,0 0-1 0 0,1 0 1 0 0,-1 0-1 0 0,0-1 1 0 0,0 1-1 0 0,0 0 1 0 0,0 0-1 0 0,0 0 0 0 0,0 0 1 0 0,0-1-1 0 0,8-17-65 0 0,7-30 3 0 0,-13 39 43 0 0,6-19-7 0 0,-4 10 30 0 0,2-1 0 0 0,10-25 0 0 0,-14 41 38 0 0,-1-1-1 0 0,1 0 0 0 0,0 1 0 0 0,1-1 1 0 0,-1 1-1 0 0,0 0 0 0 0,1 0 0 0 0,0 0 1 0 0,0 0-1 0 0,0 0 0 0 0,0 1 0 0 0,0-1 1 0 0,0 1-1 0 0,1 0 0 0 0,-1 0 1 0 0,1 0-1 0 0,4-2 0 0 0,-5 4-25 0 0,-1 0 1 0 0,1 0-1 0 0,-1 0 1 0 0,0 0-1 0 0,1 1 0 0 0,-1-1 1 0 0,0 1-1 0 0,1-1 0 0 0,-1 1 1 0 0,0 0-1 0 0,1 0 1 0 0,-1 0-1 0 0,0 0 0 0 0,0 0 1 0 0,0 0-1 0 0,0 1 0 0 0,0-1 1 0 0,0 1-1 0 0,-1 0 1 0 0,1-1-1 0 0,0 1 0 0 0,-1 0 1 0 0,3 3-1 0 0,5 6 76 0 0,-1 1 0 0 0,10 19 0 0 0,-11-19-525 0 0,1 0-1 0 0,-1-1 1 0 0,2 0-1 0 0,0 0 0 0 0,0-1 1 0 0,1 0-1 0 0,0 0 1 0 0,19 12-1 0 0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0:26.3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150 16 968 0 0,'-1'-2'425'0'0,"0"1"-1"0"0,-1 0 1 0 0,1-1-1 0 0,-1 1 1 0 0,1 0-1 0 0,-1 0 1 0 0,1 0-1 0 0,-1 0 1 0 0,0 0-1 0 0,1 1 1 0 0,-1-1-1 0 0,0 0 1 0 0,0 1-1 0 0,1 0 1 0 0,-1-1-1 0 0,0 1 1 0 0,0 0 0 0 0,0 0-1 0 0,0 0 1 0 0,0 0-1 0 0,1 0 1 0 0,-1 0-1 0 0,-3 1 1 0 0,1 0 140 0 0,0 1 1 0 0,1 0 0 0 0,-1-1-1 0 0,1 1 1 0 0,0 1 0 0 0,0-1-1 0 0,0 0 1 0 0,0 1 0 0 0,0-1-1 0 0,-5 7 1 0 0,0 1 5 0 0,0 1 0 0 0,1 0 0 0 0,0 1 0 0 0,0 0 0 0 0,-8 22-1 0 0,12-24-478 0 0,0 0 0 0 0,1 1 0 0 0,0-1 0 0 0,0 0-1 0 0,1 13 1 0 0,1-20-91 0 0,0 0 0 0 0,0 0 0 0 0,0 0 0 0 0,1 0 0 0 0,-1-1 0 0 0,1 1-1 0 0,0 0 1 0 0,0 0 0 0 0,0-1 0 0 0,2 5 0 0 0,-2-6-4 0 0,0 1 0 0 0,0-1-1 0 0,0 0 1 0 0,0 0 0 0 0,0 0-1 0 0,0 0 1 0 0,0 0 0 0 0,1-1 0 0 0,-1 1-1 0 0,0 0 1 0 0,0 0 0 0 0,1-1 0 0 0,-1 1-1 0 0,1-1 1 0 0,-1 1 0 0 0,0-1-1 0 0,1 0 1 0 0,-1 1 0 0 0,1-1 0 0 0,-1 0-1 0 0,1 0 1 0 0,1 0 0 0 0,-2 0-9 0 0,1-1 0 0 0,0 1 0 0 0,0-1 0 0 0,0 1-1 0 0,0-1 1 0 0,0 0 0 0 0,-1 0 0 0 0,1 0 0 0 0,0 0 0 0 0,-1 0 0 0 0,1 0 0 0 0,0 0 0 0 0,-1-1 0 0 0,0 1 0 0 0,1 0 0 0 0,-1-1 0 0 0,0 1-1 0 0,0-1 1 0 0,1 0 0 0 0,-1 1 0 0 0,-1-1 0 0 0,1 0 0 0 0,0 0 0 0 0,0 1 0 0 0,0-5 0 0 0,3-5 18 0 0,0-1 1 0 0,2-22-1 0 0,-5 29-10 0 0,1-10 92 0 0,3-22 70 0 0,-4 36-134 0 0,-1-1 1 0 0,0 1-1 0 0,1-1 1 0 0,-1 1-1 0 0,1-1 0 0 0,-1 1 1 0 0,1-1-1 0 0,0 1 1 0 0,0 0-1 0 0,-1-1 0 0 0,1 1 1 0 0,0 0-1 0 0,0 0 1 0 0,0 0-1 0 0,0 0 0 0 0,1 0 1 0 0,-1 0-1 0 0,1-1 1 0 0,0 2 8 0 0,-1 0 1 0 0,1 0-1 0 0,-1 0 1 0 0,0 0 0 0 0,1 0-1 0 0,-1 0 1 0 0,1 0-1 0 0,-1 1 1 0 0,0-1 0 0 0,1 0-1 0 0,-1 1 1 0 0,0-1-1 0 0,1 1 1 0 0,-1 0 0 0 0,0-1-1 0 0,0 1 1 0 0,1 0-1 0 0,-1 0 1 0 0,0 0 0 0 0,0 0-1 0 0,0 0 1 0 0,0 0-1 0 0,1 2 1 0 0,25 30 144 0 0,-22-26-130 0 0,7 9 23 0 0,41 49 139 0 0,-49-61-234 0 0,0-1 0 0 0,0 1 0 0 0,0 0-1 0 0,0-1 1 0 0,1 0 0 0 0,-1 0 0 0 0,1 0 0 0 0,0-1 0 0 0,0 1 0 0 0,0-1 0 0 0,0 0 0 0 0,7 1 0 0 0,-11-3-147 0 0,0 0 0 0 0,0 0-1 0 0,1 0 1 0 0,-1 0 0 0 0,0 0 0 0 0,0 0 0 0 0,1 0 0 0 0,-1 0 0 0 0,0-1-1 0 0,0 1 1 0 0,0-1 0 0 0,0 1 0 0 0,0 0 0 0 0,0-1 0 0 0,1 0 0 0 0,-1 1-1 0 0,0-1 1 0 0,0 0 0 0 0,-1 1 0 0 0,2-2 0 0 0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0:26.5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51 1376 0 0,'-11'-51'11960'0'0,"9"61"-8754"0"0,1 12-1966 0 0,1-20-602 0 0,1 10-139 0 0,0 1 0 0 0,1 0-1 0 0,0-1 1 0 0,1 0 0 0 0,1 1 0 0 0,0-1-1 0 0,11 23 1 0 0,51 80 539 0 0,-37-68-650 0 0,-27-43-442 0 0,39 58 197 0 0,-38-58-455 0 0,1 1 1 0 0,0-1 0 0 0,0 0 0 0 0,0 0 0 0 0,0 0 0 0 0,1 0 0 0 0,-1-1 0 0 0,1 0 0 0 0,0 0 0 0 0,7 4 0 0 0,-2-6-1127 0 0,-1-2-15 0 0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0:26.7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 11522 0 0,'-2'7'436'0'0,"1"1"0"0"0,0 0 0 0 0,1 0 0 0 0,0 0 0 0 0,0 0 0 0 0,0 0 0 0 0,3 12 0 0 0,16 59 3526 0 0,-15-63-3762 0 0,11 38 1920 0 0,42 95 0 0 0,9-21-3926 0 0,-50-101-5949 0 0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0:28.3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151 5 9674 0 0,'-1'-1'125'0'0,"-1"0"-1"0"0,1 1 1 0 0,-1-1-1 0 0,1 1 1 0 0,-1-1-1 0 0,1 1 1 0 0,-1 0-1 0 0,1-1 0 0 0,-1 1 1 0 0,0 0-1 0 0,1 0 1 0 0,-1 0-1 0 0,1 0 1 0 0,-1 0-1 0 0,0 1 1 0 0,1-1-1 0 0,-1 0 1 0 0,1 1-1 0 0,-3 0 1 0 0,-28 12 1498 0 0,25-9-1428 0 0,1 1-1 0 0,0-1 1 0 0,0 1-1 0 0,0 1 1 0 0,1-1-1 0 0,-1 1 1 0 0,2 0-1 0 0,-1 0 1 0 0,0 0 0 0 0,1 1-1 0 0,1-1 1 0 0,-1 1-1 0 0,1 0 1 0 0,0 0-1 0 0,0 0 1 0 0,1 1-1 0 0,0-1 1 0 0,0 1 0 0 0,1-1-1 0 0,0 1 1 0 0,0 0-1 0 0,1 7 1 0 0,0-1-40 0 0,0 1 0 0 0,1-1 0 0 0,1 0 1 0 0,0-1-1 0 0,1 1 0 0 0,0 0 0 0 0,1-1 0 0 0,1 1 1 0 0,0-1-1 0 0,1 0 0 0 0,9 15 0 0 0,-12-23-148 0 0,-1-1 0 0 0,2 1 0 0 0,-1-1 0 0 0,1 1 0 0 0,-1-1 0 0 0,1 0 0 0 0,0 0 0 0 0,0-1 0 0 0,1 1 0 0 0,-1-1 0 0 0,1 0 0 0 0,0 0 0 0 0,0 0 0 0 0,0-1 0 0 0,0 0 0 0 0,0 0 0 0 0,1 0 0 0 0,-1-1 0 0 0,0 1 0 0 0,1-1 0 0 0,-1 0 0 0 0,1-1-1 0 0,-1 0 1 0 0,1 1 0 0 0,0-2 0 0 0,-1 1 0 0 0,1-1 0 0 0,-1 0 0 0 0,1 0 0 0 0,-1 0 0 0 0,0-1 0 0 0,1 0 0 0 0,-1 0 0 0 0,0 0 0 0 0,0-1 0 0 0,0 1 0 0 0,0-1 0 0 0,-1 0 0 0 0,1-1 0 0 0,-1 1 0 0 0,0-1 0 0 0,0 0 0 0 0,0 0 0 0 0,4-6 0 0 0,-1 2-252 0 0,1-2 1 0 0,-2 1-1 0 0,1-1 0 0 0,-2 0 1 0 0,1 0-1 0 0,-1-1 1 0 0,-1 0-1 0 0,1 1 0 0 0,-2-1 1 0 0,3-14-1 0 0,-4 13 502 0 0,0-1-1 0 0,-1 1 0 0 0,-1-1 1 0 0,0 0-1 0 0,-3-19 0 0 0,-1-35 2862 0 0,36 110-1756 0 0,-16-19-1188 0 0,2 0 0 0 0,1-1-1 0 0,0-1 1 0 0,2 0 0 0 0,23 18-1 0 0,-37-35-347 0 0,0 0 0 0 0,0-1-1 0 0,0 1 1 0 0,0-2-1 0 0,1 1 1 0 0,-1-1 0 0 0,1 0-1 0 0,0 0 1 0 0,16 2-1 0 0,-18-5-259 0 0,0 1 0 0 0,0-1 0 0 0,-1-1-1 0 0,1 1 1 0 0,0-1 0 0 0,0 0 0 0 0,0 0-1 0 0,-1-1 1 0 0,1 0 0 0 0,-1 0 0 0 0,1 0-1 0 0,-1 0 1 0 0,0-1 0 0 0,0 0 0 0 0,8-6-1 0 0,3-3 435 0 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0:28.8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9674 0 0,'0'9'6268'0'0,"4"15"-3871"0"0,-4-21-1796 0 0,37 161 3721 0 0,-25-124-5617 0 0,2-1 0 0 0,20 39 0 0 0,-24-58-5775 0 0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0:29.4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46 3225 0 0,'7'-10'12352'0'0,"7"26"-10804"0"0,-2 0 1 0 0,17 26-1 0 0,-3-5-624 0 0,-17-25-667 0 0,20 31 594 0 0,-27-41-816 0 0,-1 0 0 0 0,0 1-1 0 0,0-1 1 0 0,0 0 0 0 0,-1 0-1 0 0,1 1 1 0 0,0-1 0 0 0,-1 0-1 0 0,0 1 1 0 0,1-1 0 0 0,-1 1-1 0 0,0-1 1 0 0,0 1 0 0 0,-1-1-1 0 0,1 0 1 0 0,0 1 0 0 0,-2 3-1 0 0,2-6-14 0 0,0 1-1 0 0,-1-1 1 0 0,1 1-1 0 0,0-1 0 0 0,-1 1 1 0 0,1-1-1 0 0,-1 0 1 0 0,1 1-1 0 0,-1-1 1 0 0,1 0-1 0 0,-1 1 0 0 0,1-1 1 0 0,-1 0-1 0 0,1 0 1 0 0,-1 1-1 0 0,1-1 1 0 0,-1 0-1 0 0,1 0 0 0 0,-1 0 1 0 0,1 0-1 0 0,-1 0 1 0 0,0 0-1 0 0,1 1 1 0 0,-1-1-1 0 0,1-1 0 0 0,-1 1 1 0 0,1 0-1 0 0,-1 0 1 0 0,0 0-1 0 0,1 0 1 0 0,-1 0-1 0 0,1 0 0 0 0,-1-1 1 0 0,1 1-1 0 0,-1 0 1 0 0,1 0-1 0 0,-1-1 1 0 0,1 1-1 0 0,-1 0 0 0 0,1-1 1 0 0,0 1-1 0 0,-1-1 1 0 0,1 1-1 0 0,-1-1 1 0 0,-20-20 375 0 0,16 14-430 0 0,1 0 0 0 0,0-1 0 0 0,0 0 1 0 0,0 0-1 0 0,1 0 0 0 0,0 0 0 0 0,1 0 0 0 0,0-1 0 0 0,0 1 1 0 0,1-1-1 0 0,0 0 0 0 0,0-13 0 0 0,2 11-1136 0 0,0 1 0 0 0,0-1-1 0 0,1 1 1 0 0,1-1 0 0 0,0 1 0 0 0,4-11 0 0 0,3-4-5508 0 0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0:29.7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1 114 5185 0 0,'17'0'10035'0'0,"-3"4"-4860"0"0,-12-3-5059 0 0,0 0 0 0 0,1 0 0 0 0,-1 1 0 0 0,0-1 1 0 0,1 1-1 0 0,-1 0 0 0 0,0-1 0 0 0,0 1 0 0 0,0 0 0 0 0,-1 0 0 0 0,1 1 0 0 0,0-1 0 0 0,-1 0 0 0 0,1 0 0 0 0,-1 1 0 0 0,0-1 0 0 0,0 1 1 0 0,0-1-1 0 0,0 1 0 0 0,0 0 0 0 0,0 4 0 0 0,3 11-28 0 0,0 0 0 0 0,-2 0 0 0 0,0 0 0 0 0,-1 30 0 0 0,-16-100 488 0 0,13 35-578 0 0,2 0-1 0 0,-1 0 0 0 0,2 1 1 0 0,0-1-1 0 0,6-25 0 0 0,-6 34-375 0 0,1 0 0 0 0,0 0 0 0 0,1 1-1 0 0,0-1 1 0 0,0 1 0 0 0,0-1-1 0 0,1 1 1 0 0,0 0 0 0 0,0 1 0 0 0,1-1-1 0 0,0 1 1 0 0,0 0 0 0 0,11-9-1 0 0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0:30.4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0 355 3225 0 0,'3'-2'676'0'0,"0"0"1"0"0,-1 0-1 0 0,1-1 1 0 0,-1 1 0 0 0,1-1-1 0 0,-1 1 1 0 0,0-1-1 0 0,0 0 1 0 0,0 0-1 0 0,-1 0 1 0 0,1 0 0 0 0,2-6-1 0 0,-3 7-212 0 0,2-6 298 0 0,0 1 0 0 0,-1 0-1 0 0,1-1 1 0 0,-1 1 0 0 0,-1-1 0 0 0,2-13-1 0 0,-3 11-460 0 0,1 0 0 0 0,-2 0 0 0 0,1 0 0 0 0,-2 0 0 0 0,1 0 0 0 0,-1 0 0 0 0,-1 0-1 0 0,-4-12 1 0 0,7 22-282 0 0,0-1 0 0 0,0 1-1 0 0,0 0 1 0 0,0-1 0 0 0,0 1-1 0 0,0 0 1 0 0,0-1 0 0 0,0 1-1 0 0,0 0 1 0 0,0-1 0 0 0,0 1-1 0 0,-1 0 1 0 0,1-1 0 0 0,0 1-1 0 0,0 0 1 0 0,-1-1 0 0 0,1 1-1 0 0,0 0 1 0 0,0-1-1 0 0,-1 1 1 0 0,1 0 0 0 0,0 0-1 0 0,0-1 1 0 0,-1 1 0 0 0,1 0-1 0 0,0 0 1 0 0,-1 0 0 0 0,1 0-1 0 0,-1-1 1 0 0,1 1 0 0 0,0 0-1 0 0,-1 0 1 0 0,1 0 0 0 0,0 0-1 0 0,-1 0 1 0 0,1 0 0 0 0,-1 0-1 0 0,-7 14 160 0 0,1 22-208 0 0,7-26 18 0 0,0-1 1 0 0,1 1-1 0 0,1-1 1 0 0,-1 0 0 0 0,2 0-1 0 0,-1 1 1 0 0,1-1-1 0 0,0-1 1 0 0,6 12 0 0 0,-7-16 4 0 0,0 1 0 0 0,1-1 0 0 0,-1 0-1 0 0,1 0 1 0 0,0 0 0 0 0,0 0 0 0 0,1 0 0 0 0,-1 0 0 0 0,1-1 0 0 0,0 0 0 0 0,-1 1 0 0 0,1-2 0 0 0,1 1 0 0 0,-1 0 0 0 0,0-1 0 0 0,1 0 0 0 0,-1 0 0 0 0,1 0 0 0 0,5 1 0 0 0,-7-3-99 0 0,0 0 0 0 0,-1 0 1 0 0,1 0-1 0 0,0-1 0 0 0,-1 1 0 0 0,1-1 1 0 0,-1 0-1 0 0,1 1 0 0 0,-1-1 0 0 0,1 0 1 0 0,-1-1-1 0 0,0 1 0 0 0,1 0 0 0 0,-1-1 1 0 0,0 1-1 0 0,0-1 0 0 0,0 0 0 0 0,0 0 1 0 0,0 0-1 0 0,-1 0 0 0 0,1 0 0 0 0,-1 0 1 0 0,1 0-1 0 0,-1 0 0 0 0,3-5 0 0 0,3-7-583 0 0,0 0 0 0 0,10-29-1 0 0,-16 38 747 0 0,13-43-68 0 0,-10 34 549 0 0,0-1 1 0 0,0 1 0 0 0,1 0-1 0 0,1 1 1 0 0,0-1 0 0 0,10-14-1 0 0,-15 28-469 0 0,-1-1 0 0 0,0 1-1 0 0,0-1 1 0 0,1 1 0 0 0,-1 0-1 0 0,0-1 1 0 0,1 1 0 0 0,-1 0-1 0 0,1-1 1 0 0,-1 1-1 0 0,0 0 1 0 0,1 0 0 0 0,-1-1-1 0 0,1 1 1 0 0,-1 0 0 0 0,1 0-1 0 0,-1 0 1 0 0,1-1 0 0 0,-1 1-1 0 0,0 0 1 0 0,1 0 0 0 0,-1 0-1 0 0,1 0 1 0 0,-1 0 0 0 0,1 0-1 0 0,-1 0 1 0 0,1 0 0 0 0,-1 0-1 0 0,2 1 1 0 0,11 10 889 0 0,10 32-628 0 0,-16-29-129 0 0,-5-11-212 0 0,0 1-2 0 0,0 0 0 0 0,0 0 0 0 0,0 0 0 0 0,1 0 0 0 0,0 0 0 0 0,0-1 0 0 0,0 0-1 0 0,0 1 1 0 0,0-1 0 0 0,1-1 0 0 0,5 5 0 0 0,-8-7-10 0 0,-1 0 0 0 0,1 0 0 0 0,0-1 1 0 0,-1 1-1 0 0,1 0 0 0 0,0 0 0 0 0,-1-1 0 0 0,1 1 0 0 0,0 0 0 0 0,-1-1 0 0 0,1 1 1 0 0,-1-1-1 0 0,1 1 0 0 0,-1-1 0 0 0,1 1 0 0 0,-1-1 0 0 0,1 1 0 0 0,-1-1 0 0 0,1 1 1 0 0,-1-1-1 0 0,0 0 0 0 0,1 1 0 0 0,-1-1 0 0 0,0 1 0 0 0,0-1 0 0 0,1 0 0 0 0,-1 0 1 0 0,0 1-1 0 0,0-2 0 0 0,7-25-107 0 0,-6 24 109 0 0,5-23-196 0 0,-3 9 199 0 0,0 1 0 0 0,9-21 0 0 0,-11 33 44 0 0,1 1 0 0 0,-1-1 0 0 0,1 0 0 0 0,0 1 0 0 0,0-1 0 0 0,1 1 1 0 0,-1 0-1 0 0,1 0 0 0 0,0 0 0 0 0,-1 0 0 0 0,1 0 0 0 0,0 1 1 0 0,1-1-1 0 0,5-3 0 0 0,-8 6-1 0 0,0-1-1 0 0,1 1 1 0 0,-1 0-1 0 0,0-1 1 0 0,0 1 0 0 0,0 0-1 0 0,1 0 1 0 0,-1 0-1 0 0,0 0 1 0 0,0 0 0 0 0,0 1-1 0 0,0-1 1 0 0,1 0 0 0 0,-1 0-1 0 0,0 1 1 0 0,0-1-1 0 0,0 1 1 0 0,0-1 0 0 0,0 1-1 0 0,0-1 1 0 0,0 1 0 0 0,0 0-1 0 0,0-1 1 0 0,0 1-1 0 0,0 0 1 0 0,0 0 0 0 0,0 0-1 0 0,-1 0 1 0 0,2 1 0 0 0,24 36 234 0 0,-13-18-190 0 0,-9-16-92 0 0,0 0 0 0 0,0 0 0 0 0,0 0 1 0 0,1 0-1 0 0,0 0 0 0 0,0-1 0 0 0,0 0 0 0 0,0 0 1 0 0,0 0-1 0 0,1-1 0 0 0,-1 0 0 0 0,1 0 0 0 0,-1 0 1 0 0,1 0-1 0 0,0-1 0 0 0,0 0 0 0 0,8 0 0 0 0,-9-1-414 0 0,0 0 0 0 0,1 0 0 0 0,-1-1 0 0 0,0 0 0 0 0,0 0 0 0 0,0 0 0 0 0,1-1 0 0 0,-1 1 0 0 0,-1-1 0 0 0,1 0 0 0 0,0-1 0 0 0,7-4 0 0 0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0:30.6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64 4145 0 0,'0'-11'440'0'0,"18"-41"10915"0"0,-17 52-11118 0 0,8 13 3038 0 0,3 19-1964 0 0,-12-31-1108 0 0,8 25-67 0 0,38 119 1264 0 0,-37-124-1214 0 0,0 1-1 0 0,2-2 0 0 0,0 1 1 0 0,23 28-1 0 0,4 4-2604 0 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0:30.7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8 196 11522 0 0,'0'0'123'0'0,"-1"0"-1"0"0,1 0 1 0 0,-1 0-1 0 0,1 0 1 0 0,0 0-1 0 0,-1 0 1 0 0,1 0-1 0 0,-3-3 1348 0 0,2 3-1348 0 0,1-1 1 0 0,0 1-1 0 0,0 0 0 0 0,0 0 1 0 0,0-1-1 0 0,0 1 1 0 0,-1 0-1 0 0,1-1 1 0 0,0 1-1 0 0,0-1 1 0 0,0 1-1 0 0,0 0 1 0 0,0-1-1 0 0,0 1 1 0 0,0 0-1 0 0,0-1 0 0 0,0 1 1 0 0,0 0-1 0 0,0-1 1 0 0,11-17 2502 0 0,27-18-625 0 0,-32 32-1576 0 0,20-19 51 0 0,48-31 0 0 0,-18 24-2459 0 0,-45 26 306 0 0,0 0-1 0 0,0 1 0 0 0,15-3 1 0 0,-6 3-1106 0 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0:30.9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27 11979 0 0,'-7'-1'6825'0'0,"3"-1"-6361"0"0,0 0-200 0 0,0-3-40 0 0,1 0 0 0 0,3 1-160 0 0,0 0-64 0 0,2 1 0 0 0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0:31.8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3343 1 11979 0 0,'0'0'922'0'0,"10"21"1256"0"0,56 167 4231 0 0,15 101-5176 0 0,20 100-1078 0 0,35-9-42 0 0,63 164-125 0 0,-157-413-56 0 0,27 113-68 0 0,-67-239 149 0 0,-1 0 1 0 0,0 0-1 0 0,-1 0 1 0 0,1 1-1 0 0,-1-1 0 0 0,0 0 1 0 0,0 1-1 0 0,-1-1 1 0 0,0 0-1 0 0,-2 9 1 0 0,2-12-5 0 0,0 1 0 0 0,-1-1 0 0 0,1 1 0 0 0,-1-1 0 0 0,0 1 0 0 0,0-1 0 0 0,0 0 0 0 0,0 0 0 0 0,0 0 0 0 0,0 0 0 0 0,-1-1 0 0 0,1 1 0 0 0,0 0 0 0 0,-1-1 0 0 0,0 0 0 0 0,1 1 0 0 0,-1-1 0 0 0,0 0 0 0 0,1-1 0 0 0,-6 2 0 0 0,-39 8 336 0 0,-86 7-1 0 0,-15 2-114 0 0,-179 70-251 0 0,231-60-79 0 0,-394 158-634 0 0,446-168 661 0 0,-181 86-187 0 0,-29 12 176 0 0,-44 8 4 0 0,-122 48-16 0 0,254-106 96 0 0,-133 48 0 0 0,59-27 129 0 0,-18 7 58 0 0,144-57 30 0 0,30-9-155 0 0,-117 25 0 0 0,65-39-4720 0 0,119-13 2554 0 0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0:32.2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200 366 4145 0 0,'-12'-14'557'0'0,"1"-2"-1"0"0,-18-30 1 0 0,-27-79 8386 0 0,20 40-4560 0 0,7 30-4635 0 0,10 31 2205 0 0,19 24-1925 0 0,0 0 0 0 0,0 0 0 0 0,0 0 0 0 0,0-1 0 0 0,-1 1 0 0 0,1 0 0 0 0,0 0 0 0 0,0 0 0 0 0,0 0 0 0 0,0 0 0 0 0,-1 0 0 0 0,1 0 0 0 0,0 0 0 0 0,0 0 0 0 0,0 0 0 0 0,-1 0 0 0 0,1 0 0 0 0,0 0-1 0 0,0 1 1 0 0,0-1 0 0 0,0 0 0 0 0,0 0 0 0 0,-1 0 0 0 0,1 0 0 0 0,0 0 0 0 0,0 0 0 0 0,0 0 0 0 0,0 0 0 0 0,0 0 0 0 0,-1 1 0 0 0,1-1 0 0 0,0 0 0 0 0,0 0 0 0 0,0 0 0 0 0,0 0 0 0 0,0 0 0 0 0,0 0-1 0 0,0 1 1 0 0,0-1 0 0 0,0 0 0 0 0,0 0 0 0 0,-1 1 0 0 0,0 17 362 0 0,4 18-421 0 0,1 0 0 0 0,3 0 0 0 0,15 54-1 0 0,45 101-168 0 0,-12-61 217 0 0,70 124 0 0 0,88 114 61 0 0,-197-341-72 0 0,331 646 901 0 0,-174-318-753 0 0,-13 11-103 0 0,-97-210-49 0 0,-35-100-5 0 0,-18-37-231 0 0,-1 0 0 0 0,11 36 0 0 0,-19-47-197 0 0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0:32.7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75 985 1376 0 0,'-7'-7'142'0'0,"0"0"-1"0"0,0 0 0 0 0,1-1 0 0 0,0 0 1 0 0,0 0-1 0 0,1-1 0 0 0,0 1 0 0 0,1-1 1 0 0,0 0-1 0 0,0 0 0 0 0,1-1 0 0 0,0 1 1 0 0,1-1-1 0 0,-2-11 0 0 0,3 16-60 0 0,1-1 0 0 0,0 0 0 0 0,0 1 0 0 0,0-1 0 0 0,1 0 0 0 0,0 1 0 0 0,0-1 1 0 0,0 1-1 0 0,1-1 0 0 0,0 1 0 0 0,0-1 0 0 0,0 1 0 0 0,0 0 0 0 0,1 0 0 0 0,0 0 0 0 0,0 1 0 0 0,1-1 0 0 0,-1 1 0 0 0,1-1 0 0 0,0 1 0 0 0,0 0 0 0 0,0 1 0 0 0,1-1 0 0 0,-1 1 0 0 0,10-6 1 0 0,0 2 265 0 0,1 0 0 0 0,0 1 0 0 0,0 1 0 0 0,29-7 0 0 0,69-7 1189 0 0,-39 9-520 0 0,340-70 2173 0 0,75-15-873 0 0,-113 19-773 0 0,126-2-169 0 0,81-15-386 0 0,-468 70-835 0 0,351-71 822 0 0,-39 15 16 0 0,-361 67-841 0 0,-13 4 47 0 0,107-2 1 0 0,-128 11-482 0 0,-1 0 1 0 0,0 3-1 0 0,0 0 0 0 0,55 16 1 0 0,-73-15-1611 0 0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0:33.8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92 0 10138 0 0,'-24'51'4777'0'0,"10"-15"-3918"0"0,2 1 0 0 0,1 0 0 0 0,2 0 0 0 0,2 1 0 0 0,-3 43 0 0 0,6-12 73 0 0,9 137 0 0 0,-3-182-932 0 0,2 0 0 0 0,1 0 0 0 0,0 0 0 0 0,2-1 0 0 0,1 0 0 0 0,14 32 0 0 0,-5-23 0 0 0,1-2 0 0 0,1 0 0 0 0,40 49 0 0 0,-30-46-26 0 0,2-1-1 0 0,0-1 1 0 0,2-2 0 0 0,2-1 0 0 0,0-2 0 0 0,1-1 0 0 0,2-2-1 0 0,1-2 1 0 0,0-1 0 0 0,1-2 0 0 0,1-2 0 0 0,67 17 0 0 0,-50-19 224 0 0,1-1 0 0 0,1-4-1 0 0,0-2 1 0 0,0-3 0 0 0,1-2 0 0 0,65-7 0 0 0,-86 1-153 0 0,-1 2 0 0 0,0 1 0 0 0,51 6 0 0 0,-89-5-125 0 0,0 0-1 0 0,0 0 1 0 0,0 0-1 0 0,0 0 1 0 0,0 0-1 0 0,0 0 1 0 0,0 0-1 0 0,-1 0 1 0 0,1-1-1 0 0,0 1 0 0 0,0 0 1 0 0,0-1-1 0 0,0 1 1 0 0,0 0-1 0 0,-1-1 1 0 0,1 1-1 0 0,0-1 1 0 0,0 0-1 0 0,-1 1 1 0 0,1-1-1 0 0,0 1 1 0 0,-1-1-1 0 0,1 0 1 0 0,-1 0-1 0 0,1 1 0 0 0,-1-1 1 0 0,1 0-1 0 0,0-1 1 0 0,8-28-3342 0 0,-8 24 2629 0 0,1-7-1044 0 0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0:34.9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206 17 4609 0 0,'-17'-4'1535'0'0,"0"0"-1"0"0,1 1 1 0 0,-1 0 0 0 0,0 2-1 0 0,-1 0 1 0 0,-24 2 0 0 0,15-1 1006 0 0,3 5 575 0 0,23-5-3045 0 0,1 0 1 0 0,-1 0 0 0 0,1 0 0 0 0,-1 0 0 0 0,1 1 0 0 0,-1-1 0 0 0,1 0 0 0 0,-1 0 0 0 0,1 1 0 0 0,0-1 0 0 0,-1 0 0 0 0,1 0-1 0 0,0 1 1 0 0,-1-1 0 0 0,1 0 0 0 0,-1 1 0 0 0,1-1 0 0 0,0 1 0 0 0,0-1 0 0 0,-1 0 0 0 0,1 1 0 0 0,0-1 0 0 0,0 1 0 0 0,0-1-1 0 0,-1 1 1 0 0,1-1 0 0 0,0 1 0 0 0,0-1 0 0 0,0 1 0 0 0,0-1 0 0 0,0 1 0 0 0,0-1 0 0 0,0 0 0 0 0,0 1 0 0 0,0-1 0 0 0,0 1-1 0 0,0-1 1 0 0,0 1 0 0 0,0-1 0 0 0,1 2 201 0 0,2 1-426 0 0,22 19 229 0 0,2-1-1 0 0,-1-2 1 0 0,2-1-1 0 0,53 26 0 0 0,-41-22-68 0 0,-20-11 44 0 0,-2-3-15 0 0,-1 1 0 0 0,0 1 1 0 0,0 1-1 0 0,-1 0 0 0 0,-1 1 1 0 0,0 1-1 0 0,0 0 0 0 0,18 23 1 0 0,-33-35-30 0 0,1-1 0 0 0,-1 0 1 0 0,1 1-1 0 0,-1-1 0 0 0,1 1 0 0 0,-1 0 1 0 0,0-1-1 0 0,1 1 0 0 0,-1-1 1 0 0,0 1-1 0 0,1 0 0 0 0,-1-1 1 0 0,0 1-1 0 0,0 0 0 0 0,0-1 1 0 0,0 1-1 0 0,1 0 0 0 0,-1-1 1 0 0,0 1-1 0 0,0 0 0 0 0,0-1 0 0 0,0 1 1 0 0,0 0-1 0 0,-1-1 0 0 0,1 1 1 0 0,0 0-1 0 0,0-1 0 0 0,0 1 1 0 0,-1 0-1 0 0,1-1 0 0 0,0 1 1 0 0,0-1-1 0 0,-1 1 0 0 0,1 0 0 0 0,-1-1 1 0 0,1 1-1 0 0,0-1 0 0 0,-1 1 1 0 0,0 0-1 0 0,-28 9-44 0 0,9-5 52 0 0,-34 20-15 0 0,14-8 0 0 0,0 2 0 0 0,1 2 0 0 0,-68 47 0 0 0,103-65-77 0 0,1 0 0 0 0,-1 0 0 0 0,1 0 0 0 0,0 1 0 0 0,0-1 0 0 0,0 1 0 0 0,0-1-1 0 0,0 1 1 0 0,1 0 0 0 0,-4 8 0 0 0,6-12 36 0 0,1 0-1 0 0,-1 0 1 0 0,1 0 0 0 0,-1 0-1 0 0,1 0 1 0 0,-1 1 0 0 0,1-1-1 0 0,-1 0 1 0 0,1 0 0 0 0,-1 0-1 0 0,1 0 1 0 0,-1 0 0 0 0,1-1-1 0 0,-1 1 1 0 0,1 0 0 0 0,-1 0-1 0 0,1 0 1 0 0,-1 0 0 0 0,1-1-1 0 0,-1 1 1 0 0,0 0 0 0 0,1 0-1 0 0,-1-1 1 0 0,1 1 0 0 0,-1 0-1 0 0,1 0 1 0 0,-1-1 0 0 0,0 1-1 0 0,1-1 1 0 0,-1 1 0 0 0,0 0-1 0 0,0-1 1 0 0,1 1 0 0 0,-1-1-1 0 0,0 0 1 0 0,15-18-728 0 0,0-1 0 0 0,-2 0 1 0 0,-1 0-1 0 0,0-2 0 0 0,-2 1 1 0 0,0-2-1 0 0,-1 1 0 0 0,8-36 1 0 0,-13 39 756 0 0,-1 0-1 0 0,-1 0 1 0 0,0-35 0 0 0,-2 25 580 0 0,-3-45 980 0 0,3 68-1102 0 0,-1 1-1 0 0,0-1 0 0 0,0 0 0 0 0,-1 1 0 0 0,1-1 0 0 0,-1 1 1 0 0,-1-1-1 0 0,1 1 0 0 0,-6-8 0 0 0,8 12-410 0 0,0 1 0 0 0,0 0 0 0 0,0-1 0 0 0,0 1 0 0 0,-1 0 0 0 0,1 0 0 0 0,0-1 0 0 0,0 1 0 0 0,0 0 0 0 0,-1 0 0 0 0,1-1 0 0 0,0 1 0 0 0,-1 0 0 0 0,1 0 0 0 0,0 0 0 0 0,0-1 0 0 0,-1 1 0 0 0,1 0 0 0 0,0 0 0 0 0,-1 0 0 0 0,1 0 0 0 0,0 0 0 0 0,-1 0 0 0 0,1 0 0 0 0,0 0 0 0 0,-1-1 0 0 0,1 1 0 0 0,0 0 0 0 0,-1 0 0 0 0,1 1 0 0 0,0-1 0 0 0,0 0 0 0 0,-1 0 0 0 0,1 0 0 0 0,0 0 0 0 0,-1 0 0 0 0,1 0 0 0 0,0 0 0 0 0,-1 0 0 0 0,1 1-1 0 0,-1-1 2 0 0,-8 17 385 0 0,2 19-457 0 0,4-2 37 0 0,1 1-1 0 0,2-1 1 0 0,2 0 0 0 0,1 0-1 0 0,1 0 1 0 0,2 0 0 0 0,20 64-1 0 0,-25-96 40 0 0,9 24-356 0 0,-13-43-274 0 0,-3-4 561 0 0,1 0 1 0 0,1-1 0 0 0,-1-29-1 0 0,4 39 34 0 0,1 1 0 0 0,1 0 0 0 0,0 0 0 0 0,0 0 0 0 0,1 0 0 0 0,1 0 0 0 0,-1 0-1 0 0,7-14 1 0 0,-9 24 11 0 0,0 1 0 0 0,0 0-1 0 0,0 0 1 0 0,1 0 0 0 0,-1-1-1 0 0,0 1 1 0 0,0 0 0 0 0,0 0-1 0 0,0 0 1 0 0,0-1 0 0 0,0 1-1 0 0,0 0 1 0 0,1 0 0 0 0,-1 0-1 0 0,0-1 1 0 0,0 1 0 0 0,0 0-1 0 0,1 0 1 0 0,-1 0 0 0 0,0 0-1 0 0,0 0 1 0 0,0 0 0 0 0,1 0-1 0 0,-1-1 1 0 0,0 1 0 0 0,0 0-1 0 0,0 0 1 0 0,1 0 0 0 0,-1 0 0 0 0,0 0-1 0 0,0 0 1 0 0,1 0 0 0 0,-1 0-1 0 0,0 0 1 0 0,0 0 0 0 0,0 0-1 0 0,1 0 1 0 0,-1 0 0 0 0,9 9 245 0 0,10 26-229 0 0,-10-18 58 0 0,-3-8-77 0 0,-4-5-24 0 0,0 1 0 0 0,1-1 0 0 0,0 0 0 0 0,0 0 0 0 0,0-1 0 0 0,1 1 1 0 0,6 6-1 0 0,-8-10 15 0 0,0 1 1 0 0,0 0-1 0 0,0 0 1 0 0,0-1-1 0 0,-1 1 0 0 0,1-1 1 0 0,0 0-1 0 0,0 1 1 0 0,0-1-1 0 0,0 0 1 0 0,0 0-1 0 0,0 0 1 0 0,0-1-1 0 0,0 1 1 0 0,0 0-1 0 0,0-1 1 0 0,0 1-1 0 0,0-1 1 0 0,0 0-1 0 0,0 1 1 0 0,-1-1-1 0 0,1 0 1 0 0,0 0-1 0 0,1-2 1 0 0,-1 3 4 0 0,-1-1 1 0 0,0 1-1 0 0,0 0 1 0 0,0-1 0 0 0,0 0-1 0 0,0 1 1 0 0,1-1 0 0 0,-1 0-1 0 0,0 1 1 0 0,0-1-1 0 0,-1 0 1 0 0,1 0 0 0 0,0 0-1 0 0,0 0 1 0 0,0 0 0 0 0,0 0-1 0 0,-1 0 1 0 0,1 0 0 0 0,-1 0-1 0 0,1-1 1 0 0,-1 1-1 0 0,1 0 1 0 0,-1 0 0 0 0,1 0-1 0 0,-1-1 1 0 0,0 1 0 0 0,0 0-1 0 0,0 0 1 0 0,0-1-1 0 0,0 1 1 0 0,0 0 0 0 0,0-1-1 0 0,0 1 1 0 0,0 0 0 0 0,-1 0-1 0 0,1 0 1 0 0,0-1 0 0 0,-1 1-1 0 0,1 0 1 0 0,-1 0-1 0 0,1 0 1 0 0,-2-2 0 0 0,0 1 36 0 0,1 0 0 0 0,-1 1 0 0 0,0-1 0 0 0,0 1 0 0 0,0-1 0 0 0,0 1 0 0 0,0 0 0 0 0,0-1 0 0 0,-1 1 0 0 0,1 0 0 0 0,0 0 0 0 0,-1 1 0 0 0,1-1 0 0 0,0 0 0 0 0,-1 1 0 0 0,1 0 0 0 0,-1-1 0 0 0,1 1 0 0 0,0 0 0 0 0,-1 0 0 0 0,-4 1 0 0 0,0 0-187 0 0,1 0-1 0 0,-1 1 0 0 0,0 0 1 0 0,0 0-1 0 0,1 1 0 0 0,0 0 1 0 0,-1 0-1 0 0,1 0 0 0 0,0 1 1 0 0,0 0-1 0 0,-5 5 0 0 0,8-4-518 0 0,6 0-4 0 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1:50.8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2304 0 0,'7'7'12792'0'0,"-7"11"-12837"0"0,17 150 5185 0 0,-4-52-4272 0 0,78 481 1134 0 0,-76-518-1881 0 0,-3 1 1 0 0,-3 0-1 0 0,-5 159 0 0 0,-4-235-298 0 0,0 0 0 0 0,0 1 0 0 0,0-1 0 0 0,1 0 0 0 0,0 0 0 0 0,1 6 0 0 0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1:51.4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120 73 5529 0 0,'-74'-41'2237'0'0,"28"9"2648"0"0,61 38 562 0 0,29 11-4006 0 0,135 85 1023 0 0,-121-65-2223 0 0,84 38 0 0 0,105 20-158 0 0,49 22-22 0 0,-294-116-53 0 0,1 0 0 0 0,-1 1-1 0 0,1-1 1 0 0,-1 0 0 0 0,0 1 0 0 0,1 0 0 0 0,-1-1 0 0 0,0 1 0 0 0,0 0-1 0 0,0 0 1 0 0,0 0 0 0 0,-1 1 0 0 0,1-1 0 0 0,0 0 0 0 0,-1 1 0 0 0,0-1-1 0 0,1 1 1 0 0,-1-1 0 0 0,0 1 0 0 0,0 3 0 0 0,0-4 8 0 0,-1 1 0 0 0,0-1 0 0 0,-1 1 0 0 0,1 0 1 0 0,0-1-1 0 0,-1 1 0 0 0,1-1 0 0 0,-1 1 0 0 0,0-1 0 0 0,0 1 0 0 0,0-1 1 0 0,0 1-1 0 0,0-1 0 0 0,-1 0 0 0 0,1 0 0 0 0,-1 0 0 0 0,1 0 0 0 0,-1 0 1 0 0,0 0-1 0 0,0 0 0 0 0,-3 3 0 0 0,-31 24 100 0 0,-63 38 1 0 0,-9 6-118 0 0,11 1 29 0 0,-138 116-56 0 0,211-168-1 0 0,-42 40 140 0 0,59-55-121 0 0,1 1 1 0 0,0-1-1 0 0,0 1 0 0 0,1 0 1 0 0,0 1-1 0 0,-7 16 1 0 0,11-25-45 0 0,1 1-1 0 0,0 0 1 0 0,-1 0 0 0 0,1 0 0 0 0,0 0 0 0 0,0 0 0 0 0,-1-1 0 0 0,1 1-1 0 0,0 0 1 0 0,0 0 0 0 0,0 0 0 0 0,0 0 0 0 0,0 0 0 0 0,0 0 0 0 0,1 0-1 0 0,-1 0 1 0 0,0-1 0 0 0,0 1 0 0 0,1 0 0 0 0,-1 0 0 0 0,0 0 0 0 0,1 0-1 0 0,-1 0 1 0 0,1-1 0 0 0,-1 1 0 0 0,1 0 0 0 0,0 1 0 0 0,0-2-133 0 0,0 1 0 0 0,1-1 0 0 0,-1 1 1 0 0,0-1-1 0 0,0 0 0 0 0,0 1 0 0 0,0-1 0 0 0,0 0 1 0 0,0 0-1 0 0,1 0 0 0 0,-1 1 0 0 0,0-1 1 0 0,0-1-1 0 0,0 1 0 0 0,0 0 0 0 0,1 0 0 0 0,-1 0 1 0 0,0-1-1 0 0,0 1 0 0 0,0 0 0 0 0,2-2 0 0 0,8-3-1203 0 0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1:51.8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89 6913 0 0,'1'-4'147'0'0,"12"-48"3302"0"0,-1 20 6778 0 0,-15 41-9855 0 0,-1 0-1 0 0,1 0 0 0 0,0 1 0 0 0,1 0 0 0 0,0-1 0 0 0,-1 15 0 0 0,1 64-562 0 0,2-35 354 0 0,-5 71-23 0 0,-3 28-40 0 0,15 181 0 0 0,-3-299 3 0 0,2-2-1 0 0,0 1 0 0 0,14 36 0 0 0,41 90-216 0 0,-36-100-155 0 0,-6-7-196 0 0,-3 2 0 0 0,-2 0 0 0 0,9 65 1 0 0,-21-107-1223 0 0,0-8 389 0 0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1:52.2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88 920 0 0,'-2'-6'6121'0'0,"17"-2"-2279"0"0,-8 5-5004 0 0,19-7 2166 0 0,2 1-1 0 0,-1 2 1 0 0,1 0 0 0 0,34-2 0 0 0,114-3 702 0 0,-92 9-804 0 0,-55 1-665 0 0,443-10 2878 0 0,135 43-1220 0 0,-52-29-1437 0 0,-369-17-526 0 0,-25 2-2938 0 0,-129 12-4242 0 0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1:52.9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1958 17 3681 0 0,'42'-16'2058'0'0,"-83"21"4225"0"0,9-2-4659 0 0,-71 13 1845 0 0,-129 16-1277 0 0,-287 0 768 0 0,-164 23-3538 0 0,419-27-1984 0 0,153-16-3131 0 0,96-10 4214 0 0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1:53.5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0 3681 0 0,'0'2'16195'0'0,"-1"10"-14338"0"0,0-9-1874 0 0,1 0 0 0 0,-1 0 0 0 0,1 0 0 0 0,0 0 1 0 0,0 0-1 0 0,0 0 0 0 0,0 0 0 0 0,1 0 0 0 0,-1 0 1 0 0,1 0-1 0 0,0 2 0 0 0,0-3 6 0 0,-1-1-1 0 0,1 0 1 0 0,0 0-1 0 0,-1 0 1 0 0,1 0-1 0 0,0 0 1 0 0,0 0 0 0 0,0 0-1 0 0,0 0 1 0 0,-1 0-1 0 0,1-1 1 0 0,0 1-1 0 0,1 0 1 0 0,-1 0 0 0 0,0-1-1 0 0,0 1 1 0 0,0-1-1 0 0,0 1 1 0 0,0-1 0 0 0,1 1-1 0 0,-1-1 1 0 0,0 0-1 0 0,0 0 1 0 0,1 0-1 0 0,-1 1 1 0 0,0-1 0 0 0,2-1-1 0 0,-10 0 1803 0 0,6 1-1773 0 0,0 0 0 0 0,0-1 1 0 0,0 1-1 0 0,0 0 1 0 0,1 0-1 0 0,-1-1 1 0 0,0 1-1 0 0,0 0 0 0 0,0 0 1 0 0,0 0-1 0 0,0 0 1 0 0,0 0-1 0 0,0 0 1 0 0,1 0-1 0 0,-1 0 0 0 0,0 1 1 0 0,0-1-1 0 0,0 0 1 0 0,0 0-1 0 0,0 1 1 0 0,1-1-1 0 0,-1 0 0 0 0,0 1 1 0 0,0-1-1 0 0,1 1 1 0 0,-1-1-1 0 0,0 1 1 0 0,1 0-1 0 0,-1-1 0 0 0,0 1 1 0 0,1 0-1 0 0,-1-1 1 0 0,1 1-1 0 0,-1 0 1 0 0,1 0-1 0 0,-1-1 0 0 0,1 1 1 0 0,0 0-1 0 0,-1 0 1 0 0,1 0-1 0 0,0-1 0 0 0,0 1 1 0 0,0 0-1 0 0,-1 0 1 0 0,1 0-1 0 0,0 0 1 0 0,0 0-1 0 0,0 0 0 0 0,0 0 1 0 0,1-1-1 0 0,-1 3 1 0 0,2 52 22 0 0,11 56 0 0 0,-1 1-6 0 0,68 760-59 0 0,-74-780 172 0 0,-4 0 0 0 0,-15 136 0 0 0,12-222-331 0 0,-1 58-52 0 0,3-60-154 0 0,-1 0 0 0 0,1-1 0 0 0,0 1 0 0 0,0 0 0 0 0,0 0 0 0 0,0 0 0 0 0,0-1 0 0 0,3 5 0 0 0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1:54.1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 20 6449 0 0,'-1'0'-10'0'0,"0"0"1"0"0,1 0-1 0 0,-1 0 0 0 0,1-1 0 0 0,-1 1 0 0 0,1 0 0 0 0,-1 0 0 0 0,1-1 0 0 0,-1 1 0 0 0,1 0 0 0 0,-1-1 0 0 0,1 1 0 0 0,-1 0 0 0 0,1-1 0 0 0,-1 1 0 0 0,1-1 0 0 0,-1 1 0 0 0,1-1 1 0 0,0 1-1 0 0,-1-1 0 0 0,1 1 0 0 0,0-1 0 0 0,0 1 0 0 0,-1-1 0 0 0,1 1 0 0 0,0-1 0 0 0,0 0 0 0 0,0 1 0 0 0,0-1 0 0 0,0 1 0 0 0,-1-1 0 0 0,1 1 0 0 0,0-1 0 0 0,1 0 1 0 0,-1 0-1 0 0,-2-3-413 0 0,-5 17 219 0 0,-4 13 204 0 0,10-25-11 0 0,-1-2-42 0 0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1:54.4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1 7370 0 0,'-13'5'7743'0'0,"10"-1"-7595"0"0,1 1 0 0 0,-1-1 0 0 0,1 0 0 0 0,-1 1 1 0 0,1-1-1 0 0,1 1 0 0 0,-1 0 0 0 0,1-1 1 0 0,0 1-1 0 0,0 0 0 0 0,0 0 0 0 0,0 8 0 0 0,1 71 1157 0 0,2-51-962 0 0,10 431 2424 0 0,-14-417-2687 0 0,-11 62 0 0 0,5-50-2255 0 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1:54.9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96 259 7282 0 0,'-36'30'840'0'0,"29"-25"-465"0"0,0 1 1 0 0,0 0-1 0 0,0 0 1 0 0,1 0-1 0 0,0 1 1 0 0,-10 14-1 0 0,16-21-335 0 0,-1 0-1 0 0,1 1 1 0 0,0-1-1 0 0,-1 1 0 0 0,1-1 1 0 0,0 1-1 0 0,-1-1 1 0 0,1 1-1 0 0,0-1 0 0 0,0 1 1 0 0,0-1-1 0 0,0 1 1 0 0,-1-1-1 0 0,1 1 1 0 0,0 0-1 0 0,0-1 0 0 0,0 1 1 0 0,0-1-1 0 0,0 1 1 0 0,0-1-1 0 0,0 1 1 0 0,1 0-1 0 0,-1-1 0 0 0,0 1 1 0 0,0-1-1 0 0,0 1 1 0 0,0-1-1 0 0,1 1 0 0 0,-1-1 1 0 0,0 1-1 0 0,1-1 1 0 0,-1 1-1 0 0,0-1 1 0 0,1 0-1 0 0,-1 1 0 0 0,2 0 41 0 0,0 0-1 0 0,-1 0 0 0 0,1-1 0 0 0,0 1 0 0 0,0-1 0 0 0,-1 1 0 0 0,1-1 1 0 0,0 0-1 0 0,0 0 0 0 0,-1 0 0 0 0,3 0 0 0 0,46-6 1013 0 0,145-44 1652 0 0,60-11-858 0 0,-181 48-1456 0 0,335-51 1736 0 0,-169 33-1398 0 0,70-6-363 0 0,47-12-224 0 0,46-4 17 0 0,-388 51-203 0 0,-5 1-28 0 0,0 0 0 0 0,1 1 0 0 0,-1-1 0 0 0,0 2 1 0 0,1 0-1 0 0,-1 0 0 0 0,13 4 0 0 0,-18-2-478 0 0,-1 0-142 0 0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1:55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0 103 6913 0 0,'7'1'297'0'0,"-1"-1"0"0"0,1 0 0 0 0,-1 0 0 0 0,1-1 0 0 0,0 0 0 0 0,-1 0 0 0 0,1-1 0 0 0,5-2 0 0 0,10-1 168 0 0,123-27 4402 0 0,4-2-1876 0 0,0 12-3632 0 0,-110 20-1353 0 0,-23 3 963 0 0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1:55.7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10594 0 0,'3'0'272'0'0,"-1"0"0"0"0,0 1 0 0 0,1 0 0 0 0,-1-1 0 0 0,0 1 0 0 0,0 0 0 0 0,1 0 0 0 0,-1 0 0 0 0,0 1 1 0 0,0-1-1 0 0,0 0 0 0 0,0 1 0 0 0,-1-1 0 0 0,1 1 0 0 0,0 0 0 0 0,-1 0 0 0 0,1 0 0 0 0,-1-1 0 0 0,1 1 0 0 0,-1 1 0 0 0,0-1 0 0 0,0 0 0 0 0,0 0 0 0 0,0 0 0 0 0,0 1 0 0 0,0-1 0 0 0,-1 0 0 0 0,1 1 0 0 0,0 2 0 0 0,2 13 182 0 0,0 0 0 0 0,1 34 1 0 0,-3-33-171 0 0,23 240 495 0 0,72 332 1 0 0,-67-468-548 0 0,-6 2 1 0 0,7 139-1 0 0,-22-31-326 0 0,-4-139-6756 0 0,-4-76 90 0 0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1:56.2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14 245 3225 0 0,'-14'-10'9807'0'0,"270"-25"-4725"0"0,-232 32-4899 0 0,328-4 1090 0 0,-124 7-951 0 0,447-45 318 0 0,-236 5 394 0 0,318-25 3 0 0,2 28-987 0 0,-69 35 118 0 0,-3 50 0 0 0,-516-21 32 0 0,283 83 0 0 0,-400-94-350 0 0,192 50-830 0 0,-233-64 214 0 0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1:56.9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1 9218 0 0,'2'23'570'0'0,"-1"-1"0"0"0,-2 1-1 0 0,0-1 1 0 0,-5 27 0 0 0,-2 29 659 0 0,27 313 1852 0 0,-3-187-2206 0 0,1 102-523 0 0,24 397 250 0 0,33-2 332 0 0,47 343 482 0 0,-8-49-1164 0 0,-108-959-260 0 0,38 337 705 0 0,-39-304-475 0 0,-3 0-1 0 0,-3 0 1 0 0,-16 97-1 0 0,13-141-575 0 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1:57.7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1866 18 6449 0 0,'-2'-2'-96'0'0,"2"1"470"0"0,-1 0 0 0 0,1 0 1 0 0,-1-1-1 0 0,0 1 0 0 0,0 0 0 0 0,0 0 0 0 0,0 0 0 0 0,0 0 1 0 0,0 0-1 0 0,0 0 0 0 0,0 0 0 0 0,0 0 0 0 0,-3-1 1 0 0,3 2-121 0 0,-1 1 0 0 0,1-1 0 0 0,0 0 0 0 0,-1 1 0 0 0,1-1 0 0 0,-1 1 0 0 0,1-1 0 0 0,0 1 0 0 0,-1 0 0 0 0,1 0 0 0 0,0-1 0 0 0,0 1 0 0 0,0 0 1 0 0,-1 0-1 0 0,0 2 0 0 0,-13 10 339 0 0,1 1 0 0 0,0 0 0 0 0,2 1 0 0 0,-13 18 0 0 0,-42 72-437 0 0,47-71 43 0 0,-220 382-36 0 0,-63 158 229 0 0,136-244-206 0 0,-6-38 36 0 0,53-97 282 0 0,25-26 133 0 0,-181 278 809 0 0,94-218-1349 0 0,153-194-212 0 0,20-23-398 0 0,-1-1 1 0 0,0-1-1 0 0,-1 1 1 0 0,0-2-1 0 0,-12 10 0 0 0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1:58.3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36 127 6449 0 0,'-7'6'569'0'0,"4"-4"-274"0"0,0 0-1 0 0,1 1 1 0 0,-1-1 0 0 0,1 1-1 0 0,0-1 1 0 0,-1 1 0 0 0,1 0-1 0 0,0 0 1 0 0,1 0 0 0 0,-1 0 0 0 0,-2 5-1 0 0,5-7-250 0 0,-1-1 0 0 0,0 1-1 0 0,1-1 1 0 0,-1 0 0 0 0,1 1 0 0 0,-1-1-1 0 0,0 0 1 0 0,1 1 0 0 0,-1-1 0 0 0,1 0-1 0 0,-1 1 1 0 0,1-1 0 0 0,-1 0 0 0 0,1 0-1 0 0,-1 0 1 0 0,1 1 0 0 0,0-1 0 0 0,-1 0-1 0 0,1 0 1 0 0,-1 0 0 0 0,1 0 0 0 0,-1 0-1 0 0,1 0 1 0 0,0 0 0 0 0,-1 0 0 0 0,1 0-1 0 0,-1 0 1 0 0,1-1 0 0 0,-1 1 0 0 0,2 0-1 0 0,22-5 367 0 0,-20 4-245 0 0,84-21 2399 0 0,0-5 0 0 0,140-64 0 0 0,-177 69-2489 0 0,-28 16 51 0 0,-22 6-124 0 0,-1 0 1 0 0,0-1 0 0 0,1 1-1 0 0,-1 0 1 0 0,1 0-1 0 0,-1 0 1 0 0,0 1 0 0 0,1-1-1 0 0,-1 0 1 0 0,0 0-1 0 0,1 0 1 0 0,-1 0 0 0 0,0 0-1 0 0,1 0 1 0 0,-1 0-1 0 0,0 1 1 0 0,1-1 0 0 0,-1 0-1 0 0,0 0 1 0 0,1 0-1 0 0,-1 1 1 0 0,0-1 0 0 0,0 0-1 0 0,1 0 1 0 0,-1 1-1 0 0,0-1 1 0 0,0 0 0 0 0,1 1-1 0 0,-1 2 19 0 0,0 1 0 0 0,0-1-1 0 0,0 0 1 0 0,-1 0 0 0 0,1 0-1 0 0,-1 0 1 0 0,1 0 0 0 0,-1 0-1 0 0,-2 5 1 0 0,1-3 21 0 0,-8 30 251 0 0,-34 136 725 0 0,37-139-886 0 0,2-1 0 0 0,2 1 0 0 0,0 47 0 0 0,7-45-450 0 0,1-13-5473 0 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1:59.4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11 352 11979 0 0,'-1'0'68'0'0,"0"0"1"0"0,1 0 0 0 0,-1 0 0 0 0,1 0-1 0 0,0-1 1 0 0,-1 1 0 0 0,1 0 0 0 0,-1 0 0 0 0,1-1-1 0 0,-1 1 1 0 0,1 0 0 0 0,-1 0 0 0 0,1-1-1 0 0,0 1 1 0 0,-1-1 0 0 0,1 1 0 0 0,0 0 0 0 0,-1-1-1 0 0,1 1 1 0 0,0-1 0 0 0,0 1 0 0 0,-1-1-1 0 0,1 1 1 0 0,0-1 0 0 0,0 1 0 0 0,0-1-1 0 0,0 1 1 0 0,-1-1 0 0 0,13-7 1831 0 0,24 5 487 0 0,-28 4-2174 0 0,-1 2 0 0 0,0-1 0 0 0,1 1 0 0 0,-1 0 0 0 0,0 0 0 0 0,-1 1 0 0 0,1 0 0 0 0,0 0 0 0 0,-1 1 0 0 0,10 9 0 0 0,8 9 65 0 0,25 31-1 0 0,-26-28-66 0 0,32 37 50 0 0,42 45-10 0 0,-81-93-196 0 0,-1-1 0 0 0,2 0 0 0 0,0-1 0 0 0,30 17 1 0 0,-42-28-27 0 0,0 1 1 0 0,-1-1 0 0 0,1 0-1 0 0,0 0 1 0 0,0-1-1 0 0,0 0 1 0 0,0 0 0 0 0,1 0-1 0 0,-1 0 1 0 0,0-1 0 0 0,10 0-1 0 0,-13 0 2 0 0,1-1 1 0 0,-1 0-1 0 0,1 1 0 0 0,-1-1 0 0 0,1 0 1 0 0,-1 0-1 0 0,1 0 0 0 0,-1-1 0 0 0,0 1 1 0 0,0 0-1 0 0,0-1 0 0 0,1 0 0 0 0,-1 1 0 0 0,-1-1 1 0 0,1 0-1 0 0,0 0 0 0 0,0 0 0 0 0,-1 0 1 0 0,1 0-1 0 0,-1-1 0 0 0,0 1 0 0 0,1 0 1 0 0,-1-1-1 0 0,1-4 0 0 0,3-8 75 0 0,-2-1 0 0 0,1 0 0 0 0,-2 1-1 0 0,0-1 1 0 0,-1 0 0 0 0,-1 0 0 0 0,0 0 0 0 0,-3-17 0 0 0,-27-129 269 0 0,23 129-351 0 0,-5-20-59 0 0,1 11-350 0 0,2-2 0 0 0,1 1 0 0 0,3-1 0 0 0,0-64 0 0 0,7 87-455 0 0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1:59.9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135 88 1840 0 0,'1'-4'453'0'0,"-1"1"0"0"0,0-1-1 0 0,0 0 1 0 0,-1 1-1 0 0,1-1 1 0 0,-1 1 0 0 0,0-1-1 0 0,0 1 1 0 0,0-1-1 0 0,0 1 1 0 0,0 0-1 0 0,-1-1 1 0 0,1 1 0 0 0,-1 0-1 0 0,0 0 1 0 0,0 0-1 0 0,0 0 1 0 0,-1 1 0 0 0,1-1-1 0 0,-3-2 1 0 0,4 4-292 0 0,-1-1-1 0 0,1 1 1 0 0,0 0 0 0 0,0 0 0 0 0,-1-1 0 0 0,1 1-1 0 0,-1 0 1 0 0,1 0 0 0 0,-1 1 0 0 0,1-1 0 0 0,-1 0-1 0 0,0 0 1 0 0,1 1 0 0 0,-1-1 0 0 0,0 1 0 0 0,0 0-1 0 0,1-1 1 0 0,-1 1 0 0 0,0 0 0 0 0,0 0 0 0 0,1 0-1 0 0,-1 0 1 0 0,0 0 0 0 0,0 1 0 0 0,1-1 0 0 0,-1 0-1 0 0,0 1 1 0 0,0-1 0 0 0,1 1 0 0 0,-1 0 0 0 0,1-1-1 0 0,-1 1 1 0 0,0 0 0 0 0,1 0 0 0 0,0 0 0 0 0,-1 0 0 0 0,1 1-1 0 0,0-1 1 0 0,-1 0 0 0 0,1 0 0 0 0,-1 2 0 0 0,-4 6-18 0 0,1 0 0 0 0,0 0 0 0 0,1 0 0 0 0,0 0 0 0 0,0 1 0 0 0,1-1 0 0 0,1 1 0 0 0,-1 0 0 0 0,1 0 1 0 0,0 15-1 0 0,1-17-148 0 0,0 0 0 0 0,1 0 1 0 0,0 1-1 0 0,1-1 0 0 0,0 0 0 0 0,0 0 1 0 0,1 1-1 0 0,0-1 0 0 0,0 0 1 0 0,1 0-1 0 0,0-1 0 0 0,0 1 1 0 0,6 8-1 0 0,-7-13-24 0 0,1 1 0 0 0,0-1 0 0 0,-1 0 1 0 0,1 0-1 0 0,0 0 0 0 0,1 0 0 0 0,-1 0 0 0 0,0-1 0 0 0,1 1 1 0 0,0-1-1 0 0,-1 0 0 0 0,1 0 0 0 0,0-1 0 0 0,0 1 0 0 0,0-1 1 0 0,0 0-1 0 0,0 0 0 0 0,0 0 0 0 0,1 0 0 0 0,-1-1 0 0 0,0 0 1 0 0,0 1-1 0 0,1-2 0 0 0,-1 1 0 0 0,0 0 0 0 0,0-1 0 0 0,0 0 1 0 0,0 0-1 0 0,1 0 0 0 0,-1 0 0 0 0,-1-1 0 0 0,1 0 0 0 0,0 0 1 0 0,0 0-1 0 0,-1 0 0 0 0,1 0 0 0 0,-1-1 0 0 0,1 0 1 0 0,-1 1-1 0 0,0-1 0 0 0,0 0 0 0 0,0-1 0 0 0,-1 1 0 0 0,1 0 1 0 0,-1-1-1 0 0,4-6 0 0 0,1-9 79 0 0,-1 0 0 0 0,-1 0 0 0 0,0-1 1 0 0,-2 1-1 0 0,0-1 0 0 0,-1 0 0 0 0,-1 0 0 0 0,-2-33 0 0 0,0 25 691 0 0,6 27 795 0 0,6 9-855 0 0,15 15-408 0 0,-21-18-90 0 0,10 8-142 0 0,73 61 799 0 0,-76-65-1148 0 0,0-2 1 0 0,1 1-1 0 0,-1-1 1 0 0,1-1-1 0 0,27 9 1 0 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00.2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0 263 5065 0 0,'19'-4'1977'0'0,"0"2"-1"0"0,0 0 1 0 0,26 1-1 0 0,-37 1-1139 0 0,1 1-1 0 0,-1 0 1 0 0,1 0-1 0 0,-1 1 1 0 0,0 0-1 0 0,0 0 1 0 0,0 1-1 0 0,0 0 1 0 0,-1 0-1 0 0,9 6 1 0 0,-21-14-647 0 0,0 0 1 0 0,1 0-1 0 0,-1 0 1 0 0,1 0-1 0 0,0-1 1 0 0,0 0-1 0 0,1 1 1 0 0,0-2-1 0 0,0 1 1 0 0,0 0-1 0 0,-2-11 1 0 0,-3-7-264 0 0,-8-48 0 0 0,14 60-168 0 0,1 0 0 0 0,0-1 0 0 0,1 1 0 0 0,0-1-1 0 0,3-11 1 0 0,0 3-636 0 0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00.3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2761 0 0,'53'39'3804'0'0,"-36"-27"-1471"0"0,-1 0 0 0 0,22 21 0 0 0,-27-22-1250 0 0,-1 1 1 0 0,0 0-1 0 0,9 16 0 0 0,-15-22-1042 0 0,-1-1 0 0 0,0 1-1 0 0,0 0 1 0 0,-1 0 0 0 0,0 1 0 0 0,0-1-1 0 0,-1 0 1 0 0,1 1 0 0 0,-1-1 0 0 0,0 9-1 0 0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00.5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 4609 0 0,'-1'0'488'0'0,"0"4"1024"0"0,1-1-671 0 0,-2 2 7 0 0,2 4-992 0 0,-1 2-200 0 0,0 2-40 0 0,2 0 0 0 0,3-1 279 0 0,-1-4 105 0 0,1-2-72 0 0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01.2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229 368 2793 0 0,'-4'-1'42'0'0,"1"0"0"0"0,0 0 0 0 0,-1 1 1 0 0,1-1-1 0 0,0 1 0 0 0,-1-1 0 0 0,1 1 0 0 0,-1 0 1 0 0,1 1-1 0 0,-1-1 0 0 0,1 0 0 0 0,-1 1 1 0 0,1 0-1 0 0,-4 1 0 0 0,1 1 125 0 0,-1 0 0 0 0,1 1 0 0 0,0-1 0 0 0,0 2 0 0 0,-10 7 0 0 0,4-1 146 0 0,1 0 0 0 0,0 0-1 0 0,0 1 1 0 0,1 0 0 0 0,1 1 0 0 0,0 0 0 0 0,1 1 0 0 0,0 0 0 0 0,1 0 0 0 0,1 1 0 0 0,0 0 0 0 0,1 0 0 0 0,1 0 0 0 0,-5 31 0 0 0,8-43-248 0 0,1-1 0 0 0,0 1 0 0 0,0 0 1 0 0,0 0-1 0 0,0 0 0 0 0,1-1 0 0 0,-1 1 0 0 0,1 0 0 0 0,0 0 0 0 0,0-1 0 0 0,0 1 1 0 0,0 0-1 0 0,0-1 0 0 0,0 1 0 0 0,1-1 0 0 0,1 4 0 0 0,-1-5-9 0 0,0 1 0 0 0,-1-1 0 0 0,1 0 0 0 0,0 1 0 0 0,0-1 1 0 0,-1 0-1 0 0,1 0 0 0 0,0 0 0 0 0,0 0 0 0 0,0-1 0 0 0,0 1 0 0 0,1 0 0 0 0,-1-1 0 0 0,0 0 0 0 0,0 1 0 0 0,4-1 0 0 0,0 0 27 0 0,-1-1 1 0 0,1 1-1 0 0,-1-1 1 0 0,1-1 0 0 0,-1 1-1 0 0,0-1 1 0 0,1 0-1 0 0,-1 0 1 0 0,0 0-1 0 0,0-1 1 0 0,0 1-1 0 0,-1-1 1 0 0,1-1 0 0 0,-1 1-1 0 0,5-5 1 0 0,-5 3 50 0 0,0 0 0 0 0,-1 0 0 0 0,1-1 0 0 0,-1 1 0 0 0,-1-1 0 0 0,1 1 0 0 0,-1-1 0 0 0,0 0 0 0 0,0 0 0 0 0,0 0 0 0 0,-1 0 0 0 0,0-1 0 0 0,-1 1 0 0 0,1 0 0 0 0,-1 0 0 0 0,0-1 0 0 0,0 1 0 0 0,-1 0 0 0 0,0 0 0 0 0,0-1 0 0 0,-1 1 0 0 0,0 0 0 0 0,0 0 0 0 0,0 1 0 0 0,-5-11 0 0 0,9 21 129 0 0,3 5 136 0 0,0 1 0 0 0,1-1-1 0 0,0 0 1 0 0,1 0 0 0 0,12 14-1 0 0,-16-22-357 0 0,0 1 0 0 0,1 0 0 0 0,-1-1 0 0 0,0 1 0 0 0,1-1-1 0 0,0 0 1 0 0,0-1 0 0 0,-1 1 0 0 0,1 0 0 0 0,0-1 0 0 0,0 0 0 0 0,0 0-1 0 0,1 0 1 0 0,-1-1 0 0 0,0 1 0 0 0,0-1 0 0 0,0 0 0 0 0,1 0-1 0 0,-1 0 1 0 0,6-2 0 0 0,-6 2-20 0 0,-1-1-1 0 0,1 1 1 0 0,-1-1-1 0 0,0 0 1 0 0,1 0-1 0 0,-1-1 1 0 0,0 1 0 0 0,0-1-1 0 0,0 1 1 0 0,0-1-1 0 0,0 0 1 0 0,0 0-1 0 0,0-1 1 0 0,-1 1-1 0 0,1 0 1 0 0,-1-1 0 0 0,0 1-1 0 0,0-1 1 0 0,1 0-1 0 0,-2 0 1 0 0,1 0-1 0 0,0 0 1 0 0,-1 0-1 0 0,1 0 1 0 0,-1-1-1 0 0,0 1 1 0 0,0 0 0 0 0,0-1-1 0 0,0 1 1 0 0,-1-1-1 0 0,0 1 1 0 0,1 0-1 0 0,-1-1 1 0 0,-1-6-1 0 0,-1-11-20 0 0,-1-1 1 0 0,0 1-1 0 0,-2 0 0 0 0,-11-31 0 0 0,9 29 86 0 0,-20-75-71 0 0,12 37 488 0 0,-43-107-1 0 0,42 146 99 0 0,10 22-71 0 0,6 15-230 0 0,2-2-279 0 0,2 0 0 0 0,-1 0-1 0 0,2-1 1 0 0,0 1 0 0 0,0-1 0 0 0,1 0 0 0 0,1-1 0 0 0,0 1 0 0 0,1-1 0 0 0,-1-1-1 0 0,2 1 1 0 0,12 10 0 0 0,-7-6 14 0 0,1-2 0 0 0,0 0 1 0 0,1-1-1 0 0,1-1 0 0 0,0 0 0 0 0,0-1 0 0 0,30 11 0 0 0,-38-17-12 0 0,0-2 0 0 0,0 1 0 0 0,0-1 0 0 0,1 0 1 0 0,-1-1-1 0 0,0 0 0 0 0,1 0 0 0 0,9-2 0 0 0,-17 1-19 0 0,0 0 1 0 0,0 0-1 0 0,0-1 1 0 0,0 1-1 0 0,0-1 0 0 0,0 0 1 0 0,0 1-1 0 0,0-1 1 0 0,0 0-1 0 0,-1 0 0 0 0,1 0 1 0 0,0 0-1 0 0,0 0 0 0 0,-1-1 1 0 0,1 1-1 0 0,-1-1 1 0 0,3-1-1 0 0,-3 1 4 0 0,0 0 1 0 0,-1-1-1 0 0,1 1 1 0 0,0 0-1 0 0,0 0 1 0 0,-1-1-1 0 0,0 1 1 0 0,1 0-1 0 0,-1-1 1 0 0,0 1-1 0 0,0-1 1 0 0,0 1-1 0 0,0 0 1 0 0,-1-1-1 0 0,1 1 1 0 0,-1 0-1 0 0,1-1 1 0 0,-3-3-1 0 0,0-3-134 0 0,-1 1-1 0 0,0-1 1 0 0,-1 1-1 0 0,0 0 0 0 0,0 0 1 0 0,-1 1-1 0 0,-10-12 1 0 0,10 12-720 0 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01.5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11 7370 0 0,'-2'-11'13166'0'0,"17"24"-10491"0"0,20 32-2721 0 0,-12-7 621 0 0,-2 2 1 0 0,28 72-1 0 0,-16-32-393 0 0,-22-57-270 0 0,1 0 0 0 0,1 0 0 0 0,17 20 0 0 0,-22-31-651 0 0,1-1 0 0 0,0 0 0 0 0,1-1 0 0 0,1 0 0 0 0,-1-1 0 0 0,1 0 0 0 0,14 8 0 0 0,-6-9-1693 0 0,-3-7-22 0 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01.8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1 337 3681 0 0,'0'0'284'0'0,"19"-11"2861"0"0,-10 5-2537 0 0,-1-1 0 0 0,1 0 1 0 0,-1 0-1 0 0,-1-1 0 0 0,1 0 1 0 0,-1 0-1 0 0,-1-1 1 0 0,1 0-1 0 0,-2 0 0 0 0,7-12 1 0 0,-8 11-527 0 0,1 0 0 0 0,-2-1 0 0 0,1 0 0 0 0,-2 1 0 0 0,1-1 0 0 0,-1 0 0 0 0,-1 0 0 0 0,0-1 1 0 0,-1 1-1 0 0,0 0 0 0 0,-1 0 0 0 0,0 0 0 0 0,0 0 0 0 0,-1 0 0 0 0,-6-19 0 0 0,7 28-82 0 0,1 0 0 0 0,-1 0-1 0 0,0 0 1 0 0,1 0 0 0 0,-1 0 0 0 0,0 0-1 0 0,0 1 1 0 0,0-1 0 0 0,0 0 0 0 0,-1 1-1 0 0,1-1 1 0 0,0 0 0 0 0,-1 1 0 0 0,1 0-1 0 0,-1-1 1 0 0,1 1 0 0 0,-1 0-1 0 0,-2-2 1 0 0,2 3 12 0 0,1 0-1 0 0,0-1 0 0 0,-1 1 1 0 0,1 0-1 0 0,-1 0 0 0 0,1 0 1 0 0,0 0-1 0 0,-1 0 0 0 0,1 1 1 0 0,0-1-1 0 0,0 0 0 0 0,-1 1 1 0 0,1-1-1 0 0,0 1 0 0 0,-1-1 1 0 0,1 1-1 0 0,0-1 1 0 0,0 1-1 0 0,0 0 0 0 0,-2 1 1 0 0,-2 3 67 0 0,0 0 0 0 0,0 0 1 0 0,1 0-1 0 0,0 0 0 0 0,0 1 1 0 0,0 0-1 0 0,1-1 0 0 0,-1 1 1 0 0,-2 10-1 0 0,3-8 44 0 0,0 0-1 0 0,0 0 0 0 0,1 1 1 0 0,1-1-1 0 0,0 1 1 0 0,0-1-1 0 0,0 1 0 0 0,1-1 1 0 0,0 1-1 0 0,1-1 1 0 0,0 1-1 0 0,0-1 1 0 0,1 1-1 0 0,0-1 0 0 0,0 0 1 0 0,1 1-1 0 0,0-1 1 0 0,1-1-1 0 0,-1 1 0 0 0,2 0 1 0 0,-1-1-1 0 0,1 0 1 0 0,0 0-1 0 0,0 0 1 0 0,1-1-1 0 0,0 0 0 0 0,0 0 1 0 0,9 6-1 0 0,-3-3-89 0 0,0 0 0 0 0,0-1 0 0 0,1-1 0 0 0,0 0 0 0 0,0-1 0 0 0,18 6 0 0 0,-11-6-496 0 0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02.5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0 193 10594 0 0,'1'-2'159'0'0,"0"0"0"0"0,-1 0 0 0 0,1 0 0 0 0,0 0 0 0 0,0 0 0 0 0,0 0 0 0 0,0 0-1 0 0,0 0 1 0 0,1 1 0 0 0,-1-1 0 0 0,0 0 0 0 0,1 1 0 0 0,-1-1 0 0 0,1 1 0 0 0,0-1 0 0 0,-1 1 0 0 0,1 0 0 0 0,0 0-1 0 0,0 0 1 0 0,2-1 0 0 0,0 1 149 0 0,-1 0 0 0 0,1 0-1 0 0,0 1 1 0 0,0-1 0 0 0,-1 1-1 0 0,1 0 1 0 0,0 0 0 0 0,0 0-1 0 0,-1 0 1 0 0,8 2 0 0 0,0 1 238 0 0,0 1 0 0 0,0 0 0 0 0,0 0 1 0 0,0 1-1 0 0,-1 0 0 0 0,17 11 0 0 0,-3 3-231 0 0,34 35 0 0 0,-34-31 3 0 0,29 23 0 0 0,-45-40-281 0 0,1 0 0 0 0,0-1 0 0 0,0 0 0 0 0,0 0 0 0 0,1-1 0 0 0,-1 0 0 0 0,19 5 0 0 0,-27-9-33 0 0,1 0 1 0 0,-1 1-1 0 0,0-1 1 0 0,1 0-1 0 0,-1 0 1 0 0,1 0-1 0 0,-1 0 1 0 0,1 0-1 0 0,-1 0 1 0 0,1 0-1 0 0,-1 0 1 0 0,1-1-1 0 0,-1 1 0 0 0,1-1 1 0 0,-1 1-1 0 0,1-1 1 0 0,-1 1-1 0 0,0-1 1 0 0,1 0-1 0 0,-1 0 1 0 0,0 1-1 0 0,1-2 1 0 0,0 0 12 0 0,-1 0 1 0 0,1 0 0 0 0,-1 0-1 0 0,0-1 1 0 0,1 1-1 0 0,-1 0 1 0 0,0 0 0 0 0,-1-1-1 0 0,1 1 1 0 0,0 0 0 0 0,-1-1-1 0 0,1-2 1 0 0,0-9 54 0 0,-1 1 1 0 0,0 0-1 0 0,0 0 1 0 0,-4-13-1 0 0,4 22-70 0 0,-4-27-193 0 0,-9-95-597 0 0,13 107-803 0 0,0 0-1 0 0,5-27 1 0 0,-1 26-4971 0 0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02.8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0 10594 0 0,'2'9'5952'0'0,"-6"19"-4290"0"0,2-13-933 0 0,2-8-648 0 0,0 0 0 0 0,0 1-1 0 0,1-1 1 0 0,0 0-1 0 0,1 1 1 0 0,-1-1-1 0 0,1 0 1 0 0,1 0-1 0 0,0 0 1 0 0,-1 0 0 0 0,2-1-1 0 0,-1 1 1 0 0,1-1-1 0 0,0 0 1 0 0,1 0-1 0 0,-1 0 1 0 0,7 6 0 0 0,-8-9-60 0 0,1 0 1 0 0,-1 0 0 0 0,1 0 0 0 0,0-1 0 0 0,0 1 0 0 0,0-1 0 0 0,0 0 0 0 0,0 0-1 0 0,1 0 1 0 0,-1-1 0 0 0,1 0 0 0 0,-1 0 0 0 0,1 0 0 0 0,-1 0 0 0 0,1 0-1 0 0,0-1 1 0 0,-1 0 0 0 0,1 0 0 0 0,0-1 0 0 0,-1 1 0 0 0,1-1 0 0 0,0 0 0 0 0,-1 0-1 0 0,1 0 1 0 0,-1-1 0 0 0,0 1 0 0 0,1-1 0 0 0,4-3 0 0 0,-7 4 30 0 0,1-1 0 0 0,-1 1 0 0 0,1 0 0 0 0,-1-1 1 0 0,1 0-1 0 0,-1 1 0 0 0,0-1 0 0 0,0 0 0 0 0,0 0 0 0 0,0 0 1 0 0,0 0-1 0 0,-1-1 0 0 0,1 1 0 0 0,-1 0 0 0 0,1-1 0 0 0,-1 1 0 0 0,0-1 1 0 0,0 0-1 0 0,0 1 0 0 0,0-1 0 0 0,1-5 0 0 0,-2 4-18 0 0,0 0 0 0 0,-1 0-1 0 0,1 0 1 0 0,-1 0 0 0 0,0 0-1 0 0,0 0 1 0 0,0 1 0 0 0,-1-1-1 0 0,1 0 1 0 0,-1 1 0 0 0,0-1 0 0 0,0 1-1 0 0,0-1 1 0 0,-3-2 0 0 0,-1-2-103 0 0,-1 0 0 0 0,-1 0 1 0 0,1 0-1 0 0,-1 1 1 0 0,-1 0-1 0 0,1 1 0 0 0,-1 0 1 0 0,0 0-1 0 0,0 1 1 0 0,-1 0-1 0 0,-10-3 0 0 0,19 7-65 0 0,0 1 0 0 0,0-1-1 0 0,0 1 1 0 0,-1 0 0 0 0,1-1-1 0 0,0 1 1 0 0,0 0 0 0 0,0 0 0 0 0,-1 0-1 0 0,1 0 1 0 0,0 0 0 0 0,0 0-1 0 0,-1 0 1 0 0,1 1 0 0 0,0-1-1 0 0,0 0 1 0 0,0 1 0 0 0,0-1-1 0 0,-1 1 1 0 0,0 0 0 0 0,0 1-234 0 0,1-1-1 0 0,-1 1 1 0 0,1 0 0 0 0,0 0 0 0 0,0-1 0 0 0,0 1-1 0 0,0 0 1 0 0,0 0 0 0 0,0 0 0 0 0,-1 4 0 0 0,-2 7-250 0 0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03.2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20 6913 0 0,'14'-20'10487'0'0,"-14"21"-10320"0"0,16 20 4609 0 0,-7-5-5500 0 0,58 130 2162 0 0,-49-102-2346 0 0,2 0 1 0 0,48 75-1 0 0,-49-92-6455 0 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03.6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30 920 0 0,'-3'-13'22168'0'0,"-1"6"-22019"0"0,-3-3 358 0 0,8 17-99 0 0,62 163-442 0 0,-52-145-339 0 0,1-1-1 0 0,1 0 0 0 0,1-1 1 0 0,28 36-1 0 0,-21-37-1665 0 0,0-4-5321 0 0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04.1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1 381 6913 0 0,'17'-12'1089'0'0,"42"-35"1465"0"0,71-74 0 0 0,-79 70 57 0 0,94-72 0 0 0,-143 122-2611 0 0,1-2-1 0 0,1 0 1 0 0,1 0-1 0 0,-1 0 1 0 0,0 1-1 0 0,1 0 1 0 0,-1 0-1 0 0,1 0 1 0 0,0 0-1 0 0,7-1 1 0 0,-12 3 33 0 0,0 1 0 0 0,1 0 0 0 0,-1-1 1 0 0,0 1-1 0 0,0 0 0 0 0,0 0 0 0 0,0-1 1 0 0,0 1-1 0 0,0 0 0 0 0,0 0 0 0 0,0-1 0 0 0,0 1 1 0 0,0 0-1 0 0,0 0 0 0 0,0-1 0 0 0,0 1 1 0 0,-1 0-1 0 0,1 0 0 0 0,0-1 0 0 0,-1 1 1 0 0,1 0-1 0 0,0-1 0 0 0,-2 2 0 0 0,-10 22 800 0 0,11-21-674 0 0,-9 14 54 0 0,2 1-1 0 0,1 0 1 0 0,-8 26-1 0 0,13-39-182 0 0,1-1-1 0 0,0 0 0 0 0,0 1 0 0 0,0-1 1 0 0,1 1-1 0 0,0 0 0 0 0,-1-1 0 0 0,2 1 1 0 0,-1-1-1 0 0,0 1 0 0 0,1-1 0 0 0,0 1 1 0 0,0-1-1 0 0,0 1 0 0 0,1-1 0 0 0,-1 0 1 0 0,1 0-1 0 0,0 1 0 0 0,0-1 0 0 0,4 5 1 0 0,-5-8-40 0 0,0 0 0 0 0,-1 0 1 0 0,1-1-1 0 0,0 1 0 0 0,0 0 0 0 0,0 0 1 0 0,0 0-1 0 0,0-1 0 0 0,0 1 1 0 0,0 0-1 0 0,0-1 0 0 0,0 1 1 0 0,0-1-1 0 0,0 1 0 0 0,0-1 0 0 0,0 0 1 0 0,1 1-1 0 0,-1-1 0 0 0,0 0 1 0 0,0 0-1 0 0,0 0 0 0 0,1 0 1 0 0,-1 0-1 0 0,0 0 0 0 0,2 0 0 0 0,-1-1-31 0 0,-1 0 0 0 0,1 0 0 0 0,0 0-1 0 0,-1 0 1 0 0,1 0 0 0 0,0-1 0 0 0,-1 1-1 0 0,1-1 1 0 0,-1 1 0 0 0,0-1 0 0 0,0 1-1 0 0,1-1 1 0 0,1-3 0 0 0,3-7-224 0 0,0-1 1 0 0,-1 0-1 0 0,5-20 1 0 0,-7 25 215 0 0,1-8-2 0 0,-1 5 188 0 0,0 0 1 0 0,0 0-1 0 0,1 0 0 0 0,0 1 1 0 0,1 0-1 0 0,0 0 1 0 0,1 0-1 0 0,0 1 1 0 0,10-12-1 0 0,-16 20-118 0 0,1 1-1 0 0,0-1 1 0 0,-1 1 0 0 0,1-1 0 0 0,0 1-1 0 0,0 0 1 0 0,0-1 0 0 0,-1 1-1 0 0,1 0 1 0 0,0 0 0 0 0,0 0-1 0 0,0-1 1 0 0,-1 1 0 0 0,1 0-1 0 0,0 0 1 0 0,0 0 0 0 0,0 0-1 0 0,0 0 1 0 0,-1 1 0 0 0,1-1-1 0 0,0 0 1 0 0,0 0 0 0 0,0 0-1 0 0,-1 1 1 0 0,1-1 0 0 0,0 0-1 0 0,0 1 1 0 0,-1-1 0 0 0,1 1-1 0 0,0-1 1 0 0,-1 1 0 0 0,1-1-1 0 0,0 1 1 0 0,-1 0 0 0 0,1-1-1 0 0,-1 1 1 0 0,1-1 0 0 0,-1 1-1 0 0,1 0 1 0 0,0 1 0 0 0,21 39 925 0 0,-15-28-792 0 0,-6-10-164 0 0,4 5-1563 0 0,0 1 1 0 0,1-1-1 0 0,12 14 0 0 0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04.4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146 86 656 0 0,'-13'-36'-330'0'0,"-8"4"3915"0"0,19 31-3290 0 0,1-1 1 0 0,-1 1-1 0 0,0-1 0 0 0,1 1 0 0 0,-1-1 1 0 0,0 1-1 0 0,1 0 0 0 0,-1 0 0 0 0,0 0 1 0 0,0 0-1 0 0,0 0 0 0 0,0 1 0 0 0,0-1 1 0 0,0 1-1 0 0,0-1 0 0 0,-1 1 0 0 0,1 0 1 0 0,0-1-1 0 0,0 1 0 0 0,0 0 0 0 0,0 0 1 0 0,0 1-1 0 0,-1-1 0 0 0,1 0 0 0 0,0 1 1 0 0,0-1-1 0 0,0 1 0 0 0,0 0 0 0 0,0 0 1 0 0,0 0-1 0 0,0 0 0 0 0,0 0 0 0 0,-1 1 1 0 0,0 0-84 0 0,0 0 1 0 0,0 0 0 0 0,0 0-1 0 0,0 0 1 0 0,0 0 0 0 0,1 1 0 0 0,0-1-1 0 0,-1 1 1 0 0,1-1 0 0 0,0 1-1 0 0,0 0 1 0 0,0 0 0 0 0,1 0 0 0 0,-1 0-1 0 0,1 0 1 0 0,-1 1 0 0 0,1-1-1 0 0,0 0 1 0 0,0 1 0 0 0,1-1 0 0 0,-1 5-1 0 0,1-5-150 0 0,0 0 1 0 0,1 0-1 0 0,-1 0 0 0 0,1 0 0 0 0,0-1 0 0 0,0 1 0 0 0,0 0 0 0 0,0-1 0 0 0,0 1 0 0 0,1-1 1 0 0,-1 1-1 0 0,1-1 0 0 0,0 1 0 0 0,0-1 0 0 0,0 0 0 0 0,0 0 0 0 0,0 0 0 0 0,0 0 1 0 0,0 0-1 0 0,1-1 0 0 0,-1 1 0 0 0,1-1 0 0 0,-1 1 0 0 0,1-1 0 0 0,5 2 0 0 0,-1 0-72 0 0,0 0-1 0 0,0-1 1 0 0,0 0-1 0 0,1 0 1 0 0,-1-1-1 0 0,1 0 0 0 0,0 0 1 0 0,-1-1-1 0 0,1 0 1 0 0,0 0-1 0 0,-1-1 1 0 0,1 0-1 0 0,-1 0 0 0 0,13-4 1 0 0,0-2-310 0 0,-1-2 1 0 0,0 0-1 0 0,34-22 1 0 0,-40 23 460 0 0,-11 6-125 0 0,0 1 0 0 0,0-1 0 0 0,0 1 1 0 0,0 0-1 0 0,1 0 0 0 0,-1 0 0 0 0,0 0 0 0 0,0 0 0 0 0,1 1 0 0 0,-1-1 0 0 0,0 1 0 0 0,1-1 0 0 0,-1 1 0 0 0,1 0 0 0 0,-1 0 0 0 0,1 0 0 0 0,-1 0 0 0 0,0 0 0 0 0,1 1 0 0 0,-1-1 0 0 0,1 1 0 0 0,-1-1 0 0 0,0 1 0 0 0,0 0 0 0 0,1 0 0 0 0,1 1 0 0 0,-1 1 10 0 0,-1-1-1 0 0,0 1 0 0 0,1-1 1 0 0,-1 1-1 0 0,0 0 0 0 0,-1 0 1 0 0,1 0-1 0 0,-1 0 1 0 0,1 0-1 0 0,-1 0 0 0 0,0 1 1 0 0,0-1-1 0 0,0 0 0 0 0,-1 0 1 0 0,1 1-1 0 0,-1-1 0 0 0,1 1 1 0 0,-2 3-1 0 0,1 6 169 0 0,0 0-1 0 0,-2 0 1 0 0,1 0 0 0 0,-2 0-1 0 0,0 0 1 0 0,0 0 0 0 0,-1-1-1 0 0,-8 17 1 0 0,7-19-405 0 0,1-1 1 0 0,-2 0 0 0 0,1 0-1 0 0,-1 0 1 0 0,-1-1-1 0 0,1 1 1 0 0,-1-1-1 0 0,-1-1 1 0 0,0 0 0 0 0,-15 12-1 0 0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04.7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46 292 5529 0 0,'11'-14'1289'0'0,"-1"-1"-1"0"0,-1 0 1 0 0,-1-1 0 0 0,0 0-1 0 0,-1 0 1 0 0,9-30-1 0 0,-14 40-1012 0 0,0 0-1 0 0,-1 0 0 0 0,0 0 1 0 0,0 0-1 0 0,0-1 1 0 0,-1 1-1 0 0,0 0 0 0 0,0 0 1 0 0,-1-1-1 0 0,0 1 1 0 0,0 0-1 0 0,0 0 0 0 0,-1 0 1 0 0,0 0-1 0 0,0 0 0 0 0,0 0 1 0 0,-1 1-1 0 0,0-1 1 0 0,0 1-1 0 0,-1-1 0 0 0,1 1 1 0 0,-8-7-1 0 0,11 11-232 0 0,-1 0-1 0 0,0 0 1 0 0,-1 0 0 0 0,1 0-1 0 0,0 0 1 0 0,0 1-1 0 0,0-1 1 0 0,0 0 0 0 0,-1 1-1 0 0,1-1 1 0 0,0 1 0 0 0,0-1-1 0 0,-1 1 1 0 0,1 0-1 0 0,-1-1 1 0 0,1 1 0 0 0,0 0-1 0 0,-1 0 1 0 0,1 0 0 0 0,0 0-1 0 0,-1 0 1 0 0,1 1-1 0 0,0-1 1 0 0,-1 0 0 0 0,1 0-1 0 0,0 1 1 0 0,-1-1-1 0 0,1 1 1 0 0,0-1 0 0 0,0 1-1 0 0,-1 0 1 0 0,1 0 0 0 0,0-1-1 0 0,0 1 1 0 0,0 0-1 0 0,0 0 1 0 0,0 0 0 0 0,0 0-1 0 0,0 0 1 0 0,0 0 0 0 0,1 0-1 0 0,-1 1 1 0 0,0-1-1 0 0,0 2 1 0 0,-3 3 72 0 0,0 0-1 0 0,0 1 1 0 0,1-1-1 0 0,0 1 1 0 0,1 0-1 0 0,-1 0 1 0 0,-1 7-1 0 0,2-3-87 0 0,1 0 1 0 0,0-1-1 0 0,0 1 0 0 0,1 0 0 0 0,1-1 0 0 0,0 1 1 0 0,0 0-1 0 0,1-1 0 0 0,0 1 0 0 0,1-1 0 0 0,0 0 1 0 0,0 0-1 0 0,8 14 0 0 0,-7-17-17 0 0,0-1 0 0 0,0 0 0 0 0,0-1 0 0 0,1 1 0 0 0,0-1 0 0 0,0 0 0 0 0,0 0 1 0 0,1 0-1 0 0,-1-1 0 0 0,1 1 0 0 0,0-1 0 0 0,1-1 0 0 0,-1 1 0 0 0,0-1 0 0 0,1-1 0 0 0,0 1 0 0 0,0-1 0 0 0,0 0 0 0 0,0 0 0 0 0,12 0 0 0 0,-1 0-238 0 0,0-2-1 0 0,0 0 0 0 0,0-1 1 0 0,-1-1-1 0 0,1-1 0 0 0,-1-1 1 0 0,1 0-1 0 0,20-8 0 0 0,-3 0-417 0 0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06.2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154 1 10138 0 0,'-1'0'107'0'0,"0"0"0"0"0,1 0 0 0 0,-1-1 0 0 0,0 1 0 0 0,0 0 0 0 0,0 0 0 0 0,0 0 0 0 0,0 0 0 0 0,0 0 0 0 0,1 0 0 0 0,-1 0 0 0 0,0 0 0 0 0,0 1 0 0 0,0-1 0 0 0,0 0 0 0 0,1 0 0 0 0,-1 1 0 0 0,0-1 0 0 0,0 1 0 0 0,0-1 0 0 0,1 0 0 0 0,-1 1 0 0 0,0-1 0 0 0,1 1 0 0 0,-1 0 0 0 0,0 0 0 0 0,-19 16 1135 0 0,19-17-1145 0 0,-11 13 611 0 0,0 0 1 0 0,1 1-1 0 0,1 0 1 0 0,0 1-1 0 0,-10 19 0 0 0,14-23-451 0 0,1 0-1 0 0,0 0 0 0 0,1 0 1 0 0,0 1-1 0 0,1-1 0 0 0,0 1 1 0 0,1 0-1 0 0,-2 19 0 0 0,4-28-254 0 0,1 0 1 0 0,-1 0-1 0 0,0-1 0 0 0,1 1 0 0 0,-1 0 1 0 0,1 0-1 0 0,0 0 0 0 0,0-1 0 0 0,0 1 0 0 0,0 0 1 0 0,1-1-1 0 0,-1 1 0 0 0,1-1 0 0 0,-1 0 1 0 0,1 1-1 0 0,0-1 0 0 0,0 0 0 0 0,0 0 1 0 0,0 0-1 0 0,0 0 0 0 0,0 0 0 0 0,1-1 0 0 0,-1 1 1 0 0,1-1-1 0 0,-1 1 0 0 0,1-1 0 0 0,0 0 1 0 0,-1 0-1 0 0,5 1 0 0 0,8 2 2 0 0,0-1 1 0 0,1-1-1 0 0,-1 0 0 0 0,23-1 0 0 0,-6 1-3 0 0,0-1 30 0 0,-25-2-15 0 0,1 1-1 0 0,-1 0 1 0 0,0 0-1 0 0,1 1 1 0 0,-1 0-1 0 0,0 1 1 0 0,1-1 0 0 0,-1 1-1 0 0,0 0 1 0 0,0 1-1 0 0,8 4 1 0 0,-14-6-13 0 0,0 0 1 0 0,0 0-1 0 0,-1 0 1 0 0,1 0-1 0 0,0 0 1 0 0,-1 0-1 0 0,1 0 1 0 0,-1 0-1 0 0,1 0 0 0 0,-1 0 1 0 0,0 0-1 0 0,1 0 1 0 0,-1 1-1 0 0,0-1 1 0 0,0 0-1 0 0,0 0 1 0 0,0 0-1 0 0,0 0 1 0 0,0 0-1 0 0,0 1 1 0 0,0-1-1 0 0,-1 0 0 0 0,1 0 1 0 0,0 0-1 0 0,0 0 1 0 0,-1 0-1 0 0,1 0 1 0 0,-1 0-1 0 0,1 0 1 0 0,-1 0-1 0 0,0 0 1 0 0,1 0-1 0 0,-1 0 1 0 0,-1 1-1 0 0,-29 35-21 0 0,28-33 26 0 0,-22 20-67 0 0,-29 23 0 0 0,-4-6-3538 0 0,43-31-2883 0 0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06.5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0 161 6913 0 0,'6'-37'8400'0'0,"-5"42"-8217"0"0,1 0 0 0 0,0 0 1 0 0,0 0-1 0 0,1 0 0 0 0,-1 0 0 0 0,1-1 1 0 0,0 0-1 0 0,0 1 0 0 0,0-1 1 0 0,1 0-1 0 0,-1 0 0 0 0,1-1 1 0 0,0 1-1 0 0,0-1 0 0 0,0 0 0 0 0,1 0 1 0 0,-1 0-1 0 0,1-1 0 0 0,0 1 1 0 0,-1-1-1 0 0,1 0 0 0 0,0-1 1 0 0,0 1-1 0 0,0-1 0 0 0,1 0 0 0 0,-1 0 1 0 0,0 0-1 0 0,0-1 0 0 0,1 0 1 0 0,-1 0-1 0 0,0 0 0 0 0,0-1 1 0 0,1 0-1 0 0,-1 0 0 0 0,0 0 1 0 0,0 0-1 0 0,8-4 0 0 0,-11 4-184 0 0,1-1 0 0 0,-1 1 0 0 0,0 0-1 0 0,0-1 1 0 0,1 1 0 0 0,-1-1 0 0 0,0 0 0 0 0,0 0-1 0 0,-1 0 1 0 0,1 0 0 0 0,0 0 0 0 0,-1 0 0 0 0,1 0 0 0 0,-1 0-1 0 0,1-1 1 0 0,-1 1 0 0 0,0-1 0 0 0,0 1 0 0 0,0-1 0 0 0,-1 1-1 0 0,1-1 1 0 0,-1 1 0 0 0,1-1 0 0 0,-1 0 0 0 0,0 1-1 0 0,0-1 1 0 0,0 0 0 0 0,0 1 0 0 0,0-1 0 0 0,-1 0 0 0 0,1 1-1 0 0,-1-1 1 0 0,-1-3 0 0 0,0 0 5 0 0,0 0 0 0 0,-1 0-1 0 0,0 0 1 0 0,0 0 0 0 0,-1 1 0 0 0,0-1 0 0 0,0 1-1 0 0,0 0 1 0 0,0 0 0 0 0,-1 0 0 0 0,0 1 0 0 0,-7-6-1 0 0,4 5-243 0 0,-43-27 180 0 0,13 20-7040 0 0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07.0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2 146 9218 0 0,'0'-1'161'0'0,"0"1"0"0"0,0-1 0 0 0,-1 0 1 0 0,1 1-1 0 0,0-1 0 0 0,0 0 0 0 0,0 1 0 0 0,0-1 0 0 0,0 0 1 0 0,0 1-1 0 0,0-1 0 0 0,0 0 0 0 0,0 1 0 0 0,0-1 0 0 0,0 0 1 0 0,0 1-1 0 0,0-1 0 0 0,0 1 0 0 0,1-1 0 0 0,-1 0 0 0 0,0 1 1 0 0,12 0 4714 0 0,3 12-1315 0 0,-10-7-4408 0 0,33 40 2603 0 0,-26-30-1459 0 0,0 0 0 0 0,23 19 1 0 0,-32-31-276 0 0,1 1 1 0 0,0-1 0 0 0,0-1-1 0 0,1 1 1 0 0,-1-1-1 0 0,0 1 1 0 0,1-1 0 0 0,0-1-1 0 0,-1 1 1 0 0,1-1-1 0 0,0 1 1 0 0,0-1 0 0 0,0-1-1 0 0,7 1 1 0 0,-10-1-21 0 0,-1 0-1 0 0,1 0 1 0 0,0 0 0 0 0,-1 0-1 0 0,1 0 1 0 0,0-1 0 0 0,-1 1-1 0 0,1-1 1 0 0,-1 1 0 0 0,1-1-1 0 0,-1 0 1 0 0,1 0 0 0 0,-1 0-1 0 0,1 0 1 0 0,-1 0 0 0 0,0 0-1 0 0,1 0 1 0 0,-1 0 0 0 0,2-2-1 0 0,-1 0 5 0 0,0 0-1 0 0,-1 0 0 0 0,1 0 0 0 0,-1 0 0 0 0,0 0 0 0 0,0 0 0 0 0,0-1 0 0 0,0 1 0 0 0,1-6 0 0 0,-1-7 48 0 0,-1 0 0 0 0,0 0 0 0 0,-4-24 0 0 0,2 20 55 0 0,-4-22-27 0 0,3 33-58 0 0,2-1 0 0 0,-1 1 1 0 0,1-1-1 0 0,1 0 1 0 0,0 1-1 0 0,0-1 1 0 0,2-10-1 0 0,28 52 345 0 0,-15-18-259 0 0,0 0 0 0 0,19 12 0 0 0,-17-13-107 0 0,-2 0 0 0 0,20 19-1 0 0,-30-26-174 0 0,-4-4 73 0 0,0 0 1 0 0,1 0-1 0 0,-1-1 0 0 0,1 1 1 0 0,-1 0-1 0 0,1-1 0 0 0,-1 1 1 0 0,1-1-1 0 0,0 0 0 0 0,0 0 1 0 0,0 0-1 0 0,0 1 1 0 0,3 0-1 0 0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07.4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0 249 2761 0 0,'4'-3'680'0'0,"-1"0"1"0"0,1 0 0 0 0,0 0-1 0 0,0 1 1 0 0,0-1 0 0 0,0 1 0 0 0,0 0-1 0 0,0 0 1 0 0,1 0 0 0 0,-1 1-1 0 0,1 0 1 0 0,-1-1 0 0 0,1 2 0 0 0,-1-1-1 0 0,8 0 1 0 0,-9 1-185 0 0,-1 0 0 0 0,1 0 0 0 0,0 1 0 0 0,0-1 0 0 0,0 1 0 0 0,-1 0 0 0 0,1-1 0 0 0,0 1 0 0 0,-1 1 0 0 0,1-1 1 0 0,-1 0-1 0 0,1 0 0 0 0,-1 1 0 0 0,3 2 0 0 0,-3-2-301 0 0,1 0 1 0 0,-1 0 0 0 0,-1 0-1 0 0,1 1 1 0 0,0-1-1 0 0,-1 1 1 0 0,1-1 0 0 0,-1 1-1 0 0,2 4 1 0 0,2 13 368 0 0,-5-20-542 0 0,0 1 0 0 0,0-1 0 0 0,0 0 0 0 0,0 0 0 0 0,0 0 0 0 0,0 0 0 0 0,0 1 0 0 0,0-1 0 0 0,0 0 0 0 0,0 0 0 0 0,0 0 0 0 0,0 1 0 0 0,-1-1 0 0 0,1 0 0 0 0,0 0 0 0 0,0 0 0 0 0,0 0 0 0 0,0 1 0 0 0,0-1 0 0 0,0 0 0 0 0,0 0 0 0 0,0 0 0 0 0,-1 0 0 0 0,1 0-1 0 0,0 1 1 0 0,0-1 0 0 0,0 0 0 0 0,0 0 0 0 0,0 0 0 0 0,-1 0 0 0 0,1 0 0 0 0,0 0 0 0 0,0 0 0 0 0,0 0 0 0 0,-1 0 0 0 0,1 0 0 0 0,0 0 0 0 0,0 1 0 0 0,0-1 0 0 0,0 0 0 0 0,-1 0 0 0 0,-1-1 38 0 0,1 0 0 0 0,-1 0 0 0 0,1-1 0 0 0,-1 1 0 0 0,1 0 0 0 0,0 0 0 0 0,-1-1 0 0 0,1 1 0 0 0,0 0 0 0 0,0-1 0 0 0,0 1 0 0 0,0-1 0 0 0,0 0 0 0 0,0 1 0 0 0,0-4 0 0 0,-4-5-160 0 0,2 0 1 0 0,0-1-1 0 0,0 1 0 0 0,1-1 1 0 0,0 0-1 0 0,0 1 1 0 0,1-1-1 0 0,1 0 0 0 0,0 0 1 0 0,1 0-1 0 0,0 0 0 0 0,3-14 1 0 0,-1 12-732 0 0,0 0 0 0 0,1 0 0 0 0,0 1 0 0 0,1 0 0 0 0,13-22 0 0 0,-10 23-1687 0 0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08.0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133 0 10138 0 0,'-5'2'563'0'0,"1"0"0"0"0,0 0 0 0 0,-1 0 0 0 0,1 0 0 0 0,0 1 0 0 0,0-1 0 0 0,0 1 0 0 0,1 0 0 0 0,-1 0 0 0 0,1 0 0 0 0,-5 6 0 0 0,3-4-205 0 0,-3 3 44 0 0,1 0 0 0 0,0 0 0 0 0,0 0 1 0 0,1 1-1 0 0,0 0 0 0 0,1 1 0 0 0,0-1 0 0 0,0 1 1 0 0,1 0-1 0 0,1 0 0 0 0,-1 0 0 0 0,1 1 0 0 0,-2 16 1 0 0,5-21-449 0 0,-1 0 1 0 0,1 0 0 0 0,1 0-1 0 0,-1 0 1 0 0,1 0 0 0 0,0-1-1 0 0,0 1 1 0 0,1 0-1 0 0,-1-1 1 0 0,1 1 0 0 0,4 7-1 0 0,-3-8-381 0 0,0 0 0 0 0,1-1-1 0 0,-1 1 1 0 0,1-1 0 0 0,0 0-1 0 0,0 1 1 0 0,0-2 0 0 0,1 1-1 0 0,-1 0 1 0 0,1-1 0 0 0,0 0-1 0 0,0 0 1 0 0,7 2-1 0 0,5 2-6605 0 0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08.4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0 219 5065 0 0,'1'2'348'0'0,"-1"0"1"0"0,1 0-1 0 0,0-1 1 0 0,0 1-1 0 0,0 0 1 0 0,0 0-1 0 0,0-1 0 0 0,1 1 1 0 0,-1-1-1 0 0,0 1 1 0 0,1-1-1 0 0,-1 0 0 0 0,1 1 1 0 0,-1-1-1 0 0,1 0 1 0 0,0 0-1 0 0,-1 0 0 0 0,1 0 1 0 0,0 0-1 0 0,0 0 1 0 0,0-1-1 0 0,-1 1 0 0 0,1-1 1 0 0,0 1-1 0 0,0-1 1 0 0,0 0-1 0 0,4 1 0 0 0,-3-1-27 0 0,0 0 0 0 0,0 0 0 0 0,-1 0-1 0 0,1-1 1 0 0,0 1 0 0 0,0-1-1 0 0,0 1 1 0 0,-1-1 0 0 0,1 0-1 0 0,0 0 1 0 0,-1 0 0 0 0,1 0 0 0 0,-1-1-1 0 0,1 1 1 0 0,-1-1 0 0 0,1 1-1 0 0,-1-1 1 0 0,4-4 0 0 0,-2 0-256 0 0,0-1 1 0 0,0 1-1 0 0,-1-1 1 0 0,0 0-1 0 0,0 0 1 0 0,-1 0-1 0 0,1 0 1 0 0,-2-1-1 0 0,1 1 1 0 0,-1 0-1 0 0,0-1 1 0 0,0 1 0 0 0,-1-1-1 0 0,-1-8 1 0 0,1 10-167 0 0,-1 0-1 0 0,1-1 1 0 0,-2 1 0 0 0,1-1 0 0 0,-1 1 0 0 0,1 0 0 0 0,-2 0 0 0 0,1 0 0 0 0,-1 0 0 0 0,0 0 0 0 0,0 1 0 0 0,0-1 0 0 0,-1 1 0 0 0,0 0 0 0 0,0 0 0 0 0,-9-8 0 0 0,12 12 102 0 0,0 0 0 0 0,1 1 0 0 0,-1-1 0 0 0,0 0 0 0 0,0 1 0 0 0,0-1 0 0 0,0 1 0 0 0,0-1 0 0 0,0 1 0 0 0,0-1 0 0 0,0 1 0 0 0,0-1 0 0 0,0 1 0 0 0,0 0 0 0 0,-1 0-1 0 0,1 0 1 0 0,0 0 0 0 0,0 0 0 0 0,0 0 0 0 0,0 0 0 0 0,0 0 0 0 0,0 0 0 0 0,0 0 0 0 0,-1 0 0 0 0,1 1 0 0 0,0-1 0 0 0,-2 1 0 0 0,1 1 34 0 0,1-1 0 0 0,-1 1 0 0 0,0 0 1 0 0,1-1-1 0 0,-1 1 0 0 0,1 0 0 0 0,-1 0 0 0 0,1 0 0 0 0,0 0 0 0 0,0 1 0 0 0,0-1 0 0 0,-1 3 0 0 0,-2 7 211 0 0,0 0 0 0 0,2 0-1 0 0,-4 25 1 0 0,6-25-144 0 0,0-1 1 0 0,0 1-1 0 0,1-1 1 0 0,0 1-1 0 0,1-1 1 0 0,1 1-1 0 0,-1-1 1 0 0,2 0-1 0 0,0 0 1 0 0,0 0 0 0 0,1-1-1 0 0,0 1 1 0 0,1-1-1 0 0,8 11 1 0 0,-10-15-98 0 0,0-1 1 0 0,0 0 0 0 0,1 0 0 0 0,-1-1 0 0 0,1 1-1 0 0,1-1 1 0 0,-1 0 0 0 0,0-1 0 0 0,1 1-1 0 0,0-1 1 0 0,0 0 0 0 0,0 0 0 0 0,0-1-1 0 0,0 0 1 0 0,1 0 0 0 0,-1 0 0 0 0,1-1-1 0 0,-1 0 1 0 0,1 0 0 0 0,-1-1 0 0 0,1 0 0 0 0,-1 0-1 0 0,1 0 1 0 0,0-1 0 0 0,-1 0 0 0 0,8-2-1 0 0,15-6-322 0 0,1-5-3 0 0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18.3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397 141 5529 0 0,'-5'-52'2620'0'0,"6"45"-2118"0"0,-1 1 0 0 0,0-1-1 0 0,-1 0 1 0 0,1 1-1 0 0,-1-1 1 0 0,-1 1 0 0 0,1 0-1 0 0,-1-1 1 0 0,0 1-1 0 0,-5-9 1 0 0,7 14-347 0 0,0 1-1 0 0,-1-1 1 0 0,1 1-1 0 0,0-1 1 0 0,-1 1 0 0 0,1-1-1 0 0,0 1 1 0 0,-1-1 0 0 0,1 1-1 0 0,-1 0 1 0 0,1-1-1 0 0,-1 1 1 0 0,1-1 0 0 0,-1 1-1 0 0,1 0 1 0 0,-1 0 0 0 0,1-1-1 0 0,-1 1 1 0 0,1 0 0 0 0,-1 0-1 0 0,0-1 1 0 0,1 1-1 0 0,-1 0 1 0 0,1 0 0 0 0,-1 0-1 0 0,0 0 1 0 0,1 0 0 0 0,-2 0-1 0 0,-11 13 2231 0 0,-3 25-1143 0 0,16-36-1226 0 0,-24 89 363 0 0,5 2 0 0 0,-13 155 0 0 0,24-163-401 0 0,-68 492 89 0 0,-40 637 443 0 0,81-333-500 0 0,30-724-29 0 0,4-101-19 0 0,-16 967 505 0 0,58-153-360 0 0,-41-861-106 0 0,38 622-1994 0 0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19.7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38 5985 0 0,'0'0'184'0'0,"-1"-1"0"0"0,1 1 0 0 0,-1-1 0 0 0,0 1-1 0 0,0 0 1 0 0,1-1 0 0 0,-1 1 0 0 0,0 0 0 0 0,0-1-1 0 0,1 1 1 0 0,-1 0 0 0 0,0 0 0 0 0,-10 3 4475 0 0,25-1-3733 0 0,85-6 844 0 0,111-19 0 0 0,-185 19-1613 0 0,-9 1-84 0 0,0 1-1 0 0,0 1 1 0 0,0 0-1 0 0,23 2 1 0 0,118 5 87 0 0,-38 3 222 0 0,142-6 0 0 0,-124-10-161 0 0,-59 1-177 0 0,0 4 0 0 0,98 9 0 0 0,-91 0 196 0 0,91-5 0 0 0,-4-1 275 0 0,-14-5-65 0 0,-93 1-310 0 0,275 3 14 0 0,84 7-154 0 0,-375-7 7 0 0,360-7 213 0 0,-258 5-168 0 0,167 20-1 0 0,42 1 4 0 0,-160-26-55 0 0,-112 1 0 0 0,164 11 0 0 0,-53 20 115 0 0,146 12 186 0 0,22 17 150 0 0,-242-30-221 0 0,157 8 1 0 0,-130-27-15 0 0,148 10 61 0 0,-234-11-101 0 0,-1-2 0 0 0,0-4 0 0 0,0-2 0 0 0,81-15 0 0 0,-65 8-68 0 0,1 4-1 0 0,1 3 0 0 0,-1 4 0 0 0,0 4 0 0 0,147 25 0 0 0,-24-6-11 0 0,-200-22-420 0 0,0 0 1 0 0,0 0-1 0 0,0 0 0 0 0,0 1 0 0 0,0 0 0 0 0,0 0 0 0 0,7 4 0 0 0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21.2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145 13 10594 0 0,'-10'1'503'0'0,"0"0"0"0"0,0 0 0 0 0,0 0 0 0 0,0 2 0 0 0,0-1 0 0 0,-15 7 0 0 0,19-7-1297 0 0,0 1 0 0 0,1 0 0 0 0,-1 0 0 0 0,1 1 1 0 0,-1-1-1 0 0,-8 9 0 0 0,15-35 10166 0 0,-1 8-9142 0 0,-7-3 758 0 0,1 14-1226 0 0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22.0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84 35 4145 0 0,'-9'-6'1095'0'0,"5"3"-638"0"0,1 0 0 0 0,-1 0 0 0 0,0 0 0 0 0,0 1 0 0 0,-1 0 0 0 0,1-1 0 0 0,0 2-1 0 0,-1-1 1 0 0,1 0 0 0 0,-1 1 0 0 0,0 0 0 0 0,1 0 0 0 0,-7 0 0 0 0,10 1-353 0 0,0 0 0 0 0,1 1 0 0 0,-1-1 0 0 0,1 0 0 0 0,0 1 0 0 0,-1-1 0 0 0,1 1-1 0 0,-1-1 1 0 0,1 0 0 0 0,-1 1 0 0 0,1-1 0 0 0,0 1 0 0 0,0-1 0 0 0,-1 1 0 0 0,1-1 0 0 0,0 1 0 0 0,0-1 0 0 0,-1 1 0 0 0,1 0-1 0 0,0-1 1 0 0,0 1 0 0 0,0-1 0 0 0,0 1 0 0 0,0-1 0 0 0,0 1 0 0 0,0 0 0 0 0,0-1 0 0 0,0 1 0 0 0,0-1 0 0 0,0 1 0 0 0,0 0-1 0 0,1 0 1 0 0,4 24 796 0 0,-5-24-760 0 0,129 347 3375 0 0,-96-268-3053 0 0,-31-75-614 0 0,10 25 646 0 0,11 40 1 0 0,-15-18-1557 0 0,-8-45 64 0 0,0 0-1 0 0,0 0 1 0 0,-1 0 0 0 0,0 0 0 0 0,-2 9-1 0 0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22.3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6 139 5985 0 0,'-5'-9'4615'0'0,"9"7"-3662"0"0,17-15 710 0 0,1 1 0 0 0,1 1 0 0 0,1 1 1 0 0,39-17-1 0 0,-44 23-1717 0 0,0 2 1 0 0,31-7-1 0 0,-34 10-972 0 0,0 1-1 0 0,0 0 1 0 0,28 2-1 0 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22.6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1 137 5065 0 0,'2'0'262'0'0,"-1"1"0"0"0,1 0 0 0 0,0-1 0 0 0,0 1 0 0 0,-1-1-1 0 0,1 0 1 0 0,0 0 0 0 0,0 0 0 0 0,0 0 0 0 0,-1 0 0 0 0,1 0 0 0 0,0 0 0 0 0,0 0 0 0 0,3-1-1 0 0,31-10 4019 0 0,-20 6-3123 0 0,15-4 2438 0 0,51-20 0 0 0,-64 20-3387 0 0,0 0 1 0 0,-1-1-1 0 0,0-1 1 0 0,15-13-1 0 0,-2 3-1926 0 0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24.0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110 201 3225 0 0,'-4'-1'-101'0'0,"-28"-8"2322"0"0,25 7-1150 0 0,0 0 1 0 0,0 0-1 0 0,0-1 0 0 0,1 0 1 0 0,0 0-1 0 0,-1-1 1 0 0,1 1-1 0 0,0-1 1 0 0,-8-10 4848 0 0,20 18-4472 0 0,10 12-1160 0 0,2 6-108 0 0,1-1 1 0 0,35 30 0 0 0,-8-8-442 0 0,-12-11 489 0 0,-19-19-173 0 0,-1 1-1 0 0,0 0 0 0 0,-1 1 0 0 0,-1 1 0 0 0,0 0 0 0 0,-1 0 0 0 0,13 27 0 0 0,-22-38-49 0 0,0-1-1 0 0,1 1 0 0 0,-1-1 0 0 0,1 0 0 0 0,0 0 0 0 0,0 0 0 0 0,0 0 1 0 0,5 4-1 0 0,-8-8-2 0 0,1 1 1 0 0,-1-1 0 0 0,1 1-1 0 0,0-1 1 0 0,-1 0-1 0 0,1 1 1 0 0,0-1 0 0 0,0 0-1 0 0,-1 1 1 0 0,1-1-1 0 0,0 0 1 0 0,-1 0 0 0 0,1 0-1 0 0,0 0 1 0 0,0 0 0 0 0,-1 0-1 0 0,1 0 1 0 0,0 0-1 0 0,0 0 1 0 0,-1 0 0 0 0,1 0-1 0 0,0 0 1 0 0,1-1-1 0 0,-1 0 12 0 0,0 0 0 0 0,1 0-1 0 0,-1 0 1 0 0,0 0-1 0 0,0 0 1 0 0,1 0 0 0 0,-1-1-1 0 0,0 1 1 0 0,0 0-1 0 0,0-1 1 0 0,-1 1-1 0 0,1-1 1 0 0,0 1 0 0 0,0-1-1 0 0,0-1 1 0 0,6-21 187 0 0,-1 1-1 0 0,-1-1 1 0 0,-1 0 0 0 0,-1 0 0 0 0,0-47 0 0 0,6-42-393 0 0,27-83-721 0 0,-34 186-391 0 0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24.7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 6913 0 0,'6'-1'7908'0'0,"14"1"-3994"0"0,73 5-3409 0 0,-62-3 603 0 0,457 17 369 0 0,-1-37-137 0 0,-465 16-1331 0 0,112-7 150 0 0,-134 9-157 0 0,0 0 0 0 0,-1 0 0 0 0,1 0 0 0 0,0 0 0 0 0,0 0 0 0 0,0 0 0 0 0,0 0 0 0 0,0 0 0 0 0,0 0 0 0 0,0 0 0 0 0,0 0 0 0 0,-1 0 0 0 0,1 0 0 0 0,0 1-1 0 0,0-1 1 0 0,0 0 0 0 0,0 0 0 0 0,0 0 0 0 0,0 0 0 0 0,0 0 0 0 0,0 0 0 0 0,0 0 0 0 0,0 0 0 0 0,0 0 0 0 0,0 1 0 0 0,0-1 0 0 0,0 0 0 0 0,0 0 0 0 0,0 0 0 0 0,0 0 0 0 0,-1 0 0 0 0,1 0 0 0 0,0 0 0 0 0,0 0 0 0 0,0 1 0 0 0,1-1 0 0 0,-1 0 0 0 0,0 0 0 0 0,0 0 0 0 0,0 0 0 0 0,0 0 0 0 0,0 0 0 0 0,0 0 0 0 0,0 1-1 0 0,0-1 1 0 0,0 0 0 0 0,0 0 0 0 0,0 0 0 0 0,0 0 0 0 0,0 0 0 0 0,0 0 0 0 0,0 0 0 0 0,0 0 0 0 0,0 0 0 0 0,1 0 0 0 0,-1 0 0 0 0,0 1 0 0 0,0-1 0 0 0,0 0 0 0 0,-5 3-1093 0 0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25.4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113 71 3681 0 0,'-45'-28'17878'0'0,"52"25"-17683"0"0,12-4 768 0 0,-22 8-940 0 0,0-1 0 0 0,0 1 0 0 0,0-1 0 0 0,0 0 0 0 0,0 0 0 0 0,-1 0 0 0 0,1-1-1 0 0,0 1 1 0 0,0-1 0 0 0,0 0 0 0 0,0 0 0 0 0,0 0 0 0 0,0 0 0 0 0,0 0 0 0 0,0-1 0 0 0,1 1 0 0 0,-1-1 0 0 0,0 0 0 0 0,-2-2 0 0 0,-26-12 798 0 0,96 46 155 0 0,-43-23-1056 0 0,-1 1-1 0 0,0 1 1 0 0,0 1-1 0 0,-1 1 1 0 0,-1 1 0 0 0,0 0-1 0 0,0 2 1 0 0,18 17-1 0 0,-34-29 78 0 0,-1 1 0 0 0,0-1 1 0 0,0 1-1 0 0,0 0 0 0 0,0-1 0 0 0,-1 1 0 0 0,1 0 0 0 0,-1 0 0 0 0,0 0 0 0 0,1 0 0 0 0,-2 0 1 0 0,1 0-1 0 0,0 0 0 0 0,0 1 0 0 0,-1-1 0 0 0,0 0 0 0 0,0 5 0 0 0,0-1 44 0 0,-1-1 0 0 0,0 1 0 0 0,-1-1 0 0 0,0 0 0 0 0,0 0 0 0 0,0 0 0 0 0,0 0 0 0 0,-6 8 0 0 0,-5 7 201 0 0,0-1 1 0 0,-2-1 0 0 0,-27 28-1 0 0,40-45-229 0 0,-6 6 94 0 0,-1 1-1 0 0,0-1 0 0 0,0-1 0 0 0,-16 10 0 0 0,-5 0-3685 0 0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26.1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2 3225 0 0,'0'0'133'0'0,"-1"-1"1"0"0,1 1-1 0 0,0 0 0 0 0,-1 0 1 0 0,1 0-1 0 0,-1 0 1 0 0,1 0-1 0 0,-1 0 1 0 0,1 0-1 0 0,0 0 0 0 0,-1 0 1 0 0,1 0-1 0 0,-1 0 1 0 0,1 0-1 0 0,-1 0 1 0 0,1 0-1 0 0,0 0 0 0 0,-1 0 1 0 0,1 1-1 0 0,-1-1 1 0 0,1 0-1 0 0,0 0 1 0 0,-1 1-1 0 0,1-1 0 0 0,0 0 1 0 0,-1 0-1 0 0,1 1 1 0 0,0-1-1 0 0,-1 0 1 0 0,1 1-1 0 0,0-1 0 0 0,0 0 1 0 0,-1 1-1 0 0,1-1 1 0 0,0 0-1 0 0,0 1 1 0 0,0-1-1 0 0,-1 1 0 0 0,1-1 1 0 0,0 0-1 0 0,0 1 1 0 0,0-1-1 0 0,0 1 1 0 0,0-1-1 0 0,0 1 0 0 0,0-1 1 0 0,0 0-1 0 0,0 1 1 0 0,0-1-1 0 0,0 1 0 0 0,0-1 1 0 0,0 1-1 0 0,1-1 1 0 0,-1 0-1 0 0,0 1 1 0 0,12 10 3564 0 0,0-8-4378 0 0,-1-3 964 0 0,12 1 529 0 0,-7 2-3400 0 0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26.5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35 3225 0 0,'35'-5'9179'0'0,"6"-6"-5445"0"0,-23 5-2374 0 0,-1 2-1 0 0,27-4 0 0 0,-10 7-948 0 0,-1 2 0 0 0,0 2-1 0 0,45 8 1 0 0,-46-5-88 0 0,0-1-1 0 0,0-2 0 0 0,58-3 1 0 0,-44-8-2471 0 0,-15 1-2095 0 0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29.8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8 253 9674 0 0,'-7'-5'2637'0'0,"7"4"-2590"0"0,0 1 0 0 0,0 0 0 0 0,0 0 0 0 0,0 0 0 0 0,1-2 704 0 0,-1 2-704 0 0,0 0 0 0 0,0 0 0 0 0,0 0-1 0 0,0 0 1 0 0,1 0 0 0 0,-1 0 0 0 0,0 0 0 0 0,0 0 0 0 0,0 0 0 0 0,0 0 0 0 0,0 0 0 0 0,0 0 0 0 0,1 0 0 0 0,-1 0 0 0 0,0 0 0 0 0,0 0 0 0 0,0 0 0 0 0,0 0 0 0 0,0 0-1 0 0,1 0 1 0 0,0 1 611 0 0,-1-1-612 0 0,0 0 1 0 0,0 0 0 0 0,0 0 0 0 0,0 0 0 0 0,0 0 0 0 0,0 1 0 0 0,1-1 0 0 0,-1 0 0 0 0,9 7 196 0 0,0-1-1 0 0,0 2 1 0 0,-1-1-1 0 0,0 1 1 0 0,0 1 0 0 0,0 0-1 0 0,10 16 1 0 0,43 82 941 0 0,-22-37-651 0 0,-15-29-267 0 0,38 58-70 0 0,-52-85-192 0 0,0-1 0 0 0,1 0-1 0 0,0-1 1 0 0,24 19-1 0 0,-35-30 3 0 0,1 0 0 0 0,0 0 1 0 0,0 0-1 0 0,0 0 0 0 0,0-1 0 0 0,-1 1 0 0 0,1 0 0 0 0,0-1 0 0 0,0 1 0 0 0,0-1 1 0 0,0 1-1 0 0,1-1 0 0 0,-1 1 0 0 0,0-1 0 0 0,0 0 0 0 0,0 0 0 0 0,0 1 1 0 0,0-1-1 0 0,0 0 0 0 0,1 0 0 0 0,-1 0 0 0 0,0 0 0 0 0,0 0 0 0 0,0-1 0 0 0,0 1 1 0 0,0 0-1 0 0,0 0 0 0 0,1-1 0 0 0,-1 1 0 0 0,0-1 0 0 0,0 1 0 0 0,0-1 0 0 0,0 1 1 0 0,0-1-1 0 0,0 0 0 0 0,-1 1 0 0 0,1-1 0 0 0,0 0 0 0 0,0 0 0 0 0,0 0 1 0 0,-1 1-1 0 0,1-1 0 0 0,0 0 0 0 0,-1 0 0 0 0,1 0 0 0 0,-1 0 0 0 0,1 0 0 0 0,-1 0 1 0 0,1-2-1 0 0,2-7 148 0 0,0 1 0 0 0,-1-1 0 0 0,0 1 0 0 0,1-17 0 0 0,-2 19-93 0 0,13-222 1243 0 0,-11 140-1967 0 0,3 1 0 0 0,23-111 1 0 0,-23 177-1293 0 0,0 4-4634 0 0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30.1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16 7834 0 0,'-2'4'175'0'0,"1"-1"1"0"0,-1 1 0 0 0,1 0 0 0 0,-1-1-1 0 0,1 1 1 0 0,0 0 0 0 0,0 0 0 0 0,1 0-1 0 0,-1 0 1 0 0,1 0 0 0 0,0 0 0 0 0,0 0-1 0 0,1 7 1 0 0,11 56 1408 0 0,-9-55-1327 0 0,1 10 422 0 0,2 1 1 0 0,1-2 0 0 0,12 29-1 0 0,-17-45-532 0 0,0-1 0 0 0,0 1 0 0 0,1 0 0 0 0,-1-1 0 0 0,1 0 0 0 0,0 0 0 0 0,1 0 0 0 0,-1 0 0 0 0,1 0 0 0 0,-1 0 0 0 0,1-1 0 0 0,0 0 0 0 0,0 0 0 0 0,1 0 0 0 0,-1 0 0 0 0,1-1 0 0 0,-1 1 0 0 0,1-1 0 0 0,0 0 0 0 0,9 2 0 0 0,-12-4-116 0 0,0-1 0 0 0,0 1 0 0 0,0-1 0 0 0,0 1 0 0 0,-1-1 0 0 0,1 0 0 0 0,0 1 0 0 0,-1-1 0 0 0,1 0 0 0 0,0 0-1 0 0,-1 0 1 0 0,1 0 0 0 0,-1-1 0 0 0,1 1 0 0 0,-1 0 0 0 0,0 0 0 0 0,0-1 0 0 0,1 1 0 0 0,-1-1 0 0 0,0 0 0 0 0,0 1 0 0 0,0-1 0 0 0,-1 0 0 0 0,1 1 0 0 0,0-1 0 0 0,0-3 0 0 0,3-4 84 0 0,-1-1 0 0 0,0 0 0 0 0,3-14 0 0 0,-4 8-230 0 0,-1 0 0 0 0,0 0 0 0 0,-2 0 0 0 0,0 1 0 0 0,0-1 0 0 0,-1 0 0 0 0,-1 1 0 0 0,-1-1 0 0 0,0 1 0 0 0,-1 0 0 0 0,-1 0 0 0 0,0 1 0 0 0,-13-23 0 0 0,9 25-682 0 0,1 3-133 0 0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30.3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 15667 0 0,'-1'1'235'0'0,"0"1"0"0"0,1-1 1 0 0,-1 0-1 0 0,1 1 0 0 0,-1-1 0 0 0,1 1 0 0 0,0-1 0 0 0,-1 1 0 0 0,1-1 0 0 0,0 1 0 0 0,0-1 0 0 0,0 1 0 0 0,0-1 0 0 0,0 1 0 0 0,1-1 1 0 0,-1 1-1 0 0,0-1 0 0 0,1 2 0 0 0,11 37 621 0 0,-6-19-249 0 0,15 69 51 0 0,-6-22-1221 0 0,2 0 0 0 0,50 122 0 0 0,-54-162-6840 0 0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30.6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0 10594 0 0,'-1'3'518'0'0,"0"1"0"0"0,0-1 0 0 0,1 0 1 0 0,-1 0-1 0 0,1 0 0 0 0,0 0 0 0 0,0 0 0 0 0,0 1 0 0 0,0-1 0 0 0,0 0 0 0 0,1 0 0 0 0,0 0 0 0 0,1 5 0 0 0,0 2-88 0 0,32 146 3351 0 0,41 75-3490 0 0,-65-203-403 0 0,5 13-645 0 0,-3-9-5218 0 0,-5-12-696 0 0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31.2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1 236 12443 0 0,'1'-5'331'0'0,"1"1"-1"0"0,0 0 1 0 0,0-1 0 0 0,0 1 0 0 0,0 0 0 0 0,1 0 0 0 0,5-6 0 0 0,4-4-329 0 0,1 1 0 0 0,1 1 0 0 0,-1 0 0 0 0,2 1 0 0 0,0 0 0 0 0,0 1 0 0 0,22-10 0 0 0,-2 3-15 0 0,1 1 0 0 0,52-14 0 0 0,-54 21-831 0 0,41-7 0 0 0,-61 14 513 0 0,1 0 0 0 0,-1 1 1 0 0,1 1-1 0 0,-1 1 0 0 0,26 3 0 0 0,-39-4 384 0 0,0 0 0 0 0,0 0 0 0 0,0 0-1 0 0,0 0 1 0 0,0 0 0 0 0,1 0 0 0 0,-1 1-1 0 0,0-1 1 0 0,0 0 0 0 0,0 1 0 0 0,0-1-1 0 0,0 1 1 0 0,0-1 0 0 0,0 1-1 0 0,0-1 1 0 0,0 1 0 0 0,-1 0 0 0 0,1-1-1 0 0,0 1 1 0 0,0 0 0 0 0,-1 0 0 0 0,1 0-1 0 0,0 0 1 0 0,-1 0 0 0 0,1 0 0 0 0,0-1-1 0 0,-1 1 1 0 0,0 1 0 0 0,1-1 0 0 0,-1 0-1 0 0,1 0 1 0 0,-1 0 0 0 0,0 0-1 0 0,0 0 1 0 0,0 0 0 0 0,0 0 0 0 0,0 0-1 0 0,0 0 1 0 0,0 0 0 0 0,0 1 0 0 0,0-1-1 0 0,0 0 1 0 0,0 0 0 0 0,-1 0 0 0 0,0 1-1 0 0,-2 6 629 0 0,-1 0 0 0 0,-1-1 0 0 0,1 0 0 0 0,-1 0 0 0 0,-7 7 0 0 0,-2 4-1469 0 0,9-10 852 0 0,-5 6 266 0 0,1 0-1 0 0,0 0 1 0 0,1 1 0 0 0,0 0 0 0 0,2 0 0 0 0,-9 26 0 0 0,17-33 130 0 0,5-14-394 0 0,7-14-296 0 0,-10 10 148 0 0,-2 1 1 0 0,1-1-1 0 0,-1 0 0 0 0,1-20 0 0 0,-2 21 247 0 0,0-1 0 0 0,0 1 0 0 0,1 0 0 0 0,0 0 0 0 0,0 0 0 0 0,6-11-1 0 0,-8 20-142 0 0,0 0-1 0 0,0-1 1 0 0,0 1-1 0 0,1 0 0 0 0,-1 0 1 0 0,0-1-1 0 0,1 1 1 0 0,-1 0-1 0 0,0 0 1 0 0,1 0-1 0 0,-1-1 0 0 0,0 1 1 0 0,1 0-1 0 0,-1 0 1 0 0,0 0-1 0 0,1 0 0 0 0,-1 0 1 0 0,0 0-1 0 0,1 0 1 0 0,-1 0-1 0 0,0 0 0 0 0,1 0 1 0 0,-1 0-1 0 0,0 0 1 0 0,1 0-1 0 0,-1 0 1 0 0,1 0-1 0 0,-1 0 0 0 0,0 0 1 0 0,1 0-1 0 0,-1 0 1 0 0,0 1-1 0 0,1-1 0 0 0,-1 0 1 0 0,0 0-1 0 0,0 0 1 0 0,1 1-1 0 0,-1-1 0 0 0,0 0 1 0 0,1 0-1 0 0,-1 1 1 0 0,0-1-1 0 0,0 0 0 0 0,0 0 1 0 0,1 1-1 0 0,-1-1 1 0 0,0 0-1 0 0,0 1 1 0 0,0-1-1 0 0,0 0 0 0 0,1 1 1 0 0,15 25 541 0 0,-11-18-295 0 0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31.6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4145 0 0,'-9'0'1713'0'0,"5"0"-784"0"0,0 0 0 0 0,0 0 0 0 0,0 0 1 0 0,0 0-1 0 0,0 1 0 0 0,0 0 0 0 0,0 0 1 0 0,0 0-1 0 0,-5 2 0 0 0,7-2-657 0 0,0 0 0 0 0,0 1-1 0 0,0 0 1 0 0,0-1 0 0 0,0 1-1 0 0,0 0 1 0 0,0 0 0 0 0,1 0-1 0 0,-1 0 1 0 0,1 0 0 0 0,-3 3 0 0 0,-6 15 81 0 0,-1 0 1 0 0,2 0-1 0 0,1 1 1 0 0,-7 27 0 0 0,12-39-237 0 0,1 0 1 0 0,0 0 0 0 0,1 0-1 0 0,0 1 1 0 0,0-1 0 0 0,1 1-1 0 0,0-1 1 0 0,1 0 0 0 0,0 1 0 0 0,1-1-1 0 0,0 0 1 0 0,5 16 0 0 0,-7-24-133 0 0,0 0 1 0 0,0 0 0 0 0,1 0-1 0 0,-1 0 1 0 0,0 0 0 0 0,1 0-1 0 0,-1 0 1 0 0,1 0 0 0 0,-1 0-1 0 0,1 0 1 0 0,0 0 0 0 0,-1 0-1 0 0,1 0 1 0 0,0-1-1 0 0,-1 1 1 0 0,1 0 0 0 0,0 0-1 0 0,0-1 1 0 0,0 1 0 0 0,0-1-1 0 0,0 1 1 0 0,0 0 0 0 0,0-1-1 0 0,0 0 1 0 0,0 1 0 0 0,0-1-1 0 0,0 0 1 0 0,0 1 0 0 0,0-1-1 0 0,0 0 1 0 0,0 0 0 0 0,0 0-1 0 0,0 0 1 0 0,0 0 0 0 0,1 0-1 0 0,-1 0 1 0 0,0 0 0 0 0,0-1-1 0 0,0 1 1 0 0,0 0 0 0 0,0-1-1 0 0,0 1 1 0 0,0 0 0 0 0,0-1-1 0 0,0 0 1 0 0,0 1 0 0 0,0-1-1 0 0,0 1 1 0 0,-1-1-1 0 0,3-1 1 0 0,1-2-73 0 0,0 0 0 0 0,-1 0 0 0 0,1-1 0 0 0,-1 1 0 0 0,0-1 0 0 0,0 0 0 0 0,0 0 0 0 0,3-9 0 0 0,12-54-272 0 0,-15 50-229 0 0,2 0 1 0 0,0 1-1 0 0,11-26 1 0 0,-14 45-149 0 0,0 0 1 0 0,0 1-1 0 0,0-1 0 0 0,0 1 0 0 0,0-1 0 0 0,0 1 1 0 0,-1 0-1 0 0,1 0 0 0 0,1 4 0 0 0,8 13-2181 0 0,6-5 3202 0 0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32.2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 27 7370 0 0,'0'-1'167'0'0,"-1"-1"1"0"0,1 1 0 0 0,-1 0-1 0 0,1-1 1 0 0,-1 1 0 0 0,1 0 0 0 0,-1 0-1 0 0,0-1 1 0 0,1 1 0 0 0,-1 0 0 0 0,0 0-1 0 0,0 0 1 0 0,0 0 0 0 0,0 0 0 0 0,0 0-1 0 0,0 0 1 0 0,0 0 0 0 0,0 0-1 0 0,0 1 1 0 0,-1-1 0 0 0,1 0 0 0 0,0 1-1 0 0,-1-1 1 0 0,1 1 0 0 0,0-1 0 0 0,-1 1-1 0 0,0-1 1 0 0,0 2 84 0 0,1-1 1 0 0,-1 0-1 0 0,1 1 0 0 0,-1-1 0 0 0,1 1 1 0 0,-1 0-1 0 0,1-1 0 0 0,0 1 1 0 0,-1 0-1 0 0,1 0 0 0 0,0 0 0 0 0,0 0 1 0 0,-1 0-1 0 0,1 0 0 0 0,0 0 1 0 0,0 0-1 0 0,0 0 0 0 0,0 1 1 0 0,1-1-1 0 0,-1 0 0 0 0,0 1 0 0 0,0-1 1 0 0,1 1-1 0 0,-2 2 0 0 0,-5 16 55 0 0,1 1-1 0 0,1-1 0 0 0,1 1 1 0 0,1 0-1 0 0,0 1 0 0 0,2-1 1 0 0,0 1-1 0 0,2-1 0 0 0,5 41 1 0 0,-6-60-313 0 0,0 0 1 0 0,1 0-1 0 0,-1 0 0 0 0,1 0 1 0 0,-1-1-1 0 0,1 1 1 0 0,-1 0-1 0 0,1 0 1 0 0,0-1-1 0 0,0 1 1 0 0,0 0-1 0 0,0-1 1 0 0,0 1-1 0 0,0-1 0 0 0,1 1 1 0 0,-1-1-1 0 0,0 0 1 0 0,1 1-1 0 0,-1-1 1 0 0,2 1-1 0 0,-2-2-12 0 0,-1 0 0 0 0,1 0-1 0 0,-1 0 1 0 0,1 0 0 0 0,-1 1 0 0 0,1-1-1 0 0,0 0 1 0 0,-1 0 0 0 0,1-1 0 0 0,-1 1-1 0 0,1 0 1 0 0,-1 0 0 0 0,1 0 0 0 0,-1 0 0 0 0,1 0-1 0 0,-1-1 1 0 0,1 1 0 0 0,-1 0 0 0 0,1 0-1 0 0,-1-1 1 0 0,0 1 0 0 0,1 0 0 0 0,-1-1-1 0 0,1 1 1 0 0,-1-1 0 0 0,11-21-857 0 0,0-39-194 0 0,-6 33 1024 0 0,11-40 0 0 0,-14 62 254 0 0,0-1 0 0 0,0 0-1 0 0,1 1 1 0 0,0 0 0 0 0,1 0 0 0 0,0 0-1 0 0,-1 0 1 0 0,2 0 0 0 0,-1 1 0 0 0,11-10 0 0 0,-15 14-172 0 0,1 0 1 0 0,0 0-1 0 0,0 0 1 0 0,0 1 0 0 0,0-1-1 0 0,0 0 1 0 0,0 1-1 0 0,1-1 1 0 0,-1 1 0 0 0,0-1-1 0 0,0 1 1 0 0,0 0-1 0 0,1 0 1 0 0,-1-1 0 0 0,0 1-1 0 0,0 0 1 0 0,0 0 0 0 0,1 0-1 0 0,-1 0 1 0 0,0 0-1 0 0,0 0 1 0 0,1 1 0 0 0,-1-1-1 0 0,2 1 1 0 0,-1 0-2 0 0,0 0 1 0 0,0 0-1 0 0,0 1 0 0 0,0-1 0 0 0,0 1 1 0 0,-1-1-1 0 0,1 1 0 0 0,0 0 1 0 0,-1 0-1 0 0,1 0 0 0 0,1 4 1 0 0,3 5 21 0 0,0 1 0 0 0,-1-1 0 0 0,5 21 0 0 0,-9-31-53 0 0,4 21 18 0 0,0 0-1 0 0,-1 0 0 0 0,-1 0 1 0 0,-1 1-1 0 0,-1-1 0 0 0,-2 1 1 0 0,-3 29-1 0 0,2-35-18 0 0,-1 1-1 0 0,0-1 1 0 0,-2 1-1 0 0,0-1 0 0 0,-1 0 1 0 0,-1-1-1 0 0,0 0 1 0 0,-1 0-1 0 0,-18 25 1 0 0,26-40-49 0 0,-1 1-196 0 0,0 0-1 0 0,-1-1 0 0 0,1 1 1 0 0,-1 0-1 0 0,1-1 1 0 0,-1 1-1 0 0,0-1 1 0 0,1 1-1 0 0,-1-1 0 0 0,0 0 1 0 0,-2 2-1 0 0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32.5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0 264 10594 0 0,'2'1'167'0'0,"1"-1"0"0"0,-1 1 1 0 0,0-1-1 0 0,0 0 0 0 0,0 0 0 0 0,0 0 0 0 0,0 0 0 0 0,1 0 0 0 0,-1 0 0 0 0,0 0 0 0 0,0-1 0 0 0,0 1 1 0 0,0-1-1 0 0,0 0 0 0 0,0 1 0 0 0,0-1 0 0 0,0 0 0 0 0,0 0 0 0 0,0 0 0 0 0,-1-1 0 0 0,1 1 0 0 0,0 0 1 0 0,-1-1-1 0 0,1 1 0 0 0,2-4 0 0 0,4-3 209 0 0,-1-1 0 0 0,0 1-1 0 0,10-16 1 0 0,-14 17-300 0 0,1-1-1 0 0,-1 1 0 0 0,0-1 1 0 0,0 0-1 0 0,-1 0 0 0 0,-1 0 1 0 0,1-1-1 0 0,-1 1 0 0 0,0 0 1 0 0,-1 0-1 0 0,0-1 0 0 0,0 1 1 0 0,-1 0-1 0 0,0-1 0 0 0,-1 1 1 0 0,1 0-1 0 0,-1 0 0 0 0,-1 0 1 0 0,0 0-1 0 0,0 1 1 0 0,-4-8-1 0 0,6 14-73 0 0,1 0 0 0 0,-1 0 0 0 0,1 0 0 0 0,-1 0 0 0 0,0 0 0 0 0,1 0 0 0 0,-1 1 0 0 0,0-1 0 0 0,1 0 0 0 0,-1 0 0 0 0,0 1 0 0 0,0-1 0 0 0,0 0 0 0 0,0 1 0 0 0,1-1 0 0 0,-1 1 1 0 0,0 0-1 0 0,0-1 0 0 0,0 1 0 0 0,0-1 0 0 0,-1 1 0 0 0,1 0 12 0 0,0 0 1 0 0,0 1 0 0 0,0-1 0 0 0,1 0-1 0 0,-1 0 1 0 0,0 1 0 0 0,0-1-1 0 0,0 0 1 0 0,1 1 0 0 0,-1-1-1 0 0,0 1 1 0 0,1-1 0 0 0,-1 1 0 0 0,0-1-1 0 0,1 1 1 0 0,-1 0 0 0 0,1-1-1 0 0,-1 1 1 0 0,0 1 0 0 0,-1 2 93 0 0,-1 1-1 0 0,1-1 1 0 0,0 0 0 0 0,1 1 0 0 0,-1-1 0 0 0,1 1 0 0 0,-1 7-1 0 0,0 3 119 0 0,2-1-1 0 0,0 1 1 0 0,0 0-1 0 0,1-1 1 0 0,1 1-1 0 0,1-1 0 0 0,0 1 1 0 0,0-1-1 0 0,2 0 1 0 0,0 0-1 0 0,0-1 0 0 0,12 21 1 0 0,-13-28-185 0 0,0 0 1 0 0,0 1-1 0 0,0-1 0 0 0,1 0 1 0 0,0-1-1 0 0,1 1 1 0 0,-1-1-1 0 0,1 0 0 0 0,0-1 1 0 0,0 1-1 0 0,0-1 0 0 0,1-1 1 0 0,0 1-1 0 0,0-1 1 0 0,-1 0-1 0 0,2 0 0 0 0,-1-1 1 0 0,0 0-1 0 0,0 0 0 0 0,1-1 1 0 0,-1 0-1 0 0,1 0 1 0 0,-1-1-1 0 0,1 0 0 0 0,14-1 1 0 0,-12-1-322 0 0,0 0 0 0 0,1-1 1 0 0,-1 0-1 0 0,0-1 0 0 0,0 0 1 0 0,14-7-1 0 0,4-7-7387 0 0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34.5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9 6449 0 0,'-8'-9'9200'0'0,"63"597"-5828"0"0,-47-444-3257 0 0,5 61-104 0 0,18 418-10 0 0,-30-565-818 0 0,-3-1-1 0 0,-11 76 1 0 0,12-128-1046 0 0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34.9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120 350 920 0 0,'0'-8'67'0'0,"-2"-43"1945"0"0,2 47-1851 0 0,0 1-1 0 0,-1 0 1 0 0,0-1 0 0 0,0 1 0 0 0,0 0 0 0 0,0 0 0 0 0,0-1 0 0 0,0 1 0 0 0,-1 0 0 0 0,0 0 0 0 0,1 1 0 0 0,-4-5-1 0 0,4 7-57 0 0,0-1 0 0 0,1 1-1 0 0,-1 0 1 0 0,0-1-1 0 0,0 1 1 0 0,0 0-1 0 0,0-1 1 0 0,0 1-1 0 0,0 0 1 0 0,0 0 0 0 0,0 0-1 0 0,0 0 1 0 0,0 0-1 0 0,0 0 1 0 0,0 0-1 0 0,0 0 1 0 0,1 0-1 0 0,-1 1 1 0 0,0-1 0 0 0,0 0-1 0 0,0 0 1 0 0,0 1-1 0 0,0-1 1 0 0,0 1-1 0 0,0-1 1 0 0,1 1-1 0 0,-1-1 1 0 0,0 1 0 0 0,0 0-1 0 0,1-1 1 0 0,-1 1-1 0 0,0 0 1 0 0,1-1-1 0 0,-1 1 1 0 0,1 0-1 0 0,-1 0 1 0 0,1 0 0 0 0,-1 1-1 0 0,-22 34 1938 0 0,15-20-1638 0 0,1 2 0 0 0,1-1 0 0 0,0 0 0 0 0,1 1 0 0 0,1 0 0 0 0,1 1 0 0 0,-2 34 0 0 0,5-52-399 0 0,0-1 1 0 0,0 0-1 0 0,0 0 1 0 0,-1 0-1 0 0,1 1 1 0 0,0-1-1 0 0,0 0 1 0 0,0 0 0 0 0,0 0-1 0 0,0 1 1 0 0,0-1-1 0 0,0 0 1 0 0,0 0-1 0 0,0 1 1 0 0,0-1-1 0 0,0 0 1 0 0,0 0-1 0 0,0 1 1 0 0,0-1-1 0 0,0 0 1 0 0,0 0-1 0 0,0 0 1 0 0,0 1-1 0 0,0-1 1 0 0,0 0 0 0 0,1 0-1 0 0,-1 1 1 0 0,0-1-1 0 0,0 0 1 0 0,0 0-1 0 0,0 0 1 0 0,0 0-1 0 0,1 1 1 0 0,-1-1-1 0 0,0 0 1 0 0,0 0-1 0 0,0 0 1 0 0,0 0-1 0 0,1 0 1 0 0,-1 1-1 0 0,0-1 1 0 0,0 0 0 0 0,1 0-1 0 0,-1 0 1 0 0,0 0-1 0 0,0 0 1 0 0,0 0-1 0 0,1 0 1 0 0,-1 0-1 0 0,0 0 1 0 0,10-12 86 0 0,7-20-23 0 0,-2-11 177 0 0,0 0 0 0 0,7-46 0 0 0,-10 40-114 0 0,21-58 0 0 0,-32 104-148 0 0,4-9 189 0 0,0 0-1 0 0,0 1 1 0 0,1-1-1 0 0,12-16 1 0 0,-17 26-47 0 0,1 0 0 0 0,-1 0 0 0 0,1 1 0 0 0,-1-1 0 0 0,1 0 1 0 0,-1 1-1 0 0,1-1 0 0 0,0 1 0 0 0,0 0 0 0 0,0 0 0 0 0,0 0 1 0 0,0 0-1 0 0,0 0 0 0 0,0 0 0 0 0,0 0 0 0 0,0 0 0 0 0,0 1 0 0 0,0-1 1 0 0,1 1-1 0 0,-1 0 0 0 0,0 0 0 0 0,0-1 0 0 0,0 1 0 0 0,1 1 1 0 0,-1-1-1 0 0,0 0 0 0 0,0 1 0 0 0,1-1 0 0 0,-1 1 0 0 0,0-1 1 0 0,0 1-1 0 0,0 0 0 0 0,3 2 0 0 0,18 9 518 0 0,-7-2-525 0 0,1-1 0 0 0,0 0 0 0 0,1-1 0 0 0,0-1 0 0 0,0-1 0 0 0,1-1 0 0 0,22 4 0 0 0,-17-6-397 0 0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36.1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121 63 3225 0 0,'0'-2'44'0'0,"0"-1"0"0"0,-1 1 0 0 0,1 0 0 0 0,-1 1 0 0 0,1-1 1 0 0,-1 0-1 0 0,0 0 0 0 0,1 0 0 0 0,-1 0 0 0 0,0 0 0 0 0,0 1 1 0 0,-1-1-1 0 0,1 0 0 0 0,-2-1 0 0 0,0-1 439 0 0,0 1 0 0 0,0 0 0 0 0,-1 1 0 0 0,1-1 0 0 0,-1 1 0 0 0,0-1 1 0 0,0 1-1 0 0,0 0 0 0 0,0 0 0 0 0,0 1 0 0 0,-5-2 0 0 0,7 2-125 0 0,0 1 1 0 0,0-1-1 0 0,-1 1 1 0 0,1-1-1 0 0,0 1 1 0 0,-1 0-1 0 0,1 0 0 0 0,0 0 1 0 0,-1 0-1 0 0,1 1 1 0 0,0-1-1 0 0,-1 1 1 0 0,1-1-1 0 0,0 1 0 0 0,-5 2 1 0 0,6-2-233 0 0,-1 0 1 0 0,1 0 0 0 0,0 0-1 0 0,0 1 1 0 0,-1-1-1 0 0,1 0 1 0 0,0 1-1 0 0,0-1 1 0 0,0 1-1 0 0,0-1 1 0 0,1 1-1 0 0,-1 0 1 0 0,0-1 0 0 0,1 1-1 0 0,-1 0 1 0 0,1-1-1 0 0,-1 1 1 0 0,1 0-1 0 0,0 0 1 0 0,0-1-1 0 0,0 1 1 0 0,0 0 0 0 0,0 0-1 0 0,1 2 1 0 0,0 12 163 0 0,2 1 0 0 0,0 0 0 0 0,1-1 0 0 0,1 0 1 0 0,11 27-1 0 0,42 73 517 0 0,-53-109-768 0 0,-1 0-1 0 0,1 0 1 0 0,0 0-1 0 0,0 0 0 0 0,1-1 1 0 0,0 0-1 0 0,0 0 1 0 0,1-1-1 0 0,-1 1 1 0 0,12 6-1 0 0,-14-10-80 0 0,-1-1 1 0 0,1 1-1 0 0,0 0 0 0 0,-1-1 1 0 0,1 0-1 0 0,0 0 0 0 0,0 0 1 0 0,0 0-1 0 0,0-1 0 0 0,0 0 1 0 0,0 1-1 0 0,0-1 0 0 0,0-1 1 0 0,1 1-1 0 0,-1-1 0 0 0,0 1 0 0 0,-1-1 1 0 0,1 0-1 0 0,0-1 0 0 0,0 1 1 0 0,0-1-1 0 0,-1 0 0 0 0,7-3 1 0 0,3-4-752 0 0,-2 0 0 0 0,1-1 0 0 0,-1-1 0 0 0,-1 1 0 0 0,18-24 1 0 0,1-6-4709 0 0,-15 20 1038 0 0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36.5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21 254 6913 0 0,'-6'-11'875'0'0,"1"0"-1"0"0,-5-25 3602 0 0,18 41-2854 0 0,6 6-143 0 0,-1 3-774 0 0,0-1 0 0 0,1 0 0 0 0,1-1-1 0 0,0-1 1 0 0,0 0 0 0 0,32 16 0 0 0,-46-26-710 0 0,0-1 1 0 0,0 1-1 0 0,1-1 1 0 0,-1 0 0 0 0,0 0-1 0 0,0 1 1 0 0,1-1 0 0 0,-1 0-1 0 0,0 0 1 0 0,1 0 0 0 0,-1 0-1 0 0,0 0 1 0 0,0 0 0 0 0,1-1-1 0 0,-1 1 1 0 0,0 0 0 0 0,0-1-1 0 0,1 1 1 0 0,-1-1 0 0 0,0 1-1 0 0,0-1 1 0 0,2-1 0 0 0,-1 0-16 0 0,-1 1 1 0 0,1-1 0 0 0,-1 0-1 0 0,1 0 1 0 0,-1 0 0 0 0,0 0-1 0 0,1 0 1 0 0,-1 0 0 0 0,-1 0 0 0 0,1 0-1 0 0,1-5 1 0 0,1-6-94 0 0,-1 0 1 0 0,-1 0-1 0 0,1-22 0 0 0,-2 25 81 0 0,-4-73-251 0 0,1 57 143 0 0,2-39 1 0 0,0 64 154 0 0,1 0-1 0 0,0 0 1 0 0,0 1 0 0 0,0-1-1 0 0,0 0 1 0 0,0 0-1 0 0,0 0 1 0 0,0 1 0 0 0,0-1-1 0 0,0 0 1 0 0,0 0-1 0 0,0 1 1 0 0,1-1 0 0 0,-1 0-1 0 0,0 0 1 0 0,1 1-1 0 0,-1-1 1 0 0,0 0 0 0 0,1 1-1 0 0,-1-1 1 0 0,1 0-1 0 0,-1 1 1 0 0,1-1-1 0 0,-1 1 1 0 0,1-1 0 0 0,-1 0-1 0 0,1 1 1 0 0,0 0-1 0 0,-1-1 1 0 0,1 1 0 0 0,0-1-1 0 0,-1 1 1 0 0,1 0-1 0 0,0-1 1 0 0,0 1 0 0 0,-1 0-1 0 0,1 0 1 0 0,0 0-1 0 0,0-1 1 0 0,-1 1 0 0 0,1 0-1 0 0,0 0 1 0 0,0 0-1 0 0,0 0 1 0 0,-1 0 0 0 0,1 1-1 0 0,0-1 1 0 0,0 0-1 0 0,-1 0 1 0 0,1 0-1 0 0,0 1 1 0 0,0-1 0 0 0,0 1-1 0 0,7 3 247 0 0,0 0-1 0 0,-1 1 0 0 0,1 0 0 0 0,7 8 1 0 0,7 4 103 0 0,-14-13-406 0 0,0-1 1 0 0,1 1-1 0 0,-1-1 0 0 0,1 0 1 0 0,0-1-1 0 0,9 1 0 0 0,29 3-2937 0 0,-24-4-59 0 0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36.8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1 182 6913 0 0,'36'12'3145'0'0,"20"1"317"0"0,-30-8-2193 0 0,0 1 1 0 0,0 1 0 0 0,0 2 0 0 0,43 20-1 0 0,-63-26-205 0 0,-14-8-606 0 0,-23-19-99 0 0,14 6-219 0 0,1-1 0 0 0,-26-39 0 0 0,36 47-614 0 0,0 1 0 0 0,1-1 1 0 0,0 0-1 0 0,1 0 0 0 0,0 0 0 0 0,1-1 1 0 0,0 1-1 0 0,-1-15 0 0 0,2-1-6125 0 0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37.1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1 331 3681 0 0,'19'-22'7275'0'0,"-15"20"-6706"0"0,0-1 0 0 0,-1 1 0 0 0,1 1 0 0 0,0-1 0 0 0,0 0 0 0 0,0 1 0 0 0,1 0 1 0 0,-1 0-1 0 0,0 0 0 0 0,0 1 0 0 0,8-1 0 0 0,-5 1-130 0 0,-1 1 1 0 0,0 0-1 0 0,0 0 0 0 0,0 0 1 0 0,0 1-1 0 0,0 0 0 0 0,9 3 1 0 0,-2 2-216 0 0,0 1 1 0 0,-1-1 0 0 0,1 2 0 0 0,-1 0 0 0 0,-1 0 0 0 0,12 13 0 0 0,-29-30-147 0 0,-1-1-1 0 0,1 0 0 0 0,1-1 0 0 0,0 0 1 0 0,0 1-1 0 0,1-2 0 0 0,0 1 0 0 0,1 0 1 0 0,0-1-1 0 0,0 0 0 0 0,2 1 1 0 0,-1-1-1 0 0,1 0 0 0 0,1-15 0 0 0,-1 5-603 0 0,2-1 1 0 0,5-34-1 0 0,-3 39-1150 0 0,1 0 0 0 0,1 0 0 0 0,8-20 1 0 0,-2 15-5108 0 0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37.8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1 584 6913 0 0,'11'-24'1256'0'0,"-1"0"0"0"0,-1 0-1 0 0,0-1 1 0 0,-2 0-1 0 0,5-35 1 0 0,-10 47-1059 0 0,-1 0 0 0 0,0 1 1 0 0,-1-1-1 0 0,0 0 0 0 0,-1 0 0 0 0,0 1 0 0 0,-1-1 0 0 0,-1 0 1 0 0,0 1-1 0 0,0 0 0 0 0,-1 0 0 0 0,-11-22 0 0 0,15 34-198 0 0,0-1-1 0 0,0 1 0 0 0,0 0 0 0 0,0 0 0 0 0,0 0 1 0 0,0 0-1 0 0,0 0 0 0 0,0-1 0 0 0,0 1 0 0 0,0 0 1 0 0,0 0-1 0 0,0 0 0 0 0,0 0 0 0 0,-1 0 0 0 0,1 0 1 0 0,0-1-1 0 0,0 1 0 0 0,0 0 0 0 0,0 0 0 0 0,0 0 1 0 0,0 0-1 0 0,0 0 0 0 0,0 0 0 0 0,-1 0 0 0 0,1 0 1 0 0,0 0-1 0 0,0 0 0 0 0,0-1 0 0 0,0 1 0 0 0,0 0 1 0 0,-1 0-1 0 0,1 0 0 0 0,0 0 0 0 0,0 0 0 0 0,0 0 1 0 0,0 0-1 0 0,0 0 0 0 0,-1 0 0 0 0,1 0 0 0 0,0 0 1 0 0,0 0-1 0 0,0 0 0 0 0,0 0 0 0 0,0 1 0 0 0,-1-1 1 0 0,1 0-1 0 0,0 0 0 0 0,0 0 0 0 0,0 0 0 0 0,0 0 1 0 0,0 0-1 0 0,0 0 0 0 0,0 0 0 0 0,-1 0 0 0 0,-3 12-121 0 0,1 14-52 0 0,3-7 40 0 0,1 0 0 0 0,0 0 0 0 0,1 0 0 0 0,1 0 0 0 0,1 0 0 0 0,10 29 1 0 0,-12-41 109 0 0,1 0 0 0 0,-1 0 0 0 0,1-1 0 0 0,1 1 0 0 0,-1-1 1 0 0,1 1-1 0 0,0-1 0 0 0,1 0 0 0 0,-1-1 0 0 0,1 1 0 0 0,1-1 1 0 0,-1 0-1 0 0,0 0 0 0 0,1 0 0 0 0,0-1 0 0 0,0 0 1 0 0,1 0-1 0 0,-1-1 0 0 0,1 0 0 0 0,8 3 0 0 0,-14-5 29 0 0,1-1-1 0 0,0 1 1 0 0,0-1-1 0 0,0 1 1 0 0,0-1-1 0 0,0 0 0 0 0,0 0 1 0 0,0 0-1 0 0,0 0 1 0 0,0 0-1 0 0,0-1 1 0 0,0 1-1 0 0,0 0 1 0 0,-1-1-1 0 0,1 0 1 0 0,0 1-1 0 0,0-1 0 0 0,0 0 1 0 0,-1 0-1 0 0,1 0 1 0 0,0 0-1 0 0,-1 0 1 0 0,1 0-1 0 0,-1-1 1 0 0,1 1-1 0 0,-1 0 1 0 0,0-1-1 0 0,1 1 0 0 0,-1-1 1 0 0,0 0-1 0 0,0 1 1 0 0,0-1-1 0 0,0 0 1 0 0,1-2-1 0 0,1-7 23 0 0,1 0-1 0 0,-1 0 1 0 0,-1 0-1 0 0,2-23 0 0 0,-1 12 2 0 0,3-44 36 0 0,-5 48-91 0 0,1-1 0 0 0,0 1 0 0 0,1-1 0 0 0,1 1 0 0 0,11-30 0 0 0,-15 47 85 0 0,0 0 0 0 0,0 1 0 0 0,1-1 0 0 0,-1 0 0 0 0,0 1 0 0 0,1-1 0 0 0,-1 0 0 0 0,1 1 1 0 0,-1-1-1 0 0,1 1 0 0 0,-1-1 0 0 0,1 1 0 0 0,-1-1 0 0 0,1 1 0 0 0,0-1 0 0 0,-1 1 0 0 0,1 0 0 0 0,-1-1 1 0 0,1 1-1 0 0,0 0 0 0 0,-1 0 0 0 0,1-1 0 0 0,0 1 0 0 0,0 0 0 0 0,-1 0 0 0 0,2 0 0 0 0,0 0 55 0 0,0 0-1 0 0,-1 1 0 0 0,1-1 0 0 0,0 1 0 0 0,-1-1 0 0 0,1 1 1 0 0,-1 0-1 0 0,1-1 0 0 0,-1 1 0 0 0,1 0 0 0 0,1 2 0 0 0,6 5 493 0 0,0 0 0 0 0,14 17 0 0 0,-15-15-320 0 0,60 56 93 0 0,-60-59-340 0 0,0-1 0 0 0,1 0 0 0 0,0 0 0 0 0,0-1 0 0 0,0 0 0 0 0,20 7 0 0 0,-29-11-46 0 0,1-1 0 0 0,0 0 0 0 0,0 0 0 0 0,0 1 0 0 0,0-1 0 0 0,0 0 0 0 0,0 0 0 0 0,0 0 0 0 0,0 0 0 0 0,0 0 0 0 0,0 0 0 0 0,0 0 0 0 0,0-1 0 0 0,0 1 0 0 0,0 0-1 0 0,0 0 1 0 0,0-1 0 0 0,0 1 0 0 0,0-1 0 0 0,0 1 0 0 0,0-1 0 0 0,-1 1 0 0 0,1-1 0 0 0,0 1 0 0 0,1-2 0 0 0,-1 0-40 0 0,1 0 0 0 0,-1 0 0 0 0,0 0 0 0 0,0-1 0 0 0,1 1 0 0 0,-1 0 0 0 0,-1-1 0 0 0,1 1 0 0 0,0 0 0 0 0,0-4 0 0 0,1-6-197 0 0,-1-1 1 0 0,-1 0-1 0 0,0-14 1 0 0,0 22 210 0 0,-1-12-42 0 0,0-10-54 0 0,1-1 0 0 0,6-45 0 0 0,-6 67 229 0 0,1 1-1 0 0,0-1 0 0 0,1 0 0 0 0,-1 0 0 0 0,1 0 0 0 0,1 1 1 0 0,-1-1-1 0 0,1 1 0 0 0,0-1 0 0 0,0 1 0 0 0,0 0 0 0 0,1 0 1 0 0,-1 0-1 0 0,1 1 0 0 0,0-1 0 0 0,1 1 0 0 0,-1 0 1 0 0,7-4-1 0 0,-9 7-30 0 0,0 0 0 0 0,1 0 0 0 0,-1 1 1 0 0,0-1-1 0 0,0 1 0 0 0,1-1 0 0 0,-1 1 0 0 0,0 0 1 0 0,1 0-1 0 0,-1 0 0 0 0,1 0 0 0 0,-1 0 0 0 0,0 0 1 0 0,1 1-1 0 0,-1-1 0 0 0,0 1 0 0 0,0-1 1 0 0,1 1-1 0 0,-1 0 0 0 0,0 0 0 0 0,0 0 0 0 0,0 0 1 0 0,0 1-1 0 0,3 1 0 0 0,7 6-332 0 0,-1 0-1 0 0,21 22 1 0 0,-3-3-877 0 0,-25-25 581 0 0,1 0-1 0 0,-1 0 1 0 0,1 0 0 0 0,0-1-1 0 0,-1 1 1 0 0,7 1-1 0 0,1-2-877 0 0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38.0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8290 0 0,'7'32'5485'0'0,"0"-15"-4311"0"0,1-1-1 0 0,1 0 1 0 0,0 0 0 0 0,1 0 0 0 0,15 16-1 0 0,68 68 279 0 0,-26-29-800 0 0,9 11 62 0 0,-22-24-2562 0 0,-19-19-4994 0 0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2:38.2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8 220 5065 0 0,'-4'-5'448'0'0,"2"1"-352"0"0,0 0-96 0 0,4-3 1344 0 0,-1 3 249 0 0,2-2 47 0 0,1-3 17 0 0,5-5-937 0 0,2-7-184 0 0,6-4-40 0 0,-1-1-8 0 0,4 3-1032 0 0,0-2-216 0 0,2 2-40 0 0,-2-1-1 0 0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3:15.9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40 83 3801 0 0,'0'-1'0'0'0,"-13"1"0"0"0,12 1 714 0 0,-24 6 7302 0 0,27-5-8004 0 0,0-1 1 0 0,0 0 0 0 0,1 1 0 0 0,-1-1-1 0 0,0 0 1 0 0,1 0 0 0 0,-1 0 0 0 0,1-1-1 0 0,-1 1 1 0 0,1 0 0 0 0,-1-1 0 0 0,1 0-1 0 0,-1 0 1 0 0,1 0 0 0 0,0 0 0 0 0,-1 0-1 0 0,1 0 1 0 0,-1 0 0 0 0,1-1 0 0 0,-1 1-1 0 0,1-1 1 0 0,-1 0 0 0 0,1 0 0 0 0,-1 0-1 0 0,1 0 1 0 0,2-2 0 0 0,24-1 219 0 0,-26 4-197 0 0,0 0 0 0 0,0 0-1 0 0,0-1 1 0 0,0 1 0 0 0,0-1-1 0 0,0 1 1 0 0,0-1-1 0 0,-1 0 1 0 0,1 0 0 0 0,0 0-1 0 0,4-3 1 0 0,-3 1 1 0 0,0 0 0 0 0,1 1-1 0 0,-1-1 1 0 0,0 1 0 0 0,1 0 0 0 0,0 0 0 0 0,-1 0-1 0 0,1 1 1 0 0,0-1 0 0 0,0 1 0 0 0,0 0 0 0 0,0 1 0 0 0,0-1-1 0 0,0 1 1 0 0,0 0 0 0 0,0 1 0 0 0,0-1 0 0 0,0 1-1 0 0,0 0 1 0 0,8 2 0 0 0,-9-2-38 0 0,0-1 1 0 0,1 1-1 0 0,-1-1 0 0 0,1 0 1 0 0,-1 0-1 0 0,1-1 0 0 0,-1 1 0 0 0,0-1 1 0 0,9-2-1 0 0,18-2 219 0 0,-24 5-139 0 0,-2-1-64 0 0,0 1 0 0 0,0 0 0 0 0,-1 0 0 0 0,1 0 0 0 0,0 1 0 0 0,0-1 0 0 0,0 1 0 0 0,-1 0 0 0 0,1 1 0 0 0,0-1 0 0 0,-1 1 0 0 0,1 0 0 0 0,3 2-1 0 0,-6-2 35 0 0,0 0-1 0 0,1 0 1 0 0,-1 0-1 0 0,0-1 1 0 0,0 1-1 0 0,1-1 1 0 0,-1 0-1 0 0,1 0 1 0 0,-1 0-1 0 0,1 0 1 0 0,-1 0-1 0 0,1 0 1 0 0,0-1-1 0 0,4 1 1 0 0,-4 0-42 0 0,10 2 7 0 0,0 1 0 0 0,0 1 0 0 0,-1 0 0 0 0,14 8-1 0 0,-23-11-12 0 0,0-1 0 0 0,-1 0 0 0 0,1 1 0 0 0,0-1 0 0 0,0 0 0 0 0,0-1 0 0 0,0 1 0 0 0,0 0 0 0 0,0-1 0 0 0,0 0 0 0 0,0 0 0 0 0,0 0 0 0 0,0 0 0 0 0,1 0 0 0 0,5-2 0 0 0,0 0 0 0 0,0-1 0 0 0,0-1 0 0 0,15-7 0 0 0,-3 6 32 0 0,5-1 8 0 0,-21 4-42 0 0,0 0 0 0 0,0 0-1 0 0,0 0 1 0 0,0 1 0 0 0,1 0-1 0 0,-1 0 1 0 0,0 0 0 0 0,1 1-1 0 0,-1-1 1 0 0,11 2 0 0 0,60 10-34 0 0,-56-8 33 0 0,-7-1 3 0 0,0 0 0 0 0,0-1 0 0 0,0 0 0 0 0,1-1 0 0 0,-1-1 0 0 0,0 0 0 0 0,1-1 0 0 0,18-5 0 0 0,-28 6 0 0 0,1 1 0 0 0,-1-1 0 0 0,0 1 0 0 0,0 0 0 0 0,0 1 0 0 0,0-1 0 0 0,0 1 0 0 0,0-1 0 0 0,8 4 0 0 0,22 1 0 0 0,-14-4 0 0 0,-12-1 0 0 0,-1 1 0 0 0,0-1 0 0 0,0-1 0 0 0,0 1 0 0 0,1-2 0 0 0,-1 1 0 0 0,0 0 0 0 0,7-4 0 0 0,20-2 25 0 0,-30 7-21 0 0,0-1 0 0 0,0 1 0 0 0,0-1 0 0 0,0 0 0 0 0,0 0 0 0 0,0-1 0 0 0,0 1 0 0 0,-1-1-1 0 0,6-2 1 0 0,36-5 116 0 0,32-21 1089 0 0,-28 11-1177 0 0,-44 17-23 0 0,0 0 0 0 0,0 0 0 0 0,0 1 0 0 0,0 0 0 0 0,0-1 0 0 0,11 1 1 0 0,7 4-1740 0 0,2 0-1077 0 0,-14-5-283 0 0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3:20.2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5104 2721 0 0,'24'-23'3406'0'0,"-12"20"-3199"0"0,-1 1 1 0 0,0 0 0 0 0,0 1 0 0 0,16 0 0 0 0,-21 0-249 0 0,0 0 0 0 0,0 0 0 0 0,-1-1 1 0 0,1 0-1 0 0,0 0 0 0 0,-1-1 1 0 0,0 1-1 0 0,1-1 0 0 0,-1 0 0 0 0,0-1 1 0 0,0 1-1 0 0,4-5 0 0 0,-3 3 174 0 0,0 0 1 0 0,1 1-1 0 0,-1 0 0 0 0,1 0 0 0 0,0 1 0 0 0,0 0 0 0 0,8-3 1 0 0,3 1-4 0 0,0 0 1 0 0,33-16-1 0 0,-47 19-104 0 0,32-13 66 0 0,-6 2 360 0 0,46-26 0 0 0,-30 13-327 0 0,-33 19-69 0 0,1-1 1 0 0,-1 0-1 0 0,0 0 0 0 0,-1-2 1 0 0,0 1-1 0 0,20-22 0 0 0,-13 8 48 0 0,74-98 1312 0 0,39-92-391 0 0,-98 163-424 0 0,45-51-1 0 0,-13 18-81 0 0,-28 33-297 0 0,-6 11 27 0 0,-3-2-1 0 0,-1-1 1 0 0,38-77-1 0 0,-20 31 66 0 0,-28 58 641 0 0,16-41-1 0 0,-18 36-855 0 0,2 1-1 0 0,1 0 0 0 0,47-60 1 0 0,57-81-132 0 0,-79 110 26 0 0,6-14 159 0 0,45-95 0 0 0,27-92 152 0 0,-46 48 260 0 0,-3 5-24 0 0,7 39-31 0 0,52-133 671 0 0,-45 74-901 0 0,-15 42-70 0 0,-25 75-83 0 0,67-118 0 0 0,-42 90-48 0 0,-8 5-2 0 0,-22 44 21 0 0,59-96 0 0 0,-62 123 4 0 0,51-132 0 0 0,-76 168-95 0 0,1-2 100 0 0,1 0 1 0 0,29-44 0 0 0,-40 66-205 0 0,-15 12-128 0 0,-15 15-202 0 0,-80 85-1584 0 0,75-74 1592 0 0,2 0 1 0 0,1 1 0 0 0,1 2-1 0 0,-25 35 1 0 0,3 1 200 0 0,33-47 80 0 0,0 1 0 0 0,-21 39 0 0 0,36-58 140 0 0,0-1 1 0 0,0 1 0 0 0,1 0-1 0 0,-1 0 1 0 0,0 0 0 0 0,0 0-1 0 0,0 0 1 0 0,0 0 0 0 0,0 0-1 0 0,0 0 1 0 0,0 0 0 0 0,0 0-1 0 0,1 1 1 0 0,-1-1 0 0 0,0 0-1 0 0,0 0 1 0 0,0 0 0 0 0,0 0-1 0 0,0 0 1 0 0,0 0 0 0 0,0 0-1 0 0,0 0 1 0 0,0 0 0 0 0,0 0-1 0 0,1 0 1 0 0,-1 0 0 0 0,0 0-1 0 0,0 0 1 0 0,0 0 0 0 0,0 1-1 0 0,0-1 1 0 0,0 0 0 0 0,0 0-1 0 0,0 0 1 0 0,0 0 0 0 0,0 0-1 0 0,0 0 1 0 0,0 0 0 0 0,0 0-1 0 0,0 0 1 0 0,0 1 0 0 0,0-1-1 0 0,0 0 1 0 0,0 0 0 0 0,0 0-1 0 0,0 0 1 0 0,0 0 0 0 0,0 0-1 0 0,0 0 1 0 0,0 0 0 0 0,0 0 0 0 0,0 1-1 0 0,0-1 1 0 0,0 0 0 0 0,0 0-1 0 0,0 0 1 0 0,14-9 473 0 0,14-15-17 0 0,37-45-221 0 0,93-112 143 0 0,-141 159-252 0 0,-5 6 35 0 0,0 0 0 0 0,-1 0 1 0 0,-1-1-1 0 0,0-1 0 0 0,11-28 0 0 0,-18 36-16 0 0,0 1 1 0 0,1-1-1 0 0,0 1 0 0 0,1 0 0 0 0,10-15 1094 0 0,-16 28-1049 0 0,-8 54 46 0 0,4-34-128 0 0,1-1 0 0 0,-1 33 0 0 0,5-29-110 0 0,2 0 0 0 0,0 0 0 0 0,1 0 0 0 0,2-1 0 0 0,1 1 0 0 0,1-1 0 0 0,15 37 0 0 0,-17-50-189 0 0,0 1 0 0 0,-1 0 0 0 0,-1 0 0 0 0,-1 0 0 0 0,0 0 0 0 0,0 0 0 0 0,-2 24 0 0 0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3:24.8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3 8290 0 0,'-12'-2'2971'0'0,"17"13"1027"0"0,-1-2-3974 0 0,13 31 1429 0 0,-2 1 0 0 0,-2 1 0 0 0,12 73 0 0 0,7 135-447 0 0,-20-132-590 0 0,-8-84-513 0 0,3 12-625 0 0,-3 1 0 0 0,-2 78 0 0 0,-9-99-2172 0 0,7-25 2530 0 0,-1 0-1 0 0,1-1 1 0 0,-1 1-1 0 0,0 0 1 0 0,1 0-1 0 0,-1 0 1 0 0,-3 3-1459 0 0,3-4 1459 0 0,0 1-1 0 0,0 0 1 0 0,0-1-1 0 0,0 1 1 0 0,0-1 0 0 0,0 0-1 0 0,0 1 1 0 0,-2-1-1 0 0,-8 1-2484 0 0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3:25.0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1 265 10594 0 0,'3'-13'418'0'0,"1"0"0"0"0,1 1 0 0 0,0 0 0 0 0,0 0 0 0 0,2 0 0 0 0,-1 1 0 0 0,1 0-1 0 0,9-11 1 0 0,72-78 3015 0 0,-82 94-3234 0 0,-1 1-148 0 0,0 0 0 0 0,1 0 0 0 0,-1 1 0 0 0,1 0 1 0 0,0 0-1 0 0,0 0 0 0 0,7-3 0 0 0,-11 7-129 0 0,-1-1-1 0 0,0 1 1 0 0,0-1-1 0 0,1 1 1 0 0,-1 0-1 0 0,0 0 1 0 0,0-1-1 0 0,1 1 1 0 0,-1 0-1 0 0,0 0 1 0 0,1 0-1 0 0,-1 1 1 0 0,0-1-1 0 0,0 0 1 0 0,1 0-1 0 0,-1 1 1 0 0,0-1-1 0 0,2 1 1 0 0,-2 0-162 0 0,1 0 1 0 0,-1 0 0 0 0,0 1-1 0 0,0-1 1 0 0,0 0 0 0 0,0 0-1 0 0,0 1 1 0 0,-1-1 0 0 0,1 1 0 0 0,0-1-1 0 0,0 1 1 0 0,-1-1 0 0 0,1 1-1 0 0,-1-1 1 0 0,0 1 0 0 0,1-1-1 0 0,-1 1 1 0 0,0-1 0 0 0,0 3 0 0 0,0 18-2407 0 0,-5 3-18 0 0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3:25.2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16 159 5985 0 0,'-15'4'5505'0'0,"22"-23"-3306"0"0,22-24-1216 0 0,-21 34-1176 0 0,-1 1 0 0 0,1-1 0 0 0,1 2-1 0 0,0-1 1 0 0,0 1 0 0 0,0 0-1 0 0,1 1 1 0 0,-1 0 0 0 0,2 0 0 0 0,-1 1-1 0 0,1 1 1 0 0,-1 0 0 0 0,1 0-1 0 0,14-2 1 0 0,3 2 167 0 0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3:25.5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123 125 4609 0 0,'-5'-1'758'0'0,"1"0"1"0"0,-1 1-1 0 0,1 0 1 0 0,-1 0-1 0 0,1 0 0 0 0,-1 0 1 0 0,1 1-1 0 0,-1 0 0 0 0,1 0 1 0 0,-7 2-1 0 0,8-2-403 0 0,-1 1 0 0 0,1 0 0 0 0,0 0-1 0 0,-1 0 1 0 0,1 0 0 0 0,0 1 0 0 0,0-1 0 0 0,1 1 0 0 0,-1-1-1 0 0,-4 6 1 0 0,3-1-166 0 0,0-1 0 0 0,1 1-1 0 0,0-1 1 0 0,0 1 0 0 0,0 0 0 0 0,1 0 0 0 0,0 0-1 0 0,1 0 1 0 0,-1 1 0 0 0,1-1 0 0 0,1 0-1 0 0,-1 12 1 0 0,2-7-145 0 0,-1 1 1 0 0,2 0-1 0 0,0 0 1 0 0,0-1-1 0 0,2 1 0 0 0,-1-1 1 0 0,1 0-1 0 0,1 0 0 0 0,0 0 1 0 0,1-1-1 0 0,0 0 0 0 0,11 15 1 0 0,-14-21-46 0 0,1 0 1 0 0,0-1-1 0 0,0 1 0 0 0,1-1 1 0 0,-1 0-1 0 0,1 0 1 0 0,0 0-1 0 0,0-1 0 0 0,0 0 1 0 0,0 0-1 0 0,1 0 1 0 0,-1-1-1 0 0,1 1 1 0 0,0-1-1 0 0,0-1 0 0 0,0 1 1 0 0,0-1-1 0 0,0 0 1 0 0,0 0-1 0 0,0-1 0 0 0,0 1 1 0 0,0-2-1 0 0,0 1 1 0 0,0-1-1 0 0,0 1 0 0 0,0-2 1 0 0,11-2-1 0 0,-12 2 22 0 0,-1 1 0 0 0,0-1 0 0 0,0 0 0 0 0,0 0 0 0 0,-1-1 0 0 0,1 1 0 0 0,0-1 0 0 0,-1 0 0 0 0,0 1 0 0 0,1-2 0 0 0,-1 1 0 0 0,0 0 0 0 0,-1 0 0 0 0,4-6 0 0 0,-2 2 65 0 0,0 0-1 0 0,-1 0 0 0 0,0 0 1 0 0,0-1-1 0 0,-1 0 0 0 0,0 1 1 0 0,2-12-1 0 0,-2-2 124 0 0,-1-1-1 0 0,-1 1 1 0 0,0-1-1 0 0,-7-41 1 0 0,1 32 127 0 0,-16-56 1 0 0,-2 32-1598 0 0,19 46-376 0 0,-1 0 0 0 0,0 0 1 0 0,-12-13-1 0 0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3:25.8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1 348 8754 0 0,'2'-3'326'0'0,"1"0"0"0"0,1 1 1 0 0,-1-1-1 0 0,0 0 0 0 0,0 1 1 0 0,1 0-1 0 0,0 0 0 0 0,-1 0 0 0 0,1 0 1 0 0,0 1-1 0 0,0-1 0 0 0,0 1 1 0 0,0 0-1 0 0,0 0 0 0 0,0 0 1 0 0,0 1-1 0 0,5-1 0 0 0,-3 2-38 0 0,-1 0 1 0 0,0-1-1 0 0,0 2 0 0 0,0-1 0 0 0,0 1 0 0 0,0-1 1 0 0,0 1-1 0 0,0 1 0 0 0,0-1 0 0 0,-1 1 0 0 0,1 0 1 0 0,3 3-1 0 0,5 5 69 0 0,-1 1 1 0 0,0 0 0 0 0,0 1-1 0 0,-2 0 1 0 0,1 0 0 0 0,-2 1 0 0 0,12 22-1 0 0,-15-19-65 0 0,-6-17-277 0 0,0 1 0 0 0,-1-1 0 0 0,1 0 0 0 0,0 0 0 0 0,0 0 0 0 0,0 0 0 0 0,0 0 0 0 0,0 1 0 0 0,0-1 0 0 0,0 0 0 0 0,0 0 0 0 0,-1 0 0 0 0,1 0 0 0 0,0 0-1 0 0,0 0 1 0 0,0 1 0 0 0,0-1 0 0 0,0 0 0 0 0,-1 0 0 0 0,1 0 0 0 0,0 0 0 0 0,0 0 0 0 0,0 0 0 0 0,0 0 0 0 0,-1 0 0 0 0,1 0 0 0 0,0 0 0 0 0,0 0 0 0 0,0 0-1 0 0,0 0 1 0 0,-1 0 0 0 0,1 0 0 0 0,0 0 0 0 0,0 0 0 0 0,0 0 0 0 0,0 0 0 0 0,-1 0 0 0 0,1 0 0 0 0,0 0 0 0 0,0 0 0 0 0,0-1 0 0 0,0 1 0 0 0,-1 0 0 0 0,1 0-1 0 0,0 0 1 0 0,-2-1 69 0 0,-1-1-1 0 0,1 1 1 0 0,0-1-1 0 0,0 0 1 0 0,0 0-1 0 0,0 0 1 0 0,0 0-1 0 0,1 0 1 0 0,-1 0-1 0 0,-2-4 1 0 0,-3-9 18 0 0,0-1 0 0 0,2 0 0 0 0,-1 0 0 0 0,2 0 0 0 0,0-1 0 0 0,1 0 1 0 0,1 1-1 0 0,1-1 0 0 0,0-29 0 0 0,2 23-342 0 0,1-1 1 0 0,1 0-1 0 0,1 1 1 0 0,1 0-1 0 0,1 0 0 0 0,12-30 1 0 0,11-1-2754 0 0,-12 31-4144 0 0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3:26.4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0 12443 0 0,'-3'6'314'0'0,"0"0"0"0"0,0 0 0 0 0,1 1 0 0 0,0-1 0 0 0,0 0 0 0 0,0 1 0 0 0,1 0 1 0 0,-2 13-1 0 0,1-3 279 0 0,-5 20 306 0 0,2-1 0 0 0,1 1-1 0 0,2 39 1 0 0,2-62-832 0 0,1 0 0 0 0,0 0 0 0 0,1 0 0 0 0,0-1-1 0 0,2 1 1 0 0,-1-1 0 0 0,2 0 0 0 0,-1 0 0 0 0,2 0 0 0 0,0 0-1 0 0,11 16 1 0 0,-16-27-74 0 0,0-1 0 0 0,0 1-1 0 0,0 0 1 0 0,1-1-1 0 0,-1 1 1 0 0,1-1-1 0 0,-1 1 1 0 0,1-1 0 0 0,-1 0-1 0 0,1 1 1 0 0,0-1-1 0 0,0 0 1 0 0,-1 0-1 0 0,1 0 1 0 0,0-1 0 0 0,0 1-1 0 0,0 0 1 0 0,0-1-1 0 0,0 1 1 0 0,0-1 0 0 0,0 0-1 0 0,0 1 1 0 0,3-1-1 0 0,-2-1-25 0 0,0 0-1 0 0,0 0 0 0 0,0 0 1 0 0,0 0-1 0 0,0 0 0 0 0,0-1 1 0 0,-1 1-1 0 0,1-1 0 0 0,-1 0 1 0 0,1 0-1 0 0,-1 0 0 0 0,1 0 1 0 0,3-4-1 0 0,3-5-108 0 0,-1-1 1 0 0,1 0-1 0 0,-2 0 1 0 0,0 0-1 0 0,9-22 0 0 0,-12 22 119 0 0,0-1 0 0 0,-1 0 0 0 0,-1 0 0 0 0,0 0 0 0 0,1-17 0 0 0,2-19-20 0 0,-5 49 43 0 0,0 0 0 0 0,0 0 0 0 0,0 0 0 0 0,0 0 0 0 0,0-1 0 0 0,0 1 0 0 0,0 0 0 0 0,0 0 0 0 0,0 0 0 0 0,0 0 0 0 0,0 0 0 0 0,0 0 0 0 0,0-1 0 0 0,0 1 0 0 0,0 0 0 0 0,0 0 0 0 0,0 0 0 0 0,0 0 0 0 0,1 0 0 0 0,-1 0 0 0 0,0 0 0 0 0,0 0 0 0 0,0 0 0 0 0,0-1 0 0 0,0 1 0 0 0,0 0 0 0 0,0 0 0 0 0,0 0 0 0 0,1 0 0 0 0,-1 0 0 0 0,0 0 0 0 0,0 0 0 0 0,0 0 0 0 0,0 0 0 0 0,0 0 0 0 0,0 0 0 0 0,0 0 0 0 0,1 0 0 0 0,-1 0 0 0 0,0 0 0 0 0,0 0 0 0 0,0 0 0 0 0,0 0 0 0 0,0 0 0 0 0,0 0 0 0 0,1 0 0 0 0,-1 0 0 0 0,0 0 0 0 0,0 0 0 0 0,0 0 0 0 0,0 0 0 0 0,0 0 0 0 0,0 0 0 0 0,8 8 0 0 0,4 9 0 0 0,-3-4 63 0 0,0-1 1 0 0,1 1-1 0 0,0-2 0 0 0,1 0 1 0 0,0 0-1 0 0,0-1 0 0 0,24 16 1 0 0,-27-20-17 0 0,2-1 0 0 0,-1 0 0 0 0,0 0 0 0 0,1-1 0 0 0,0 0 0 0 0,0-1 0 0 0,0 0 0 0 0,0-1 0 0 0,1 0 0 0 0,-1 0 0 0 0,0-1 0 0 0,15-1 0 0 0,-23 0 8 0 0,1 0 0 0 0,-1 0 1 0 0,0-1-1 0 0,1 1 0 0 0,-1-1 1 0 0,0 0-1 0 0,1 1 0 0 0,-1-1 1 0 0,0 0-1 0 0,0 0 0 0 0,0-1 1 0 0,0 1-1 0 0,0 0 0 0 0,0-1 1 0 0,0 1-1 0 0,-1-1 0 0 0,1 0 1 0 0,2-2-1 0 0,-1 0 46 0 0,-1 0 0 0 0,1-1 0 0 0,-1 1-1 0 0,0 0 1 0 0,-1-1 0 0 0,1 1 0 0 0,-1-1 0 0 0,2-8 0 0 0,-1-3 98 0 0,-1 0 0 0 0,0-1 0 0 0,-2 1 1 0 0,-2-24-1 0 0,1 25-729 0 0,-13-72 1617 0 0,6 59-3191 0 0,-4 4-3387 0 0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3:26.8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190 56 8290 0 0,'0'-3'257'0'0,"0"1"-1"0"0,0 0 1 0 0,0 0 0 0 0,-1 0 0 0 0,1-1 0 0 0,0 1 0 0 0,-1 0-1 0 0,0 0 1 0 0,1 0 0 0 0,-1 0 0 0 0,0 0 0 0 0,0 0 0 0 0,0 0-1 0 0,0 0 1 0 0,0 0 0 0 0,-1 0 0 0 0,1 0 0 0 0,-1 1 0 0 0,1-1 0 0 0,-1 0-1 0 0,1 1 1 0 0,-1 0 0 0 0,0-1 0 0 0,0 1 0 0 0,0 0 0 0 0,0 0-1 0 0,0 0 1 0 0,-3-2 0 0 0,2 3-139 0 0,0-1-1 0 0,0 1 1 0 0,1 0 0 0 0,-1 0 0 0 0,0 0-1 0 0,0 0 1 0 0,1 0 0 0 0,-1 0-1 0 0,0 1 1 0 0,1-1 0 0 0,-1 1-1 0 0,0 0 1 0 0,1 0 0 0 0,-1 0-1 0 0,1 0 1 0 0,-1 0 0 0 0,1 0-1 0 0,0 1 1 0 0,-1 0 0 0 0,1-1 0 0 0,0 1-1 0 0,0 0 1 0 0,-2 2 0 0 0,-6 7 41 0 0,1 1 0 0 0,0 1 0 0 0,1-1 0 0 0,0 1 0 0 0,1 1-1 0 0,1-1 1 0 0,0 1 0 0 0,1 0 0 0 0,0 1 0 0 0,-3 17 0 0 0,4-14-103 0 0,1 0 0 0 0,1 0-1 0 0,1 1 1 0 0,0-1 0 0 0,2 0-1 0 0,0 1 1 0 0,0-1 0 0 0,6 19-1 0 0,-6-33-56 0 0,0 1 0 0 0,0-1 0 0 0,1 1 0 0 0,0-1 0 0 0,0 0 0 0 0,0 1 0 0 0,0-1 0 0 0,1 0-1 0 0,-1 0 1 0 0,1-1 0 0 0,0 1 0 0 0,0-1 0 0 0,5 5 0 0 0,-6-7-9 0 0,-1 0 0 0 0,1 0 0 0 0,-1 0 0 0 0,1-1 0 0 0,0 1 0 0 0,0 0 0 0 0,-1-1 0 0 0,1 1 0 0 0,0-1 0 0 0,0 0 0 0 0,0 0 0 0 0,0 0 0 0 0,-1 0 0 0 0,1 0 0 0 0,0 0 0 0 0,0 0 0 0 0,0 0 0 0 0,0-1 0 0 0,-1 1 0 0 0,1-1 0 0 0,0 1 0 0 0,0-1 0 0 0,-1 0 0 0 0,1 1 0 0 0,0-1 0 0 0,-1 0 0 0 0,1 0 0 0 0,-1 0 1 0 0,1-1-1 0 0,-1 1 0 0 0,0 0 0 0 0,1 0 0 0 0,-1-1 0 0 0,0 1 0 0 0,2-4 0 0 0,12-14-163 0 0,-1-2 0 0 0,0 0 1 0 0,-2 0-1 0 0,0-1 0 0 0,15-43 1 0 0,20-38 1432 0 0,-45 100-1166 0 0,-1 0-1 0 0,1 1 1 0 0,0-1 0 0 0,-1 1 0 0 0,1-1 0 0 0,0 1-1 0 0,0 0 1 0 0,1-1 0 0 0,-1 1 0 0 0,0 0 0 0 0,1 0-1 0 0,-1 1 1 0 0,1-1 0 0 0,0 0 0 0 0,3-1 0 0 0,-4 3-70 0 0,-1 0 1 0 0,1 0 0 0 0,-1 0 0 0 0,1 0 0 0 0,-1 1-1 0 0,1-1 1 0 0,-1 0 0 0 0,0 0 0 0 0,1 1 0 0 0,-1-1-1 0 0,1 1 1 0 0,-1 0 0 0 0,0-1 0 0 0,1 1 0 0 0,-1 0-1 0 0,0 0 1 0 0,1 0 0 0 0,-1-1 0 0 0,0 1 0 0 0,0 1-1 0 0,0-1 1 0 0,0 0 0 0 0,0 0 0 0 0,0 0 0 0 0,0 0-1 0 0,-1 1 1 0 0,1-1 0 0 0,0 0 0 0 0,-1 1 0 0 0,1-1-1 0 0,-1 1 1 0 0,1 2 0 0 0,21 52 124 0 0,-15-37 16 0 0,18 37 1 0 0,-22-49-521 0 0,1-1-1 0 0,1 0 1 0 0,-1 0-1 0 0,1 0 1 0 0,1 0 0 0 0,-1-1-1 0 0,1 0 1 0 0,-1 0-1 0 0,8 5 1 0 0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3:27.1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11 210 5529 0 0,'-11'-34'13171'0'0,"19"45"-13105"0"0,-4-6 335 0 0,7 5 209 0 0,0-1 0 0 0,1 0 0 0 0,21 12 0 0 0,-21-14-368 0 0,0 0 0 0 0,-1 2-1 0 0,17 14 1 0 0,-6 3-75 0 0,-18-20-147 0 0,0-1 0 0 0,0 1 0 0 0,1-1-1 0 0,0 0 1 0 0,0 0 0 0 0,0-1 0 0 0,1 1 0 0 0,8 4 0 0 0,-14-9-9 0 0,1 0 1 0 0,-1 0-1 0 0,1 0 1 0 0,-1 0-1 0 0,1 0 1 0 0,-1 0-1 0 0,0 0 1 0 0,1 0-1 0 0,-1 0 1 0 0,1-1-1 0 0,-1 1 1 0 0,1 0-1 0 0,-1 0 1 0 0,0-1-1 0 0,1 1 1 0 0,-1 0 0 0 0,1 0-1 0 0,-1-1 1 0 0,0 1-1 0 0,1 0 1 0 0,-1-1-1 0 0,0 1 1 0 0,0 0-1 0 0,1-1 1 0 0,-1 1-1 0 0,0-1 1 0 0,0 1-1 0 0,1 0 1 0 0,-1-1-1 0 0,0 1 1 0 0,0-1-1 0 0,0 1 1 0 0,0-1-1 0 0,0 1 1 0 0,0-1 0 0 0,0 1-1 0 0,0-1 1 0 0,0 1-1 0 0,0-1 1 0 0,0 1-1 0 0,0 0 1 0 0,0-1-1 0 0,0 0 1 0 0,0-28 312 0 0,0 24-249 0 0,0-21 36 0 0,0-15 191 0 0,6-55-1 0 0,-4 82-673 0 0,0 1-1 0 0,1-1 0 0 0,1 1 1 0 0,0 0-1 0 0,1 0 1 0 0,1 0-1 0 0,13-23 0 0 0,-4 13-7399 0 0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3:27.5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112 458 1840 0 0,'0'-1'158'0'0,"0"0"1"0"0,0 0-1 0 0,0 0 0 0 0,0 0 0 0 0,0 0 0 0 0,0 0 0 0 0,0 0 0 0 0,0-1 0 0 0,0 1 0 0 0,0 0 0 0 0,-1 0 1 0 0,1 0-1 0 0,0 0 0 0 0,-1 0 0 0 0,1 0 0 0 0,0 1 0 0 0,-1-1 0 0 0,0 0 0 0 0,1 0 0 0 0,-1 0 0 0 0,1 0 1 0 0,-1 0-1 0 0,0 1 0 0 0,0-1 0 0 0,1 0 0 0 0,-1 1 0 0 0,0-1 0 0 0,0 0 0 0 0,0 1 0 0 0,0-1 0 0 0,0 1 0 0 0,0-1 1 0 0,0 1-1 0 0,0 0 0 0 0,0-1 0 0 0,0 1 0 0 0,-2 0 0 0 0,1 0 205 0 0,0 0 0 0 0,0 1 0 0 0,-1-1-1 0 0,1 1 1 0 0,0 0 0 0 0,0 0 0 0 0,0 0 0 0 0,0 0 0 0 0,0 0-1 0 0,0 0 1 0 0,0 0 0 0 0,0 1 0 0 0,0-1 0 0 0,1 1 0 0 0,-1-1-1 0 0,1 1 1 0 0,-3 2 0 0 0,-2 5 105 0 0,0 0 0 0 0,0 1-1 0 0,1 0 1 0 0,0 0 0 0 0,1 0 0 0 0,0 1-1 0 0,0-1 1 0 0,1 1 0 0 0,1 0 0 0 0,-1 0-1 0 0,1 12 1 0 0,1-17-418 0 0,0-1 1 0 0,1 1-1 0 0,0 0 0 0 0,0 0 0 0 0,1 0 1 0 0,-1 0-1 0 0,1-1 0 0 0,1 1 1 0 0,-1 0-1 0 0,1 0 0 0 0,0-1 0 0 0,0 0 1 0 0,0 1-1 0 0,1-1 0 0 0,0 0 1 0 0,0 0-1 0 0,0 0 0 0 0,1 0 0 0 0,0-1 1 0 0,0 1-1 0 0,0-1 0 0 0,8 6 1 0 0,-10-8-60 0 0,0-1 0 0 0,1 1 1 0 0,-1-1-1 0 0,1 1 1 0 0,0-1-1 0 0,-1 0 1 0 0,1 0-1 0 0,0 0 1 0 0,0 0-1 0 0,0-1 1 0 0,-1 1-1 0 0,1-1 1 0 0,0 0-1 0 0,0 1 1 0 0,0-1-1 0 0,0-1 1 0 0,0 1-1 0 0,0 0 1 0 0,0-1-1 0 0,3 0 1 0 0,-2-1-113 0 0,0 0 0 0 0,-1 0 0 0 0,1 0 0 0 0,-1-1 0 0 0,1 1 0 0 0,-1-1 0 0 0,0 0 0 0 0,0 0 0 0 0,0 0 0 0 0,-1 0 0 0 0,1 0 0 0 0,3-7 0 0 0,2-4-451 0 0,-1 0 1 0 0,0-1-1 0 0,-2 0 0 0 0,1 0 1 0 0,-2 0-1 0 0,4-19 0 0 0,-3-3-5 0 0,-1 0 0 0 0,-2 0 1 0 0,-2 0-1 0 0,-7-63 0 0 0,-1 38 2212 0 0,-34-117 1 0 0,40 171-1359 0 0,0 2 128 0 0,1 1 0 0 0,-1-1 0 0 0,0 1 0 0 0,0-1 0 0 0,0 1 0 0 0,-1 0 0 0 0,0 0-1 0 0,0 0 1 0 0,-7-9 0 0 0,10 14-364 0 0,0 0-1 0 0,-1 0 0 0 0,1-1 1 0 0,0 1-1 0 0,0 0 1 0 0,-1 0-1 0 0,1 0 0 0 0,0 0 1 0 0,0 0-1 0 0,-1 0 1 0 0,1-1-1 0 0,0 1 0 0 0,-1 0 1 0 0,1 0-1 0 0,0 0 1 0 0,-1 0-1 0 0,1 0 0 0 0,0 0 1 0 0,0 0-1 0 0,-1 0 0 0 0,1 0 1 0 0,0 0-1 0 0,-1 0 1 0 0,1 0-1 0 0,0 1 0 0 0,-1-1 1 0 0,1 0-1 0 0,0 0 1 0 0,0 0-1 0 0,-1 0 0 0 0,1 0 1 0 0,0 1-1 0 0,0-1 1 0 0,-1 0-1 0 0,1 0 0 0 0,0 0 1 0 0,0 1-1 0 0,0-1 0 0 0,-1 0 1 0 0,1 0-1 0 0,0 1 1 0 0,0-1-1 0 0,0 0 0 0 0,0 0 1 0 0,-1 1-1 0 0,1-1 1 0 0,0 0-1 0 0,0 1 0 0 0,0-1 1 0 0,0 0-1 0 0,0 1 1 0 0,0-1-1 0 0,0 0 0 0 0,0 0 1 0 0,0 1-1 0 0,0 0 0 0 0,-2 18 628 0 0,5 14-361 0 0,1-1 0 0 0,2-1 0 0 0,15 52 0 0 0,41 91 447 0 0,-56-159-753 0 0,80 197 992 0 0,-32-80-2707 0 0,-20-44-4301 0 0,-16-41-1860 0 0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3:28.1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11058 0 0,'1'17'2958'0'0,"0"0"-1"0"0,4 19 0 0 0,14 39-709 0 0,-6-38-2135 0 0,1-2 0 0 0,19 35 0 0 0,-24-52 5 0 0,2 0 1 0 0,13 17-1 0 0,-22-31-77 0 0,0-1 0 0 0,1 0-1 0 0,-1 0 1 0 0,1 0 0 0 0,0 0 0 0 0,0 0-1 0 0,0 0 1 0 0,1-1 0 0 0,-1 0-1 0 0,1 0 1 0 0,-1 0 0 0 0,1 0 0 0 0,-1 0-1 0 0,1 0 1 0 0,0-1 0 0 0,0 0-1 0 0,7 2 1 0 0,-9-4-26 0 0,0 1-1 0 0,0-1 1 0 0,0 1 0 0 0,0-1-1 0 0,-1 1 1 0 0,1-1-1 0 0,0 0 1 0 0,0 0 0 0 0,-1 0-1 0 0,1 0 1 0 0,0 0 0 0 0,-1 0-1 0 0,1-1 1 0 0,-1 1-1 0 0,0 0 1 0 0,1-1 0 0 0,-1 1-1 0 0,0-1 1 0 0,0 0 0 0 0,0 1-1 0 0,0-1 1 0 0,0 0-1 0 0,0 1 1 0 0,0-1 0 0 0,-1 0-1 0 0,2-3 1 0 0,1-7 39 0 0,0 0 0 0 0,-1 1 1 0 0,2-13-1 0 0,-4 20-40 0 0,1 1-126 0 0,6-48-255 0 0,-1 17-6227 0 0,0 13-786 0 0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3:28.3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0 13363 0 0,'-2'7'970'0'0,"0"1"0"0"0,1-1 0 0 0,0 1 0 0 0,0-1 0 0 0,1 1 0 0 0,0 0 1 0 0,2 14-1 0 0,-1 2-229 0 0,-2 6-427 0 0,2 0 0 0 0,1 0-1 0 0,1 0 1 0 0,14 55 0 0 0,-10-77-2274 0 0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3:28.4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1 9218 0 0,'-7'4'816'0'0,"3"-1"-656"0"0,0-1-160 0 0,0 3 984 0 0,2-3 161 0 0,1 2 31 0 0,-2 3 8 0 0,-1 4-600 0 0,0 3-112 0 0,1 1-24 0 0,0 0-7 0 0,5-1-1090 0 0,2 0-215 0 0,4 0-48 0 0,2-2-8 0 0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3:28.8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182 51 920 0 0,'-3'-5'1027'0'0,"-1"0"-1"0"0,0 0 1 0 0,0 1 0 0 0,0-1-1 0 0,-1 1 1 0 0,1 1-1 0 0,-1-1 1 0 0,0 0 0 0 0,-10-4-1 0 0,13 7-781 0 0,0 0 1 0 0,0 1-1 0 0,0-1 0 0 0,-1 1 1 0 0,1 0-1 0 0,0-1 0 0 0,0 1 0 0 0,0 0 1 0 0,-1 0-1 0 0,1 0 0 0 0,0 1 0 0 0,0-1 1 0 0,0 1-1 0 0,0-1 0 0 0,-1 1 0 0 0,1 0 1 0 0,0-1-1 0 0,0 1 0 0 0,0 0 0 0 0,0 0 1 0 0,0 1-1 0 0,1-1 0 0 0,-1 0 1 0 0,0 0-1 0 0,1 1 0 0 0,-1 0 0 0 0,0-1 1 0 0,1 1-1 0 0,0 0 0 0 0,-2 2 0 0 0,-6 9-62 0 0,0 1-1 0 0,2 0 1 0 0,0 1-1 0 0,0 0 1 0 0,1 0-1 0 0,1 0 1 0 0,1 1-1 0 0,0 0 0 0 0,1 0 1 0 0,0 0-1 0 0,2 0 1 0 0,0 0-1 0 0,0 0 1 0 0,2 0-1 0 0,3 25 1 0 0,-3-37-187 0 0,0 0 0 0 0,0 0 1 0 0,0-1-1 0 0,0 1 1 0 0,1 0-1 0 0,-1 0 0 0 0,1-1 1 0 0,0 1-1 0 0,0-1 0 0 0,1 0 1 0 0,-1 0-1 0 0,1 0 1 0 0,-1 0-1 0 0,5 3 0 0 0,-6-5 1 0 0,0 0 0 0 0,0-1-1 0 0,0 1 1 0 0,0 0-1 0 0,0-1 1 0 0,0 1 0 0 0,0-1-1 0 0,1 0 1 0 0,-1 1 0 0 0,0-1-1 0 0,0 0 1 0 0,1 0-1 0 0,-1 0 1 0 0,0 0 0 0 0,0 0-1 0 0,1 0 1 0 0,-1 0 0 0 0,2 0-1 0 0,-1-1-7 0 0,0 0 0 0 0,0 0 1 0 0,0 0-1 0 0,0 0 0 0 0,0-1 0 0 0,0 1 0 0 0,0 0 0 0 0,0-1 0 0 0,-1 1 0 0 0,1-1 1 0 0,-1 0-1 0 0,1 1 0 0 0,1-5 0 0 0,5-6-158 0 0,-2 0 0 0 0,1-1-1 0 0,-2 0 1 0 0,7-21 0 0 0,-9 22 258 0 0,1 1 0 0 0,0 0 0 0 0,1 0 0 0 0,0 1 0 0 0,1-1 0 0 0,12-16 0 0 0,-17 25-56 0 0,0 1-1 0 0,0-1 0 0 0,0 1 1 0 0,0 0-1 0 0,0 0 1 0 0,1-1-1 0 0,-1 1 0 0 0,0 0 1 0 0,1 0-1 0 0,-1 0 1 0 0,1 0-1 0 0,-1 1 1 0 0,1-1-1 0 0,0 0 0 0 0,-1 1 1 0 0,1-1-1 0 0,0 1 1 0 0,-1-1-1 0 0,1 1 0 0 0,0 0 1 0 0,0 0-1 0 0,-1 0 1 0 0,1 0-1 0 0,0 0 1 0 0,0 0-1 0 0,0 0 0 0 0,-1 0 1 0 0,1 1-1 0 0,0-1 1 0 0,-1 1-1 0 0,1 0 0 0 0,0-1 1 0 0,-1 1-1 0 0,3 1 1 0 0,3 4-53 0 0,1 0 0 0 0,-1 0 1 0 0,-1 1-1 0 0,1 0 1 0 0,8 12-1 0 0,-10-12-241 0 0,0-1 1 0 0,0 0-1 0 0,1 0 1 0 0,0-1-1 0 0,7 7 0 0 0,-1-6-755 0 0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3:29.2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135 50 3225 0 0,'-7'-17'1043'0'0,"-8"-4"5484"0"0,13 20-6004 0 0,1 0-1 0 0,-1 0 0 0 0,1 0 0 0 0,-1 0 0 0 0,1 0 0 0 0,-1 0 0 0 0,1 0 1 0 0,-1 0-1 0 0,0 1 0 0 0,1-1 0 0 0,-5 0 0 0 0,-13 2 55 0 0,15 0-407 0 0,1 1 0 0 0,0 0 1 0 0,0-1-1 0 0,0 1 0 0 0,1 0 0 0 0,-1 0 0 0 0,0 1 0 0 0,1-1 0 0 0,-1 1 0 0 0,1-1 0 0 0,0 1 0 0 0,0 0 0 0 0,0-1 0 0 0,0 1 0 0 0,1 0 0 0 0,-1 1 0 0 0,1-1 0 0 0,-2 4 0 0 0,-2 5 98 0 0,1 0 0 0 0,0 1 0 0 0,-3 18 0 0 0,5-21-201 0 0,1 0 1 0 0,0 1-1 0 0,1-1 1 0 0,0 0-1 0 0,0 0 1 0 0,1 1 0 0 0,1-1-1 0 0,0 0 1 0 0,0 0-1 0 0,6 14 1 0 0,-6-17-68 0 0,1-1 1 0 0,1 0-1 0 0,-1 0 1 0 0,1 0 0 0 0,0 0-1 0 0,0-1 1 0 0,1 0-1 0 0,-1 0 1 0 0,1 0-1 0 0,0 0 1 0 0,1-1-1 0 0,-1 1 1 0 0,1-1-1 0 0,0-1 1 0 0,0 1-1 0 0,9 3 1 0 0,18 6 14 0 0,-14-7-24 0 0,-1 2 0 0 0,1 0 0 0 0,-2 1 0 0 0,33 22 1 0 0,-47-29 7 0 0,0 0 1 0 0,0 0-1 0 0,0 1 1 0 0,-1 0 0 0 0,1-1-1 0 0,-1 1 1 0 0,0 0-1 0 0,0 0 1 0 0,0 0 0 0 0,0 0-1 0 0,0 0 1 0 0,-1 1-1 0 0,1-1 1 0 0,-1 0 0 0 0,0 1-1 0 0,0-1 1 0 0,0 1-1 0 0,-1 0 1 0 0,1-1 0 0 0,-1 1-1 0 0,0-1 1 0 0,0 1 0 0 0,0 0-1 0 0,0-1 1 0 0,-1 1-1 0 0,1 0 1 0 0,-1-1 0 0 0,0 1-1 0 0,0-1 1 0 0,0 1-1 0 0,-1-1 1 0 0,1 0 0 0 0,-3 4-1 0 0,0 0 46 0 0,-1 0-1 0 0,0-1 0 0 0,0 0 1 0 0,0 0-1 0 0,-1 0 0 0 0,0-1 1 0 0,0 0-1 0 0,0 0 0 0 0,-1 0 1 0 0,1-1-1 0 0,-1 0 0 0 0,0 0 1 0 0,-1-1-1 0 0,1 1 1 0 0,0-2-1 0 0,-1 1 0 0 0,0-1 1 0 0,-12 2-1 0 0,-7-1 28 0 0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4:19.0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2 13827 0 0,'-10'-2'4978'0'0,"14"13"-2983"0"0,22 45-1284 0 0,-2 0 0 0 0,26 103-1 0 0,6 130-674 0 0,-54-271-273 0 0,11 66-25 0 0,-3-29-3764 0 0,-9-48 2555 0 0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4:19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0 157 7834 0 0,'0'-2'210'0'0,"0"0"0"0"0,0-1 0 0 0,1 1 0 0 0,-1-1 0 0 0,1 1 0 0 0,-1 0 0 0 0,1-1 0 0 0,0 1 0 0 0,-1 0 0 0 0,1 0 0 0 0,1-1 0 0 0,-1 1 0 0 0,0 0 0 0 0,0 0 0 0 0,1 0 0 0 0,-1 0 0 0 0,4-2 0 0 0,33-34 2187 0 0,-35 36-2257 0 0,7-7 300 0 0,0 1 0 0 0,1 1 0 0 0,-1 0 0 0 0,2 1 1 0 0,-1 0-1 0 0,1 0 0 0 0,0 1 0 0 0,0 1 0 0 0,0 0 0 0 0,1 0 0 0 0,-1 2 0 0 0,1-1 0 0 0,14 1 0 0 0,-21 1-372 0 0,0 1 0 0 0,0 0 0 0 0,-1 0 0 0 0,1 1 0 0 0,0 0 0 0 0,0 0 0 0 0,0 0 0 0 0,0 1 0 0 0,-1 0 0 0 0,1 0 0 0 0,-1 0 0 0 0,1 1-1 0 0,-1 0 1 0 0,0 0 0 0 0,0 0 0 0 0,0 1 0 0 0,0-1 0 0 0,-1 1 0 0 0,0 0 0 0 0,1 1 0 0 0,-1-1 0 0 0,-1 1 0 0 0,1-1 0 0 0,-1 1 0 0 0,0 0-1 0 0,0 1 1 0 0,0-1 0 0 0,-1 0 0 0 0,1 1 0 0 0,1 8 0 0 0,0 4-67 0 0,0-1-1 0 0,-1 1 1 0 0,-1 1 0 0 0,-1-1-1 0 0,-1 0 1 0 0,0 0 0 0 0,-1 0-1 0 0,-1 0 1 0 0,-6 23-1 0 0,-7 23-19 0 0,-30 75 0 0 0,27-85 20 0 0,6-22-134 0 0,11-32 193 0 0,28-19 996 0 0,-17 13-1005 0 0,0 1 0 0 0,1 0 0 0 0,0 1 0 0 0,0 0 0 0 0,0 1 0 0 0,0 0 0 0 0,1 1 0 0 0,-1 0 0 0 0,24 0 0 0 0,-27 2-25 0 0,0 1 0 0 0,1 0 0 0 0,-1 1 0 0 0,0 0 0 0 0,0 0 0 0 0,0 1 0 0 0,0 0-1 0 0,0 0 1 0 0,-1 1 0 0 0,1 0 0 0 0,-1 0 0 0 0,0 1 0 0 0,0-1 0 0 0,9 10 0 0 0,25 21-1770 0 0,2-4-3505 0 0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4:19.8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1 364 5529 0 0,'24'-20'5595'0'0,"-13"12"-4080"0"0,-1-2 0 0 0,0 1 0 0 0,-1-1 0 0 0,10-13 0 0 0,-11 11-903 0 0,-1 0 0 0 0,1 0 1 0 0,-2-1-1 0 0,6-13 0 0 0,-8 15-572 0 0,0 0-1 0 0,-1 0 1 0 0,0-1 0 0 0,-1 1-1 0 0,0-1 1 0 0,-1 1 0 0 0,0-1-1 0 0,-1 0 1 0 0,0 1 0 0 0,-1-1-1 0 0,0 0 1 0 0,-5-18-1 0 0,5 28-34 0 0,1 0 1 0 0,0 0-1 0 0,-1 0 0 0 0,1 0 0 0 0,-1 0 0 0 0,0 1 0 0 0,0-1 0 0 0,0 0 0 0 0,0 0 0 0 0,0 1 0 0 0,0-1 0 0 0,0 0 0 0 0,0 1 0 0 0,-1-1 0 0 0,1 1 0 0 0,0 0 0 0 0,-1-1 0 0 0,0 1 0 0 0,1 0 0 0 0,-1 0 0 0 0,0 0 0 0 0,1 0 0 0 0,-1 0 0 0 0,0 0 1 0 0,0 1-1 0 0,0-1 0 0 0,0 1 0 0 0,0-1 0 0 0,0 1 0 0 0,0 0 0 0 0,0-1 0 0 0,0 1 0 0 0,0 0 0 0 0,0 0 0 0 0,0 1 0 0 0,0-1 0 0 0,-3 1 0 0 0,2 0 2 0 0,0 0 0 0 0,0 1 0 0 0,0-1 0 0 0,0 1 0 0 0,1-1 1 0 0,-1 1-1 0 0,0 0 0 0 0,1 0 0 0 0,-1 0 0 0 0,1 0 0 0 0,0 1 0 0 0,0-1 0 0 0,0 1 0 0 0,0-1 0 0 0,0 1 0 0 0,0 0 0 0 0,1-1 0 0 0,-1 1 0 0 0,1 0 1 0 0,0 0-1 0 0,0 0 0 0 0,0 0 0 0 0,0 4 0 0 0,0 4 2 0 0,0 0 0 0 0,1 0 1 0 0,1 0-1 0 0,-1-1 0 0 0,2 1 1 0 0,0 0-1 0 0,0-1 0 0 0,1 1 1 0 0,0-1-1 0 0,1 1 0 0 0,0-1 0 0 0,1-1 1 0 0,0 1-1 0 0,0-1 0 0 0,1 1 1 0 0,13 15-1 0 0,0-2 31 0 0,2-1 1 0 0,0-1-1 0 0,1 0 1 0 0,48 32-1 0 0,-57-43 7 0 0,1-1 1 0 0,0-1-1 0 0,18 7 0 0 0,-27-13-114 0 0,0 0-1 0 0,1 0 1 0 0,0 0-1 0 0,-1-1 0 0 0,1 0 1 0 0,0 0-1 0 0,-1-1 0 0 0,1 1 1 0 0,0-1-1 0 0,0 0 1 0 0,-1-1-1 0 0,10-1 0 0 0,1-3-266 0 0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4:20.1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19 220 7370 0 0,'-19'7'6315'0'0,"31"2"-1498"0"0,-1-2-4861 0 0,-10-6-154 0 0,49 31 2683 0 0,-32-19-2131 0 0,1-1 0 0 0,0-1 0 0 0,0-1 0 0 0,1 0 0 0 0,23 7 0 0 0,-42-16-325 0 0,0-1 0 0 0,0 0 0 0 0,0 0 0 0 0,0 0 0 0 0,0 0 0 0 0,0 1 0 0 0,0-1 0 0 0,0 0 0 0 0,0-1 0 0 0,-1 1 0 0 0,1 0 0 0 0,0 0 0 0 0,0 0 0 0 0,0 0 0 0 0,0-1 0 0 0,0 1 1 0 0,0 0-1 0 0,0-1 0 0 0,-1 1 0 0 0,1-1 0 0 0,0 1 0 0 0,0-1 0 0 0,-1 1 0 0 0,1-1 0 0 0,0 0 0 0 0,-1 1 0 0 0,1-1 0 0 0,0 0 0 0 0,-1 1 0 0 0,1-1 0 0 0,-1 0 0 0 0,1 0 0 0 0,-1 0 0 0 0,0 1 0 0 0,1-1 0 0 0,-1 0 0 0 0,0 0 0 0 0,1 0 0 0 0,-1 0 0 0 0,0 0 0 0 0,0 0 0 0 0,0 0 0 0 0,0 0 0 0 0,0 0 1 0 0,0 1-1 0 0,0-1 0 0 0,0 0 0 0 0,-1-2 0 0 0,1-9 198 0 0,-2 1 1 0 0,1-1 0 0 0,-5-14-1 0 0,3 10-121 0 0,-3-17 20 0 0,-7-64-60 0 0,13 88-295 0 0,0 0 0 0 0,0 0 1 0 0,0 0-1 0 0,1 0 0 0 0,1 0 0 0 0,0 0 1 0 0,0 0-1 0 0,5-11 0 0 0,-7 18-22 0 0,1 0 1 0 0,0 1-1 0 0,0-1 1 0 0,0 1-1 0 0,0-1 1 0 0,0 0-1 0 0,0 1 1 0 0,0 0-1 0 0,0-1 0 0 0,1 1 1 0 0,-1 0-1 0 0,0 0 1 0 0,1-1-1 0 0,-1 1 1 0 0,3-1-1 0 0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4:20.4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40 400 3225 0 0,'3'11'80'0'0,"0"-14"1083"0"0,1-21 1669 0 0,-3 16-2514 0 0,22-89 6898 0 0,4-23-1988 0 0,-25 107-4956 0 0,-1 0-1 0 0,0 0 1 0 0,-1 0-1 0 0,0 1 1 0 0,-1-1-1 0 0,-1 0 1 0 0,-4-16-1 0 0,6 27-258 0 0,0 0-1 0 0,-1 0 0 0 0,1 0 1 0 0,-1 0-1 0 0,0 0 1 0 0,0 0-1 0 0,0 0 0 0 0,0 1 1 0 0,0-1-1 0 0,0 0 1 0 0,0 1-1 0 0,0-1 1 0 0,0 1-1 0 0,-1-1 0 0 0,1 1 1 0 0,-1 0-1 0 0,1-1 1 0 0,-1 1-1 0 0,0 0 1 0 0,1 0-1 0 0,-1 0 0 0 0,0 0 1 0 0,0 0-1 0 0,1 1 1 0 0,-1-1-1 0 0,-3 0 0 0 0,3 1-2 0 0,0 0 0 0 0,0 1-1 0 0,0-1 1 0 0,0 0 0 0 0,0 1-1 0 0,0 0 1 0 0,0-1-1 0 0,1 1 1 0 0,-1 0 0 0 0,0 0-1 0 0,0 0 1 0 0,1 0-1 0 0,-1 0 1 0 0,1 1 0 0 0,-1-1-1 0 0,1 0 1 0 0,-1 1-1 0 0,1-1 1 0 0,0 1 0 0 0,0-1-1 0 0,-1 1 1 0 0,1 0-1 0 0,0-1 1 0 0,1 1 0 0 0,-1 0-1 0 0,-1 3 1 0 0,-2 6-12 0 0,1-1 0 0 0,0 1 0 0 0,0 0 0 0 0,1 0 0 0 0,1 0 0 0 0,0 1 0 0 0,0-1 0 0 0,1 0 0 0 0,0 0 0 0 0,1 1 0 0 0,1-1 0 0 0,0 0 0 0 0,0 0 0 0 0,1 0 0 0 0,0-1 0 0 0,1 1 0 0 0,7 15 0 0 0,-6-17 0 0 0,0 1 0 0 0,1-1 0 0 0,0 0 0 0 0,0 0 0 0 0,1-1 1 0 0,0 0-1 0 0,0 0 0 0 0,1 0 0 0 0,0-1 0 0 0,0 0 0 0 0,1-1 0 0 0,0 0 0 0 0,0 0 0 0 0,0-1 0 0 0,1 0 1 0 0,0 0-1 0 0,0-2 0 0 0,13 5 0 0 0,-15-6-10 0 0,0-1 0 0 0,-1 0 1 0 0,1 0-1 0 0,0-1 0 0 0,0 0 0 0 0,0 0 1 0 0,0-1-1 0 0,0 0 0 0 0,0 0 0 0 0,9-4 1 0 0,-10 3-460 0 0,0 0 0 0 0,0-1 1 0 0,-1-1-1 0 0,1 1 1 0 0,-1-1-1 0 0,11-8 0 0 0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4:20.8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1 255 6449 0 0,'0'-2'419'0'0,"1"-1"0"0"0,0 0 1 0 0,-1 0-1 0 0,1 0 0 0 0,0 1 0 0 0,1-1 0 0 0,-1 0 0 0 0,0 1 0 0 0,1-1 0 0 0,-1 1 0 0 0,1-1 0 0 0,0 1 0 0 0,0 0 0 0 0,0 0 0 0 0,0 0 0 0 0,0 0 0 0 0,1 0 0 0 0,-1 0 0 0 0,0 1 0 0 0,1-1 0 0 0,-1 1 0 0 0,1-1 0 0 0,2 0 1 0 0,1-1 163 0 0,1 1 0 0 0,-1-1 0 0 0,0 1 0 0 0,1 0 0 0 0,-1 1 0 0 0,1-1 0 0 0,-1 1 0 0 0,1 1 0 0 0,7-1 0 0 0,-11 2-539 0 0,0-1 0 0 0,0 1 0 0 0,-1 0 0 0 0,1-1 0 0 0,0 2 0 0 0,-1-1 0 0 0,1 0 0 0 0,-1 0 0 0 0,1 1 0 0 0,-1-1 0 0 0,0 1 0 0 0,0 0 1 0 0,1 0-1 0 0,-1 0 0 0 0,0 0 0 0 0,0 0 0 0 0,-1 0 0 0 0,1 0 0 0 0,0 1 0 0 0,-1-1 0 0 0,0 1 0 0 0,1-1 0 0 0,-1 1 0 0 0,0-1 0 0 0,0 1 0 0 0,0 0 0 0 0,-1-1 0 0 0,1 5 0 0 0,-1-6-27 0 0,0-1 0 0 0,0 0-1 0 0,0 1 1 0 0,0-1 0 0 0,0 1-1 0 0,0-1 1 0 0,0 0 0 0 0,0 1-1 0 0,0-1 1 0 0,-1 0 0 0 0,1 1-1 0 0,0-1 1 0 0,0 0-1 0 0,0 1 1 0 0,-1-1 0 0 0,1 0-1 0 0,0 1 1 0 0,0-1 0 0 0,-1 0-1 0 0,1 0 1 0 0,0 1 0 0 0,0-1-1 0 0,-1 0 1 0 0,1 0 0 0 0,0 0-1 0 0,-1 1 1 0 0,1-1 0 0 0,-1 0-1 0 0,1 0 1 0 0,0 0 0 0 0,-1 0-1 0 0,1 0 1 0 0,0 0-1 0 0,-1 0 1 0 0,1 0 0 0 0,-1 0-1 0 0,1 0 1 0 0,0 0 0 0 0,-1 0-1 0 0,1 0 1 0 0,-1 0 0 0 0,1 0-1 0 0,0 0 1 0 0,-1 0 0 0 0,1 0-1 0 0,0 0 1 0 0,-1-1 0 0 0,1 1-1 0 0,0 0 1 0 0,-1 0 0 0 0,1 0-1 0 0,0-1 1 0 0,-1 1-1 0 0,1 0 1 0 0,0 0 0 0 0,-1-1-1 0 0,-18-13 534 0 0,13 7-519 0 0,1 0 1 0 0,0 0-1 0 0,1-1 0 0 0,-1 0 0 0 0,1 0 0 0 0,1 0 0 0 0,-1 0 0 0 0,2-1 0 0 0,-1 1 0 0 0,1-1 0 0 0,0 0 0 0 0,-1-12 0 0 0,3 15-275 0 0,0 0 1 0 0,0 0-1 0 0,0 0 0 0 0,1 0 0 0 0,0 0 0 0 0,0 0 0 0 0,0 1 0 0 0,1-1 0 0 0,-1 0 0 0 0,2 1 0 0 0,-1-1 0 0 0,0 1 0 0 0,1 0 1 0 0,0 0-1 0 0,1 0 0 0 0,-1 0 0 0 0,1 0 0 0 0,0 1 0 0 0,7-7 0 0 0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4:21.2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119 13 8290 0 0,'0'0'252'0'0,"-7"-10"3784"0"0,7 10-3783 0 0,-1-1-1 0 0,1 1 0 0 0,-1 0 0 0 0,0-1 1 0 0,1 1-1 0 0,-1 0 0 0 0,-1-1 0 0 0,-16 6 2344 0 0,-12 19-1124 0 0,24-18-1362 0 0,0 1 1 0 0,0-1-1 0 0,1 1 0 0 0,0 0 1 0 0,0 1-1 0 0,0-1 0 0 0,1 1 1 0 0,0 0-1 0 0,-4 15 0 0 0,7-19-72 0 0,0 0-1 0 0,0 0 1 0 0,1 0-1 0 0,-1 0 1 0 0,1 0 0 0 0,0 0-1 0 0,0 0 1 0 0,1 0-1 0 0,-1 0 1 0 0,1 0-1 0 0,0 0 1 0 0,0 0-1 0 0,0 0 1 0 0,1 0-1 0 0,-1 0 1 0 0,1-1 0 0 0,0 1-1 0 0,0-1 1 0 0,0 1-1 0 0,0-1 1 0 0,1 0-1 0 0,0 0 1 0 0,3 4-1 0 0,20 17-47 0 0,38 26-1 0 0,18 16-18 0 0,-72-58 29 0 0,-2 1 0 0 0,1 1 0 0 0,-1 0 0 0 0,-1 0 0 0 0,1 0 0 0 0,6 14 0 0 0,-13-21 17 0 0,1 0 0 0 0,-1 0 0 0 0,0 1 0 0 0,0-1 0 0 0,0 0 0 0 0,0 1 0 0 0,0-1 0 0 0,-1 1 0 0 0,1-1 0 0 0,-1 0 0 0 0,0 1 0 0 0,0-1 0 0 0,0 1 0 0 0,-1-1 0 0 0,1 1 0 0 0,-1-1 0 0 0,0 1 0 0 0,0-1 0 0 0,0 0 0 0 0,0 0 0 0 0,-1 1 0 0 0,1-1 0 0 0,-1 0 0 0 0,0 0 0 0 0,0 0 0 0 0,0-1 0 0 0,0 1 0 0 0,0 0 0 0 0,-1-1 0 0 0,-5 5 0 0 0,1-2 17 0 0,0 0-1 0 0,0 0 1 0 0,0-1 0 0 0,-1 0-1 0 0,1 0 1 0 0,-1-1 0 0 0,0 0-1 0 0,0-1 1 0 0,-1 1-1 0 0,1-1 1 0 0,-15 1 0 0 0,6-3-498 0 0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4:21.5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0 389 6937 0 0,'5'1'210'0'0,"0"0"0"0"0,-1-1-1 0 0,1 1 1 0 0,0-1-1 0 0,0 0 1 0 0,0-1-1 0 0,-1 1 1 0 0,1-1-1 0 0,0 0 1 0 0,-1 0-1 0 0,1-1 1 0 0,-1 1-1 0 0,8-4 1 0 0,3-2 1550 0 0,-1-1 0 0 0,23-14 0 0 0,-28 14-1451 0 0,0 1 0 0 0,-1-1 0 0 0,0-1-1 0 0,0 1 1 0 0,-1-1 0 0 0,0-1 0 0 0,0 1-1 0 0,-1-1 1 0 0,-1-1 0 0 0,0 1 0 0 0,0-1 0 0 0,5-15-1 0 0,-7 14-118 0 0,1 0 0 0 0,-1 0 0 0 0,-1-1 0 0 0,0 1-1 0 0,-1 0 1 0 0,-1-1 0 0 0,1 1 0 0 0,-2 0 0 0 0,0-1 0 0 0,0 1-1 0 0,-5-18 1 0 0,5 27-154 0 0,0 1-1 0 0,0-1 0 0 0,0 1 1 0 0,-1 0-1 0 0,1-1 0 0 0,0 1 1 0 0,-1 0-1 0 0,0 0 0 0 0,1 0 1 0 0,-1 0-1 0 0,0 0 0 0 0,0 1 1 0 0,0-1-1 0 0,0 0 1 0 0,0 1-1 0 0,-1-1 0 0 0,1 1 1 0 0,0 0-1 0 0,-1 0 0 0 0,-2-1 1 0 0,4 2-31 0 0,-1-1 1 0 0,1 1 0 0 0,0 0-1 0 0,-1 0 1 0 0,1 0 0 0 0,-1 0-1 0 0,1 0 1 0 0,0 0 0 0 0,-1 0-1 0 0,1 0 1 0 0,0 1 0 0 0,-1-1-1 0 0,1 1 1 0 0,0-1 0 0 0,-1 1-1 0 0,1-1 1 0 0,0 1 0 0 0,0 0 0 0 0,0-1-1 0 0,0 1 1 0 0,-1 0 0 0 0,1 0-1 0 0,0 0 1 0 0,0 0 0 0 0,0 0-1 0 0,1 0 1 0 0,-1 0 0 0 0,0 0-1 0 0,0 0 1 0 0,1 0 0 0 0,-1 1-1 0 0,0-1 1 0 0,1 0 0 0 0,-1 0-1 0 0,1 1 1 0 0,0-1 0 0 0,-1 0-1 0 0,1 1 1 0 0,0 1 0 0 0,-1 4-2 0 0,0 0 1 0 0,1 0 0 0 0,0 0-1 0 0,1 0 1 0 0,-1 0 0 0 0,1 0-1 0 0,1 0 1 0 0,-1 0 0 0 0,1 0-1 0 0,0 0 1 0 0,1 0-1 0 0,-1-1 1 0 0,2 1 0 0 0,-1-1-1 0 0,0 0 1 0 0,7 8 0 0 0,1 1 45 0 0,0-1 1 0 0,1 0 0 0 0,0 0 0 0 0,2-1 0 0 0,16 13 0 0 0,-18-17-162 0 0,0 0-1 0 0,0-1 1 0 0,1-1 0 0 0,0 0 0 0 0,1 0 0 0 0,-1-2-1 0 0,1 1 1 0 0,0-2 0 0 0,0 0 0 0 0,1 0 0 0 0,-1-2-1 0 0,1 0 1 0 0,-1 0 0 0 0,1-1 0 0 0,0-1 0 0 0,0-1-1 0 0,26-4 1 0 0,-10-2-7377 0 0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4:22.1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44 8290 0 0,'-3'-28'6899'0'0,"2"12"-867"0"0,8 34-4076 0 0,5 18-1903 0 0,0 3 179 0 0,33 70 0 0 0,-41-100-209 0 0,0 0-1 0 0,1-1 1 0 0,0 0 0 0 0,1 0 0 0 0,0 0 0 0 0,0-1-1 0 0,1 0 1 0 0,0 0 0 0 0,0 0 0 0 0,1-1 0 0 0,-1 0 0 0 0,1-1-1 0 0,14 8 1 0 0,-17-11 1 0 0,1 0 0 0 0,0-1 0 0 0,0 1 0 0 0,-1-1 0 0 0,1 0 0 0 0,0 0 0 0 0,0-1 0 0 0,0 0 0 0 0,0 0 0 0 0,1 0 0 0 0,-1-1 0 0 0,-1 1 0 0 0,1-2 0 0 0,0 1 0 0 0,0-1 0 0 0,0 0 0 0 0,-1 0 0 0 0,1 0 0 0 0,-1-1 0 0 0,1 0 0 0 0,-1 0 0 0 0,0 0 0 0 0,7-6 0 0 0,-8 6 1 0 0,0-1 1 0 0,0 0-1 0 0,0 0 0 0 0,0 0 0 0 0,-1-1 1 0 0,0 1-1 0 0,0-1 0 0 0,0 0 0 0 0,0 0 1 0 0,-1 0-1 0 0,0 0 0 0 0,0 0 0 0 0,0-1 1 0 0,0 1-1 0 0,-1-1 0 0 0,0 1 0 0 0,0-1 1 0 0,-1 1-1 0 0,1-1 0 0 0,-1 1 0 0 0,0-1 0 0 0,-1 0 1 0 0,0 1-1 0 0,1-1 0 0 0,-3-5 0 0 0,1 4 114 0 0,-1 0 0 0 0,1 0 0 0 0,-1 0 0 0 0,-1 1-1 0 0,-5-11 1 0 0,-11-1-1380 0 0,18 17 691 0 0,1 0 0 0 0,-1 0 0 0 0,0 0 0 0 0,0 1 0 0 0,1-1 0 0 0,-1 1 0 0 0,0-1 0 0 0,0 1 0 0 0,0 0 0 0 0,0 0 0 0 0,0 0-1 0 0,-3 0 1 0 0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4:22.4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10594 0 0,'3'0'6201'0'0,"-2"1"-5817"0"0,0-1-1 0 0,0 0 1 0 0,0 0-1 0 0,0 0 1 0 0,0 1 0 0 0,6 3 2684 0 0,-5-2-2684 0 0,7 13-158 0 0,0 0 0 0 0,-1 0-1 0 0,-1 1 1 0 0,9 28 0 0 0,-8-22-525 0 0,0 0 1 0 0,14 24-1 0 0,-17-38-334 0 0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4:22.6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14283 0 0,'2'1'1272'0'0,"-1"-1"-1016"0"0,2 2-256 0 0,-2-1 0 0 0,2-1 512 0 0,0 1 49 0 0,1 4 15 0 0,1-1 0 0 0,5 4-128 0 0,-1 0-16 0 0,1 2-8 0 0,0-2 0 0 0,-2 0-1072 0 0,2 1-216 0 0,1-1-48 0 0,1-1-8 0 0,2-2 727 0 0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4:22.9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252 57 10594 0 0,'-3'-4'88'0'0,"1"0"1"0"0,0 0-1 0 0,-1 1 0 0 0,0-1 0 0 0,0 1 0 0 0,0-1 0 0 0,-1 1 0 0 0,1 0 0 0 0,-1 0 1 0 0,1 1-1 0 0,-1-1 0 0 0,0 1 0 0 0,0-1 0 0 0,0 1 0 0 0,-1 1 0 0 0,1-1 0 0 0,0 0 1 0 0,-1 1-1 0 0,1 0 0 0 0,-1 0 0 0 0,1 1 0 0 0,-1-1 0 0 0,1 1 0 0 0,-1 0 1 0 0,0 0-1 0 0,1 0 0 0 0,-1 1 0 0 0,1-1 0 0 0,-7 3 0 0 0,4-1 114 0 0,0 1 0 0 0,0-1 0 0 0,1 1 0 0 0,-1 1 0 0 0,1-1 0 0 0,0 1 0 0 0,0 0-1 0 0,0 1 1 0 0,0-1 0 0 0,1 1 0 0 0,0 0 0 0 0,0 1 0 0 0,0-1 0 0 0,1 1 0 0 0,0 0 0 0 0,0 0 0 0 0,0 0-1 0 0,-3 8 1 0 0,3-3 57 0 0,0 0 1 0 0,0 0-1 0 0,-3 21 0 0 0,7-30-214 0 0,-1 0 0 0 0,1 0 0 0 0,-1-1-1 0 0,1 1 1 0 0,0 0 0 0 0,0 0 0 0 0,0 0 0 0 0,0 0 0 0 0,0 0 0 0 0,0 0 0 0 0,0 0 0 0 0,1 0 0 0 0,-1 0 0 0 0,1 0 0 0 0,-1-1 0 0 0,1 1-1 0 0,0 0 1 0 0,0 0 0 0 0,0-1 0 0 0,0 1 0 0 0,0 0 0 0 0,0-1 0 0 0,0 1 0 0 0,0-1 0 0 0,1 1 0 0 0,-1-1 0 0 0,1 0 0 0 0,-1 0-1 0 0,1 1 1 0 0,-1-1 0 0 0,3 1 0 0 0,-2-2-4 0 0,1 0 0 0 0,0 1-1 0 0,0-1 1 0 0,0 0 0 0 0,-1 0-1 0 0,1-1 1 0 0,0 1-1 0 0,0 0 1 0 0,0-1 0 0 0,-1 0-1 0 0,1 1 1 0 0,0-1 0 0 0,-1 0-1 0 0,1-1 1 0 0,-1 1 0 0 0,1 0-1 0 0,-1-1 1 0 0,0 1 0 0 0,1-1-1 0 0,1-2 1 0 0,7-6 59 0 0,0 0 0 0 0,14-16 0 0 0,-19 20-47 0 0,3-6 157 0 0,0 1 0 0 0,-1-2-1 0 0,11-21 1 0 0,-1 1 799 0 0,-18 33-997 0 0,0 0-1 0 0,0 0 0 0 0,1 0 0 0 0,-1 0 0 0 0,0 0 0 0 0,0 0 0 0 0,0-1 0 0 0,0 1 0 0 0,0 0 0 0 0,0 0 0 0 0,0 0 0 0 0,0 0 0 0 0,1 0 0 0 0,-1 0 0 0 0,0 0 1 0 0,0 0-1 0 0,0 0 0 0 0,0 0 0 0 0,0 0 0 0 0,0 0 0 0 0,0 0 0 0 0,1 0 0 0 0,-1 0 0 0 0,0 0 0 0 0,0 0 0 0 0,0 0 0 0 0,0 0 0 0 0,0 0 0 0 0,0 0 0 0 0,1 0 1 0 0,-1 0-1 0 0,0 0 0 0 0,0 0 0 0 0,0 0 0 0 0,0 0 0 0 0,0 0 0 0 0,0 0 0 0 0,1 0 0 0 0,-1 0 0 0 0,0 0 0 0 0,0 1 0 0 0,0-1 0 0 0,0 0 0 0 0,0 0 0 0 0,0 0 1 0 0,0 0-1 0 0,0 0 0 0 0,0 0 0 0 0,0 0 0 0 0,1 1 0 0 0,5 9 302 0 0,3 13-21 0 0,-4-9-149 0 0,0-1-1 0 0,1 1 1 0 0,0-1 0 0 0,2 0 0 0 0,-1 0-1 0 0,16 18 1 0 0,-19-26-384 0 0,0 0-1 0 0,1 0 1 0 0,0-1 0 0 0,0 1-1 0 0,0-1 1 0 0,1 0-1 0 0,-1 0 1 0 0,1-1 0 0 0,0 0-1 0 0,0 0 1 0 0,0 0-1 0 0,1-1 1 0 0,-1 0 0 0 0,0 0-1 0 0,1 0 1 0 0,0-1-1 0 0,6 0 1 0 0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4:23.2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48 0 3225 0 0,'-3'2'531'0'0,"0"-1"1"0"0,-1 0 0 0 0,1 1 0 0 0,0-1-1 0 0,0 1 1 0 0,0 0 0 0 0,1 0 0 0 0,-1 0 0 0 0,0 0-1 0 0,1 0 1 0 0,-1 1 0 0 0,-4 5 0 0 0,7-7-272 0 0,-1 1 1 0 0,0-1 0 0 0,0 1 0 0 0,1 0 0 0 0,-1-1 0 0 0,1 1 0 0 0,-1 0 0 0 0,1 0 0 0 0,0-1 0 0 0,-1 1-1 0 0,1 0 1 0 0,0 0 0 0 0,0-1 0 0 0,1 1 0 0 0,-1 0 0 0 0,0 0 0 0 0,0-1 0 0 0,1 1 0 0 0,-1 0 0 0 0,1-1 0 0 0,0 1-1 0 0,-1 0 1 0 0,1-1 0 0 0,0 1 0 0 0,0-1 0 0 0,0 1 0 0 0,0-1 0 0 0,1 2 0 0 0,53 56 3522 0 0,-43-48-3574 0 0,-1 0-1 0 0,0 1 1 0 0,-1 0-1 0 0,0 1 1 0 0,9 15 0 0 0,-17-23-164 0 0,0 0 1 0 0,0 0-1 0 0,0 0 0 0 0,0 0 1 0 0,-1 0-1 0 0,0 0 0 0 0,0 1 1 0 0,-1-1-1 0 0,1 0 1 0 0,-1 1-1 0 0,0-1 0 0 0,0 0 1 0 0,-1 0-1 0 0,0 1 0 0 0,0-1 1 0 0,0 0-1 0 0,0 0 1 0 0,-1 0-1 0 0,-4 9 0 0 0,3-9 14 0 0,1 0 0 0 0,-1 0 0 0 0,0-1-1 0 0,0 1 1 0 0,-1-1 0 0 0,1 0 0 0 0,-1 0-1 0 0,0 0 1 0 0,0 0 0 0 0,-1-1 0 0 0,1 1-1 0 0,-1-1 1 0 0,1 0 0 0 0,-1-1-1 0 0,0 1 1 0 0,0-1 0 0 0,0 0 0 0 0,-1 0-1 0 0,1-1 1 0 0,0 1 0 0 0,-11 0 0 0 0,-10 0-89 0 0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4:42.9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3248 1 5369 0 0,'-3'0'1743'0'0,"2"0"-1773"0"0,1 0 0 0 0,-1 0 1 0 0,0 0-1 0 0,1 0 0 0 0,-1 0 0 0 0,1 1 1 0 0,-1-1-1 0 0,0 0 0 0 0,1 0 0 0 0,-1 1 1 0 0,1-1-1 0 0,-1 0 0 0 0,0 1 0 0 0,1-1 1 0 0,-1 1-1 0 0,1-1 0 0 0,0 1 0 0 0,-1-1 1 0 0,-2 11 4630 0 0,-1-9-4495 0 0,-28 17 24 0 0,21-12 137 0 0,-1 0 0 0 0,1-1 1 0 0,-1 0-1 0 0,0-1 0 0 0,-17 5 0 0 0,15-6-232 0 0,4-1-189 0 0,0 0-1 0 0,-1-1 0 0 0,1 0 0 0 0,-1-1 0 0 0,1 0 1 0 0,-1 0-1 0 0,-13-2 0 0 0,2-6 223 0 0,20 6-71 0 0,0 0-1 0 0,1 0 1 0 0,-1 1 0 0 0,0-1 0 0 0,0 0-1 0 0,0 1 1 0 0,0 0 0 0 0,0-1 0 0 0,0 1-1 0 0,0 0 1 0 0,0 0 0 0 0,0 0-1 0 0,0 0 1 0 0,0 1 0 0 0,0-1 0 0 0,0 0-1 0 0,0 1 1 0 0,0-1 0 0 0,-3 2 0 0 0,-22 9 59 0 0,17-6-67 0 0,0-1-1 0 0,0 0 1 0 0,0-1-1 0 0,0 0 1 0 0,-1 0-1 0 0,-17 1 1 0 0,1-6 83 0 0,22 2-79 0 0,0-1-1 0 0,0 1 1 0 0,0 0 0 0 0,0 0 0 0 0,0 0-1 0 0,1 1 1 0 0,-1-1 0 0 0,0 1 0 0 0,-7 3 0 0 0,-2 0-80 0 0,0 0 1 0 0,0 0-1 0 0,0-1 1 0 0,-1-1-1 0 0,1 0 1 0 0,-1-1 0 0 0,1-1-1 0 0,-1 0 1 0 0,-27-5-1 0 0,6 1 707 0 0,-56 1 1 0 0,61 8 421 0 0,27-4-854 0 0,0 0 0 0 0,0 0 0 0 0,0 0 1 0 0,0 0-1 0 0,0-1 0 0 0,0 0 0 0 0,0 0 0 0 0,0 0 1 0 0,0 0-1 0 0,0-1 0 0 0,0 1 0 0 0,-5-2 0 0 0,4 1-95 0 0,-1 0 0 0 0,0 0-1 0 0,0 1 1 0 0,0-1-1 0 0,1 1 1 0 0,-1 1-1 0 0,-7 0 1 0 0,-9 1 119 0 0,-11-1-352 0 0,24 0 51 0 0,1 0 0 0 0,-1-1 1 0 0,0 0-1 0 0,0-1 0 0 0,1 0 0 0 0,-1 0 0 0 0,1-1 0 0 0,-1 0 0 0 0,1 0 0 0 0,-10-4 0 0 0,-4-4-92 0 0,0 1 1 0 0,-1 2 0 0 0,0 0-1 0 0,-1 1 1 0 0,-37-4-1 0 0,40 6 165 0 0,17 3 10 0 0,-1 0 0 0 0,1 0 0 0 0,0 0 0 0 0,-1 1 0 0 0,1-1 0 0 0,-1 1 0 0 0,-5 1 0 0 0,-22 1-614 0 0,26-2 436 0 0,0 0-1 0 0,0 1 1 0 0,0 0-1 0 0,0 0 0 0 0,1 0 1 0 0,-1 0-1 0 0,-6 3 1 0 0,-38 16-2080 0 0,48-19 2341 0 0,1-1 0 0 0,-1 0-1 0 0,1 0 1 0 0,-1 0 0 0 0,1 0 0 0 0,0 0-1 0 0,-1 0 1 0 0,1 0 0 0 0,-1-1-1 0 0,1 1 1 0 0,0 0 0 0 0,-1-1-1 0 0,1 1 1 0 0,0-1 0 0 0,-1 0-1 0 0,1 1 1 0 0,0-1 0 0 0,0 0-1 0 0,-1 0 1 0 0,0-1 0 0 0,-17-6 253 0 0,9 9-138 0 0,0 0 1 0 0,0 1-1 0 0,0 0 1 0 0,-14 5-1 0 0,14-4-208 0 0,0-1-1 0 0,-1 1 1 0 0,1-2 0 0 0,-16 2-1 0 0,-116 3-196 0 0,112-6 181 0 0,1 1 0 0 0,-1 1 0 0 0,1 2 0 0 0,-29 8 0 0 0,41-8 56 0 0,0 0 0 0 0,1 0 0 0 0,-1-2 0 0 0,0 0 0 0 0,-1-1 0 0 0,1-1 0 0 0,0 0 0 0 0,-25-5 0 0 0,19 2-31 0 0,-35-1 0 0 0,-8-1-3 0 0,64 5 25 0 0,-18-4 39 0 0,0 2 0 0 0,0 0 1 0 0,0 1-1 0 0,-40 4 0 0 0,-61 4-716 0 0,116-7 568 0 0,0 0 1 0 0,1 0 0 0 0,-1-1 0 0 0,0 1 0 0 0,0-1 0 0 0,-9-3 0 0 0,-23-2-416 0 0,3 7 477 0 0,-52 10 0 0 0,53-6 0 0 0,-54 3 0 0 0,77-8 63 0 0,1 1 0 0 0,-1 1 0 0 0,1-1-1 0 0,-15 6 1 0 0,17-5 3 0 0,0 0 0 0 0,0 0 0 0 0,0 0 0 0 0,-1-1 0 0 0,1 0-1 0 0,-1-1 1 0 0,1 0 0 0 0,-12-1 0 0 0,-27-2 443 0 0,-12-4-354 0 0,22 6 1846 0 0,32 1-2086 0 0,1 0 0 0 0,-1 0-1 0 0,0 0 1 0 0,0 0 0 0 0,0 0 0 0 0,0-1-1 0 0,0 1 1 0 0,0-1 0 0 0,1 0-1 0 0,-7-3 1 0 0,-16 0-1829 0 0,22 4 1162 0 0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4:45.8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1331 51 1376 0 0,'-71'3'7387'0'0,"47"-1"-6370"0"0,0-1 1 0 0,1-1 0 0 0,-36-5-1 0 0,-124-15-34 0 0,95 13-580 0 0,-73-2 2071 0 0,145 9-2474 0 0,0-2 0 0 0,-19-4 0 0 0,23 3 72 0 0,0 1 1 0 0,-1 0 0 0 0,1 1 0 0 0,-22 1 0 0 0,-13 8-566 0 0,-53 15 1 0 0,35-7 735 0 0,42-10-300 0 0,-40 17 0 0 0,-1 1 67 0 0,46-19 169 0 0,-1 0-1 0 0,-37 3 0 0 0,6-10-1265 0 0,45 2 247 0 0,0-2 0 0 0,-1 1 0 0 0,1 0 0 0 0,0-1-1 0 0,0 0 1 0 0,-6-3 0 0 0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4:48.3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627 7 4297 0 0,'-11'-6'2809'0'0,"-24"5"-136"0"0,-67 7 0 0 0,88-3-2403 0 0,-1-1-1 0 0,1 2 1 0 0,0 0-1 0 0,1 1 1 0 0,-1 0-1 0 0,1 1 1 0 0,-25 15 0 0 0,22-11 149 0 0,1 0 0 0 0,1 1 1 0 0,0 0-1 0 0,0 1 0 0 0,1 1 0 0 0,-12 15 1 0 0,12-11-325 0 0,1 2 0 0 0,1-1 0 0 0,0 1-1 0 0,1 1 1 0 0,1 0 0 0 0,1 0 0 0 0,1 1 0 0 0,1 0 0 0 0,0 0 0 0 0,-3 35 0 0 0,-18 88 30 0 0,16-89 143 0 0,1-1 0 0 0,-4 98 1 0 0,16-50 1189 0 0,17 110 1 0 0,-7-77-994 0 0,-6 151-1 0 0,-6-228-604 0 0,15 200 224 0 0,-1 52 700 0 0,-36-26 84 0 0,0 116-26 0 0,34-36-662 0 0,-13-341-327 0 0,0-1 1 0 0,-1 0-1 0 0,-1 0 1 0 0,-10 38 0 0 0,10-51-70 0 0,1-1 0 0 0,-1 0 0 0 0,-1 1 0 0 0,0-1 0 0 0,0 0 0 0 0,-1-1 0 0 0,1 1 1 0 0,-2-1-1 0 0,1 0 0 0 0,-1 0 0 0 0,0-1 0 0 0,0 0 0 0 0,-1 0 0 0 0,-13 9 0 0 0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4:58.7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 85 5065 0 0,'-8'-21'1003'0'0,"-7"-17"5749"0"0,15 37-6617 0 0,-1 1 1 0 0,1-1-1 0 0,0 0 0 0 0,0 1 1 0 0,-1-1-1 0 0,1 0 0 0 0,0 1 1 0 0,0-1-1 0 0,0 0 0 0 0,0 1 1 0 0,0-1-1 0 0,0 0 0 0 0,0 0 1 0 0,0 1-1 0 0,0-1 1 0 0,0 0-1 0 0,0 1 0 0 0,0-1 1 0 0,1 0-1 0 0,-1 1 0 0 0,0-1 1 0 0,0 0-1 0 0,1 1 0 0 0,-1-1 1 0 0,1 1-1 0 0,-1-1 0 0 0,0 1 1 0 0,1-1-1 0 0,-1 1 0 0 0,1-1 1 0 0,-1 1-1 0 0,1-1 0 0 0,-1 1 1 0 0,1-1-1 0 0,0 1 0 0 0,-1 0 1 0 0,1-1-1 0 0,-1 1 0 0 0,1 0 1 0 0,0 0-1 0 0,-1-1 0 0 0,1 1 1 0 0,0 0-1 0 0,0 0 0 0 0,-1 0 1 0 0,1 0-1 0 0,1 0 0 0 0,1-1 33 0 0,0 1 0 0 0,-1 0 0 0 0,1-1 0 0 0,0 1 0 0 0,0 0 0 0 0,0 1 0 0 0,0-1 0 0 0,0 0 1 0 0,0 1-1 0 0,4 1 0 0 0,1 3-24 0 0,-1-1 0 0 0,0 1 0 0 0,0 1 0 0 0,-1-1 1 0 0,1 1-1 0 0,-1 0 0 0 0,7 10 0 0 0,37 55 181 0 0,-29-39-195 0 0,135 179 261 0 0,-122-171-365 0 0,1-1 0 0 0,3-2 1 0 0,41 32-1 0 0,-64-57-41 0 0,-5-5-12 0 0,0 1 1 0 0,-1 0-1 0 0,0 0 0 0 0,0 1 1 0 0,12 17-1 0 0,-17-21-656 0 0,-4-2-3 0 0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4:59.2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119 130 2761 0 0,'-3'-8'260'0'0,"0"1"558"0"0,1 1-1 0 0,-1-1 0 0 0,-1 1 1 0 0,-6-10-1 0 0,10 16-735 0 0,0 0 0 0 0,-1-1 1 0 0,1 1-1 0 0,0-1 0 0 0,-1 1 0 0 0,1 0 1 0 0,-1-1-1 0 0,1 1 0 0 0,0 0 0 0 0,-1-1 1 0 0,1 1-1 0 0,-1 0 0 0 0,1 0 0 0 0,-1-1 0 0 0,1 1 1 0 0,-1 0-1 0 0,1 0 0 0 0,-1 0 0 0 0,1 0 1 0 0,-1 0-1 0 0,0 0 0 0 0,1-1 0 0 0,-1 1 1 0 0,1 1-1 0 0,-1-1 0 0 0,0 0 0 0 0,0 1-18 0 0,0-1 0 0 0,0 1-1 0 0,0 0 1 0 0,0 0-1 0 0,0 0 1 0 0,0 0 0 0 0,0 0-1 0 0,0 0 1 0 0,0 1 0 0 0,1-1-1 0 0,-1 0 1 0 0,0 0 0 0 0,1 0-1 0 0,-1 1 1 0 0,1-1 0 0 0,-1 2-1 0 0,-2 9 199 0 0,0 0-1 0 0,0 1 1 0 0,1 0-1 0 0,1-1 1 0 0,0 1-1 0 0,1 15 1 0 0,9 81 157 0 0,-2-46-383 0 0,-5-41-208 0 0,0-16 188 0 0,-1 1 0 0 0,-1-1 1 0 0,1 0-1 0 0,-1 0 1 0 0,0 1-1 0 0,-1-1 0 0 0,-1 10 1 0 0,1-22 142 0 0,0 1 1 0 0,0-1 0 0 0,-1 0 0 0 0,1 1 0 0 0,-1 0-1 0 0,-4-9 1 0 0,-2-7 306 0 0,7 19-392 0 0,-40-160 2844 0 0,37 144-2491 0 0,2 0 1 0 0,0 0-1 0 0,1 0 1 0 0,1-1-1 0 0,1 1 1 0 0,0 0 0 0 0,5-20-1 0 0,-6 35-360 0 0,1 0-1 0 0,0 1 1 0 0,-1-1-1 0 0,1 1 1 0 0,0-1-1 0 0,0 0 1 0 0,0 1-1 0 0,1 0 1 0 0,-1-1-1 0 0,1 1 1 0 0,-1 0-1 0 0,1 0 1 0 0,0 0-1 0 0,0 0 1 0 0,0 0-1 0 0,0 0 1 0 0,0 0-1 0 0,0 1 1 0 0,0-1-1 0 0,1 1 1 0 0,-1-1-1 0 0,0 1 1 0 0,1 0-1 0 0,0 0 1 0 0,-1 0-1 0 0,1 1 1 0 0,-1-1 0 0 0,1 0-1 0 0,0 1 1 0 0,-1 0-1 0 0,1-1 1 0 0,0 1-1 0 0,0 0 1 0 0,4 1-1 0 0,9 2 84 0 0,0 0 0 0 0,0 1 1 0 0,-1 1-1 0 0,30 13 0 0 0,-3-2-275 0 0,-5-9-1935 0 0,-14-7-5698 0 0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5:00.1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93 61 5985 0 0,'-6'-7'979'0'0,"-1"1"-1"0"0,0-1 1 0 0,0 1 0 0 0,0 1-1 0 0,-1-1 1 0 0,0 1 0 0 0,0 0-1 0 0,0 1 1 0 0,-12-5-1 0 0,19 9-920 0 0,1 0 0 0 0,0 0 0 0 0,0 0 0 0 0,0 0 0 0 0,-1 0 0 0 0,1 0 0 0 0,0 0 0 0 0,0 0 0 0 0,0 0 0 0 0,0 0 0 0 0,-1 0 0 0 0,1 0 0 0 0,0 0 0 0 0,0 0 0 0 0,0 0 0 0 0,-1 0 0 0 0,1 0 0 0 0,0 0-1 0 0,0 0 1 0 0,0 1 0 0 0,0-1 0 0 0,-1 0 0 0 0,1 0 0 0 0,0 0 0 0 0,0 0 0 0 0,0 0 0 0 0,0 0 0 0 0,0 1 0 0 0,0-1 0 0 0,-1 0 0 0 0,1 0 0 0 0,0 0 0 0 0,0 0 0 0 0,0 1 0 0 0,0-1 0 0 0,0 0 0 0 0,0 0 0 0 0,0 0-1 0 0,0 0 1 0 0,0 1 0 0 0,0-1 0 0 0,2 12 992 0 0,7 9-275 0 0,23 27-242 0 0,3-2 0 0 0,74 77 0 0 0,-101-114-533 0 0,0-1 1 0 0,1 0 0 0 0,1 0 0 0 0,-1-1-1 0 0,1-1 1 0 0,1 1 0 0 0,-1-1 0 0 0,16 5 0 0 0,-23-9 3 0 0,0-1 1 0 0,0 0 0 0 0,0 0 0 0 0,0-1-1 0 0,0 1 1 0 0,0 0 0 0 0,1-1 0 0 0,-1 0-1 0 0,0 0 1 0 0,0 0 0 0 0,0 0 0 0 0,1 0 0 0 0,-1-1-1 0 0,0 1 1 0 0,0-1 0 0 0,0 0 0 0 0,0 0-1 0 0,0 0 1 0 0,0-1 0 0 0,0 1 0 0 0,0-1 0 0 0,0 1-1 0 0,-1-1 1 0 0,1 0 0 0 0,-1 0 0 0 0,1 0-1 0 0,-1 0 1 0 0,0-1 0 0 0,1 1 0 0 0,-1-1-1 0 0,0 1 1 0 0,-1-1 0 0 0,1 0 0 0 0,0 1 0 0 0,1-7-1 0 0,-1 3 19 0 0,0 1 0 0 0,0-1 0 0 0,-1 0 0 0 0,0 0 0 0 0,0 1-1 0 0,-1-1 1 0 0,1 0 0 0 0,-1 0 0 0 0,-1 0 0 0 0,1 0 0 0 0,-1 0 0 0 0,0 0-1 0 0,0 0 1 0 0,-1 1 0 0 0,0-1 0 0 0,0 0 0 0 0,0 1 0 0 0,0-1 0 0 0,-4-4 0 0 0,-8-14 139 0 0,0 2 0 0 0,-32-40 0 0 0,35 48-148 0 0,3 4-106 0 0,-16-17-760 0 0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5:00.4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0 193 5529 0 0,'19'-10'4028'0'0,"-11"5"-2634"0"0,1 1-1 0 0,-1 0 0 0 0,1 0 1 0 0,0 1-1 0 0,-1 0 0 0 0,11-2 1 0 0,-16 5-1303 0 0,0 0 0 0 0,0 0 0 0 0,0 0 0 0 0,0 0 0 0 0,0 1 0 0 0,0-1 0 0 0,-1 1 0 0 0,1-1 0 0 0,0 1 0 0 0,0 0 0 0 0,-1 0 0 0 0,1 0 0 0 0,0 1 1 0 0,-1-1-1 0 0,0 1 0 0 0,1-1 0 0 0,-1 1 0 0 0,0 0 0 0 0,1 0 0 0 0,-1 0 0 0 0,0 0 0 0 0,-1 0 0 0 0,1 0 0 0 0,2 4 0 0 0,0-1 17 0 0,-2-3-66 0 0,0 0 1 0 0,-1 0 0 0 0,1-1-1 0 0,-1 1 1 0 0,0 0-1 0 0,1 0 1 0 0,-1 0-1 0 0,0 1 1 0 0,0-1-1 0 0,0 0 1 0 0,0 0-1 0 0,-1 1 1 0 0,1-1 0 0 0,-1 0-1 0 0,1 1 1 0 0,-1-1-1 0 0,0 4 216 0 0,-9-23 352 0 0,3 0-421 0 0,1-1 1 0 0,1 0-1 0 0,-4-33 0 0 0,7 41-530 0 0,1 0 1 0 0,0 0-1 0 0,3-16 1 0 0,-2 21-352 0 0,0 0 0 0 0,0 0 0 0 0,1 0 0 0 0,-1 0 0 0 0,1 0 0 0 0,1 1 0 0 0,4-9 0 0 0,0 3-1250 0 0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5:00.7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26 362 6913 0 0,'6'1'4232'0'0,"-6"-1"-4169"0"0,4-18 2331 0 0,-3-23 227 0 0,-2-28-1625 0 0,-3-53 1033 0 0,3 108-1777 0 0,-1 0 0 0 0,-1 0-1 0 0,0 0 1 0 0,-1 0 0 0 0,0 1 0 0 0,-8-17 0 0 0,10 49-199 0 0,3 12-415 0 0,1-19 274 0 0,1 0 0 0 0,0-1 0 0 0,1 1 0 0 0,0-1 0 0 0,1 0 0 0 0,0 0 0 0 0,12 18 0 0 0,-13-24 73 0 0,0 1-1 0 0,0-1 1 0 0,0 0 0 0 0,1 0-1 0 0,0 0 1 0 0,0-1-1 0 0,0 0 1 0 0,1 0 0 0 0,-1 0-1 0 0,1 0 1 0 0,0-1 0 0 0,0 0-1 0 0,0 0 1 0 0,0-1 0 0 0,11 3-1 0 0,-14-4-289 0 0,0 0 0 0 0,0-1 0 0 0,0 0 0 0 0,0 0-1 0 0,0 0 1 0 0,0 0 0 0 0,0 0 0 0 0,0-1 0 0 0,0 1 0 0 0,4-2 0 0 0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5:01.1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34 14 656 0 0,'0'-1'49'0'0,"0"1"0"0"0,0-1-1 0 0,0 0 1 0 0,0 1 0 0 0,0-1 0 0 0,0 1-1 0 0,0-1 1 0 0,0 1 0 0 0,0-1-1 0 0,0 1 1 0 0,-1-1 0 0 0,1 1 0 0 0,0-1-1 0 0,0 0 1 0 0,-1 1 0 0 0,1 0 0 0 0,0-1-1 0 0,-1 1 1 0 0,1-1 0 0 0,0 1 0 0 0,-1-1-1 0 0,1 1 1 0 0,-1 0 0 0 0,1-1-1 0 0,-1 1 1 0 0,-13 10 6028 0 0,3 16 731 0 0,8-12-5879 0 0,4 3-465 0 0,0 1 1 0 0,1-1-1 0 0,1 0 0 0 0,1 1 1 0 0,0-1-1 0 0,2-1 1 0 0,6 17-1 0 0,8 28-26 0 0,-16-48-383 0 0,-4-8-45 0 0,1-1 1 0 0,-1 0-1 0 0,2 0 0 0 0,-1 0 1 0 0,0 0-1 0 0,1 0 0 0 0,-1 0 0 0 0,1-1 1 0 0,0 1-1 0 0,0 0 0 0 0,1-1 1 0 0,4 6-1 0 0,-7-9-33 0 0,1 0 0 0 0,-1 0 0 0 0,1 0 1 0 0,-1 0-1 0 0,0 0 0 0 0,1-1 0 0 0,-1 1 0 0 0,1 0 0 0 0,-1 0 1 0 0,1 0-1 0 0,-1-1 0 0 0,0 1 0 0 0,1 0 0 0 0,-1 0 0 0 0,0-1 1 0 0,1 1-1 0 0,-1 0 0 0 0,0-1 0 0 0,1 1 0 0 0,-1 0 0 0 0,0-1 1 0 0,0 1-1 0 0,1-1 0 0 0,-1 1 0 0 0,0 0 0 0 0,0-1 0 0 0,0 1 1 0 0,1-1-1 0 0,-1 1 0 0 0,0-1 0 0 0,0 1 0 0 0,0 0 0 0 0,0-1 1 0 0,0 1-1 0 0,0-1 0 0 0,0 1 0 0 0,0-1 0 0 0,4-26-930 0 0,-3 23 583 0 0,1-14-564 0 0,-1-1-1 0 0,-2-22 1 0 0,0 30 1386 0 0,1 0 1 0 0,-1 0-1 0 0,2 0 0 0 0,-1 1 0 0 0,2-1 1 0 0,-1 0-1 0 0,2 1 0 0 0,-1-1 1 0 0,1 1-1 0 0,8-17 0 0 0,-11 26-391 0 0,1 0-1 0 0,-1 0 0 0 0,1 0 1 0 0,0 0-1 0 0,0 1 0 0 0,-1-1 1 0 0,1 0-1 0 0,0 0 0 0 0,0 1 0 0 0,0-1 1 0 0,0 1-1 0 0,0-1 0 0 0,0 1 1 0 0,0-1-1 0 0,0 1 0 0 0,0-1 1 0 0,0 1-1 0 0,0 0 0 0 0,0 0 1 0 0,0 0-1 0 0,0-1 0 0 0,0 1 1 0 0,0 0-1 0 0,0 0 0 0 0,1 0 1 0 0,-1 1-1 0 0,0-1 0 0 0,0 0 0 0 0,0 0 1 0 0,0 1-1 0 0,0-1 0 0 0,0 0 1 0 0,0 1-1 0 0,0-1 0 0 0,0 1 1 0 0,0-1-1 0 0,0 1 0 0 0,1 1 1 0 0,6 3 4 0 0,0 1 1 0 0,0 0-1 0 0,10 12 1 0 0,-3-4-47 0 0,-12-12-79 0 0,-1 0 0 0 0,1 0 1 0 0,-1 0-1 0 0,1-1 0 0 0,0 1 0 0 0,0-1 0 0 0,0 0 0 0 0,0 1 1 0 0,0-1-1 0 0,0-1 0 0 0,0 1 0 0 0,0 0 0 0 0,0-1 0 0 0,0 0 0 0 0,6 1 1 0 0,-6-2-625 0 0,0 1 0 0 0,0-1 0 0 0,0 0 0 0 0,0 0 0 0 0,0 0 0 0 0,0 0 0 0 0,0-1 0 0 0,0 1 1 0 0,-1-1-1 0 0,4-1 0 0 0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5:01.3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39 55 10594 0 0,'-34'-34'1991'0'0,"32"32"-1531"0"0,0-16 7297 0 0,29 35-6704 0 0,-11-7-429 0 0,40 29 48 0 0,77 69 0 0 0,-60-35-7527 0 0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5:01.6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 0 9674 0 0,'-3'5'9750'0'0,"0"0"-9638"0"0,1 0 0 0 0,0 0 0 0 0,0 0 0 0 0,1 1 0 0 0,-3 9 0 0 0,-2 17 431 0 0,4-24-446 0 0,0-1-1 0 0,1 2 1 0 0,-1-1 0 0 0,1 0 0 0 0,1 0-1 0 0,0 0 1 0 0,0 0 0 0 0,1 1-1 0 0,1 10 1 0 0,-1-17-64 0 0,-1-1-1 0 0,1 0 1 0 0,0 0 0 0 0,-1 0-1 0 0,1 0 1 0 0,0 0 0 0 0,0 0-1 0 0,0 0 1 0 0,-1 0 0 0 0,1 0 0 0 0,0-1-1 0 0,0 1 1 0 0,0 0 0 0 0,0-1-1 0 0,1 1 1 0 0,-1 0 0 0 0,0-1-1 0 0,0 1 1 0 0,0-1 0 0 0,0 0-1 0 0,1 1 1 0 0,-1-1 0 0 0,0 0 0 0 0,0 0-1 0 0,0 0 1 0 0,1 0 0 0 0,-1 0-1 0 0,0 0 1 0 0,0 0 0 0 0,1 0-1 0 0,-1 0 1 0 0,0 0 0 0 0,0-1-1 0 0,1 1 1 0 0,-1-1 0 0 0,0 1 0 0 0,0-1-1 0 0,2-1 1 0 0,6-2-9 0 0,0 0-1 0 0,0-1 1 0 0,13-10 0 0 0,-16 10-19 0 0,1 0-280 0 0,0 1 0 0 0,1-1 0 0 0,0 1 0 0 0,-1 0 1 0 0,1 1-1 0 0,1 0 0 0 0,-1 0 0 0 0,11-2 0 0 0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5:02.1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124 311 4609 0 0,'-2'-1'469'0'0,"0"0"0"0"0,-1 0 0 0 0,1 0-1 0 0,0 0 1 0 0,-1 0 0 0 0,1 0 0 0 0,-1 1 0 0 0,1-1 0 0 0,-1 1-1 0 0,1 0 1 0 0,-1-1 0 0 0,1 1 0 0 0,-1 1 0 0 0,1-1 0 0 0,-1 0 0 0 0,1 0-1 0 0,-1 1 1 0 0,-4 1 0 0 0,6-1-83 0 0,-1 0 0 0 0,0 0 0 0 0,0 0 0 0 0,1 1 0 0 0,-1-1 0 0 0,1 0 0 0 0,-1 1 0 0 0,1 0 0 0 0,-1-1 0 0 0,1 1 0 0 0,0 0 0 0 0,-2 2 0 0 0,-6 21 7 0 0,7-19-348 0 0,1 0 0 0 0,0 0 0 0 0,0 1 1 0 0,1-1-1 0 0,0 0 0 0 0,0 1 0 0 0,0-1 0 0 0,1 0 0 0 0,0 1 0 0 0,0-1 0 0 0,0 0 1 0 0,1 0-1 0 0,0 0 0 0 0,0 0 0 0 0,1 0 0 0 0,0 0 0 0 0,4 7 0 0 0,-6-12-45 0 0,1 0 0 0 0,-1 1 0 0 0,0-1 0 0 0,1 0 0 0 0,-1 0 0 0 0,1 0 0 0 0,0 0 0 0 0,-1 0 0 0 0,1-1 0 0 0,0 1-1 0 0,-1 0 1 0 0,1-1 0 0 0,0 1 0 0 0,0-1 0 0 0,-1 0 0 0 0,1 0 0 0 0,0 1 0 0 0,0-1 0 0 0,0 0 0 0 0,0 0 0 0 0,-1-1 0 0 0,1 1 0 0 0,0 0 0 0 0,0-1-1 0 0,0 1 1 0 0,-1-1 0 0 0,3 0 0 0 0,1-1-9 0 0,0 0-1 0 0,0 1 1 0 0,0-2-1 0 0,0 1 0 0 0,-1 0 1 0 0,1-1-1 0 0,-1 0 1 0 0,8-6-1 0 0,-5 1-186 0 0,0 0-1 0 0,-1-1 1 0 0,1 1-1 0 0,-2-1 0 0 0,1 0 1 0 0,4-12-1 0 0,-7 12-321 0 0,0 1 0 0 0,0-1 0 0 0,-1 0 0 0 0,0 1 0 0 0,-1-1 0 0 0,0 0-1 0 0,0 0 1 0 0,-1 0 0 0 0,0 0 0 0 0,-1 0 0 0 0,0 0 0 0 0,0 0 0 0 0,-1 1-1 0 0,0-1 1 0 0,-1 0 0 0 0,1 1 0 0 0,-2 0 0 0 0,1-1 0 0 0,-10-13 0 0 0,-1-2-175 0 0,-2 1 0 0 0,-1 1 0 0 0,0 0 0 0 0,-26-23 0 0 0,-12-3 3287 0 0,25 40 8774 0 0,36 22-8257 0 0,6 1-2844 0 0,1 1 0 0 0,0-2 1 0 0,1 0-1 0 0,1 0 0 0 0,0-2 0 0 0,33 22 0 0 0,-24-18 18 0 0,-1 2-1 0 0,28 27 0 0 0,51 64-1108 0 0,-86-94 192 0 0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5:02.4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35 55 5529 0 0,'-2'1'261'0'0,"1"0"1"0"0,0 0-1 0 0,-1-1 0 0 0,1 1 0 0 0,0 0 0 0 0,0 0 1 0 0,0 0-1 0 0,0 0 0 0 0,0 1 0 0 0,0-1 1 0 0,0 0-1 0 0,0 0 0 0 0,1 0 0 0 0,-1 1 0 0 0,0-1 1 0 0,1 1-1 0 0,-1-1 0 0 0,1 0 0 0 0,-1 3 1 0 0,-9 27 1891 0 0,9-26-2014 0 0,-1 0-1 0 0,1 1 1 0 0,1-1 0 0 0,-1 0 0 0 0,1 0-1 0 0,0 0 1 0 0,0 0 0 0 0,0 0 0 0 0,1 1-1 0 0,0-1 1 0 0,0 0 0 0 0,0 0 0 0 0,0 0-1 0 0,1 0 1 0 0,0 0 0 0 0,0-1 0 0 0,0 1 0 0 0,1-1-1 0 0,-1 1 1 0 0,1-1 0 0 0,0 0 0 0 0,1 0-1 0 0,-1 0 1 0 0,1 0 0 0 0,-1 0 0 0 0,1-1-1 0 0,0 0 1 0 0,1 0 0 0 0,-1 0 0 0 0,0 0 0 0 0,1-1-1 0 0,-1 0 1 0 0,1 1 0 0 0,0-2 0 0 0,0 1-1 0 0,0 0 1 0 0,6 0 0 0 0,-2-1-100 0 0,0-1 0 0 0,-1 0 0 0 0,1 0 0 0 0,0-1 0 0 0,0 0 0 0 0,-1-1 0 0 0,1 0 0 0 0,-1 0 0 0 0,0 0 0 0 0,1-1 0 0 0,-1-1 0 0 0,0 1 1 0 0,-1-1-1 0 0,1-1 0 0 0,8-6 0 0 0,-12 9-28 0 0,0-1 0 0 0,0 0 1 0 0,-1-1-1 0 0,1 1 0 0 0,-1 0 0 0 0,0-1 1 0 0,0 0-1 0 0,0 0 0 0 0,0 0 1 0 0,-1 0-1 0 0,1 0 0 0 0,-1 0 0 0 0,0-1 1 0 0,0 1-1 0 0,-1-1 0 0 0,0 0 1 0 0,1 1-1 0 0,-1-1 0 0 0,-1 0 0 0 0,1 0 1 0 0,-1 1-1 0 0,0-1 0 0 0,0 0 1 0 0,0 0-1 0 0,-1 0 0 0 0,1 1 0 0 0,-1-1 1 0 0,-3-6-1 0 0,2 5-70 0 0,0 0-1 0 0,-1 0 0 0 0,0 0 1 0 0,0 1-1 0 0,0 0 1 0 0,-1-1-1 0 0,0 1 1 0 0,0 1-1 0 0,0-1 0 0 0,0 0 1 0 0,-1 1-1 0 0,0 0 1 0 0,0 0-1 0 0,-10-5 1 0 0,10 6-747 0 0,0 1 0 0 0,0 0 0 0 0,0 0 0 0 0,-1 0 0 0 0,1 0 0 0 0,-7 0 0 0 0,-8 0-4621 0 0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5:02.9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16 194 5065 0 0,'-15'3'11097'0'0,"16"1"-10147"0"0,1 4-633 0 0,0 0 1 0 0,0 0 0 0 0,1 0 0 0 0,1 0 0 0 0,-1-1-1 0 0,1 1 1 0 0,5 7 0 0 0,-7-13-297 0 0,-1 0 1 0 0,1-1-1 0 0,0 1 1 0 0,-1 0-1 0 0,1-1 0 0 0,0 1 1 0 0,0-1-1 0 0,0 1 1 0 0,0-1-1 0 0,0 0 1 0 0,0 0-1 0 0,0 0 0 0 0,1 0 1 0 0,-1 0-1 0 0,0-1 1 0 0,1 1-1 0 0,-1-1 0 0 0,0 1 1 0 0,1-1-1 0 0,-1 0 1 0 0,1 0-1 0 0,-1 0 0 0 0,0 0 1 0 0,1 0-1 0 0,-1-1 1 0 0,1 1-1 0 0,-1-1 0 0 0,0 1 1 0 0,0-1-1 0 0,1 0 1 0 0,1-1-1 0 0,-1 1-56 0 0,-1 0 0 0 0,1-1 0 0 0,-1 1 0 0 0,0 0 0 0 0,1-1 0 0 0,-1 1 0 0 0,0-1 0 0 0,0 0 0 0 0,0 0 0 0 0,0 0 0 0 0,-1 0 1 0 0,1 0-1 0 0,0 0 0 0 0,-1 0 0 0 0,0 0 0 0 0,1-1 0 0 0,-1 1 0 0 0,0 0 0 0 0,0-1 0 0 0,0 0 0 0 0,0-2 0 0 0,1-5-244 0 0,-1 1-1 0 0,-1-1 1 0 0,0 0-1 0 0,-1-16 1 0 0,0 19 276 0 0,0-1 1 0 0,1 0-1 0 0,0 0 0 0 0,0 1 1 0 0,1-1-1 0 0,0 0 1 0 0,0 0-1 0 0,3-9 0 0 0,-3 16 68 0 0,-1-1 0 0 0,1 1 0 0 0,0 0 0 0 0,0-1 0 0 0,-1 1 0 0 0,1-1 0 0 0,0 1 0 0 0,0 0 0 0 0,1 0 0 0 0,-1 0 0 0 0,0 0 0 0 0,0 0 0 0 0,0 0 0 0 0,1 0 0 0 0,-1 0 0 0 0,1 0 0 0 0,-1 0 0 0 0,1 1 0 0 0,-1-1 0 0 0,1 0 0 0 0,-1 1 0 0 0,1 0-1 0 0,2-1 1 0 0,2 0 109 0 0,0 1 0 0 0,0 1 0 0 0,0-1 0 0 0,0 1-1 0 0,7 1 1 0 0,-10-1-129 0 0,1 0 0 0 0,0 0 0 0 0,-1-1 0 0 0,1 1 1 0 0,0-1-1 0 0,-1 0 0 0 0,1 0 0 0 0,0 0 0 0 0,0 0 0 0 0,-1-1 0 0 0,1 1 0 0 0,-1-1 0 0 0,1 0 0 0 0,0 0 0 0 0,4-3 1 0 0,-7 3-30 0 0,0 1 1 0 0,0-1 0 0 0,0 0 0 0 0,-1 0 0 0 0,1 0 0 0 0,0 0 0 0 0,-1 1 0 0 0,1-1 0 0 0,-1 0 0 0 0,1 0-1 0 0,-1 0 1 0 0,1-1 0 0 0,-1 1 0 0 0,0 0 0 0 0,1 0 0 0 0,-1 0 0 0 0,0 0 0 0 0,0 0 0 0 0,0 0 0 0 0,0 0-1 0 0,0 0 1 0 0,0-1 0 0 0,0 1 0 0 0,0 0 0 0 0,0 0 0 0 0,0 0 0 0 0,-1 0 0 0 0,1 0 0 0 0,0 0 0 0 0,-1 0-1 0 0,1 0 1 0 0,-1 0 0 0 0,0 0 0 0 0,1 0 0 0 0,-1 0 0 0 0,0 0 0 0 0,0-1 0 0 0,-19-21-907 0 0,7 11-2862 0 0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5:03.3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7 174 5529 0 0,'-1'-1'104'0'0,"1"1"0"0"0,-1-1 1 0 0,1 1-1 0 0,-1-1 0 0 0,1 0 0 0 0,-1 1 0 0 0,1-1 0 0 0,0 0 0 0 0,-1 1 0 0 0,1-1 0 0 0,0 0 1 0 0,-1 1-1 0 0,1-1 0 0 0,0 0 0 0 0,0 0 0 0 0,0 1 0 0 0,0-1 0 0 0,0 0 0 0 0,0 0 1 0 0,0 0-1 0 0,0 1 0 0 0,0-1 0 0 0,0 0 0 0 0,0 0 0 0 0,0 1 0 0 0,1-1 0 0 0,-1 0 0 0 0,0 1 1 0 0,1-1-1 0 0,-1-1 0 0 0,11-26 3398 0 0,-10 27-3399 0 0,0 0 0 0 0,0 0 1 0 0,1 1-1 0 0,-1-1 1 0 0,0 0-1 0 0,1 0 0 0 0,-1 1 1 0 0,1-1-1 0 0,-1 1 1 0 0,0-1-1 0 0,1 1 0 0 0,-1 0 1 0 0,1 0-1 0 0,0-1 1 0 0,-1 1-1 0 0,1 0 1 0 0,-1 0-1 0 0,1 1 0 0 0,-1-1 1 0 0,1 0-1 0 0,-1 0 1 0 0,1 1-1 0 0,-1-1 0 0 0,1 1 1 0 0,-1-1-1 0 0,1 1 1 0 0,-1 0-1 0 0,0-1 0 0 0,1 1 1 0 0,-1 0-1 0 0,0 0 1 0 0,0 0-1 0 0,2 1 0 0 0,7 6 1179 0 0,0 0 0 0 0,16 18-1 0 0,-20-20-1112 0 0,-7-11-168 0 0,1 0 0 0 0,-1 0 0 0 0,1 0 1 0 0,0 0-1 0 0,0 0 0 0 0,0 0 0 0 0,2-7 0 0 0,-2 9 8 0 0,1-5-41 0 0,0-4 304 0 0,1 0 0 0 0,-1 0 0 0 0,2 0 0 0 0,0 0 0 0 0,5-11 0 0 0,-8 21-218 0 0,1 0 1 0 0,0 0 0 0 0,0 0-1 0 0,-1 1 1 0 0,1-1-1 0 0,0 0 1 0 0,1 1 0 0 0,-1-1-1 0 0,0 1 1 0 0,0-1 0 0 0,1 1-1 0 0,-1 0 1 0 0,1 0 0 0 0,-1-1-1 0 0,1 1 1 0 0,-1 0 0 0 0,1 0-1 0 0,0 1 1 0 0,0-1 0 0 0,-1 0-1 0 0,1 0 1 0 0,0 1 0 0 0,0-1-1 0 0,0 1 1 0 0,0 0 0 0 0,0-1-1 0 0,0 1 1 0 0,-1 0 0 0 0,1 0-1 0 0,0 0 1 0 0,0 1-1 0 0,0-1 1 0 0,0 0 0 0 0,0 1-1 0 0,0-1 1 0 0,0 1 0 0 0,-1-1-1 0 0,1 1 1 0 0,0 0 0 0 0,2 1-1 0 0,7 3 83 0 0,0 0 0 0 0,0 1-1 0 0,0 0 1 0 0,0 1 0 0 0,-1 0 0 0 0,0 1-1 0 0,10 10 1 0 0,-15-12-264 0 0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42.18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54 116 8754 0 0,'-6'-8'572'0'0,"0"-1"-1"0"0,1 0 1 0 0,0 0 0 0 0,1-1 0 0 0,0 1-1 0 0,0-1 1 0 0,1 0 0 0 0,0 0 0 0 0,-1-11-1 0 0,2 11 65 0 0,0 9-324 0 0,-1 9-276 0 0,1 11-185 0 0,3 407-924 0 0,2-283 1083 0 0,8 73 279 0 0,9 0-1 0 0,59 262 1 0 0,89 543 3318 0 0,-160-866-3454 0 0,-13-91-2744 0 0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42.83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0 478 6913 0 0,'0'-1'131'0'0,"1"1"-1"0"0,-1-1 0 0 0,1 0 0 0 0,0 1 0 0 0,-1-1 0 0 0,1 0 0 0 0,-1 1 1 0 0,1-1-1 0 0,0 1 0 0 0,-1 0 0 0 0,1-1 0 0 0,0 1 0 0 0,0-1 0 0 0,-1 1 0 0 0,1 0 1 0 0,0 0-1 0 0,0-1 0 0 0,-1 1 0 0 0,1 0 0 0 0,0 0 0 0 0,0 0 0 0 0,1 0 0 0 0,31-9-194 0 0,29-2 202 0 0,1 3 0 0 0,78 0 0 0 0,15-1 402 0 0,134-18 790 0 0,196-22 851 0 0,352-50-54 0 0,1390-109-1128 0 0,-245 167 1602 0 0,-1573 67-2598 0 0,-238 3-5801 0 0,-128-20-327 0 0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43.75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5981 1 12443 0 0,'1'21'769'0'0,"1"0"0"0"0,1 0 0 0 0,1-1 0 0 0,1 1 0 0 0,7 21 0 0 0,45 98 689 0 0,-27-77-1280 0 0,1 2-164 0 0,45 133 0 0 0,68 537-56 0 0,-69-288 31 0 0,-45-254-258 0 0,5 209 0 0 0,-10-79 55 0 0,-17-259 753 0 0,3-1-1 0 0,2-1 1 0 0,3 0 0 0 0,3-1 0 0 0,45 100 0 0 0,-52-137-516 0 0,-1 0 1 0 0,-2 1-1 0 0,0 0 1 0 0,-2 0 0 0 0,0 1-1 0 0,2 28 1 0 0,-8-54-53 0 0,-1 1-1 0 0,0 1 1 0 0,0-1 0 0 0,0 0-1 0 0,0 0 1 0 0,1 0 0 0 0,-1 0 0 0 0,0 0-1 0 0,-1 0 1 0 0,1 0 0 0 0,0 0-1 0 0,0 0 1 0 0,0 0 0 0 0,-1 0-1 0 0,1 0 1 0 0,0 0 0 0 0,-1 0 0 0 0,1 0-1 0 0,-1 0 1 0 0,1-1 0 0 0,-1 1-1 0 0,1 0 1 0 0,-1 0 0 0 0,0 0-1 0 0,0-1 1 0 0,1 1 0 0 0,-1 0 0 0 0,-2 1-1 0 0,1-2-20 0 0,-1 1 1 0 0,0 0-1 0 0,-1-1 0 0 0,1 0 0 0 0,0 0 0 0 0,0 0 0 0 0,0 0 1 0 0,-4-1-1 0 0,-6 0-74 0 0,-169 1-58 0 0,-22-2 308 0 0,-244-44-1508 0 0,-141-7 192 0 0,552 52 1167 0 0,-577-9-353 0 0,310 13-356 0 0,-655 16-67 0 0,3 53 2309 0 0,6-11 368 0 0,566-46-165 0 0,-208 44-1617 0 0,528-45-740 0 0,-109 41 0 0 0,20-5-302 0 0,123-45 130 0 0,17-6-3932 0 0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44.74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 1 6449 0 0,'-4'5'5094'0'0,"4"-5"-4990"0"0,1 18 995 0 0,7 20-882 0 0,-3-24 27 0 0,0-1 0 0 0,2 0-1 0 0,8 14 1 0 0,14 28 1239 0 0,-20-28-1006 0 0,0 1 0 0 0,-2 0 0 0 0,-1 0 0 0 0,3 40 0 0 0,-1 118 100 0 0,-7-134-452 0 0,109 1733 70 0 0,-43-1133 1794 0 0,-54-578-1523 0 0,3 0-1 0 0,3-1 1 0 0,32 78-1 0 0,-15-31-374 0 0,-34-115-1661 0 0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46.00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24 33 5985 0 0,'-23'-32'12404'0'0,"26"40"-10219"0"0,3 5-2308 0 0,10 33 566 0 0,-1 2-1 0 0,-2 0 1 0 0,-3 0-1 0 0,7 76 1 0 0,12 60-1505 0 0,-22-156-131 0 0,0-1 1 0 0,2 1-1 0 0,1-1 1 0 0,20 36-1 0 0,-27-55-195 0 0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46.33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31 320 1840 0 0,'-3'-25'258'0'0,"-4"-72"3151"0"0,7 86-3003 0 0,0-1 0 0 0,1 1 0 0 0,0-1 0 0 0,1 1 1 0 0,0 0-1 0 0,5-13 0 0 0,-4 18-293 0 0,0 0 0 0 0,0 0 0 0 0,1 1 0 0 0,0-1 0 0 0,0 1 1 0 0,1 0-1 0 0,-1 0 0 0 0,1 1 0 0 0,0-1 0 0 0,0 1 0 0 0,1 0 0 0 0,-1 0 0 0 0,1 1 1 0 0,0-1-1 0 0,0 1 0 0 0,0 1 0 0 0,0-1 0 0 0,9-2 0 0 0,3 0 18 0 0,0 0 0 0 0,0 2-1 0 0,1-1 1 0 0,-1 2 0 0 0,26 0 0 0 0,-21 2 174 0 0,1 1 1 0 0,-1 1 0 0 0,30 7 0 0 0,-47-8-290 0 0,-1 0 0 0 0,1 1 0 0 0,0-1 0 0 0,-1 1 0 0 0,1 1 1 0 0,-1-1-1 0 0,1 1 0 0 0,-1 0 0 0 0,0 0 0 0 0,0 0 0 0 0,-1 1 0 0 0,1 0 1 0 0,-1 0-1 0 0,0 0 0 0 0,0 0 0 0 0,0 1 0 0 0,0 0 0 0 0,4 7 0 0 0,-7-9 21 0 0,0 1 0 0 0,0 0 0 0 0,-1-1 0 0 0,1 1 0 0 0,-1 0 0 0 0,0-1 0 0 0,0 1 0 0 0,0 0 0 0 0,0-1-1 0 0,-1 1 1 0 0,1 0 0 0 0,-1-1 0 0 0,0 1 0 0 0,0-1 0 0 0,-1 1 0 0 0,1-1 0 0 0,-1 0 0 0 0,1 1 0 0 0,-1-1-1 0 0,0 0 1 0 0,0 0 0 0 0,-1 0 0 0 0,-2 3 0 0 0,-6 8 205 0 0,-1-2 0 0 0,-1 1 0 0 0,-20 15 0 0 0,17-16-122 0 0,-1 0-1 0 0,-1-1 1 0 0,0-1 0 0 0,0 0-1 0 0,-1-1 1 0 0,0-1 0 0 0,-40 10-1 0 0,43-14-233 0 0,0-2 1 0 0,0 1-1 0 0,0-2 0 0 0,-1 0 0 0 0,1-1 0 0 0,0-1 0 0 0,0 0 0 0 0,0-1 0 0 0,0-1 0 0 0,-27-8 0 0 0,31 7-5071 0 0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47.00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57 3225 0 0,'0'-5'859'0'0,"-1"0"131"0"0,1-1-1 0 0,0 0 1 0 0,1 0 0 0 0,0 1-1 0 0,-1-1 1 0 0,2 1 0 0 0,1-7-1 0 0,2 41 2672 0 0,0-3-3320 0 0,-3-12-261 0 0,31 261 1506 0 0,-28-215-2538 0 0,-4 0 0 0 0,-9 96-1 0 0,-4-97-4886 0 0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47.38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19 206 3681 0 0,'-19'-9'5449'0'0,"28"16"-3942"0"0,23 20-776 0 0,-2 1 1 0 0,-1 2-1 0 0,-1 1 0 0 0,27 38 0 0 0,-52-66-706 0 0,18 24 39 0 0,2-1 0 0 0,1-1-1 0 0,28 23 1 0 0,-40-38-64 0 0,-1-1 0 0 0,2-1 0 0 0,-1 0-1 0 0,1-1 1 0 0,0 0 0 0 0,1-1 0 0 0,0-1 0 0 0,-1 0-1 0 0,28 5 1 0 0,-39-9 52 0 0,1 0 0 0 0,0-1-1 0 0,0 1 1 0 0,0-1 0 0 0,-1 0 0 0 0,1 0-1 0 0,0 0 1 0 0,0 0 0 0 0,0-1 0 0 0,0 1-1 0 0,-1-1 1 0 0,1 1 0 0 0,0-1 0 0 0,-1 0-1 0 0,1 0 1 0 0,0 0 0 0 0,-1-1 0 0 0,1 1-1 0 0,-1-1 1 0 0,4-2 0 0 0,-4 2 104 0 0,0-1 0 0 0,-1 0 1 0 0,1 0-1 0 0,0 0 0 0 0,-1 0 0 0 0,0-1 0 0 0,1 1 0 0 0,-1 0 1 0 0,-1 0-1 0 0,1-1 0 0 0,0 1 0 0 0,-1-1 0 0 0,0 1 1 0 0,0 0-1 0 0,0-1 0 0 0,0-4 0 0 0,-15-148 3291 0 0,0 7-2813 0 0,3 17-578 0 0,2 76-6297 0 0,4 27-734 0 0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1.58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 73 2761 0 0,'0'0'47'0'0,"0"0"0"0"0,-1 0 0 0 0,1 0 1 0 0,0-1-1 0 0,0 1 0 0 0,0 0 0 0 0,0 0 1 0 0,0 0-1 0 0,-1 0 0 0 0,1 0 142 0 0,0 0-142 0 0,0-1 1 0 0,0 1-1 0 0,0 0 0 0 0,0 0 0 0 0,0 0 1 0 0,-1 0-1 0 0,1 0 0 0 0,0 0 0 0 0,0-1 1 0 0,0 1-1 0 0,0 0 0 0 0,0 0 0 0 0,0 0 1 0 0,0 0-1 0 0,0 0 0 0 0,0-1 0 0 0,0 1 1 0 0,0 0-1 0 0,0 0 0 0 0,0 0 0 0 0,0 0 1 0 0,0 0-1 0 0,0-1 0 0 0,0 1 0 0 0,0 0 1 0 0,0 0-1 0 0,0 0 0 0 0,1 0 0 0 0,-1 0 1 0 0,0-1-1 0 0,0 1 0 0 0,0 0 142 0 0,0 0-142 0 0,1 0 1 0 0,10-7 1295 0 0,12-3 22 0 0,-23 10-1363 0 0,41-12 1064 0 0,1 1 0 0 0,1 2 0 0 0,57-5-1 0 0,-50 11-2896 0 0,55 3-1 0 0,-48 4-5089 0 0,-52-3 6442 0 0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1.80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143 1 2761 0 0,'-11'1'683'0'0,"-1"0"-1"0"0,0 0 1 0 0,1 2 0 0 0,-1-1 0 0 0,-21 9 0 0 0,30-9-444 0 0,0-1 0 0 0,0 1 0 0 0,0 0 0 0 0,0 0 0 0 0,0 0 0 0 0,0 0 0 0 0,0 1 0 0 0,1-1 0 0 0,-1 1 0 0 0,1 0 0 0 0,0 0 0 0 0,-1 0 1 0 0,1 0-1 0 0,1 0 0 0 0,-1 0 0 0 0,0 0 0 0 0,1 0 0 0 0,0 1 0 0 0,0-1 0 0 0,0 1 0 0 0,0-1 0 0 0,0 1 0 0 0,0 5 0 0 0,0 14 154 0 0,1 0 0 0 0,0 0 0 0 0,2 0 0 0 0,5 25-1 0 0,26 91-635 0 0,-31-128 114 0 0,7 22-263 0 0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2.13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 69 7370 0 0,'0'0'62'0'0,"0"1"1"0"0,-1-1 0 0 0,1 0 0 0 0,0 0 0 0 0,0 0 0 0 0,-1 0 0 0 0,1 0 0 0 0,0 0 0 0 0,-1 0-1 0 0,1 0 1 0 0,0 0 0 0 0,0 1 0 0 0,-1-1 0 0 0,1 0 0 0 0,0 0 0 0 0,-1-1 0 0 0,1 1-1 0 0,0 0 1 0 0,0 0 0 0 0,-1 0 0 0 0,1 0 0 0 0,0 0 0 0 0,-1 0 0 0 0,1 0 0 0 0,0 0-1 0 0,0 0 1 0 0,-1-1 0 0 0,1 1 0 0 0,0 0 0 0 0,0 0 0 0 0,-1 0 0 0 0,1-1 0 0 0,0 1 0 0 0,0 0-1 0 0,0 0 1 0 0,-1 0 0 0 0,1-1 0 0 0,0 1 0 0 0,0 0 0 0 0,0 0 0 0 0,0-1 0 0 0,0 1-1 0 0,0 0 1 0 0,-1-1 0 0 0,1 1 0 0 0,0 0 0 0 0,0 0 0 0 0,0-1 0 0 0,0 1 0 0 0,0 0 0 0 0,0-1-1 0 0,0 1 1 0 0,16-15 2401 0 0,30-10 133 0 0,-32 20-2482 0 0,1 0 0 0 0,0 1 0 0 0,0 1 1 0 0,0 1-1 0 0,1 0 0 0 0,-1 1 0 0 0,18 0 0 0 0,2 3-1604 0 0,0 2 1 0 0,35 7 0 0 0,-48-6-3057 0 0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2.40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77 45 3225 0 0,'-6'-2'643'0'0,"0"0"0"0"0,1 0 0 0 0,0-1 1 0 0,-1 0-1 0 0,1 0 0 0 0,0 0 1 0 0,1 0-1 0 0,-7-6 0 0 0,-9-6 3831 0 0,20 15-4341 0 0,-1 1 1 0 0,1-1-1 0 0,0 0 0 0 0,0 1 0 0 0,-1-1 0 0 0,1 0 1 0 0,0 1-1 0 0,0-1 0 0 0,-1 1 0 0 0,1-1 0 0 0,0 0 1 0 0,0 1-1 0 0,0-1 0 0 0,0 1 0 0 0,0-1 0 0 0,0 1 1 0 0,0-1-1 0 0,0 1 0 0 0,0-1 0 0 0,0 0 0 0 0,0 1 0 0 0,0-1 1 0 0,0 1-1 0 0,0-1 0 0 0,0 1 0 0 0,0-1 0 0 0,0 0 1 0 0,0 1-1 0 0,1-1 0 0 0,-1 1 0 0 0,0-1 0 0 0,1 1 1 0 0,3 25 166 0 0,-3-23-67 0 0,26 124 570 0 0,-6-42-7008 0 0,-12-53 600 0 0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2.72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80 90 1376 0 0,'-6'0'143'0'0,"0"0"-1"0"0,0 0 1 0 0,0 0 0 0 0,0-1-1 0 0,0 0 1 0 0,0 0-1 0 0,0 0 1 0 0,-7-3 0 0 0,12 3-8 0 0,0 1 0 0 0,0-1 0 0 0,0 1 1 0 0,0-1-1 0 0,-1 0 0 0 0,1 1 0 0 0,0-1 1 0 0,0 0-1 0 0,0 0 0 0 0,1 0 1 0 0,-1 1-1 0 0,0-1 0 0 0,0 0 0 0 0,0 0 1 0 0,1-1-1 0 0,-1 1 0 0 0,0 0 0 0 0,0-1 1 0 0,1 0 26 0 0,0 1 0 0 0,0 0 0 0 0,0-1 0 0 0,0 1-1 0 0,0-1 1 0 0,0 1 0 0 0,1 0 0 0 0,-1-1 0 0 0,0 1 0 0 0,1 0 0 0 0,-1-1 0 0 0,1 1 0 0 0,-1 0 0 0 0,1 0 0 0 0,0 0 0 0 0,0-1 0 0 0,-1 1 0 0 0,1 0 0 0 0,0 0 0 0 0,0 0 0 0 0,1-1 0 0 0,3-2 26 0 0,-1 1 0 0 0,1-1 0 0 0,-1 1 0 0 0,1 0 0 0 0,0 0 0 0 0,1 1 0 0 0,-1-1 0 0 0,0 1 0 0 0,1 0 0 0 0,-1 1 0 0 0,1-1 0 0 0,-1 1 0 0 0,1 0 0 0 0,0 1 0 0 0,8-1 0 0 0,11 1-360 0 0,-1 0 0 0 0,30 6 0 0 0,-48-6-258 0 0,0 1-1 0 0,0 0 1 0 0,0 0-1 0 0,0 0 1 0 0,0 1 0 0 0,0 0-1 0 0,0 0 1 0 0,-1 1-1 0 0,1 0 1 0 0,-1 0-1 0 0,9 6 1 0 0,-5 1 383 0 0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2.98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10 15 1840 0 0,'-10'-15'9049'0'0,"22"48"-8112"0"0,-1 0-1 0 0,9 56 1 0 0,-4-14-1453 0 0,-8-41-120 0 0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3.28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97 3225 0 0,'1'-2'110'0'0,"-1"1"1"0"0,1-1-1 0 0,0 1 1 0 0,-1-1-1 0 0,1 1 1 0 0,0 0 0 0 0,0-1-1 0 0,0 1 1 0 0,0 0-1 0 0,0 0 1 0 0,0 0-1 0 0,0 0 1 0 0,0 0-1 0 0,1 0 1 0 0,-1 0 0 0 0,0 0-1 0 0,3-1 1 0 0,27-16 1348 0 0,-25 15-1073 0 0,12-5 370 0 0,0 0 0 0 0,1 1 0 0 0,36-8 0 0 0,-30 10-731 0 0,0 1-1 0 0,1 1 1 0 0,-1 1-1 0 0,0 2 1 0 0,27 2 0 0 0,-31 1-906 0 0,-3 0-2509 0 0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3.52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27 6 5529 0 0,'0'0'223'0'0,"-1"-1"1"0"0,1 1-1 0 0,-1-1 0 0 0,0 1 0 0 0,1-1 0 0 0,-1 1 1 0 0,0 0-1 0 0,1-1 0 0 0,-1 1 0 0 0,0 0 1 0 0,1-1-1 0 0,-1 1 0 0 0,0 0 0 0 0,1 0 0 0 0,-1 0 1 0 0,0 0-1 0 0,0 0 0 0 0,1 0 0 0 0,-1 0 1 0 0,0 0-1 0 0,1 0 0 0 0,-1 0 0 0 0,0 0 0 0 0,0 0 1 0 0,1 0-1 0 0,-1 0 0 0 0,0 1 0 0 0,1-1 0 0 0,-1 0 1 0 0,0 1-1 0 0,1-1 0 0 0,-1 0 0 0 0,0 1 1 0 0,0 0-1 0 0,0 2 21 0 0,1-1 0 0 0,-1 0 0 0 0,1 1 0 0 0,0-1 0 0 0,0 0 0 0 0,0 1 0 0 0,0-1 0 0 0,0 0 0 0 0,1 4 0 0 0,0 7-640 0 0,5 58-356 0 0,18 74 1 0 0,-21-126 21 0 0,3 14-4069 0 0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3.78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28 456 0 0,'-1'0'5555'0'0,"4"-1"-5400"0"0,99-20 3453 0 0,-87 19-3615 0 0,0 0-1 0 0,0 1 1 0 0,-1 1 0 0 0,1 0-1 0 0,19 3 1 0 0,-18 1-3490 0 0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4.06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28 14 2761 0 0,'-10'-6'-171'0'0,"-4"-1"2340"0"0,14 7-2087 0 0,0 1 0 0 0,-1 0 0 0 0,1-1 1 0 0,0 1-1 0 0,-1-1 0 0 0,1 1 1 0 0,0 0-1 0 0,-1-1 0 0 0,1 1 0 0 0,0 0 1 0 0,0-1-1 0 0,0 1 0 0 0,0 0 0 0 0,0-1 1 0 0,0 1-1 0 0,0 0 0 0 0,0-1 1 0 0,0 1-1 0 0,0 0 0 0 0,0-1 0 0 0,0 1 1 0 0,0 0-1 0 0,1-1 0 0 0,-1 1 1 0 0,0-1-1 0 0,1 2 0 0 0,0 6 308 0 0,39 264 5944 0 0,-38-246-6579 0 0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5.09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12 7370 0 0,'19'-4'6377'0'0,"-1"1"-6175"0"0,0 1 0 0 0,0 1 0 0 0,1 0 1 0 0,18 2-1 0 0,16 10-1194 0 0,-34-6-19 0 0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5.38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97 7370 0 0,'52'-34'3520'0'0,"-23"20"-2573"0"0,55-20-1 0 0,-71 30-1348 0 0,0 1 0 0 0,1 0 0 0 0,26-1-1 0 0,-22 4-3657 0 0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5.76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49 4609 0 0,'8'-5'623'0'0,"0"-1"0"0"0,0 1 1 0 0,1 0-1 0 0,-1 1 0 0 0,1 0 0 0 0,1 1 0 0 0,-1 0 0 0 0,14-3 1 0 0,-14 4-1090 0 0,0 0 0 0 0,0 0 0 0 0,0 1 0 0 0,0 1 0 0 0,15 0 0 0 0,-11 2-2731 0 0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6.10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57 5985 0 0,'38'-15'3115'0'0,"-12"8"-2693"0"0,-9-1-119 0 0,2 2 0 0 0,-1 0 0 0 0,31-6 1 0 0,-39 11-569 0 0,-1 0 0 0 0,1 1 1 0 0,-1 0-1 0 0,1 0 0 0 0,-1 1 1 0 0,1 0-1 0 0,-1 1 1 0 0,0 0-1 0 0,12 4 0 0 0,-9-1-773 0 0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6.39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31 6913 0 0,'0'0'35'0'0,"0"0"-1"0"0,0 1 1 0 0,0-1-1 0 0,0 0 0 0 0,0 0 1 0 0,0 0-1 0 0,0 0 0 0 0,0 0 1 0 0,0 0-1 0 0,0 0 0 0 0,0 0 1 0 0,0 1-1 0 0,0-1 1 0 0,0 0-1 0 0,0 0 0 0 0,0 0 1 0 0,0 0-1 0 0,0 0 0 0 0,0 0 1 0 0,0 0-1 0 0,0 1 0 0 0,0-1 1 0 0,0 0-1 0 0,0 0 1 0 0,0 0-1 0 0,0 0 0 0 0,0 0 1 0 0,0 0-1 0 0,0 0 0 0 0,0 0 1 0 0,0 1-1 0 0,1-1 0 0 0,-1 0 1 0 0,0 0-1 0 0,0 0 1 0 0,0 0-1 0 0,0 0 0 0 0,0 0 1 0 0,0 0-1 0 0,0 0 0 0 0,0 0 1 0 0,0 0-1 0 0,1 0 0 0 0,-1 0 1 0 0,0 0-1 0 0,0 0 1 0 0,0 0-1 0 0,0 0 0 0 0,0 0 1 0 0,0 0-1 0 0,0 0 0 0 0,1 0 1 0 0,-1 0-1 0 0,0 0 0 0 0,0 0 1 0 0,0 0-1 0 0,0 0 1 0 0,0 0-1 0 0,0 0 0 0 0,0 0 1 0 0,1 0-1 0 0,-1 0 0 0 0,0 0 1 0 0,0 0-1 0 0,0 0 0 0 0,0 0 1 0 0,18-2 1283 0 0,18-4 392 0 0,-8-2-1364 0 0,-12 3-53 0 0,-1 1-1 0 0,1 0 1 0 0,21-1-1 0 0,-28 4-899 0 0,-1 1 0 0 0,0 1 0 0 0,0 0 0 0 0,0 0 0 0 0,12 3 0 0 0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6.69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96 1840 0 0,'29'-15'5764'0'0,"-1"2"-4259"0"0,66-32 2102 0 0,-83 40-3673 0 0,1 1 0 0 0,0 1 0 0 0,0-1 0 0 0,0 2-1 0 0,0 0 1 0 0,18-1 0 0 0,-15 6-2233 0 0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6.93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0 8290 0 0,'0'2'182'0'0,"1"0"0"0"0,0 0 1 0 0,0 0-1 0 0,0 0 0 0 0,0 0 0 0 0,0 0 1 0 0,0 0-1 0 0,1 0 0 0 0,-1 0 0 0 0,1-1 1 0 0,-1 1-1 0 0,1-1 0 0 0,0 1 1 0 0,-1-1-1 0 0,1 0 0 0 0,0 1 0 0 0,0-1 1 0 0,0 0-1 0 0,0 0 0 0 0,0 0 0 0 0,0 0 1 0 0,0-1-1 0 0,0 1 0 0 0,1-1 0 0 0,-1 1 1 0 0,0-1-1 0 0,0 0 0 0 0,0 0 1 0 0,3 0-1 0 0,32-3 1242 0 0,-6-9-3811 0 0,-20 7-881 0 0,-2 0-170 0 0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2.89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371 51 1376 0 0,'-1'-4'237'0'0,"-1"1"0"0"0,1 0 1 0 0,-1 0-1 0 0,0 0 0 0 0,0 0 0 0 0,0 1 0 0 0,0-1 0 0 0,-1 1 0 0 0,1-1 0 0 0,-1 1 0 0 0,1-1 0 0 0,-1 1 1 0 0,0 0-1 0 0,0 1 0 0 0,0-1 0 0 0,0 0 0 0 0,0 1 0 0 0,0-1 0 0 0,-1 1 0 0 0,1 0 0 0 0,0 0 0 0 0,-1 1 0 0 0,1-1 1 0 0,-1 1-1 0 0,1-1 0 0 0,-1 1 0 0 0,1 0 0 0 0,0 0 0 0 0,-1 1 0 0 0,1-1 0 0 0,-1 1 0 0 0,1-1 0 0 0,-1 1 0 0 0,1 0 1 0 0,0 1-1 0 0,0-1 0 0 0,0 0 0 0 0,-1 1 0 0 0,1 0 0 0 0,1 0 0 0 0,-1 0 0 0 0,0 0 0 0 0,0 0 0 0 0,1 0 1 0 0,-4 5-1 0 0,-26 24 653 0 0,-126 139 1148 0 0,152-160-2020 0 0,0 0-1 0 0,1-1 1 0 0,0 2-1 0 0,0-1 1 0 0,1 0-1 0 0,1 1 1 0 0,0 0-1 0 0,0 0 1 0 0,1 0-1 0 0,1 0 1 0 0,-1 20-1 0 0,1 2 33 0 0,3 1 0 0 0,8 54 0 0 0,-9-77-72 0 0,1 0 1 0 0,1-1-1 0 0,0 1 0 0 0,1-1 0 0 0,0 0 0 0 0,0 0 0 0 0,1 0 0 0 0,0 0 0 0 0,1-1 1 0 0,0 0-1 0 0,0 0 0 0 0,1 0 0 0 0,0-1 0 0 0,16 13 0 0 0,-13-13-7 0 0,0-1 0 0 0,1 0 0 0 0,0-1 1 0 0,0 0-1 0 0,0-1 0 0 0,1 0 0 0 0,0-1 0 0 0,0 0 0 0 0,0-1 0 0 0,0-1 0 0 0,1 1 0 0 0,20-1 0 0 0,-13-1 84 0 0,-1 0-1 0 0,1-2 1 0 0,-1-1-1 0 0,0 0 1 0 0,0-2-1 0 0,0 0 1 0 0,0-1 0 0 0,0 0-1 0 0,-1-2 1 0 0,0 0-1 0 0,-1-1 1 0 0,1-1-1 0 0,-1-1 1 0 0,-1 0-1 0 0,0-1 1 0 0,-1-1 0 0 0,0 0-1 0 0,0-1 1 0 0,-2-1-1 0 0,20-24 1 0 0,-20 20 98 0 0,-1 0 1 0 0,-1 0 0 0 0,-1-1-1 0 0,-1 0 1 0 0,-1-1 0 0 0,0 0-1 0 0,-1 0 1 0 0,-2-1 0 0 0,6-31-1 0 0,-9 41-82 0 0,-1 1 0 0 0,0-1 0 0 0,-1 1 0 0 0,0-1-1 0 0,-1 0 1 0 0,0 1 0 0 0,-1-1 0 0 0,0 1 0 0 0,0-1-1 0 0,-1 1 1 0 0,-1 0 0 0 0,1 0 0 0 0,-2 0 0 0 0,1 1-1 0 0,-1-1 1 0 0,-1 1 0 0 0,0 0 0 0 0,0 1-1 0 0,-1-1 1 0 0,-13-13 0 0 0,3 8-167 0 0,0 1 0 0 0,0 1 0 0 0,-1 1 1 0 0,-36-18-1 0 0,43 24 23 0 0,0 1 1 0 0,0 0 0 0 0,0 0-1 0 0,-1 1 1 0 0,0 0 0 0 0,1 1-1 0 0,-1 1 1 0 0,0 0 0 0 0,0 0-1 0 0,-14 2 1 0 0,9 2-795 0 0,1 5-192 0 0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3.60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327 191 2761 0 0,'-10'-2'321'0'0,"0"1"1"0"0,0 0 0 0 0,0 1 0 0 0,0 0 0 0 0,0 1 0 0 0,0 0 0 0 0,0 1-1 0 0,0 0 1 0 0,0 0 0 0 0,0 1 0 0 0,1 0 0 0 0,-1 1 0 0 0,-13 7 0 0 0,8-3-46 0 0,-1 0 0 0 0,2 1 0 0 0,-1 1 1 0 0,2 1-1 0 0,-1 0 0 0 0,1 0 0 0 0,-13 17 1 0 0,20-20-239 0 0,0 1 0 0 0,1 0 0 0 0,0 0 0 0 0,0 0 0 0 0,1 1-1 0 0,0 0 1 0 0,1 0 0 0 0,0 0 0 0 0,1 0 0 0 0,0 0 0 0 0,0 0 0 0 0,1 1 0 0 0,1-1 0 0 0,-1 1 0 0 0,2-1 0 0 0,0 1 0 0 0,0-1 0 0 0,5 19 0 0 0,-4-18-77 0 0,1 0 0 0 0,0-1 0 0 0,0 0 0 0 0,2 0 0 0 0,-1 0-1 0 0,1 0 1 0 0,0 0 0 0 0,1-1 0 0 0,0 0 0 0 0,1 0 0 0 0,0-1 0 0 0,0 0 0 0 0,1 0-1 0 0,0-1 1 0 0,0 0 0 0 0,1 0 0 0 0,16 10 0 0 0,-8-10-156 0 0,0-1 0 0 0,1 0 0 0 0,-1-1 0 0 0,1-1 0 0 0,0-1 0 0 0,0 0 0 0 0,0-1 1 0 0,1-1-1 0 0,-1-1 0 0 0,0-1 0 0 0,23-3 0 0 0,-15 0 176 0 0,0-1 1 0 0,0-1 0 0 0,0-1-1 0 0,-1-2 1 0 0,-1 0 0 0 0,1-1-1 0 0,26-17 1 0 0,-42 21 163 0 0,1 0-1 0 0,-1-1 1 0 0,-1 0-1 0 0,1 0 1 0 0,-1-1 0 0 0,0 0-1 0 0,-1-1 1 0 0,0 0-1 0 0,0 0 1 0 0,-1-1-1 0 0,6-11 1 0 0,-6 7 200 0 0,0 0-1 0 0,-1-1 1 0 0,0 0 0 0 0,-1 1-1 0 0,-1-1 1 0 0,-1-1 0 0 0,2-24 0 0 0,-4 16 143 0 0,-1 0 1 0 0,-1 0 0 0 0,-1 1 0 0 0,-1-1-1 0 0,-1 1 1 0 0,-1 0 0 0 0,-1 0 0 0 0,0 1-1 0 0,-2 0 1 0 0,-20-35 0 0 0,25 49-413 0 0,-2 1-1 0 0,1-1 1 0 0,-1 1 0 0 0,0 0 0 0 0,0 1-1 0 0,0 0 1 0 0,-1 0 0 0 0,0 0-1 0 0,-1 0 1 0 0,1 1 0 0 0,-1 1 0 0 0,0-1-1 0 0,0 1 1 0 0,0 1 0 0 0,-1-1 0 0 0,0 1-1 0 0,1 1 1 0 0,-1 0 0 0 0,0 0-1 0 0,-14-1 1 0 0,12 3-310 0 0,1 0-1 0 0,0 0 1 0 0,0 1 0 0 0,-1 1-1 0 0,1-1 1 0 0,0 2 0 0 0,0-1-1 0 0,0 1 1 0 0,1 1-1 0 0,-1 0 1 0 0,1 0 0 0 0,0 1-1 0 0,0 0 1 0 0,0 1 0 0 0,1-1-1 0 0,0 2 1 0 0,-15 13-1 0 0,12-7-758 0 0,0 1-1 0 0,0-1 0 0 0,1 2 1 0 0,-9 17-1 0 0,8-10 790 0 0,1 0-1 0 0,1 1 1 0 0,1 0-1 0 0,-8 38 1 0 0,11-35 188 0 0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4.21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252 199 1840 0 0,'-3'-1'124'0'0,"0"-1"1"0"0,1 1-1 0 0,-1-1 0 0 0,0 1 0 0 0,1-1 0 0 0,-1 0 0 0 0,1 0 0 0 0,0 0 0 0 0,-1 0 0 0 0,1 0 0 0 0,-2-3 0 0 0,-25-35 2551 0 0,13 18-1539 0 0,15 20-967 0 0,-1-1 0 0 0,1 1 1 0 0,-1 0-1 0 0,0 0 0 0 0,0 0 0 0 0,0 0 0 0 0,0 0 0 0 0,0 0 0 0 0,0 1 1 0 0,-1-1-1 0 0,1 1 0 0 0,0-1 0 0 0,-1 1 0 0 0,1 0 0 0 0,-1 0 1 0 0,0 0-1 0 0,1 0 0 0 0,-1 0 0 0 0,0 1 0 0 0,1-1 0 0 0,-1 1 0 0 0,0 0 1 0 0,0 0-1 0 0,1 0 0 0 0,-1 0 0 0 0,0 0 0 0 0,0 1 0 0 0,1-1 0 0 0,-1 1 1 0 0,0 0-1 0 0,1-1 0 0 0,-1 1 0 0 0,1 1 0 0 0,-1-1 0 0 0,1 0 0 0 0,-1 0 1 0 0,1 1-1 0 0,0 0 0 0 0,-4 3 0 0 0,-1 1-57 0 0,0 1 0 0 0,1 0 0 0 0,0 1-1 0 0,1-1 1 0 0,0 1 0 0 0,0 0 0 0 0,0 0 0 0 0,1 0 0 0 0,1 1 0 0 0,-6 15 0 0 0,5-4-180 0 0,0 0 0 0 0,2 0 0 0 0,0 0 1 0 0,1 0-1 0 0,1 1 0 0 0,3 26 1 0 0,4 6-639 0 0,16 61 0 0 0,-15-80-152 0 0,26 64 0 0 0,-28-84 480 0 0,1 0 0 0 0,0-1-1 0 0,1 1 1 0 0,0-2 0 0 0,1 1 0 0 0,22 22-1 0 0,-27-31 273 0 0,0 0 0 0 0,0-1 0 0 0,1 1-1 0 0,-1-1 1 0 0,1 0 0 0 0,0 0 0 0 0,0-1-1 0 0,0 0 1 0 0,0 1 0 0 0,1-1 0 0 0,-1-1-1 0 0,1 1 1 0 0,-1-1 0 0 0,1 0 0 0 0,10 0-1 0 0,-8-1 89 0 0,-1-1-1 0 0,1 0 1 0 0,-1 0-1 0 0,1-1 0 0 0,-1 0 1 0 0,0 0-1 0 0,0-1 0 0 0,0 0 1 0 0,0 0-1 0 0,12-8 0 0 0,-7 3 122 0 0,-1 0 0 0 0,0-1 0 0 0,0-1-1 0 0,-1 0 1 0 0,0 0 0 0 0,-1-1-1 0 0,0 0 1 0 0,0-1 0 0 0,-1 0 0 0 0,-1 0-1 0 0,0-1 1 0 0,5-14 0 0 0,6-31 1369 0 0,-3-1 0 0 0,-2 0 1 0 0,7-100-1 0 0,-18 144-1237 0 0,-1 0 0 0 0,-1 0 0 0 0,0-1 0 0 0,-1 1 0 0 0,-1 0-1 0 0,0 0 1 0 0,-7-23 0 0 0,6 31-192 0 0,1 0 0 0 0,-1 1 0 0 0,0-1 0 0 0,-1 0 0 0 0,0 1 0 0 0,0 0-1 0 0,0 0 1 0 0,-1 0 0 0 0,1 1 0 0 0,-1 0 0 0 0,-1-1 0 0 0,1 2 0 0 0,-1-1 0 0 0,0 1 0 0 0,0-1-1 0 0,0 2 1 0 0,-11-6 0 0 0,-13-3-177 0 0,-1 1 0 0 0,1 2 0 0 0,-2 1 0 0 0,-46-6-1 0 0,50 14-1335 0 0,10 3-2534 0 0,4 3-620 0 0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5.03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288 84 3225 0 0,'-1'-5'396'0'0,"-1"0"1"0"0,0 0-1 0 0,-1 1 0 0 0,1-1 1 0 0,-1 0-1 0 0,0 1 1 0 0,0 0-1 0 0,0-1 1 0 0,-1 1-1 0 0,0 1 1 0 0,1-1-1 0 0,-1 0 0 0 0,0 1 1 0 0,-1 0-1 0 0,1 0 1 0 0,-1 0-1 0 0,1 0 1 0 0,-9-2-1 0 0,9 3-211 0 0,0 1 0 0 0,0 0 0 0 0,-1 0 0 0 0,1 0 1 0 0,-1 1-1 0 0,1 0 0 0 0,0 0 0 0 0,-1 0 0 0 0,1 0 0 0 0,-1 0 0 0 0,1 1 0 0 0,0 0 0 0 0,-1 0 0 0 0,1 0 0 0 0,0 1 0 0 0,0-1 0 0 0,-1 1 1 0 0,2 0-1 0 0,-1 0 0 0 0,0 0 0 0 0,0 1 0 0 0,-4 3 0 0 0,-3 4-133 0 0,1 1 0 0 0,0-1-1 0 0,1 2 1 0 0,0 0 0 0 0,0 0 0 0 0,1 0 0 0 0,1 1 0 0 0,0 0 0 0 0,1 1 0 0 0,0 0-1 0 0,1 0 1 0 0,1 0 0 0 0,0 0 0 0 0,1 1 0 0 0,0-1 0 0 0,2 1 0 0 0,-1 0 0 0 0,2 0-1 0 0,0-1 1 0 0,2 17 0 0 0,-1-16-87 0 0,2 0 0 0 0,-1 0 0 0 0,2 0 0 0 0,0 0 0 0 0,1 0 1 0 0,0-1-1 0 0,1 0 0 0 0,13 22 0 0 0,-13-26 2 0 0,1-1-1 0 0,0 0 1 0 0,0 0 0 0 0,1 0 0 0 0,0-1 0 0 0,0 0 0 0 0,1-1 0 0 0,0 0-1 0 0,1 0 1 0 0,-1-1 0 0 0,1 0 0 0 0,11 4 0 0 0,-9-4-81 0 0,0-2 0 0 0,0 0 0 0 0,0 0 0 0 0,0-1-1 0 0,0 0 1 0 0,1-1 0 0 0,0-1 0 0 0,-1 0 0 0 0,14-1 0 0 0,-19 0 101 0 0,0-1 1 0 0,0 0 0 0 0,1-1-1 0 0,-1 0 1 0 0,0 0-1 0 0,-1-1 1 0 0,1 1 0 0 0,0-1-1 0 0,-1-1 1 0 0,1 1-1 0 0,-1-1 1 0 0,0-1 0 0 0,0 1-1 0 0,-1-1 1 0 0,0 0-1 0 0,1 0 1 0 0,4-6 0 0 0,26-38 650 0 0,49-86-1 0 0,-53 83 89 0 0,-31 50-695 0 0,6-9 76 0 0,0-1 0 0 0,-1 1 0 0 0,0-1 0 0 0,-1 0 0 0 0,4-14 0 0 0,-8 23-106 0 0,-1-1 0 0 0,1 1-1 0 0,-1 0 1 0 0,0 0-1 0 0,1 0 1 0 0,-1-1-1 0 0,-1 1 1 0 0,1 0 0 0 0,0 0-1 0 0,-1-1 1 0 0,0 1-1 0 0,0 0 1 0 0,0 0 0 0 0,0 0-1 0 0,0 0 1 0 0,0 0-1 0 0,-1 0 1 0 0,1 0-1 0 0,-1 1 1 0 0,0-1 0 0 0,0 0-1 0 0,0 1 1 0 0,0-1-1 0 0,-1 1 1 0 0,-4-4 0 0 0,-7-3 1 0 0,-1 0 0 0 0,1 1-1 0 0,-1 0 1 0 0,-1 2 0 0 0,1 0 0 0 0,-23-6 0 0 0,-24-9-761 0 0,38 11 32 0 0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5.62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18 66 1376 0 0,'-17'-4'886'0'0,"27"-3"1498"0"0,33-8 1261 0 0,-41 14-3688 0 0,32-9 1231 0 0,0 2 0 0 0,36-3 0 0 0,25 3-3315 0 0,-80 6-1445 0 0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5.84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66 18 6449 0 0,'-23'-7'708'0'0,"18"5"381"0"0,-1 0 0 0 0,1 0 0 0 0,-1 1 0 0 0,1-1 0 0 0,-9 1 0 0 0,13 4-781 0 0,1 0 0 0 0,-1 1 0 0 0,1-1 0 0 0,0 1 0 0 0,1-1 0 0 0,-1 0 0 0 0,2 6 0 0 0,-2-5-205 0 0,15 84-111 0 0,-7-50-2902 0 0,-5-28 1250 0 0,4 21-3355 0 0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6.24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21 11 2304 0 0,'-21'10'1917'0'0,"31"-10"154"0"0,-4-1-1551 0 0,64-3 2768 0 0,-5 0-2607 0 0,-1-3-3763 0 0,-40 2-232 0 0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6.48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45 0 6449 0 0,'-3'1'294'0'0,"0"0"0"0"0,0 1 0 0 0,0-1-1 0 0,0 0 1 0 0,0 1 0 0 0,0 0 0 0 0,1 0-1 0 0,-1 0 1 0 0,1 0 0 0 0,-1 0 0 0 0,1 1-1 0 0,-4 4 1 0 0,5-4-26 0 0,0 0-1 0 0,0 0 0 0 0,0 0 1 0 0,1 0-1 0 0,-1 0 1 0 0,1 0-1 0 0,0 0 0 0 0,0 0 1 0 0,0 0-1 0 0,0 0 1 0 0,0 0-1 0 0,1 0 0 0 0,0 0 1 0 0,1 5-1 0 0,40 182-1393 0 0,-35-154-160 0 0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6.91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 5529 0 0,'0'0'423'0'0,"21"3"2488"0"0,76 15 450 0 0,3 1-2480 0 0,-77-16-2538 0 0,0-1 0 0 0,30-1 0 0 0,-37-2-1852 0 0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7.16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32 1 4145 0 0,'-2'0'281'0'0,"0"1"0"0"0,1 0-1 0 0,-1 0 1 0 0,0 0 0 0 0,0 0 0 0 0,1 0 0 0 0,-1 0-1 0 0,1 1 1 0 0,-1-1 0 0 0,1 0 0 0 0,0 1 0 0 0,-1-1 0 0 0,1 1-1 0 0,0-1 1 0 0,0 1 0 0 0,0 0 0 0 0,0 0 0 0 0,0-1 0 0 0,0 1-1 0 0,1 0 1 0 0,-1 0 0 0 0,1 0 0 0 0,-1 0 0 0 0,1 0 0 0 0,0 0-1 0 0,-1 2 1 0 0,1 6 180 0 0,0 0 0 0 0,1 0 0 0 0,-1 0 0 0 0,4 10-1 0 0,-1 6-76 0 0,5 67 54 0 0,5 62-1840 0 0,-9-53-3303 0 0,-3-47 1552 0 0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7.62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56 4145 0 0,'47'-26'4593'0'0,"-36"21"-4046"0"0,0 0 0 0 0,1 0-1 0 0,0 1 1 0 0,0 1 0 0 0,13-2 0 0 0,-19 4-770 0 0,-1 0 0 0 0,1 0 0 0 0,0 1-1 0 0,0 0 1 0 0,0 1 0 0 0,0-1 0 0 0,0 1 0 0 0,0 0 0 0 0,0 0-1 0 0,-1 1 1 0 0,1 0 0 0 0,10 5 0 0 0,-7-2-3206 0 0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7.82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25 0 5529 0 0,'-3'4'460'0'0,"0"0"1"0"0,1 0-1 0 0,-1 0 0 0 0,1 0 0 0 0,0 1 0 0 0,0-1 1 0 0,1 0-1 0 0,-1 1 0 0 0,1 0 0 0 0,0-1 1 0 0,0 1-1 0 0,0 0 0 0 0,1 6 0 0 0,1 71 1362 0 0,0-66-1682 0 0,6 77-1542 0 0,-3-61-3128 0 0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8.92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293 70 2761 0 0,'0'-2'133'0'0,"-1"1"0"0"0,1 0 0 0 0,-1 0 1 0 0,0 0-1 0 0,1 0 0 0 0,-1 0 0 0 0,0 0 1 0 0,0 1-1 0 0,0-1 0 0 0,0 0 1 0 0,0 0-1 0 0,0 1 0 0 0,0-1 0 0 0,0 0 1 0 0,0 1-1 0 0,0-1 0 0 0,0 1 0 0 0,-1-1 1 0 0,1 1-1 0 0,0 0 0 0 0,0 0 1 0 0,-2-1-1 0 0,-1 1 20 0 0,1 0 0 0 0,0 0 0 0 0,0 1 0 0 0,0-1 0 0 0,-1 1 0 0 0,1 0 1 0 0,0 0-1 0 0,-5 2 0 0 0,-1 1 5 0 0,0 1 0 0 0,-1 0 0 0 0,2 1 0 0 0,-13 9 0 0 0,-2 7 103 0 0,2 0 0 0 0,0 2 1 0 0,2 0-1 0 0,1 1 1 0 0,1 1-1 0 0,1 0 0 0 0,-18 41 1 0 0,32-61-259 0 0,0-1 0 0 0,0 0 0 0 0,1 1 0 0 0,0 0-1 0 0,0-1 1 0 0,0 1 0 0 0,1-1 0 0 0,0 1 0 0 0,0 0 0 0 0,1-1 0 0 0,-1 1 0 0 0,1 0 0 0 0,0-1 0 0 0,1 1 0 0 0,-1-1 0 0 0,1 1 0 0 0,0-1-1 0 0,0 0 1 0 0,6 9 0 0 0,5 7-33 0 0,1-1-1 0 0,1 0 0 0 0,22 23 1 0 0,-21-25-21 0 0,-1-2-110 0 0,1-2-1 0 0,1 0 1 0 0,0 0-1 0 0,1-2 1 0 0,0 0-1 0 0,1-1 1 0 0,0-1-1 0 0,1-1 1 0 0,0-1-1 0 0,0 0 1 0 0,1-1-1 0 0,0-2 1 0 0,0 0-1 0 0,0-1 1 0 0,1-1-1 0 0,0-1 1 0 0,-1-1-1 0 0,1-1 1 0 0,0-1-1 0 0,-1-1 1 0 0,1-1-1 0 0,25-6 1 0 0,-35 4 365 0 0,0 1 0 0 0,-1-2 0 0 0,1 1 0 0 0,-2-2 0 0 0,1 1 1 0 0,-1-2-1 0 0,0 1 0 0 0,0-1 0 0 0,-1-1 0 0 0,0 0 0 0 0,0 0 0 0 0,-1-1 0 0 0,0 0 0 0 0,-1 0 0 0 0,0-1 0 0 0,8-18 1 0 0,-6 11 226 0 0,-1 0 1 0 0,-1-1 0 0 0,-1 1 0 0 0,0-2 0 0 0,-1 1 0 0 0,-1-1 0 0 0,-1 1 0 0 0,-1-1-1 0 0,-1-37 1 0 0,-2 44-215 0 0,-1-1 0 0 0,0 0 0 0 0,-1 1 0 0 0,-1 0 0 0 0,0 0 0 0 0,0 0 0 0 0,-2 0 0 0 0,1 0 0 0 0,-2 1 0 0 0,0 0 0 0 0,0 0 0 0 0,-1 1 0 0 0,0 0 0 0 0,-14-13 0 0 0,8 10-153 0 0,-1 0 0 0 0,-1 1 1 0 0,0 1-1 0 0,-1 0 0 0 0,0 2 0 0 0,-1 0 0 0 0,0 0 0 0 0,-1 2 0 0 0,-22-7 0 0 0,33 12-220 0 0,0 1 0 0 0,-1 0 0 0 0,1 0 0 0 0,-1 1 0 0 0,1 0 1 0 0,-1 1-1 0 0,0 0 0 0 0,-17 2 0 0 0,3 2-922 0 0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9.16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1 146 2240 0 0,'0'-2'220'0'0,"1"-1"0"0"0,0 0-1 0 0,0 0 1 0 0,0 1-1 0 0,0-1 1 0 0,0 1-1 0 0,0-1 1 0 0,1 1 0 0 0,-1-1-1 0 0,1 1 1 0 0,0 0-1 0 0,-1 0 1 0 0,1 0-1 0 0,3-2 1 0 0,34-31 4494 0 0,-30 28-4189 0 0,3-3 286 0 0,0 0 0 0 0,1 1 0 0 0,22-13 0 0 0,-29 20-870 0 0,0-1 0 0 0,0 1 0 0 0,0 0 0 0 0,-1 1 1 0 0,2-1-1 0 0,-1 1 0 0 0,0 0 0 0 0,0 1 0 0 0,0-1 1 0 0,0 1-1 0 0,1 1 0 0 0,7 0 0 0 0,-1 2-886 0 0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9.67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 46 1376 0 0,'-2'1'167'0'0,"-9"1"2415"0"0,14-4-2507 0 0,7-3-106 0 0,0 0 1 0 0,0 1 0 0 0,1 0-1 0 0,-1 1 1 0 0,1 0 0 0 0,13-1-1 0 0,32-10 136 0 0,-48 10 996 0 0,-7 3-1021 0 0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10.19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372 73 456 0 0,'-5'-2'349'0'0,"0"-1"0"0"0,0 1 0 0 0,0 1 0 0 0,0-1 0 0 0,-1 1 0 0 0,1 0 0 0 0,0 0 0 0 0,0 0 0 0 0,-1 1 0 0 0,1-1 0 0 0,0 2 0 0 0,-7-1-1 0 0,-2 2 331 0 0,-1 0-1 0 0,1 0 0 0 0,-18 7 1 0 0,19-5-447 0 0,1 1 1 0 0,-1 1-1 0 0,1 0 0 0 0,1 0 1 0 0,-1 2-1 0 0,1-1 1 0 0,0 1-1 0 0,1 1 1 0 0,0 0-1 0 0,1 0 0 0 0,-1 1 1 0 0,2 0-1 0 0,-1 1 1 0 0,-8 16-1 0 0,9-14-216 0 0,0 1-1 0 0,1 0 1 0 0,1 1-1 0 0,1-1 0 0 0,0 1 1 0 0,1 0-1 0 0,0 0 1 0 0,1 1-1 0 0,1-1 1 0 0,1 1-1 0 0,0-1 1 0 0,2 20-1 0 0,-1-27-66 0 0,1 0 0 0 0,0 0 1 0 0,1 1-1 0 0,0-1 0 0 0,0-1 0 0 0,1 1 0 0 0,0 0 0 0 0,0-1 0 0 0,1 1 1 0 0,-1-1-1 0 0,2 0 0 0 0,-1 0 0 0 0,1-1 0 0 0,0 1 0 0 0,1-1 0 0 0,-1 0 1 0 0,1 0-1 0 0,0-1 0 0 0,1 0 0 0 0,11 7 0 0 0,-6-5-58 0 0,0-1 0 0 0,0-1 0 0 0,1 0 0 0 0,-1-1 1 0 0,1-1-1 0 0,0 0 0 0 0,1 0 0 0 0,-1-1 0 0 0,0-1 0 0 0,1 0 0 0 0,24-2 0 0 0,-13-1 205 0 0,0-2 0 0 0,0 0 0 0 0,-1-2 0 0 0,1 0 0 0 0,-1-2 0 0 0,0-1 1 0 0,-1-1-1 0 0,38-21 0 0 0,-47 23 106 0 0,-1-1 0 0 0,0 0 0 0 0,-1-1 0 0 0,0 0 0 0 0,0 0 0 0 0,-1-2 0 0 0,-1 1 0 0 0,0-1 0 0 0,0-1 0 0 0,-1 0 0 0 0,-1 0 0 0 0,0-1 0 0 0,-1 0 0 0 0,0 0 0 0 0,5-19 0 0 0,-10 23-25 0 0,0 0 0 0 0,-1 0 0 0 0,0 0 0 0 0,0 0 0 0 0,-1-1 0 0 0,-1 1 0 0 0,1 0 0 0 0,-2 0 0 0 0,1-1 0 0 0,-2 1 0 0 0,1 0 0 0 0,-1 1 0 0 0,-1-1-1 0 0,0 0 1 0 0,0 1 0 0 0,-1 0 0 0 0,0 0 0 0 0,0 0 0 0 0,-1 1 0 0 0,0 0 0 0 0,-14-15 0 0 0,10 13-221 0 0,0 1 0 0 0,0 0-1 0 0,-1 0 1 0 0,0 1 0 0 0,0 1-1 0 0,-1 0 1 0 0,0 0-1 0 0,0 1 1 0 0,-1 0 0 0 0,1 1-1 0 0,-1 1 1 0 0,-1 0 0 0 0,1 1-1 0 0,0 0 1 0 0,-1 1 0 0 0,-17 0-1 0 0,-4 6-5173 0 0,20 0 447 0 0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11.01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269 33 920 0 0,'-1'-1'115'0'0,"0"-1"1"0"0,1 0-1 0 0,-1 0 0 0 0,0 0 1 0 0,0 0-1 0 0,0 0 0 0 0,-1 1 0 0 0,1-1 1 0 0,0 0-1 0 0,-1 1 0 0 0,1-1 1 0 0,-1 1-1 0 0,1 0 0 0 0,-1-1 0 0 0,0 1 1 0 0,0 0-1 0 0,1 0 0 0 0,-1 0 0 0 0,0 0 1 0 0,-4-1-1 0 0,3 2 31 0 0,0 0-1 0 0,0-1 1 0 0,0 1 0 0 0,0 0 0 0 0,0 1-1 0 0,0-1 1 0 0,0 0 0 0 0,0 1-1 0 0,0 0 1 0 0,0 0 0 0 0,0 0-1 0 0,-5 2 1 0 0,0 1 94 0 0,0 1 0 0 0,0 0 0 0 0,1 0 0 0 0,0 1 0 0 0,-1 0 0 0 0,2 0 0 0 0,-1 0 0 0 0,-8 12 0 0 0,-2 6-69 0 0,2-1 0 0 0,0 2 0 0 0,2 0 0 0 0,1 1 0 0 0,1 0 0 0 0,-13 46 0 0 0,21-62-175 0 0,0 0 1 0 0,1 1-1 0 0,1-1 0 0 0,0 1 0 0 0,0-1 1 0 0,1 1-1 0 0,0-1 0 0 0,1 1 0 0 0,0 0 1 0 0,1-1-1 0 0,0 0 0 0 0,1 1 1 0 0,0-1-1 0 0,0 0 0 0 0,1 0 0 0 0,1-1 1 0 0,-1 1-1 0 0,1-1 0 0 0,1 0 1 0 0,13 16-1 0 0,-12-18-87 0 0,0-1 1 0 0,1 0 0 0 0,0 0-1 0 0,0-1 1 0 0,0 0-1 0 0,1 0 1 0 0,-1-1 0 0 0,1 0-1 0 0,0-1 1 0 0,0 0 0 0 0,1 0-1 0 0,-1-1 1 0 0,1 0-1 0 0,11 1 1 0 0,-5-2 113 0 0,-1 0 0 0 0,1-1 0 0 0,0-1 0 0 0,-1 0 0 0 0,1-1-1 0 0,0 0 1 0 0,-1-2 0 0 0,16-4 0 0 0,-19 3 187 0 0,0 0 0 0 0,-1-1-1 0 0,0 0 1 0 0,1 0 0 0 0,-2-1-1 0 0,1-1 1 0 0,-1 0-1 0 0,0 0 1 0 0,-1-1 0 0 0,0 0-1 0 0,-1-1 1 0 0,1 0 0 0 0,-2 0-1 0 0,1-1 1 0 0,-2 0 0 0 0,1 0-1 0 0,-2 0 1 0 0,1-1 0 0 0,-2 0-1 0 0,1 0 1 0 0,-2 0 0 0 0,1-1-1 0 0,-2 1 1 0 0,0-1 0 0 0,0 0-1 0 0,-1 0 1 0 0,-1 0 0 0 0,-1-20-1 0 0,-1 20-14 0 0,0 1 0 0 0,-1-1 1 0 0,0 0-1 0 0,-1 1 0 0 0,0 0 0 0 0,-1 0 0 0 0,-1 0 0 0 0,0 0 0 0 0,0 1 1 0 0,-1 0-1 0 0,-12-14 0 0 0,12 17-260 0 0,0 1 1 0 0,-1 0-1 0 0,0 0 0 0 0,0 1 1 0 0,-1 0-1 0 0,0 0 0 0 0,0 1 1 0 0,0 0-1 0 0,-1 1 1 0 0,1 0-1 0 0,-1 1 0 0 0,0 0 1 0 0,0 0-1 0 0,-17-2 1 0 0,1 3-3556 0 0,2 1-1200 0 0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11.25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1 163 920 0 0,'2'-4'496'0'0,"0"0"0"0"0,1 0 0 0 0,-1 0-1 0 0,1 1 1 0 0,0-1 0 0 0,0 1 0 0 0,0 0-1 0 0,1 0 1 0 0,5-5 0 0 0,1 0 309 0 0,2-5 129 0 0,5-4 157 0 0,1 0 0 0 0,24-17 1 0 0,-37 29-1208 0 0,2 2-1 0 0,-1-1 1 0 0,0 0 0 0 0,1 1 0 0 0,-1 0-1 0 0,1 1 1 0 0,0 0 0 0 0,0 0-1 0 0,0 0 1 0 0,0 1 0 0 0,0 0 0 0 0,9 0-1 0 0,-6 1-3301 0 0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12.14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219 128 1376 0 0,'-3'-1'123'0'0,"0"0"-1"0"0,1 1 0 0 0,-1 0 0 0 0,0-1 1 0 0,0 1-1 0 0,0 0 0 0 0,1 1 0 0 0,-1-1 1 0 0,0 0-1 0 0,0 1 0 0 0,1-1 0 0 0,-1 1 1 0 0,0 0-1 0 0,-4 2 0 0 0,-36 19 973 0 0,33-16-990 0 0,0 0 0 0 0,0 1 0 0 0,1 0 0 0 0,0 1 0 0 0,1 0 0 0 0,-1 0 0 0 0,1 1-1 0 0,1 0 1 0 0,0 0 0 0 0,0 1 0 0 0,1 0 0 0 0,-6 12 0 0 0,9-14-37 0 0,0 0-1 0 0,0 0 1 0 0,1 0-1 0 0,0 1 1 0 0,0 0-1 0 0,1-1 1 0 0,0 1 0 0 0,1-1-1 0 0,0 1 1 0 0,0 0-1 0 0,1 0 1 0 0,0-1-1 0 0,0 1 1 0 0,1-1-1 0 0,0 1 1 0 0,7 15-1 0 0,0-3-110 0 0,1 0-1 0 0,1-1 1 0 0,2 0-1 0 0,0-1 1 0 0,0 0-1 0 0,2-1 0 0 0,0-1 1 0 0,1 0-1 0 0,1-2 1 0 0,28 22-1 0 0,-34-29 12 0 0,0-1 0 0 0,0-1-1 0 0,1 0 1 0 0,-1-1 0 0 0,1 0 0 0 0,0 0-1 0 0,1-2 1 0 0,24 5 0 0 0,-28-7 28 0 0,0 0 1 0 0,1-1-1 0 0,-1 0 1 0 0,1-1-1 0 0,-1 0 1 0 0,1 0-1 0 0,-1-1 1 0 0,0 0-1 0 0,0-1 1 0 0,0 0-1 0 0,0 0 1 0 0,0-1-1 0 0,9-6 1 0 0,-10 6 133 0 0,-2-1 0 0 0,1 0 0 0 0,-1-1 0 0 0,1 0 0 0 0,-1 0 0 0 0,-1 0 0 0 0,1 0 0 0 0,-1-1 0 0 0,0 0 0 0 0,-1 0 0 0 0,0 0 0 0 0,0-1 0 0 0,0 1 0 0 0,-1-1 0 0 0,0 0 0 0 0,-1 0 0 0 0,2-10 0 0 0,2-13 568 0 0,-2-1 0 0 0,-1 0 1 0 0,-1-37-1 0 0,-1 45-17 0 0,-1-2-113 0 0,-1-109 2462 0 0,0 117-2760 0 0,-1 1-1 0 0,0 0 0 0 0,-2 0 0 0 0,0 1 0 0 0,-11-29 0 0 0,13 39-330 0 0,-2 1 0 0 0,1-1 0 0 0,0 0 0 0 0,-1 1-1 0 0,0 0 1 0 0,0 0 0 0 0,-1 0 0 0 0,-8-7 0 0 0,10 10-148 0 0,1 0 1 0 0,-1 0-1 0 0,1 1 1 0 0,-1-1-1 0 0,0 0 1 0 0,0 1-1 0 0,1 0 1 0 0,-1 0-1 0 0,0 0 1 0 0,0 0-1 0 0,0 0 1 0 0,0 1-1 0 0,0-1 1 0 0,0 1-1 0 0,-1 0 1 0 0,1 0-1 0 0,0 0 1 0 0,0 0-1 0 0,0 1 1 0 0,-5 0-1 0 0,-4 5-1006 0 0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12.51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61 38 2761 0 0,'-5'1'299'0'0,"0"0"0"0"0,0 0 1 0 0,-1 0-1 0 0,1-1 1 0 0,0 1-1 0 0,0-1 0 0 0,-1-1 1 0 0,1 1-1 0 0,-8-2 1 0 0,36-10 4858 0 0,1 4-4257 0 0,0 2 0 0 0,28-5 0 0 0,-33 9-1050 0 0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15.09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1524 1 2304 0 0,'0'0'1577'0'0,"-10"7"2646"0"0,-52 10-3470 0 0,-79 26 1136 0 0,77-22-1608 0 0,0-3 0 0 0,-2-2 0 0 0,-75 7 0 0 0,47-13 322 0 0,-156-5 0 0 0,196-9-431 0 0,0-2-1 0 0,-63-15 1 0 0,-102-36-191 0 0,127 31-270 0 0,79 22-337 0 0,-1 1 0 0 0,1 0 1 0 0,0 1-1 0 0,-15 0 0 0 0,13 2-3167 0 0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15.59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18 1 6913 0 0,'-1'1'25'0'0,"0"0"1"0"0,0 0-1 0 0,0 0 0 0 0,0 1 0 0 0,0-1 0 0 0,1 0 0 0 0,-1 1 0 0 0,0-1 0 0 0,1 0 0 0 0,-1 1 0 0 0,1-1 0 0 0,-1 1 0 0 0,1-1 0 0 0,0 1 0 0 0,0 2 0 0 0,-2 31-495 0 0,2-21 598 0 0,-6 134 380 0 0,7 0 0 0 0,33 245 0 0 0,-1-167-86 0 0,84 723-925 0 0,-47-412 1128 0 0,-10-117 102 0 0,-33-228-87 0 0,3 44 187 0 0,-29-208-3843 0 0,-5 54-1 0 0,2-67 2154 0 0,1-6-778 0 0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17.60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32 6 920 0 0,'-1'-1'121'0'0,"1"1"1"0"0,0 0-1 0 0,-1-1 0 0 0,1 1 1 0 0,-1-1-1 0 0,1 1 0 0 0,-1 0 0 0 0,1-1 1 0 0,0 1-1 0 0,-1 0 0 0 0,0-1 1 0 0,1 1-1 0 0,-1 0 0 0 0,1 0 0 0 0,-1 0 1 0 0,1-1-1 0 0,-1 1 0 0 0,1 0 0 0 0,-1 0 1 0 0,0 0-1 0 0,1 0 0 0 0,-1 0 1 0 0,1 0-1 0 0,-1 0 0 0 0,1 0 0 0 0,-1 0 1 0 0,0 1-1 0 0,1-1 0 0 0,-1 0 0 0 0,1 0 1 0 0,-1 0-1 0 0,1 1 0 0 0,-1-1 1 0 0,1 0-1 0 0,-1 0 0 0 0,1 1 0 0 0,-1-1 1 0 0,1 1-1 0 0,-1-1 0 0 0,1 0 1 0 0,0 1-1 0 0,-1-1 0 0 0,1 1 0 0 0,0-1 1 0 0,-1 1-1 0 0,1-1 0 0 0,0 1 0 0 0,0-1 1 0 0,-1 1-1 0 0,1-1 0 0 0,0 1 1 0 0,0 0-1 0 0,-7 20 2951 0 0,7-8-4117 0 0,6 40 1799 0 0,3 1-1 0 0,18 59 1 0 0,-3-12 237 0 0,-19-71-616 0 0,-1 1 1 0 0,-1 49 0 0 0,0-74-2537 0 0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18.34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20 129 456 0 0,'-20'2'3216'0'0,"34"-1"-427"0"0,892-17 4225 0 0,-445-33-5218 0 0,-124-11 249 0 0,-333 59-2355 0 0,37-5 695 0 0,-39 6-1041 0 0,0 0 0 0 0,0 0 1 0 0,1 1-1 0 0,-1-1 0 0 0,0 0 1 0 0,0 1-1 0 0,0-1 0 0 0,0 1 1 0 0,0 0-1 0 0,2 1 0 0 0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19.91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33 920 0 0,'0'-2'172'0'0,"0"0"-1"0"0,1 0 1 0 0,-1 0 0 0 0,1 0-1 0 0,-1 0 1 0 0,1 0-1 0 0,0 0 1 0 0,0 0 0 0 0,0 0-1 0 0,0 0 1 0 0,0 0-1 0 0,0 0 1 0 0,1 0-1 0 0,2-2 1 0 0,-3 8 203 0 0,1 0 0 0 0,-1 0 0 0 0,1 0 0 0 0,-1 0 0 0 0,-1 0 1 0 0,1 0-1 0 0,0 7 0 0 0,53 482 2557 0 0,-50-428-2539 0 0,-2-35 744 0 0,0 1 1 0 0,-5 47-1 0 0,2-51-3268 0 0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20.47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83 456 0 0,'9'-35'703'0'0,"8"-13"10899"0"0,-18 68-10702 0 0,0-10-758 0 0,-2 74 343 0 0,3 1 0 0 0,22 162-1 0 0,-6-98-202 0 0,86 539-50 0 0,-14-125-184 0 0,-56-163 59 0 0,-26-304-14 0 0,-4-34 171 0 0,-1-19-5059 0 0,0-26-140 0 0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21.32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0 415 2304 0 0,'24'-10'342'0'0,"0"0"0"0"0,0 2 0 0 0,1 0 0 0 0,0 2 0 0 0,0 1 0 0 0,30-3 0 0 0,159 1 3029 0 0,-129 7-2918 0 0,398-36 243 0 0,-2-37 0 0 0,-151 32-696 0 0,-178 24 0 0 0,291-10 0 0 0,-275 20 0 0 0,17 1 0 0 0,268-24 0 0 0,-196-16 431 0 0,182-21-155 0 0,60 65-774 0 0,0 36 708 0 0,-394-26-141 0 0,332-1 2375 0 0,-96-6-1556 0 0,-217 10 93 0 0,234 53 1 0 0,-185-28-580 0 0,-135-29-576 0 0,-1-2 0 0 0,54 1-1 0 0,-71-6 40 0 0,0-1 0 0 0,0-1 0 0 0,0-1 0 0 0,0-1 0 0 0,-1 0 0 0 0,26-10 0 0 0,-36 10-1508 0 0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23.17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11 297 2761 0 0,'-10'-3'2446'0'0,"19"-4"-1363"0"0,24-6-578 0 0,-33 13-491 0 0,53-14 403 0 0,-1 2-1 0 0,2 2 0 0 0,-1 3 1 0 0,68-1-1 0 0,111-17-481 0 0,202-53-391 0 0,-216 25-228 0 0,-155 35 938 0 0,1 2 1 0 0,1 3-1 0 0,78-5 0 0 0,-138 18-173 0 0,0-1 94 0 0,0 1-1 0 0,0-1 1 0 0,0 1-1 0 0,0 1 0 0 0,0-1 1 0 0,0 0-1 0 0,0 1 1 0 0,0 0-1 0 0,0 0 1 0 0,0 1-1 0 0,-1 0 1 0 0,1-1-1 0 0,4 4 0 0 0,-10-2 202 0 0,-1 0-1 0 0,-1 0 1 0 0,1-1-1 0 0,0 1 1 0 0,-1 0-1 0 0,0-1 0 0 0,1 0 1 0 0,-1 1-1 0 0,-4 1 1 0 0,2 1 197 0 0,-9 6-328 0 0,1 1 0 0 0,1 0 0 0 0,0 1 0 0 0,1 1 0 0 0,0 0 1 0 0,1 0-1 0 0,0 1 0 0 0,2 0 0 0 0,0 1 0 0 0,0 0 0 0 0,1 0 0 0 0,1 1 0 0 0,-4 19 0 0 0,1 10-246 0 0,2 0 0 0 0,2 0-1 0 0,1 0 1 0 0,6 70 0 0 0,31 186-33 0 0,-5-75 21 0 0,33 353-115 0 0,-11 63-215 0 0,-30-322 69 0 0,128 755-1341 0 0,-125-949 1406 0 0,105 465-2207 0 0,-115-547 2246 0 0,-4-8 168 0 0,2-1 1 0 0,2 0-1 0 0,23 48 1 0 0,-33-75 77 0 0,0 0-1 0 0,-1 0 1 0 0,0 0 0 0 0,0 0 0 0 0,-1 0-1 0 0,0 1 1 0 0,-1-1 0 0 0,0 0-1 0 0,-2 15 1 0 0,2 23 647 0 0,1-33-527 0 0,0-3-116 0 0,0 1 0 0 0,-1 0 0 0 0,-2 18 0 0 0,2-28-38 0 0,0 0-1 0 0,0 0 1 0 0,-1 0 0 0 0,1 0-1 0 0,-1 0 1 0 0,1-1-1 0 0,-1 1 1 0 0,0 0 0 0 0,0 0-1 0 0,0 0 1 0 0,0-1-1 0 0,0 1 1 0 0,0 0-1 0 0,0-1 1 0 0,0 1 0 0 0,-1-1-1 0 0,1 1 1 0 0,-1-1-1 0 0,1 0 1 0 0,-1 1 0 0 0,1-1-1 0 0,-1 0 1 0 0,0 0-1 0 0,0 0 1 0 0,1 0-1 0 0,-1-1 1 0 0,-3 2 0 0 0,-1-1 32 0 0,0-1 1 0 0,1 0 0 0 0,-1 0 0 0 0,0-1 0 0 0,1 0 0 0 0,-1 0 0 0 0,1 0-1 0 0,-1 0 1 0 0,1-1 0 0 0,-1 0 0 0 0,1 0 0 0 0,-6-3 0 0 0,-59-37 355 0 0,69 41-417 0 0,-18-10-10 0 0,-1 0-1 0 0,0 1 1 0 0,-1 1 0 0 0,0 1-1 0 0,-33-8 1 0 0,-113-15-19 0 0,62 22-63 0 0,68 7 31 0 0,0-2-1 0 0,-46-10 1 0 0,53 9 48 0 0,1 1 0 0 0,-1 2 0 0 0,0 1 0 0 0,1 1 0 0 0,-39 5 0 0 0,-58 0 0 0 0,51-7-2247 0 0,-118 12 1 0 0,160-9 414 0 0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28.2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181 101 2713 0 0,'-163'61'6546'0'0,"147"-51"-6555"0"0,15-7-273 0 0,18-11 56 0 0,34-14 690 0 0,1 2 1 0 0,0 3-1 0 0,78-15 1 0 0,-112 29-441 0 0,-1 1 1 0 0,1 0 0 0 0,24 2 0 0 0,-27 1 34 0 0,1-2 1 0 0,-1 1-1 0 0,1-2 0 0 0,27-6 1 0 0,-3-1 438 0 0,1 1 0 0 0,66-4 0 0 0,-65 9 217 0 0,0-2-1 0 0,58-14 1 0 0,-81 17-95 0 0,-19 2-567 0 0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36.6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12 188 1840 0 0,'-5'-5'1722'0'0,"5"5"-1622"0"0,-1 0 0 0 0,1-1 0 0 0,0 1-1 0 0,0 0 1 0 0,-1 0 0 0 0,1 0 0 0 0,0 0 0 0 0,-1 0 0 0 0,1 0 0 0 0,0-1 0 0 0,0 1 0 0 0,-1 0 0 0 0,1-1 200 0 0,-1 1-200 0 0,1 0-1 0 0,0 0 1 0 0,0-1 0 0 0,0 1 0 0 0,0 0 0 0 0,-1 0 0 0 0,1-1 0 0 0,0 1 0 0 0,0 0 0 0 0,0-1 0 0 0,0 1 0 0 0,0 0 0 0 0,0 0 0 0 0,0-1 0 0 0,0 1 0 0 0,0 0-1 0 0,0-1 1 0 0,0 1 0 0 0,0 0 0 0 0,0-1 0 0 0,0 1 0 0 0,0 0 0 0 0,0-1 0 0 0,0 1 0 0 0,0 0 0 0 0,0 0 0 0 0,0-1 0 0 0,1 1 0 0 0,-1 0 0 0 0,0-1-1 0 0,0 1 1 0 0,0 0 0 0 0,1-1 200 0 0,-1 1-200 0 0,0 0 0 0 0,1-1 0 0 0,6-4 144 0 0,0 0 0 0 0,1 0 0 0 0,-1 1 0 0 0,1 0-1 0 0,0 0 1 0 0,1 1 0 0 0,-1 0 0 0 0,0 1 0 0 0,1-1 0 0 0,12 0 0 0 0,16-2 643 0 0,46 1 0 0 0,-17 1-752 0 0,216-32 741 0 0,13-1-639 0 0,-12 7-322 0 0,-251 22-548 0 0,-13-2-3983 0 0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37.1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 54 2761 0 0,'-11'-31'838'0'0,"10"30"-607"0"0,1-1-1 0 0,-1 1 1 0 0,1 0-1 0 0,-1-1 1 0 0,0 1-1 0 0,1 0 1 0 0,-1 0-1 0 0,0-1 1 0 0,0 1-1 0 0,0 0 1 0 0,0 0-1 0 0,0 0 1 0 0,0 0 0 0 0,0 0-1 0 0,0 0 1 0 0,-1 1-1 0 0,1-1 1 0 0,0 0-1 0 0,-2 0 1 0 0,9 41 3834 0 0,-3-21-3514 0 0,-1 0-1 0 0,-1 27 1 0 0,-1-33-527 0 0,0-1-1 0 0,0 1 0 0 0,2 0 0 0 0,-1-1 0 0 0,2 1 0 0 0,5 19 1 0 0,-8-31-20 0 0,23 57 139 0 0,-2 0 1 0 0,-4 2-1 0 0,14 82 0 0 0,-15-13-162 0 0,-7-38-47 0 0,39 166-1 0 0,-46-252 216 0 0,-1 1 0 0 0,1-1 0 0 0,0 1 0 0 0,0-1 0 0 0,0 0 0 0 0,1 0 0 0 0,0 0 0 0 0,0 0 0 0 0,1 0 0 0 0,-1 0 0 0 0,1-1 0 0 0,5 6 0 0 0,-3-9 921 0 0,-6-1-1106 0 0,1 0-1 0 0,-1 0 1 0 0,0 0 0 0 0,0 0-1 0 0,0 0 1 0 0,0 0 0 0 0,1 0-1 0 0,-1-1 1 0 0,0 1 0 0 0,0 1-1 0 0,0-1 1 0 0,0 0 0 0 0,0 0-1 0 0,1 0 1 0 0,-1 0 0 0 0,0 0-1 0 0,0 0 1 0 0,0 0 0 0 0,0 0-1 0 0,1 0 1 0 0,-1 0 0 0 0,0 0-1 0 0,0 0 1 0 0,0 0 0 0 0,0 0-1 0 0,0 1 1 0 0,0-1 0 0 0,1 0-1 0 0,-1 0 1 0 0,0 0-1 0 0,0 0 1 0 0,0 0 0 0 0,0 0-1 0 0,0 1 1 0 0,0-1 0 0 0,0 0-1 0 0,0 0 1 0 0,0 0 0 0 0,0 0-1 0 0,0 0 1 0 0,0 1 0 0 0,0-1-1 0 0,0 0 1 0 0,0 0 0 0 0,0 0-1 0 0,0 0 1 0 0,0 1 0 0 0,0-1-1 0 0,0 0 1 0 0,0 0 0 0 0,0 0-1 0 0,0 0 1 0 0,0 1 0 0 0,0-1-1 0 0,0 0 1 0 0,0 0 0 0 0,0 0-1 0 0,0 0 1 0 0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1.9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 48 4425 0 0,'-19'-3'7831'0'0,"48"3"-5624"0"0,37-4-3404 0 0,-50 2 1822 0 0,148-18-896 0 0,-96 4-5079 0 0,-57 13 1777 0 0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2.2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 6 3225 0 0,'-25'-5'5032'0'0,"25"24"-2761"0"0,5 35-1169 0 0,3 0 1 0 0,18 64-1 0 0,18 31-2174 0 0,-34-115-3513 0 0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2.6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73 3225 0 0,'32'-5'3913'0'0,"26"-15"-783"0"0,62-14 0 0 0,-97 29-3370 0 0,0 2 0 0 0,0 0 0 0 0,1 1 0 0 0,-1 1-1 0 0,46 5 1 0 0,-53-2-1115 0 0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2.9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1 6913 0 0,'-1'1'320'0'0,"-1"0"0"0"0,1 0 0 0 0,0 0 0 0 0,0 0 0 0 0,-1 0 0 0 0,1 0 0 0 0,0 0-1 0 0,0 1 1 0 0,1-1 0 0 0,-1 0 0 0 0,0 1 0 0 0,0-1 0 0 0,1 1 0 0 0,-1-1 0 0 0,0 1-1 0 0,1-1 1 0 0,0 1 0 0 0,-1-1 0 0 0,1 1 0 0 0,0 0 0 0 0,0 2 0 0 0,2 43-999 0 0,0-20 1114 0 0,-2 46-1005 0 0,3 0-1 0 0,18 101 1 0 0,-14-140-3776 0 0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3.3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52 45 3225 0 0,'-18'0'333'0'0,"16"0"-13"0"0,-1 0 0 0 0,0 0 1 0 0,1 0-1 0 0,-1 0 0 0 0,0-1 1 0 0,0 1-1 0 0,1-1 0 0 0,-1 1 1 0 0,0-1-1 0 0,-3-2 1 0 0,6 3-249 0 0,0-1 0 0 0,0 1 0 0 0,0-1 0 0 0,0 1 0 0 0,0-1 0 0 0,0 1 0 0 0,0-1 0 0 0,1 1 0 0 0,-1-1 0 0 0,0 1 0 0 0,0-1 0 0 0,1 1 0 0 0,-1-1 0 0 0,0 1 0 0 0,1 0 1 0 0,-1-1-1 0 0,0 1 0 0 0,1-1 0 0 0,-1 1 0 0 0,0 0 0 0 0,1-1 0 0 0,-1 1 0 0 0,1 0 0 0 0,-1 0 0 0 0,1-1 0 0 0,-1 1 0 0 0,1 0 0 0 0,-1 0 0 0 0,1 0 0 0 0,-1-1 0 0 0,1 1 0 0 0,-1 0 1 0 0,1 0-1 0 0,-1 0 0 0 0,1 0 0 0 0,0 0 0 0 0,21-7 1214 0 0,3 4-581 0 0,0 0 0 0 0,0 1-1 0 0,31 2 1 0 0,-31 1-2018 0 0,0-1 0 0 0,1-2 0 0 0,31-5-1 0 0,-40 4-1957 0 0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3.5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0 5985 0 0,'0'0'173'0'0,"-1"0"0"0"0,0 0 0 0 0,1 0 0 0 0,-1 0 0 0 0,1 0 0 0 0,-1 0 0 0 0,0 0 0 0 0,1 0 0 0 0,-1 0 0 0 0,1 0 0 0 0,-1 1 0 0 0,1-1 1 0 0,-1 0-1 0 0,0 0 0 0 0,1 1 0 0 0,-1-1 0 0 0,1 0 0 0 0,-1 0 0 0 0,1 1 0 0 0,-1-1 0 0 0,1 1 0 0 0,0-1 0 0 0,-1 0 0 0 0,1 1 0 0 0,-1-1 0 0 0,1 1 0 0 0,0-1 0 0 0,-1 1 0 0 0,1-1 0 0 0,0 1 0 0 0,0-1 0 0 0,-1 1 0 0 0,1-1 0 0 0,0 1 0 0 0,0 0 0 0 0,0-1 0 0 0,0 1 0 0 0,0-1 0 0 0,0 1 0 0 0,0 0 0 0 0,0-1 0 0 0,0 1 0 0 0,0-1 0 0 0,0 1 0 0 0,0-1 0 0 0,0 1 0 0 0,0 0 0 0 0,0-1 0 0 0,1 1 0 0 0,-1-1 0 0 0,0 1 0 0 0,0-1 0 0 0,1 1 0 0 0,-1-1 0 0 0,0 1 0 0 0,1 0 0 0 0,1 5-1605 0 0,22 80 2436 0 0,-10-40-1943 0 0,8 54-1 0 0,-12-28-1711 0 0,-5-31 1284 0 0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3.9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94 3681 0 0,'-1'1'4292'0'0,"20"-9"-2026"0"0,76-32 82 0 0,46 3-2698 0 0,-114 31-1465 0 0,-12 2-2086 0 0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4.2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86 0 2761 0 0,'-27'9'869'0'0,"-8"4"6301"0"0,34-12-6919 0 0,-1 0 1 0 0,1 0-1 0 0,0 1 0 0 0,-1-1 1 0 0,1 0-1 0 0,0 0 0 0 0,0 1 1 0 0,-1-1-1 0 0,1 1 0 0 0,0-1 1 0 0,1 1-1 0 0,-1-1 0 0 0,0 1 1 0 0,0 0-1 0 0,1-1 0 0 0,-1 1 1 0 0,1 0-1 0 0,-1 2 0 0 0,-1 12-29 0 0,0-1 1 0 0,2 1-1 0 0,0-1 0 0 0,0 0 0 0 0,4 19 0 0 0,1-7-886 0 0,1-1 0 0 0,2 1 0 0 0,0-1 0 0 0,14 27 0 0 0,-10-27-449 0 0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4.5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1 109 2761 0 0,'0'-2'188'0'0,"0"1"0"0"0,0 0 0 0 0,-1-1 1 0 0,1 1-1 0 0,0-1 0 0 0,0 1 1 0 0,0-1-1 0 0,0 1 0 0 0,0 0 1 0 0,1-1-1 0 0,-1 1 0 0 0,0-1 0 0 0,1 1 1 0 0,-1 0-1 0 0,1-1 0 0 0,-1 1 1 0 0,1 0-1 0 0,0-1 0 0 0,1 0 0 0 0,0-2 204 0 0,1 1 0 0 0,0-1 0 0 0,0 1 0 0 0,1 0 0 0 0,-1 0 0 0 0,5-3 0 0 0,3-1 353 0 0,-1 1 1 0 0,1 1 0 0 0,0-1 0 0 0,11-3 0 0 0,-7 4-658 0 0,-1 1 1 0 0,1 1-1 0 0,0 0 1 0 0,0 1-1 0 0,25-1 1 0 0,-24 4-4953 0 0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6.0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39 456 0 0,'8'-6'3764'0'0,"16"-1"-2788"0"0,-19 6-521 0 0,74-20-21 0 0,-73 19-410 0 0,1 1 1 0 0,0 1-1 0 0,-1-1 1 0 0,1 1-1 0 0,0 0 1 0 0,0 1-1 0 0,-1-1 0 0 0,1 1 1 0 0,11 4-1 0 0,-17-5-24 0 0,0 0-1 0 0,0 1 1 0 0,0-1-1 0 0,1 1 0 0 0,-1-1 1 0 0,0 1-1 0 0,-1 0 1 0 0,1-1-1 0 0,0 1 0 0 0,0 0 1 0 0,0 0-1 0 0,0 0 0 0 0,0-1 1 0 0,-1 1-1 0 0,1 0 1 0 0,0 0-1 0 0,-1 0 0 0 0,1 0 1 0 0,-1 0-1 0 0,1 0 1 0 0,-1 2-1 0 0,2 7-66 0 0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6.4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45 1376 0 0,'0'0'66'0'0,"17"-3"4532"0"0,75-29-891 0 0,-49 24-4772 0 0,-32 6-2080 0 0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6.7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35 4145 0 0,'2'-3'44'0'0,"1"1"0"0"0,-1-1 0 0 0,1 1 0 0 0,-1-1 0 0 0,1 1 1 0 0,0 0-1 0 0,0 0 0 0 0,0 0 0 0 0,0 0 0 0 0,0 0 0 0 0,0 1 0 0 0,1 0 0 0 0,-1-1 1 0 0,1 1-1 0 0,-1 0 0 0 0,1 1 0 0 0,6-2 0 0 0,-6 2 3 0 0,1-1 0 0 0,-1 0-1 0 0,1 1 1 0 0,-1 0 0 0 0,0 0 0 0 0,1 0 0 0 0,-1 1 0 0 0,0 0-1 0 0,1-1 1 0 0,-1 2 0 0 0,0-1 0 0 0,0 0 0 0 0,0 1-1 0 0,7 3 1 0 0,-9-3-43 0 0,-1-1 0 0 0,0 0 0 0 0,1 1 0 0 0,-1-1 0 0 0,0 1 0 0 0,0 0 0 0 0,0-1 0 0 0,0 1 0 0 0,0 0 0 0 0,0 0 0 0 0,-1 0 0 0 0,1-1 0 0 0,-1 1 0 0 0,1 0 0 0 0,-1 3 0 0 0,2 4-4 0 0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1.3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105 152 4145 0 0,'-6'2'174'0'0,"0"1"0"0"0,0 0-1 0 0,0 0 1 0 0,0 0 0 0 0,0 0 0 0 0,1 1 0 0 0,-1 0 0 0 0,1 0 0 0 0,0 1-1 0 0,1-1 1 0 0,-1 1 0 0 0,1 0 0 0 0,0 0 0 0 0,0 1 0 0 0,0-1 0 0 0,1 1-1 0 0,0 0 1 0 0,0 0 0 0 0,0 0 0 0 0,1 0 0 0 0,0 1 0 0 0,0-1 0 0 0,0 1 0 0 0,1-1-1 0 0,0 1 1 0 0,1-1 0 0 0,-1 1 0 0 0,1 0 0 0 0,1 7 0 0 0,2 17 39 0 0,2 1 0 0 0,1-2 0 0 0,1 1 0 0 0,2-1 0 0 0,1 0 0 0 0,1 0 0 0 0,1-1 0 0 0,2-1 0 0 0,1 0 0 0 0,1-1 0 0 0,2-1 1 0 0,30 37-1 0 0,-42-57-97 0 0,1 1 0 0 0,-1-1 0 0 0,1 0 0 0 0,0-1 0 0 0,1 0 1 0 0,-1 0-1 0 0,1 0 0 0 0,0-1 0 0 0,0 0 0 0 0,0-1 0 0 0,1 0 0 0 0,-1 0 1 0 0,1-1-1 0 0,11 2 0 0 0,-9-3 32 0 0,-1 0 1 0 0,0-1-1 0 0,1-1 1 0 0,-1 0-1 0 0,1 0 1 0 0,-1-1-1 0 0,0 0 1 0 0,0-1-1 0 0,0 0 1 0 0,0 0-1 0 0,-1-1 1 0 0,11-6-1 0 0,-9 4-69 0 0,1 1 0 0 0,-2-2 0 0 0,1 0 0 0 0,-1 0 0 0 0,0-1 0 0 0,-1 0 0 0 0,1 0 0 0 0,-2-1 0 0 0,1-1 0 0 0,-1 1 0 0 0,-1-1 0 0 0,0-1 0 0 0,0 1 0 0 0,-1-1 0 0 0,0 0 0 0 0,-1-1 0 0 0,0 1-1 0 0,-1-1 1 0 0,-1 0 0 0 0,1 0 0 0 0,-2-1 0 0 0,0 1 0 0 0,0-1 0 0 0,-1-15 0 0 0,-1-5 290 0 0,-1 0 0 0 0,-2 0 0 0 0,-1 1-1 0 0,-2-1 1 0 0,-9-31 0 0 0,9 48-262 0 0,0-1 0 0 0,-1 1 1 0 0,0 1-1 0 0,-1-1 0 0 0,-1 1 0 0 0,0 1 0 0 0,-2 0 1 0 0,1 0-1 0 0,-1 1 0 0 0,-1 0 0 0 0,-17-14 1 0 0,13 15-8 0 0,0 0 1 0 0,0 1 0 0 0,-1 0 0 0 0,-30-13 0 0 0,41 21-116 0 0,-1 0 0 0 0,0 1 0 0 0,0 0 0 0 0,0 0-1 0 0,0 0 1 0 0,0 1 0 0 0,0 0 0 0 0,0 0 0 0 0,0 1 0 0 0,0 0 0 0 0,-1 0 0 0 0,1 1 0 0 0,0 0 0 0 0,0 0 0 0 0,0 0 0 0 0,-9 4 0 0 0,13-4-143 0 0,0 1 0 0 0,0 0 1 0 0,0 0-1 0 0,0 0 0 0 0,0 0 1 0 0,0 0-1 0 0,1 1 0 0 0,-1-1 1 0 0,1 1-1 0 0,0 0 0 0 0,-4 5 1 0 0,-8 22-3883 0 0,9-17-1791 0 0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1.7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91 920 0 0,'32'-6'6314'0'0,"2"-3"-4367"0"0,177-51-4492 0 0,-182 49 2478 0 0,-16 6 67 0 0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2.0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53 6 4609 0 0,'-3'-1'562'0'0,"1"0"0"0"0,-1 0 1 0 0,0 0-1 0 0,0 1 0 0 0,0-1 1 0 0,0 1-1 0 0,0-1 0 0 0,0 1 0 0 0,0 0 1 0 0,1 0-1 0 0,-4 1 0 0 0,5 0-430 0 0,0-1 0 0 0,0 1 1 0 0,0-1-1 0 0,0 1 0 0 0,0 0 0 0 0,0-1 1 0 0,0 1-1 0 0,0 0 0 0 0,1 0 0 0 0,-1 0 1 0 0,0 0-1 0 0,0 0 0 0 0,1 0 0 0 0,-1 0 0 0 0,1 0 1 0 0,-1 0-1 0 0,1 0 0 0 0,-1 0 0 0 0,1 0 1 0 0,0 0-1 0 0,0 0 0 0 0,-1 0 0 0 0,1 1 1 0 0,0-1-1 0 0,0 0 0 0 0,0 0 0 0 0,0 0 0 0 0,0 0 1 0 0,0 0-1 0 0,1 1 0 0 0,-1 0 0 0 0,15 150 1534 0 0,-10-119-3212 0 0,11 33 1 0 0,-7-38-3679 0 0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2.7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301 26 5529 0 0,'-8'-4'213'0'0,"-2"0"0"0"0,1 0 0 0 0,0 1 0 0 0,-1 0 0 0 0,1 1-1 0 0,-1 0 1 0 0,0 1 0 0 0,1-1 0 0 0,-1 2 0 0 0,0 0 0 0 0,0 0 0 0 0,-15 2-1 0 0,18 0-72 0 0,1-1-1 0 0,-1 1 1 0 0,1 0-1 0 0,-1 1 1 0 0,1-1-1 0 0,0 1 1 0 0,0 0-1 0 0,0 1 1 0 0,1 0-1 0 0,-1-1 1 0 0,1 2-1 0 0,0-1 1 0 0,0 1-1 0 0,0 0 1 0 0,1 0-1 0 0,-1 0 1 0 0,1 0-1 0 0,1 1 1 0 0,-5 6-1 0 0,0 4-97 0 0,0 0 0 0 0,2 1 0 0 0,0 0-1 0 0,0 0 1 0 0,2 0 0 0 0,0 0 0 0 0,1 1-1 0 0,1 0 1 0 0,0-1 0 0 0,1 1 0 0 0,3 31-1 0 0,0-34-146 0 0,1 0 0 0 0,0 0-1 0 0,1 0 1 0 0,0-1 0 0 0,2 1-1 0 0,-1-1 1 0 0,2-1 0 0 0,0 1-1 0 0,0-1 1 0 0,1 0 0 0 0,1-1-1 0 0,0 0 1 0 0,1 0 0 0 0,12 11-1 0 0,-6-7 51 0 0,1-1 0 0 0,0-1 0 0 0,1-1 0 0 0,1-1 0 0 0,0 0 0 0 0,0-1 0 0 0,33 12-1 0 0,-42-19-102 0 0,0-1 0 0 0,-1-1 0 0 0,1 1 0 0 0,0-2 0 0 0,0 1-1 0 0,1-1 1 0 0,-1-1 0 0 0,0 0 0 0 0,0 0 0 0 0,0-1 0 0 0,0-1 0 0 0,0 1-1 0 0,0-2 1 0 0,0 1 0 0 0,0-1 0 0 0,-1-1 0 0 0,1 0 0 0 0,15-8-1 0 0,-10 2 222 0 0,0-1-1 0 0,0 0 1 0 0,-1 0-1 0 0,-1-1 1 0 0,0-1-1 0 0,-1 0 1 0 0,0-1-1 0 0,-1-1 1 0 0,0 0-1 0 0,13-26 1 0 0,-18 31 17 0 0,-1 0-1 0 0,-1-1 1 0 0,0 1-1 0 0,-1-1 1 0 0,0 0 0 0 0,0 0-1 0 0,-1 0 1 0 0,0-1 0 0 0,-1 1-1 0 0,-1 0 1 0 0,0-1-1 0 0,0 1 1 0 0,-1 0 0 0 0,-1 0-1 0 0,1-1 1 0 0,-2 1 0 0 0,0 0-1 0 0,-4-11 1 0 0,-2 1 230 0 0,-1 0 1 0 0,-1 0-1 0 0,0 1 1 0 0,-2 1-1 0 0,0 0 1 0 0,-1 1-1 0 0,-22-22 1 0 0,29 33-288 0 0,-1 0 0 0 0,1 1 1 0 0,-1 0-1 0 0,-1 1 0 0 0,1 0 0 0 0,-1 0 1 0 0,0 1-1 0 0,0 0 0 0 0,0 0 0 0 0,-16-3 1 0 0,17 5-366 0 0,0 1 1 0 0,0 0 0 0 0,0 1-1 0 0,1 0 1 0 0,-1 0 0 0 0,0 1-1 0 0,0 0 1 0 0,0 1 0 0 0,-8 2-1 0 0,-4 2-3145 0 0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2.9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1 100 6913 0 0,'12'-6'741'0'0,"0"1"0"0"0,0-2-1 0 0,0 1 1 0 0,13-11 0 0 0,-12 8-360 0 0,1 0 0 0 0,21-10 0 0 0,-26 16-1149 0 0,1 0 0 0 0,0 0 1 0 0,0 1-1 0 0,13-1 0 0 0,17-4-1136 0 0,-38 6 1904 0 0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3.1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71 0 2817 0 0,'-18'6'165'0'0,"-17"6"210"0"0,17-1 2611 0 0,18-9-2714 0 0,1 1 0 0 0,-1-1 0 0 0,1 1 1 0 0,0 0-1 0 0,0-1 0 0 0,-1 1 1 0 0,2-1-1 0 0,-1 0 0 0 0,0 1 0 0 0,3 3 1 0 0,2 5-18 0 0,4 22-342 0 0,-4-13-273 0 0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3.9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262 33 2304 0 0,'-15'-8'1608'0'0,"7"4"-735"0"0,0-1 0 0 0,-1 2-1 0 0,0-1 1 0 0,-12-3 0 0 0,17 7-632 0 0,0-1 0 0 0,-1 1 0 0 0,1 0 0 0 0,0 0 0 0 0,0 0 0 0 0,0 0 0 0 0,0 1 0 0 0,0 0-1 0 0,0-1 1 0 0,1 1 0 0 0,-1 1 0 0 0,0-1 0 0 0,-7 4 0 0 0,3-1-151 0 0,0 0-1 0 0,0 0 1 0 0,0 1 0 0 0,0 0-1 0 0,1 0 1 0 0,0 1 0 0 0,0 0-1 0 0,1 0 1 0 0,-1 1 0 0 0,1 0-1 0 0,1 0 1 0 0,-1 0-1 0 0,1 1 1 0 0,0 0 0 0 0,1 0-1 0 0,0 0 1 0 0,0 0 0 0 0,1 1-1 0 0,0-1 1 0 0,1 1 0 0 0,-1 0-1 0 0,2 0 1 0 0,-1 0-1 0 0,1 0 1 0 0,1 0 0 0 0,0 0-1 0 0,1 14 1 0 0,0 7-190 0 0,2 0 0 0 0,2 0 1 0 0,0 0-1 0 0,15 43 0 0 0,-16-62 39 0 0,0-1 0 0 0,1 1 0 0 0,0-1-1 0 0,1-1 1 0 0,0 1 0 0 0,1-1 0 0 0,-1 0 0 0 0,2 0 0 0 0,-1-1-1 0 0,1 0 1 0 0,1 0 0 0 0,-1-1 0 0 0,1 0 0 0 0,1-1 0 0 0,12 8-1 0 0,-11-9 74 0 0,-1 0-1 0 0,1 0 1 0 0,0-1-1 0 0,1-1 1 0 0,-1 1-1 0 0,1-2 0 0 0,-1 0 1 0 0,1 0-1 0 0,0-1 1 0 0,0 0-1 0 0,0-1 1 0 0,0-1-1 0 0,23-3 0 0 0,-27 2 78 0 0,0 0-1 0 0,0-1 0 0 0,-1 0 0 0 0,1 0 0 0 0,-1-1 0 0 0,0 0 0 0 0,1 0 1 0 0,-2-1-1 0 0,1 0 0 0 0,-1 0 0 0 0,1 0 0 0 0,-1-1 0 0 0,-1 0 0 0 0,1 0 1 0 0,-1 0-1 0 0,0-1 0 0 0,0 0 0 0 0,-1 0 0 0 0,0 0 0 0 0,-1 0 0 0 0,4-9 0 0 0,-2 2 161 0 0,-1-1-1 0 0,0 1 0 0 0,-1-1 0 0 0,0 0 0 0 0,-2-1 1 0 0,1 1-1 0 0,-2 0 0 0 0,0 0 0 0 0,-1 0 0 0 0,0-1 0 0 0,-6-21 1 0 0,0 7-277 0 0,-2 1 0 0 0,-1 0 0 0 0,-1 0 1 0 0,-26-45-1 0 0,36 72-232 0 0,-17-28 101 0 0,6 17-1205 0 0,0 7-3321 0 0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4.2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1 137 8290 0 0,'8'-2'518'0'0,"1"0"0"0"0,-1 0 0 0 0,0-1 0 0 0,0-1 0 0 0,0 1 0 0 0,0-1 0 0 0,0 0 0 0 0,-1-1 0 0 0,13-10 0 0 0,-2 4-26 0 0,24-20-28 0 0,4-2-2705 0 0,-14 16-4686 0 0,-29 16 6766 0 0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4.4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1 8754 0 0,'-29'13'9345'0'0,"33"-10"-9113"0"0,1 3-342 0 0,0-1-1 0 0,0 1 1 0 0,0 0 0 0 0,-1 0 0 0 0,0 1 0 0 0,0-1 0 0 0,-1 1 0 0 0,0 0 0 0 0,0 0 0 0 0,4 15 0 0 0,1 12-2449 0 0,5 40 0 0 0,-4-19-4 0 0,-1-17 2033 0 0,-1 2 391 0 0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5.0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324 74 5529 0 0,'-2'-4'133'0'0,"0"0"-1"0"0,0 0 1 0 0,0 0-1 0 0,-1 1 1 0 0,0-1-1 0 0,0 1 1 0 0,0 0-1 0 0,0-1 1 0 0,0 1 0 0 0,-1 1-1 0 0,1-1 1 0 0,-1 0-1 0 0,0 1 1 0 0,0 0-1 0 0,0 0 1 0 0,0 0-1 0 0,0 1 1 0 0,0-1-1 0 0,0 1 1 0 0,-1 0-1 0 0,1 0 1 0 0,0 0 0 0 0,-1 1-1 0 0,1-1 1 0 0,-1 1-1 0 0,1 0 1 0 0,0 0-1 0 0,-1 1 1 0 0,1 0-1 0 0,-1-1 1 0 0,1 1-1 0 0,0 1 1 0 0,-6 1-1 0 0,0 3-122 0 0,0 0-1 0 0,0 1 0 0 0,1 0 0 0 0,0 1 0 0 0,0 0 0 0 0,1 0 1 0 0,-1 1-1 0 0,2 0 0 0 0,0 0 0 0 0,0 1 0 0 0,0 0 0 0 0,-6 14 0 0 0,-1 5 325 0 0,1 1 0 0 0,1 0 0 0 0,-10 39 0 0 0,18-54-308 0 0,1 0-1 0 0,0 1 1 0 0,0-1-1 0 0,2 1 1 0 0,0-1-1 0 0,1 1 1 0 0,0-1-1 0 0,1 1 1 0 0,4 17-1 0 0,-2-23-51 0 0,-1 0 0 0 0,2 0 0 0 0,0-1 0 0 0,0 1 0 0 0,0-1 0 0 0,1 0 0 0 0,1 0 0 0 0,0-1 0 0 0,0 0 0 0 0,0 0 0 0 0,1 0 0 0 0,0 0 0 0 0,1-1-1 0 0,14 11 1 0 0,-4-6-156 0 0,0-1-1 0 0,1-1 1 0 0,0-1-1 0 0,0 0 1 0 0,1-2-1 0 0,0 0 1 0 0,1-1-1 0 0,-1-1 1 0 0,1-1-1 0 0,36 2 0 0 0,-37-5 389 0 0,0 0-1 0 0,0-1 0 0 0,0-2 1 0 0,0 0-1 0 0,0-1 0 0 0,0-1 1 0 0,0 0-1 0 0,-1-2 1 0 0,1 0-1 0 0,-1-2 0 0 0,22-11 1 0 0,-30 12-83 0 0,-1 0 1 0 0,0-1 0 0 0,0 0 0 0 0,-1-1 0 0 0,0 0 0 0 0,-1 0-1 0 0,0 0 1 0 0,0-1 0 0 0,-1-1 0 0 0,0 1 0 0 0,-1-1 0 0 0,0-1 0 0 0,-1 1-1 0 0,0-1 1 0 0,-1 1 0 0 0,0-1 0 0 0,-1-1 0 0 0,0 1 0 0 0,-1 0-1 0 0,1-16 1 0 0,-1-5 581 0 0,-1 0 0 0 0,-2 0 1 0 0,-2 0-1 0 0,0 0 0 0 0,-3 1 0 0 0,-14-51 0 0 0,18 75-709 0 0,0 1-1 0 0,0-1 1 0 0,-1 1 0 0 0,-1 0 0 0 0,1 0 0 0 0,-1 0-1 0 0,0 1 1 0 0,0 0 0 0 0,-1-1 0 0 0,0 1-1 0 0,0 1 1 0 0,-9-8 0 0 0,8 8-593 0 0,-1 0 0 0 0,-1 0 0 0 0,1 1 0 0 0,-1 0 0 0 0,1 1 0 0 0,-17-6 0 0 0,-1 2-5034 0 0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5.2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84 920 0 0,'-2'-4'3927'0'0,"2"3"-3861"0"0,7-8 2268 0 0,9-5 206 0 0,-4 6-1606 0 0,0 1 0 0 0,0 0-1 0 0,1 1 1 0 0,0 1 0 0 0,1 0 0 0 0,21-5-1 0 0,-24 7-1213 0 0,-1 1 0 0 0,1 1 0 0 0,0 0-1 0 0,-1 1 1 0 0,16 1 0 0 0,-14 0-5032 0 0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5.5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1 6449 0 0,'-1'1'311'0'0,"0"0"0"0"0,0 0 0 0 0,0 0 0 0 0,1 0-1 0 0,-1 0 1 0 0,0 0 0 0 0,1 0 0 0 0,-1 0 0 0 0,1 0 0 0 0,-1 1-1 0 0,1-1 1 0 0,0 0 0 0 0,-1 0 0 0 0,1 1 0 0 0,0-1 0 0 0,0 0-1 0 0,0 0 1 0 0,0 1 0 0 0,0-1 0 0 0,0 0 0 0 0,1 3-1 0 0,4 26 2657 0 0,14 24 81 0 0,-12-34-3317 0 0,0 1 0 0 0,-1 0-1 0 0,5 32 1 0 0,-8-27-6298 0 0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8.1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245 1 456 0 0,'-21'11'1183'0'0,"0"1"-1"0"0,1 1 1 0 0,0 1 0 0 0,-32 28-1 0 0,43-33-704 0 0,0 0-1 0 0,0 1 0 0 0,0 0 0 0 0,1 0 0 0 0,1 1 1 0 0,-10 18-1 0 0,9-14-388 0 0,2 0 0 0 0,0 0 0 0 0,1 0 0 0 0,0 1 0 0 0,1 0 0 0 0,1 0 0 0 0,1 0 0 0 0,0 0 0 0 0,1 0 0 0 0,1 1 0 0 0,0-1 0 0 0,1 0 0 0 0,1 0 0 0 0,4 19 0 0 0,1-7-46 0 0,1-1-1 0 0,1 0 1 0 0,2 0-1 0 0,21 41 1 0 0,-25-56-43 0 0,1-1 0 0 0,0 1 0 0 0,0-1 0 0 0,2 0 0 0 0,-1-1 0 0 0,1 0 0 0 0,0-1 0 0 0,1 0 0 0 0,0 0 0 0 0,1-1 0 0 0,18 9 0 0 0,-2-3 126 0 0,73 34 204 0 0,-88-42-350 0 0,1-2 0 0 0,0 1 0 0 0,0-2 0 0 0,0 0 0 0 0,22 2 0 0 0,-28-5 75 0 0,0-1 0 0 0,0 0-1 0 0,0 0 1 0 0,0-1-1 0 0,0 0 1 0 0,0 0 0 0 0,-1-1-1 0 0,1 0 1 0 0,-1 0 0 0 0,1-1-1 0 0,-1 0 1 0 0,0 0-1 0 0,-1 0 1 0 0,1-1 0 0 0,-1 0-1 0 0,0-1 1 0 0,0 1-1 0 0,0-1 1 0 0,-1 0 0 0 0,0-1-1 0 0,0 1 1 0 0,3-8-1 0 0,1 0 239 0 0,0 0 0 0 0,-2-1 0 0 0,0 0 0 0 0,-1 0 0 0 0,0-1 0 0 0,-1 0 0 0 0,-1 0 0 0 0,0 0-1 0 0,2-31 1 0 0,-6 33-76 0 0,-1 0-1 0 0,0 0 1 0 0,-1 0-1 0 0,-1 0 0 0 0,-6-21 1 0 0,-28-69 917 0 0,14 45-878 0 0,16 37-200 0 0,-2 0 1 0 0,0 0-1 0 0,-2 1 0 0 0,0 1 0 0 0,-19-27 1 0 0,25 40-38 0 0,-1 0 0 0 0,0 0-1 0 0,-1 1 1 0 0,1 0 0 0 0,-1 0 0 0 0,-1 1 0 0 0,1 0 0 0 0,-1 0 0 0 0,1 0 0 0 0,-2 1-1 0 0,1 0 1 0 0,0 1 0 0 0,-1 0 0 0 0,1 0 0 0 0,-1 1 0 0 0,-18-3 0 0 0,26 5-39 0 0,-4-1-118 0 0,-1 1 0 0 0,1-1 0 0 0,0 1 0 0 0,-1 0 0 0 0,1 1 0 0 0,-10 1 0 0 0,13-2-224 0 0,0 1 0 0 0,0 0 0 0 0,0 0 0 0 0,0 0 0 0 0,0 0 0 0 0,0 0 1 0 0,0 0-1 0 0,0 1 0 0 0,0-1 0 0 0,1 1 0 0 0,-1-1 0 0 0,-1 3 0 0 0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9.1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338 69 456 0 0,'-13'-9'1753'0'0,"7"4"-1342"0"0,0 1 0 0 0,0 0 0 0 0,0 0 0 0 0,0 0-1 0 0,-1 1 1 0 0,0 0 0 0 0,0 0 0 0 0,0 1-1 0 0,0 0 1 0 0,0 0 0 0 0,0 1 0 0 0,0-1 0 0 0,-15 1-1 0 0,15 1-22 0 0,-1 0 0 0 0,0 1-1 0 0,0 0 1 0 0,0 1-1 0 0,0-1 1 0 0,1 2 0 0 0,-1-1-1 0 0,1 1 1 0 0,-1 0-1 0 0,1 0 1 0 0,0 1 0 0 0,-8 5-1 0 0,7-3-195 0 0,1 1 0 0 0,-1-1 0 0 0,1 1 0 0 0,0 1 0 0 0,1-1 0 0 0,0 1 0 0 0,0 0 0 0 0,-9 17 0 0 0,8-10-207 0 0,1 0-1 0 0,0 0 1 0 0,1 1 0 0 0,0 0-1 0 0,2 0 1 0 0,0 0 0 0 0,0 0-1 0 0,2 0 1 0 0,0 1 0 0 0,0-1-1 0 0,4 29 1 0 0,0-35 1 0 0,0 1 0 0 0,0-1 1 0 0,1 0-1 0 0,0 0 0 0 0,0 0 0 0 0,1 0 0 0 0,1-1 0 0 0,0 0 1 0 0,0 0-1 0 0,0 0 0 0 0,10 8 0 0 0,9 9-100 0 0,1-1-1 0 0,29 22 1 0 0,-41-36-58 0 0,2 0 1 0 0,-1 0-1 0 0,2-2 1 0 0,-1 0 0 0 0,1-1-1 0 0,0-1 1 0 0,1 0-1 0 0,0-1 1 0 0,26 5 0 0 0,-34-9 247 0 0,0-1-1 0 0,-1 0 1 0 0,1-1 0 0 0,0 0 0 0 0,-1 0 0 0 0,1-1-1 0 0,-1 0 1 0 0,1-1 0 0 0,-1 0 0 0 0,1 0 0 0 0,-1-1 0 0 0,0 0-1 0 0,0-1 1 0 0,0 0 0 0 0,0 0 0 0 0,-1-1 0 0 0,0 0 0 0 0,0-1-1 0 0,14-12 1 0 0,-12 6 116 0 0,0 0-1 0 0,0 0 1 0 0,-2-1-1 0 0,1 0 0 0 0,-2-1 1 0 0,0 1-1 0 0,0-2 1 0 0,-1 1-1 0 0,-1-1 0 0 0,0 0 1 0 0,-2 0-1 0 0,1 0 1 0 0,-2 0-1 0 0,0-1 1 0 0,0-26-1 0 0,-2 19 117 0 0,-1 0-1 0 0,0 1 1 0 0,-2-1 0 0 0,-1 0 0 0 0,0 1 0 0 0,-2 0-1 0 0,-1 0 1 0 0,0 0 0 0 0,-2 1 0 0 0,-12-22-1 0 0,18 36-315 0 0,-1 1 0 0 0,-1-1 0 0 0,1 1 0 0 0,-1 0 0 0 0,0 1-1 0 0,0-1 1 0 0,-1 1 0 0 0,0 0 0 0 0,0 1 0 0 0,0-1 0 0 0,0 1 0 0 0,-1 0-1 0 0,1 1 1 0 0,-1-1 0 0 0,0 1 0 0 0,0 1 0 0 0,0-1 0 0 0,-1 1-1 0 0,1 1 1 0 0,-1-1 0 0 0,-13 0 0 0 0,14 2-337 0 0,0 0-1 0 0,0 1 1 0 0,0 0-1 0 0,0 0 1 0 0,0 1-1 0 0,-8 2 1 0 0,7-1-497 0 0,1 0 1 0 0,0 1 0 0 0,0 0-1 0 0,0 0 1 0 0,1 0 0 0 0,-7 6-1 0 0,-4 4-4258 0 0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9.8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275 252 2304 0 0,'-44'-38'3001'0'0,"37"31"-2410"0"0,0 1-1 0 0,-1-1 1 0 0,0 1-1 0 0,0 0 1 0 0,-12-6-1 0 0,17 10-525 0 0,-1 1 0 0 0,1 0 0 0 0,-1 0 0 0 0,1 0 0 0 0,-1 0 0 0 0,1 1-1 0 0,-1-1 1 0 0,1 1 0 0 0,-1 0 0 0 0,0 0 0 0 0,1 0 0 0 0,-1 1 0 0 0,1-1 0 0 0,-1 1 0 0 0,1 0 0 0 0,-1 0-1 0 0,1 0 1 0 0,0 0 0 0 0,-5 3 0 0 0,2-1-9 0 0,-1 0-1 0 0,1 1 1 0 0,0 0-1 0 0,0 0 1 0 0,0 0-1 0 0,1 1 1 0 0,0 0-1 0 0,-1 0 1 0 0,2 0-1 0 0,-1 1 1 0 0,1 0-1 0 0,-1 0 1 0 0,2 0-1 0 0,-1 0 1 0 0,1 0-1 0 0,0 1 1 0 0,0 0-1 0 0,0-1 1 0 0,1 1-1 0 0,0 0 1 0 0,1 0-1 0 0,0 0 1 0 0,0 0-1 0 0,0 1 1 0 0,1-1-1 0 0,0 0 1 0 0,0 0-1 0 0,1 0 1 0 0,0 1-1 0 0,0-1 1 0 0,1 0-1 0 0,0 0 1 0 0,0 0-1 0 0,0-1 1 0 0,1 1-1 0 0,4 8 1 0 0,3 3-64 0 0,2 1 0 0 0,-1-1 0 0 0,2-1 0 0 0,0 0 0 0 0,1-1 0 0 0,1 0 0 0 0,0-1 0 0 0,35 26 0 0 0,-35-31-10 0 0,0 0 1 0 0,0-1-1 0 0,1-1 0 0 0,0-1 1 0 0,0 0-1 0 0,1 0 1 0 0,0-2-1 0 0,0 0 1 0 0,1-1-1 0 0,-1-1 1 0 0,24 1-1 0 0,-30-4 84 0 0,0-1 0 0 0,-1 0 0 0 0,1-1 0 0 0,-1 0 0 0 0,1-1 0 0 0,-1 0 0 0 0,0-1-1 0 0,0 0 1 0 0,0 0 0 0 0,-1-1 0 0 0,1-1 0 0 0,-1 1 0 0 0,0-1 0 0 0,-1-1 0 0 0,1 0 0 0 0,-1 0 0 0 0,-1-1 0 0 0,13-15 0 0 0,-4 3 249 0 0,-1 0 0 0 0,-1-2 0 0 0,-1 1 0 0 0,-1-1 1 0 0,-1-1-1 0 0,-1 0 0 0 0,7-25 0 0 0,-15 37-170 0 0,0 0 0 0 0,-1 0-1 0 0,0 0 1 0 0,0 0-1 0 0,-1 0 1 0 0,-1 0 0 0 0,0 0-1 0 0,0 0 1 0 0,-1 1 0 0 0,-1-1-1 0 0,1 0 1 0 0,-2 1-1 0 0,1 0 1 0 0,-2-1 0 0 0,-8-15-1 0 0,3 8-2 0 0,-1 0-1 0 0,-1 1 0 0 0,0 0 1 0 0,-1 1-1 0 0,-1 1 0 0 0,0 0 1 0 0,-25-20-1 0 0,34 32-149 0 0,1 0 0 0 0,-1 0 0 0 0,0 0 0 0 0,1 0 0 0 0,-1 1 0 0 0,-1 0 0 0 0,-7-3 0 0 0,-12 4-1563 0 0,22 2 1044 0 0,1-1 0 0 0,0 1 0 0 0,-1 0 0 0 0,1-1 0 0 0,0 1 0 0 0,0 0 1 0 0,0 0-1 0 0,-1 1 0 0 0,-1 0 0 0 0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0.4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286 136 2304 0 0,'-8'-4'549'0'0,"0"0"0"0"0,-1 1 0 0 0,1 0 0 0 0,-1 0-1 0 0,0 1 1 0 0,0 0 0 0 0,0 0 0 0 0,0 1-1 0 0,0 0 1 0 0,-14 1 0 0 0,16 1-309 0 0,1 0 1 0 0,0 0-1 0 0,0 1 0 0 0,0 0 1 0 0,0 0-1 0 0,0 0 0 0 0,0 1 1 0 0,0 0-1 0 0,1 0 0 0 0,-1 0 1 0 0,1 1-1 0 0,0-1 1 0 0,0 1-1 0 0,0 1 0 0 0,-8 8 1 0 0,4-1-219 0 0,1 0 1 0 0,-1 1-1 0 0,2 0 0 0 0,0 0 1 0 0,0 1-1 0 0,2-1 1 0 0,-1 1-1 0 0,2 1 1 0 0,0-1-1 0 0,0 1 1 0 0,2-1-1 0 0,0 1 1 0 0,0 0-1 0 0,1 0 1 0 0,1 0-1 0 0,1 0 0 0 0,3 21 1 0 0,-2-20-203 0 0,1-2-1 0 0,0 1 1 0 0,1 0 0 0 0,0-1 0 0 0,2 1-1 0 0,-1-1 1 0 0,2 0 0 0 0,0-1-1 0 0,0 0 1 0 0,2 0 0 0 0,-1 0 0 0 0,2-1-1 0 0,-1-1 1 0 0,2 0 0 0 0,-1 0 0 0 0,1-1-1 0 0,15 10 1 0 0,2-2-123 0 0,1-1 0 0 0,0-2-1 0 0,2-1 1 0 0,0-1 0 0 0,0-1 0 0 0,1-2 0 0 0,0-2 0 0 0,51 7-1 0 0,-73-14 267 0 0,0 0-1 0 0,1-1 1 0 0,-1-1-1 0 0,0 0 0 0 0,0 0 1 0 0,0-1-1 0 0,0 0 1 0 0,-1-1-1 0 0,1 0 1 0 0,-1-1-1 0 0,1 0 0 0 0,-1 0 1 0 0,0-1-1 0 0,0 0 1 0 0,9-8-1 0 0,-11 8 182 0 0,-1 0-1 0 0,0-1 1 0 0,0 0 0 0 0,-1 0-1 0 0,0 0 1 0 0,0-1-1 0 0,0 1 1 0 0,-1-1 0 0 0,0 0-1 0 0,0-1 1 0 0,-1 1 0 0 0,0-1-1 0 0,0 1 1 0 0,0-1-1 0 0,-1 0 1 0 0,-1 0 0 0 0,1 0-1 0 0,-1 0 1 0 0,-1-11 0 0 0,-1-13 969 0 0,-2 0 1 0 0,-1 1-1 0 0,-1-1 1 0 0,-13-38 0 0 0,-48-119 2179 0 0,57 167-2954 0 0,-1 0-1 0 0,0 0 0 0 0,-28-39 1 0 0,32 53-531 0 0,0 0 0 0 0,-1 0 1 0 0,0 0-1 0 0,0 1 1 0 0,-1 0-1 0 0,0 1 1 0 0,0-1-1 0 0,-1 2 1 0 0,0-1-1 0 0,0 1 0 0 0,-17-7 1 0 0,9 7-5900 0 0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6.3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12 5529 0 0,'0'0'156'0'0,"0"1"0"0"0,0-1-1 0 0,0 1 1 0 0,-1-1 0 0 0,1 1-1 0 0,0-1 1 0 0,0 1 0 0 0,0-1-1 0 0,1 1 1 0 0,-1 0 0 0 0,0-1-1 0 0,0 1 1 0 0,0-1 0 0 0,0 1-1 0 0,0-1 1 0 0,1 1 0 0 0,-1-1-1 0 0,0 0 1 0 0,0 1 0 0 0,1-1-1 0 0,-1 1 1 0 0,0-1 0 0 0,1 1-1 0 0,-1-1 1 0 0,0 0 0 0 0,1 1-1 0 0,-1-1 1 0 0,1 0 0 0 0,-1 1-1 0 0,1-1 1 0 0,-1 0 0 0 0,1 0-1 0 0,-1 1 1 0 0,0-1 0 0 0,1 0-1 0 0,0 0 1 0 0,-1 0 0 0 0,1 0-1 0 0,-1 0 1 0 0,1 1 0 0 0,0-1 0 0 0,24 8 1138 0 0,-18-9-1155 0 0,0 0 1 0 0,0 0 0 0 0,0-1 0 0 0,0 0 0 0 0,0 0 0 0 0,0 0 0 0 0,8-5-1 0 0,-7 3-362 0 0,0 1-1 0 0,1 0 1 0 0,15-3-1 0 0,-21 5-291 0 0,1 1 0 0 0,0 0 0 0 0,-1-1-1 0 0,1 2 1 0 0,0-1 0 0 0,-1 0 0 0 0,7 2 0 0 0,1 2-3573 0 0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6.8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15 1840 0 0,'46'-7'4013'0'0,"-39"5"-3997"0"0,0 0 0 0 0,-1 1-1 0 0,1 0 1 0 0,0 0-1 0 0,0 1 1 0 0,-1 0-1 0 0,1 0 1 0 0,11 2-1 0 0,39 18-84 0 0,-46-15 2 0 0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7.4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79 4145 0 0,'0'-3'316'0'0,"1"1"-1"0"0,0-1 1 0 0,0 1 0 0 0,0 0 0 0 0,0 0-1 0 0,1-1 1 0 0,-1 1 0 0 0,0 0 0 0 0,1 0-1 0 0,0 0 1 0 0,-1 0 0 0 0,1 0 0 0 0,4-2-1 0 0,28-21 458 0 0,-24 20-888 0 0,23-9 689 0 0,-31 13-836 0 0,0 1-1 0 0,0 0 0 0 0,0 0 1 0 0,0 0-1 0 0,-1 0 0 0 0,1 0 1 0 0,0 0-1 0 0,0 0 0 0 0,0 1 1 0 0,-1-1-1 0 0,3 1 0 0 0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7.8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0 102 6449 0 0,'26'-20'2826'0'0,"-6"7"-2784"0"0,-8 4-181 0 0,1 1 0 0 0,0 0 0 0 0,0 1 0 0 0,0 0 0 0 0,1 1 0 0 0,0 1 0 0 0,0 0 0 0 0,20-4 0 0 0,-25 7 127 0 0,-1-1-48 0 0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17.9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26 282 1376 0 0,'-11'-40'1418'0'0,"7"29"-683"0"0,1 0 0 0 0,1 1-1 0 0,0-1 1 0 0,-2-16 164 0 0,6 30-666 0 0,-1-1 0 0 0,1 1 0 0 0,-1 0-1 0 0,0 0 1 0 0,0 0 0 0 0,0 0 0 0 0,-1 1 0 0 0,1-1 0 0 0,0 3 0 0 0,39 216 2340 0 0,-31-191-2481 0 0,0-1 1 0 0,2 0-1 0 0,2-1 0 0 0,0 0 1 0 0,20 29-1 0 0,-12-23-80 0 0,2-1 1 0 0,1-2-1 0 0,2 0 1 0 0,1-2-1 0 0,54 48 1 0 0,-79-76 4 0 0,0 0 0 0 0,1-1 0 0 0,-1 1 1 0 0,0-1-1 0 0,1 1 0 0 0,0-1 1 0 0,-1 0-1 0 0,1 0 0 0 0,0 0 1 0 0,-1 0-1 0 0,1-1 0 0 0,0 1 0 0 0,0-1 1 0 0,-1 1-1 0 0,1-1 0 0 0,5 0 1 0 0,-6-1-6 0 0,-1 1 1 0 0,1-1 0 0 0,0 0-1 0 0,0 0 1 0 0,-1 0 0 0 0,1 0 0 0 0,-1 0-1 0 0,1 0 1 0 0,-1 0 0 0 0,1 0-1 0 0,-1-1 1 0 0,0 1 0 0 0,1 0-1 0 0,-1-1 1 0 0,0 1 0 0 0,0-1-1 0 0,0 1 1 0 0,0-1 0 0 0,0 0 0 0 0,-1 0-1 0 0,1 1 1 0 0,0-1 0 0 0,-1 0-1 0 0,0 0 1 0 0,1-3 0 0 0,4-20 73 0 0,-1 0 1 0 0,-1 0 0 0 0,-1 0-1 0 0,-3-29 1 0 0,-13-104-491 0 0,0-22-847 0 0,14 178 1253 0 0,-1-2-12 0 0,1 0 0 0 0,0 1 1 0 0,0-1-1 0 0,1 0 0 0 0,-1 0 1 0 0,1 1-1 0 0,0-1 0 0 0,0 0 1 0 0,0 1-1 0 0,0-1 0 0 0,2-3 0 0 0,10 37 106 0 0,1 16 246 0 0,-5-12 124 0 0,19 46 0 0 0,-24-71-434 0 0,0-1-1 0 0,0 0 0 0 0,1 0 1 0 0,0 0-1 0 0,1 0 1 0 0,-1-1-1 0 0,1 0 0 0 0,1 0 1 0 0,0 0-1 0 0,9 6 0 0 0,-12-10 13 0 0,-1 0 0 0 0,1-1 0 0 0,0 0 0 0 0,1 0 0 0 0,-1 0-1 0 0,0 0 1 0 0,1-1 0 0 0,-1 1 0 0 0,1-1 0 0 0,-1 0 0 0 0,1-1-1 0 0,-1 1 1 0 0,1-1 0 0 0,0 0 0 0 0,-1 0 0 0 0,1 0 0 0 0,0-1-1 0 0,-1 1 1 0 0,1-1 0 0 0,-1 0 0 0 0,1-1 0 0 0,-1 1-1 0 0,0-1 1 0 0,1 0 0 0 0,-1 0 0 0 0,0 0 0 0 0,0 0 0 0 0,0-1-1 0 0,-1 0 1 0 0,1 0 0 0 0,0 0 0 0 0,4-5 0 0 0,0-1 111 0 0,0 1 0 0 0,-1-2 1 0 0,0 1-1 0 0,0-1 0 0 0,-1 0 1 0 0,-1 0-1 0 0,1-1 0 0 0,-2 0 1 0 0,1 0-1 0 0,-2 0 0 0 0,5-21 1 0 0,-3 5-156 0 0,-2-1 1 0 0,-1 0-1 0 0,-2 0 1 0 0,0 0-1 0 0,-2 1 1 0 0,-1-1-1 0 0,-2 0 1 0 0,0 1 0 0 0,-2 0-1 0 0,0 0 1 0 0,-18-38-1 0 0,-1 21-1189 0 0,3 20-4239 0 0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18.4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266 6 920 0 0,'-7'-2'86'0'0,"0"1"-1"0"0,0 0 0 0 0,0 0 1 0 0,0 0-1 0 0,1 1 0 0 0,-1 0 1 0 0,0 1-1 0 0,0-1 0 0 0,0 1 1 0 0,0 1-1 0 0,0-1 0 0 0,1 1 1 0 0,-1 0-1 0 0,1 0 0 0 0,-1 1 1 0 0,1 0-1 0 0,0 0 1 0 0,0 1-1 0 0,0 0 0 0 0,1 0 1 0 0,-1 0-1 0 0,1 0 0 0 0,-8 10 1 0 0,1-2-10 0 0,2 1 1 0 0,0 1-1 0 0,0 0 0 0 0,2 0 1 0 0,-1 1-1 0 0,2 0 1 0 0,0 0-1 0 0,1 1 1 0 0,0 0-1 0 0,2 0 1 0 0,0 0-1 0 0,0 1 1 0 0,2 0-1 0 0,0-1 1 0 0,0 1-1 0 0,2 0 0 0 0,3 30 1 0 0,-2-41-90 0 0,0 0-1 0 0,0-1 1 0 0,1 1 0 0 0,0-1-1 0 0,0 1 1 0 0,1-1 0 0 0,-1 0-1 0 0,6 8 1 0 0,-7-12 9 0 0,0 0 0 0 0,0 0 0 0 0,0 0 0 0 0,0 0 0 0 0,0 0 0 0 0,0 0 0 0 0,0 0 0 0 0,0 0 0 0 0,0 0 0 0 0,0-1 0 0 0,0 1 0 0 0,1-1 0 0 0,-1 1 0 0 0,0-1 0 0 0,0 1 0 0 0,1-1 0 0 0,-1 1 0 0 0,0-1 0 0 0,1 0 0 0 0,-1 0 0 0 0,0 0 0 0 0,1 0 0 0 0,-1 0 0 0 0,0 0 0 0 0,1 0 0 0 0,-1 0 0 0 0,1-1 0 0 0,-1 1 0 0 0,0 0 0 0 0,0-1 0 0 0,1 1 0 0 0,-1-1 0 0 0,0 1 0 0 0,0-1 0 0 0,0 0 0 0 0,1 0 0 0 0,-1 1 0 0 0,0-1 0 0 0,0 0 0 0 0,0 0 0 0 0,1-1 0 0 0,14-14 25 0 0,-1 0 1 0 0,0-1-1 0 0,-1-1 1 0 0,-1 0-1 0 0,-1 0 1 0 0,0-2-1 0 0,-1 1 1 0 0,-2-1-1 0 0,15-41 1 0 0,-21 47 112 0 0,0 0 0 0 0,-1-1 0 0 0,0-16 0 0 0,-2 18 763 0 0,1 0 0 0 0,1 0 0 0 0,6-25 0 0 0,1 69 1804 0 0,-6 2-2263 0 0,-2-8-194 0 0,2 0-1 0 0,1 0 0 0 0,1-1 1 0 0,12 38-1 0 0,-15-56-384 0 0,1 0 0 0 0,0 0 0 0 0,0 0-1 0 0,0 0 1 0 0,1-1 0 0 0,-1 1 0 0 0,2-1 0 0 0,-1 0 0 0 0,0 0 0 0 0,1-1 0 0 0,0 1-1 0 0,0-1 1 0 0,0 0 0 0 0,1 0 0 0 0,-1-1 0 0 0,1 1 0 0 0,0-1 0 0 0,0-1 0 0 0,0 1-1 0 0,0-1 1 0 0,0 0 0 0 0,11 2 0 0 0,15-4-1626 0 0,-16-3 773 0 0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18.7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43 49 3681 0 0,'0'-3'169'0'0,"-5"-27"-19"0"0,5 29-19 0 0,0 1 1 0 0,0-1-1 0 0,-1 0 0 0 0,1 1 0 0 0,0-1 0 0 0,0 0 0 0 0,0 1 1 0 0,-1-1-1 0 0,1 0 0 0 0,0 1 0 0 0,0-1 0 0 0,-1 0 0 0 0,1 1 1 0 0,-1-1-1 0 0,1 1 0 0 0,-1-1 0 0 0,1 1 0 0 0,-1-1 0 0 0,1 1 1 0 0,-1-1-1 0 0,1 1 0 0 0,-1 0 0 0 0,1-1 0 0 0,-1 1 0 0 0,0 0 1 0 0,1-1-1 0 0,-1 1 0 0 0,0 0 0 0 0,1 0 0 0 0,-1 0 0 0 0,0-1 1 0 0,1 1-1 0 0,-1 0 0 0 0,0 0 0 0 0,1 0 0 0 0,-1 0 0 0 0,-1 0 1 0 0,1 1 14 0 0,0 0 0 0 0,0 0 0 0 0,0 0 0 0 0,0-1 0 0 0,0 1 0 0 0,0 0 0 0 0,1 0 0 0 0,-1 0 0 0 0,0 0 0 0 0,0 0 0 0 0,1 0 0 0 0,-1 1 0 0 0,1-1 0 0 0,-1 0 0 0 0,1 0 0 0 0,-1 0 0 0 0,1 1 0 0 0,0-1 0 0 0,-1 2 0 0 0,-2 29 187 0 0,2-26-250 0 0,0 20 196 0 0,1 1 0 0 0,1-1 0 0 0,2 0 0 0 0,0 0 0 0 0,2-1 0 0 0,14 47 0 0 0,67 144 450 0 0,-75-190-829 0 0,-1-5-384 0 0,0 0 0 0 0,15 21 0 0 0,-22-36 39 0 0,1-1 1 0 0,-1 0-1 0 0,2 0 0 0 0,-1 0 0 0 0,0 0 0 0 0,1-1 0 0 0,0 0 1 0 0,0 0-1 0 0,0 0 0 0 0,1 0 0 0 0,-1-1 0 0 0,10 4 0 0 0,-6-5-734 0 0,2-3-1309 0 0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18.9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0 238 3137 0 0,'5'-38'59'0'0,"10"-82"1151"0"0,-12 41 4842 0 0,-5 82-4725 0 0,-3 12 201 0 0,-3 21 29 0 0,4-7-1025 0 0,3 1 1 0 0,0-1-1 0 0,2 0 1 0 0,1 1-1 0 0,1-1 1 0 0,8 31-1 0 0,6 6-1376 0 0,36 96 0 0 0,-41-129-5247 0 0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42.18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54 116 8754 0 0,'-6'-8'572'0'0,"0"-1"-1"0"0,1 0 1 0 0,0 0 0 0 0,1-1 0 0 0,0 1-1 0 0,0-1 1 0 0,1 0 0 0 0,0 0 0 0 0,-1-11-1 0 0,2 11 65 0 0,0 9-324 0 0,-1 9-276 0 0,1 11-185 0 0,3 407-924 0 0,2-283 1083 0 0,8 73 279 0 0,9 0-1 0 0,59 262 1 0 0,89 543 3318 0 0,-160-866-3454 0 0,-13-91-2744 0 0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42.83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0 478 6913 0 0,'0'-1'131'0'0,"1"1"-1"0"0,-1-1 0 0 0,1 0 0 0 0,0 1 0 0 0,-1-1 0 0 0,1 0 0 0 0,-1 1 1 0 0,1-1-1 0 0,0 1 0 0 0,-1 0 0 0 0,1-1 0 0 0,0 1 0 0 0,0-1 0 0 0,-1 1 0 0 0,1 0 1 0 0,0 0-1 0 0,0-1 0 0 0,-1 1 0 0 0,1 0 0 0 0,0 0 0 0 0,0 0 0 0 0,1 0 0 0 0,31-9-194 0 0,29-2 202 0 0,1 3 0 0 0,78 0 0 0 0,15-1 402 0 0,134-18 790 0 0,196-22 851 0 0,352-50-54 0 0,1390-109-1128 0 0,-245 167 1602 0 0,-1573 67-2598 0 0,-238 3-5801 0 0,-128-20-327 0 0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43.75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5981 1 12443 0 0,'1'21'769'0'0,"1"0"0"0"0,1 0 0 0 0,1-1 0 0 0,1 1 0 0 0,7 21 0 0 0,45 98 689 0 0,-27-77-1280 0 0,1 2-164 0 0,45 133 0 0 0,68 537-56 0 0,-69-288 31 0 0,-45-254-258 0 0,5 209 0 0 0,-10-79 55 0 0,-17-259 753 0 0,3-1-1 0 0,2-1 1 0 0,3 0 0 0 0,3-1 0 0 0,45 100 0 0 0,-52-137-516 0 0,-1 0 1 0 0,-2 1-1 0 0,0 0 1 0 0,-2 0 0 0 0,0 1-1 0 0,2 28 1 0 0,-8-54-53 0 0,-1 1-1 0 0,0 1 1 0 0,0-1 0 0 0,0 0-1 0 0,0 0 1 0 0,1 0 0 0 0,-1 0 0 0 0,0 0-1 0 0,-1 0 1 0 0,1 0 0 0 0,0 0-1 0 0,0 0 1 0 0,0 0 0 0 0,-1 0-1 0 0,1 0 1 0 0,0 0 0 0 0,-1 0 0 0 0,1 0-1 0 0,-1 0 1 0 0,1-1 0 0 0,-1 1-1 0 0,1 0 1 0 0,-1 0 0 0 0,0 0-1 0 0,0-1 1 0 0,1 1 0 0 0,-1 0 0 0 0,-2 1-1 0 0,1-2-20 0 0,-1 1 1 0 0,0 0-1 0 0,-1-1 0 0 0,1 0 0 0 0,0 0 0 0 0,0 0 0 0 0,0 0 1 0 0,-4-1-1 0 0,-6 0-74 0 0,-169 1-58 0 0,-22-2 308 0 0,-244-44-1508 0 0,-141-7 192 0 0,552 52 1167 0 0,-577-9-353 0 0,310 13-356 0 0,-655 16-67 0 0,3 53 2309 0 0,6-11 368 0 0,566-46-165 0 0,-208 44-1617 0 0,528-45-740 0 0,-109 41 0 0 0,20-5-302 0 0,123-45 130 0 0,17-6-3932 0 0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44.74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 1 6449 0 0,'-4'5'5094'0'0,"4"-5"-4990"0"0,1 18 995 0 0,7 20-882 0 0,-3-24 27 0 0,0-1 0 0 0,2 0-1 0 0,8 14 1 0 0,14 28 1239 0 0,-20-28-1006 0 0,0 1 0 0 0,-2 0 0 0 0,-1 0 0 0 0,3 40 0 0 0,-1 118 100 0 0,-7-134-452 0 0,109 1733 70 0 0,-43-1133 1794 0 0,-54-578-1523 0 0,3 0-1 0 0,3-1 1 0 0,32 78-1 0 0,-15-31-374 0 0,-34-115-1661 0 0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46.00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24 33 5985 0 0,'-23'-32'12404'0'0,"26"40"-10219"0"0,3 5-2308 0 0,10 33 566 0 0,-1 2-1 0 0,-2 0 1 0 0,-3 0-1 0 0,7 76 1 0 0,12 60-1505 0 0,-22-156-131 0 0,0-1 1 0 0,2 1-1 0 0,1-1 1 0 0,20 36-1 0 0,-27-55-195 0 0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46.33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31 320 1840 0 0,'-3'-25'258'0'0,"-4"-72"3151"0"0,7 86-3003 0 0,0-1 0 0 0,1 1 0 0 0,0-1 0 0 0,1 1 1 0 0,0 0-1 0 0,5-13 0 0 0,-4 18-293 0 0,0 0 0 0 0,0 0 0 0 0,1 1 0 0 0,0-1 0 0 0,0 1 1 0 0,1 0-1 0 0,-1 0 0 0 0,1 1 0 0 0,0-1 0 0 0,0 1 0 0 0,1 0 0 0 0,-1 0 0 0 0,1 1 1 0 0,0-1-1 0 0,0 1 0 0 0,0 1 0 0 0,0-1 0 0 0,9-2 0 0 0,3 0 18 0 0,0 0 0 0 0,0 2-1 0 0,1-1 1 0 0,-1 2 0 0 0,26 0 0 0 0,-21 2 174 0 0,1 1 1 0 0,-1 1 0 0 0,30 7 0 0 0,-47-8-290 0 0,-1 0 0 0 0,1 1 0 0 0,0-1 0 0 0,-1 1 0 0 0,1 1 1 0 0,-1-1-1 0 0,1 1 0 0 0,-1 0 0 0 0,0 0 0 0 0,0 0 0 0 0,-1 1 0 0 0,1 0 1 0 0,-1 0-1 0 0,0 0 0 0 0,0 0 0 0 0,0 1 0 0 0,0 0 0 0 0,4 7 0 0 0,-7-9 21 0 0,0 1 0 0 0,0 0 0 0 0,-1-1 0 0 0,1 1 0 0 0,-1 0 0 0 0,0-1 0 0 0,0 1 0 0 0,0 0 0 0 0,0-1-1 0 0,-1 1 1 0 0,1 0 0 0 0,-1-1 0 0 0,0 1 0 0 0,0-1 0 0 0,-1 1 0 0 0,1-1 0 0 0,-1 0 0 0 0,1 1 0 0 0,-1-1-1 0 0,0 0 1 0 0,0 0 0 0 0,-1 0 0 0 0,-2 3 0 0 0,-6 8 205 0 0,-1-2 0 0 0,-1 1 0 0 0,-20 15 0 0 0,17-16-122 0 0,-1 0-1 0 0,-1-1 1 0 0,0-1 0 0 0,0 0-1 0 0,-1-1 1 0 0,0-1 0 0 0,-40 10-1 0 0,43-14-233 0 0,0-2 1 0 0,0 1-1 0 0,0-2 0 0 0,-1 0 0 0 0,1-1 0 0 0,0-1 0 0 0,0 0 0 0 0,0-1 0 0 0,0-1 0 0 0,-27-8 0 0 0,31 7-5071 0 0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47.00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57 3225 0 0,'0'-5'859'0'0,"-1"0"131"0"0,1-1-1 0 0,0 0 1 0 0,1 0 0 0 0,0 1-1 0 0,-1-1 1 0 0,2 1 0 0 0,1-7-1 0 0,2 41 2672 0 0,0-3-3320 0 0,-3-12-261 0 0,31 261 1506 0 0,-28-215-2538 0 0,-4 0 0 0 0,-9 96-1 0 0,-4-97-4886 0 0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47.38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19 206 3681 0 0,'-19'-9'5449'0'0,"28"16"-3942"0"0,23 20-776 0 0,-2 1 1 0 0,-1 2-1 0 0,-1 1 0 0 0,27 38 0 0 0,-52-66-706 0 0,18 24 39 0 0,2-1 0 0 0,1-1-1 0 0,28 23 1 0 0,-40-38-64 0 0,-1-1 0 0 0,2-1 0 0 0,-1 0-1 0 0,1-1 1 0 0,0 0 0 0 0,1-1 0 0 0,0-1 0 0 0,-1 0-1 0 0,28 5 1 0 0,-39-9 52 0 0,1 0 0 0 0,0-1-1 0 0,0 1 1 0 0,0-1 0 0 0,-1 0 0 0 0,1 0-1 0 0,0 0 1 0 0,0 0 0 0 0,0-1 0 0 0,0 1-1 0 0,-1-1 1 0 0,1 1 0 0 0,0-1 0 0 0,-1 0-1 0 0,1 0 1 0 0,0 0 0 0 0,-1-1 0 0 0,1 1-1 0 0,-1-1 1 0 0,4-2 0 0 0,-4 2 104 0 0,0-1 0 0 0,-1 0 1 0 0,1 0-1 0 0,0 0 0 0 0,-1 0 0 0 0,0-1 0 0 0,1 1 0 0 0,-1 0 1 0 0,-1 0-1 0 0,1-1 0 0 0,0 1 0 0 0,-1-1 0 0 0,0 1 1 0 0,0 0-1 0 0,0-1 0 0 0,0-4 0 0 0,-15-148 3291 0 0,0 7-2813 0 0,3 17-578 0 0,2 76-6297 0 0,4 27-734 0 0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1.58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 73 2761 0 0,'0'0'47'0'0,"0"0"0"0"0,-1 0 0 0 0,1 0 1 0 0,0-1-1 0 0,0 1 0 0 0,0 0 0 0 0,0 0 1 0 0,0 0-1 0 0,-1 0 0 0 0,1 0 142 0 0,0 0-142 0 0,0-1 1 0 0,0 1-1 0 0,0 0 0 0 0,0 0 0 0 0,0 0 1 0 0,-1 0-1 0 0,1 0 0 0 0,0 0 0 0 0,0-1 1 0 0,0 1-1 0 0,0 0 0 0 0,0 0 0 0 0,0 0 1 0 0,0 0-1 0 0,0 0 0 0 0,0-1 0 0 0,0 1 1 0 0,0 0-1 0 0,0 0 0 0 0,0 0 0 0 0,0 0 1 0 0,0 0-1 0 0,0-1 0 0 0,0 1 0 0 0,0 0 1 0 0,0 0-1 0 0,0 0 0 0 0,1 0 0 0 0,-1 0 1 0 0,0-1-1 0 0,0 1 0 0 0,0 0 142 0 0,0 0-142 0 0,1 0 1 0 0,10-7 1295 0 0,12-3 22 0 0,-23 10-1363 0 0,41-12 1064 0 0,1 1 0 0 0,1 2 0 0 0,57-5-1 0 0,-50 11-2896 0 0,55 3-1 0 0,-48 4-5089 0 0,-52-3 6442 0 0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1.80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143 1 2761 0 0,'-11'1'683'0'0,"-1"0"-1"0"0,0 0 1 0 0,1 2 0 0 0,-1-1 0 0 0,-21 9 0 0 0,30-9-444 0 0,0-1 0 0 0,0 1 0 0 0,0 0 0 0 0,0 0 0 0 0,0 0 0 0 0,0 0 0 0 0,0 1 0 0 0,1-1 0 0 0,-1 1 0 0 0,1 0 0 0 0,0 0 0 0 0,-1 0 1 0 0,1 0-1 0 0,1 0 0 0 0,-1 0 0 0 0,0 0 0 0 0,1 0 0 0 0,0 1 0 0 0,0-1 0 0 0,0 1 0 0 0,0-1 0 0 0,0 1 0 0 0,0 5 0 0 0,0 14 154 0 0,1 0 0 0 0,0 0 0 0 0,2 0 0 0 0,5 25-1 0 0,26 91-635 0 0,-31-128 114 0 0,7 22-263 0 0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2.13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 69 7370 0 0,'0'0'62'0'0,"0"1"1"0"0,-1-1 0 0 0,1 0 0 0 0,0 0 0 0 0,0 0 0 0 0,-1 0 0 0 0,1 0 0 0 0,0 0 0 0 0,-1 0-1 0 0,1 0 1 0 0,0 0 0 0 0,0 1 0 0 0,-1-1 0 0 0,1 0 0 0 0,0 0 0 0 0,-1-1 0 0 0,1 1-1 0 0,0 0 1 0 0,0 0 0 0 0,-1 0 0 0 0,1 0 0 0 0,0 0 0 0 0,-1 0 0 0 0,1 0 0 0 0,0 0-1 0 0,0 0 1 0 0,-1-1 0 0 0,1 1 0 0 0,0 0 0 0 0,0 0 0 0 0,-1 0 0 0 0,1-1 0 0 0,0 1 0 0 0,0 0-1 0 0,0 0 1 0 0,-1 0 0 0 0,1-1 0 0 0,0 1 0 0 0,0 0 0 0 0,0 0 0 0 0,0-1 0 0 0,0 1-1 0 0,0 0 1 0 0,-1-1 0 0 0,1 1 0 0 0,0 0 0 0 0,0 0 0 0 0,0-1 0 0 0,0 1 0 0 0,0 0 0 0 0,0-1-1 0 0,0 1 1 0 0,16-15 2401 0 0,30-10 133 0 0,-32 20-2482 0 0,1 0 0 0 0,0 1 0 0 0,0 1 1 0 0,0 1-1 0 0,1 0 0 0 0,-1 1 0 0 0,18 0 0 0 0,2 3-1604 0 0,0 2 1 0 0,35 7 0 0 0,-48-6-3057 0 0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2.40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77 45 3225 0 0,'-6'-2'643'0'0,"0"0"0"0"0,1 0 0 0 0,0-1 1 0 0,-1 0-1 0 0,1 0 0 0 0,0 0 1 0 0,1 0-1 0 0,-7-6 0 0 0,-9-6 3831 0 0,20 15-4341 0 0,-1 1 1 0 0,1-1-1 0 0,0 0 0 0 0,0 1 0 0 0,-1-1 0 0 0,1 0 1 0 0,0 1-1 0 0,0-1 0 0 0,-1 1 0 0 0,1-1 0 0 0,0 0 1 0 0,0 1-1 0 0,0-1 0 0 0,0 1 0 0 0,0-1 0 0 0,0 1 1 0 0,0-1-1 0 0,0 1 0 0 0,0-1 0 0 0,0 0 0 0 0,0 1 0 0 0,0-1 1 0 0,0 1-1 0 0,0-1 0 0 0,0 1 0 0 0,0-1 0 0 0,0 0 1 0 0,0 1-1 0 0,1-1 0 0 0,-1 1 0 0 0,0-1 0 0 0,1 1 1 0 0,3 25 166 0 0,-3-23-67 0 0,26 124 570 0 0,-6-42-7008 0 0,-12-53 600 0 0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2.72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80 90 1376 0 0,'-6'0'143'0'0,"0"0"-1"0"0,0 0 1 0 0,0 0 0 0 0,0-1-1 0 0,0 0 1 0 0,0 0-1 0 0,0 0 1 0 0,-7-3 0 0 0,12 3-8 0 0,0 1 0 0 0,0-1 0 0 0,0 1 1 0 0,0-1-1 0 0,-1 0 0 0 0,1 1 0 0 0,0-1 1 0 0,0 0-1 0 0,0 0 0 0 0,1 0 1 0 0,-1 1-1 0 0,0-1 0 0 0,0 0 0 0 0,0 0 1 0 0,1-1-1 0 0,-1 1 0 0 0,0 0 0 0 0,0-1 1 0 0,1 0 26 0 0,0 1 0 0 0,0 0 0 0 0,0-1 0 0 0,0 1-1 0 0,0-1 1 0 0,0 1 0 0 0,1 0 0 0 0,-1-1 0 0 0,0 1 0 0 0,1 0 0 0 0,-1-1 0 0 0,1 1 0 0 0,-1 0 0 0 0,1 0 0 0 0,0 0 0 0 0,0-1 0 0 0,-1 1 0 0 0,1 0 0 0 0,0 0 0 0 0,0 0 0 0 0,1-1 0 0 0,3-2 26 0 0,-1 1 0 0 0,1-1 0 0 0,-1 1 0 0 0,1 0 0 0 0,0 0 0 0 0,1 1 0 0 0,-1-1 0 0 0,0 1 0 0 0,1 0 0 0 0,-1 1 0 0 0,1-1 0 0 0,-1 1 0 0 0,1 0 0 0 0,0 1 0 0 0,8-1 0 0 0,11 1-360 0 0,-1 0 0 0 0,30 6 0 0 0,-48-6-258 0 0,0 1-1 0 0,0 0 1 0 0,0 0-1 0 0,0 0 1 0 0,0 1 0 0 0,0 0-1 0 0,0 0 1 0 0,-1 1-1 0 0,1 0 1 0 0,-1 0-1 0 0,9 6 1 0 0,-5 1 383 0 0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2.98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10 15 1840 0 0,'-10'-15'9049'0'0,"22"48"-8112"0"0,-1 0-1 0 0,9 56 1 0 0,-4-14-1453 0 0,-8-41-120 0 0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3.28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97 3225 0 0,'1'-2'110'0'0,"-1"1"1"0"0,1-1-1 0 0,0 1 1 0 0,-1-1-1 0 0,1 1 1 0 0,0 0 0 0 0,0-1-1 0 0,0 1 1 0 0,0 0-1 0 0,0 0 1 0 0,0 0-1 0 0,0 0 1 0 0,0 0-1 0 0,1 0 1 0 0,-1 0 0 0 0,0 0-1 0 0,3-1 1 0 0,27-16 1348 0 0,-25 15-1073 0 0,12-5 370 0 0,0 0 0 0 0,1 1 0 0 0,36-8 0 0 0,-30 10-731 0 0,0 1-1 0 0,1 1 1 0 0,-1 1-1 0 0,0 2 1 0 0,27 2 0 0 0,-31 1-906 0 0,-3 0-2509 0 0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3.52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27 6 5529 0 0,'0'0'223'0'0,"-1"-1"1"0"0,1 1-1 0 0,-1-1 0 0 0,0 1 0 0 0,1-1 0 0 0,-1 1 1 0 0,0 0-1 0 0,1-1 0 0 0,-1 1 0 0 0,0 0 1 0 0,1-1-1 0 0,-1 1 0 0 0,0 0 0 0 0,1 0 0 0 0,-1 0 1 0 0,0 0-1 0 0,0 0 0 0 0,1 0 0 0 0,-1 0 1 0 0,0 0-1 0 0,1 0 0 0 0,-1 0 0 0 0,0 0 0 0 0,0 0 1 0 0,1 0-1 0 0,-1 0 0 0 0,0 1 0 0 0,1-1 0 0 0,-1 0 1 0 0,0 1-1 0 0,1-1 0 0 0,-1 0 0 0 0,0 1 1 0 0,0 0-1 0 0,0 2 21 0 0,1-1 0 0 0,-1 0 0 0 0,1 1 0 0 0,0-1 0 0 0,0 0 0 0 0,0 1 0 0 0,0-1 0 0 0,0 0 0 0 0,1 4 0 0 0,0 7-640 0 0,5 58-356 0 0,18 74 1 0 0,-21-126 21 0 0,3 14-4069 0 0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3.78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28 456 0 0,'-1'0'5555'0'0,"4"-1"-5400"0"0,99-20 3453 0 0,-87 19-3615 0 0,0 0-1 0 0,0 1 1 0 0,-1 1 0 0 0,1 0-1 0 0,19 3 1 0 0,-18 1-3490 0 0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4.06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28 14 2761 0 0,'-10'-6'-171'0'0,"-4"-1"2340"0"0,14 7-2087 0 0,0 1 0 0 0,-1 0 0 0 0,1-1 1 0 0,0 1-1 0 0,-1-1 0 0 0,1 1 1 0 0,0 0-1 0 0,-1-1 0 0 0,1 1 0 0 0,0 0 1 0 0,0-1-1 0 0,0 1 0 0 0,0 0 0 0 0,0-1 1 0 0,0 1-1 0 0,0 0 0 0 0,0-1 1 0 0,0 1-1 0 0,0 0 0 0 0,0-1 0 0 0,0 1 1 0 0,0 0-1 0 0,1-1 0 0 0,-1 1 1 0 0,0-1-1 0 0,1 2 0 0 0,0 6 308 0 0,39 264 5944 0 0,-38-246-6579 0 0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5.09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12 7370 0 0,'19'-4'6377'0'0,"-1"1"-6175"0"0,0 1 0 0 0,0 1 0 0 0,1 0 1 0 0,18 2-1 0 0,16 10-1194 0 0,-34-6-19 0 0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5.38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97 7370 0 0,'52'-34'3520'0'0,"-23"20"-2573"0"0,55-20-1 0 0,-71 30-1348 0 0,0 1 0 0 0,1 0 0 0 0,26-1-1 0 0,-22 4-3657 0 0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5.76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49 4609 0 0,'8'-5'623'0'0,"0"-1"0"0"0,0 1 1 0 0,1 0-1 0 0,-1 1 0 0 0,1 0 0 0 0,1 1 0 0 0,-1 0 0 0 0,14-3 1 0 0,-14 4-1090 0 0,0 0 0 0 0,0 0 0 0 0,0 1 0 0 0,0 1 0 0 0,15 0 0 0 0,-11 2-2731 0 0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6.10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57 5985 0 0,'38'-15'3115'0'0,"-12"8"-2693"0"0,-9-1-119 0 0,2 2 0 0 0,-1 0 0 0 0,31-6 1 0 0,-39 11-569 0 0,-1 0 0 0 0,1 1 1 0 0,-1 0-1 0 0,1 0 0 0 0,-1 1 1 0 0,1 0-1 0 0,-1 1 1 0 0,0 0-1 0 0,12 4 0 0 0,-9-1-773 0 0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6.39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31 6913 0 0,'0'0'35'0'0,"0"0"-1"0"0,0 1 1 0 0,0-1-1 0 0,0 0 0 0 0,0 0 1 0 0,0 0-1 0 0,0 0 0 0 0,0 0 1 0 0,0 0-1 0 0,0 0 0 0 0,0 0 1 0 0,0 1-1 0 0,0-1 1 0 0,0 0-1 0 0,0 0 0 0 0,0 0 1 0 0,0 0-1 0 0,0 0 0 0 0,0 0 1 0 0,0 0-1 0 0,0 1 0 0 0,0-1 1 0 0,0 0-1 0 0,0 0 1 0 0,0 0-1 0 0,0 0 0 0 0,0 0 1 0 0,0 0-1 0 0,0 0 0 0 0,0 0 1 0 0,0 1-1 0 0,1-1 0 0 0,-1 0 1 0 0,0 0-1 0 0,0 0 1 0 0,0 0-1 0 0,0 0 0 0 0,0 0 1 0 0,0 0-1 0 0,0 0 0 0 0,0 0 1 0 0,0 0-1 0 0,1 0 0 0 0,-1 0 1 0 0,0 0-1 0 0,0 0 1 0 0,0 0-1 0 0,0 0 0 0 0,0 0 1 0 0,0 0-1 0 0,0 0 0 0 0,1 0 1 0 0,-1 0-1 0 0,0 0 0 0 0,0 0 1 0 0,0 0-1 0 0,0 0 1 0 0,0 0-1 0 0,0 0 0 0 0,0 0 1 0 0,1 0-1 0 0,-1 0 0 0 0,0 0 1 0 0,0 0-1 0 0,0 0 0 0 0,0 0 1 0 0,18-2 1283 0 0,18-4 392 0 0,-8-2-1364 0 0,-12 3-53 0 0,-1 1-1 0 0,1 0 1 0 0,21-1-1 0 0,-28 4-899 0 0,-1 1 0 0 0,0 1 0 0 0,0 0 0 0 0,0 0 0 0 0,12 3 0 0 0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6.69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96 1840 0 0,'29'-15'5764'0'0,"-1"2"-4259"0"0,66-32 2102 0 0,-83 40-3673 0 0,1 1 0 0 0,0 1 0 0 0,0-1 0 0 0,0 2-1 0 0,0 0 1 0 0,18-1 0 0 0,-15 6-2233 0 0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6.93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0 8290 0 0,'0'2'182'0'0,"1"0"0"0"0,0 0 1 0 0,0 0-1 0 0,0 0 0 0 0,0 0 0 0 0,0 0 1 0 0,0 0-1 0 0,1 0 0 0 0,-1 0 0 0 0,1-1 1 0 0,-1 1-1 0 0,1-1 0 0 0,0 1 1 0 0,-1-1-1 0 0,1 0 0 0 0,0 1 0 0 0,0-1 1 0 0,0 0-1 0 0,0 0 0 0 0,0 0 0 0 0,0 0 1 0 0,0-1-1 0 0,0 1 0 0 0,1-1 0 0 0,-1 1 1 0 0,0-1-1 0 0,0 0 0 0 0,0 0 1 0 0,3 0-1 0 0,32-3 1242 0 0,-6-9-3811 0 0,-20 7-881 0 0,-2 0-170 0 0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2.89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371 51 1376 0 0,'-1'-4'237'0'0,"-1"1"0"0"0,1 0 1 0 0,-1 0-1 0 0,0 0 0 0 0,0 0 0 0 0,0 1 0 0 0,0-1 0 0 0,-1 1 0 0 0,1-1 0 0 0,-1 1 0 0 0,1-1 0 0 0,-1 1 1 0 0,0 0-1 0 0,0 1 0 0 0,0-1 0 0 0,0 0 0 0 0,0 1 0 0 0,0-1 0 0 0,-1 1 0 0 0,1 0 0 0 0,0 0 0 0 0,-1 1 0 0 0,1-1 1 0 0,-1 1-1 0 0,1-1 0 0 0,-1 1 0 0 0,1 0 0 0 0,0 0 0 0 0,-1 1 0 0 0,1-1 0 0 0,-1 1 0 0 0,1-1 0 0 0,-1 1 0 0 0,1 0 1 0 0,0 1-1 0 0,0-1 0 0 0,0 0 0 0 0,-1 1 0 0 0,1 0 0 0 0,1 0 0 0 0,-1 0 0 0 0,0 0 0 0 0,0 0 0 0 0,1 0 1 0 0,-4 5-1 0 0,-26 24 653 0 0,-126 139 1148 0 0,152-160-2020 0 0,0 0-1 0 0,1-1 1 0 0,0 2-1 0 0,0-1 1 0 0,1 0-1 0 0,1 1 1 0 0,0 0-1 0 0,0 0 1 0 0,1 0-1 0 0,1 0 1 0 0,-1 20-1 0 0,1 2 33 0 0,3 1 0 0 0,8 54 0 0 0,-9-77-72 0 0,1 0 1 0 0,1-1-1 0 0,0 1 0 0 0,1-1 0 0 0,0 0 0 0 0,0 0 0 0 0,1 0 0 0 0,0 0 0 0 0,1-1 1 0 0,0 0-1 0 0,0 0 0 0 0,1 0 0 0 0,0-1 0 0 0,16 13 0 0 0,-13-13-7 0 0,0-1 0 0 0,1 0 0 0 0,0-1 1 0 0,0 0-1 0 0,0-1 0 0 0,1 0 0 0 0,0-1 0 0 0,0 0 0 0 0,0-1 0 0 0,0-1 0 0 0,1 1 0 0 0,20-1 0 0 0,-13-1 84 0 0,-1 0-1 0 0,1-2 1 0 0,-1-1-1 0 0,0 0 1 0 0,0-2-1 0 0,0 0 1 0 0,0-1 0 0 0,0 0-1 0 0,-1-2 1 0 0,0 0-1 0 0,-1-1 1 0 0,1-1-1 0 0,-1-1 1 0 0,-1 0-1 0 0,0-1 1 0 0,-1-1 0 0 0,0 0-1 0 0,0-1 1 0 0,-2-1-1 0 0,20-24 1 0 0,-20 20 98 0 0,-1 0 1 0 0,-1 0 0 0 0,-1-1-1 0 0,-1 0 1 0 0,-1-1 0 0 0,0 0-1 0 0,-1 0 1 0 0,-2-1 0 0 0,6-31-1 0 0,-9 41-82 0 0,-1 1 0 0 0,0-1 0 0 0,-1 1 0 0 0,0-1-1 0 0,-1 0 1 0 0,0 1 0 0 0,-1-1 0 0 0,0 1 0 0 0,0-1-1 0 0,-1 1 1 0 0,-1 0 0 0 0,1 0 0 0 0,-2 0 0 0 0,1 1-1 0 0,-1-1 1 0 0,-1 1 0 0 0,0 0 0 0 0,0 1-1 0 0,-1-1 1 0 0,-13-13 0 0 0,3 8-167 0 0,0 1 0 0 0,0 1 0 0 0,-1 1 1 0 0,-36-18-1 0 0,43 24 23 0 0,0 1 1 0 0,0 0 0 0 0,0 0-1 0 0,-1 1 1 0 0,0 0 0 0 0,1 1-1 0 0,-1 1 1 0 0,0 0 0 0 0,0 0-1 0 0,-14 2 1 0 0,9 2-795 0 0,1 5-192 0 0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3.60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327 191 2761 0 0,'-10'-2'321'0'0,"0"1"1"0"0,0 0 0 0 0,0 1 0 0 0,0 0 0 0 0,0 1 0 0 0,0 0 0 0 0,0 1-1 0 0,0 0 1 0 0,0 0 0 0 0,0 1 0 0 0,1 0 0 0 0,-1 1 0 0 0,-13 7 0 0 0,8-3-46 0 0,-1 0 0 0 0,2 1 0 0 0,-1 1 1 0 0,2 1-1 0 0,-1 0 0 0 0,1 0 0 0 0,-13 17 1 0 0,20-20-239 0 0,0 1 0 0 0,1 0 0 0 0,0 0 0 0 0,0 0 0 0 0,1 1-1 0 0,0 0 1 0 0,1 0 0 0 0,0 0 0 0 0,1 0 0 0 0,0 0 0 0 0,0 0 0 0 0,1 1 0 0 0,1-1 0 0 0,-1 1 0 0 0,2-1 0 0 0,0 1 0 0 0,0-1 0 0 0,5 19 0 0 0,-4-18-77 0 0,1 0 0 0 0,0-1 0 0 0,0 0 0 0 0,2 0 0 0 0,-1 0-1 0 0,1 0 1 0 0,0 0 0 0 0,1-1 0 0 0,0 0 0 0 0,1 0 0 0 0,0-1 0 0 0,0 0 0 0 0,1 0-1 0 0,0-1 1 0 0,0 0 0 0 0,1 0 0 0 0,16 10 0 0 0,-8-10-156 0 0,0-1 0 0 0,1 0 0 0 0,-1-1 0 0 0,1-1 0 0 0,0-1 0 0 0,0 0 0 0 0,0-1 1 0 0,1-1-1 0 0,-1-1 0 0 0,0-1 0 0 0,23-3 0 0 0,-15 0 176 0 0,0-1 1 0 0,0-1 0 0 0,0-1-1 0 0,-1-2 1 0 0,-1 0 0 0 0,1-1-1 0 0,26-17 1 0 0,-42 21 163 0 0,1 0-1 0 0,-1-1 1 0 0,-1 0-1 0 0,1 0 1 0 0,-1-1 0 0 0,0 0-1 0 0,-1-1 1 0 0,0 0-1 0 0,0 0 1 0 0,-1-1-1 0 0,6-11 1 0 0,-6 7 200 0 0,0 0-1 0 0,-1-1 1 0 0,0 0 0 0 0,-1 1-1 0 0,-1-1 1 0 0,-1-1 0 0 0,2-24 0 0 0,-4 16 143 0 0,-1 0 1 0 0,-1 0 0 0 0,-1 1 0 0 0,-1-1-1 0 0,-1 1 1 0 0,-1 0 0 0 0,-1 0 0 0 0,0 1-1 0 0,-2 0 1 0 0,-20-35 0 0 0,25 49-413 0 0,-2 1-1 0 0,1-1 1 0 0,-1 1 0 0 0,0 0 0 0 0,0 1-1 0 0,0 0 1 0 0,-1 0 0 0 0,0 0-1 0 0,-1 0 1 0 0,1 1 0 0 0,-1 1 0 0 0,0-1-1 0 0,0 1 1 0 0,0 1 0 0 0,-1-1 0 0 0,0 1-1 0 0,1 1 1 0 0,-1 0 0 0 0,0 0-1 0 0,-14-1 1 0 0,12 3-310 0 0,1 0-1 0 0,0 0 1 0 0,0 1 0 0 0,-1 1-1 0 0,1-1 1 0 0,0 2 0 0 0,0-1-1 0 0,0 1 1 0 0,1 1-1 0 0,-1 0 1 0 0,1 0 0 0 0,0 1-1 0 0,0 0 1 0 0,0 1 0 0 0,1-1-1 0 0,0 2 1 0 0,-15 13-1 0 0,12-7-758 0 0,0 1-1 0 0,0-1 0 0 0,1 2 1 0 0,-9 17-1 0 0,8-10 790 0 0,1 0-1 0 0,1 1 1 0 0,1 0-1 0 0,-8 38 1 0 0,11-35 188 0 0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4.21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252 199 1840 0 0,'-3'-1'124'0'0,"0"-1"1"0"0,1 1-1 0 0,-1-1 0 0 0,0 1 0 0 0,1-1 0 0 0,-1 0 0 0 0,1 0 0 0 0,0 0 0 0 0,-1 0 0 0 0,1 0 0 0 0,-2-3 0 0 0,-25-35 2551 0 0,13 18-1539 0 0,15 20-967 0 0,-1-1 0 0 0,1 1 1 0 0,-1 0-1 0 0,0 0 0 0 0,0 0 0 0 0,0 0 0 0 0,0 0 0 0 0,0 0 0 0 0,0 1 1 0 0,-1-1-1 0 0,1 1 0 0 0,0-1 0 0 0,-1 1 0 0 0,1 0 0 0 0,-1 0 1 0 0,0 0-1 0 0,1 0 0 0 0,-1 0 0 0 0,0 1 0 0 0,1-1 0 0 0,-1 1 0 0 0,0 0 1 0 0,0 0-1 0 0,1 0 0 0 0,-1 0 0 0 0,0 0 0 0 0,0 1 0 0 0,1-1 0 0 0,-1 1 1 0 0,0 0-1 0 0,1-1 0 0 0,-1 1 0 0 0,1 1 0 0 0,-1-1 0 0 0,1 0 0 0 0,-1 0 1 0 0,1 1-1 0 0,0 0 0 0 0,-4 3 0 0 0,-1 1-57 0 0,0 1 0 0 0,1 0 0 0 0,0 1-1 0 0,1-1 1 0 0,0 1 0 0 0,0 0 0 0 0,0 0 0 0 0,1 0 0 0 0,1 1 0 0 0,-6 15 0 0 0,5-4-180 0 0,0 0 0 0 0,2 0 0 0 0,0 0 1 0 0,1 0-1 0 0,1 1 0 0 0,3 26 1 0 0,4 6-639 0 0,16 61 0 0 0,-15-80-152 0 0,26 64 0 0 0,-28-84 480 0 0,1 0 0 0 0,0-1-1 0 0,1 1 1 0 0,0-2 0 0 0,1 1 0 0 0,22 22-1 0 0,-27-31 273 0 0,0 0 0 0 0,0-1 0 0 0,1 1-1 0 0,-1-1 1 0 0,1 0 0 0 0,0 0 0 0 0,0-1-1 0 0,0 0 1 0 0,0 1 0 0 0,1-1 0 0 0,-1-1-1 0 0,1 1 1 0 0,-1-1 0 0 0,1 0 0 0 0,10 0-1 0 0,-8-1 89 0 0,-1-1-1 0 0,1 0 1 0 0,-1 0-1 0 0,1-1 0 0 0,-1 0 1 0 0,0 0-1 0 0,0-1 0 0 0,0 0 1 0 0,0 0-1 0 0,12-8 0 0 0,-7 3 122 0 0,-1 0 0 0 0,0-1 0 0 0,0-1-1 0 0,-1 0 1 0 0,0 0 0 0 0,-1-1-1 0 0,0 0 1 0 0,0-1 0 0 0,-1 0 0 0 0,-1 0-1 0 0,0-1 1 0 0,5-14 0 0 0,6-31 1369 0 0,-3-1 0 0 0,-2 0 1 0 0,7-100-1 0 0,-18 144-1237 0 0,-1 0 0 0 0,-1 0 0 0 0,0-1 0 0 0,-1 1 0 0 0,-1 0-1 0 0,0 0 1 0 0,-7-23 0 0 0,6 31-192 0 0,1 0 0 0 0,-1 1 0 0 0,0-1 0 0 0,-1 0 0 0 0,0 1 0 0 0,0 0-1 0 0,0 0 1 0 0,-1 0 0 0 0,1 1 0 0 0,-1 0 0 0 0,-1-1 0 0 0,1 2 0 0 0,-1-1 0 0 0,0 1 0 0 0,0-1-1 0 0,0 2 1 0 0,-11-6 0 0 0,-13-3-177 0 0,-1 1 0 0 0,1 2 0 0 0,-2 1 0 0 0,-46-6-1 0 0,50 14-1335 0 0,10 3-2534 0 0,4 3-620 0 0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5.03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288 84 3225 0 0,'-1'-5'396'0'0,"-1"0"1"0"0,0 0-1 0 0,-1 1 0 0 0,1-1 1 0 0,-1 0-1 0 0,0 1 1 0 0,0 0-1 0 0,0-1 1 0 0,-1 1-1 0 0,0 1 1 0 0,1-1-1 0 0,-1 0 0 0 0,0 1 1 0 0,-1 0-1 0 0,1 0 1 0 0,-1 0-1 0 0,1 0 1 0 0,-9-2-1 0 0,9 3-211 0 0,0 1 0 0 0,0 0 0 0 0,-1 0 0 0 0,1 0 1 0 0,-1 1-1 0 0,1 0 0 0 0,0 0 0 0 0,-1 0 0 0 0,1 0 0 0 0,-1 0 0 0 0,1 1 0 0 0,0 0 0 0 0,-1 0 0 0 0,1 0 0 0 0,0 1 0 0 0,0-1 0 0 0,-1 1 1 0 0,2 0-1 0 0,-1 0 0 0 0,0 0 0 0 0,0 1 0 0 0,-4 3 0 0 0,-3 4-133 0 0,1 1 0 0 0,0-1-1 0 0,1 2 1 0 0,0 0 0 0 0,0 0 0 0 0,1 0 0 0 0,1 1 0 0 0,0 0 0 0 0,1 1 0 0 0,0 0-1 0 0,1 0 1 0 0,1 0 0 0 0,0 0 0 0 0,1 1 0 0 0,0-1 0 0 0,2 1 0 0 0,-1 0 0 0 0,2 0-1 0 0,0-1 1 0 0,2 17 0 0 0,-1-16-87 0 0,2 0 0 0 0,-1 0 0 0 0,2 0 0 0 0,0 0 0 0 0,1 0 1 0 0,0-1-1 0 0,1 0 0 0 0,13 22 0 0 0,-13-26 2 0 0,1-1-1 0 0,0 0 1 0 0,0 0 0 0 0,1 0 0 0 0,0-1 0 0 0,0 0 0 0 0,1-1 0 0 0,0 0-1 0 0,1 0 1 0 0,-1-1 0 0 0,1 0 0 0 0,11 4 0 0 0,-9-4-81 0 0,0-2 0 0 0,0 0 0 0 0,0 0 0 0 0,0-1-1 0 0,0 0 1 0 0,1-1 0 0 0,0-1 0 0 0,-1 0 0 0 0,14-1 0 0 0,-19 0 101 0 0,0-1 1 0 0,0 0 0 0 0,1-1-1 0 0,-1 0 1 0 0,0 0-1 0 0,-1-1 1 0 0,1 1 0 0 0,0-1-1 0 0,-1-1 1 0 0,1 1-1 0 0,-1-1 1 0 0,0-1 0 0 0,0 1-1 0 0,-1-1 1 0 0,0 0-1 0 0,1 0 1 0 0,4-6 0 0 0,26-38 650 0 0,49-86-1 0 0,-53 83 89 0 0,-31 50-695 0 0,6-9 76 0 0,0-1 0 0 0,-1 1 0 0 0,0-1 0 0 0,-1 0 0 0 0,4-14 0 0 0,-8 23-106 0 0,-1-1 0 0 0,1 1-1 0 0,-1 0 1 0 0,0 0-1 0 0,1 0 1 0 0,-1-1-1 0 0,-1 1 1 0 0,1 0 0 0 0,0 0-1 0 0,-1-1 1 0 0,0 1-1 0 0,0 0 1 0 0,0 0 0 0 0,0 0-1 0 0,0 0 1 0 0,0 0-1 0 0,-1 0 1 0 0,1 0-1 0 0,-1 1 1 0 0,0-1 0 0 0,0 0-1 0 0,0 1 1 0 0,0-1-1 0 0,-1 1 1 0 0,-4-4 0 0 0,-7-3 1 0 0,-1 0 0 0 0,1 1-1 0 0,-1 0 1 0 0,-1 2 0 0 0,1 0 0 0 0,-23-6 0 0 0,-24-9-761 0 0,38 11 32 0 0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5.62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18 66 1376 0 0,'-17'-4'886'0'0,"27"-3"1498"0"0,33-8 1261 0 0,-41 14-3688 0 0,32-9 1231 0 0,0 2 0 0 0,36-3 0 0 0,25 3-3315 0 0,-80 6-1445 0 0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5.84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66 18 6449 0 0,'-23'-7'708'0'0,"18"5"381"0"0,-1 0 0 0 0,1 0 0 0 0,-1 1 0 0 0,1-1 0 0 0,-9 1 0 0 0,13 4-781 0 0,1 0 0 0 0,-1 1 0 0 0,1-1 0 0 0,0 1 0 0 0,1-1 0 0 0,-1 0 0 0 0,2 6 0 0 0,-2-5-205 0 0,15 84-111 0 0,-7-50-2902 0 0,-5-28 1250 0 0,4 21-3355 0 0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6.24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21 11 2304 0 0,'-21'10'1917'0'0,"31"-10"154"0"0,-4-1-1551 0 0,64-3 2768 0 0,-5 0-2607 0 0,-1-3-3763 0 0,-40 2-232 0 0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6.48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45 0 6449 0 0,'-3'1'294'0'0,"0"0"0"0"0,0 1 0 0 0,0-1-1 0 0,0 0 1 0 0,0 1 0 0 0,0 0 0 0 0,1 0-1 0 0,-1 0 1 0 0,1 0 0 0 0,-1 0 0 0 0,1 1-1 0 0,-4 4 1 0 0,5-4-26 0 0,0 0-1 0 0,0 0 0 0 0,0 0 1 0 0,1 0-1 0 0,-1 0 1 0 0,1 0-1 0 0,0 0 0 0 0,0 0 1 0 0,0 0-1 0 0,0 0 1 0 0,0 0-1 0 0,1 0 0 0 0,0 0 1 0 0,1 5-1 0 0,40 182-1393 0 0,-35-154-160 0 0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6.91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 5529 0 0,'0'0'423'0'0,"21"3"2488"0"0,76 15 450 0 0,3 1-2480 0 0,-77-16-2538 0 0,0-1 0 0 0,30-1 0 0 0,-37-2-1852 0 0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7.16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32 1 4145 0 0,'-2'0'281'0'0,"0"1"0"0"0,1 0-1 0 0,-1 0 1 0 0,0 0 0 0 0,0 0 0 0 0,1 0 0 0 0,-1 0-1 0 0,1 1 1 0 0,-1-1 0 0 0,1 0 0 0 0,0 1 0 0 0,-1-1 0 0 0,1 1-1 0 0,0-1 1 0 0,0 1 0 0 0,0 0 0 0 0,0 0 0 0 0,0-1 0 0 0,0 1-1 0 0,1 0 1 0 0,-1 0 0 0 0,1 0 0 0 0,-1 0 0 0 0,1 0 0 0 0,0 0-1 0 0,-1 2 1 0 0,1 6 180 0 0,0 0 0 0 0,1 0 0 0 0,-1 0 0 0 0,4 10-1 0 0,-1 6-76 0 0,5 67 54 0 0,5 62-1840 0 0,-9-53-3303 0 0,-3-47 1552 0 0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7.62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56 4145 0 0,'47'-26'4593'0'0,"-36"21"-4046"0"0,0 0 0 0 0,1 0-1 0 0,0 1 1 0 0,0 1 0 0 0,13-2 0 0 0,-19 4-770 0 0,-1 0 0 0 0,1 0 0 0 0,0 1-1 0 0,0 0 1 0 0,0 1 0 0 0,0-1 0 0 0,0 1 0 0 0,0 0 0 0 0,0 0-1 0 0,-1 1 1 0 0,1 0 0 0 0,10 5 0 0 0,-7-2-3206 0 0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7.82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25 0 5529 0 0,'-3'4'460'0'0,"0"0"1"0"0,1 0-1 0 0,-1 0 0 0 0,1 0 0 0 0,0 1 0 0 0,0-1 1 0 0,1 0-1 0 0,-1 1 0 0 0,1 0 0 0 0,0-1 1 0 0,0 1-1 0 0,0 0 0 0 0,1 6 0 0 0,1 71 1362 0 0,0-66-1682 0 0,6 77-1542 0 0,-3-61-3128 0 0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8.92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293 70 2761 0 0,'0'-2'133'0'0,"-1"1"0"0"0,1 0 0 0 0,-1 0 1 0 0,0 0-1 0 0,1 0 0 0 0,-1 0 0 0 0,0 0 1 0 0,0 1-1 0 0,0-1 0 0 0,0 0 1 0 0,0 0-1 0 0,0 1 0 0 0,0-1 0 0 0,0 0 1 0 0,0 1-1 0 0,0-1 0 0 0,0 1 0 0 0,-1-1 1 0 0,1 1-1 0 0,0 0 0 0 0,0 0 1 0 0,-2-1-1 0 0,-1 1 20 0 0,1 0 0 0 0,0 0 0 0 0,0 1 0 0 0,0-1 0 0 0,-1 1 0 0 0,1 0 1 0 0,0 0-1 0 0,-5 2 0 0 0,-1 1 5 0 0,0 1 0 0 0,-1 0 0 0 0,2 1 0 0 0,-13 9 0 0 0,-2 7 103 0 0,2 0 0 0 0,0 2 1 0 0,2 0-1 0 0,1 1 1 0 0,1 1-1 0 0,1 0 0 0 0,-18 41 1 0 0,32-61-259 0 0,0-1 0 0 0,0 0 0 0 0,1 1 0 0 0,0 0-1 0 0,0-1 1 0 0,0 1 0 0 0,1-1 0 0 0,0 1 0 0 0,0 0 0 0 0,1-1 0 0 0,-1 1 0 0 0,1 0 0 0 0,0-1 0 0 0,1 1 0 0 0,-1-1 0 0 0,1 1 0 0 0,0-1-1 0 0,0 0 1 0 0,6 9 0 0 0,5 7-33 0 0,1-1-1 0 0,1 0 0 0 0,22 23 1 0 0,-21-25-21 0 0,-1-2-110 0 0,1-2-1 0 0,1 0 1 0 0,0 0-1 0 0,1-2 1 0 0,0 0-1 0 0,1-1 1 0 0,0-1-1 0 0,1-1 1 0 0,0-1-1 0 0,0 0 1 0 0,1-1-1 0 0,0-2 1 0 0,0 0-1 0 0,0-1 1 0 0,1-1-1 0 0,0-1 1 0 0,-1-1-1 0 0,1-1 1 0 0,0-1-1 0 0,-1-1 1 0 0,1-1-1 0 0,25-6 1 0 0,-35 4 365 0 0,0 1 0 0 0,-1-2 0 0 0,1 1 0 0 0,-2-2 0 0 0,1 1 1 0 0,-1-2-1 0 0,0 1 0 0 0,0-1 0 0 0,-1-1 0 0 0,0 0 0 0 0,0 0 0 0 0,-1-1 0 0 0,0 0 0 0 0,-1 0 0 0 0,0-1 0 0 0,8-18 1 0 0,-6 11 226 0 0,-1 0 1 0 0,-1-1 0 0 0,-1 1 0 0 0,0-2 0 0 0,-1 1 0 0 0,-1-1 0 0 0,-1 1 0 0 0,-1-1-1 0 0,-1-37 1 0 0,-2 44-215 0 0,-1-1 0 0 0,0 0 0 0 0,-1 1 0 0 0,-1 0 0 0 0,0 0 0 0 0,0 0 0 0 0,-2 0 0 0 0,1 0 0 0 0,-2 1 0 0 0,0 0 0 0 0,0 0 0 0 0,-1 1 0 0 0,0 0 0 0 0,-14-13 0 0 0,8 10-153 0 0,-1 0 0 0 0,-1 1 1 0 0,0 1-1 0 0,-1 0 0 0 0,0 2 0 0 0,-1 0 0 0 0,0 0 0 0 0,-1 2 0 0 0,-22-7 0 0 0,33 12-220 0 0,0 1 0 0 0,-1 0 0 0 0,1 0 0 0 0,-1 1 0 0 0,1 0 1 0 0,-1 1-1 0 0,0 0 0 0 0,-17 2 0 0 0,3 2-922 0 0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9.16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1 146 2240 0 0,'0'-2'220'0'0,"1"-1"0"0"0,0 0-1 0 0,0 0 1 0 0,0 1-1 0 0,0-1 1 0 0,0 1-1 0 0,0-1 1 0 0,1 1 0 0 0,-1-1-1 0 0,1 1 1 0 0,0 0-1 0 0,-1 0 1 0 0,1 0-1 0 0,3-2 1 0 0,34-31 4494 0 0,-30 28-4189 0 0,3-3 286 0 0,0 0 0 0 0,1 1 0 0 0,22-13 0 0 0,-29 20-870 0 0,0-1 0 0 0,0 1 0 0 0,0 0 0 0 0,-1 1 1 0 0,2-1-1 0 0,-1 1 0 0 0,0 0 0 0 0,0 1 0 0 0,0-1 1 0 0,0 1-1 0 0,1 1 0 0 0,7 0 0 0 0,-1 2-886 0 0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9.67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 46 1376 0 0,'-2'1'167'0'0,"-9"1"2415"0"0,14-4-2507 0 0,7-3-106 0 0,0 0 1 0 0,0 1 0 0 0,1 0-1 0 0,-1 1 1 0 0,1 0 0 0 0,13-1-1 0 0,32-10 136 0 0,-48 10 996 0 0,-7 3-1021 0 0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10.19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372 73 456 0 0,'-5'-2'349'0'0,"0"-1"0"0"0,0 1 0 0 0,0 1 0 0 0,0-1 0 0 0,-1 1 0 0 0,1 0 0 0 0,0 0 0 0 0,0 0 0 0 0,-1 1 0 0 0,1-1 0 0 0,0 2 0 0 0,-7-1-1 0 0,-2 2 331 0 0,-1 0-1 0 0,1 0 0 0 0,-18 7 1 0 0,19-5-447 0 0,1 1 1 0 0,-1 1-1 0 0,1 0 0 0 0,1 0 1 0 0,-1 2-1 0 0,1-1 1 0 0,0 1-1 0 0,1 1 1 0 0,0 0-1 0 0,1 0 0 0 0,-1 1 1 0 0,2 0-1 0 0,-1 1 1 0 0,-8 16-1 0 0,9-14-216 0 0,0 1-1 0 0,1 0 1 0 0,1 1-1 0 0,1-1 0 0 0,0 1 1 0 0,1 0-1 0 0,0 0 1 0 0,1 1-1 0 0,1-1 1 0 0,1 1-1 0 0,0-1 1 0 0,2 20-1 0 0,-1-27-66 0 0,1 0 0 0 0,0 0 1 0 0,1 1-1 0 0,0-1 0 0 0,0-1 0 0 0,1 1 0 0 0,0 0 0 0 0,0-1 0 0 0,1 1 1 0 0,-1-1-1 0 0,2 0 0 0 0,-1 0 0 0 0,1-1 0 0 0,0 1 0 0 0,1-1 0 0 0,-1 0 1 0 0,1 0-1 0 0,0-1 0 0 0,1 0 0 0 0,11 7 0 0 0,-6-5-58 0 0,0-1 0 0 0,0-1 0 0 0,1 0 0 0 0,-1-1 1 0 0,1-1-1 0 0,0 0 0 0 0,1 0 0 0 0,-1-1 0 0 0,0-1 0 0 0,1 0 0 0 0,24-2 0 0 0,-13-1 205 0 0,0-2 0 0 0,0 0 0 0 0,-1-2 0 0 0,1 0 0 0 0,-1-2 0 0 0,0-1 1 0 0,-1-1-1 0 0,38-21 0 0 0,-47 23 106 0 0,-1-1 0 0 0,0 0 0 0 0,-1-1 0 0 0,0 0 0 0 0,0 0 0 0 0,-1-2 0 0 0,-1 1 0 0 0,0-1 0 0 0,0-1 0 0 0,-1 0 0 0 0,-1 0 0 0 0,0-1 0 0 0,-1 0 0 0 0,0 0 0 0 0,5-19 0 0 0,-10 23-25 0 0,0 0 0 0 0,-1 0 0 0 0,0 0 0 0 0,0 0 0 0 0,-1-1 0 0 0,-1 1 0 0 0,1 0 0 0 0,-2 0 0 0 0,1-1 0 0 0,-2 1 0 0 0,1 0 0 0 0,-1 1 0 0 0,-1-1-1 0 0,0 0 1 0 0,0 1 0 0 0,-1 0 0 0 0,0 0 0 0 0,0 0 0 0 0,-1 1 0 0 0,0 0 0 0 0,-14-15 0 0 0,10 13-221 0 0,0 1 0 0 0,0 0-1 0 0,-1 0 1 0 0,0 1 0 0 0,0 1-1 0 0,-1 0 1 0 0,0 0-1 0 0,0 1 1 0 0,-1 0 0 0 0,1 1-1 0 0,-1 1 1 0 0,-1 0 0 0 0,1 1-1 0 0,0 0 1 0 0,-1 1 0 0 0,-17 0-1 0 0,-4 6-5173 0 0,20 0 447 0 0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11.01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269 33 920 0 0,'-1'-1'115'0'0,"0"-1"1"0"0,1 0-1 0 0,-1 0 0 0 0,0 0 1 0 0,0 0-1 0 0,0 0 0 0 0,-1 1 0 0 0,1-1 1 0 0,0 0-1 0 0,-1 1 0 0 0,1-1 1 0 0,-1 1-1 0 0,1 0 0 0 0,-1-1 0 0 0,0 1 1 0 0,0 0-1 0 0,1 0 0 0 0,-1 0 0 0 0,0 0 1 0 0,-4-1-1 0 0,3 2 31 0 0,0 0-1 0 0,0-1 1 0 0,0 1 0 0 0,0 0 0 0 0,0 1-1 0 0,0-1 1 0 0,0 0 0 0 0,0 1-1 0 0,0 0 1 0 0,0 0 0 0 0,0 0-1 0 0,-5 2 1 0 0,0 1 94 0 0,0 1 0 0 0,0 0 0 0 0,1 0 0 0 0,0 1 0 0 0,-1 0 0 0 0,2 0 0 0 0,-1 0 0 0 0,-8 12 0 0 0,-2 6-69 0 0,2-1 0 0 0,0 2 0 0 0,2 0 0 0 0,1 1 0 0 0,1 0 0 0 0,-13 46 0 0 0,21-62-175 0 0,0 0 1 0 0,1 1-1 0 0,1-1 0 0 0,0 1 0 0 0,0-1 1 0 0,1 1-1 0 0,0-1 0 0 0,1 1 0 0 0,0 0 1 0 0,1-1-1 0 0,0 0 0 0 0,1 1 1 0 0,0-1-1 0 0,0 0 0 0 0,1 0 0 0 0,1-1 1 0 0,-1 1-1 0 0,1-1 0 0 0,1 0 1 0 0,13 16-1 0 0,-12-18-87 0 0,0-1 1 0 0,1 0 0 0 0,0 0-1 0 0,0-1 1 0 0,0 0-1 0 0,1 0 1 0 0,-1-1 0 0 0,1 0-1 0 0,0-1 1 0 0,0 0 0 0 0,1 0-1 0 0,-1-1 1 0 0,1 0-1 0 0,11 1 1 0 0,-5-2 113 0 0,-1 0 0 0 0,1-1 0 0 0,0-1 0 0 0,-1 0 0 0 0,1-1-1 0 0,0 0 1 0 0,-1-2 0 0 0,16-4 0 0 0,-19 3 187 0 0,0 0 0 0 0,-1-1-1 0 0,0 0 1 0 0,1 0 0 0 0,-2-1-1 0 0,1-1 1 0 0,-1 0-1 0 0,0 0 1 0 0,-1-1 0 0 0,0 0-1 0 0,-1-1 1 0 0,1 0 0 0 0,-2 0-1 0 0,1-1 1 0 0,-2 0 0 0 0,1 0-1 0 0,-2 0 1 0 0,1-1 0 0 0,-2 0-1 0 0,1 0 1 0 0,-2 0 0 0 0,1-1-1 0 0,-2 1 1 0 0,0-1 0 0 0,0 0-1 0 0,-1 0 1 0 0,-1 0 0 0 0,-1-20-1 0 0,-1 20-14 0 0,0 1 0 0 0,-1-1 1 0 0,0 0-1 0 0,-1 1 0 0 0,0 0 0 0 0,-1 0 0 0 0,-1 0 0 0 0,0 0 0 0 0,0 1 1 0 0,-1 0-1 0 0,-12-14 0 0 0,12 17-260 0 0,0 1 1 0 0,-1 0-1 0 0,0 0 0 0 0,0 1 1 0 0,-1 0-1 0 0,0 0 0 0 0,0 1 1 0 0,0 0-1 0 0,-1 1 1 0 0,1 0-1 0 0,-1 1 0 0 0,0 0 1 0 0,0 0-1 0 0,-17-2 1 0 0,1 3-3556 0 0,2 1-1200 0 0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11.25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1 163 920 0 0,'2'-4'496'0'0,"0"0"0"0"0,1 0 0 0 0,-1 0-1 0 0,1 1 1 0 0,0-1 0 0 0,0 1 0 0 0,0 0-1 0 0,1 0 1 0 0,5-5 0 0 0,1 0 309 0 0,2-5 129 0 0,5-4 157 0 0,1 0 0 0 0,24-17 1 0 0,-37 29-1208 0 0,2 2-1 0 0,-1-1 1 0 0,0 0 0 0 0,1 1 0 0 0,-1 0-1 0 0,1 1 1 0 0,0 0 0 0 0,0 0-1 0 0,0 0 1 0 0,0 1 0 0 0,0 0 0 0 0,9 0-1 0 0,-6 1-3301 0 0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12.14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219 128 1376 0 0,'-3'-1'123'0'0,"0"0"-1"0"0,1 1 0 0 0,-1 0 0 0 0,0-1 1 0 0,0 1-1 0 0,0 0 0 0 0,1 1 0 0 0,-1-1 1 0 0,0 0-1 0 0,0 1 0 0 0,1-1 0 0 0,-1 1 1 0 0,0 0-1 0 0,-4 2 0 0 0,-36 19 973 0 0,33-16-990 0 0,0 0 0 0 0,0 1 0 0 0,1 0 0 0 0,0 1 0 0 0,1 0 0 0 0,-1 0 0 0 0,1 1-1 0 0,1 0 1 0 0,0 0 0 0 0,0 1 0 0 0,1 0 0 0 0,-6 12 0 0 0,9-14-37 0 0,0 0-1 0 0,0 0 1 0 0,1 0-1 0 0,0 1 1 0 0,0 0-1 0 0,1-1 1 0 0,0 1 0 0 0,1-1-1 0 0,0 1 1 0 0,0 0-1 0 0,1 0 1 0 0,0-1-1 0 0,0 1 1 0 0,1-1-1 0 0,0 1 1 0 0,7 15-1 0 0,0-3-110 0 0,1 0-1 0 0,1-1 1 0 0,2 0-1 0 0,0-1 1 0 0,0 0-1 0 0,2-1 0 0 0,0-1 1 0 0,1 0-1 0 0,1-2 1 0 0,28 22-1 0 0,-34-29 12 0 0,0-1 0 0 0,0-1-1 0 0,1 0 1 0 0,-1-1 0 0 0,1 0 0 0 0,0 0-1 0 0,1-2 1 0 0,24 5 0 0 0,-28-7 28 0 0,0 0 1 0 0,1-1-1 0 0,-1 0 1 0 0,1-1-1 0 0,-1 0 1 0 0,1 0-1 0 0,-1-1 1 0 0,0 0-1 0 0,0-1 1 0 0,0 0-1 0 0,0 0 1 0 0,0-1-1 0 0,9-6 1 0 0,-10 6 133 0 0,-2-1 0 0 0,1 0 0 0 0,-1-1 0 0 0,1 0 0 0 0,-1 0 0 0 0,-1 0 0 0 0,1 0 0 0 0,-1-1 0 0 0,0 0 0 0 0,-1 0 0 0 0,0 0 0 0 0,0-1 0 0 0,0 1 0 0 0,-1-1 0 0 0,0 0 0 0 0,-1 0 0 0 0,2-10 0 0 0,2-13 568 0 0,-2-1 0 0 0,-1 0 1 0 0,-1-37-1 0 0,-1 45-17 0 0,-1-2-113 0 0,-1-109 2462 0 0,0 117-2760 0 0,-1 1-1 0 0,0 0 0 0 0,-2 0 0 0 0,0 1 0 0 0,-11-29 0 0 0,13 39-330 0 0,-2 1 0 0 0,1-1 0 0 0,0 0 0 0 0,-1 1-1 0 0,0 0 1 0 0,0 0 0 0 0,-1 0 0 0 0,-8-7 0 0 0,10 10-148 0 0,1 0 1 0 0,-1 0-1 0 0,1 1 1 0 0,-1-1-1 0 0,0 0 1 0 0,0 1-1 0 0,1 0 1 0 0,-1 0-1 0 0,0 0 1 0 0,0 0-1 0 0,0 0 1 0 0,0 1-1 0 0,0-1 1 0 0,0 1-1 0 0,-1 0 1 0 0,1 0-1 0 0,0 0 1 0 0,0 0-1 0 0,0 1 1 0 0,-5 0-1 0 0,-4 5-1006 0 0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12.51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61 38 2761 0 0,'-5'1'299'0'0,"0"0"0"0"0,0 0 1 0 0,-1 0-1 0 0,1-1 1 0 0,0 1-1 0 0,0-1 0 0 0,-1-1 1 0 0,1 1-1 0 0,-8-2 1 0 0,36-10 4858 0 0,1 4-4257 0 0,0 2 0 0 0,28-5 0 0 0,-33 9-1050 0 0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15.09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1524 1 2304 0 0,'0'0'1577'0'0,"-10"7"2646"0"0,-52 10-3470 0 0,-79 26 1136 0 0,77-22-1608 0 0,0-3 0 0 0,-2-2 0 0 0,-75 7 0 0 0,47-13 322 0 0,-156-5 0 0 0,196-9-431 0 0,0-2-1 0 0,-63-15 1 0 0,-102-36-191 0 0,127 31-270 0 0,79 22-337 0 0,-1 1 0 0 0,1 0 1 0 0,0 1-1 0 0,-15 0 0 0 0,13 2-3167 0 0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15.59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18 1 6913 0 0,'-1'1'25'0'0,"0"0"1"0"0,0 0-1 0 0,0 0 0 0 0,0 1 0 0 0,0-1 0 0 0,1 0 0 0 0,-1 1 0 0 0,0-1 0 0 0,1 0 0 0 0,-1 1 0 0 0,1-1 0 0 0,-1 1 0 0 0,1-1 0 0 0,0 1 0 0 0,0 2 0 0 0,-2 31-495 0 0,2-21 598 0 0,-6 134 380 0 0,7 0 0 0 0,33 245 0 0 0,-1-167-86 0 0,84 723-925 0 0,-47-412 1128 0 0,-10-117 102 0 0,-33-228-87 0 0,3 44 187 0 0,-29-208-3843 0 0,-5 54-1 0 0,2-67 2154 0 0,1-6-778 0 0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17.60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32 6 920 0 0,'-1'-1'121'0'0,"1"1"1"0"0,0 0-1 0 0,-1-1 0 0 0,1 1 1 0 0,-1-1-1 0 0,1 1 0 0 0,-1 0 0 0 0,1-1 1 0 0,0 1-1 0 0,-1 0 0 0 0,0-1 1 0 0,1 1-1 0 0,-1 0 0 0 0,1 0 0 0 0,-1 0 1 0 0,1-1-1 0 0,-1 1 0 0 0,1 0 0 0 0,-1 0 1 0 0,0 0-1 0 0,1 0 0 0 0,-1 0 1 0 0,1 0-1 0 0,-1 0 0 0 0,1 0 0 0 0,-1 0 1 0 0,0 1-1 0 0,1-1 0 0 0,-1 0 0 0 0,1 0 1 0 0,-1 0-1 0 0,1 1 0 0 0,-1-1 1 0 0,1 0-1 0 0,-1 0 0 0 0,1 1 0 0 0,-1-1 1 0 0,1 1-1 0 0,-1-1 0 0 0,1 0 1 0 0,0 1-1 0 0,-1-1 0 0 0,1 1 0 0 0,0-1 1 0 0,-1 1-1 0 0,1-1 0 0 0,0 1 0 0 0,0-1 1 0 0,-1 1-1 0 0,1-1 0 0 0,0 1 1 0 0,0 0-1 0 0,-7 20 2951 0 0,7-8-4117 0 0,6 40 1799 0 0,3 1-1 0 0,18 59 1 0 0,-3-12 237 0 0,-19-71-616 0 0,-1 1 1 0 0,-1 49 0 0 0,0-74-2537 0 0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18.34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20 129 456 0 0,'-20'2'3216'0'0,"34"-1"-427"0"0,892-17 4225 0 0,-445-33-5218 0 0,-124-11 249 0 0,-333 59-2355 0 0,37-5 695 0 0,-39 6-1041 0 0,0 0 0 0 0,0 0 1 0 0,1 1-1 0 0,-1-1 0 0 0,0 0 1 0 0,0 1-1 0 0,0-1 0 0 0,0 1 1 0 0,0 0-1 0 0,2 1 0 0 0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19.91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33 920 0 0,'0'-2'172'0'0,"0"0"-1"0"0,1 0 1 0 0,-1 0 0 0 0,1 0-1 0 0,-1 0 1 0 0,1 0-1 0 0,0 0 1 0 0,0 0 0 0 0,0 0-1 0 0,0 0 1 0 0,0 0-1 0 0,0 0 1 0 0,1 0-1 0 0,2-2 1 0 0,-3 8 203 0 0,1 0 0 0 0,-1 0 0 0 0,1 0 0 0 0,-1 0 0 0 0,-1 0 1 0 0,1 0-1 0 0,0 7 0 0 0,53 482 2557 0 0,-50-428-2539 0 0,-2-35 744 0 0,0 1 1 0 0,-5 47-1 0 0,2-51-3268 0 0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20.47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83 456 0 0,'9'-35'703'0'0,"8"-13"10899"0"0,-18 68-10702 0 0,0-10-758 0 0,-2 74 343 0 0,3 1 0 0 0,22 162-1 0 0,-6-98-202 0 0,86 539-50 0 0,-14-125-184 0 0,-56-163 59 0 0,-26-304-14 0 0,-4-34 171 0 0,-1-19-5059 0 0,0-26-140 0 0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21.32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0 415 2304 0 0,'24'-10'342'0'0,"0"0"0"0"0,0 2 0 0 0,1 0 0 0 0,0 2 0 0 0,0 1 0 0 0,30-3 0 0 0,159 1 3029 0 0,-129 7-2918 0 0,398-36 243 0 0,-2-37 0 0 0,-151 32-696 0 0,-178 24 0 0 0,291-10 0 0 0,-275 20 0 0 0,17 1 0 0 0,268-24 0 0 0,-196-16 431 0 0,182-21-155 0 0,60 65-774 0 0,0 36 708 0 0,-394-26-141 0 0,332-1 2375 0 0,-96-6-1556 0 0,-217 10 93 0 0,234 53 1 0 0,-185-28-580 0 0,-135-29-576 0 0,-1-2 0 0 0,54 1-1 0 0,-71-6 40 0 0,0-1 0 0 0,0-1 0 0 0,0-1 0 0 0,0-1 0 0 0,-1 0 0 0 0,26-10 0 0 0,-36 10-1508 0 0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23.17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11 297 2761 0 0,'-10'-3'2446'0'0,"19"-4"-1363"0"0,24-6-578 0 0,-33 13-491 0 0,53-14 403 0 0,-1 2-1 0 0,2 2 0 0 0,-1 3 1 0 0,68-1-1 0 0,111-17-481 0 0,202-53-391 0 0,-216 25-228 0 0,-155 35 938 0 0,1 2 1 0 0,1 3-1 0 0,78-5 0 0 0,-138 18-173 0 0,0-1 94 0 0,0 1-1 0 0,0-1 1 0 0,0 1-1 0 0,0 1 0 0 0,0-1 1 0 0,0 0-1 0 0,0 1 1 0 0,0 0-1 0 0,0 0 1 0 0,0 1-1 0 0,-1 0 1 0 0,1-1-1 0 0,4 4 0 0 0,-10-2 202 0 0,-1 0-1 0 0,-1 0 1 0 0,1-1-1 0 0,0 1 1 0 0,-1 0-1 0 0,0-1 0 0 0,1 0 1 0 0,-1 1-1 0 0,-4 1 1 0 0,2 1 197 0 0,-9 6-328 0 0,1 1 0 0 0,1 0 0 0 0,0 1 0 0 0,1 1 0 0 0,0 0 1 0 0,1 0-1 0 0,0 1 0 0 0,2 0 0 0 0,0 1 0 0 0,0 0 0 0 0,1 0 0 0 0,1 1 0 0 0,-4 19 0 0 0,1 10-246 0 0,2 0 0 0 0,2 0-1 0 0,1 0 1 0 0,6 70 0 0 0,31 186-33 0 0,-5-75 21 0 0,33 353-115 0 0,-11 63-215 0 0,-30-322 69 0 0,128 755-1341 0 0,-125-949 1406 0 0,105 465-2207 0 0,-115-547 2246 0 0,-4-8 168 0 0,2-1 1 0 0,2 0-1 0 0,23 48 1 0 0,-33-75 77 0 0,0 0-1 0 0,-1 0 1 0 0,0 0 0 0 0,0 0 0 0 0,-1 0-1 0 0,0 1 1 0 0,-1-1 0 0 0,0 0-1 0 0,-2 15 1 0 0,2 23 647 0 0,1-33-527 0 0,0-3-116 0 0,0 1 0 0 0,-1 0 0 0 0,-2 18 0 0 0,2-28-38 0 0,0 0-1 0 0,0 0 1 0 0,-1 0 0 0 0,1 0-1 0 0,-1 0 1 0 0,1-1-1 0 0,-1 1 1 0 0,0 0 0 0 0,0 0-1 0 0,0 0 1 0 0,0-1-1 0 0,0 1 1 0 0,0 0-1 0 0,0-1 1 0 0,0 1 0 0 0,-1-1-1 0 0,1 1 1 0 0,-1-1-1 0 0,1 0 1 0 0,-1 1 0 0 0,1-1-1 0 0,-1 0 1 0 0,0 0-1 0 0,0 0 1 0 0,1 0-1 0 0,-1-1 1 0 0,-3 2 0 0 0,-1-1 32 0 0,0-1 1 0 0,1 0 0 0 0,-1 0 0 0 0,0-1 0 0 0,1 0 0 0 0,-1 0 0 0 0,1 0-1 0 0,-1 0 1 0 0,1-1 0 0 0,-1 0 0 0 0,1 0 0 0 0,-6-3 0 0 0,-59-37 355 0 0,69 41-417 0 0,-18-10-10 0 0,-1 0-1 0 0,0 1 1 0 0,-1 1 0 0 0,0 1-1 0 0,-33-8 1 0 0,-113-15-19 0 0,62 22-63 0 0,68 7 31 0 0,0-2-1 0 0,-46-10 1 0 0,53 9 48 0 0,1 1 0 0 0,-1 2 0 0 0,0 1 0 0 0,1 1 0 0 0,-39 5 0 0 0,-58 0 0 0 0,51-7-2247 0 0,-118 12 1 0 0,160-9 414 0 0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28.2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181 101 2713 0 0,'-163'61'6546'0'0,"147"-51"-6555"0"0,15-7-273 0 0,18-11 56 0 0,34-14 690 0 0,1 2 1 0 0,0 3-1 0 0,78-15 1 0 0,-112 29-441 0 0,-1 1 1 0 0,1 0 0 0 0,24 2 0 0 0,-27 1 34 0 0,1-2 1 0 0,-1 1-1 0 0,1-2 0 0 0,27-6 1 0 0,-3-1 438 0 0,1 1 0 0 0,66-4 0 0 0,-65 9 217 0 0,0-2-1 0 0,58-14 1 0 0,-81 17-95 0 0,-19 2-567 0 0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36.6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12 188 1840 0 0,'-5'-5'1722'0'0,"5"5"-1622"0"0,-1 0 0 0 0,1-1 0 0 0,0 1-1 0 0,0 0 1 0 0,-1 0 0 0 0,1 0 0 0 0,0 0 0 0 0,-1 0 0 0 0,1 0 0 0 0,0-1 0 0 0,0 1 0 0 0,-1 0 0 0 0,1-1 200 0 0,-1 1-200 0 0,1 0-1 0 0,0 0 1 0 0,0-1 0 0 0,0 1 0 0 0,0 0 0 0 0,-1 0 0 0 0,1-1 0 0 0,0 1 0 0 0,0 0 0 0 0,0-1 0 0 0,0 1 0 0 0,0 0 0 0 0,0 0 0 0 0,0-1 0 0 0,0 1 0 0 0,0 0-1 0 0,0-1 1 0 0,0 1 0 0 0,0 0 0 0 0,0-1 0 0 0,0 1 0 0 0,0 0 0 0 0,0-1 0 0 0,0 1 0 0 0,0 0 0 0 0,0 0 0 0 0,0-1 0 0 0,1 1 0 0 0,-1 0 0 0 0,0-1-1 0 0,0 1 1 0 0,0 0 0 0 0,1-1 200 0 0,-1 1-200 0 0,0 0 0 0 0,1-1 0 0 0,6-4 144 0 0,0 0 0 0 0,1 0 0 0 0,-1 1 0 0 0,1 0-1 0 0,0 0 1 0 0,1 1 0 0 0,-1 0 0 0 0,0 1 0 0 0,1-1 0 0 0,12 0 0 0 0,16-2 643 0 0,46 1 0 0 0,-17 1-752 0 0,216-32 741 0 0,13-1-639 0 0,-12 7-322 0 0,-251 22-548 0 0,-13-2-3983 0 0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37.1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 54 2761 0 0,'-11'-31'838'0'0,"10"30"-607"0"0,1-1-1 0 0,-1 1 1 0 0,1 0-1 0 0,-1-1 1 0 0,0 1-1 0 0,1 0 1 0 0,-1 0-1 0 0,0-1 1 0 0,0 1-1 0 0,0 0 1 0 0,0 0-1 0 0,0 0 1 0 0,0 0 0 0 0,0 0-1 0 0,0 0 1 0 0,-1 1-1 0 0,1-1 1 0 0,0 0-1 0 0,-2 0 1 0 0,9 41 3834 0 0,-3-21-3514 0 0,-1 0-1 0 0,-1 27 1 0 0,-1-33-527 0 0,0-1-1 0 0,0 1 0 0 0,2 0 0 0 0,-1-1 0 0 0,2 1 0 0 0,5 19 1 0 0,-8-31-20 0 0,23 57 139 0 0,-2 0 1 0 0,-4 2-1 0 0,14 82 0 0 0,-15-13-162 0 0,-7-38-47 0 0,39 166-1 0 0,-46-252 216 0 0,-1 1 0 0 0,1-1 0 0 0,0 1 0 0 0,0-1 0 0 0,0 0 0 0 0,1 0 0 0 0,0 0 0 0 0,0 0 0 0 0,1 0 0 0 0,-1 0 0 0 0,1-1 0 0 0,5 6 0 0 0,-3-9 921 0 0,-6-1-1106 0 0,1 0-1 0 0,-1 0 1 0 0,0 0 0 0 0,0 0-1 0 0,0 0 1 0 0,0 0 0 0 0,1 0-1 0 0,-1-1 1 0 0,0 1 0 0 0,0 1-1 0 0,0-1 1 0 0,0 0 0 0 0,0 0-1 0 0,1 0 1 0 0,-1 0 0 0 0,0 0-1 0 0,0 0 1 0 0,0 0 0 0 0,0 0-1 0 0,1 0 1 0 0,-1 0 0 0 0,0 0-1 0 0,0 0 1 0 0,0 0 0 0 0,0 0-1 0 0,0 1 1 0 0,0-1 0 0 0,1 0-1 0 0,-1 0 1 0 0,0 0-1 0 0,0 0 1 0 0,0 0 0 0 0,0 0-1 0 0,0 1 1 0 0,0-1 0 0 0,0 0-1 0 0,0 0 1 0 0,0 0 0 0 0,0 0-1 0 0,0 0 1 0 0,0 1 0 0 0,0-1-1 0 0,0 0 1 0 0,0 0 0 0 0,0 0-1 0 0,0 0 1 0 0,0 1 0 0 0,0-1-1 0 0,0 0 1 0 0,0 0 0 0 0,0 0-1 0 0,0 0 1 0 0,0 1 0 0 0,0-1-1 0 0,0 0 1 0 0,0 0 0 0 0,0 0-1 0 0,0 0 1 0 0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1.9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 48 4425 0 0,'-19'-3'7831'0'0,"48"3"-5624"0"0,37-4-3404 0 0,-50 2 1822 0 0,148-18-896 0 0,-96 4-5079 0 0,-57 13 1777 0 0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2.2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 6 3225 0 0,'-25'-5'5032'0'0,"25"24"-2761"0"0,5 35-1169 0 0,3 0 1 0 0,18 64-1 0 0,18 31-2174 0 0,-34-115-3513 0 0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2.6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73 3225 0 0,'32'-5'3913'0'0,"26"-15"-783"0"0,62-14 0 0 0,-97 29-3370 0 0,0 2 0 0 0,0 0 0 0 0,1 1 0 0 0,-1 1-1 0 0,46 5 1 0 0,-53-2-1115 0 0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2.9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1 6913 0 0,'-1'1'320'0'0,"-1"0"0"0"0,1 0 0 0 0,0 0 0 0 0,0 0 0 0 0,-1 0 0 0 0,1 0 0 0 0,0 0-1 0 0,0 1 1 0 0,1-1 0 0 0,-1 0 0 0 0,0 1 0 0 0,0-1 0 0 0,1 1 0 0 0,-1-1 0 0 0,0 1-1 0 0,1-1 1 0 0,0 1 0 0 0,-1-1 0 0 0,1 1 0 0 0,0 0 0 0 0,0 2 0 0 0,2 43-999 0 0,0-20 1114 0 0,-2 46-1005 0 0,3 0-1 0 0,18 101 1 0 0,-14-140-3776 0 0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3.3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52 45 3225 0 0,'-18'0'333'0'0,"16"0"-13"0"0,-1 0 0 0 0,0 0 1 0 0,1 0-1 0 0,-1 0 0 0 0,0-1 1 0 0,0 1-1 0 0,1-1 0 0 0,-1 1 1 0 0,0-1-1 0 0,-3-2 1 0 0,6 3-249 0 0,0-1 0 0 0,0 1 0 0 0,0-1 0 0 0,0 1 0 0 0,0-1 0 0 0,0 1 0 0 0,0-1 0 0 0,1 1 0 0 0,-1-1 0 0 0,0 1 0 0 0,0-1 0 0 0,1 1 0 0 0,-1-1 0 0 0,0 1 0 0 0,1 0 1 0 0,-1-1-1 0 0,0 1 0 0 0,1-1 0 0 0,-1 1 0 0 0,0 0 0 0 0,1-1 0 0 0,-1 1 0 0 0,1 0 0 0 0,-1 0 0 0 0,1-1 0 0 0,-1 1 0 0 0,1 0 0 0 0,-1 0 0 0 0,1 0 0 0 0,-1-1 0 0 0,1 1 0 0 0,-1 0 1 0 0,1 0-1 0 0,-1 0 0 0 0,1 0 0 0 0,0 0 0 0 0,21-7 1214 0 0,3 4-581 0 0,0 0 0 0 0,0 1-1 0 0,31 2 1 0 0,-31 1-2018 0 0,0-1 0 0 0,1-2 0 0 0,31-5-1 0 0,-40 4-1957 0 0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3.5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0 5985 0 0,'0'0'173'0'0,"-1"0"0"0"0,0 0 0 0 0,1 0 0 0 0,-1 0 0 0 0,1 0 0 0 0,-1 0 0 0 0,0 0 0 0 0,1 0 0 0 0,-1 0 0 0 0,1 0 0 0 0,-1 1 0 0 0,1-1 1 0 0,-1 0-1 0 0,0 0 0 0 0,1 1 0 0 0,-1-1 0 0 0,1 0 0 0 0,-1 0 0 0 0,1 1 0 0 0,-1-1 0 0 0,1 1 0 0 0,0-1 0 0 0,-1 0 0 0 0,1 1 0 0 0,-1-1 0 0 0,1 1 0 0 0,0-1 0 0 0,-1 1 0 0 0,1-1 0 0 0,0 1 0 0 0,0-1 0 0 0,-1 1 0 0 0,1-1 0 0 0,0 1 0 0 0,0 0 0 0 0,0-1 0 0 0,0 1 0 0 0,0-1 0 0 0,0 1 0 0 0,0 0 0 0 0,0-1 0 0 0,0 1 0 0 0,0-1 0 0 0,0 1 0 0 0,0-1 0 0 0,0 1 0 0 0,0 0 0 0 0,0-1 0 0 0,1 1 0 0 0,-1-1 0 0 0,0 1 0 0 0,0-1 0 0 0,1 1 0 0 0,-1-1 0 0 0,0 1 0 0 0,1 0 0 0 0,1 5-1605 0 0,22 80 2436 0 0,-10-40-1943 0 0,8 54-1 0 0,-12-28-1711 0 0,-5-31 1284 0 0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3.9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94 3681 0 0,'-1'1'4292'0'0,"20"-9"-2026"0"0,76-32 82 0 0,46 3-2698 0 0,-114 31-1465 0 0,-12 2-2086 0 0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4.2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86 0 2761 0 0,'-27'9'869'0'0,"-8"4"6301"0"0,34-12-6919 0 0,-1 0 1 0 0,1 0-1 0 0,0 1 0 0 0,-1-1 1 0 0,1 0-1 0 0,0 0 0 0 0,0 1 1 0 0,-1-1-1 0 0,1 1 0 0 0,0-1 1 0 0,1 1-1 0 0,-1-1 0 0 0,0 1 1 0 0,0 0-1 0 0,1-1 0 0 0,-1 1 1 0 0,1 0-1 0 0,-1 2 0 0 0,-1 12-29 0 0,0-1 1 0 0,2 1-1 0 0,0-1 0 0 0,0 0 0 0 0,4 19 0 0 0,1-7-886 0 0,1-1 0 0 0,2 1 0 0 0,0-1 0 0 0,14 27 0 0 0,-10-27-449 0 0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4.5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1 109 2761 0 0,'0'-2'188'0'0,"0"1"0"0"0,0 0 0 0 0,-1-1 1 0 0,1 1-1 0 0,0-1 0 0 0,0 1 1 0 0,0-1-1 0 0,0 1 0 0 0,0 0 1 0 0,1-1-1 0 0,-1 1 0 0 0,0-1 0 0 0,1 1 1 0 0,-1 0-1 0 0,1-1 0 0 0,-1 1 1 0 0,1 0-1 0 0,0-1 0 0 0,1 0 0 0 0,0-2 204 0 0,1 1 0 0 0,0-1 0 0 0,0 1 0 0 0,1 0 0 0 0,-1 0 0 0 0,5-3 0 0 0,3-1 353 0 0,-1 1 1 0 0,1 1 0 0 0,0-1 0 0 0,11-3 0 0 0,-7 4-658 0 0,-1 1 1 0 0,1 1-1 0 0,0 0 1 0 0,0 1-1 0 0,25-1 1 0 0,-24 4-4953 0 0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6.0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39 456 0 0,'8'-6'3764'0'0,"16"-1"-2788"0"0,-19 6-521 0 0,74-20-21 0 0,-73 19-410 0 0,1 1 1 0 0,0 1-1 0 0,-1-1 1 0 0,1 1-1 0 0,0 0 1 0 0,0 1-1 0 0,-1-1 0 0 0,1 1 1 0 0,11 4-1 0 0,-17-5-24 0 0,0 0-1 0 0,0 1 1 0 0,0-1-1 0 0,1 1 0 0 0,-1-1 1 0 0,0 1-1 0 0,-1 0 1 0 0,1-1-1 0 0,0 1 0 0 0,0 0 1 0 0,0 0-1 0 0,0 0 0 0 0,0-1 1 0 0,-1 1-1 0 0,1 0 1 0 0,0 0-1 0 0,-1 0 0 0 0,1 0 1 0 0,-1 0-1 0 0,1 0 1 0 0,-1 2-1 0 0,2 7-66 0 0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6.4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45 1376 0 0,'0'0'66'0'0,"17"-3"4532"0"0,75-29-891 0 0,-49 24-4772 0 0,-32 6-2080 0 0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6.7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35 4145 0 0,'2'-3'44'0'0,"1"1"0"0"0,-1-1 0 0 0,1 1 0 0 0,-1-1 0 0 0,1 1 1 0 0,0 0-1 0 0,0 0 0 0 0,0 0 0 0 0,0 0 0 0 0,0 0 0 0 0,0 1 0 0 0,1 0 0 0 0,-1-1 1 0 0,1 1-1 0 0,-1 0 0 0 0,1 1 0 0 0,6-2 0 0 0,-6 2 3 0 0,1-1 0 0 0,-1 0-1 0 0,1 1 1 0 0,-1 0 0 0 0,0 0 0 0 0,1 0 0 0 0,-1 1 0 0 0,0 0-1 0 0,1-1 1 0 0,-1 2 0 0 0,0-1 0 0 0,0 0 0 0 0,0 1-1 0 0,7 3 1 0 0,-9-3-43 0 0,-1-1 0 0 0,0 0 0 0 0,1 1 0 0 0,-1-1 0 0 0,0 1 0 0 0,0 0 0 0 0,0-1 0 0 0,0 1 0 0 0,0 0 0 0 0,0 0 0 0 0,-1 0 0 0 0,1-1 0 0 0,-1 1 0 0 0,1 0 0 0 0,-1 3 0 0 0,2 4-4 0 0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1.3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105 152 4145 0 0,'-6'2'174'0'0,"0"1"0"0"0,0 0-1 0 0,0 0 1 0 0,0 0 0 0 0,0 0 0 0 0,1 1 0 0 0,-1 0 0 0 0,1 0 0 0 0,0 1-1 0 0,1-1 1 0 0,-1 1 0 0 0,1 0 0 0 0,0 0 0 0 0,0 1 0 0 0,0-1 0 0 0,1 1-1 0 0,0 0 1 0 0,0 0 0 0 0,0 0 0 0 0,1 0 0 0 0,0 1 0 0 0,0-1 0 0 0,0 1 0 0 0,1-1-1 0 0,0 1 1 0 0,1-1 0 0 0,-1 1 0 0 0,1 0 0 0 0,1 7 0 0 0,2 17 39 0 0,2 1 0 0 0,1-2 0 0 0,1 1 0 0 0,2-1 0 0 0,1 0 0 0 0,1 0 0 0 0,1-1 0 0 0,2-1 0 0 0,1 0 0 0 0,1-1 0 0 0,2-1 1 0 0,30 37-1 0 0,-42-57-97 0 0,1 1 0 0 0,-1-1 0 0 0,1 0 0 0 0,0-1 0 0 0,1 0 1 0 0,-1 0-1 0 0,1 0 0 0 0,0-1 0 0 0,0 0 0 0 0,0-1 0 0 0,1 0 0 0 0,-1 0 1 0 0,1-1-1 0 0,11 2 0 0 0,-9-3 32 0 0,-1 0 1 0 0,0-1-1 0 0,1-1 1 0 0,-1 0-1 0 0,1 0 1 0 0,-1-1-1 0 0,0 0 1 0 0,0-1-1 0 0,0 0 1 0 0,0 0-1 0 0,-1-1 1 0 0,11-6-1 0 0,-9 4-69 0 0,1 1 0 0 0,-2-2 0 0 0,1 0 0 0 0,-1 0 0 0 0,0-1 0 0 0,-1 0 0 0 0,1 0 0 0 0,-2-1 0 0 0,1-1 0 0 0,-1 1 0 0 0,-1-1 0 0 0,0-1 0 0 0,0 1 0 0 0,-1-1 0 0 0,0 0 0 0 0,-1-1 0 0 0,0 1-1 0 0,-1-1 1 0 0,-1 0 0 0 0,1 0 0 0 0,-2-1 0 0 0,0 1 0 0 0,0-1 0 0 0,-1-15 0 0 0,-1-5 290 0 0,-1 0 0 0 0,-2 0 0 0 0,-1 1-1 0 0,-2-1 1 0 0,-9-31 0 0 0,9 48-262 0 0,0-1 0 0 0,-1 1 1 0 0,0 1-1 0 0,-1-1 0 0 0,-1 1 0 0 0,0 1 0 0 0,-2 0 1 0 0,1 0-1 0 0,-1 1 0 0 0,-1 0 0 0 0,-17-14 1 0 0,13 15-8 0 0,0 0 1 0 0,0 1 0 0 0,-1 0 0 0 0,-30-13 0 0 0,41 21-116 0 0,-1 0 0 0 0,0 1 0 0 0,0 0 0 0 0,0 0-1 0 0,0 0 1 0 0,0 1 0 0 0,0 0 0 0 0,0 0 0 0 0,0 1 0 0 0,0 0 0 0 0,-1 0 0 0 0,1 1 0 0 0,0 0 0 0 0,0 0 0 0 0,0 0 0 0 0,-9 4 0 0 0,13-4-143 0 0,0 1 0 0 0,0 0 1 0 0,0 0-1 0 0,0 0 0 0 0,0 0 1 0 0,0 0-1 0 0,1 1 0 0 0,-1-1 1 0 0,1 1-1 0 0,0 0 0 0 0,-4 5 1 0 0,-8 22-3883 0 0,9-17-1791 0 0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1.7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91 920 0 0,'32'-6'6314'0'0,"2"-3"-4367"0"0,177-51-4492 0 0,-182 49 2478 0 0,-16 6 67 0 0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2.0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53 6 4609 0 0,'-3'-1'562'0'0,"1"0"0"0"0,-1 0 1 0 0,0 0-1 0 0,0 1 0 0 0,0-1 1 0 0,0 1-1 0 0,0-1 0 0 0,0 1 0 0 0,0 0 1 0 0,1 0-1 0 0,-4 1 0 0 0,5 0-430 0 0,0-1 0 0 0,0 1 1 0 0,0-1-1 0 0,0 1 0 0 0,0 0 0 0 0,0-1 1 0 0,0 1-1 0 0,0 0 0 0 0,1 0 0 0 0,-1 0 1 0 0,0 0-1 0 0,0 0 0 0 0,1 0 0 0 0,-1 0 0 0 0,1 0 1 0 0,-1 0-1 0 0,1 0 0 0 0,-1 0 0 0 0,1 0 1 0 0,0 0-1 0 0,0 0 0 0 0,-1 0 0 0 0,1 1 1 0 0,0-1-1 0 0,0 0 0 0 0,0 0 0 0 0,0 0 0 0 0,0 0 1 0 0,0 0-1 0 0,1 1 0 0 0,-1 0 0 0 0,15 150 1534 0 0,-10-119-3212 0 0,11 33 1 0 0,-7-38-3679 0 0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2.7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301 26 5529 0 0,'-8'-4'213'0'0,"-2"0"0"0"0,1 0 0 0 0,0 1 0 0 0,-1 0 0 0 0,1 1-1 0 0,-1 0 1 0 0,0 1 0 0 0,1-1 0 0 0,-1 2 0 0 0,0 0 0 0 0,0 0 0 0 0,-15 2-1 0 0,18 0-72 0 0,1-1-1 0 0,-1 1 1 0 0,1 0-1 0 0,-1 1 1 0 0,1-1-1 0 0,0 1 1 0 0,0 0-1 0 0,0 1 1 0 0,1 0-1 0 0,-1-1 1 0 0,1 2-1 0 0,0-1 1 0 0,0 1-1 0 0,0 0 1 0 0,1 0-1 0 0,-1 0 1 0 0,1 0-1 0 0,1 1 1 0 0,-5 6-1 0 0,0 4-97 0 0,0 0 0 0 0,2 1 0 0 0,0 0-1 0 0,0 0 1 0 0,2 0 0 0 0,0 0 0 0 0,1 1-1 0 0,1 0 1 0 0,0-1 0 0 0,1 1 0 0 0,3 31-1 0 0,0-34-146 0 0,1 0 0 0 0,0 0-1 0 0,1 0 1 0 0,0-1 0 0 0,2 1-1 0 0,-1-1 1 0 0,2-1 0 0 0,0 1-1 0 0,0-1 1 0 0,1 0 0 0 0,1-1-1 0 0,0 0 1 0 0,1 0 0 0 0,12 11-1 0 0,-6-7 51 0 0,1-1 0 0 0,0-1 0 0 0,1-1 0 0 0,1-1 0 0 0,0 0 0 0 0,0-1 0 0 0,33 12-1 0 0,-42-19-102 0 0,0-1 0 0 0,-1-1 0 0 0,1 1 0 0 0,0-2 0 0 0,0 1-1 0 0,1-1 1 0 0,-1-1 0 0 0,0 0 0 0 0,0 0 0 0 0,0-1 0 0 0,0-1 0 0 0,0 1-1 0 0,0-2 1 0 0,0 1 0 0 0,0-1 0 0 0,-1-1 0 0 0,1 0 0 0 0,15-8-1 0 0,-10 2 222 0 0,0-1-1 0 0,0 0 1 0 0,-1 0-1 0 0,-1-1 1 0 0,0-1-1 0 0,-1 0 1 0 0,0-1-1 0 0,-1-1 1 0 0,0 0-1 0 0,13-26 1 0 0,-18 31 17 0 0,-1 0-1 0 0,-1-1 1 0 0,0 1-1 0 0,-1-1 1 0 0,0 0 0 0 0,0 0-1 0 0,-1 0 1 0 0,0-1 0 0 0,-1 1-1 0 0,-1 0 1 0 0,0-1-1 0 0,0 1 1 0 0,-1 0 0 0 0,-1 0-1 0 0,1-1 1 0 0,-2 1 0 0 0,0 0-1 0 0,-4-11 1 0 0,-2 1 230 0 0,-1 0 1 0 0,-1 0-1 0 0,0 1 1 0 0,-2 1-1 0 0,0 0 1 0 0,-1 1-1 0 0,-22-22 1 0 0,29 33-288 0 0,-1 0 0 0 0,1 1 1 0 0,-1 0-1 0 0,-1 1 0 0 0,1 0 0 0 0,-1 0 1 0 0,0 1-1 0 0,0 0 0 0 0,0 0 0 0 0,-16-3 1 0 0,17 5-366 0 0,0 1 1 0 0,0 0 0 0 0,0 1-1 0 0,1 0 1 0 0,-1 0 0 0 0,0 1-1 0 0,0 0 1 0 0,0 1 0 0 0,-8 2-1 0 0,-4 2-3145 0 0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2.9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1 100 6913 0 0,'12'-6'741'0'0,"0"1"0"0"0,0-2-1 0 0,0 1 1 0 0,13-11 0 0 0,-12 8-360 0 0,1 0 0 0 0,21-10 0 0 0,-26 16-1149 0 0,1 0 0 0 0,0 0 1 0 0,0 1-1 0 0,13-1 0 0 0,17-4-1136 0 0,-38 6 1904 0 0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3.1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71 0 2817 0 0,'-18'6'165'0'0,"-17"6"210"0"0,17-1 2611 0 0,18-9-2714 0 0,1 1 0 0 0,-1-1 0 0 0,1 1 1 0 0,0 0-1 0 0,0-1 0 0 0,-1 1 1 0 0,2-1-1 0 0,-1 0 0 0 0,0 1 0 0 0,3 3 1 0 0,2 5-18 0 0,4 22-342 0 0,-4-13-273 0 0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3.9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262 33 2304 0 0,'-15'-8'1608'0'0,"7"4"-735"0"0,0-1 0 0 0,-1 2-1 0 0,0-1 1 0 0,-12-3 0 0 0,17 7-632 0 0,0-1 0 0 0,-1 1 0 0 0,1 0 0 0 0,0 0 0 0 0,0 0 0 0 0,0 0 0 0 0,0 1 0 0 0,0 0-1 0 0,0-1 1 0 0,1 1 0 0 0,-1 1 0 0 0,0-1 0 0 0,-7 4 0 0 0,3-1-151 0 0,0 0-1 0 0,0 0 1 0 0,0 1 0 0 0,0 0-1 0 0,1 0 1 0 0,0 1 0 0 0,0 0-1 0 0,1 0 1 0 0,-1 1 0 0 0,1 0-1 0 0,1 0 1 0 0,-1 0-1 0 0,1 1 1 0 0,0 0 0 0 0,1 0-1 0 0,0 0 1 0 0,0 0 0 0 0,1 1-1 0 0,0-1 1 0 0,1 1 0 0 0,-1 0-1 0 0,2 0 1 0 0,-1 0-1 0 0,1 0 1 0 0,1 0 0 0 0,0 0-1 0 0,1 14 1 0 0,0 7-190 0 0,2 0 0 0 0,2 0 1 0 0,0 0-1 0 0,15 43 0 0 0,-16-62 39 0 0,0-1 0 0 0,1 1 0 0 0,0-1-1 0 0,1-1 1 0 0,0 1 0 0 0,1-1 0 0 0,-1 0 0 0 0,2 0 0 0 0,-1-1-1 0 0,1 0 1 0 0,1 0 0 0 0,-1-1 0 0 0,1 0 0 0 0,1-1 0 0 0,12 8-1 0 0,-11-9 74 0 0,-1 0-1 0 0,1 0 1 0 0,0-1-1 0 0,1-1 1 0 0,-1 1-1 0 0,1-2 0 0 0,-1 0 1 0 0,1 0-1 0 0,0-1 1 0 0,0 0-1 0 0,0-1 1 0 0,0-1-1 0 0,23-3 0 0 0,-27 2 78 0 0,0 0-1 0 0,0-1 0 0 0,-1 0 0 0 0,1 0 0 0 0,-1-1 0 0 0,0 0 0 0 0,1 0 1 0 0,-2-1-1 0 0,1 0 0 0 0,-1 0 0 0 0,1 0 0 0 0,-1-1 0 0 0,-1 0 0 0 0,1 0 1 0 0,-1 0-1 0 0,0-1 0 0 0,0 0 0 0 0,-1 0 0 0 0,0 0 0 0 0,-1 0 0 0 0,4-9 0 0 0,-2 2 161 0 0,-1-1-1 0 0,0 1 0 0 0,-1-1 0 0 0,0 0 0 0 0,-2-1 1 0 0,1 1-1 0 0,-2 0 0 0 0,0 0 0 0 0,-1 0 0 0 0,0-1 0 0 0,-6-21 1 0 0,0 7-277 0 0,-2 1 0 0 0,-1 0 0 0 0,-1 0 1 0 0,-26-45-1 0 0,36 72-232 0 0,-17-28 101 0 0,6 17-1205 0 0,0 7-3321 0 0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4.2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1 137 8290 0 0,'8'-2'518'0'0,"1"0"0"0"0,-1 0 0 0 0,0-1 0 0 0,0-1 0 0 0,0 1 0 0 0,0-1 0 0 0,0 0 0 0 0,-1-1 0 0 0,13-10 0 0 0,-2 4-26 0 0,24-20-28 0 0,4-2-2705 0 0,-14 16-4686 0 0,-29 16 6766 0 0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4.4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1 8754 0 0,'-29'13'9345'0'0,"33"-10"-9113"0"0,1 3-342 0 0,0-1-1 0 0,0 1 1 0 0,0 0 0 0 0,-1 0 0 0 0,0 1 0 0 0,0-1 0 0 0,-1 1 0 0 0,0 0 0 0 0,0 0 0 0 0,4 15 0 0 0,1 12-2449 0 0,5 40 0 0 0,-4-19-4 0 0,-1-17 2033 0 0,-1 2 391 0 0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5.0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324 74 5529 0 0,'-2'-4'133'0'0,"0"0"-1"0"0,0 0 1 0 0,0 0-1 0 0,-1 1 1 0 0,0-1-1 0 0,0 1 1 0 0,0 0-1 0 0,0-1 1 0 0,0 1 0 0 0,-1 1-1 0 0,1-1 1 0 0,-1 0-1 0 0,0 1 1 0 0,0 0-1 0 0,0 0 1 0 0,0 0-1 0 0,0 1 1 0 0,0-1-1 0 0,0 1 1 0 0,-1 0-1 0 0,1 0 1 0 0,0 0 0 0 0,-1 1-1 0 0,1-1 1 0 0,-1 1-1 0 0,1 0 1 0 0,0 0-1 0 0,-1 1 1 0 0,1 0-1 0 0,-1-1 1 0 0,1 1-1 0 0,0 1 1 0 0,-6 1-1 0 0,0 3-122 0 0,0 0-1 0 0,0 1 0 0 0,1 0 0 0 0,0 1 0 0 0,0 0 0 0 0,1 0 1 0 0,-1 1-1 0 0,2 0 0 0 0,0 0 0 0 0,0 1 0 0 0,0 0 0 0 0,-6 14 0 0 0,-1 5 325 0 0,1 1 0 0 0,1 0 0 0 0,-10 39 0 0 0,18-54-308 0 0,1 0-1 0 0,0 1 1 0 0,0-1-1 0 0,2 1 1 0 0,0-1-1 0 0,1 1 1 0 0,0-1-1 0 0,1 1 1 0 0,4 17-1 0 0,-2-23-51 0 0,-1 0 0 0 0,2 0 0 0 0,0-1 0 0 0,0 1 0 0 0,0-1 0 0 0,1 0 0 0 0,1 0 0 0 0,0-1 0 0 0,0 0 0 0 0,0 0 0 0 0,1 0 0 0 0,0 0 0 0 0,1-1-1 0 0,14 11 1 0 0,-4-6-156 0 0,0-1-1 0 0,1-1 1 0 0,0-1-1 0 0,0 0 1 0 0,1-2-1 0 0,0 0 1 0 0,1-1-1 0 0,-1-1 1 0 0,1-1-1 0 0,36 2 0 0 0,-37-5 389 0 0,0 0-1 0 0,0-1 0 0 0,0-2 1 0 0,0 0-1 0 0,0-1 0 0 0,0-1 1 0 0,0 0-1 0 0,-1-2 1 0 0,1 0-1 0 0,-1-2 0 0 0,22-11 1 0 0,-30 12-83 0 0,-1 0 1 0 0,0-1 0 0 0,0 0 0 0 0,-1-1 0 0 0,0 0 0 0 0,-1 0-1 0 0,0 0 1 0 0,0-1 0 0 0,-1-1 0 0 0,0 1 0 0 0,-1-1 0 0 0,0-1 0 0 0,-1 1-1 0 0,0-1 1 0 0,-1 1 0 0 0,0-1 0 0 0,-1-1 0 0 0,0 1 0 0 0,-1 0-1 0 0,1-16 1 0 0,-1-5 581 0 0,-1 0 0 0 0,-2 0 1 0 0,-2 0-1 0 0,0 0 0 0 0,-3 1 0 0 0,-14-51 0 0 0,18 75-709 0 0,0 1-1 0 0,0-1 1 0 0,-1 1 0 0 0,-1 0 0 0 0,1 0 0 0 0,-1 0-1 0 0,0 1 1 0 0,0 0 0 0 0,-1-1 0 0 0,0 1-1 0 0,0 1 1 0 0,-9-8 0 0 0,8 8-593 0 0,-1 0 0 0 0,-1 0 0 0 0,1 1 0 0 0,-1 0 0 0 0,1 1 0 0 0,-17-6 0 0 0,-1 2-5034 0 0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5.2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84 920 0 0,'-2'-4'3927'0'0,"2"3"-3861"0"0,7-8 2268 0 0,9-5 206 0 0,-4 6-1606 0 0,0 1 0 0 0,0 0-1 0 0,1 1 1 0 0,0 1 0 0 0,1 0 0 0 0,21-5-1 0 0,-24 7-1213 0 0,-1 1 0 0 0,1 1 0 0 0,0 0-1 0 0,-1 1 1 0 0,16 1 0 0 0,-14 0-5032 0 0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5.5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1 6449 0 0,'-1'1'311'0'0,"0"0"0"0"0,0 0 0 0 0,0 0 0 0 0,1 0-1 0 0,-1 0 1 0 0,0 0 0 0 0,1 0 0 0 0,-1 0 0 0 0,1 0 0 0 0,-1 1-1 0 0,1-1 1 0 0,0 0 0 0 0,-1 0 0 0 0,1 1 0 0 0,0-1 0 0 0,0 0-1 0 0,0 0 1 0 0,0 1 0 0 0,0-1 0 0 0,0 0 0 0 0,1 3-1 0 0,4 26 2657 0 0,14 24 81 0 0,-12-34-3317 0 0,0 1 0 0 0,-1 0-1 0 0,5 32 1 0 0,-8-27-6298 0 0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8.1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245 1 456 0 0,'-21'11'1183'0'0,"0"1"-1"0"0,1 1 1 0 0,0 1 0 0 0,-32 28-1 0 0,43-33-704 0 0,0 0-1 0 0,0 1 0 0 0,0 0 0 0 0,1 0 0 0 0,1 1 1 0 0,-10 18-1 0 0,9-14-388 0 0,2 0 0 0 0,0 0 0 0 0,1 0 0 0 0,0 1 0 0 0,1 0 0 0 0,1 0 0 0 0,1 0 0 0 0,0 0 0 0 0,1 0 0 0 0,1 1 0 0 0,0-1 0 0 0,1 0 0 0 0,1 0 0 0 0,4 19 0 0 0,1-7-46 0 0,1-1-1 0 0,1 0 1 0 0,2 0-1 0 0,21 41 1 0 0,-25-56-43 0 0,1-1 0 0 0,0 1 0 0 0,0-1 0 0 0,2 0 0 0 0,-1-1 0 0 0,1 0 0 0 0,0-1 0 0 0,1 0 0 0 0,0 0 0 0 0,1-1 0 0 0,18 9 0 0 0,-2-3 126 0 0,73 34 204 0 0,-88-42-350 0 0,1-2 0 0 0,0 1 0 0 0,0-2 0 0 0,0 0 0 0 0,22 2 0 0 0,-28-5 75 0 0,0-1 0 0 0,0 0-1 0 0,0 0 1 0 0,0-1-1 0 0,0 0 1 0 0,0 0 0 0 0,-1-1-1 0 0,1 0 1 0 0,-1 0 0 0 0,1-1-1 0 0,-1 0 1 0 0,0 0-1 0 0,-1 0 1 0 0,1-1 0 0 0,-1 0-1 0 0,0-1 1 0 0,0 1-1 0 0,0-1 1 0 0,-1 0 0 0 0,0-1-1 0 0,0 1 1 0 0,3-8-1 0 0,1 0 239 0 0,0 0 0 0 0,-2-1 0 0 0,0 0 0 0 0,-1 0 0 0 0,0-1 0 0 0,-1 0 0 0 0,-1 0 0 0 0,0 0-1 0 0,2-31 1 0 0,-6 33-76 0 0,-1 0-1 0 0,0 0 1 0 0,-1 0-1 0 0,-1 0 0 0 0,-6-21 1 0 0,-28-69 917 0 0,14 45-878 0 0,16 37-200 0 0,-2 0 1 0 0,0 0-1 0 0,-2 1 0 0 0,0 1 0 0 0,-19-27 1 0 0,25 40-38 0 0,-1 0 0 0 0,0 0-1 0 0,-1 1 1 0 0,1 0 0 0 0,-1 0 0 0 0,-1 1 0 0 0,1 0 0 0 0,-1 0 0 0 0,1 0 0 0 0,-2 1-1 0 0,1 0 1 0 0,0 1 0 0 0,-1 0 0 0 0,1 0 0 0 0,-1 1 0 0 0,-18-3 0 0 0,26 5-39 0 0,-4-1-118 0 0,-1 1 0 0 0,1-1 0 0 0,0 1 0 0 0,-1 0 0 0 0,1 1 0 0 0,-10 1 0 0 0,13-2-224 0 0,0 1 0 0 0,0 0 0 0 0,0 0 0 0 0,0 0 0 0 0,0 0 0 0 0,0 0 1 0 0,0 0-1 0 0,0 1 0 0 0,0-1 0 0 0,1 1 0 0 0,-1-1 0 0 0,-1 3 0 0 0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9.1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338 69 456 0 0,'-13'-9'1753'0'0,"7"4"-1342"0"0,0 1 0 0 0,0 0 0 0 0,0 0 0 0 0,0 0-1 0 0,-1 1 1 0 0,0 0 0 0 0,0 0 0 0 0,0 1-1 0 0,0 0 1 0 0,0 0 0 0 0,0 1 0 0 0,0-1 0 0 0,-15 1-1 0 0,15 1-22 0 0,-1 0 0 0 0,0 1-1 0 0,0 0 1 0 0,0 1-1 0 0,0-1 1 0 0,1 2 0 0 0,-1-1-1 0 0,1 1 1 0 0,-1 0-1 0 0,1 0 1 0 0,0 1 0 0 0,-8 5-1 0 0,7-3-195 0 0,1 1 0 0 0,-1-1 0 0 0,1 1 0 0 0,0 1 0 0 0,1-1 0 0 0,0 1 0 0 0,0 0 0 0 0,-9 17 0 0 0,8-10-207 0 0,1 0-1 0 0,0 0 1 0 0,1 1 0 0 0,0 0-1 0 0,2 0 1 0 0,0 0 0 0 0,0 0-1 0 0,2 0 1 0 0,0 1 0 0 0,0-1-1 0 0,4 29 1 0 0,0-35 1 0 0,0 1 0 0 0,0-1 1 0 0,1 0-1 0 0,0 0 0 0 0,0 0 0 0 0,1 0 0 0 0,1-1 0 0 0,0 0 1 0 0,0 0-1 0 0,0 0 0 0 0,10 8 0 0 0,9 9-100 0 0,1-1-1 0 0,29 22 1 0 0,-41-36-58 0 0,2 0 1 0 0,-1 0-1 0 0,2-2 1 0 0,-1 0 0 0 0,1-1-1 0 0,0-1 1 0 0,1 0-1 0 0,0-1 1 0 0,26 5 0 0 0,-34-9 247 0 0,0-1-1 0 0,-1 0 1 0 0,1-1 0 0 0,0 0 0 0 0,-1 0 0 0 0,1-1-1 0 0,-1 0 1 0 0,1-1 0 0 0,-1 0 0 0 0,1 0 0 0 0,-1-1 0 0 0,0 0-1 0 0,0-1 1 0 0,0 0 0 0 0,0 0 0 0 0,-1-1 0 0 0,0 0 0 0 0,0-1-1 0 0,14-12 1 0 0,-12 6 116 0 0,0 0-1 0 0,0 0 1 0 0,-2-1-1 0 0,1 0 0 0 0,-2-1 1 0 0,0 1-1 0 0,0-2 1 0 0,-1 1-1 0 0,-1-1 0 0 0,0 0 1 0 0,-2 0-1 0 0,1 0 1 0 0,-2 0-1 0 0,0-1 1 0 0,0-26-1 0 0,-2 19 117 0 0,-1 0-1 0 0,0 1 1 0 0,-2-1 0 0 0,-1 0 0 0 0,0 1 0 0 0,-2 0-1 0 0,-1 0 1 0 0,0 0 0 0 0,-2 1 0 0 0,-12-22-1 0 0,18 36-315 0 0,-1 1 0 0 0,-1-1 0 0 0,1 1 0 0 0,-1 0 0 0 0,0 1-1 0 0,0-1 1 0 0,-1 1 0 0 0,0 0 0 0 0,0 1 0 0 0,0-1 0 0 0,0 1 0 0 0,-1 0-1 0 0,1 1 1 0 0,-1-1 0 0 0,0 1 0 0 0,0 1 0 0 0,0-1 0 0 0,-1 1-1 0 0,1 1 1 0 0,-1-1 0 0 0,-13 0 0 0 0,14 2-337 0 0,0 0-1 0 0,0 1 1 0 0,0 0-1 0 0,0 0 1 0 0,0 1-1 0 0,-8 2 1 0 0,7-1-497 0 0,1 0 1 0 0,0 1 0 0 0,0 0-1 0 0,0 0 1 0 0,1 0 0 0 0,-7 6-1 0 0,-4 4-4258 0 0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9.8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275 252 2304 0 0,'-44'-38'3001'0'0,"37"31"-2410"0"0,0 1-1 0 0,-1-1 1 0 0,0 1-1 0 0,0 0 1 0 0,-12-6-1 0 0,17 10-525 0 0,-1 1 0 0 0,1 0 0 0 0,-1 0 0 0 0,1 0 0 0 0,-1 0 0 0 0,1 1-1 0 0,-1-1 1 0 0,1 1 0 0 0,-1 0 0 0 0,0 0 0 0 0,1 0 0 0 0,-1 1 0 0 0,1-1 0 0 0,-1 1 0 0 0,1 0 0 0 0,-1 0-1 0 0,1 0 1 0 0,0 0 0 0 0,-5 3 0 0 0,2-1-9 0 0,-1 0-1 0 0,1 1 1 0 0,0 0-1 0 0,0 0 1 0 0,0 0-1 0 0,1 1 1 0 0,0 0-1 0 0,-1 0 1 0 0,2 0-1 0 0,-1 1 1 0 0,1 0-1 0 0,-1 0 1 0 0,2 0-1 0 0,-1 0 1 0 0,1 0-1 0 0,0 1 1 0 0,0 0-1 0 0,0-1 1 0 0,1 1-1 0 0,0 0 1 0 0,1 0-1 0 0,0 0 1 0 0,0 0-1 0 0,0 1 1 0 0,1-1-1 0 0,0 0 1 0 0,0 0-1 0 0,1 0 1 0 0,0 1-1 0 0,0-1 1 0 0,1 0-1 0 0,0 0 1 0 0,0 0-1 0 0,0-1 1 0 0,1 1-1 0 0,4 8 1 0 0,3 3-64 0 0,2 1 0 0 0,-1-1 0 0 0,2-1 0 0 0,0 0 0 0 0,1-1 0 0 0,1 0 0 0 0,0-1 0 0 0,35 26 0 0 0,-35-31-10 0 0,0 0 1 0 0,0-1-1 0 0,1-1 0 0 0,0-1 1 0 0,0 0-1 0 0,1 0 1 0 0,0-2-1 0 0,0 0 1 0 0,1-1-1 0 0,-1-1 1 0 0,24 1-1 0 0,-30-4 84 0 0,0-1 0 0 0,-1 0 0 0 0,1-1 0 0 0,-1 0 0 0 0,1-1 0 0 0,-1 0 0 0 0,0-1-1 0 0,0 0 1 0 0,0 0 0 0 0,-1-1 0 0 0,1-1 0 0 0,-1 1 0 0 0,0-1 0 0 0,-1-1 0 0 0,1 0 0 0 0,-1 0 0 0 0,-1-1 0 0 0,13-15 0 0 0,-4 3 249 0 0,-1 0 0 0 0,-1-2 0 0 0,-1 1 0 0 0,-1-1 1 0 0,-1-1-1 0 0,-1 0 0 0 0,7-25 0 0 0,-15 37-170 0 0,0 0 0 0 0,-1 0-1 0 0,0 0 1 0 0,0 0-1 0 0,-1 0 1 0 0,-1 0 0 0 0,0 0-1 0 0,0 0 1 0 0,-1 1 0 0 0,-1-1-1 0 0,1 0 1 0 0,-2 1-1 0 0,1 0 1 0 0,-2-1 0 0 0,-8-15-1 0 0,3 8-2 0 0,-1 0-1 0 0,-1 1 0 0 0,0 0 1 0 0,-1 1-1 0 0,-1 1 0 0 0,0 0 1 0 0,-25-20-1 0 0,34 32-149 0 0,1 0 0 0 0,-1 0 0 0 0,0 0 0 0 0,1 0 0 0 0,-1 1 0 0 0,-1 0 0 0 0,-7-3 0 0 0,-12 4-1563 0 0,22 2 1044 0 0,1-1 0 0 0,0 1 0 0 0,-1 0 0 0 0,1-1 0 0 0,0 1 0 0 0,0 0 1 0 0,0 0-1 0 0,-1 1 0 0 0,-1 0 0 0 0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0.4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286 136 2304 0 0,'-8'-4'549'0'0,"0"0"0"0"0,-1 1 0 0 0,1 0 0 0 0,-1 0-1 0 0,0 1 1 0 0,0 0 0 0 0,0 0 0 0 0,0 1-1 0 0,0 0 1 0 0,-14 1 0 0 0,16 1-309 0 0,1 0 1 0 0,0 0-1 0 0,0 1 0 0 0,0 0 1 0 0,0 0-1 0 0,0 0 0 0 0,0 1 1 0 0,0 0-1 0 0,1 0 0 0 0,-1 0 1 0 0,1 1-1 0 0,0-1 1 0 0,0 1-1 0 0,0 1 0 0 0,-8 8 1 0 0,4-1-219 0 0,1 0 1 0 0,-1 1-1 0 0,2 0 0 0 0,0 0 1 0 0,0 1-1 0 0,2-1 1 0 0,-1 1-1 0 0,2 1 1 0 0,0-1-1 0 0,0 1 1 0 0,2-1-1 0 0,0 1 1 0 0,0 0-1 0 0,1 0 1 0 0,1 0-1 0 0,1 0 0 0 0,3 21 1 0 0,-2-20-203 0 0,1-2-1 0 0,0 1 1 0 0,1 0 0 0 0,0-1 0 0 0,2 1-1 0 0,-1-1 1 0 0,2 0 0 0 0,0-1-1 0 0,0 0 1 0 0,2 0 0 0 0,-1 0 0 0 0,2-1-1 0 0,-1-1 1 0 0,2 0 0 0 0,-1 0 0 0 0,1-1-1 0 0,15 10 1 0 0,2-2-123 0 0,1-1 0 0 0,0-2-1 0 0,2-1 1 0 0,0-1 0 0 0,0-1 0 0 0,1-2 0 0 0,0-2 0 0 0,51 7-1 0 0,-73-14 267 0 0,0 0-1 0 0,1-1 1 0 0,-1-1-1 0 0,0 0 0 0 0,0 0 1 0 0,0-1-1 0 0,0 0 1 0 0,-1-1-1 0 0,1 0 1 0 0,-1-1-1 0 0,1 0 0 0 0,-1 0 1 0 0,0-1-1 0 0,0 0 1 0 0,9-8-1 0 0,-11 8 182 0 0,-1 0-1 0 0,0-1 1 0 0,0 0 0 0 0,-1 0-1 0 0,0 0 1 0 0,0-1-1 0 0,0 1 1 0 0,-1-1 0 0 0,0 0-1 0 0,0-1 1 0 0,-1 1 0 0 0,0-1-1 0 0,0 1 1 0 0,0-1-1 0 0,-1 0 1 0 0,-1 0 0 0 0,1 0-1 0 0,-1 0 1 0 0,-1-11 0 0 0,-1-13 969 0 0,-2 0 1 0 0,-1 1-1 0 0,-1-1 1 0 0,-13-38 0 0 0,-48-119 2179 0 0,57 167-2954 0 0,-1 0-1 0 0,0 0 0 0 0,-28-39 1 0 0,32 53-531 0 0,0 0 0 0 0,-1 0 1 0 0,0 0-1 0 0,0 1 1 0 0,-1 0-1 0 0,0 1 1 0 0,0-1-1 0 0,-1 2 1 0 0,0-1-1 0 0,0 1 0 0 0,-17-7 1 0 0,9 7-5900 0 0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6.3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12 5529 0 0,'0'0'156'0'0,"0"1"0"0"0,0-1-1 0 0,0 1 1 0 0,-1-1 0 0 0,1 1-1 0 0,0-1 1 0 0,0 1 0 0 0,0-1-1 0 0,1 1 1 0 0,-1 0 0 0 0,0-1-1 0 0,0 1 1 0 0,0-1 0 0 0,0 1-1 0 0,0-1 1 0 0,1 1 0 0 0,-1-1-1 0 0,0 0 1 0 0,0 1 0 0 0,1-1-1 0 0,-1 1 1 0 0,0-1 0 0 0,1 1-1 0 0,-1-1 1 0 0,0 0 0 0 0,1 1-1 0 0,-1-1 1 0 0,1 0 0 0 0,-1 1-1 0 0,1-1 1 0 0,-1 0 0 0 0,1 0-1 0 0,-1 1 1 0 0,0-1 0 0 0,1 0-1 0 0,0 0 1 0 0,-1 0 0 0 0,1 0-1 0 0,-1 0 1 0 0,1 1 0 0 0,0-1 0 0 0,24 8 1138 0 0,-18-9-1155 0 0,0 0 1 0 0,0 0 0 0 0,0-1 0 0 0,0 0 0 0 0,0 0 0 0 0,0 0 0 0 0,8-5-1 0 0,-7 3-362 0 0,0 1-1 0 0,1 0 1 0 0,15-3-1 0 0,-21 5-291 0 0,1 1 0 0 0,0 0 0 0 0,-1-1-1 0 0,1 2 1 0 0,0-1 0 0 0,-1 0 0 0 0,7 2 0 0 0,1 2-3573 0 0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6.8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15 1840 0 0,'46'-7'4013'0'0,"-39"5"-3997"0"0,0 0 0 0 0,-1 1-1 0 0,1 0 1 0 0,0 0-1 0 0,0 1 1 0 0,-1 0-1 0 0,1 0 1 0 0,11 2-1 0 0,39 18-84 0 0,-46-15 2 0 0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7.4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79 4145 0 0,'0'-3'316'0'0,"1"1"-1"0"0,0-1 1 0 0,0 1 0 0 0,0 0 0 0 0,0 0-1 0 0,1-1 1 0 0,-1 1 0 0 0,0 0 0 0 0,1 0-1 0 0,0 0 1 0 0,-1 0 0 0 0,1 0 0 0 0,4-2-1 0 0,28-21 458 0 0,-24 20-888 0 0,23-9 689 0 0,-31 13-836 0 0,0 1-1 0 0,0 0 0 0 0,0 0 1 0 0,0 0-1 0 0,-1 0 0 0 0,1 0 1 0 0,0 0-1 0 0,0 0 0 0 0,0 1 1 0 0,-1-1-1 0 0,3 1 0 0 0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7.8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0 102 6449 0 0,'26'-20'2826'0'0,"-6"7"-2784"0"0,-8 4-181 0 0,1 1 0 0 0,0 0 0 0 0,0 1 0 0 0,0 0 0 0 0,1 1 0 0 0,0 1 0 0 0,0 0 0 0 0,20-4 0 0 0,-25 7 127 0 0,-1-1-48 0 0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17.9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26 282 1376 0 0,'-11'-40'1418'0'0,"7"29"-683"0"0,1 0 0 0 0,1 1-1 0 0,0-1 1 0 0,-2-16 164 0 0,6 30-666 0 0,-1-1 0 0 0,1 1 0 0 0,-1 0-1 0 0,0 0 1 0 0,0 0 0 0 0,0 0 0 0 0,-1 1 0 0 0,1-1 0 0 0,0 3 0 0 0,39 216 2340 0 0,-31-191-2481 0 0,0-1 1 0 0,2 0-1 0 0,2-1 0 0 0,0 0 1 0 0,20 29-1 0 0,-12-23-80 0 0,2-1 1 0 0,1-2-1 0 0,2 0 1 0 0,1-2-1 0 0,54 48 1 0 0,-79-76 4 0 0,0 0 0 0 0,1-1 0 0 0,-1 1 1 0 0,0-1-1 0 0,1 1 0 0 0,0-1 1 0 0,-1 0-1 0 0,1 0 0 0 0,0 0 1 0 0,-1 0-1 0 0,1-1 0 0 0,0 1 0 0 0,0-1 1 0 0,-1 1-1 0 0,1-1 0 0 0,5 0 1 0 0,-6-1-6 0 0,-1 1 1 0 0,1-1 0 0 0,0 0-1 0 0,0 0 1 0 0,-1 0 0 0 0,1 0 0 0 0,-1 0-1 0 0,1 0 1 0 0,-1 0 0 0 0,1 0-1 0 0,-1-1 1 0 0,0 1 0 0 0,1 0-1 0 0,-1-1 1 0 0,0 1 0 0 0,0-1-1 0 0,0 1 1 0 0,0-1 0 0 0,0 0 0 0 0,-1 0-1 0 0,1 1 1 0 0,0-1 0 0 0,-1 0-1 0 0,0 0 1 0 0,1-3 0 0 0,4-20 73 0 0,-1 0 1 0 0,-1 0 0 0 0,-1 0-1 0 0,-3-29 1 0 0,-13-104-491 0 0,0-22-847 0 0,14 178 1253 0 0,-1-2-12 0 0,1 0 0 0 0,0 1 1 0 0,0-1-1 0 0,1 0 0 0 0,-1 0 1 0 0,1 1-1 0 0,0-1 0 0 0,0 0 1 0 0,0 1-1 0 0,0-1 0 0 0,2-3 0 0 0,10 37 106 0 0,1 16 246 0 0,-5-12 124 0 0,19 46 0 0 0,-24-71-434 0 0,0-1-1 0 0,0 0 0 0 0,1 0 1 0 0,0 0-1 0 0,1 0 1 0 0,-1-1-1 0 0,1 0 0 0 0,1 0 1 0 0,0 0-1 0 0,9 6 0 0 0,-12-10 13 0 0,-1 0 0 0 0,1-1 0 0 0,0 0 0 0 0,1 0 0 0 0,-1 0-1 0 0,0 0 1 0 0,1-1 0 0 0,-1 1 0 0 0,1-1 0 0 0,-1 0 0 0 0,1-1-1 0 0,-1 1 1 0 0,1-1 0 0 0,0 0 0 0 0,-1 0 0 0 0,1 0 0 0 0,0-1-1 0 0,-1 1 1 0 0,1-1 0 0 0,-1 0 0 0 0,1-1 0 0 0,-1 1-1 0 0,0-1 1 0 0,1 0 0 0 0,-1 0 0 0 0,0 0 0 0 0,0 0 0 0 0,0-1-1 0 0,-1 0 1 0 0,1 0 0 0 0,0 0 0 0 0,4-5 0 0 0,0-1 111 0 0,0 1 0 0 0,-1-2 1 0 0,0 1-1 0 0,0-1 0 0 0,-1 0 1 0 0,-1 0-1 0 0,1-1 0 0 0,-2 0 1 0 0,1 0-1 0 0,-2 0 0 0 0,5-21 1 0 0,-3 5-156 0 0,-2-1 1 0 0,-1 0-1 0 0,-2 0 1 0 0,0 0-1 0 0,-2 1 1 0 0,-1-1-1 0 0,-2 0 1 0 0,0 1 0 0 0,-2 0-1 0 0,0 0 1 0 0,-18-38-1 0 0,-1 21-1189 0 0,3 20-4239 0 0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18.4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266 6 920 0 0,'-7'-2'86'0'0,"0"1"-1"0"0,0 0 0 0 0,0 0 1 0 0,0 0-1 0 0,1 1 0 0 0,-1 0 1 0 0,0 1-1 0 0,0-1 0 0 0,0 1 1 0 0,0 1-1 0 0,0-1 0 0 0,1 1 1 0 0,-1 0-1 0 0,1 0 0 0 0,-1 1 1 0 0,1 0-1 0 0,0 0 1 0 0,0 1-1 0 0,0 0 0 0 0,1 0 1 0 0,-1 0-1 0 0,1 0 0 0 0,-8 10 1 0 0,1-2-10 0 0,2 1 1 0 0,0 1-1 0 0,0 0 0 0 0,2 0 1 0 0,-1 1-1 0 0,2 0 1 0 0,0 0-1 0 0,1 1 1 0 0,0 0-1 0 0,2 0 1 0 0,0 0-1 0 0,0 1 1 0 0,2 0-1 0 0,0-1 1 0 0,0 1-1 0 0,2 0 0 0 0,3 30 1 0 0,-2-41-90 0 0,0 0-1 0 0,0-1 1 0 0,1 1 0 0 0,0-1-1 0 0,0 1 1 0 0,1-1 0 0 0,-1 0-1 0 0,6 8 1 0 0,-7-12 9 0 0,0 0 0 0 0,0 0 0 0 0,0 0 0 0 0,0 0 0 0 0,0 0 0 0 0,0 0 0 0 0,0 0 0 0 0,0 0 0 0 0,0 0 0 0 0,0-1 0 0 0,0 1 0 0 0,1-1 0 0 0,-1 1 0 0 0,0-1 0 0 0,0 1 0 0 0,1-1 0 0 0,-1 1 0 0 0,0-1 0 0 0,1 0 0 0 0,-1 0 0 0 0,0 0 0 0 0,1 0 0 0 0,-1 0 0 0 0,0 0 0 0 0,1 0 0 0 0,-1 0 0 0 0,1-1 0 0 0,-1 1 0 0 0,0 0 0 0 0,0-1 0 0 0,1 1 0 0 0,-1-1 0 0 0,0 1 0 0 0,0-1 0 0 0,0 0 0 0 0,1 0 0 0 0,-1 1 0 0 0,0-1 0 0 0,0 0 0 0 0,0 0 0 0 0,1-1 0 0 0,14-14 25 0 0,-1 0 1 0 0,0-1-1 0 0,-1-1 1 0 0,-1 0-1 0 0,-1 0 1 0 0,0-2-1 0 0,-1 1 1 0 0,-2-1-1 0 0,15-41 1 0 0,-21 47 112 0 0,0 0 0 0 0,-1-1 0 0 0,0-16 0 0 0,-2 18 763 0 0,1 0 0 0 0,1 0 0 0 0,6-25 0 0 0,1 69 1804 0 0,-6 2-2263 0 0,-2-8-194 0 0,2 0-1 0 0,1 0 0 0 0,1-1 1 0 0,12 38-1 0 0,-15-56-384 0 0,1 0 0 0 0,0 0 0 0 0,0 0-1 0 0,0 0 1 0 0,1-1 0 0 0,-1 1 0 0 0,2-1 0 0 0,-1 0 0 0 0,0 0 0 0 0,1-1 0 0 0,0 1-1 0 0,0-1 1 0 0,0 0 0 0 0,1 0 0 0 0,-1-1 0 0 0,1 1 0 0 0,0-1 0 0 0,0-1 0 0 0,0 1-1 0 0,0-1 1 0 0,0 0 0 0 0,11 2 0 0 0,15-4-1626 0 0,-16-3 773 0 0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18.7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43 49 3681 0 0,'0'-3'169'0'0,"-5"-27"-19"0"0,5 29-19 0 0,0 1 1 0 0,0-1-1 0 0,-1 0 0 0 0,1 1 0 0 0,0-1 0 0 0,0 0 0 0 0,0 1 1 0 0,-1-1-1 0 0,1 0 0 0 0,0 1 0 0 0,0-1 0 0 0,-1 0 0 0 0,1 1 1 0 0,-1-1-1 0 0,1 1 0 0 0,-1-1 0 0 0,1 1 0 0 0,-1-1 0 0 0,1 1 1 0 0,-1-1-1 0 0,1 1 0 0 0,-1 0 0 0 0,1-1 0 0 0,-1 1 0 0 0,0 0 1 0 0,1-1-1 0 0,-1 1 0 0 0,0 0 0 0 0,1 0 0 0 0,-1 0 0 0 0,0-1 1 0 0,1 1-1 0 0,-1 0 0 0 0,0 0 0 0 0,1 0 0 0 0,-1 0 0 0 0,-1 0 1 0 0,1 1 14 0 0,0 0 0 0 0,0 0 0 0 0,0 0 0 0 0,0-1 0 0 0,0 1 0 0 0,0 0 0 0 0,1 0 0 0 0,-1 0 0 0 0,0 0 0 0 0,0 0 0 0 0,1 0 0 0 0,-1 1 0 0 0,1-1 0 0 0,-1 0 0 0 0,1 0 0 0 0,-1 0 0 0 0,1 1 0 0 0,0-1 0 0 0,-1 2 0 0 0,-2 29 187 0 0,2-26-250 0 0,0 20 196 0 0,1 1 0 0 0,1-1 0 0 0,2 0 0 0 0,0 0 0 0 0,2-1 0 0 0,14 47 0 0 0,67 144 450 0 0,-75-190-829 0 0,-1-5-384 0 0,0 0 0 0 0,15 21 0 0 0,-22-36 39 0 0,1-1 1 0 0,-1 0-1 0 0,2 0 0 0 0,-1 0 0 0 0,0 0 0 0 0,1-1 0 0 0,0 0 1 0 0,0 0-1 0 0,0 0 0 0 0,1 0 0 0 0,-1-1 0 0 0,10 4 0 0 0,-6-5-734 0 0,2-3-1309 0 0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18.9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0 238 3137 0 0,'5'-38'59'0'0,"10"-82"1151"0"0,-12 41 4842 0 0,-5 82-4725 0 0,-3 12 201 0 0,-3 21 29 0 0,4-7-1025 0 0,3 1 1 0 0,0-1-1 0 0,2 0 1 0 0,1 1-1 0 0,1-1 1 0 0,8 31-1 0 0,6 6-1376 0 0,36 96 0 0 0,-41-129-5247 0 0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5:51.0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 85 2304 0 0,'0'-16'2451'0'0,"-2"-1"-1"0"0,0 1 0 0 0,-5-20 0 0 0,19 64 3226 0 0,4 14-5061 0 0,154 615 2196 0 0,-107-400-2451 0 0,-38-162-267 0 0,-3-15 60 0 0,19 136-1 0 0,-41-213-196 0 0,2 8-190 0 0,-1 0 0 0 0,0 1-1 0 0,-1-1 1 0 0,0 0 0 0 0,-1 1 0 0 0,0-1-1 0 0,-5 19 1 0 0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5:51.5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 80 3225 0 0,'1'-16'71'0'0,"-7"21"384"0"0,-6 23 1355 0 0,3 19-1027 0 0,2-1-1 0 0,2 1 0 0 0,3 87 1 0 0,2-108-565 0 0,2 30 52 0 0,1-34 1301 0 0,-2-31-228 0 0,3-63 1153 0 0,0-15-109 0 0,24-127 1 0 0,-27 206-2183 0 0,1 0-1 0 0,0 1 0 0 0,0-1 1 0 0,1 1-1 0 0,0 0 1 0 0,0 0-1 0 0,1 0 0 0 0,5-8 1 0 0,-8 13-160 0 0,1 1 1 0 0,-1-1 0 0 0,1 1-1 0 0,-1-1 1 0 0,1 1 0 0 0,0 0-1 0 0,0 0 1 0 0,-1 0 0 0 0,1-1 0 0 0,0 2-1 0 0,0-1 1 0 0,0 0 0 0 0,0 0-1 0 0,0 1 1 0 0,0-1 0 0 0,1 1-1 0 0,-1-1 1 0 0,0 1 0 0 0,0 0-1 0 0,0 0 1 0 0,0 0 0 0 0,1 0-1 0 0,-1 1 1 0 0,0-1 0 0 0,0 0-1 0 0,0 1 1 0 0,0 0 0 0 0,0-1-1 0 0,0 1 1 0 0,0 0 0 0 0,0 0-1 0 0,0 0 1 0 0,3 2 0 0 0,12 7-27 0 0,-1 1 0 0 0,0 1 0 0 0,0 0 0 0 0,-1 1 0 0 0,25 28 1 0 0,60 85-482 0 0,-78-96 79 0 0,9 13-73 0 0,2 3-6 0 0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5:52.1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19 330 7370 0 0,'-19'8'941'0'0,"30"-16"161"0"0,30-16-105 0 0,167-119 3791 0 0,-95 61-2438 0 0,-97 71-2486 0 0,1 0 0 0 0,0 1 1 0 0,1 1-1 0 0,0 0 1 0 0,0 1-1 0 0,37-10 0 0 0,-30 14-5828 0 0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5:52.3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 5065 0 0,'0'0'179'0'0,"1"0"0"0"0,-1 1 0 0 0,1-1-1 0 0,-1 0 1 0 0,1 0 0 0 0,-1 0 0 0 0,1 0 0 0 0,-1 0 0 0 0,1-1-1 0 0,-1 1 1 0 0,1 0 0 0 0,-1 0 0 0 0,1 0 0 0 0,4-4 2146 0 0,-5 4-2146 0 0,1-1-1 0 0,-1 1 1 0 0,0-1 0 0 0,1 1 0 0 0,-1-1 0 0 0,0 1 0 0 0,0-1 0 0 0,0 1-1 0 0,0-1 1 0 0,0 1 0 0 0,1-1 0 0 0,-1 1 0 0 0,0-1 0 0 0,0 1-1 0 0,0-1 1 0 0,0 1 0 0 0,0-1 0 0 0,-1 1 0 0 0,1-1 0 0 0,0 1-1 0 0,0-2 1 0 0,10 20 495 0 0,-1 1 0 0 0,-1 0-1 0 0,0 0 1 0 0,-2 0 0 0 0,0 1 0 0 0,5 32-1 0 0,2 6-78 0 0,81 258-607 0 0,-81-274-759 0 0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5:52.8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24 142 4609 0 0,'-2'1'332'0'0,"1"-1"0"0"0,0 1 0 0 0,0 0 0 0 0,-1 0 0 0 0,1-1 0 0 0,0 1 0 0 0,0 0 0 0 0,0 0 0 0 0,0 0-1 0 0,0 1 1 0 0,0-1 0 0 0,0 0 0 0 0,0 0 0 0 0,0 0 0 0 0,1 1 0 0 0,-1-1 0 0 0,0 0 0 0 0,1 1 0 0 0,-1 1 0 0 0,0 1 96 0 0,0 1 1 0 0,0-1-1 0 0,1 0 0 0 0,0 0 0 0 0,0 0 1 0 0,0 0-1 0 0,1 5 0 0 0,2 10 403 0 0,2-1-1 0 0,8 27 1 0 0,-8-31-163 0 0,-4-10-554 0 0,28 74 1438 0 0,-26-72-1467 0 0,0 0 0 0 0,0 0 0 0 0,1-1 1 0 0,-1 1-1 0 0,1-1 0 0 0,1 0 0 0 0,-1 0 0 0 0,1-1 0 0 0,0 1 0 0 0,7 5 0 0 0,-11-9-77 0 0,0-1-1 0 0,0 1 1 0 0,0 0-1 0 0,0-1 0 0 0,0 1 1 0 0,0-1-1 0 0,0 0 1 0 0,1 1-1 0 0,-1-1 1 0 0,0 0-1 0 0,0 0 0 0 0,0 1 1 0 0,0-1-1 0 0,0 0 1 0 0,1 0-1 0 0,-1 0 1 0 0,0 0-1 0 0,0-1 0 0 0,0 1 1 0 0,0 0-1 0 0,0 0 1 0 0,0-1-1 0 0,1 1 1 0 0,-1-1-1 0 0,1 0 0 0 0,0 0-5 0 0,0-1 0 0 0,0 0 1 0 0,0 0-1 0 0,0 0 0 0 0,0 0 0 0 0,-1 0 0 0 0,1 0 0 0 0,-1 0 0 0 0,1-1 0 0 0,1-3 0 0 0,1-5 4 0 0,0 0 1 0 0,0 0-1 0 0,3-23 1 0 0,5-71 138 0 0,2-16 100 0 0,-11 104-224 0 0,1 1 1 0 0,0 0-1 0 0,1 0 1 0 0,1 0-1 0 0,8-15 1 0 0,-14 30-21 0 0,1 0 0 0 0,-1 0 0 0 0,1 0 1 0 0,-1 0-1 0 0,1 0 0 0 0,-1 0 1 0 0,1 0-1 0 0,0 1 0 0 0,0-1 1 0 0,-1 0-1 0 0,1 0 0 0 0,0 1 0 0 0,0-1 1 0 0,0 0-1 0 0,-1 1 0 0 0,1-1 1 0 0,2 0-1 0 0,-2 1 1 0 0,-1 0 1 0 0,1 0-1 0 0,0 0 1 0 0,-1 0-1 0 0,1 0 1 0 0,-1 1-1 0 0,1-1 1 0 0,0 0-1 0 0,-1 0 1 0 0,1 0-1 0 0,-1 1 0 0 0,1-1 1 0 0,-1 0-1 0 0,1 1 1 0 0,-1-1-1 0 0,1 0 1 0 0,-1 1-1 0 0,1-1 1 0 0,-1 1-1 0 0,0-1 1 0 0,1 1-1 0 0,-1-1 0 0 0,1 1 1 0 0,3 6 28 0 0,-1 0 0 0 0,1 0 0 0 0,-1 0 0 0 0,2 9 0 0 0,3 4 34 0 0,7 5 90 0 0,1-1 0 0 0,1-1-1 0 0,1 0 1 0 0,37 36 0 0 0,23 29-3305 0 0,-67-73 2159 0 0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5:53.1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0 332 3225 0 0,'49'8'4957'0'0,"-38"-7"-3966"0"0,-1 1 0 0 0,1 0 1 0 0,-1 1-1 0 0,1 0 0 0 0,-1 0 1 0 0,0 1-1 0 0,0 1 0 0 0,19 14 2055 0 0,-37-20-1821 0 0,-13-7-74 0 0,17 4-1061 0 0,0-1-1 0 0,1 0 1 0 0,-1 0 0 0 0,1 0-1 0 0,0 0 1 0 0,0-1 0 0 0,1 1 0 0 0,-1-1-1 0 0,1 0 1 0 0,0 1 0 0 0,1-1-1 0 0,-1 0 1 0 0,1 0 0 0 0,1 0 0 0 0,-1-1-1 0 0,1 1 1 0 0,0-6 0 0 0,1-16-152 0 0,1 1 1 0 0,6-36 0 0 0,-4 43-367 0 0,1 0 0 0 0,1 1 0 0 0,15-36 0 0 0,-5 20-1117 0 0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5:53.7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3 178 3681 0 0,'0'-1'181'0'0,"-1"-1"1"0"0,1 1 0 0 0,-1 0-1 0 0,1 0 1 0 0,0 0-1 0 0,0 0 1 0 0,0 0 0 0 0,-1-1-1 0 0,1 1 1 0 0,0 0-1 0 0,0 0 1 0 0,1 0 0 0 0,-1-1-1 0 0,0 1 1 0 0,0 0-1 0 0,1 0 1 0 0,-1 0 0 0 0,0 0-1 0 0,1 0 1 0 0,-1 0-1 0 0,1 0 1 0 0,0 0 0 0 0,-1 0-1 0 0,1 0 1 0 0,0 0-1 0 0,-1 0 1 0 0,1 0 0 0 0,1-1-1 0 0,-1 1 126 0 0,0 0-1 0 0,0-1 1 0 0,0 1 0 0 0,0 0 0 0 0,0 0-1 0 0,0 0 1 0 0,0 0 0 0 0,0 0-1 0 0,0 0 1 0 0,1 0 0 0 0,-1 1-1 0 0,0-1 1 0 0,1 0 0 0 0,-1 1-1 0 0,1-1 1 0 0,-1 1 0 0 0,0-1-1 0 0,1 1 1 0 0,-1 0 0 0 0,1 0-1 0 0,-1-1 1 0 0,1 1 0 0 0,2 1-1 0 0,-2 0-104 0 0,0 0-1 0 0,0 0 0 0 0,0 1 0 0 0,0 0 0 0 0,0-1 0 0 0,0 1 1 0 0,-1 0-1 0 0,1 0 0 0 0,0 0 0 0 0,-1 0 0 0 0,0 0 0 0 0,1 0 1 0 0,-1 0-1 0 0,1 4 0 0 0,14 36 626 0 0,-13-34-616 0 0,20 65 153 0 0,25 61 298 0 0,-49-134-662 0 0,1 1 0 0 0,0-1 0 0 0,0 0 0 0 0,0 0 0 0 0,0 0 0 0 0,0 0 0 0 0,1 1 0 0 0,-1-1 0 0 0,0 0 0 0 0,0 0 0 0 0,0 0 0 0 0,0 0 0 0 0,0 1 0 0 0,0-1 0 0 0,0 0 0 0 0,0 0 0 0 0,0 0 0 0 0,0 0 0 0 0,0 0 0 0 0,0 1 0 0 0,1-1 0 0 0,-1 0 0 0 0,0 0 0 0 0,0 0 0 0 0,0 0 0 0 0,0 0 0 0 0,0 0 0 0 0,1 0 0 0 0,-1 0 0 0 0,0 1 0 0 0,0-1 0 0 0,0 0 0 0 0,0 0 0 0 0,0 0 0 0 0,1 0 0 0 0,-1 0 0 0 0,0 0 0 0 0,0 0 0 0 0,0 0 0 0 0,0 0 0 0 0,1 0 0 0 0,-1 0 0 0 0,0 0 0 0 0,0 0 0 0 0,0 0 0 0 0,0 0 0 0 0,1 0 0 0 0,-1 0 0 0 0,0-1 0 0 0,0 1 0 0 0,0 0 0 0 0,1 0 0 0 0,3-12 0 0 0,2-20 0 0 0,-6 30 0 0 0,7-59-17 0 0,-4 25-10 0 0,1 1 1 0 0,2 0-1 0 0,1 0 1 0 0,2 0-1 0 0,19-46 1 0 0,-27 78 44 0 0,0-1 0 0 0,1 1 1 0 0,0-1-1 0 0,0 1 0 0 0,0 0 1 0 0,0 0-1 0 0,0 0 0 0 0,0 0 1 0 0,1 1-1 0 0,0-1 0 0 0,-1 0 1 0 0,1 1-1 0 0,0 0 1 0 0,0 0-1 0 0,1 0 0 0 0,-1 0 1 0 0,0 0-1 0 0,1 1 0 0 0,-1-1 1 0 0,6-1-1 0 0,-4 3 46 0 0,0 0 0 0 0,0 0 1 0 0,0 0-1 0 0,0 1 0 0 0,0-1 0 0 0,0 1 0 0 0,0 0 1 0 0,0 1-1 0 0,0-1 0 0 0,0 1 0 0 0,-1 0 0 0 0,1 0 0 0 0,-1 1 1 0 0,7 3-1 0 0,26 19-153 0 0,47 41 1 0 0,6 4-3399 0 0,-64-52 2194 0 0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5:54.2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 12 4145 0 0,'-14'17'-202'0'0,"11"-11"986"0"0,0-1-1 0 0,0 1 1 0 0,1 0 0 0 0,0 0-1 0 0,0 0 1 0 0,0 0-1 0 0,0 0 1 0 0,1 0-1 0 0,0 0 1 0 0,0 11 0 0 0,-1 11-178 0 0,0 0 0 0 0,2 1 1 0 0,1-1-1 0 0,2 0 0 0 0,9 45 1 0 0,-10-64-399 0 0,1 1 1 0 0,0-1 0 0 0,1 0-1 0 0,0-1 1 0 0,0 1 0 0 0,1-1 0 0 0,0 0-1 0 0,12 14 1 0 0,-13-17-79 0 0,1 0 0 0 0,0-1 0 0 0,0 0 0 0 0,0 0-1 0 0,1 0 1 0 0,-1-1 0 0 0,1 0 0 0 0,0 0 0 0 0,0 0 0 0 0,0-1 0 0 0,0 0-1 0 0,0 0 1 0 0,0-1 0 0 0,10 2 0 0 0,-11-2-92 0 0,-1-1 0 0 0,1 1 0 0 0,0-1 0 0 0,-1 0 0 0 0,1 0 1 0 0,0-1-1 0 0,-1 0 0 0 0,1 1 0 0 0,-1-1 0 0 0,1-1 0 0 0,-1 1 0 0 0,0-1 0 0 0,1 1 0 0 0,-1-1 0 0 0,0-1 1 0 0,0 1-1 0 0,0 0 0 0 0,-1-1 0 0 0,1 0 0 0 0,0 0 0 0 0,-1 0 0 0 0,0 0 0 0 0,0-1 0 0 0,0 1 0 0 0,0-1 1 0 0,0 0-1 0 0,-1 0 0 0 0,0 0 0 0 0,0 0 0 0 0,0 0 0 0 0,2-6 0 0 0,0-2 45 0 0,0-1-1 0 0,-1 1 1 0 0,-1-1 0 0 0,0 0-1 0 0,-1 1 1 0 0,0-1 0 0 0,-1 0-1 0 0,-1 0 1 0 0,1 0 0 0 0,-4-13-1 0 0,0 5-48 0 0,-1 1-1 0 0,-1 1 0 0 0,-1-1 0 0 0,0 1 0 0 0,-13-22 0 0 0,17 35-64 0 0,0-1-1 0 0,-1 1 1 0 0,0 0 0 0 0,-1 0-1 0 0,1 0 1 0 0,-1 0-1 0 0,0 1 1 0 0,0 0-1 0 0,-1 0 1 0 0,0 0 0 0 0,0 1-1 0 0,0 0 1 0 0,0 0-1 0 0,0 0 1 0 0,-1 1 0 0 0,0 0-1 0 0,-13-4 1 0 0,16 6-230 0 0,0 1-1 0 0,0 0 1 0 0,0-1 0 0 0,0 1 0 0 0,0 1 0 0 0,0-1 0 0 0,0 1-1 0 0,0-1 1 0 0,0 1 0 0 0,1 0 0 0 0,-1 1 0 0 0,0-1 0 0 0,0 0-1 0 0,1 1 1 0 0,-1 0 0 0 0,-5 4 0 0 0,-7 8-6158 0 0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5:55.4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0 258 456 0 0,'6'-44'16690'0'0,"0"60"-10712"0"0,4 11-6236 0 0,-7 38 666 0 0,-2-63-58 0 0,-15-18-17 0 0,11 13-333 0 0,10-4-1025 0 0,5-22 920 0 0,-6 13 44 0 0,0 0 0 0 0,11-16 1 0 0,-13 24 67 0 0,-3 5-2 0 0,1 0 0 0 0,-1 0-1 0 0,1 0 1 0 0,0 0 0 0 0,-1 0 0 0 0,1 0-1 0 0,0 1 1 0 0,1-1 0 0 0,-1 1-1 0 0,0 0 1 0 0,4-3 0 0 0,-1 10 42 0 0,0 1-1 0 0,-1-1 1 0 0,0 1 0 0 0,0 0-1 0 0,6 12 1 0 0,10 27-23 0 0,20 68 0 0 0,-14-34-8 0 0,-19-59-28 0 0,-16-37 0 0 0,10 18 12 0 0,0 0 0 0 0,1-1 0 0 0,0 1 0 0 0,0 0 0 0 0,0 0 0 0 0,0-1 0 0 0,0 1 0 0 0,0-1 0 0 0,0 1 0 0 0,4-1 0 0 0,-6-3-7 0 0,0 0 1 0 0,0 0-1 0 0,0 0 0 0 0,0-1 1 0 0,-1 1-1 0 0,1 0 0 0 0,-1 0 1 0 0,-1-3-1 0 0,-12-22-173 0 0,2-1 1 0 0,1 0-1 0 0,1 0 0 0 0,-8-39 0 0 0,15 54 163 0 0,1 0 0 0 0,0-1 0 0 0,1 1-1 0 0,1 0 1 0 0,0-1 0 0 0,1 1 0 0 0,1 0-1 0 0,0-1 1 0 0,1 1 0 0 0,0 0 0 0 0,8-20-1 0 0,-9 30 28 0 0,-1 1-1 0 0,1 0 1 0 0,-1-1-1 0 0,1 1 1 0 0,0 0-1 0 0,0 0 1 0 0,1 1-1 0 0,-1-1 0 0 0,1 0 1 0 0,-1 1-1 0 0,1-1 1 0 0,0 1-1 0 0,0 0 1 0 0,0 0-1 0 0,4-2 1 0 0,-5 3 7 0 0,0 0 0 0 0,0 1 0 0 0,0-1 0 0 0,0 1 0 0 0,1 0 0 0 0,-1 0 0 0 0,0 0 1 0 0,0 0-1 0 0,0 0 0 0 0,0 0 0 0 0,0 0 0 0 0,1 1 0 0 0,-1-1 0 0 0,0 1 0 0 0,0 0 0 0 0,0-1 1 0 0,0 1-1 0 0,0 0 0 0 0,0 0 0 0 0,-1 0 0 0 0,1 1 0 0 0,0-1 0 0 0,0 0 0 0 0,-1 1 1 0 0,1-1-1 0 0,2 3 0 0 0,21 25 89 0 0,-1 0-1 0 0,22 34 1 0 0,26 33 89 0 0,-49-67-195 0 0,-17-21 0 0 0,0 0 0 0 0,1 0 0 0 0,0 0 0 0 0,0-1 0 0 0,14 11 0 0 0,-20-17-1 0 0,0-1 0 0 0,0 1 0 0 0,1-1-1 0 0,-1 1 1 0 0,0-1 0 0 0,0 0 0 0 0,1 0 0 0 0,-1 1 0 0 0,0-1 0 0 0,1 0 0 0 0,-1 0-1 0 0,0 0 1 0 0,0 0 0 0 0,1 0 0 0 0,-1-1 0 0 0,0 1 0 0 0,1 0 0 0 0,-1-1 0 0 0,0 1 0 0 0,0 0-1 0 0,0-1 1 0 0,1 0 0 0 0,-1 1 0 0 0,0-1 0 0 0,0 0 0 0 0,0 1 0 0 0,0-1 0 0 0,0 0-1 0 0,0 0 1 0 0,0 0 0 0 0,0 0 0 0 0,-1 0 0 0 0,1 0 0 0 0,0 0 0 0 0,0 0 0 0 0,0-2 0 0 0,5-5-306 0 0,-1-1 1 0 0,0-1 0 0 0,5-12 0 0 0,-7 16-127 0 0,9-22-4764 0 0,0-3-1718 0 0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5:56.1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0 260 13827 0 0,'16'16'1472'0'0,"106"83"2485"0"0,-79-67-2992 0 0,-2 1 1 0 0,38 41 0 0 0,-65-57-910 0 0,-9-11-36 0 0,0 0 0 0 0,0 0 0 0 0,1-1 0 0 0,-1 0 0 0 0,1 0 0 0 0,11 7 0 0 0,-16-12-16 0 0,-1 0-1 0 0,1 0 1 0 0,-1 0 0 0 0,1 0 0 0 0,-1-1 0 0 0,1 1-1 0 0,-1 0 1 0 0,0 0 0 0 0,1-1 0 0 0,-1 1 0 0 0,1 0-1 0 0,-1-1 1 0 0,0 1 0 0 0,1 0 0 0 0,-1-1 0 0 0,0 1-1 0 0,1-1 1 0 0,-1 1 0 0 0,0 0 0 0 0,1-1 0 0 0,-1 1-1 0 0,0-1 1 0 0,0 1 0 0 0,0-1 0 0 0,0 1 0 0 0,1-1-1 0 0,-1 1 1 0 0,0-1 0 0 0,0 1 0 0 0,0-1 0 0 0,0 1-1 0 0,0-1 1 0 0,0 1 0 0 0,0-1 0 0 0,0 0 0 0 0,0 1-1 0 0,-1-1 1 0 0,2-24-4 0 0,-16-178 281 0 0,1 29-1693 0 0,13 58-2569 0 0,2 73-2486 0 0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5:56.3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1 207 4145 0 0,'0'7'856'0'0,"1"0"1"0"0,-1 0-1 0 0,2 0 0 0 0,-1 0 1 0 0,5 13-1 0 0,-2-10-473 0 0,1 0-1 0 0,-1-1 1 0 0,2 0-1 0 0,-1 0 1 0 0,1 0-1 0 0,13 15 1 0 0,-14-19-178 0 0,-1 0 0 0 0,1 0 0 0 0,1 0 0 0 0,-1 0 0 0 0,1-1 0 0 0,0 0 0 0 0,0 0 0 0 0,0-1 0 0 0,0 0 1 0 0,1 0-1 0 0,-1 0 0 0 0,1 0 0 0 0,0-1 0 0 0,0-1 0 0 0,0 1 0 0 0,0-1 0 0 0,0 0 0 0 0,0 0 0 0 0,8-1 0 0 0,-12-1-102 0 0,0 1 1 0 0,0-1-1 0 0,0 0 0 0 0,0 0 0 0 0,-1-1 0 0 0,1 1 1 0 0,0-1-1 0 0,0 1 0 0 0,-1-1 0 0 0,1 0 1 0 0,-1 0-1 0 0,0 0 0 0 0,1 0 0 0 0,-1 0 0 0 0,0 0 1 0 0,0-1-1 0 0,-1 1 0 0 0,1-1 0 0 0,0 0 1 0 0,-1 1-1 0 0,1-1 0 0 0,-1 0 0 0 0,0 0 1 0 0,0 0-1 0 0,0 0 0 0 0,0-4 0 0 0,3-7 170 0 0,-2 0-1 0 0,0-1 1 0 0,0 1 0 0 0,-2-19-1 0 0,1 10-124 0 0,-2 0-1 0 0,0 1 0 0 0,-2-1 0 0 0,0 0 1 0 0,-2 1-1 0 0,0 0 0 0 0,-1 0 1 0 0,-12-26-1 0 0,17 46-157 0 0,0 0-1 0 0,0 0 1 0 0,-1 0 0 0 0,1 0-1 0 0,0 0 1 0 0,-1 0 0 0 0,0 1 0 0 0,1-1-1 0 0,-1 1 1 0 0,-2-3 0 0 0,-8 1-1535 0 0,-1 10-3676 0 0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5:5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11 14283 0 0,'-1'0'65'0'0,"1"0"-1"0"0,0 0 1 0 0,0-1 0 0 0,0 1-1 0 0,0 0 1 0 0,-1 0 0 0 0,1-1-1 0 0,0 1 1 0 0,0 0 0 0 0,0-1-1 0 0,0 1 1 0 0,0 0 0 0 0,0-1-1 0 0,0 1 1 0 0,0 0-1 0 0,0-1 1 0 0,0 1 0 0 0,0 0-1 0 0,0-1 1 0 0,0 1 0 0 0,0 0-1 0 0,0-1 1 0 0,0 1 0 0 0,0 0-1 0 0,0-1 1 0 0,0 1 0 0 0,0 0-1 0 0,1 0 1 0 0,-1-1 0 0 0,0 1-1 0 0,0 0 1 0 0,0 0 0 0 0,1-1-1 0 0,9 6 1395 0 0,10 16 539 0 0,-4 6-1301 0 0,-2 1 1 0 0,0 0 0 0 0,-2 1 0 0 0,9 33-1 0 0,9 22-359 0 0,-28-80-350 0 0,21 57-487 0 0,4-2 0 0 0,2 0 1 0 0,39 59-1 0 0,-50-94-7319 0 0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5:57.0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26 3681 0 0,'-6'-21'11193'0'0,"7"20"-10807"0"0,-1 0-241 0 0,0 1 1 0 0,1 0-1 0 0,-1-1 0 0 0,1 1 0 0 0,-1 0 0 0 0,1 0 0 0 0,-1 0 0 0 0,1-1 1 0 0,-1 1-1 0 0,1 0 0 0 0,0 0 0 0 0,-1 0 0 0 0,1 0 0 0 0,-1 0 0 0 0,1 0 1 0 0,-1 0-1 0 0,1 0 0 0 0,-1 0 0 0 0,1 0 0 0 0,0 0 0 0 0,-1 0 0 0 0,1 0 1 0 0,-1 1-1 0 0,1-1 0 0 0,-1 0 0 0 0,1 0 0 0 0,-1 1 0 0 0,1-1 0 0 0,-1 0 1 0 0,0 1-1 0 0,1-1 0 0 0,-1 0 0 0 0,1 1 0 0 0,-1-1 0 0 0,0 1 0 0 0,1-1 1 0 0,-1 0-1 0 0,0 1 0 0 0,1-1 0 0 0,-1 2 0 0 0,11 10 117 0 0,-2 1 0 0 0,0 0 0 0 0,0 0 0 0 0,-1 1 0 0 0,7 16 0 0 0,27 80 1495 0 0,-21-52-1396 0 0,32 81-701 0 0,-41-109-80 0 0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5:57.5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87 384 2761 0 0,'-9'5'-367'0'0,"-30"13"2402"0"0,36-17-1522 0 0,1 0-1 0 0,-1 0 0 0 0,1 0 1 0 0,-1 0-1 0 0,1-1 1 0 0,-1 1-1 0 0,0-1 0 0 0,1 0 1 0 0,-1 0-1 0 0,0 0 1 0 0,1 0-1 0 0,-5-1 0 0 0,7 1-410 0 0,0-1 0 0 0,0 1-1 0 0,0-1 1 0 0,0 1-1 0 0,0-1 1 0 0,0 1-1 0 0,0-1 1 0 0,0 1 0 0 0,0-1-1 0 0,0 1 1 0 0,0-1-1 0 0,0 1 1 0 0,0-1 0 0 0,0 1-1 0 0,0-1 1 0 0,1 1-1 0 0,-1-1 1 0 0,0 1-1 0 0,0 0 1 0 0,0-1 0 0 0,1 1-1 0 0,-1-1 1 0 0,0 1-1 0 0,1-1 1 0 0,-1 1 0 0 0,0 0-1 0 0,1-1 1 0 0,-1 1-1 0 0,1-1 1 0 0,12-13 811 0 0,33-32 75 0 0,1 2-1 0 0,3 3 1 0 0,77-51-1 0 0,-98 74-979 0 0,-6 3-7 0 0,1 0-1 0 0,0 2 1 0 0,1 0-1 0 0,51-17 1 0 0,-76 30 0 0 0,1-1 0 0 0,0 1 0 0 0,-1 0 0 0 0,1 0 0 0 0,-1 0 0 0 0,1 0 0 0 0,0 0 0 0 0,-1 0 0 0 0,1 0 0 0 0,0 0 0 0 0,-1 1 1 0 0,1-1-1 0 0,-1 0 0 0 0,1 0 0 0 0,-1 0 0 0 0,1 1 0 0 0,0-1 0 0 0,-1 0 0 0 0,1 0 0 0 0,-1 1 0 0 0,1-1 0 0 0,-1 1 0 0 0,1-1 0 0 0,-1 0 0 0 0,0 1 0 0 0,1-1 0 0 0,0 1 0 0 0,6 20 69 0 0,-5 34 92 0 0,-2-40-127 0 0,7 62 102 0 0,-6-71-139 0 0,0 0 0 0 0,1 1 0 0 0,0-1 0 0 0,0 0 0 0 0,0 0 0 0 0,1 0-1 0 0,0 0 1 0 0,0-1 0 0 0,7 10 0 0 0,-10-14-2 0 0,0-1 1 0 0,1 0-1 0 0,-1 1 0 0 0,0-1 0 0 0,0 0 1 0 0,1 0-1 0 0,-1 1 0 0 0,0-1 0 0 0,1 0 0 0 0,-1 0 1 0 0,0 0-1 0 0,1 1 0 0 0,-1-1 0 0 0,0 0 1 0 0,1 0-1 0 0,-1 0 0 0 0,0 0 0 0 0,1 0 1 0 0,-1 0-1 0 0,0 0 0 0 0,1 0 0 0 0,-1 0 0 0 0,1 0 1 0 0,-1 0-1 0 0,0 0 0 0 0,1 0 0 0 0,-1 0 1 0 0,0 0-1 0 0,1 0 0 0 0,-1 0 0 0 0,0 0 1 0 0,1-1-1 0 0,-1 1 0 0 0,0 0 0 0 0,1 0 1 0 0,-1 0-1 0 0,1-1 0 0 0,11-15-105 0 0,3-20-379 0 0,-10 17 122 0 0,-1 1 0 0 0,-1-1 0 0 0,2-36 0 0 0,-5 38 413 0 0,1 0 0 0 0,1 0 0 0 0,1 0 0 0 0,1 1 0 0 0,6-21 0 0 0,-10 37 5 0 0,0-1-1 0 0,0 0 0 0 0,0 0 1 0 0,0 1-1 0 0,1-1 0 0 0,-1 0 1 0 0,0 1-1 0 0,0-1 0 0 0,1 0 1 0 0,-1 1-1 0 0,0-1 0 0 0,1 0 1 0 0,-1 1-1 0 0,1-1 0 0 0,-1 1 1 0 0,1-1-1 0 0,-1 1 0 0 0,1-1 1 0 0,-1 1-1 0 0,1-1 0 0 0,0 1 0 0 0,-1-1 1 0 0,1 1-1 0 0,-1 0 0 0 0,1-1 1 0 0,0 1-1 0 0,-1 0 0 0 0,1 0 1 0 0,0-1-1 0 0,0 1 0 0 0,-1 0 1 0 0,1 0-1 0 0,0 0 0 0 0,0 0 1 0 0,-1 0-1 0 0,1 0 0 0 0,0 0 1 0 0,-1 0-1 0 0,1 0 0 0 0,0 0 1 0 0,0 1-1 0 0,-1-1 0 0 0,1 0 1 0 0,0 0-1 0 0,-1 1 0 0 0,1-1 0 0 0,0 0 1 0 0,-1 1-1 0 0,1-1 0 0 0,-1 1 1 0 0,1-1-1 0 0,0 1 0 0 0,-1-1 1 0 0,1 1-1 0 0,-1-1 0 0 0,1 1 1 0 0,-1 0-1 0 0,0-1 0 0 0,1 2 1 0 0,6 6 265 0 0,-1 1 0 0 0,0 0-1 0 0,6 14 1 0 0,-4-9-219 0 0,-5-8-248 0 0,0-1-1 0 0,0-1 0 0 0,1 1 1 0 0,0 0-1 0 0,0-1 0 0 0,0 0 0 0 0,0 0 1 0 0,1 0-1 0 0,-1 0 0 0 0,11 5 1 0 0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5:57.9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128 43 920 0 0,'-1'-3'381'0'0,"0"1"-1"0"0,0-1 0 0 0,0 1 1 0 0,0 0-1 0 0,0 0 0 0 0,0-1 1 0 0,-1 1-1 0 0,1 0 0 0 0,-1 0 1 0 0,0 0-1 0 0,0 1 0 0 0,0-1 1 0 0,1 0-1 0 0,-2 1 0 0 0,1-1 1 0 0,0 1-1 0 0,0 0 0 0 0,0-1 1 0 0,-1 1-1 0 0,1 0 0 0 0,0 1 1 0 0,-1-1-1 0 0,1 0 0 0 0,-1 1 1 0 0,1-1-1 0 0,-1 1 0 0 0,1 0 1 0 0,-1-1-1 0 0,1 1 0 0 0,-4 1 1 0 0,3-1-242 0 0,0 0 0 0 0,1 0 1 0 0,-1 0-1 0 0,1 1 0 0 0,-1-1 1 0 0,1 1-1 0 0,-1-1 1 0 0,1 1-1 0 0,-1 0 0 0 0,1 0 1 0 0,-1 0-1 0 0,1 1 0 0 0,0-1 1 0 0,0 0-1 0 0,0 1 0 0 0,0 0 1 0 0,0-1-1 0 0,0 1 1 0 0,0 0-1 0 0,0 0 0 0 0,1 0 1 0 0,-1 0-1 0 0,1 0 0 0 0,-1 0 1 0 0,1 1-1 0 0,0-1 1 0 0,0 0-1 0 0,0 1 0 0 0,0-1 1 0 0,0 1-1 0 0,0 2 0 0 0,-1 14 60 0 0,2-1 0 0 0,0 1-1 0 0,0 0 1 0 0,2-1 0 0 0,0 1 0 0 0,1-1-1 0 0,1 0 1 0 0,13 35 0 0 0,-17-52-193 0 0,1 0 1 0 0,-1 0 0 0 0,0 0-1 0 0,1 0 1 0 0,-1 0 0 0 0,1 0 0 0 0,0 0-1 0 0,-1 0 1 0 0,1 0 0 0 0,0 0-1 0 0,0 0 1 0 0,-1 0 0 0 0,1-1-1 0 0,0 1 1 0 0,0 0 0 0 0,0-1-1 0 0,1 2 1 0 0,-1-2-14 0 0,0 0 0 0 0,-1 0 0 0 0,1 0 0 0 0,-1-1 0 0 0,1 1 0 0 0,-1 0 0 0 0,1 0 0 0 0,-1 0 0 0 0,1 0 1 0 0,-1-1-1 0 0,1 1 0 0 0,-1 0 0 0 0,1 0 0 0 0,-1-1 0 0 0,0 1 0 0 0,1 0 0 0 0,-1-1 0 0 0,1 1 0 0 0,-1 0 0 0 0,0-1 0 0 0,1 1 0 0 0,-1-1 0 0 0,0 1 0 0 0,1-1 0 0 0,-1 0 0 0 0,18-45-723 0 0,-13 29 454 0 0,-1 6 325 0 0,1 1 1 0 0,0 0 0 0 0,1 0-1 0 0,0 1 1 0 0,0 0 0 0 0,1 0-1 0 0,0 0 1 0 0,1 1 0 0 0,12-11-1 0 0,-17 16-7 0 0,0 1-1 0 0,-1 1 1 0 0,1-1-1 0 0,0 0 0 0 0,1 1 1 0 0,-1-1-1 0 0,0 1 1 0 0,0 0-1 0 0,1 0 1 0 0,-1 0-1 0 0,0 1 0 0 0,1-1 1 0 0,-1 1-1 0 0,1 0 1 0 0,-1 0-1 0 0,0 0 0 0 0,1 0 1 0 0,-1 0-1 0 0,1 1 1 0 0,-1 0-1 0 0,0-1 0 0 0,1 1 1 0 0,-1 1-1 0 0,0-1 1 0 0,0 0-1 0 0,0 1 0 0 0,0-1 1 0 0,0 1-1 0 0,0 0 1 0 0,0 0-1 0 0,0 0 0 0 0,-1 1 1 0 0,1-1-1 0 0,3 6 1 0 0,4 3-1 0 0,-1 0 1 0 0,-1 1 0 0 0,1 0 0 0 0,-2 0 0 0 0,0 1 0 0 0,0 0 0 0 0,-2 0 0 0 0,1 1 0 0 0,-2 0-1 0 0,0 0 1 0 0,0 0 0 0 0,-1 0 0 0 0,1 20 0 0 0,-2-9 15 0 0,-1-1-1 0 0,-1 0 1 0 0,-1 1-1 0 0,-1-1 1 0 0,-2 0-1 0 0,0 0 1 0 0,-9 28-1 0 0,4-23-113 0 0,-1 0-1 0 0,-1-1 1 0 0,-1-1-1 0 0,-2 0 0 0 0,-1 0 1 0 0,0-2-1 0 0,-2 0 1 0 0,-1-1-1 0 0,-32 33 0 0 0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5:58.2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4 405 6361 0 0,'-1'5'395'0'0,"0"0"0"0"0,0 0 0 0 0,1 0 0 0 0,0 0 0 0 0,0 1-1 0 0,0-1 1 0 0,1 0 0 0 0,0 6 0 0 0,0-10-178 0 0,-1 1 1 0 0,1-1-1 0 0,-1 0 1 0 0,1 1-1 0 0,-1-1 1 0 0,1 0-1 0 0,0 1 0 0 0,0-1 1 0 0,0 0-1 0 0,0 0 1 0 0,0 0-1 0 0,0 0 1 0 0,0 0-1 0 0,0 0 1 0 0,0 0-1 0 0,0 0 0 0 0,0 0 1 0 0,1 0-1 0 0,-1 0 1 0 0,0-1-1 0 0,1 1 1 0 0,-1-1-1 0 0,1 1 0 0 0,-1-1 1 0 0,1 1-1 0 0,-1-1 1 0 0,0 0-1 0 0,1 0 1 0 0,-1 0-1 0 0,1 0 0 0 0,-1 0 1 0 0,4 0-1 0 0,0-1 36 0 0,1 0 1 0 0,-1-1-1 0 0,1 1 0 0 0,-1-1 0 0 0,0 0 0 0 0,0-1 0 0 0,0 1 1 0 0,0-1-1 0 0,0 0 0 0 0,0-1 0 0 0,-1 1 0 0 0,1-1 0 0 0,-1 1 0 0 0,0-1 1 0 0,5-7-1 0 0,0 0-142 0 0,0-1 0 0 0,-1 0 0 0 0,0 0 0 0 0,12-25 1 0 0,-15 22-91 0 0,1-1-1 0 0,-2 1 1 0 0,0-1 0 0 0,-1 0 0 0 0,-1 0 0 0 0,0 0 0 0 0,-1 0 0 0 0,-2-27 0 0 0,-1 20-27 0 0,-1 0 0 0 0,-1 0 1 0 0,-1 1-1 0 0,-1-1 1 0 0,-12-30-1 0 0,18 52 3 0 0,0 1 1 0 0,0-1-1 0 0,0 1 0 0 0,0-1 0 0 0,0 0 0 0 0,-1 1 0 0 0,1-1 0 0 0,0 1 0 0 0,0-1 0 0 0,0 1 0 0 0,-1-1 0 0 0,1 1 1 0 0,0-1-1 0 0,-1 1 0 0 0,1-1 0 0 0,0 1 0 0 0,-1-1 0 0 0,1 1 0 0 0,0 0 0 0 0,-1-1 0 0 0,1 1 0 0 0,-1 0 1 0 0,1-1-1 0 0,-1 1 0 0 0,1 0 0 0 0,-1-1 0 0 0,1 1 0 0 0,-1 0 0 0 0,1 0 0 0 0,-1 0 0 0 0,1-1 0 0 0,-1 1 0 0 0,-1 0 1 0 0,-6 18 80 0 0,3 33 358 0 0,6-14-143 0 0,1 0-1 0 0,12 63 0 0 0,-10-80-143 0 0,1-2 0 0 0,1 1 0 0 0,0 0 0 0 0,2-1 1 0 0,0-1-1 0 0,20 34 0 0 0,-25-47-127 0 0,0 1 1 0 0,1-1-1 0 0,0 0 1 0 0,-1 1-1 0 0,1-2 0 0 0,1 1 1 0 0,-1 0-1 0 0,1-1 1 0 0,-1 0-1 0 0,1 0 1 0 0,0 0-1 0 0,0-1 1 0 0,0 0-1 0 0,0 0 0 0 0,7 2 1 0 0,-5-3-250 0 0,0 0 0 0 0,0 0 0 0 0,0-1 0 0 0,0 0 0 0 0,0 0-1 0 0,0-1 1 0 0,0 0 0 0 0,0 0 0 0 0,-1-1 0 0 0,1 1 0 0 0,12-6 0 0 0,10-6-7656 0 0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5:58.4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59 0 14283 0 0,'-13'15'632'0'0,"6"-8"136"0"0,0 0-616 0 0,1-1-152 0 0,2-4 0 0 0,1-2 0 0 0,1 2-688 0 0,-2-2-168 0 0,-3-3-32 0 0,1-3-8 0 0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6:54.3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55 70 6913 0 0,'-12'-18'519'0'0,"8"11"273"0"0,0 0 0 0 0,0 1 1 0 0,-1 0-1 0 0,0-1 0 0 0,0 2 0 0 0,-9-9 0 0 0,13 17-522 0 0,1 1 1 0 0,-1-1-1 0 0,1 0 0 0 0,0 0 0 0 0,0 1 0 0 0,1-1 0 0 0,0 4 0 0 0,30 470 3212 0 0,-30-427-3868 0 0,1 46 354 0 0,-8-34-7304 0 0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6:55.8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49 442 3865 0 0,'-5'-29'2124'0'0,"-2"-56"-1"0"0,8 126-873 0 0,3 1 0 0 0,11 54 1 0 0,-15-95-1258 0 0,0-1 1 0 0,0 1 0 0 0,0-1-1 0 0,0 1 1 0 0,1-1 0 0 0,-1 1 0 0 0,0-1-1 0 0,0 1 1 0 0,0-1 0 0 0,0 1-1 0 0,0-1 1 0 0,1 1 0 0 0,-1-1-1 0 0,0 1 1 0 0,1-1 0 0 0,-1 1 0 0 0,0-1-1 0 0,1 0 1 0 0,-1 1 0 0 0,0-1-1 0 0,1 1 1 0 0,-1-1 0 0 0,1 0 0 0 0,-1 0-1 0 0,0 1 1 0 0,1-1 0 0 0,-1 0-1 0 0,1 0 1 0 0,-1 1 0 0 0,1-1 0 0 0,-1 0-1 0 0,1 0 1 0 0,-1 0 0 0 0,1 0-1 0 0,-1 0 1 0 0,2 0 0 0 0,-1 0 18 0 0,1-1 1 0 0,0 1-1 0 0,-1-1 1 0 0,1 0-1 0 0,-1 0 1 0 0,1 0-1 0 0,-1 0 1 0 0,1 0 0 0 0,-1 0-1 0 0,0 0 1 0 0,2-2-1 0 0,32-39 683 0 0,-34 40-645 0 0,32-50 686 0 0,36-74-1 0 0,5-11-744 0 0,-67 128 334 0 0,0-1 0 0 0,0 2 0 0 0,1-1 0 0 0,0 1 0 0 0,0 0 0 0 0,1 0 0 0 0,16-9 1 0 0,-25 17-284 0 0,1-1 0 0 0,-1 1 0 0 0,1 0 0 0 0,-1 0 0 0 0,1 0 0 0 0,-1 0 0 0 0,1 0 0 0 0,-1 0 0 0 0,1 0 0 0 0,-1 0 0 0 0,1 0 0 0 0,-1 0 0 0 0,1 0 0 0 0,-1 0 0 0 0,1 0 0 0 0,-1 0 0 0 0,1 0 0 0 0,-1 0 0 0 0,1 1 0 0 0,-1-1 0 0 0,0 0 0 0 0,1 0 0 0 0,-1 1 0 0 0,1-1 0 0 0,-1 0 0 0 0,0 0 0 0 0,1 1 0 0 0,-1-1 0 0 0,0 0 1 0 0,1 1-1 0 0,-1-1 0 0 0,0 1 0 0 0,1-1 0 0 0,-1 0 0 0 0,0 1 0 0 0,0-1 0 0 0,1 1 0 0 0,-1 0-96 0 0,0-1 1 0 0,1 1 0 0 0,-1-1-1 0 0,0 1 1 0 0,1 0 0 0 0,-1-1-1 0 0,0 1 1 0 0,1-1 0 0 0,-1 1 0 0 0,0 0-1 0 0,0-1 1 0 0,0 1 0 0 0,0-1-1 0 0,0 1 1 0 0,0 0 0 0 0,0-1-1 0 0,0 1 1 0 0,0 0 0 0 0,0-1-1 0 0,0 1 1 0 0,0 0 0 0 0,0-1-1 0 0,0 1 1 0 0,-1 1 0 0 0,-17 13-595 0 0,0 2 0 0 0,2 0 1 0 0,0 1-1 0 0,1 1 0 0 0,1 0 0 0 0,-17 31 1 0 0,14-23 675 0 0,-2 0 0 0 0,-41 47 1 0 0,54-67 105 0 0,-1 0 0 0 0,0-1 0 0 0,0 0 1 0 0,0 0-1 0 0,-1 0 0 0 0,0-1 0 0 0,0 0 1 0 0,-15 6-1 0 0,22-11-72 0 0,-1 0 0 0 0,1 0-1 0 0,-1 0 1 0 0,1 0 0 0 0,-1 0 0 0 0,1 0 0 0 0,-1-1-1 0 0,1 1 1 0 0,0 0 0 0 0,-1-1 0 0 0,1 0 0 0 0,-1 1 0 0 0,1-1-1 0 0,0 0 1 0 0,-1 1 0 0 0,1-1 0 0 0,-2-2 0 0 0,3 2-50 0 0,-1 1 0 0 0,1-1 0 0 0,-1 1 0 0 0,1-1 0 0 0,-1 1 0 0 0,1 0 0 0 0,-1-1 0 0 0,1 1 0 0 0,-1-1 0 0 0,1 1 0 0 0,-1 0 0 0 0,0 0 0 0 0,1-1 0 0 0,-1 1 0 0 0,0 0 0 0 0,1 0 0 0 0,-1 0 0 0 0,1-1 0 0 0,-1 1 0 0 0,0 0 0 0 0,1 0 0 0 0,-1 0 0 0 0,0 0 0 0 0,1 0 0 0 0,-1 0 0 0 0,0 1 0 0 0,1-1 0 0 0,-1 0 0 0 0,0 0-1 0 0,1 0 1 0 0,-1 1 0 0 0,0-1 0 0 0,1 0 0 0 0,-1 1 0 0 0,1-1 0 0 0,-1 0 0 0 0,1 1 0 0 0,-1-1 0 0 0,1 1 0 0 0,-1-1 0 0 0,1 1 0 0 0,-1-1 0 0 0,1 1 0 0 0,-1-1 0 0 0,1 1 0 0 0,0-1 0 0 0,-1 1 0 0 0,1 0 0 0 0,0-1 0 0 0,0 1 0 0 0,-1-1 0 0 0,1 1 0 0 0,0 0 0 0 0,0-1 0 0 0,0 2 0 0 0,0-1-12 0 0,-3 5 0 0 0,0 1 0 0 0,0-1 0 0 0,0 1 0 0 0,-1-1 0 0 0,0 0 0 0 0,-1 0 0 0 0,-7 8 0 0 0,16-41 538 0 0,23-48 326 0 0,-15 39-649 0 0,1 0-1 0 0,37-69 1 0 0,-49 103-206 0 0,0 0 0 0 0,0 0 0 0 0,0 0 0 0 0,1 0 0 0 0,-1 1 0 0 0,1-1 1 0 0,-1 0-1 0 0,1 1 0 0 0,-1-1 0 0 0,1 1 0 0 0,0-1 0 0 0,0 1 0 0 0,0 0 0 0 0,0 0 0 0 0,0 0 0 0 0,0 0 0 0 0,4-1 0 0 0,-5 2 18 0 0,0 0 0 0 0,0 1 0 0 0,0-1 0 0 0,1 0 0 0 0,-1 1 0 0 0,0-1 0 0 0,0 1 0 0 0,0-1-1 0 0,0 1 1 0 0,0 0 0 0 0,0 0 0 0 0,0-1 0 0 0,0 1 0 0 0,0 0 0 0 0,0 0 0 0 0,0 0 0 0 0,0 0 0 0 0,0 0 0 0 0,-1 0-1 0 0,1 0 1 0 0,-1 0 0 0 0,1 0 0 0 0,0 1 0 0 0,-1-1 0 0 0,0 0 0 0 0,1 0 0 0 0,-1 0 0 0 0,0 1 0 0 0,0-1-1 0 0,1 0 1 0 0,-1 2 0 0 0,2 4-11 0 0,0 0 0 0 0,0 0-1 0 0,-1 0 1 0 0,1 0 0 0 0,-2 0 0 0 0,1 0-1 0 0,-1 0 1 0 0,0 1 0 0 0,0-1-1 0 0,-1 0 1 0 0,0 0 0 0 0,0 0 0 0 0,-1 0-1 0 0,0 0 1 0 0,0 0 0 0 0,-1-1 0 0 0,1 1-1 0 0,-7 9 1 0 0,0 2-86 0 0,0 0 0 0 0,-2-1-1 0 0,0 0 1 0 0,-1-1 0 0 0,0-1 0 0 0,-2 0-1 0 0,0 0 1 0 0,-26 21 0 0 0,51-52 74 0 0,229-384-160 0 0,-230 382 156 0 0,-5 10 0 0 0,-1 1 0 0 0,1-1 0 0 0,-1-1 0 0 0,-1 1 0 0 0,1 0 0 0 0,-2-1 0 0 0,1 1 0 0 0,2-19 0 0 0,-5 27 11 0 0,0 0 1 0 0,0 1-1 0 0,0-1 1 0 0,0 0-1 0 0,0 0 1 0 0,0 0-1 0 0,0 0 1 0 0,0 0-1 0 0,0 1 1 0 0,0-1-1 0 0,0 0 1 0 0,0 0-1 0 0,0 0 1 0 0,0 0-1 0 0,0 0 1 0 0,0 1-1 0 0,0-1 1 0 0,0 0-1 0 0,0 0 1 0 0,0 0-1 0 0,0 0 1 0 0,0 0-1 0 0,-1 0 1 0 0,1 1-1 0 0,0-1 1 0 0,0 0-1 0 0,0 0 1 0 0,0 0-1 0 0,0 0 1 0 0,0 0-1 0 0,0 0 1 0 0,-1 0-1 0 0,1 0 1 0 0,0 0-1 0 0,0 0 1 0 0,0 1-1 0 0,0-1 1 0 0,0 0-1 0 0,-1 0 1 0 0,1 0-1 0 0,0 0 1 0 0,0 0-1 0 0,0 0 1 0 0,0 0-1 0 0,0 0 1 0 0,-1 0-1 0 0,1 0 1 0 0,0 0-1 0 0,0 0 1 0 0,0 0-1 0 0,0-1 1 0 0,0 1-1 0 0,-1 0 1 0 0,1 0-1 0 0,0 0 1 0 0,0 4 11 0 0,1 8 33 0 0,0 0 1 0 0,1 0-1 0 0,0 0 1 0 0,1-1-1 0 0,0 1 1 0 0,1-1-1 0 0,0 1 1 0 0,1-1 0 0 0,11 19-1 0 0,3-5 225 0 0,1-2-1 0 0,1-1 0 0 0,36 31 1 0 0,-34-33 253 0 0,-15-12-506 0 0,-1 0-1 0 0,-1 0 1 0 0,1 0-1 0 0,-1 1 1 0 0,-1-1-1 0 0,7 14 1 0 0,23 62-2581 0 0,-26-61 360 0 0,-2-4-3864 0 0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6:56.7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39 146 6913 0 0,'-6'-17'964'0'0,"2"0"-1"0"0,-4-19 1 0 0,6 21 279 0 0,-2 0 0 0 0,1 0 0 0 0,-8-16 0 0 0,11 50 2069 0 0,-1 28-2628 0 0,50 371 653 0 0,-37-331-1354 0 0,-10-69 20 0 0,0 2 4 0 0,1 0 0 0 0,0 0 0 0 0,2 0 0 0 0,0-1 0 0 0,1 0 0 0 0,16 35 0 0 0,-19-50 124 0 0,0-1-955 0 0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6:57.1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1 198 5065 0 0,'0'-6'173'0'0,"1"-1"0"0"0,0 1-1 0 0,1 0 1 0 0,0 0 0 0 0,0 0 0 0 0,0 1 0 0 0,1-1 0 0 0,-1 0-1 0 0,1 1 1 0 0,1 0 0 0 0,4-7 0 0 0,46-52 2485 0 0,-49 58-2327 0 0,1 1 1 0 0,0-1 0 0 0,0 1 0 0 0,1 0-1 0 0,-1 1 1 0 0,1 0 0 0 0,0 0-1 0 0,1 0 1 0 0,-1 1 0 0 0,0 0-1 0 0,13-3 1 0 0,-16 5-279 0 0,0 0 0 0 0,0 1 0 0 0,1-1 0 0 0,-1 1 0 0 0,0 0 0 0 0,0 0 0 0 0,0 1 0 0 0,0-1 0 0 0,0 1 0 0 0,1 0 0 0 0,-1 0 0 0 0,0 0 0 0 0,-1 1 0 0 0,1-1 0 0 0,0 1 0 0 0,0 0 0 0 0,-1 0 0 0 0,1 0 0 0 0,-1 1 0 0 0,1-1 0 0 0,-1 1 0 0 0,0 0 0 0 0,5 6 0 0 0,-2-3-38 0 0,-1 1 0 0 0,0 0-1 0 0,-1 0 1 0 0,0 0 0 0 0,0 1 0 0 0,0-1 0 0 0,-1 1 0 0 0,0 0 0 0 0,0 0 0 0 0,-1 0 0 0 0,0 0 0 0 0,0 0 0 0 0,-1 1 0 0 0,0 11 0 0 0,-1-8 46 0 0,-2 1 0 0 0,1-1-1 0 0,-1 1 1 0 0,-1-1-1 0 0,0 0 1 0 0,-1 0 0 0 0,0 0-1 0 0,-10 19 1 0 0,-10 9-237 0 0,-1-2 0 0 0,-1-1 0 0 0,-2 0 1 0 0,-37 35-1 0 0,60-66 59 0 0,-31 36-4552 0 0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6:57.4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0 166 7370 0 0,'0'0'568'0'0,"31"18"2071"0"0,-27-15-2489 0 0,86 60 1 0 0,-81-56 448 0 0,0 1 0 0 0,-1 0 0 0 0,0 0 0 0 0,0 1 0 0 0,-1 0 0 0 0,0 0 0 0 0,7 14 0 0 0,-22-40 74 0 0,1-1 0 0 0,1 0 0 0 0,0 0 0 0 0,-4-26 0 0 0,5 17-1964 0 0,3 0-1 0 0,0 0 1 0 0,1 0 0 0 0,6-52 0 0 0,-1 51-3470 0 0</inkml:trace>
</inkml:ink>
</file>

<file path=ppt/ink/ink1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6:57.8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16 465 7370 0 0,'-1'0'29'0'0,"1"1"1"0"0,0-1 0 0 0,-1 0-1 0 0,1 0 1 0 0,0 1 0 0 0,-1-1-1 0 0,1 0 1 0 0,0 0 0 0 0,-1 0 0 0 0,1 0-1 0 0,0 1 1 0 0,-1-1 0 0 0,1 0-1 0 0,-1 0 1 0 0,1 0 0 0 0,0 0 0 0 0,-1 0-1 0 0,1 0 1 0 0,-1 0 0 0 0,1 0-1 0 0,0 0 1 0 0,-1 0 0 0 0,1 0-1 0 0,0 0 1 0 0,-1-1 0 0 0,1 1 0 0 0,-1 0-1 0 0,1 0 1 0 0,0 0 0 0 0,-1 0-1 0 0,1-1 1 0 0,0 1 0 0 0,-1 0-1 0 0,1 0 1 0 0,0-1 0 0 0,0 1 0 0 0,-1 0-1 0 0,1 0 1 0 0,0-1 0 0 0,0 1-1 0 0,-1-1 1 0 0,6-18 932 0 0,-2 9-803 0 0,34-123-2695 0 0,20-144-1 0 0,-56 254 2434 0 0,-10 35 335 0 0,-11 36 391 0 0,16-31-315 0 0,0 0 0 0 0,1 1 0 0 0,0 0 0 0 0,2-1 0 0 0,0 1 0 0 0,2 25-1 0 0,0-37-191 0 0,-1 0 0 0 0,1 0-1 0 0,0 0 1 0 0,0 0 0 0 0,0 0-1 0 0,1 0 1 0 0,0 0 0 0 0,0-1-1 0 0,1 1 1 0 0,-1 0 0 0 0,1-1-1 0 0,0 0 1 0 0,1 0 0 0 0,0 0-1 0 0,-1 0 1 0 0,1 0 0 0 0,1-1-1 0 0,-1 0 1 0 0,1 0 0 0 0,-1 0-1 0 0,11 6 1 0 0,-11-9-122 0 0,-1 1 0 0 0,1-1 0 0 0,-1 0 1 0 0,1-1-1 0 0,0 1 0 0 0,0 0 0 0 0,-1-1 0 0 0,1 0 0 0 0,0 0 1 0 0,0 0-1 0 0,-1-1 0 0 0,1 1 0 0 0,0-1 0 0 0,-1 0 1 0 0,1 0-1 0 0,0 0 0 0 0,-1 0 0 0 0,1-1 0 0 0,-1 0 1 0 0,0 1-1 0 0,0-1 0 0 0,1 0 0 0 0,3-4 0 0 0,0 0-454 0 0,1 0-1 0 0,-1-1 1 0 0,-1 0-1 0 0,1 0 1 0 0,-1 0-1 0 0,0-1 1 0 0,9-16-1 0 0,-6 6-1991 0 0</inkml:trace>
</inkml:ink>
</file>

<file path=ppt/ink/ink1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6:58.0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42 3225 0 0,'-11'-31'569'0'0,"1"20"1662"0"0,5 20-211 0 0,5 22-351 0 0,2-18-1441 0 0,1 1 0 0 0,1-1 0 0 0,0 1 0 0 0,1-1 0 0 0,0 0 0 0 0,1-1 0 0 0,0 1 0 0 0,1-1 1 0 0,1-1-1 0 0,0 1 0 0 0,16 18 0 0 0,-23-30-237 0 0,-1 1 1 0 0,0-1 0 0 0,1 0-1 0 0,-1 1 1 0 0,0-1 0 0 0,1 0-1 0 0,-1 1 1 0 0,1-1 0 0 0,-1 0-1 0 0,1 1 1 0 0,-1-1 0 0 0,1 0 0 0 0,-1 0-1 0 0,0 0 1 0 0,1 0 0 0 0,0 1-1 0 0,-1-1 1 0 0,1 0 0 0 0,-1 0-1 0 0,1 0 1 0 0,-1 0 0 0 0,1 0-1 0 0,-1 0 1 0 0,1 0 0 0 0,-1 0-1 0 0,1 0 1 0 0,-1 0 0 0 0,1-1-1 0 0,-1 1 1 0 0,2 0 0 0 0,5-16-596 0 0,-5-29-588 0 0,-2 40 1096 0 0,0-4 56 0 0,4-55-422 0 0,-4 61 443 0 0,1 0 1 0 0,0 0 0 0 0,-1-1 0 0 0,1 1 0 0 0,1 0 0 0 0,-1 0 0 0 0,0 0-1 0 0,1 0 1 0 0,-1 0 0 0 0,1 0 0 0 0,0 0 0 0 0,0 1 0 0 0,0-1-1 0 0,1 1 1 0 0,-1-1 0 0 0,4-2 0 0 0,-6 5-52 0 0,1 0 0 0 0,0-1 0 0 0,0 1 0 0 0,-1 0 0 0 0,1-1 0 0 0,0 1 0 0 0,-1 0 0 0 0,1 0 0 0 0,0 0 0 0 0,0 0 0 0 0,0 0 0 0 0,-1 0 0 0 0,1 0 0 0 0,0 0 0 0 0,0 0 0 0 0,-1 0 0 0 0,1 0-1 0 0,0 0 1 0 0,0 1 0 0 0,-1-1 0 0 0,1 0 0 0 0,0 1 0 0 0,-1-1 0 0 0,1 0 0 0 0,0 1 0 0 0,-1-1 0 0 0,1 1 0 0 0,-1-1 0 0 0,1 1 0 0 0,0-1 0 0 0,-1 1 0 0 0,1-1 0 0 0,-1 1 0 0 0,0 0 0 0 0,1-1 0 0 0,-1 1 0 0 0,1 0 0 0 0,-1-1 0 0 0,0 1 0 0 0,0 0 0 0 0,1-1 0 0 0,-1 2 0 0 0,4 8-2720 0 0</inkml:trace>
</inkml:ink>
</file>

<file path=ppt/ink/ink1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6:58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12 4609 0 0,'-14'-11'7483'0'0,"18"15"-6676"0"0,6 7-258 0 0,-1 1 0 0 0,0 0 0 0 0,0 0 0 0 0,-2 1 1 0 0,0 0-1 0 0,0 1 0 0 0,7 21 0 0 0,30 113 1549 0 0,-29-91-1729 0 0,5 26-591 0 0,11 38-2229 0 0,-24-102 372 0 0,0-1 0 0 0,10 19 0 0 0,-12-30 488 0 0</inkml:trace>
</inkml:ink>
</file>

<file path=ppt/ink/ink1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6:58.8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94 15 3657 0 0,'0'-1'83'0'0,"-1"0"0"0"0,1 1-1 0 0,0-1 1 0 0,0 0 0 0 0,0 1 0 0 0,-1-1 0 0 0,1 0 0 0 0,0 1 0 0 0,-1-1 0 0 0,1 1 0 0 0,0-1 0 0 0,-1 0-1 0 0,1 1 1 0 0,-1-1 0 0 0,1 1 0 0 0,-1 0 0 0 0,1-1 0 0 0,-1 1 0 0 0,1-1 0 0 0,-1 1 0 0 0,1 0 0 0 0,-1-1 0 0 0,0 1-1 0 0,1 0 1 0 0,-1 0 0 0 0,0-1 0 0 0,1 1 0 0 0,-1 0 0 0 0,0 0 0 0 0,1 0 0 0 0,-1 0 0 0 0,0 0 0 0 0,1 0-1 0 0,-2 0 1 0 0,0 1 215 0 0,0 1 0 0 0,0-1 0 0 0,1 1 0 0 0,-1-1 1 0 0,1 1-1 0 0,-1 0 0 0 0,1-1 0 0 0,0 1 0 0 0,0 0 0 0 0,-2 3 0 0 0,1-2-152 0 0,-6 10 492 0 0,0 1-1 0 0,1 0 1 0 0,0 0-1 0 0,1 1 1 0 0,0 0-1 0 0,1 0 1 0 0,-3 20-1 0 0,8-34-601 0 0,0 0 0 0 0,0 0-1 0 0,0 1 1 0 0,0-1 0 0 0,1 0-1 0 0,-1 0 1 0 0,0 0 0 0 0,1 0 0 0 0,-1 0-1 0 0,1 0 1 0 0,-1 0 0 0 0,1 0-1 0 0,-1 0 1 0 0,1 0 0 0 0,0 0 0 0 0,-1 0-1 0 0,1 0 1 0 0,0 0 0 0 0,0 0-1 0 0,0-1 1 0 0,0 1 0 0 0,0 0-1 0 0,0-1 1 0 0,0 1 0 0 0,0-1 0 0 0,0 1-1 0 0,0-1 1 0 0,0 1 0 0 0,0-1-1 0 0,0 0 1 0 0,0 1 0 0 0,0-1-1 0 0,1 0 1 0 0,-1 0 0 0 0,0 0 0 0 0,0 0-1 0 0,3 0 1 0 0,46-4 1158 0 0,-48 3-1184 0 0,16-2-2078 0 0,0-2 0 0 0,32-13 0 0 0,-33 11-2867 0 0</inkml:trace>
</inkml:ink>
</file>

<file path=ppt/ink/ink1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6:59.4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62 233 3225 0 0,'-4'3'510'0'0,"-1"0"1"0"0,1 0-1 0 0,-1 1 0 0 0,1 0 1 0 0,1 0-1 0 0,-1 0 1 0 0,0 0-1 0 0,1 0 1 0 0,0 1-1 0 0,0-1 1 0 0,0 1-1 0 0,1 0 0 0 0,-1 0 1 0 0,1 0-1 0 0,0 0 1 0 0,1 0-1 0 0,-1 1 1 0 0,1-1-1 0 0,0 0 1 0 0,0 1-1 0 0,1 6 0 0 0,-1-9-403 0 0,1 1-1 0 0,0-1 0 0 0,0 1 0 0 0,0-1 0 0 0,1 0 0 0 0,-1 1 0 0 0,1-1 0 0 0,0 1 0 0 0,0-1 0 0 0,0 0 0 0 0,0 0 0 0 0,0 1 0 0 0,1-1 0 0 0,-1 0 0 0 0,1 0 0 0 0,0-1 0 0 0,0 1 1 0 0,0 0-1 0 0,0 0 0 0 0,1-1 0 0 0,-1 0 0 0 0,1 1 0 0 0,0-1 0 0 0,-1 0 0 0 0,1 0 0 0 0,0 0 0 0 0,0-1 0 0 0,0 1 0 0 0,0-1 0 0 0,1 1 0 0 0,-1-1 0 0 0,0 0 0 0 0,0 0 0 0 0,6 0 1 0 0,-7-1-98 0 0,0 1 0 0 0,1-1 1 0 0,-1 0-1 0 0,1 0 0 0 0,-1 0 1 0 0,1 0-1 0 0,-1-1 1 0 0,0 1-1 0 0,1-1 0 0 0,-1 1 1 0 0,1-1-1 0 0,-1 0 1 0 0,0 0-1 0 0,0 0 0 0 0,0 0 1 0 0,1 0-1 0 0,-1-1 1 0 0,0 1-1 0 0,3-4 0 0 0,-2 2-87 0 0,0 0 0 0 0,-1-1 0 0 0,0 1 0 0 0,1-1 0 0 0,-1 0 0 0 0,0 0 0 0 0,-1 0 1 0 0,1 0-1 0 0,-1 0 0 0 0,2-6 0 0 0,0-5-195 0 0,-2 0 0 0 0,1 0 0 0 0,-2 0 0 0 0,0 0 0 0 0,-2-21 0 0 0,0 24 148 0 0,-9-54-24 0 0,10 62 141 0 0,0 0-1 0 0,0 0 0 0 0,-1 1 0 0 0,1-1 1 0 0,-1 1-1 0 0,0-1 0 0 0,0 1 0 0 0,-1-1 1 0 0,1 1-1 0 0,-1 0 0 0 0,1 0 0 0 0,-1 0 1 0 0,0 0-1 0 0,-3-2 0 0 0,3 2 22 0 0,1 0-1 0 0,0 0 1 0 0,0-1 0 0 0,0 1-1 0 0,0-1 1 0 0,0 1 0 0 0,1-1-1 0 0,0 0 1 0 0,0 0 0 0 0,0 0-1 0 0,0 1 1 0 0,0-1 0 0 0,1 0-1 0 0,0-8 1 0 0,-8-27 1003 0 0,-4 16 66 0 0,13 32 920 0 0,15 45 811 0 0,-11-39-3471 0 0,123 335 1089 0 0,-65-202-3864 0 0,-50-117-3469 0 0</inkml:trace>
</inkml:ink>
</file>

<file path=ppt/ink/ink1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7:00.2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38 186 5985 0 0,'-1'0'171'0'0,"1"-1"-1"0"0,0 1 0 0 0,-1 0 0 0 0,1-1 1 0 0,-1 1-1 0 0,1-1 0 0 0,-1 1 0 0 0,0 0 1 0 0,1 0-1 0 0,-1-1 0 0 0,1 1 1 0 0,-1 0-1 0 0,1 0 0 0 0,-1 0 0 0 0,0 0 1 0 0,1 0-1 0 0,-1 0 0 0 0,0-1 0 0 0,1 1 1 0 0,-1 1-1 0 0,1-1 0 0 0,-1 0 0 0 0,0 0 1 0 0,1 0-1 0 0,-1 0 0 0 0,1 0 1 0 0,-1 0-1 0 0,0 1 0 0 0,1-1 0 0 0,-1 0 1 0 0,1 1-1 0 0,-1-1 0 0 0,1 0 0 0 0,-1 1 1 0 0,0 0-1 0 0,0 1 65 0 0,-1 0 1 0 0,1 0-1 0 0,0 0 0 0 0,0 0 1 0 0,0 0-1 0 0,0 0 0 0 0,0 1 1 0 0,0-1-1 0 0,0 5 1 0 0,-4 54 978 0 0,5-51-1005 0 0,1 1-1 0 0,0-1 1 0 0,0 0-1 0 0,1 0 1 0 0,1 0-1 0 0,0 0 1 0 0,8 17-1 0 0,-9-21-171 0 0,1 0 0 0 0,0-1 0 0 0,0 0 0 0 0,1 1 0 0 0,0-1 0 0 0,0-1 0 0 0,0 1 0 0 0,0 0 0 0 0,1-1 0 0 0,0 0 0 0 0,0 0 0 0 0,0 0 0 0 0,11 5 0 0 0,-14-8-127 0 0,0-1 1 0 0,1 1-1 0 0,-1-1 0 0 0,0 1 0 0 0,1-1 1 0 0,-1 0-1 0 0,0 0 0 0 0,1 0 0 0 0,-1-1 0 0 0,0 1 1 0 0,1 0-1 0 0,-1-1 0 0 0,0 1 0 0 0,0-1 1 0 0,1 0-1 0 0,-1 0 0 0 0,0 0 0 0 0,0 0 1 0 0,0 0-1 0 0,0-1 0 0 0,0 1 0 0 0,0 0 1 0 0,0-1-1 0 0,-1 1 0 0 0,1-1 0 0 0,0 0 0 0 0,-1 0 1 0 0,0 0-1 0 0,1 1 0 0 0,0-4 0 0 0,7-7-456 0 0,-1-1 0 0 0,0 0-1 0 0,7-18 1 0 0,-14 29 518 0 0,3-8-378 0 0,1 0 0 0 0,-2 0 1 0 0,1 0-1 0 0,-2 0 0 0 0,4-18 0 0 0,-6 26 173 0 0,1-1 1 0 0,-1 1 0 0 0,0-1 0 0 0,0 0 0 0 0,0 1 0 0 0,-1-1-1 0 0,1 1 1 0 0,0-1 0 0 0,-1 1 0 0 0,0 0 0 0 0,0-1 0 0 0,1 1-1 0 0,-1 0 1 0 0,-1-1 0 0 0,1 1 0 0 0,0 0 0 0 0,-1 0 0 0 0,1 0 0 0 0,-1 0-1 0 0,1 0 1 0 0,-1 0 0 0 0,0 0 0 0 0,0 1 0 0 0,0-1 0 0 0,0 0-1 0 0,0 1 1 0 0,0 0 0 0 0,0 0 0 0 0,-3-2 0 0 0,-30-6-2404 0 0,11 9 3793 0 0,43-17 3036 0 0,-2 2-3503 0 0,2 0-87 0 0,40-26-105 0 0,-54 38-120 0 0,0 1 0 0 0,0-1 0 0 0,0 1-1 0 0,1 0 1 0 0,-1 0 0 0 0,1 0 0 0 0,-1 1 0 0 0,1 0 0 0 0,9-1 0 0 0,-14 2-239 0 0,0 1-1 0 0,1-1 1 0 0,-1 0-1 0 0,0 1 1 0 0,0-1-1 0 0,1 1 0 0 0,-1 0 1 0 0,0-1-1 0 0,0 1 1 0 0,0 0-1 0 0,0 0 1 0 0,0-1-1 0 0,0 1 1 0 0,0 0-1 0 0,0 0 1 0 0,0 0-1 0 0,-1 0 1 0 0,1 0-1 0 0,0 1 1 0 0,0-1-1 0 0,-1 0 1 0 0,1 0-1 0 0,-1 0 0 0 0,1 1 1 0 0,-1-1-1 0 0,0 0 1 0 0,1 0-1 0 0,-1 1 1 0 0,0 2-1 0 0,5 48 379 0 0,-5-36-292 0 0,1-5-125 0 0,8 52 586 0 0,-8-59-645 0 0,-1-1 0 0 0,1 1-1 0 0,1-1 1 0 0,-1 1 0 0 0,0-1-1 0 0,1 1 1 0 0,0-1 0 0 0,0 0 0 0 0,0 0-1 0 0,0 0 1 0 0,0 0 0 0 0,1 0-1 0 0,5 4 1 0 0,-8-6-69 0 0,1-1 0 0 0,-1 1 0 0 0,1-1-1 0 0,-1 0 1 0 0,1 1 0 0 0,0-1 0 0 0,-1 0-1 0 0,1 0 1 0 0,0 1 0 0 0,-1-1 0 0 0,1 0-1 0 0,0 0 1 0 0,-1 0 0 0 0,1 0 0 0 0,0 0 0 0 0,-1 0-1 0 0,1 0 1 0 0,0 0 0 0 0,-1 0 0 0 0,1 0-1 0 0,0 0 1 0 0,-1-1 0 0 0,1 1 0 0 0,0 0-1 0 0,-1 0 1 0 0,1-1 0 0 0,1 0 0 0 0,13-17-797 0 0,2-27-320 0 0,-17 45 1134 0 0,6-25-129 0 0,-1 6-14 0 0,1 0 0 0 0,0 1 1 0 0,12-25-1 0 0,-18 43 176 0 0,1 0 0 0 0,0-1-1 0 0,-1 1 1 0 0,1 0 0 0 0,-1 0-1 0 0,1 0 1 0 0,-1 0 0 0 0,1 0 0 0 0,-1-1-1 0 0,1 1 1 0 0,0 0 0 0 0,-1 0-1 0 0,1 0 1 0 0,-1 1 0 0 0,1-1 0 0 0,-1 0-1 0 0,1 0 1 0 0,-1 0 0 0 0,1 0-1 0 0,0 0 1 0 0,-1 1 0 0 0,1-1 0 0 0,-1 0-1 0 0,1 0 1 0 0,-1 1 0 0 0,1-1 0 0 0,-1 0-1 0 0,0 1 1 0 0,1-1 0 0 0,0 1-1 0 0,24 18 1183 0 0,-9-8-680 0 0,-16-11-512 0 0,1 1 0 0 0,0 0 0 0 0,0-1 0 0 0,0 1 1 0 0,0-1-1 0 0,0 1 0 0 0,-1-1 0 0 0,1 1 0 0 0,0-1 0 0 0,0 0 1 0 0,0 1-1 0 0,0-1 0 0 0,0 0 0 0 0,0 0 0 0 0,1 0 0 0 0,-1 0 1 0 0,0 0-1 0 0,0 0 0 0 0,0 0 0 0 0,0 0 0 0 0,0 0 1 0 0,0-1-1 0 0,0 1 0 0 0,0 0 0 0 0,0-1 0 0 0,0 1 0 0 0,0 0 1 0 0,-1-1-1 0 0,1 1 0 0 0,0-1 0 0 0,0 0 0 0 0,0 1 0 0 0,0-1 1 0 0,-1 0-1 0 0,1 1 0 0 0,0-1 0 0 0,-1 0 0 0 0,1 0 1 0 0,0 0-1 0 0,-1 0 0 0 0,1 1 0 0 0,-1-1 0 0 0,1 0 0 0 0,-1 0 1 0 0,0 0-1 0 0,1 0 0 0 0,-1 0 0 0 0,0 0 0 0 0,0 0 0 0 0,0 0 1 0 0,0 0-1 0 0,1-1 0 0 0,0-10-258 0 0,0 0 0 0 0,-1 1 1 0 0,-1-23-1 0 0,0 16-1325 0 0,1 14 1225 0 0,-1 2 96 0 0,1 0-1 0 0,0 0 1 0 0,0-1 0 0 0,0 1-1 0 0,0 0 1 0 0,0 0 0 0 0,1 0-1 0 0,-1 0 1 0 0,1 0-1 0 0,-1 0 1 0 0,1 0 0 0 0,0 0-1 0 0,0 0 1 0 0,0 0 0 0 0,0 0-1 0 0,0 0 1 0 0,0 0 0 0 0,0 1-1 0 0,3-4 1 0 0,-1 2 262 0 0</inkml:trace>
</inkml:ink>
</file>

<file path=ppt/ink/ink1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7:00.6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52 10594 0 0,'2'0'229'0'0,"0"1"-1"0"0,0-1 0 0 0,0 1 1 0 0,0-1-1 0 0,0 1 1 0 0,-1 0-1 0 0,1 0 0 0 0,0 0 1 0 0,-1 0-1 0 0,1 0 0 0 0,0 0 1 0 0,-1 0-1 0 0,1 0 1 0 0,-1 1-1 0 0,0-1 0 0 0,1 0 1 0 0,-1 1-1 0 0,1 1 0 0 0,21 34 486 0 0,-17-26-54 0 0,1 3 99 0 0,0 0 0 0 0,-1 0 0 0 0,6 23 0 0 0,-4-11 113 0 0,-5-41-1492 0 0,3-11 282 0 0,18-63-307 0 0,-21 82 649 0 0,0-1 0 0 0,0 1 0 0 0,0 0 0 0 0,1 1 0 0 0,0-1 0 0 0,0 1 0 0 0,1-1 0 0 0,0 1 0 0 0,9-8 0 0 0,-12 12 67 0 0,0 0 0 0 0,0 0 1 0 0,0 1-1 0 0,0-1 0 0 0,0 1 0 0 0,0-1 1 0 0,0 1-1 0 0,1 0 0 0 0,-1 0 0 0 0,0 0 0 0 0,1 0 1 0 0,-1 0-1 0 0,1 1 0 0 0,-1-1 0 0 0,1 1 1 0 0,-1-1-1 0 0,1 1 0 0 0,-1 0 0 0 0,1 0 1 0 0,0 0-1 0 0,-1 1 0 0 0,1-1 0 0 0,-1 1 0 0 0,1-1 1 0 0,-1 1-1 0 0,1 0 0 0 0,-1 0 0 0 0,0 0 1 0 0,1 0-1 0 0,-1 0 0 0 0,0 0 0 0 0,0 1 0 0 0,0-1 1 0 0,0 1-1 0 0,3 2 0 0 0,5 7 153 0 0,-1 0-1 0 0,-1 0 1 0 0,0 0 0 0 0,0 1 0 0 0,8 19-1 0 0,3 3-571 0 0,5-2-1679 0 0</inkml:trace>
</inkml:ink>
</file>

<file path=ppt/ink/ink1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7:03.6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61 456 0 0,'0'-1'26'0'0,"0"1"0"0"0,-1-1 1 0 0,1 1-1 0 0,0-1 0 0 0,0 1 0 0 0,-1-1 0 0 0,1 1 1 0 0,0-1-1 0 0,0 1 0 0 0,0-1 0 0 0,0 1 0 0 0,0-1 1 0 0,0 1-1 0 0,0-1 0 0 0,0 1 0 0 0,0-1 0 0 0,0 1 0 0 0,0-1 1 0 0,0 1-1 0 0,0-1 0 0 0,0 1 0 0 0,0-1 0 0 0,0 1 1 0 0,1-1-1 0 0,-1 1 0 0 0,0-1 0 0 0,0 1 0 0 0,1-1 1 0 0,-1 1-1 0 0,0-1 0 0 0,1 1 0 0 0,-1-1 0 0 0,0 1 0 0 0,1 0 1 0 0,-1-1-1 0 0,0 1 0 0 0,1 0 0 0 0,-1-1 0 0 0,1 1 1 0 0,-1 0-1 0 0,2-1 0 0 0,-2 1-32 0 0,1-1 0 0 0,0 1 0 0 0,-1-1 0 0 0,1 1 0 0 0,0 0 0 0 0,0-1 0 0 0,-1 1 0 0 0,1 0 0 0 0,0-1 0 0 0,0 1 0 0 0,0 0 0 0 0,0 0 0 0 0,-1 0 0 0 0,1 0 0 0 0,0 0 0 0 0,0 0 0 0 0,0 0 0 0 0,0 0 0 0 0,-1 0 0 0 0,1 0 0 0 0,0 0 0 0 0,0 1 0 0 0,0-1 0 0 0,0 0 0 0 0,-1 1 0 0 0,1-1 0 0 0,1 1 0 0 0,-1 1 43 0 0,1 0 0 0 0,0 0 0 0 0,-1 0 0 0 0,1 0 0 0 0,0 0 0 0 0,0-1 1 0 0,0 1-1 0 0,0-1 0 0 0,1 1 0 0 0,-1-1 0 0 0,0 0 0 0 0,0 0 0 0 0,1 0 0 0 0,-1 0 0 0 0,1 0 0 0 0,-1 0 0 0 0,1-1 0 0 0,-1 1 0 0 0,1-1 0 0 0,-1 0 0 0 0,1 0 0 0 0,0 0 0 0 0,-1 0 0 0 0,1 0 0 0 0,3-1 0 0 0,68-13 751 0 0,-57 9-714 0 0,0 2-1 0 0,0 0 0 0 0,1 0 0 0 0,-1 2 0 0 0,0 0 1 0 0,1 1-1 0 0,-1 1 0 0 0,19 3 0 0 0,1 2-48 0 0,1-1 1 0 0,0-2-1 0 0,0-1 1 0 0,0-2-1 0 0,0-2 0 0 0,0-1 1 0 0,45-11-1 0 0,-58 10-190 0 0,0 0 1 0 0,0 2-1 0 0,1 0 0 0 0,-1 2 1 0 0,0 1-1 0 0,1 1 0 0 0,-1 1 1 0 0,0 1-1 0 0,0 1 0 0 0,0 2 1 0 0,-1 0-1 0 0,26 12 0 0 0,-32-10-200 0 0,0 1 0 0 0,24 17 0 0 0,-24-15-52 0 0,-12-9 435 0 0,1 0 1 0 0,0 0-1 0 0,-1-1 0 0 0,1 1 0 0 0,0-2 1 0 0,1 1-1 0 0,-1-1 0 0 0,0 0 0 0 0,0 0 1 0 0,15-1-1 0 0,9-2 251 0 0,34-5 1 0 0,-59 7-206 0 0,477-62 1417 0 0,-374 47-1294 0 0,186-32 1450 0 0,-181 33-2925 0 0,-104 10 1288 0 0</inkml:trace>
</inkml:ink>
</file>

<file path=ppt/ink/ink1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7:07.9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41 240 4177 0 0,'-41'-13'-1650'0'0,"47"14"1639"0"0,-1 0 1 0 0,0-1-1 0 0,1 0 0 0 0,-1-1 1 0 0,0 1-1 0 0,0-1 0 0 0,9-2 0 0 0,9-1 411 0 0,316-39 627 0 0,-174 20-1124 0 0,234-11 151 0 0,-26-5 697 0 0,-154 10-302 0 0,-54 6 279 0 0,-92 11-482 0 0,148-5 0 0 0,-195 18-331 0 0,131 6 52 0 0,-133-5-58 0 0,-1 1 0 0 0,0 2 1 0 0,0 0-1 0 0,35 14 0 0 0,-48-14-218 0 0,-1 0-1 0 0,0 0 1 0 0,13 10-1 0 0,-17-10 209 0 0,1 0 1 0 0,0-1-1 0 0,1 0 0 0 0,-1-1 1 0 0,1 1-1 0 0,-1-1 0 0 0,1-1 0 0 0,12 4 1 0 0,-11-5 116 0 0</inkml:trace>
</inkml:ink>
</file>

<file path=ppt/ink/ink1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7:09.6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93 3225 0 0,'-13'0'-89'0'0,"0"0"-948"0"0,26-9 1291 0 0,3 5-141 0 0,0 0 1 0 0,0 1 0 0 0,0 1 0 0 0,0 0 0 0 0,0 1 0 0 0,0 0 0 0 0,28 4 0 0 0,-19-2-196 0 0,40 4-73 0 0,114 24 0 0 0,-127-18-291 0 0,0-2-1 0 0,0-2 0 0 0,99-1 1 0 0,-82-13 456 0 0,0-4 0 0 0,102-30 0 0 0,61-10 1204 0 0,-169 45-1123 0 0,119 5-1 0 0,23-2-86 0 0,393-14 600 0 0,-579 17-560 0 0,212 18-380 0 0,-157-8-132 0 0,114-1-1 0 0,-82-11 499 0 0,-88 2-30 0 0</inkml:trace>
</inkml:ink>
</file>

<file path=ppt/ink/ink1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7:49.2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81 47 5065 0 0,'-2'-1'164'0'0,"1"1"-1"0"0,-1 0 1 0 0,1 0-1 0 0,-1 1 1 0 0,0-1 0 0 0,1 0-1 0 0,-1 0 1 0 0,1 1-1 0 0,0-1 1 0 0,-1 1 0 0 0,1-1-1 0 0,-1 1 1 0 0,1 0-1 0 0,0 0 1 0 0,-1-1 0 0 0,1 1-1 0 0,0 0 1 0 0,0 0-1 0 0,0 0 1 0 0,0 0 0 0 0,0 0-1 0 0,0 1 1 0 0,0-1-1 0 0,-1 2 1 0 0,1-1 23 0 0,0 1 0 0 0,0 0 1 0 0,0 0-1 0 0,0 0 0 0 0,1 0 1 0 0,-1 0-1 0 0,1 0 0 0 0,0-1 0 0 0,0 1 1 0 0,0 0-1 0 0,1 6 0 0 0,1 1 50 0 0,0 0-1 0 0,1 1 1 0 0,0-1 0 0 0,1 0-1 0 0,0 0 1 0 0,5 9 0 0 0,-6-15-166 0 0,0 1 0 0 0,-1-1 0 0 0,2 0 0 0 0,-1 0 1 0 0,0 0-1 0 0,1 0 0 0 0,0-1 0 0 0,-1 1 0 0 0,1-1 0 0 0,1 0 1 0 0,-1 0-1 0 0,0-1 0 0 0,6 3 0 0 0,-7-4-28 0 0,-1 0 0 0 0,1 0 0 0 0,-1-1-1 0 0,1 1 1 0 0,0-1 0 0 0,0 0 0 0 0,-1 0 0 0 0,1 0 0 0 0,0 0-1 0 0,-1 0 1 0 0,1-1 0 0 0,0 1 0 0 0,-1-1 0 0 0,1 1-1 0 0,0-1 1 0 0,-1 0 0 0 0,1 0 0 0 0,-1 0 0 0 0,0-1 0 0 0,1 1-1 0 0,-1 0 1 0 0,0-1 0 0 0,0 0 0 0 0,0 1 0 0 0,0-1-1 0 0,3-3 1 0 0,1-2 171 0 0,0-1 0 0 0,0 1 0 0 0,-1-1 0 0 0,0-1-1 0 0,0 1 1 0 0,-1-1 0 0 0,0 1 0 0 0,-1-1 0 0 0,0-1 0 0 0,3-10 0 0 0,-5 16-177 0 0,0 1 1 0 0,0-1 0 0 0,-1 0-1 0 0,1 0 1 0 0,-1 0 0 0 0,0 0 0 0 0,0 0-1 0 0,0 0 1 0 0,0 0 0 0 0,-1 0 0 0 0,1 1-1 0 0,-1-1 1 0 0,0 0 0 0 0,0 0-1 0 0,-1 0 1 0 0,1 1 0 0 0,-1-1 0 0 0,0 1-1 0 0,0-1 1 0 0,0 1 0 0 0,0 0 0 0 0,0 0-1 0 0,-1 0 1 0 0,1 0 0 0 0,-1 0 0 0 0,0 0-1 0 0,-4-2 1 0 0,2 3-157 0 0,0 0 1 0 0,0 0-1 0 0,0 0 1 0 0,-1 1-1 0 0,1 0 0 0 0,0 0 1 0 0,-1 0-1 0 0,1 1 1 0 0,-1-1-1 0 0,1 1 0 0 0,0 1 1 0 0,-1-1-1 0 0,1 1 1 0 0,-1 0-1 0 0,-8 3 0 0 0,4-1-682 0 0,0 0 0 0 0,1 0 0 0 0,-1 1 0 0 0,1 1-1 0 0,0-1 1 0 0,0 2 0 0 0,-12 8 0 0 0,-6 15-1112 0 0,21-21 1899 0 0</inkml:trace>
</inkml:ink>
</file>

<file path=ppt/ink/ink1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7:33.9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59 7834 0 0,'-1'-3'466'0'0,"-1"-1"-1"0"0,1 0 1 0 0,0 1 0 0 0,0-1 0 0 0,1 1 0 0 0,-1-1 0 0 0,1 0 0 0 0,0 0 0 0 0,0 1 0 0 0,0-1 0 0 0,0 0 0 0 0,1 0-1 0 0,1-7 1 0 0,0 13-193 0 0,-1-1 1 0 0,0 0-1 0 0,1 0 0 0 0,-1 1 0 0 0,0-1 0 0 0,1 1 0 0 0,-1-1 0 0 0,0 1 0 0 0,0 0 0 0 0,0-1 0 0 0,0 1 0 0 0,0 2 0 0 0,5 10 129 0 0,-2 1 0 0 0,1-1-1 0 0,-2 1 1 0 0,0 0-1 0 0,1 20 1 0 0,-1 79 337 0 0,-3-68-517 0 0,0 635 895 0 0,103 736-730 0 0,-12-314 365 0 0,-61-348 48 0 0,-29-420-527 0 0,-7-262-262 0 0,-3 1 0 0 0,-27 108 0 0 0,13-90-1990 0 0,22-85 1068 0 0</inkml:trace>
</inkml:ink>
</file>

<file path=ppt/ink/ink1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7:34.7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149 267 4609 0 0,'-50'16'1738'0'0,"-48"11"2516"0"0,130-31-2391 0 0,64 0-1 0 0,-19 2-1449 0 0,841-92 3068 0 0,-429 43-2620 0 0,-447 47-829 0 0,464-39 99 0 0,499-6-27 0 0,-907 46-91 0 0,106 0 0 0 0,107-4 49 0 0,964-35 464 0 0,-1117 39-430 0 0,173 3-46 0 0,-234 12-887 0 0,-56-5-4647 0 0,-19-3-445 0 0</inkml:trace>
</inkml:ink>
</file>

<file path=ppt/ink/ink1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7:36.1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3264 1840 0 0,'-11'2'92'0'0,"0"0"0"0"0,1 0 0 0 0,-1 1 0 0 0,-23 16 7494 0 0,112-27-6010 0 0,-55 4-1070 0 0,1 1 1 0 0,33 0-1 0 0,15 3 31 0 0,0-3-1 0 0,94-16 0 0 0,-140 17-369 0 0,-1 2 0 0 0,1 0 0 0 0,-1 2 0 0 0,0 1 0 0 0,34 7 0 0 0,-31-4-23 0 0,0-1 0 0 0,1-2 0 0 0,54-1-1 0 0,-59-4-105 0 0,0-1 0 0 0,0-1 0 0 0,0-1 0 0 0,0-1 0 0 0,-1-2-1 0 0,0 0 1 0 0,-1-1 0 0 0,0-1 0 0 0,0-1 0 0 0,39-28 0 0 0,111-94 689 0 0,-148 111-496 0 0,-2-1 0 0 0,0 0 1 0 0,-1-2-1 0 0,31-47 1 0 0,12-44-144 0 0,57-146 0 0 0,-44 89-84 0 0,-29 72 106 0 0,61-194 0 0 0,10-96 408 0 0,61-237 934 0 0,-142 446-1356 0 0,35-133 653 0 0,-16 172-688 0 0,-42 113-79 0 0,-2-1 0 0 0,-1 0-1 0 0,-1-1 1 0 0,-2 0-1 0 0,6-38 1 0 0,-8 32-1280 0 0,-3 31 146 0 0</inkml:trace>
</inkml:ink>
</file>

<file path=ppt/ink/ink1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7:37.4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120 8 456 0 0,'11'-7'2676'0'0,"-10"13"-164"0"0,-9 22 688 0 0,4-17-3250 0 0,0 10 1165 0 0,1-1 0 0 0,0 37 151 0 0,3-57-1237 0 0,0 0-1 0 0,0 0 1 0 0,0 1-1 0 0,0-1 1 0 0,0 0-1 0 0,0 0 1 0 0,0 0-1 0 0,0 0 1 0 0,0 0-1 0 0,0 0 1 0 0,0 1-1 0 0,-1-1 1 0 0,1 0-1 0 0,0 0 1 0 0,0 0-1 0 0,0 0 1 0 0,0 0-1 0 0,0 0 0 0 0,0 0 1 0 0,0 0-1 0 0,-1 0 1 0 0,1 0-1 0 0,0 1 1 0 0,0-1-1 0 0,0 0 1 0 0,0 0-1 0 0,0 0 1 0 0,0 0-1 0 0,-1 0 1 0 0,1 0-1 0 0,0 0 1 0 0,0 0-1 0 0,0 0 1 0 0,0 0-1 0 0,0 0 1 0 0,0 0-1 0 0,-1 0 1 0 0,1 0-1 0 0,0 0 1 0 0,0 0-1 0 0,0-1 1 0 0,0 1-1 0 0,0 0 1 0 0,0 0-1 0 0,-1 0 1 0 0,1 0-1 0 0,0 0 1 0 0,0 0-1 0 0,0 0 1 0 0,0 0-1 0 0,0 0 1 0 0,0 0-1 0 0,0-1 1 0 0,0 1-1 0 0,-1 0 1 0 0,1 0-1 0 0,0 0 0 0 0,0 0 1 0 0,-24-19 474 0 0,12 9-494 0 0,0 1-1 0 0,-25-14 0 0 0,36 22-86 0 0,0 0 0 0 0,0 1-1 0 0,0-1 1 0 0,0 0 0 0 0,0 0 0 0 0,0 0-1 0 0,0 0 1 0 0,0 0 0 0 0,0 0 0 0 0,0 0-1 0 0,1 0 1 0 0,-1 0 0 0 0,-1-3 0 0 0,-3-9-5276 0 0</inkml:trace>
</inkml:ink>
</file>

<file path=ppt/ink/ink1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7:37.8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409 8 3209 0 0,'-3'-8'8756'0'0,"-8"8"-8529"0"0,-1 1 0 0 0,1 0-1 0 0,0 0 1 0 0,-1 1 0 0 0,1 1-1 0 0,-16 5 1 0 0,12-3 4 0 0,1-2 0 0 0,-1 1 0 0 0,0-2 0 0 0,-19 2 0 0 0,21-5-325 0 0,0 2 0 0 0,0-1 0 0 0,0 2 0 0 0,0-1 0 0 0,0 2 0 0 0,0 0 0 0 0,-14 5 0 0 0,20-5-138 0 0,0 0-1 0 0,0-1 1 0 0,-1 0-1 0 0,1-1 1 0 0,0 1 0 0 0,0-1-1 0 0,-1-1 1 0 0,1 1 0 0 0,-1-2-1 0 0,1 1 1 0 0,-13-2-1 0 0</inkml:trace>
</inkml:ink>
</file>

<file path=ppt/ink/ink1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7:40.2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2330 9 920 0 0,'8'-8'10017'0'0,"-15"11"-9865"0"0,-1 0-1 0 0,1 1 1 0 0,0 0 0 0 0,0 0-1 0 0,1 0 1 0 0,-1 1 0 0 0,1 0-1 0 0,0 1 1 0 0,0-1 0 0 0,1 1-1 0 0,-7 9 1 0 0,-27 24-674 0 0,34-36 384 0 0,0 0 1 0 0,1 0 0 0 0,-1-1-1 0 0,0 0 1 0 0,0 0 0 0 0,-1 0 0 0 0,1 0-1 0 0,0-1 1 0 0,-1 0 0 0 0,1 0-1 0 0,-1-1 1 0 0,1 1 0 0 0,0-1 0 0 0,-10-1-1 0 0,-22 2-371 0 0,-20-2 374 0 0,18-1 62 0 0,11 2 131 0 0,7 1 49 0 0,0-2 0 0 0,-39-5 0 0 0,27 1 877 0 0,-22-5-1177 0 0,46 7 131 0 0,-1 1 0 0 0,1 1 0 0 0,0-1 0 0 0,-1 2 0 0 0,1-1 0 0 0,-1 1 0 0 0,0 1 0 0 0,1-1 0 0 0,-1 2 0 0 0,1-1 0 0 0,0 1 0 0 0,-17 6 0 0 0,5-3-566 0 0,-8 1 353 0 0,-1-2 1 0 0,0-1-1 0 0,-50-2 0 0 0,-16 1 514 0 0,-6-1-188 0 0,-7 1-330 0 0,-44 7 1095 0 0,151-9-852 0 0,-22 2-106 0 0,1 0 1 0 0,-1 1-1 0 0,1 1 0 0 0,-34 12 1 0 0,38-11 57 0 0,0 0 0 0 0,0-1 1 0 0,-32 3-1 0 0,-13 2-53 0 0,9 6 899 0 0,43-10-480 0 0,0-2 0 0 0,0 1-1 0 0,0-2 1 0 0,-1 0 0 0 0,-17 1-1 0 0,21-2-203 0 0,0 0-1 0 0,0 1 0 0 0,0-1 1 0 0,0 2-1 0 0,0-1 0 0 0,-8 5 1 0 0,8-4-3 0 0,1 0 1 0 0,-1 0 0 0 0,1-1 0 0 0,-1 0 0 0 0,-17 1-1 0 0,-13-6 24 0 0,31 1-59 0 0,1 1-1 0 0,-1 1 1 0 0,0-1-1 0 0,0 1 1 0 0,-10 2-1 0 0,-2 1-66 0 0,8 0 263 0 0,-1-1 1 0 0,-23 0 0 0 0,32-2-150 0 0,-1 0 1 0 0,0-1 0 0 0,0 0 0 0 0,1 0-1 0 0,-1 0 1 0 0,1 0 0 0 0,-1-1-1 0 0,1 0 1 0 0,-1 0 0 0 0,1 0 0 0 0,-5-3-1 0 0,8 4-92 0 0,-1 1-1 0 0,1-1 1 0 0,0 1-1 0 0,-1-1 1 0 0,1 1-1 0 0,0 0 1 0 0,-1 0-1 0 0,1 0 1 0 0,-1 0-1 0 0,1 0 0 0 0,0 0 1 0 0,-1 0-1 0 0,1 0 1 0 0,0 1-1 0 0,-1-1 1 0 0,1 1-1 0 0,0-1 1 0 0,-1 1-1 0 0,1-1 1 0 0,0 1-1 0 0,0 0 0 0 0,-1-1 1 0 0,1 1-1 0 0,0 0 1 0 0,0 0-1 0 0,0 0 1 0 0,0 0-1 0 0,0 0 1 0 0,-1 1-1 0 0,-1 1-7 0 0,0 0-1 0 0,0 1 1 0 0,1-1 0 0 0,-1 0-1 0 0,1 1 1 0 0,0 0 0 0 0,0 0-1 0 0,-2 5 1 0 0,-12 50 1115 0 0,2 1 0 0 0,3 1 0 0 0,-3 69 1 0 0,10 244-999 0 0,0-129 183 0 0,-1-59 87 0 0,-1 13-269 0 0,3 94 57 0 0,18 134 227 0 0,29 19 1001 0 0,-30-283-1106 0 0,-9-83-299 0 0,-4-74-247 0 0,-1 1-1 0 0,1-1 0 0 0,-1 0 0 0 0,-1 1 1 0 0,1-1-1 0 0,-1 0 0 0 0,0 0 1 0 0,-3 9-1 0 0</inkml:trace>
</inkml:ink>
</file>

<file path=ppt/ink/ink1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7:4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3225 0 0,'9'216'7763'0'0,"-1"-35"-3924"0"0,1-23-810 0 0,-1 18-1620 0 0,-6-159-2897 0 0</inkml:trace>
</inkml:ink>
</file>

<file path=ppt/ink/ink1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7:42.2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5 9218 0 0,'-5'-5'9047'0'0,"4"35"-8490"0"0,2-1 0 0 0,1 0-1 0 0,2 1 1 0 0,0-1-1 0 0,10 29 1 0 0,52 141-322 0 0,-2-12-134 0 0,-59-165-135 0 0,-1-1-1 0 0,3 25 1 0 0,-6-8-5977 0 0,-2-16-790 0 0</inkml:trace>
</inkml:ink>
</file>

<file path=ppt/ink/ink1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7:42.4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2 142 920 0 0,'0'-1'105'0'0,"-1"0"-1"0"0,1 0 1 0 0,0 0-1 0 0,0 0 1 0 0,0-1-1 0 0,0 1 0 0 0,0 0 1 0 0,0 0-1 0 0,0 0 1 0 0,0 0-1 0 0,1 0 1 0 0,-1-1-1 0 0,0 1 1 0 0,1 0-1 0 0,-1 0 1 0 0,1 0-1 0 0,-1 0 1 0 0,1 0-1 0 0,-1 0 0 0 0,1 0 1 0 0,0 0-1 0 0,-1 0 1 0 0,1 0-1 0 0,0 1 1 0 0,0-1-1 0 0,0 0 1 0 0,0 0-1 0 0,0 1 1 0 0,1-2-1 0 0,34-25 2742 0 0,-30 23-2174 0 0,20-14 1885 0 0,34-22 1198 0 0,-19 22-4470 0 0,-29 15-4012 0 0</inkml:trace>
</inkml:ink>
</file>

<file path=ppt/ink/ink1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7:42.7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61 5065 0 0,'20'-2'1700'0'0,"0"0"-1"0"0,0-2 1 0 0,-1 0-1 0 0,32-11 1 0 0,18-4-551 0 0,-21 8-1762 0 0,-38 7 613 0 0</inkml:trace>
</inkml:ink>
</file>

<file path=ppt/ink/ink1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7:43.9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58 6913 0 0,'0'-1'5602'0'0,"6"6"-5124"0"0,0-1 0 0 0,-1 1 1 0 0,0 1-1 0 0,0-1 0 0 0,-1 1 1 0 0,1 0-1 0 0,4 9 0 0 0,26 53 1473 0 0,-1-1-1091 0 0,19 23-592 0 0,-30-48-174 0 0,3 0 0 0 0,0-2 0 0 0,33 37 0 0 0,-39-62 1020 0 0,-13-18-185 0 0,-5-11-445 0 0,11-139 528 0 0,-7 110-910 0 0,-3 9-102 0 0,17-113 120 0 0,-14 121-587 0 0,0 0 1 0 0,1 1 0 0 0,16-38-1 0 0,-15 47-588 0 0</inkml:trace>
</inkml:ink>
</file>

<file path=ppt/ink/ink1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7:44.3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82 7834 0 0,'3'-2'696'0'0,"1"1"-560"0"0,0 1-136 0 0,-1-1 0 0 0,0-1 392 0 0,1-1 56 0 0,5-1 0 0 0,5-3 8 0 0,4-1-88 0 0,1-1-16 0 0,2-1-8 0 0,-3 2 1 0 0,1-1-1226 0 0,-1 3-239 0 0,1 0-56 0 0,-2 0-8 0 0</inkml:trace>
</inkml:ink>
</file>

<file path=ppt/ink/ink1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7:44.6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 8290 0 0,'0'-2'368'0'0,"0"1"80"0"0,0 0-360 0 0,2 1-88 0 0,-1 0 0 0 0,0 0 0 0 0,2 0 168 0 0,1 0 24 0 0,3 0 0 0 0,3 0 0 0 0,2 2-104 0 0,0 1-24 0 0,4 3 0 0 0,-1-1 0 0 0</inkml:trace>
</inkml:ink>
</file>

<file path=ppt/ink/ink1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7:54.7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1 8754 0 0,'0'0'129'0'0,"-1"1"1"0"0,0-1-1 0 0,0 1 0 0 0,1-1 1 0 0,-1 1-1 0 0,0-1 0 0 0,1 1 1 0 0,-1-1-1 0 0,0 1 0 0 0,1 0 1 0 0,-1-1-1 0 0,1 1 0 0 0,-1 0 1 0 0,1 0-1 0 0,0-1 0 0 0,-1 1 1 0 0,1 0-1 0 0,0 0 0 0 0,-1 0 1 0 0,1 0-1 0 0,0-1 0 0 0,0 1 1 0 0,0 0-1 0 0,0 0 0 0 0,0 0 1 0 0,0 0-1 0 0,0 0 0 0 0,0-1 1 0 0,0 1-1 0 0,0 0 0 0 0,0 0 1 0 0,0 0-1 0 0,1 0 0 0 0,0 1 1 0 0,6 32 1193 0 0,101 294 1445 0 0,-66-205-3239 0 0,-29-87-91 0 0</inkml:trace>
</inkml:ink>
</file>

<file path=ppt/ink/ink1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7:55.0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9218 0 0,'5'14'4898'0'0,"11"34"-2954"0"0,1 3-1306 0 0,-6-19-550 0 0,56 147 995 0 0,-51-142-2104 0 0,2-1 1 0 0,39 59-1 0 0,-43-75-4392 0 0</inkml:trace>
</inkml:ink>
</file>

<file path=ppt/ink/ink1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7:55.5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11 204 6913 0 0,'-1'-2'110'0'0,"0"0"0"0"0,0 0 0 0 0,-1 0-1 0 0,1 0 1 0 0,1 0 0 0 0,-1 0-1 0 0,0 0 1 0 0,0-1 0 0 0,1 1 0 0 0,0 0-1 0 0,-1-1 1 0 0,1 1 0 0 0,0 0-1 0 0,0-1 1 0 0,0 1 0 0 0,0 0 0 0 0,0 0-1 0 0,1-1 1 0 0,-1 1 0 0 0,1 0-1 0 0,0-1 1 0 0,1-2 0 0 0,0 1 77 0 0,1 0 1 0 0,0 0-1 0 0,0 0 1 0 0,0 0-1 0 0,0 1 0 0 0,1-1 1 0 0,-1 1-1 0 0,1 0 1 0 0,0 0-1 0 0,5-3 0 0 0,8-4-121 0 0,0 1-1 0 0,0 1 1 0 0,1 1-1 0 0,-1 0 0 0 0,38-8 1 0 0,98-10-225 0 0,-41 9 13 0 0,-49 6 42 0 0,-63 10 117 0 0,0 1 0 0 0,0 0 0 0 0,0 0 0 0 0,0-1 0 0 0,0 1 0 0 0,-1 0 0 0 0,1-1 0 0 0,0 1 0 0 0,0 0 0 0 0,-1-1 0 0 0,1 1 0 0 0,-1-1 0 0 0,1 1 0 0 0,0 0 0 0 0,-1-1 0 0 0,1 1 0 0 0,-1-1-1 0 0,1 1 1 0 0,-1-1 0 0 0,1 1 0 0 0,-1-1 0 0 0,0 0 0 0 0,1 1 0 0 0,-1-1 0 0 0,0 1 0 0 0,-19 17 625 0 0,2-4-41 0 0,2 0-1 0 0,0 2 1 0 0,-25 29-1 0 0,36-39-532 0 0,1-1 0 0 0,0 1 0 0 0,1 0 0 0 0,-1 0 0 0 0,1 0 0 0 0,1 1 0 0 0,-1-1 0 0 0,1 1 0 0 0,0 0 0 0 0,0-1 0 0 0,1 1 0 0 0,0 0 0 0 0,0 0 0 0 0,1 0 0 0 0,0 0 0 0 0,1 10 0 0 0,-2-17-64 0 0,1 1-1 0 0,1 0 0 0 0,-1 0 0 0 0,0 0 1 0 0,0 0-1 0 0,0-1 0 0 0,0 1 1 0 0,0 0-1 0 0,1 0 0 0 0,-1-1 0 0 0,0 1 1 0 0,1 0-1 0 0,-1 0 0 0 0,1-1 0 0 0,-1 1 1 0 0,1 0-1 0 0,-1-1 0 0 0,1 1 0 0 0,-1 0 1 0 0,1-1-1 0 0,0 1 0 0 0,-1-1 1 0 0,1 1-1 0 0,0-1 0 0 0,-1 1 0 0 0,1-1 1 0 0,0 0-1 0 0,1 1 0 0 0,-1-1-2 0 0,1 0 0 0 0,-1 0 0 0 0,1 0 0 0 0,-1-1 0 0 0,1 1-1 0 0,-1-1 1 0 0,1 1 0 0 0,-1-1 0 0 0,0 1 0 0 0,1-1 0 0 0,-1 0 0 0 0,0 1 0 0 0,0-1-1 0 0,2-2 1 0 0,3-1-6 0 0,-1-1-1 0 0,0 1 0 0 0,0-2 1 0 0,-1 1-1 0 0,0 0 0 0 0,4-7 0 0 0,9-24 136 0 0,-12 23-21 0 0,1 1 0 0 0,0 0 0 0 0,11-16 0 0 0,-17 28-66 0 0,1 0 0 0 0,-1-1 0 0 0,0 1 0 0 0,1 0 0 0 0,-1-1 0 0 0,0 1 0 0 0,1 0 0 0 0,-1-1 0 0 0,0 1 0 0 0,1 0 0 0 0,-1 0 0 0 0,1 0 0 0 0,-1-1 0 0 0,0 1 0 0 0,1 0 0 0 0,-1 0 0 0 0,1 0 0 0 0,-1 0 0 0 0,1 0 0 0 0,-1 0 0 0 0,1 0 0 0 0,-1 0 1 0 0,1 0-1 0 0,-1 0 0 0 0,0 0 0 0 0,1 0 0 0 0,-1 0 0 0 0,1 0 0 0 0,-1 0 0 0 0,1 0 0 0 0,-1 0 0 0 0,1 1 0 0 0,-1-1 0 0 0,0 0 0 0 0,1 0 0 0 0,-1 1 0 0 0,1-1 0 0 0,-1 0 0 0 0,0 0 0 0 0,1 1 0 0 0,-1-1 0 0 0,0 0 0 0 0,0 1 0 0 0,1-1 0 0 0,-1 1 0 0 0,0-1 0 0 0,0 0 0 0 0,1 1 0 0 0,-1-1 0 0 0,0 1 0 0 0,17 31 898 0 0,-8-12-467 0 0,-1-8-522 0 0,0-1 1 0 0,1 0 0 0 0,0-1 0 0 0,1 0 0 0 0,0 0-1 0 0,1-1 1 0 0,21 15 0 0 0,-15-14-689 0 0</inkml:trace>
</inkml:ink>
</file>

<file path=ppt/ink/ink1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7:55.9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103 54 6449 0 0,'-1'-6'-216'0'0,"0"1"665"0"0,1 0 1 0 0,-2 1-1 0 0,1-1 1 0 0,0 0-1 0 0,-1 0 1 0 0,0 1 0 0 0,-2-5-1 0 0,3 8-348 0 0,1 1-1 0 0,0 0 1 0 0,-1-1 0 0 0,1 1-1 0 0,0 0 1 0 0,-1-1 0 0 0,1 1-1 0 0,0 0 1 0 0,-1 0 0 0 0,1-1-1 0 0,-1 1 1 0 0,1 0 0 0 0,-1 0-1 0 0,1-1 1 0 0,0 1 0 0 0,-1 0-1 0 0,1 0 1 0 0,-1 0 0 0 0,1 0-1 0 0,-1 0 1 0 0,1 0-1 0 0,-1 0 1 0 0,1 0 0 0 0,-1 0-1 0 0,1 0 1 0 0,-1 0 0 0 0,1 0-1 0 0,-1 0 1 0 0,0 1 0 0 0,-1 0 75 0 0,1 0 0 0 0,-1 0 0 0 0,0 0 0 0 0,0 1 0 0 0,0-1 0 0 0,1 0 0 0 0,-1 1 1 0 0,1 0-1 0 0,-1-1 0 0 0,-1 4 0 0 0,-4 3 1 0 0,1 1-1 0 0,0-1 1 0 0,1 1 0 0 0,0 0 0 0 0,0 1 0 0 0,1-1 0 0 0,0 1-1 0 0,1 0 1 0 0,0 0 0 0 0,0 0 0 0 0,-1 11 0 0 0,8-6-57 0 0,4-14-203 0 0,-6-2 73 0 0,0 0 1 0 0,-1 0-1 0 0,1 0 0 0 0,-1 0 1 0 0,0 0-1 0 0,1-1 0 0 0,-1 1 1 0 0,0-1-1 0 0,0 1 0 0 0,0-1 1 0 0,0 1-1 0 0,1-3 1 0 0,3-6 4 0 0,2-5-5 0 0,1 1 0 0 0,0-1 0 0 0,1 1 0 0 0,13-16 0 0 0,-20 28 14 0 0,-1 0 1 0 0,1 0 0 0 0,0 0-1 0 0,0 0 1 0 0,-1 0-1 0 0,1 1 1 0 0,1-1-1 0 0,-1 1 1 0 0,0-1-1 0 0,0 1 1 0 0,0-1-1 0 0,1 1 1 0 0,-1 0-1 0 0,1 0 1 0 0,-1 1-1 0 0,1-1 1 0 0,-1 0 0 0 0,1 1-1 0 0,0-1 1 0 0,-1 1-1 0 0,1 0 1 0 0,0 0-1 0 0,-1 0 1 0 0,1 0-1 0 0,-1 0 1 0 0,1 1-1 0 0,0-1 1 0 0,-1 1-1 0 0,1 0 1 0 0,-1 0 0 0 0,1 0-1 0 0,-1 0 1 0 0,0 0-1 0 0,5 3 1 0 0,-2 0 40 0 0,0 1 0 0 0,0 0 0 0 0,-1 1 0 0 0,0-1 0 0 0,0 1 0 0 0,0-1 0 0 0,0 1 1 0 0,-1 0-1 0 0,0 0 0 0 0,0 1 0 0 0,-1-1 0 0 0,1 1 0 0 0,-2-1 0 0 0,2 9 0 0 0,3 15 517 0 0,4 52 0 0 0,-10-68-332 0 0,0 0-1 0 0,0 1 1 0 0,-2-1-1 0 0,1 0 1 0 0,-2 0-1 0 0,0 0 1 0 0,-1 0-1 0 0,-6 17 1 0 0,8-26-302 0 0,0 1 0 0 0,-1-1-1 0 0,1 0 1 0 0,-1 0 0 0 0,0 0 0 0 0,0 0 0 0 0,-1 0 0 0 0,0-1 0 0 0,1 1 0 0 0,-1-1-1 0 0,-1 0 1 0 0,1 0 0 0 0,0-1 0 0 0,-1 1 0 0 0,0-1 0 0 0,0 0 0 0 0,0 0 0 0 0,0-1-1 0 0,-1 1 1 0 0,1-1 0 0 0,0 0 0 0 0,-1-1 0 0 0,-6 2 0 0 0,-1-3-583 0 0</inkml:trace>
</inkml:ink>
</file>

<file path=ppt/ink/ink1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7:56.2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0 125 6913 0 0,'15'11'-461'0'0,"-3"-3"1171"0"0,1 1-1 0 0,26 12 0 0 0,-37-20-484 0 0,1 0-1 0 0,0 1 1 0 0,0-1 0 0 0,-1-1-1 0 0,1 1 1 0 0,0 0 0 0 0,0-1-1 0 0,0 1 1 0 0,0-1 0 0 0,0 0-1 0 0,0 0 1 0 0,0 0 0 0 0,0 0-1 0 0,0-1 1 0 0,0 1 0 0 0,0-1-1 0 0,0 0 1 0 0,-1 0 0 0 0,1 0 0 0 0,0 0-1 0 0,3-1 1 0 0,-4 0-87 0 0,0 0 0 0 0,0 0 0 0 0,-1 0 1 0 0,1-1-1 0 0,0 1 0 0 0,-1 0 0 0 0,1 0 0 0 0,-1-1 0 0 0,0 1 1 0 0,0-1-1 0 0,0 1 0 0 0,0-1 0 0 0,0 0 0 0 0,-1 1 0 0 0,1-1 0 0 0,-1 0 1 0 0,1 0-1 0 0,-1 1 0 0 0,0-1 0 0 0,0 0 0 0 0,0 0 0 0 0,-1 1 1 0 0,1-1-1 0 0,-1 0 0 0 0,1 1 0 0 0,-1-1 0 0 0,-1-3 0 0 0,-3-7 62 0 0,1-1-1 0 0,-2 1 0 0 0,-11-22 0 0 0,16 34-175 0 0,1-1 0 0 0,-1 1 0 0 0,0-1-1 0 0,0 1 1 0 0,1 0 0 0 0,-1-1 0 0 0,0 1 0 0 0,0 0 0 0 0,0 0 0 0 0,-1-1 0 0 0,1 1 0 0 0,0 0-1 0 0,0 0 1 0 0,-1 0 0 0 0,1 0 0 0 0,0 1 0 0 0,-1-1 0 0 0,1 0 0 0 0,-1 0 0 0 0,1 1 0 0 0,-1-1-1 0 0,1 1 1 0 0,-3-1 0 0 0,3 2-11 0 0,-1-1 0 0 0,1 1 0 0 0,0 0 1 0 0,0 0-1 0 0,0 0 0 0 0,0-1 0 0 0,0 1 0 0 0,0 0 0 0 0,0 0 0 0 0,0 1 0 0 0,0-1 0 0 0,1 0 1 0 0,-1 0-1 0 0,0 0 0 0 0,1 0 0 0 0,-1 1 0 0 0,1-1 0 0 0,-1 0 0 0 0,1 1 0 0 0,-1-1 0 0 0,1 0 0 0 0,0 1 1 0 0,0-1-1 0 0,0 0 0 0 0,0 1 0 0 0,0-1 0 0 0,0 3 0 0 0,0 3 44 0 0,-1 1 0 0 0,1 0 0 0 0,1-1 1 0 0,0 1-1 0 0,0-1 0 0 0,0 1 0 0 0,1-1 0 0 0,0 1 0 0 0,1-1 0 0 0,0 0 1 0 0,0 0-1 0 0,0 0 0 0 0,1 0 0 0 0,0-1 0 0 0,0 0 0 0 0,0 1 0 0 0,1-1 0 0 0,0-1 1 0 0,0 1-1 0 0,10 7 0 0 0,-6-6-47 0 0,0 0 0 0 0,1-1 0 0 0,0 0 0 0 0,1 0 0 0 0,-1-1 0 0 0,1 0 0 0 0,0-1 1 0 0,0 0-1 0 0,1-1 0 0 0,-1 0 0 0 0,1-1 0 0 0,20 1 0 0 0,-5-2-249 0 0</inkml:trace>
</inkml:ink>
</file>

<file path=ppt/ink/ink1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7:58.0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136 104 3225 0 0,'-1'-7'509'0'0,"1"0"-1"0"0,-1 1 1 0 0,-1-1 0 0 0,1 0 0 0 0,-1 1 0 0 0,0-1 0 0 0,-1 1 0 0 0,1 0-1 0 0,-1-1 1 0 0,-7-8 0 0 0,9 13-345 0 0,0 0 0 0 0,0 1 0 0 0,0 0 0 0 0,0-1 0 0 0,0 1 0 0 0,0-1 0 0 0,-1 1 0 0 0,1 0 0 0 0,0 0 0 0 0,-1 0-1 0 0,1 0 1 0 0,-1 0 0 0 0,0 0 0 0 0,1 0 0 0 0,-1 1 0 0 0,0-1 0 0 0,1 0 0 0 0,-1 1 0 0 0,0-1 0 0 0,0 1 0 0 0,1 0 0 0 0,-1 0 0 0 0,0 0 0 0 0,0 0 0 0 0,0 0 0 0 0,1 0 0 0 0,-1 0 0 0 0,0 0-1 0 0,0 1 1 0 0,0-1 0 0 0,1 1 0 0 0,-1-1 0 0 0,0 1 0 0 0,1 0 0 0 0,-1-1 0 0 0,0 1 0 0 0,1 0 0 0 0,-1 0 0 0 0,1 0 0 0 0,0 1 0 0 0,-1-1 0 0 0,1 0 0 0 0,0 0 0 0 0,0 1 0 0 0,-2 1-1 0 0,-1 3 58 0 0,-1 0 0 0 0,1 0 0 0 0,1 0 0 0 0,-1 0 0 0 0,1 1 0 0 0,0-1-1 0 0,1 1 1 0 0,-1 0 0 0 0,1 0 0 0 0,1 0 0 0 0,-1 0 0 0 0,1 0-1 0 0,1 0 1 0 0,-1 0 0 0 0,2 12 0 0 0,0 8 78 0 0,1 0 1 0 0,11 47-1 0 0,-11-62-264 0 0,2 0 0 0 0,0 0 0 0 0,1 0-1 0 0,0-1 1 0 0,0 0 0 0 0,1 0 0 0 0,1 0 0 0 0,0-1-1 0 0,0 0 1 0 0,1 0 0 0 0,0-1 0 0 0,13 12 0 0 0,-17-18-46 0 0,0 1-1 0 0,1 0 1 0 0,-1-1 0 0 0,1 0 0 0 0,0 0-1 0 0,0-1 1 0 0,0 1 0 0 0,0-1 0 0 0,1 0 0 0 0,-1 0-1 0 0,1-1 1 0 0,-1 1 0 0 0,1-1 0 0 0,-1-1-1 0 0,1 1 1 0 0,0-1 0 0 0,-1 0 0 0 0,1 0 0 0 0,0-1-1 0 0,-1 1 1 0 0,1-1 0 0 0,0 0 0 0 0,-1-1-1 0 0,1 0 1 0 0,-1 0 0 0 0,0 0 0 0 0,0 0 0 0 0,0-1-1 0 0,6-3 1 0 0,12-13-1061 0 0,-9 5-3964 0 0</inkml:trace>
</inkml:ink>
</file>

<file path=ppt/ink/ink1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7:58.4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 18 4609 0 0,'-5'-3'-673'0'0,"-25"-8"12155"0"0,30 12-11385 0 0,7 15 1477 0 0,1-3-1005 0 0,7 13 170 0 0,0-2 0 0 0,27 31 0 0 0,-37-49-705 0 0,0 0-1 0 0,0-1 1 0 0,0 0 0 0 0,1 0-1 0 0,-1-1 1 0 0,1 0 0 0 0,1 0-1 0 0,-1 0 1 0 0,0 0 0 0 0,1-1 0 0 0,0 0-1 0 0,0-1 1 0 0,0 1 0 0 0,14 1-1 0 0,-19-3-92 0 0,0-1-1 0 0,1 0 0 0 0,-1 0 0 0 0,0 0 0 0 0,0 0 1 0 0,1 0-1 0 0,-1 0 0 0 0,0-1 0 0 0,1 1 0 0 0,-1-1 0 0 0,0 1 1 0 0,0-1-1 0 0,0 0 0 0 0,0 0 0 0 0,0 0 0 0 0,0 0 1 0 0,0-1-1 0 0,0 1 0 0 0,0 0 0 0 0,0-1 0 0 0,0 1 1 0 0,-1-1-1 0 0,1 0 0 0 0,-1 1 0 0 0,1-1 0 0 0,-1 0 1 0 0,0 0-1 0 0,0 0 0 0 0,0 0 0 0 0,0 0 0 0 0,0 0 0 0 0,0-1 1 0 0,0 1-1 0 0,-1 0 0 0 0,1 0 0 0 0,0-4 0 0 0,0-9-518 0 0,1 1 0 0 0,-2 0-1 0 0,0-1 1 0 0,-4-24-1 0 0,2 18 755 0 0,2 19-174 0 0,0 0-1 0 0,0 1 1 0 0,-1-1-1 0 0,1 0 1 0 0,0 1-1 0 0,0-1 1 0 0,1 0-1 0 0,-1 0 1 0 0,0 1-1 0 0,0-1 1 0 0,1 1-1 0 0,-1-1 1 0 0,1 0-1 0 0,0 1 1 0 0,-1-1-1 0 0,1 1 1 0 0,0-1-1 0 0,0 1 1 0 0,1-3-1 0 0,-1 4 5 0 0,-1 0 0 0 0,1 0-1 0 0,-1 0 1 0 0,1 0 0 0 0,-1-1-1 0 0,1 1 1 0 0,-1 0 0 0 0,1 0-1 0 0,-1 0 1 0 0,1 0 0 0 0,-1 0-1 0 0,1 0 1 0 0,-1 0 0 0 0,0 0-1 0 0,1 0 1 0 0,-1 1 0 0 0,1-1-1 0 0,-1 0 1 0 0,1 0-1 0 0,-1 0 1 0 0,1 0 0 0 0,-1 1-1 0 0,1-1 1 0 0,15 16 232 0 0,-4 0 175 0 0,26 31 1144 0 0,-35-43-1846 0 0,1-1 1 0 0,0 0 0 0 0,0 0 0 0 0,0 0 0 0 0,8 4-1 0 0</inkml:trace>
</inkml:ink>
</file>

<file path=ppt/ink/ink1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7:58.9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1 166 6913 0 0,'5'0'515'0'0,"-1"0"-1"0"0,1 1 0 0 0,0-1 0 0 0,0 1 1 0 0,0 0-1 0 0,-1 1 0 0 0,1-1 0 0 0,-1 1 1 0 0,1 0-1 0 0,4 3 0 0 0,1 1 289 0 0,0 1-1 0 0,-1 0 0 0 0,13 13 0 0 0,-8-7-541 0 0,-3-2 73 0 0,-1-1-1 0 0,2 0 1 0 0,-1-1-1 0 0,24 14 1 0 0,-39-26-219 0 0,0 0 1 0 0,1 0-1 0 0,-1 0 1 0 0,0-1-1 0 0,1 1 0 0 0,0-1 1 0 0,0 0-1 0 0,0 0 1 0 0,0 0-1 0 0,1 0 1 0 0,-4-9-1 0 0,1 2 236 0 0,0-1 0 0 0,1 0 0 0 0,-5-20-1 0 0,7 18-400 0 0,0-1-1 0 0,0 0 1 0 0,2 0-1 0 0,0-16 1 0 0,1 26-336 0 0,-1 0 0 0 0,0 0 0 0 0,1 0 0 0 0,0 0 0 0 0,0 0 0 0 0,1 0 1 0 0,-1 0-1 0 0,1 1 0 0 0,0-1 0 0 0,0 1 0 0 0,1-1 0 0 0,0 1 0 0 0,-1 0 0 0 0,1 0 1 0 0,6-7-1 0 0,-8 10 161 0 0,0 1-1 0 0,0-1 1 0 0,0 0 0 0 0,-1 1 0 0 0,1-1 0 0 0,0 1 0 0 0,0-1 0 0 0,0 1 0 0 0,0 0 0 0 0,0-1 0 0 0,0 1 0 0 0,0 0 0 0 0,0 0-1 0 0,0 0 1 0 0,0-1 0 0 0,0 1 0 0 0,0 0 0 0 0,0 0 0 0 0,0 0 0 0 0,0 1 0 0 0,0-1 0 0 0,0 0 0 0 0,0 0 0 0 0,0 0-1 0 0,0 1 1 0 0,0-1 0 0 0,0 1 0 0 0,0-1 0 0 0,0 1 0 0 0,-1-1 0 0 0,2 1 0 0 0,3 6-441 0 0</inkml:trace>
</inkml:ink>
</file>

<file path=ppt/ink/ink1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7:59.3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0 244 5529 0 0,'2'-2'325'0'0,"0"-1"0"0"0,0 1-1 0 0,0 0 1 0 0,1 0 0 0 0,-1 1-1 0 0,1-1 1 0 0,-1 0 0 0 0,1 1-1 0 0,-1-1 1 0 0,1 1 0 0 0,0 0 0 0 0,0 0-1 0 0,0 0 1 0 0,-1 0 0 0 0,1 1-1 0 0,0-1 1 0 0,0 1 0 0 0,0 0 0 0 0,0 0-1 0 0,0 0 1 0 0,0 0 0 0 0,0 0-1 0 0,0 0 1 0 0,0 1 0 0 0,0 0-1 0 0,6 1 1 0 0,-4 1-119 0 0,0 0 1 0 0,0 0-1 0 0,0 1 0 0 0,0 0 1 0 0,0-1-1 0 0,-1 2 0 0 0,0-1 1 0 0,0 0-1 0 0,0 1 0 0 0,0 0 1 0 0,-1 0-1 0 0,6 9 0 0 0,-7-9-169 0 0,1-1 1 0 0,0 0 1 0 0,-1 0-1 0 0,0 0 1 0 0,0 1-1 0 0,0-1 1 0 0,0 1-1 0 0,-1-1 1 0 0,1 1 0 0 0,-1 0-1 0 0,0-1 1 0 0,-1 1-1 0 0,1 7 1 0 0,2-82 2937 0 0,6 21-3538 0 0,19-59 0 0 0,-17 76-3189 0 0,17-36-1 0 0,-13 40-1384 0 0</inkml:trace>
</inkml:ink>
</file>

<file path=ppt/ink/ink1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8:00.1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18 326 3225 0 0,'8'-8'1616'0'0,"0"-1"0"0"0,0-1 0 0 0,11-17 0 0 0,-16 20-1520 0 0,1 1 0 0 0,-1-1 0 0 0,0 0 0 0 0,0 0 0 0 0,-1-1 0 0 0,0 1-1 0 0,0 0 1 0 0,-1-1 0 0 0,0 0 0 0 0,0 1 0 0 0,0-1 0 0 0,-2-13 0 0 0,0 17 43 0 0,1-1 0 0 0,-1 0 1 0 0,0 1-1 0 0,-1-1 1 0 0,1 0-1 0 0,-1 1 0 0 0,0 0 1 0 0,-4-8-1 0 0,6 11-106 0 0,-1 1 1 0 0,0-1 0 0 0,1 0-1 0 0,-1 0 1 0 0,1 1-1 0 0,-1-1 1 0 0,0 0-1 0 0,0 1 1 0 0,1-1-1 0 0,-1 1 1 0 0,0-1-1 0 0,0 1 1 0 0,0-1-1 0 0,1 1 1 0 0,-1 0-1 0 0,0 0 1 0 0,0-1-1 0 0,0 1 1 0 0,0 0-1 0 0,-1 0 1 0 0,1 0-15 0 0,-1 0 0 0 0,1 1 0 0 0,-1-1 1 0 0,1 0-1 0 0,0 1 0 0 0,0 0 0 0 0,-1-1 1 0 0,1 1-1 0 0,0 0 0 0 0,0-1 0 0 0,-1 1 1 0 0,1 0-1 0 0,0 0 0 0 0,0 0 0 0 0,0 0 1 0 0,0 0-1 0 0,-1 2 0 0 0,-1 1-54 0 0,-1 1-1 0 0,1-1 1 0 0,1 1-1 0 0,-1-1 1 0 0,0 1 0 0 0,1 0-1 0 0,0-1 1 0 0,0 1-1 0 0,1 1 1 0 0,-1-1-1 0 0,1 0 1 0 0,0 0-1 0 0,1 0 1 0 0,-1 1 0 0 0,1-1-1 0 0,0 0 1 0 0,0 0-1 0 0,1 1 1 0 0,-1-1-1 0 0,1 0 1 0 0,0 0-1 0 0,4 9 1 0 0,-4-10 72 0 0,1 0 1 0 0,1 0-1 0 0,-1 0 1 0 0,0 0-1 0 0,1 0 0 0 0,0-1 1 0 0,0 1-1 0 0,0-1 1 0 0,0 0-1 0 0,1 0 0 0 0,-1 0 1 0 0,1 0-1 0 0,0 0 1 0 0,0-1-1 0 0,0 0 0 0 0,0 0 1 0 0,0 0-1 0 0,0 0 1 0 0,0-1-1 0 0,1 1 0 0 0,-1-1 1 0 0,1 0-1 0 0,-1 0 1 0 0,1-1-1 0 0,-1 0 0 0 0,7 0 1 0 0,-10 0-19 0 0,1 0 0 0 0,-1-1 1 0 0,1 1-1 0 0,-1-1 0 0 0,0 1 0 0 0,1-1 1 0 0,-1 0-1 0 0,1 0 0 0 0,-1 0 0 0 0,0 0 1 0 0,0 0-1 0 0,1 0 0 0 0,-1 0 0 0 0,0 0 1 0 0,0 0-1 0 0,0 0 0 0 0,0-1 0 0 0,-1 1 1 0 0,1 0-1 0 0,0-1 0 0 0,0 1 0 0 0,-1 0 1 0 0,1-1-1 0 0,-1 1 0 0 0,1-3 0 0 0,12-47 342 0 0,-10 36-210 0 0,2-6-68 0 0,-1-1-38 0 0,2 1 0 0 0,0-1 1 0 0,12-23-1 0 0,-18 44-13 0 0,0 1 0 0 0,1-1 0 0 0,-1 0-1 0 0,1 0 1 0 0,0 0 0 0 0,-1 1 0 0 0,1-1 0 0 0,-1 0-1 0 0,1 0 1 0 0,0 1 0 0 0,0-1 0 0 0,-1 1 0 0 0,1-1 0 0 0,0 1-1 0 0,0-1 1 0 0,0 1 0 0 0,0-1 0 0 0,0 1 0 0 0,0 0-1 0 0,-1-1 1 0 0,1 1 0 0 0,0 0 0 0 0,0 0 0 0 0,0 0 0 0 0,0 0-1 0 0,0 0 1 0 0,0 0 0 0 0,0 0 0 0 0,0 0 0 0 0,0 0-1 0 0,0 0 1 0 0,0 0 0 0 0,0 1 0 0 0,0-1 0 0 0,0 0-1 0 0,0 1 1 0 0,0-1 0 0 0,-1 1 0 0 0,1-1 0 0 0,0 1 0 0 0,0-1-1 0 0,0 1 1 0 0,-1 0 0 0 0,1-1 0 0 0,0 1 0 0 0,-1 0-1 0 0,2 1 1 0 0,5 5 243 0 0,0 0-1 0 0,-1 0 0 0 0,9 13 1 0 0,-12-17-127 0 0,7 13 45 0 0,19 23 535 0 0,-28-37-702 0 0,1 0 0 0 0,-1-1-1 0 0,1 1 1 0 0,-1-1 0 0 0,1 1 0 0 0,0-1 0 0 0,0 1 0 0 0,0-1-1 0 0,0 0 1 0 0,0 0 0 0 0,0 0 0 0 0,0 0 0 0 0,0 0 0 0 0,0-1-1 0 0,0 1 1 0 0,4 0 0 0 0,-5-2-26 0 0,0 1 0 0 0,1 0 0 0 0,-1-1 0 0 0,0 1 0 0 0,1-1 0 0 0,-1 0 0 0 0,0 1 0 0 0,1-1 0 0 0,-1 0 0 0 0,0 0 0 0 0,0 0 0 0 0,0 0 0 0 0,0 0 0 0 0,0 0 0 0 0,0 0 0 0 0,0 0 0 0 0,0 0 0 0 0,-1 0 0 0 0,1-1 0 0 0,0 1 0 0 0,-1 0 0 0 0,1-1 0 0 0,-1 1 0 0 0,1 0 0 0 0,0-3 0 0 0,9-38 0 0 0,-9 36 0 0 0,2-16 135 0 0,-2 10 100 0 0,1-1 1 0 0,1 0-1 0 0,4-13 1 0 0,-7 23-210 0 0,1 1 1 0 0,0 0 0 0 0,0 0 0 0 0,0 0 0 0 0,0 0 0 0 0,0 0 0 0 0,0 0 0 0 0,0 1 0 0 0,0-1 0 0 0,1 0 0 0 0,-1 1 0 0 0,1-1 0 0 0,0 0 0 0 0,-1 1-1 0 0,1 0 1 0 0,0-1 0 0 0,0 1 0 0 0,0 0 0 0 0,-1 0 0 0 0,1 0 0 0 0,0 0 0 0 0,1 0 0 0 0,-1 1 0 0 0,3-1 0 0 0,-4 1-16 0 0,1 0-1 0 0,-1 0 1 0 0,0 0 0 0 0,1 0 0 0 0,-1 1 0 0 0,0-1-1 0 0,0 1 1 0 0,1-1 0 0 0,-1 1 0 0 0,0-1 0 0 0,0 1 0 0 0,0 0-1 0 0,0-1 1 0 0,0 1 0 0 0,0 0 0 0 0,0 0 0 0 0,0 0-1 0 0,0 0 1 0 0,0 0 0 0 0,0 0 0 0 0,1 1 0 0 0,18 32 62 0 0,-5-9 74 0 0,-14-23-209 0 0,1 0-1 0 0,0 0 1 0 0,-1-1-1 0 0,1 1 0 0 0,0-1 1 0 0,0 1-1 0 0,0-1 1 0 0,0 0-1 0 0,0 0 0 0 0,0 1 1 0 0,0-1-1 0 0,0-1 1 0 0,1 1-1 0 0,-1 0 0 0 0,0-1 1 0 0,1 1-1 0 0,-1-1 1 0 0,4 1-1 0 0,4-3-1012 0 0</inkml:trace>
</inkml:ink>
</file>

<file path=ppt/ink/ink1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8:00.3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5065 0 0,'9'11'3699'0'0,"1"0"1"0"0,12 21-1 0 0,36 70-2292 0 0,-29-48-596 0 0,40 64-541 0 0,-52-91-605 0 0</inkml:trace>
</inkml:ink>
</file>

<file path=ppt/ink/ink1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8:00.5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2 183 8290 0 0,'-2'-4'736'0'0,"2"1"-584"0"0,2-1-152 0 0,-1 1 0 0 0,2 2 480 0 0,0-2 72 0 0,1-1 16 0 0,4-3 0 0 0,6-2-248 0 0,5-5-39 0 0,7-3-17 0 0,2 1 0 0 0,2-1-264 0 0,1-1 0 0 0,3 2 0 0 0,-1 1 0 0 0,2-2 0 0 0,0 2 0 0 0</inkml:trace>
</inkml:ink>
</file>

<file path=ppt/ink/ink1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8:16.5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56 8290 0 0,'-6'-28'1662'0'0,"9"1"4816"0"0,-3 27-6368 0 0,1 0-1 0 0,-1 0 0 0 0,0 0 1 0 0,1 0-1 0 0,-1 1 0 0 0,1-1 1 0 0,-1 0-1 0 0,1 0 1 0 0,-1 1-1 0 0,0-1 0 0 0,1 0 1 0 0,-1 1-1 0 0,0-1 0 0 0,1 0 1 0 0,-1 1-1 0 0,0-1 1 0 0,1 1-1 0 0,-1-1 0 0 0,0 0 1 0 0,0 1-1 0 0,1-1 1 0 0,-1 1-1 0 0,0-1 0 0 0,0 1 1 0 0,0-1-1 0 0,0 1 0 0 0,0-1 1 0 0,0 1-1 0 0,10 20 371 0 0,12 59 225 0 0,-3 0 1 0 0,15 153 0 0 0,-13-73-364 0 0,42 122-546 0 0,-61-272-1982 0 0</inkml:trace>
</inkml:ink>
</file>

<file path=ppt/ink/ink1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8:16.8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1 172 6449 0 0,'5'-7'223'0'0,"0"0"1"0"0,1 0-1 0 0,0 1 0 0 0,0 0 0 0 0,1 0 0 0 0,-1 0 0 0 0,13-7 0 0 0,57-29 2317 0 0,-53 30-1888 0 0,-15 7-337 0 0,14-6 1096 0 0,0 0 1 0 0,39-13 0 0 0,-56 22-1415 0 0,-1 1 1 0 0,1-1-1 0 0,0 1 1 0 0,0 0-1 0 0,0 1 1 0 0,-1-1-1 0 0,1 1 1 0 0,0 0-1 0 0,0 0 1 0 0,0 0-1 0 0,0 1 1 0 0,0 0-1 0 0,0 0 1 0 0,-1 0-1 0 0,1 0 1 0 0,0 1-1 0 0,-1 0 1 0 0,1 0-1 0 0,-1 0 1 0 0,6 3-1 0 0</inkml:trace>
</inkml:ink>
</file>

<file path=ppt/ink/ink1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8:16.9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84 7370 0 0,'0'0'54'0'0,"0"0"0"0"0,0 1 1 0 0,0-1-1 0 0,0 0 0 0 0,0 0 1 0 0,0 0-1 0 0,0 0 0 0 0,0 0 0 0 0,0 1 1 0 0,0-1-1 0 0,0 0 0 0 0,0 0 1 0 0,0 0-1 0 0,0 0 0 0 0,0 1 1 0 0,0-1-1 0 0,0 0 0 0 0,0 0 1 0 0,0 0-1 0 0,0 0 0 0 0,1 1 381 0 0,-1-1-381 0 0,0 1 1 0 0,0-1-1 0 0,1 0 0 0 0,-1 0 1 0 0,0 0-1 0 0,0 0 0 0 0,0 0 1 0 0,0 0-1 0 0,0 0 0 0 0,1 0 1 0 0,-1 0-1 0 0,0 0 0 0 0,0 0 0 0 0,0 0 1 0 0,0 0-1 0 0,1 0 0 0 0,12-1 1835 0 0,15-6 560 0 0,-27 7-2328 0 0,224-75 4020 0 0,-207 69-4141 0 0</inkml:trace>
</inkml:ink>
</file>

<file path=ppt/ink/ink1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8:17.2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54 6449 0 0,'1'-2'577'0'0,"1"-1"-465"0"0,0 0-112 0 0,1 2 0 0 0,1-1 480 0 0,2 0 64 0 0,2-2 24 0 0,6-3 0 0 0,5-3-480 0 0,0 2-88 0 0,3 2 0 0 0,-1 2 0 0 0,-2 3 0 0 0,-1 4 0 0 0,-3 3 112 0 0,-3 3-32 0 0</inkml:trace>
</inkml:ink>
</file>

<file path=ppt/ink/ink1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8:17.4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58 6449 0 0,'6'1'288'0'0,"-2"-1"57"0"0,0 0-281 0 0,0 0-64 0 0,1 0 0 0 0,-3 0 0 0 0,4-1 576 0 0,3-1 96 0 0,7 0 16 0 0,3-2 8 0 0,1-2-216 0 0,0 1-48 0 0,-1-1-8 0 0,-3 1 0 0 0,1-1-1848 0 0,-2 1-368 0 0,2-2-81 0 0,-2-3-15 0 0</inkml:trace>
</inkml:ink>
</file>

<file path=ppt/ink/ink1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8:1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5985 0 0,'1'60'7620'0'0,"2"2"-3595"0"0,19 124-936 0 0,-10-100-2876 0 0,-6-35-433 0 0,3 0 0 0 0,16 55 0 0 0,-18-87-496 0 0</inkml:trace>
</inkml:ink>
</file>

<file path=ppt/ink/ink1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8:17.8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0 128 4609 0 0,'2'-3'491'0'0,"0"0"0"0"0,1-1 0 0 0,-1 1 0 0 0,0 1 0 0 0,1-1 0 0 0,0 0 0 0 0,0 1 0 0 0,0-1 1 0 0,0 1-1 0 0,0 0 0 0 0,6-3 0 0 0,0-2 335 0 0,10-6 1102 0 0,1 0 0 0 0,0 1 0 0 0,28-13 1 0 0,-39 21-1705 0 0,1 0 0 0 0,-1 1 0 0 0,1 0 0 0 0,-1 1 0 0 0,1 0 0 0 0,0 0 0 0 0,0 1 0 0 0,0 0 0 0 0,0 1 0 0 0,14 1 0 0 0,-21-1-386 0 0,-1 0 0 0 0,0 1 0 0 0,0-1 1 0 0,0 1-1 0 0,0 0 0 0 0,0-1 0 0 0,0 1 1 0 0,0 0-1 0 0,0 0 0 0 0,3 3 1 0 0</inkml:trace>
</inkml:ink>
</file>

<file path=ppt/ink/ink1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8:18.1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1 154 12899 0 0,'10'-10'667'0'0,"81"-74"1737"0"0,-77 73-4129 0 0,1 1-1 0 0,26-14 1 0 0,-28 17 1260 0 0,1-1 346 0 0</inkml:trace>
</inkml:ink>
</file>

<file path=ppt/ink/ink1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8:18.5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82 72 7370 0 0,'-3'0'287'0'0,"1"0"0"0"0,-1 0 1 0 0,0 0-1 0 0,0 1 1 0 0,0 0-1 0 0,0-1 1 0 0,1 1-1 0 0,-1 0 0 0 0,0 0 1 0 0,1 1-1 0 0,-1-1 1 0 0,0 0-1 0 0,1 1 1 0 0,0 0-1 0 0,-1-1 0 0 0,1 1 1 0 0,-3 3-1 0 0,2-1-119 0 0,0 0 0 0 0,0 1 0 0 0,0-1 0 0 0,1 0-1 0 0,-1 1 1 0 0,1-1 0 0 0,0 1 0 0 0,1 0 0 0 0,-3 8-1 0 0,2-5-112 0 0,1 1-1 0 0,0-1 0 0 0,0 1 1 0 0,1-1-1 0 0,0 1 0 0 0,0-1 0 0 0,1 1 1 0 0,0-1-1 0 0,1 1 0 0 0,0-1 1 0 0,0 0-1 0 0,4 9 0 0 0,-2-11 50 0 0,-1 0 0 0 0,1 0 0 0 0,0 0 1 0 0,1 0-1 0 0,-1-1 0 0 0,1 0 0 0 0,0 0 0 0 0,1 0 0 0 0,-1 0 0 0 0,1-1 0 0 0,0 0 0 0 0,0 0 1 0 0,0-1-1 0 0,1 0 0 0 0,-1 0 0 0 0,1 0 0 0 0,0-1 0 0 0,0 0 0 0 0,-1 0 0 0 0,1 0 0 0 0,1-1 0 0 0,-1 0 1 0 0,0-1-1 0 0,0 0 0 0 0,0 0 0 0 0,9-1 0 0 0,-9 0 65 0 0,1 0 1 0 0,-1 0-1 0 0,0 0 0 0 0,0-1 1 0 0,0 0-1 0 0,0-1 1 0 0,0 1-1 0 0,0-2 0 0 0,-1 1 1 0 0,0 0-1 0 0,1-1 1 0 0,-1 0-1 0 0,0-1 0 0 0,-1 0 1 0 0,1 1-1 0 0,-1-2 1 0 0,0 1-1 0 0,0-1 0 0 0,-1 1 1 0 0,1-1-1 0 0,-1-1 1 0 0,-1 1-1 0 0,1 0 0 0 0,-1-1 1 0 0,4-11-1 0 0,-6 10-111 0 0,0-1-1 0 0,0 0 1 0 0,-1 1-1 0 0,0-1 1 0 0,0 1-1 0 0,-1-1 1 0 0,0 0-1 0 0,-1 1 1 0 0,1-1-1 0 0,-2 1 1 0 0,1 0-1 0 0,-1 0 1 0 0,-1 0-1 0 0,1 0 1 0 0,-1 0-1 0 0,-1 1 1 0 0,0 0-1 0 0,-8-11 1 0 0,7 11-74 0 0,1 1 0 0 0,-1 0 0 0 0,0 0-1 0 0,0 1 1 0 0,0-1 0 0 0,-1 2 0 0 0,0-1 0 0 0,-14-7 0 0 0,16 10-141 0 0,0 0 1 0 0,0 1 0 0 0,0-1 0 0 0,0 1 0 0 0,0 0 0 0 0,0 0-1 0 0,0 0 1 0 0,0 1 0 0 0,0 0 0 0 0,-1 0 0 0 0,1 0 0 0 0,0 1-1 0 0,0 0 1 0 0,-9 2 0 0 0</inkml:trace>
</inkml:ink>
</file>

<file path=ppt/ink/ink1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8:19.6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41 9674 0 0,'21'-1'5725'0'0,"14"-3"-2571"0"0,13-1-1559 0 0,98-7 386 0 0,79-3-2833 0 0,-199 12-1582 0 0</inkml:trace>
</inkml:ink>
</file>

<file path=ppt/ink/ink1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8:20.1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322 136 456 0 0,'4'9'10174'0'0,"-2"-7"-9819"0"0,-1-1 1 0 0,0 0-1 0 0,1 0 0 0 0,-1 0 0 0 0,1-1 0 0 0,-1 1 0 0 0,1 0 0 0 0,-1 0 0 0 0,1-1 1 0 0,0 1-1 0 0,-1-1 0 0 0,1 1 0 0 0,0-1 0 0 0,-1 0 0 0 0,1 0 0 0 0,0 0 0 0 0,0 0 1 0 0,-1 0-1 0 0,1 0 0 0 0,0 0 0 0 0,0-1 0 0 0,-1 1 0 0 0,1 0 0 0 0,0-1 0 0 0,-1 0 1 0 0,1 1-1 0 0,-1-1 0 0 0,1 0 0 0 0,-1 0 0 0 0,1 0 0 0 0,-1 0 0 0 0,1 0 0 0 0,-1 0 1 0 0,2-2-1 0 0,-2 1-366 0 0,0 1 0 0 0,0-1 0 0 0,0 0 1 0 0,0 0-1 0 0,0-1 0 0 0,0 1 0 0 0,-1 0 1 0 0,1 0-1 0 0,-1 0 0 0 0,1 0 0 0 0,-1-1 0 0 0,0 1 1 0 0,0-3-1 0 0,0 2 16 0 0,0-1-1 0 0,0 1 1 0 0,-1-1 0 0 0,0 0-1 0 0,1 1 1 0 0,-1-1 0 0 0,0 1-1 0 0,-1-1 1 0 0,1 1 0 0 0,-1 0 0 0 0,1 0-1 0 0,-1 0 1 0 0,0-1 0 0 0,0 1-1 0 0,-1 1 1 0 0,-2-4 0 0 0,1 2-4 0 0,-1-1 0 0 0,0 1 0 0 0,0 1 0 0 0,-1-1 0 0 0,1 1-1 0 0,-1 0 1 0 0,0 0 0 0 0,-9-3 0 0 0,-1 2 2 0 0,-1 0-1 0 0,1 0 1 0 0,0 2-1 0 0,-1 0 0 0 0,1 1 1 0 0,-22 1-1 0 0,32 1-4 0 0,1-1 0 0 0,-1 1 0 0 0,1 0-1 0 0,-1 0 1 0 0,1 1 0 0 0,0 0 0 0 0,-1 0-1 0 0,1 0 1 0 0,0 0 0 0 0,0 1 0 0 0,1 0-1 0 0,-1 0 1 0 0,-5 5 0 0 0,3-2 22 0 0,1 0-1 0 0,0 1 1 0 0,1 0 0 0 0,-1 0-1 0 0,1 0 1 0 0,1 0 0 0 0,-7 14 0 0 0,1 2-16 0 0,2 1 1 0 0,1 0-1 0 0,0 0 1 0 0,2 0-1 0 0,-2 27 1 0 0,6-44-5 0 0,0 0 0 0 0,1 0 1 0 0,0-1-1 0 0,0 1 1 0 0,0 0-1 0 0,1 0 1 0 0,0-1-1 0 0,0 1 0 0 0,1 0 1 0 0,0-1-1 0 0,0 1 1 0 0,1-1-1 0 0,0 0 0 0 0,0 0 1 0 0,0 0-1 0 0,1 0 1 0 0,-1 0-1 0 0,1-1 1 0 0,1 1-1 0 0,-1-1 0 0 0,1 0 1 0 0,0-1-1 0 0,0 1 1 0 0,1-1-1 0 0,-1 0 0 0 0,1 0 1 0 0,0-1-1 0 0,0 0 1 0 0,0 0-1 0 0,0 0 1 0 0,9 2-1 0 0,-8-2 17 0 0,1-1 1 0 0,0-1-1 0 0,-1 1 0 0 0,1-1 1 0 0,0-1-1 0 0,0 0 0 0 0,0 0 1 0 0,0 0-1 0 0,-1-1 0 0 0,1 0 1 0 0,0 0-1 0 0,-1-1 0 0 0,1 0 1 0 0,-1 0-1 0 0,1-1 0 0 0,-1 0 1 0 0,0 0-1 0 0,0-1 1 0 0,7-5-1 0 0,-4 3-467 0 0,-2-1 0 0 0,1 0 1 0 0,-1 0-1 0 0,12-14 0 0 0,-3 1-7218 0 0</inkml:trace>
</inkml:ink>
</file>

<file path=ppt/ink/ink1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8:21.1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204 147 10594 0 0,'-1'-2'240'0'0,"0"1"-1"0"0,0-1 1 0 0,0 0-1 0 0,-1 0 1 0 0,1 1-1 0 0,-1-1 1 0 0,1 0 0 0 0,-1 1-1 0 0,0 0 1 0 0,1-1-1 0 0,-1 1 1 0 0,0 0-1 0 0,0 0 1 0 0,0 0-1 0 0,0 0 1 0 0,0 0-1 0 0,0 0 1 0 0,0 1-1 0 0,0-1 1 0 0,0 1-1 0 0,0-1 1 0 0,-1 1-1 0 0,1 0 1 0 0,0 0 0 0 0,-3 0-1 0 0,-1 0 31 0 0,0 0 1 0 0,1 0-1 0 0,-1 1 0 0 0,0 0 0 0 0,1 0 0 0 0,-1 0 1 0 0,1 0-1 0 0,-1 1 0 0 0,-4 2 0 0 0,3 1-161 0 0,0 0 1 0 0,0 0-1 0 0,1 1 0 0 0,0-1 0 0 0,0 2 0 0 0,0-1 1 0 0,1 0-1 0 0,0 1 0 0 0,0 0 0 0 0,1 0 0 0 0,0 1 1 0 0,0-1-1 0 0,0 1 0 0 0,1 0 0 0 0,0 0 0 0 0,1 0 0 0 0,0 0 1 0 0,-1 10-1 0 0,1-11-116 0 0,1 0 0 0 0,0 0 0 0 0,0 0 0 0 0,1 0 0 0 0,0 1 0 0 0,1-1 0 0 0,-1 0 0 0 0,1 0 0 0 0,0 0 0 0 0,1 0 0 0 0,0 0 0 0 0,0 0 0 0 0,1 0 0 0 0,-1-1 0 0 0,1 1 0 0 0,1-1 0 0 0,-1 0 0 0 0,1 0 0 0 0,0 0 0 0 0,1 0 0 0 0,8 8 0 0 0,-12-13 8 0 0,0 1 0 0 0,1-1 0 0 0,-1 0 0 0 0,1 0 0 0 0,-1 0 0 0 0,1 0 0 0 0,0 0 0 0 0,-1 0 0 0 0,1 0 0 0 0,0 0 0 0 0,0-1 0 0 0,-1 1 0 0 0,1-1 0 0 0,0 1 1 0 0,0-1-1 0 0,0 0 0 0 0,0 0 0 0 0,0 0 0 0 0,-1 0 0 0 0,1 0 0 0 0,0 0 0 0 0,2-1 0 0 0,-1 0-47 0 0,-1 0 1 0 0,0 0-1 0 0,0 0 1 0 0,0-1-1 0 0,0 1 1 0 0,0-1-1 0 0,-1 1 0 0 0,1-1 1 0 0,0 0-1 0 0,-1 0 1 0 0,1 0-1 0 0,-1 0 0 0 0,1 0 1 0 0,1-4-1 0 0,2-6-29 0 0,0-1 1 0 0,0 1-1 0 0,-1-1 0 0 0,3-22 0 0 0,-3 11 406 0 0,9-42 752 0 0,-12 62-1019 0 0,0 1-1 0 0,0 0 1 0 0,1 0 0 0 0,-1 0-1 0 0,0 0 1 0 0,1 0-1 0 0,0 0 1 0 0,0 0-1 0 0,0 0 1 0 0,0 1-1 0 0,0-1 1 0 0,1 1 0 0 0,-1 0-1 0 0,1-1 1 0 0,5-2-1 0 0,-6 4-56 0 0,0 0 0 0 0,0 0 0 0 0,1 1 0 0 0,-1-1 0 0 0,0 1-1 0 0,1 0 1 0 0,-1 0 0 0 0,0 0 0 0 0,1 0 0 0 0,-1 0 0 0 0,0 0 0 0 0,1 1 0 0 0,-1-1-1 0 0,0 1 1 0 0,0-1 0 0 0,1 1 0 0 0,-1 0 0 0 0,0 0 0 0 0,0 0 0 0 0,0 0 0 0 0,3 2-1 0 0,5 4 19 0 0,1 1 1 0 0,16 15-1 0 0,-9-7-5 0 0,-4-3 28 0 0,26 29-1 0 0,-33-32-19 0 0,1-1-1 0 0,0 0 1 0 0,1 0 0 0 0,0-1-1 0 0,1 0 1 0 0,0-1-1 0 0,20 12 1 0 0,-29-18-25 0 0,-1-1 0 0 0,1 0-1 0 0,-1 0 1 0 0,1 0 0 0 0,-1-1 0 0 0,1 1 0 0 0,-1 0 0 0 0,1 0-1 0 0,-1 0 1 0 0,1 0 0 0 0,0 0 0 0 0,-1-1 0 0 0,1 1-1 0 0,-1 0 1 0 0,0 0 0 0 0,1-1 0 0 0,-1 1 0 0 0,1 0-1 0 0,-1-1 1 0 0,1 1 0 0 0,-1 0 0 0 0,0-1 0 0 0,1 1 0 0 0,-1-1-1 0 0,0 1 1 0 0,1-1 0 0 0,-1 1 0 0 0,0-1 0 0 0,0 1-1 0 0,0-1 1 0 0,1 1 0 0 0,-1-1 0 0 0,0 1 0 0 0,0-1-1 0 0,0 1 1 0 0,0-1 0 0 0,0 1 0 0 0,0-1 0 0 0,0 1 0 0 0,0-1-1 0 0,0 0 1 0 0,3-29 115 0 0,-3 26-91 0 0,2-56 303 0 0,18-96 1 0 0,3 66-7399 0 0,-13 62-351 0 0</inkml:trace>
</inkml:ink>
</file>

<file path=ppt/ink/ink1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8:21.8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13 571 6913 0 0,'-2'-5'528'0'0,"0"1"-1"0"0,0 0 0 0 0,0-1 0 0 0,1 0 0 0 0,0 1 0 0 0,0-1 0 0 0,0 0 0 0 0,1 1 0 0 0,-1-1 0 0 0,1 0 0 0 0,0 0 0 0 0,0 1 0 0 0,1-1 0 0 0,0 0 0 0 0,0 0 0 0 0,0 1 0 0 0,0-1 0 0 0,1 1 0 0 0,3-9 0 0 0,-5 13-372 0 0,1-1 0 0 0,0 0 0 0 0,0 1 0 0 0,0-1 0 0 0,0 1 0 0 0,0-1 0 0 0,0 1-1 0 0,0 0 1 0 0,0-1 0 0 0,0 1 0 0 0,0 0 0 0 0,0-1 0 0 0,0 1 0 0 0,0 0 0 0 0,0 0 0 0 0,0 0-1 0 0,0 0 1 0 0,0 0 0 0 0,0 0 0 0 0,1 1 0 0 0,-1-1 0 0 0,0 0 0 0 0,0 0 0 0 0,0 1-1 0 0,0-1 1 0 0,0 1 0 0 0,0-1 0 0 0,0 1 0 0 0,-1-1 0 0 0,1 1 0 0 0,1 0 0 0 0,31 20 139 0 0,-23-12-279 0 0,0 1 0 0 0,0 0 0 0 0,-1 1 0 0 0,0 0 0 0 0,10 18 1 0 0,32 66 119 0 0,-34-62-90 0 0,29 46 0 0 0,-38-67-9 0 0,0 0 0 0 0,1-1 0 0 0,1 0 0 0 0,-1-1 0 0 0,2 0 0 0 0,-1 0 0 0 0,1-1 0 0 0,1-1 0 0 0,13 9 0 0 0,-24-17-41 0 0,-1 1-1 0 0,1-1 1 0 0,-1 0-1 0 0,1 0 1 0 0,-1 0-1 0 0,0 0 1 0 0,1 1-1 0 0,-1-1 1 0 0,1 0-1 0 0,-1 0 1 0 0,1 0-1 0 0,-1 0 1 0 0,1 0-1 0 0,-1 0 1 0 0,1 0-1 0 0,-1 0 1 0 0,1 0-1 0 0,-1 0 1 0 0,0 0-1 0 0,1-1 1 0 0,-1 1-1 0 0,1 0 1 0 0,-1 0-1 0 0,1 0 1 0 0,-1-1-1 0 0,0 1 1 0 0,1 0-1 0 0,-1 0 1 0 0,1-1-1 0 0,6-16 176 0 0,-4-26 135 0 0,-3 35-456 0 0,12-205 398 0 0,53-286 0 0 0,-62 487-439 0 0,-2 3-60 0 0,0-1 1 0 0,1 1-1 0 0,0 0 0 0 0,1 0 0 0 0,0 0 0 0 0,0 0 0 0 0,1 1 0 0 0,7-13 0 0 0,-11 21 202 0 0,0 0 0 0 0,0 0 0 0 0,1 0 0 0 0,-1-1 0 0 0,0 1 0 0 0,0 0 0 0 0,0 0 0 0 0,0 0-1 0 0,0 0 1 0 0,1 0 0 0 0,-1 0 0 0 0,0 0 0 0 0,0 0 0 0 0,0 0 0 0 0,0 0 0 0 0,1 0 0 0 0,-1 0 0 0 0,0 0-1 0 0,0 0 1 0 0,0 0 0 0 0,0 0 0 0 0,1 0 0 0 0,-1 0 0 0 0,0 0 0 0 0,0 0 0 0 0,0 0 0 0 0,0 0 0 0 0,1 0-1 0 0,-1 0 1 0 0,0 0 0 0 0,0 0 0 0 0,0 0 0 0 0,0 1 0 0 0,0-1 0 0 0,1 0 0 0 0,-1 0 0 0 0,0 0 0 0 0,0 0 0 0 0,0 0-1 0 0,0 0 1 0 0,0 1 0 0 0,0-1 0 0 0,0 0 0 0 0,0 0 0 0 0,0 0 0 0 0,1 0 0 0 0,-1 0 0 0 0,0 1 0 0 0,0-1-1 0 0,0 0 1 0 0,0 0 0 0 0,0 0 0 0 0,0 0 0 0 0,0 1 0 0 0,2 7-1358 0 0</inkml:trace>
</inkml:ink>
</file>

<file path=ppt/ink/ink1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8:22.6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215 309 3225 0 0,'-15'1'471'0'0,"1"1"-1"0"0,-1 1 1 0 0,1 0 0 0 0,-24 9 0 0 0,-2 0 1102 0 0,18-7-447 0 0,11-3 314 0 0,1 0 0 0 0,0 1 0 0 0,-13 6 0 0 0,23-9-1391 0 0,0 0 1 0 0,0 0-1 0 0,0 0 1 0 0,-2 1 444 0 0,2-1-444 0 0,0 0-1 0 0,0 0 1 0 0,0 0-1 0 0,0 0 1 0 0,0 0-1 0 0,0 1 1 0 0,0-1-1 0 0,0 0 1 0 0,0 0-1 0 0,0 0 0 0 0,0 0 1 0 0,0 0-1 0 0,0 1 1 0 0,0-1-1 0 0,0 0 1 0 0,0 0-1 0 0,0 0 1 0 0,0 0-1 0 0,0 0 1 0 0,0 1-1 0 0,0-1 1 0 0,0 0-1 0 0,0 0 1 0 0,0 0-1 0 0,0 0 1 0 0,0 0-1 0 0,1 1 347 0 0,-1 0-347 0 0,10 6 1120 0 0,10 2-422 0 0,-9-8-585 0 0,0 0 0 0 0,0 0 0 0 0,0-1 0 0 0,-1 0 0 0 0,1-1 0 0 0,0 0 0 0 0,0-1 0 0 0,18-5 0 0 0,1 0-37 0 0,287-66 312 0 0,-201 44-238 0 0,335-63 735 0 0,30-7-203 0 0,-374 66-857 0 0,-60 18-108 0 0,59-13 0 0 0,-99 28-565 0 0,-4 0-211 0 0</inkml:trace>
</inkml:ink>
</file>

<file path=ppt/ink/ink1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8:23.3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26 7834 0 0,'6'2'5248'0'0,"24"13"-2216"0"0,-13 0-2327 0 0,-1 1-1 0 0,0 1 1 0 0,-1 1-1 0 0,-1 0 1 0 0,-1 1 0 0 0,19 34-1 0 0,-6-12-604 0 0,-24-37-92 0 0,0-2-7 0 0,-1 0-1 0 0,1-1 0 0 0,-1 1 0 0 0,0 0 0 0 0,0 0 1 0 0,0 0-1 0 0,0 1 0 0 0,-1-1 0 0 0,1 0 0 0 0,0 3 1 0 0,0-20 52 0 0,1-1 1 0 0,0 1 0 0 0,1-1 0 0 0,1 1-1 0 0,0 0 1 0 0,1 0 0 0 0,0 1 0 0 0,2 0-1 0 0,-1 0 1 0 0,2 0 0 0 0,0 1 0 0 0,0 0-1 0 0,2 0 1 0 0,-1 1 0 0 0,14-13 0 0 0,-20 22-34 0 0,1 0 0 0 0,-1 0 1 0 0,1 1-1 0 0,0-1 1 0 0,0 1-1 0 0,0 0 0 0 0,1 0 1 0 0,-1 0-1 0 0,0 0 0 0 0,1 1 1 0 0,-1-1-1 0 0,1 1 1 0 0,0 1-1 0 0,-1-1 0 0 0,1 1 1 0 0,0-1-1 0 0,-1 1 0 0 0,1 1 1 0 0,0-1-1 0 0,-1 1 1 0 0,1-1-1 0 0,0 1 0 0 0,-1 1 1 0 0,1-1-1 0 0,-1 1 0 0 0,1-1 1 0 0,-1 1-1 0 0,0 0 1 0 0,0 1-1 0 0,0-1 0 0 0,0 1 1 0 0,0 0-1 0 0,-1 0 1 0 0,1 0-1 0 0,-1 0 0 0 0,0 1 1 0 0,0-1-1 0 0,0 1 0 0 0,0 0 1 0 0,-1 0-1 0 0,1 0 1 0 0,2 7-1 0 0,25 61 123 0 0,1 4-572 0 0,-2-28-3845 0 0</inkml:trace>
</inkml:ink>
</file>

<file path=ppt/ink/ink1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8:23.6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52 6913 0 0,'-1'-22'134'0'0,"1"20"220"0"0,1 1 0 0 0,-1-1 0 0 0,0 0 1 0 0,1 1-1 0 0,0-1 0 0 0,-1 1 0 0 0,1-1 1 0 0,0 0-1 0 0,0 1 0 0 0,0 0 0 0 0,0-1 1 0 0,0 1-1 0 0,2-3 0 0 0,-2 3-124 0 0,0 1-1 0 0,0-1 0 0 0,0 0 1 0 0,1 1-1 0 0,-1-1 1 0 0,0 1-1 0 0,0 0 1 0 0,1-1-1 0 0,-1 1 1 0 0,0 0-1 0 0,0-1 0 0 0,1 1 1 0 0,-1 0-1 0 0,0 0 1 0 0,1 0-1 0 0,-1 0 1 0 0,0 1-1 0 0,1-1 0 0 0,-1 0 1 0 0,0 0-1 0 0,0 1 1 0 0,1-1-1 0 0,-1 1 1 0 0,0-1-1 0 0,0 1 0 0 0,0 0 1 0 0,0-1-1 0 0,0 1 1 0 0,0 0-1 0 0,1 0 1 0 0,-2-1-1 0 0,1 1 0 0 0,0 0 1 0 0,1 2-1 0 0,9 7 177 0 0,-1 1-1 0 0,-1 0 0 0 0,0 1 0 0 0,0 0 0 0 0,-1 0 1 0 0,-1 1-1 0 0,0 0 0 0 0,8 24 0 0 0,0 6-349 0 0,12 66-1 0 0,7 23-1782 0 0,-16-73-4769 0 0,-14-51 4384 0 0</inkml:trace>
</inkml:ink>
</file>

<file path=ppt/ink/ink1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8:23.9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139 0 4145 0 0,'-11'16'5717'0'0,"-16"25"-2727"0"0,10-16-1635 0 0,1-3-354 0 0,1 0 0 0 0,2 1 0 0 0,0 1 0 0 0,-10 28 0 0 0,22-50-904 0 0,0-1-1 0 0,1 0 1 0 0,0 1 0 0 0,-1-1-1 0 0,1 1 1 0 0,0-1-1 0 0,0 0 1 0 0,-1 1-1 0 0,1-1 1 0 0,0 1 0 0 0,1-1-1 0 0,-1 1 1 0 0,0-1-1 0 0,0 1 1 0 0,1-1 0 0 0,-1 0-1 0 0,0 1 1 0 0,1-1-1 0 0,-1 0 1 0 0,1 1 0 0 0,0-1-1 0 0,0 0 1 0 0,-1 0-1 0 0,3 3 1 0 0,-1-3-19 0 0,0 1 0 0 0,1 0 0 0 0,-1-1-1 0 0,0 0 1 0 0,1 1 0 0 0,-1-1 0 0 0,1 0 0 0 0,0 0 0 0 0,-1 0 0 0 0,1-1-1 0 0,0 1 1 0 0,3 0 0 0 0,8 0-40 0 0,0 0 0 0 0,0-1-1 0 0,27-4 1 0 0,11-1-2277 0 0,-33 5-5165 0 0</inkml:trace>
</inkml:ink>
</file>

<file path=ppt/ink/ink1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8:24.2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4 116 4145 0 0,'-3'-6'5280'0'0,"3"6"-5184"0"0,13-8 2923 0 0,25-8-338 0 0,-33 14-2185 0 0,133-47 4175 0 0,-100 38-4142 0 0,67-12 0 0 0,-75 23-4501 0 0</inkml:trace>
</inkml:ink>
</file>

<file path=ppt/ink/ink1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8:24.4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 5985 0 0,'3'-1'3349'0'0,"3"6"-561"0"0,5 7 1160 0 0,-7-4-2975 0 0,-1 0 1 0 0,0 0-1 0 0,0 1 0 0 0,-1-1 1 0 0,2 16-1 0 0,0 46 593 0 0,-4-51-1710 0 0,1 0 1 0 0,0 0-1 0 0,7 28 0 0 0,-2-28-216 0 0</inkml:trace>
</inkml:ink>
</file>

<file path=ppt/ink/ink1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8:25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69 9938 0 0,'17'-1'2688'0'0,"1"0"0"0"0,33-7-1 0 0,37-16 1578 0 0,-8 2-5061 0 0,-58 18-2432 0 0,38-4 0 0 0</inkml:trace>
</inkml:ink>
</file>

<file path=ppt/ink/ink1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8:25.8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 7370 0 0,'5'-8'9211'0'0,"12"19"-6438"0"0,-9-4-2809 0 0,-2 1 386 0 0,0 0 0 0 0,0 0 0 0 0,-1 0 0 0 0,0 0 0 0 0,0 1 0 0 0,-1 0 0 0 0,0 0 0 0 0,-1 0 0 0 0,5 18 0 0 0,-1 8-60 0 0,5 57-1 0 0,-9-61-148 0 0,2 13-423 0 0,18 80-1 0 0,-15-97 27 0 0</inkml:trace>
</inkml:ink>
</file>

<file path=ppt/ink/ink1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8:27.0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73 1 4609 0 0,'-2'0'195'0'0,"1"0"0"0"0,0 1 0 0 0,0-1 0 0 0,0 1 0 0 0,0-1 1 0 0,0 1-1 0 0,0 0 0 0 0,0-1 0 0 0,0 1 0 0 0,1 0 0 0 0,-1 0 0 0 0,0 0 0 0 0,0-1 0 0 0,0 1 0 0 0,1 0 1 0 0,-1 0-1 0 0,1 0 0 0 0,-1 0 0 0 0,1 0 0 0 0,-1 0 0 0 0,0 2 0 0 0,-10 27 1935 0 0,10-26-1881 0 0,-10 39 891 0 0,1 0 1 0 0,2 0 0 0 0,-3 77-1 0 0,10-43-207 0 0,10 98 0 0 0,-4-123-624 0 0,3-1 1 0 0,2 1 0 0 0,3-1-1 0 0,1-1 1 0 0,3 0 0 0 0,2-2-1 0 0,1 0 1 0 0,4-1 0 0 0,41 65-1 0 0,-51-91-180 0 0,129 182 1013 0 0,-120-174-1020 0 0,2-1 0 0 0,1 0 0 0 0,1-2 0 0 0,47 34 0 0 0,-58-49-112 0 0,0-1-1 0 0,1-1 1 0 0,0 0 0 0 0,1-1 0 0 0,0-1 0 0 0,0-1-1 0 0,0 0 1 0 0,1-2 0 0 0,0 0 0 0 0,0-1-1 0 0,0-1 1 0 0,0 0 0 0 0,1-2 0 0 0,27-2 0 0 0,-26-1-1325 0 0,0 0 0 0 0,0-2 0 0 0,-1 0 0 0 0,29-12 0 0 0,-6 0-5668 0 0</inkml:trace>
</inkml:ink>
</file>

<file path=ppt/ink/ink1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8:27.7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74 3 9218 0 0,'-69'-3'5842'0'0,"65"3"-5024"0"0,14 1-207 0 0,0 0 0 0 0,0 1 0 0 0,0 0-1 0 0,0 0 1 0 0,0 1 0 0 0,0 1 0 0 0,-1-1 0 0 0,1 2 0 0 0,12 6-1 0 0,2 4-419 0 0,0 1-1 0 0,24 22 0 0 0,0 4-137 0 0,-1 2 1 0 0,58 75-1 0 0,63 114 59 0 0,-140-188-109 0 0,-1 1-1 0 0,-3 1 1 0 0,-2 1 0 0 0,-2 1-1 0 0,24 90 1 0 0,-36-108 1 0 0,-2 1 1 0 0,-2 0-1 0 0,0 0 0 0 0,-3 0 1 0 0,0 0-1 0 0,-2 0 0 0 0,-1 1 1 0 0,-2-1-1 0 0,-1-1 1 0 0,-16 53-1 0 0,-16 8 167 0 0,25-64-81 0 0,1 0 1 0 0,1 1-1 0 0,-8 33 0 0 0,15-39-382 0 0</inkml:trace>
</inkml:ink>
</file>

<file path=ppt/ink/ink1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8:49.0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168 45 5529 0 0,'-10'-7'712'0'0,"0"2"0"0"0,-1-1 0 0 0,1 1 0 0 0,-1 1 0 0 0,0 0 0 0 0,0 1 1 0 0,0 0-1 0 0,0 0 0 0 0,-1 1 0 0 0,1 1 0 0 0,-1 0 0 0 0,-17 1 0 0 0,29 0-646 0 0,-1 0 1 0 0,1 0-1 0 0,0 0 1 0 0,-1 0-1 0 0,1 1 1 0 0,-1-1-1 0 0,1 0 0 0 0,0 0 1 0 0,-1 1-1 0 0,1-1 1 0 0,0 0-1 0 0,-1 0 1 0 0,1 1-1 0 0,0-1 1 0 0,-1 0-1 0 0,1 1 0 0 0,0-1 1 0 0,0 1-1 0 0,-1-1 1 0 0,1 0-1 0 0,0 1 1 0 0,0-1-1 0 0,0 1 1 0 0,0-1-1 0 0,-1 0 1 0 0,1 1-1 0 0,0-1 0 0 0,0 1 1 0 0,0-1-1 0 0,0 1 1 0 0,0-1-1 0 0,0 0 1 0 0,0 1-1 0 0,0-1 1 0 0,0 1-1 0 0,0-1 0 0 0,1 1 1 0 0,-1-1-1 0 0,0 1 1 0 0,0-1-1 0 0,0 0 1 0 0,0 1-1 0 0,1-1 1 0 0,-1 1-1 0 0,13 26 583 0 0,-7-16-310 0 0,24 76 453 0 0,-4 1-1 0 0,24 151 1 0 0,-32-137-1273 0 0,53 167-1 0 0,-57-234-311 0 0,-1-6-194 0 0</inkml:trace>
</inkml:ink>
</file>

<file path=ppt/ink/ink1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8:49.3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54 6449 0 0,'-1'0'243'0'0,"0"1"-1"0"0,0 0 0 0 0,0 0 0 0 0,0 0 0 0 0,0-1 0 0 0,0 1 0 0 0,0 0 0 0 0,0 0 1 0 0,1 0-1 0 0,-1 0 0 0 0,0 1 0 0 0,0-1 0 0 0,0 2 0 0 0,1-3-127 0 0,0 1 0 0 0,0-1-1 0 0,0 1 1 0 0,0-1 0 0 0,-1 1-1 0 0,2-1 1 0 0,-1 1 0 0 0,0-1-1 0 0,0 1 1 0 0,0-1 0 0 0,0 1-1 0 0,0-1 1 0 0,0 0 0 0 0,0 1-1 0 0,0-1 1 0 0,1 1 0 0 0,-1-1-1 0 0,0 1 1 0 0,0-1 0 0 0,1 0-1 0 0,-1 1 1 0 0,0-1 0 0 0,1 1-1 0 0,-1-1 1 0 0,2 1 90 0 0,-1 0 1 0 0,1 0 0 0 0,0 0-1 0 0,-1 0 1 0 0,1 0-1 0 0,0 0 1 0 0,0-1 0 0 0,-1 1-1 0 0,1-1 1 0 0,0 1-1 0 0,0-1 1 0 0,0 0 0 0 0,0 0-1 0 0,-1 0 1 0 0,5 0-1 0 0,10-3 372 0 0,-1-1 0 0 0,1 0 0 0 0,0-1 0 0 0,-1-1 0 0 0,0 0 0 0 0,23-14 0 0 0,35-14-1887 0 0,-52 27-5403 0 0</inkml:trace>
</inkml:ink>
</file>

<file path=ppt/ink/ink1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8:49.6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72 37 456 0 0,'-2'0'563'0'0,"1"0"0"0"0,-1 0 1 0 0,0 0-1 0 0,1 1 0 0 0,-1-1 0 0 0,0 1 0 0 0,1-1 0 0 0,-1 1 1 0 0,1 0-1 0 0,-1 0 0 0 0,1 0 0 0 0,-1 0 0 0 0,1 0 1 0 0,-3 2 1125 0 0,2-1-1126 0 0,-2 2-46 0 0,1 0-1 0 0,0 0 0 0 0,1 0 1 0 0,-1 0-1 0 0,-3 9 1 0 0,1 0-166 0 0,1 0 1 0 0,0 1 0 0 0,-3 18 0 0 0,6-25-287 0 0,0 0 0 0 0,1 0 0 0 0,0 1 0 0 0,0-1-1 0 0,0 0 1 0 0,1 1 0 0 0,0-1 0 0 0,1 0 0 0 0,-1 0 0 0 0,2 0-1 0 0,-1 0 1 0 0,1 0 0 0 0,-1-1 0 0 0,7 11 0 0 0,-6-13-38 0 0,-1-1 1 0 0,1 0-1 0 0,-1 0 1 0 0,1 0-1 0 0,0-1 1 0 0,0 1-1 0 0,0 0 1 0 0,0-1-1 0 0,1 0 1 0 0,-1 0-1 0 0,1 0 1 0 0,-1 0-1 0 0,1-1 1 0 0,0 1-1 0 0,0-1 1 0 0,-1 0-1 0 0,1 0 1 0 0,0 0-1 0 0,0-1 1 0 0,0 1-1 0 0,0-1 1 0 0,0 0-1 0 0,0 0 0 0 0,0 0 1 0 0,0-1-1 0 0,0 1 1 0 0,0-1-1 0 0,4-1 1 0 0,0-1 136 0 0,0 0 0 0 0,0 0 0 0 0,-1 0 0 0 0,1-1 0 0 0,-1 0 0 0 0,0-1 0 0 0,0 1 1 0 0,0-1-1 0 0,-1-1 0 0 0,0 1 0 0 0,0-1 0 0 0,0 0 0 0 0,-1-1 0 0 0,1 1 0 0 0,-2-1 0 0 0,7-10 0 0 0,-8 12-70 0 0,-1 0-1 0 0,1 0 1 0 0,-1 0 0 0 0,0 0-1 0 0,-1-1 1 0 0,1 1-1 0 0,-1-1 1 0 0,0 1 0 0 0,0-1-1 0 0,0 1 1 0 0,-1-1-1 0 0,0 0 1 0 0,0 1-1 0 0,-1-1 1 0 0,0 1 0 0 0,1-1-1 0 0,-2 1 1 0 0,1-1-1 0 0,-1 1 1 0 0,0-1 0 0 0,0 1-1 0 0,0 0 1 0 0,-1 0-1 0 0,-5-8 1 0 0,4 7-148 0 0,-1 0-1 0 0,0 0 1 0 0,0 1 0 0 0,-1 0-1 0 0,1 0 1 0 0,-1 0-1 0 0,0 1 1 0 0,0 0 0 0 0,0 0-1 0 0,-1 1 1 0 0,0-1 0 0 0,1 1-1 0 0,-1 1 1 0 0,0-1-1 0 0,-1 1 1 0 0,1 1 0 0 0,0-1-1 0 0,0 1 1 0 0,-1 0 0 0 0,1 1-1 0 0,-15 0 1 0 0,4 4-1016 0 0</inkml:trace>
</inkml:ink>
</file>

<file path=ppt/ink/ink1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8:50.0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29 13827 0 0,'0'1'63'0'0,"0"-1"0"0"0,0 1-1 0 0,1-1 1 0 0,-1 0 0 0 0,0 1 0 0 0,0-1 0 0 0,0 1 0 0 0,0-1-1 0 0,0 0 1 0 0,1 1 0 0 0,-1-1 0 0 0,0 0 0 0 0,0 1 0 0 0,1-1-1 0 0,-1 0 1 0 0,0 1 0 0 0,1-1 0 0 0,-1 0 0 0 0,0 0 0 0 0,1 1 0 0 0,-1-1-1 0 0,0 0 1 0 0,1 0 0 0 0,-1 1 0 0 0,1-1 0 0 0,-1 0 0 0 0,0 0-1 0 0,1 0 1 0 0,-1 0 0 0 0,1 0 0 0 0,20 1 921 0 0,18-8 462 0 0,-6-6-396 0 0,-26 9-1232 0 0,0 1 1 0 0,1 0-1 0 0,0 1 0 0 0,13-4 1 0 0,-18 6-504 0 0,0 0 1 0 0,0 0-1 0 0,-1 0 1 0 0,1 0-1 0 0,0 0 1 0 0,0 1-1 0 0,0-1 1 0 0,0 1-1 0 0,-1 0 0 0 0,5 1 1 0 0,3 3-2235 0 0</inkml:trace>
</inkml:ink>
</file>

<file path=ppt/ink/ink1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8:50.1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80 7834 0 0,'54'-28'4201'0'0,"-33"17"-3356"0"0,-6 2-1226 0 0,1 1 1 0 0,-1 1-1 0 0,18-5 0 0 0,-14 7 290 0 0</inkml:trace>
</inkml:ink>
</file>

<file path=ppt/ink/ink1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9:03.6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60 85 12443 0 0,'-8'-3'877'0'0,"-29"-12"1572"0"0,23 13 492 0 0,14 2-2895 0 0,7 6 26 0 0,0 1 0 0 0,0 0 0 0 0,-1 1-1 0 0,1 0 1 0 0,-2 0 0 0 0,1 0 0 0 0,-1 1 0 0 0,4 9 0 0 0,29 77 860 0 0,-32-80-833 0 0,8 26 253 0 0,72 177 227 0 0,-85-217-562 0 0,12 24 173 0 0,-9-23 13 0 0,-5-17 211 0 0,-13-55-297 0 0,3 14 99 0 0,-6-73 0 0 0,16 113-191 0 0,0 0 0 0 0,2 0 1 0 0,0 0-1 0 0,1 0 0 0 0,0 0 0 0 0,1 0 0 0 0,1 0 0 0 0,0 1 0 0 0,9-19 0 0 0,-9 26-16 0 0,1 0 0 0 0,0 0 0 0 0,0 0 0 0 0,1 1 0 0 0,0 0 0 0 0,0 0 0 0 0,11-8 0 0 0,-15 12-7 0 0,1 1 1 0 0,0-1-1 0 0,0 1 1 0 0,0 0 0 0 0,0 0-1 0 0,0 0 1 0 0,0 1 0 0 0,1-1-1 0 0,-1 1 1 0 0,0 0-1 0 0,1 0 1 0 0,-1 0 0 0 0,1 0-1 0 0,0 0 1 0 0,-1 1 0 0 0,1 0-1 0 0,0 0 1 0 0,-1 0-1 0 0,1 0 1 0 0,-1 0 0 0 0,7 2-1 0 0,13 15 911 0 0,-16-5-1837 0 0</inkml:trace>
</inkml:ink>
</file>

<file path=ppt/ink/ink1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9:04.1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0 379 14283 0 0,'1'1'106'0'0,"0"0"1"0"0,0 0-1 0 0,0 0 0 0 0,0 0 1 0 0,0 0-1 0 0,0 0 0 0 0,0 0 0 0 0,0-1 1 0 0,1 1-1 0 0,-1-1 0 0 0,0 1 1 0 0,0-1-1 0 0,1 1 0 0 0,-1-1 1 0 0,0 1-1 0 0,0-1 0 0 0,1 0 0 0 0,-1 0 1 0 0,1 0-1 0 0,-1 0 0 0 0,0 0 1 0 0,1 0-1 0 0,-1 0 0 0 0,0 0 0 0 0,1 0 1 0 0,-1-1-1 0 0,0 1 0 0 0,0-1 1 0 0,3 0-1 0 0,40-15 1563 0 0,-35 11-1508 0 0,-1-1-1 0 0,1 0 0 0 0,-1-1 1 0 0,0 0-1 0 0,-1 0 1 0 0,1-1-1 0 0,-2 0 0 0 0,1 0 1 0 0,-1-1-1 0 0,0 0 0 0 0,-1 0 1 0 0,7-16-1 0 0,-2 3-236 0 0,-1-2 0 0 0,-1 1 0 0 0,-1-1 0 0 0,4-30 0 0 0,-9 45 123 0 0,-1 0 1 0 0,-1-1-1 0 0,1 1 0 0 0,-2-1 1 0 0,1 1-1 0 0,-3-10 0 0 0,3 17-61 0 0,0 0 0 0 0,0 1-1 0 0,0-1 1 0 0,-1 1 0 0 0,1-1-1 0 0,0 1 1 0 0,-1-1 0 0 0,0 1-1 0 0,1 0 1 0 0,-1-1 0 0 0,0 1 0 0 0,1 0-1 0 0,-1-1 1 0 0,0 1 0 0 0,0 0-1 0 0,0 0 1 0 0,0 0 0 0 0,0 0-1 0 0,-1 0 1 0 0,1 0 0 0 0,0 0-1 0 0,0 0 1 0 0,-1 0 0 0 0,1 0-1 0 0,0 1 1 0 0,-1-1 0 0 0,1 1-1 0 0,-1-1 1 0 0,1 1 0 0 0,-1-1-1 0 0,1 1 1 0 0,-1 0 0 0 0,1 0 0 0 0,-1 0-1 0 0,1 0 1 0 0,-1 0 0 0 0,1 0-1 0 0,-1 0 1 0 0,0 0 0 0 0,1 1-1 0 0,-1-1 1 0 0,1 0 0 0 0,0 1-1 0 0,-1-1 1 0 0,1 1 0 0 0,-2 1-1 0 0,0-1 20 0 0,0 1 0 0 0,1 0-1 0 0,-1 0 1 0 0,1 0 0 0 0,0 0-1 0 0,-1 0 1 0 0,1 1 0 0 0,0-1-1 0 0,1 1 1 0 0,-1-1 0 0 0,0 1-1 0 0,1 0 1 0 0,-1-1 0 0 0,1 1-1 0 0,0 0 1 0 0,0 0 0 0 0,0 0-1 0 0,0 0 1 0 0,0 0-1 0 0,1 0 1 0 0,0 0 0 0 0,-1 5-1 0 0,0 6 122 0 0,1 1 0 0 0,0-1 0 0 0,3 21 0 0 0,0-17 9 0 0,1-1 0 0 0,0 0 0 0 0,1 1 0 0 0,1-2 0 0 0,1 1 0 0 0,9 18 0 0 0,-10-24-102 0 0,1 0 1 0 0,0 0-1 0 0,1 0 1 0 0,0 0-1 0 0,1-1 0 0 0,0-1 1 0 0,0 0-1 0 0,1 0 1 0 0,11 8-1 0 0,-11-11-1062 0 0</inkml:trace>
</inkml:ink>
</file>

<file path=ppt/ink/ink1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9:04.3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1 110 1840 0 0,'8'-14'11987'0'0,"-7"13"-11645"0"0,1 1 73 0 0,0 1-1 0 0,-1-1 1 0 0,1 0-1 0 0,0 0 0 0 0,-1 1 1 0 0,1-1-1 0 0,0 1 1 0 0,-1 0-1 0 0,1-1 1 0 0,-1 1-1 0 0,3 1 1 0 0,40 32 1934 0 0,-42-32-1772 0 0,21 20-197 0 0,25 31 0 0 0,-32-35-299 0 0,0 0-1 0 0,0-2 1 0 0,34 27 0 0 0,-48-42-71 0 0,-1 1 1 0 0,0-1 0 0 0,1 0 0 0 0,0 0-1 0 0,-1 0 1 0 0,1-1 0 0 0,0 1-1 0 0,-1 0 1 0 0,1 0 0 0 0,0-1 0 0 0,0 1-1 0 0,0-1 1 0 0,0 0 0 0 0,-1 0 0 0 0,1 0-1 0 0,0 1 1 0 0,0-1 0 0 0,0-1-1 0 0,0 1 1 0 0,3-1 0 0 0,-4 0 16 0 0,1 0 0 0 0,-1 1-1 0 0,1-2 1 0 0,-1 1 0 0 0,0 0 0 0 0,1 0 0 0 0,-1 0 0 0 0,0-1-1 0 0,0 1 1 0 0,0-1 0 0 0,0 1 0 0 0,0-1 0 0 0,0 1-1 0 0,0-1 1 0 0,0 1 0 0 0,-1-1 0 0 0,2-2 0 0 0,1-9 126 0 0,-1 0-1 0 0,1 0 1 0 0,-2 1 0 0 0,0-22 0 0 0,-1 29-148 0 0,0-43-536 0 0,-1 31-434 0 0,1 1 0 0 0,0-1 0 0 0,1 1 0 0 0,1-1 0 0 0,1 1 1 0 0,5-20-1 0 0,0 17-6489 0 0</inkml:trace>
</inkml:ink>
</file>

<file path=ppt/ink/ink1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9:04.7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0 294 456 0 0,'1'4'242'0'0,"0"0"1"0"0,0 0-1 0 0,1 0 0 0 0,-1-1 0 0 0,1 1 0 0 0,0-1 1 0 0,0 1-1 0 0,0-1 0 0 0,0 0 0 0 0,1 0 1 0 0,4 5-1 0 0,-5-5 185 0 0,1-1 0 0 0,0 1-1 0 0,0-1 1 0 0,0 0 0 0 0,0 0 0 0 0,0 0 0 0 0,0 0 0 0 0,1-1 0 0 0,-1 1-1 0 0,0-1 1 0 0,1 0 0 0 0,-1 0 0 0 0,1 0 0 0 0,0 0 0 0 0,-1 0-1 0 0,1-1 1 0 0,0 0 0 0 0,-1 0 0 0 0,1 0 0 0 0,0 0 0 0 0,-1-1 0 0 0,1 1-1 0 0,0-1 1 0 0,-1 0 0 0 0,1 0 0 0 0,-1 0 0 0 0,1 0 0 0 0,-1-1 0 0 0,0 1-1 0 0,1-1 1 0 0,-1 0 0 0 0,3-3 0 0 0,6-5 271 0 0,-1-1-1 0 0,0-1 1 0 0,-1 0-1 0 0,-1 0 1 0 0,0-1-1 0 0,10-17 1 0 0,-10 13-613 0 0,-1-1 0 0 0,-1 1-1 0 0,0-1 1 0 0,-1 0 0 0 0,-1-1 0 0 0,0 1 0 0 0,-2-1 0 0 0,2-25 0 0 0,-5 40-59 0 0,0-1 1 0 0,0 0 0 0 0,-1 1 0 0 0,0-1 0 0 0,0 0 0 0 0,0 1 0 0 0,0-1-1 0 0,-4-6 1 0 0,5 10-31 0 0,-1 0 0 0 0,1 0 0 0 0,0 1 0 0 0,-1-1 0 0 0,1 0 1 0 0,-1 0-1 0 0,1 1 0 0 0,-1-1 0 0 0,0 0 0 0 0,1 1 0 0 0,-1-1 0 0 0,0 1 0 0 0,1-1 0 0 0,-1 1 0 0 0,0-1 0 0 0,0 1 0 0 0,1-1 0 0 0,-1 1 0 0 0,0 0 0 0 0,0-1 0 0 0,0 1 0 0 0,1 0 0 0 0,-1 0 0 0 0,0 0 0 0 0,0 0 0 0 0,0 0 0 0 0,0-1 0 0 0,0 2 1 0 0,0-1-1 0 0,1 0 0 0 0,-1 0 0 0 0,0 0 0 0 0,0 0 0 0 0,0 0 0 0 0,0 1 0 0 0,1-1 0 0 0,-1 0 0 0 0,0 1 0 0 0,0-1 0 0 0,0 1 0 0 0,1-1 0 0 0,-1 1 0 0 0,0-1 0 0 0,1 1 0 0 0,-1-1 0 0 0,0 1 0 0 0,1 0 0 0 0,-1-1 0 0 0,1 1 0 0 0,-1 0 1 0 0,1 0-1 0 0,-1 1 0 0 0,-3 3 1 0 0,0 0 0 0 0,1 0 1 0 0,-1 1-1 0 0,1 0 0 0 0,1-1 1 0 0,-1 1-1 0 0,1 0 0 0 0,0 1 1 0 0,0-1-1 0 0,1 0 0 0 0,0 0 1 0 0,0 1-1 0 0,0 10 0 0 0,0-7-8 0 0,2-1 0 0 0,-1 1-1 0 0,1 0 1 0 0,1-1 0 0 0,-1 1 0 0 0,2-1-1 0 0,-1 0 1 0 0,7 14 0 0 0,-1-7-130 0 0,1-1 1 0 0,1 1-1 0 0,0-2 1 0 0,1 1-1 0 0,16 16 0 0 0,-19-23-15 0 0,0 0-1 0 0,1 0 0 0 0,-1-1 0 0 0,1-1 1 0 0,1 1-1 0 0,-1-1 0 0 0,1-1 0 0 0,0 0 0 0 0,18 7 1 0 0,-16-9-1362 0 0</inkml:trace>
</inkml:ink>
</file>

<file path=ppt/ink/ink1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9:05.0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1 117 11522 0 0,'4'-2'313'0'0,"1"1"-1"0"0,-1 0 0 0 0,1 0 1 0 0,0 0-1 0 0,-1 0 0 0 0,1 1 1 0 0,0-1-1 0 0,-1 1 0 0 0,1 1 1 0 0,0-1-1 0 0,0 1 0 0 0,-1-1 1 0 0,1 1-1 0 0,0 0 0 0 0,-1 1 1 0 0,1-1-1 0 0,-1 1 0 0 0,0 0 1 0 0,1 0-1 0 0,-1 1 0 0 0,0-1 1 0 0,0 1-1 0 0,5 5 0 0 0,5 2 26 0 0,-2 1 0 0 0,1 1 0 0 0,-2 0 0 0 0,1 1 0 0 0,12 20 0 0 0,60 94 1684 0 0,-84-127-2013 0 0,0 1 1 0 0,0-1 0 0 0,0 0 0 0 0,0 1 0 0 0,0-1-1 0 0,1 0 1 0 0,-1 0 0 0 0,0 1 0 0 0,0-1 0 0 0,0 0-1 0 0,1 0 1 0 0,-1 0 0 0 0,0 1 0 0 0,0-1 0 0 0,1 0-1 0 0,-1 0 1 0 0,0 0 0 0 0,0 1 0 0 0,1-1 0 0 0,-1 0-1 0 0,0 0 1 0 0,1 0 0 0 0,-1 0 0 0 0,0 0 0 0 0,0 0-1 0 0,1 0 1 0 0,-1 0 0 0 0,0 0 0 0 0,1 0 0 0 0,-1 0-1 0 0,0 0 1 0 0,1 0 0 0 0,-1 0 0 0 0,1 0 0 0 0,3-11 388 0 0,-5-16 77 0 0,-2-1-193 0 0,0 1 0 0 0,2 0 1 0 0,1-1-1 0 0,4-32 0 0 0,-2 46-575 0 0,1 0-1 0 0,1 1 0 0 0,-1 0 0 0 0,8-15 1 0 0,-7 19-756 0 0,0 0 0 0 0,1 1 1 0 0,0-1-1 0 0,1 1 1 0 0,-1 0-1 0 0,13-11 0 0 0</inkml:trace>
</inkml:ink>
</file>

<file path=ppt/ink/ink1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9:05.4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100 14 1376 0 0,'0'-1'260'0'0,"-1"0"-1"0"0,0 0 0 0 0,1 0 1 0 0,-1 0-1 0 0,0 1 0 0 0,0-1 1 0 0,1 0-1 0 0,-1 0 0 0 0,0 1 1 0 0,0-1-1 0 0,0 0 0 0 0,0 1 1 0 0,0-1-1 0 0,0 1 0 0 0,0-1 1 0 0,0 1-1 0 0,0 0 0 0 0,0-1 1 0 0,0 1-1 0 0,0 0 0 0 0,-1 0 1 0 0,1 0-1 0 0,0 0 0 0 0,0 0 1 0 0,0 0-1 0 0,0 0 0 0 0,0 0 1 0 0,0 0-1 0 0,-1 0 0 0 0,1 1 1 0 0,0-1-1 0 0,0 0 0 0 0,0 1 1 0 0,0-1-1 0 0,0 1 0 0 0,-1 0 1 0 0,-3 1 436 0 0,1 0 0 0 0,-1 0 0 0 0,0 0 0 0 0,1 1 0 0 0,0-1 1 0 0,0 1-1 0 0,-5 4 0 0 0,8-6-561 0 0,-1 1 1 0 0,0-1-1 0 0,0 1 0 0 0,1 0 1 0 0,-1 0-1 0 0,0 0 1 0 0,1 0-1 0 0,0 0 0 0 0,0 0 1 0 0,-1 0-1 0 0,1 0 0 0 0,0 0 1 0 0,1 1-1 0 0,-1-1 1 0 0,0 0-1 0 0,1 0 0 0 0,-1 1 1 0 0,1-1-1 0 0,0 1 0 0 0,0-1 1 0 0,-1 0-1 0 0,2 1 1 0 0,-1-1-1 0 0,0 1 0 0 0,0-1 1 0 0,1 0-1 0 0,0 1 1 0 0,-1-1-1 0 0,1 0 0 0 0,0 1 1 0 0,0-1-1 0 0,0 0 0 0 0,0 0 1 0 0,1 0-1 0 0,1 2 1 0 0,5 6-140 0 0,1-1 0 0 0,0-1 0 0 0,1 0 1 0 0,0 0-1 0 0,19 11 0 0 0,10 9 25 0 0,-30-20-79 0 0,-1 0 0 0 0,0 1 0 0 0,0-1 0 0 0,-1 2 1 0 0,0-1-1 0 0,-1 1 0 0 0,0 0 0 0 0,7 15 0 0 0,-12-23 47 0 0,0 0-1 0 0,0 1 0 0 0,0-1 0 0 0,-1 1 0 0 0,1-1 1 0 0,0 1-1 0 0,-1 0 0 0 0,0-1 0 0 0,1 1 0 0 0,-1 0 1 0 0,0-1-1 0 0,0 1 0 0 0,-1 0 0 0 0,1-1 0 0 0,0 1 0 0 0,-1-1 1 0 0,0 1-1 0 0,0-1 0 0 0,0 1 0 0 0,0-1 0 0 0,0 1 1 0 0,0-1-1 0 0,0 0 0 0 0,-1 1 0 0 0,1-1 0 0 0,-1 0 1 0 0,0 0-1 0 0,1 0 0 0 0,-1 0 0 0 0,0 0 0 0 0,0-1 0 0 0,-1 1 1 0 0,1-1-1 0 0,0 1 0 0 0,0-1 0 0 0,-1 0 0 0 0,1 0 1 0 0,-1 0-1 0 0,1 0 0 0 0,-1 0 0 0 0,-3 1 0 0 0,-2 0-229 0 0,-1-1 0 0 0,1 1 0 0 0,0-1 0 0 0,-1-1 0 0 0,1 1 0 0 0,-14-2 0 0 0,18 0 97 0 0,0 1 0 0 0,1 0 0 0 0,-1-1 1 0 0,0 0-1 0 0,0 0 0 0 0,0 0 0 0 0,1 0 1 0 0,-1-1-1 0 0,0 1 0 0 0,1-1 0 0 0,-1 0 1 0 0,1 0-1 0 0,0 0 0 0 0,0-1 0 0 0,0 1 1 0 0,-4-4-1 0 0,3-4-1645 0 0,4 7 1684 0 0</inkml:trace>
</inkml:ink>
</file>

<file path=ppt/ink/ink1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9:05.7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1 272 5985 0 0,'18'-14'1018'0'0,"0"-1"0"0"0,-1-1 0 0 0,-1 0 0 0 0,19-25 0 0 0,-30 36-677 0 0,-1-1 1 0 0,1 0 0 0 0,-1-1 0 0 0,-1 1-1 0 0,1-1 1 0 0,-1 0 0 0 0,0 0 0 0 0,-1 0-1 0 0,1 0 1 0 0,-1 0 0 0 0,-1 0 0 0 0,0-1 0 0 0,0 1-1 0 0,0 0 1 0 0,-1-1 0 0 0,0 1 0 0 0,-1-9-1 0 0,1 14-224 0 0,0 0-1 0 0,-1 0 0 0 0,1 0 0 0 0,-1 0 1 0 0,0 0-1 0 0,1 0 0 0 0,-1 0 0 0 0,0 0 1 0 0,0 0-1 0 0,-1 1 0 0 0,1-1 0 0 0,0 0 1 0 0,0 1-1 0 0,-1-1 0 0 0,1 1 0 0 0,-3-3 0 0 0,2 3-28 0 0,1 1 0 0 0,0-1 0 0 0,-1 1 0 0 0,1-1 0 0 0,-1 1-1 0 0,1-1 1 0 0,0 1 0 0 0,-1 0 0 0 0,1-1 0 0 0,-1 1 0 0 0,1 0-1 0 0,-1 0 1 0 0,1 0 0 0 0,-1 1 0 0 0,1-1 0 0 0,-1 0 0 0 0,1 0-1 0 0,-2 1 1 0 0,-1 1 17 0 0,0-1-1 0 0,0 1 1 0 0,1 0-1 0 0,-1 0 0 0 0,1 1 1 0 0,-1-1-1 0 0,1 1 1 0 0,0-1-1 0 0,0 1 1 0 0,0 0-1 0 0,0 0 0 0 0,1 0 1 0 0,-1 1-1 0 0,1-1 1 0 0,-3 5-1 0 0,2 0-68 0 0,-1 1-1 0 0,1-1 1 0 0,1 1-1 0 0,0 0 1 0 0,0 0-1 0 0,0 0 1 0 0,1 0 0 0 0,1 0-1 0 0,-1 0 1 0 0,2 0-1 0 0,-1 1 1 0 0,1-1-1 0 0,0 0 1 0 0,1 0-1 0 0,0 0 1 0 0,1-1 0 0 0,0 1-1 0 0,0 0 1 0 0,1-1-1 0 0,0 0 1 0 0,0 0-1 0 0,1 0 1 0 0,0 0-1 0 0,0-1 1 0 0,1 0 0 0 0,0 0-1 0 0,0 0 1 0 0,1-1-1 0 0,-1 0 1 0 0,2 0-1 0 0,-1-1 1 0 0,0 0-1 0 0,1 0 1 0 0,0 0-1 0 0,0-1 1 0 0,1-1 0 0 0,15 6-1 0 0,-11-5-266 0 0,0-1-1 0 0,1 0 0 0 0,-1-1 1 0 0,1 0-1 0 0,-1-1 1 0 0,1 0-1 0 0,18-2 1 0 0,1-4-7671 0 0</inkml:trace>
</inkml:ink>
</file>

<file path=ppt/ink/ink1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9:06.3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77 20 3681 0 0,'-14'-14'5335'0'0,"12"13"-4713"0"0,1 0 1 0 0,-1 0-1 0 0,1 0 0 0 0,-3 0 0 0 0,3 1-444 0 0,0 0 0 0 0,1 0-1 0 0,-1 0 1 0 0,0 1 0 0 0,0-1-1 0 0,0 1 1 0 0,1-1-1 0 0,-1 0 1 0 0,0 1 0 0 0,0-1-1 0 0,1 1 1 0 0,-1 0 0 0 0,0-1-1 0 0,1 1 1 0 0,-1-1-1 0 0,1 1 1 0 0,-1 0 0 0 0,1 0-1 0 0,-1-1 1 0 0,1 1 0 0 0,-1 0-1 0 0,1 0 1 0 0,0 0-1 0 0,-1-1 1 0 0,1 1 0 0 0,0 0-1 0 0,0 1 1 0 0,-8 17 266 0 0,2 0 1 0 0,0 1-1 0 0,1 0 1 0 0,1 0-1 0 0,1 0 1 0 0,-1 24-1 0 0,3-32-240 0 0,1-1 0 0 0,0 0-1 0 0,1 1 1 0 0,1-1 0 0 0,-1 0 0 0 0,2 0-1 0 0,-1 0 1 0 0,2 0 0 0 0,-1 0 0 0 0,2-1-1 0 0,-1 0 1 0 0,11 17 0 0 0,-12-23-247 0 0,-1 0-1 0 0,1-1 1 0 0,0 1 0 0 0,0-1 0 0 0,0 0-1 0 0,0 0 1 0 0,1 0 0 0 0,-1-1 0 0 0,1 1 0 0 0,0-1-1 0 0,0 0 1 0 0,0 0 0 0 0,0 0 0 0 0,0 0-1 0 0,0-1 1 0 0,0 1 0 0 0,1-1 0 0 0,-1 0-1 0 0,0-1 1 0 0,6 1 0 0 0,-4-1-53 0 0,1-1 0 0 0,-1 0 0 0 0,1 0 1 0 0,-1 0-1 0 0,1-1 0 0 0,-1 0 0 0 0,0 0 0 0 0,0-1 0 0 0,0 0 1 0 0,0 0-1 0 0,0 0 0 0 0,9-8 0 0 0,3-2-1816 0 0,0-1-4936 0 0</inkml:trace>
</inkml:ink>
</file>

<file path=ppt/ink/ink1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9:06.7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58 2761 0 0,'4'-31'5487'0'0,"-1"4"2150"0"0,2 39-2882 0 0,9 9-3301 0 0,-13-19-1401 0 0,27 42 1079 0 0,-15-24-892 0 0,-1 0 1 0 0,14 31-1 0 0,-20-36-212 0 0,12 28 55 0 0,-17-41-76 0 0,0 0 0 0 0,1 0 0 0 0,-1 0 0 0 0,0 0 0 0 0,1 0-1 0 0,-1 0 1 0 0,1-1 0 0 0,-1 1 0 0 0,1 0 0 0 0,0-1 0 0 0,0 1 0 0 0,0-1 0 0 0,0 0-1 0 0,0 0 1 0 0,3 2 0 0 0,-4-3-10 0 0,1 0-1 0 0,0 0 1 0 0,0 0-1 0 0,-1-1 1 0 0,1 1 0 0 0,0 0-1 0 0,-1-1 1 0 0,1 1-1 0 0,-1-1 1 0 0,1 1 0 0 0,0-1-1 0 0,-1 0 1 0 0,1 0-1 0 0,-1 0 1 0 0,0 0-1 0 0,1 0 1 0 0,-1 0 0 0 0,0 0-1 0 0,1 0 1 0 0,-1 0-1 0 0,0-1 1 0 0,0 1-1 0 0,0 0 1 0 0,0-1 0 0 0,1-2-1 0 0,22-40-743 0 0,-23 42 690 0 0,6-17-96 0 0,-1 1-1 0 0,8-37 1 0 0,3-10 441 0 0,-17 65-264 0 0,0-1 0 0 0,0 0 0 0 0,1 0 1 0 0,-1 1-1 0 0,0-1 0 0 0,0 0 0 0 0,1 1 1 0 0,-1-1-1 0 0,1 0 0 0 0,-1 1 0 0 0,0-1 1 0 0,1 0-1 0 0,-1 1 0 0 0,1-1 0 0 0,-1 1 1 0 0,1-1-1 0 0,0 1 0 0 0,-1-1 1 0 0,1 1-1 0 0,-1 0 0 0 0,1-1 0 0 0,0 1 1 0 0,-1 0-1 0 0,1-1 0 0 0,0 1 0 0 0,0 0 1 0 0,-1 0-1 0 0,1-1 0 0 0,0 1 0 0 0,1 0 1 0 0,-1 1-1 0 0,1-1 0 0 0,0 1 0 0 0,0-1 0 0 0,-1 1 0 0 0,1 0 0 0 0,0-1 0 0 0,-1 1 0 0 0,1 0 0 0 0,-1 0 0 0 0,1 0 0 0 0,-1 0 0 0 0,2 2 0 0 0,3 3-17 0 0,0 0-1 0 0,-1 1 1 0 0,0-1 0 0 0,7 12-1 0 0,-4-2-973 0 0,1-1 0 0 0,14 19-1 0 0</inkml:trace>
</inkml:ink>
</file>

<file path=ppt/ink/ink1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9:07.2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91 9586 0 0,'0'0'50'0'0,"0"0"-1"0"0,0-1 1 0 0,0 1-1 0 0,0 0 1 0 0,0-1-1 0 0,0 1 1 0 0,0 0-1 0 0,0-1 1 0 0,0 1-1 0 0,1 0 1 0 0,-1-1-1 0 0,0 1 1 0 0,0 0-1 0 0,0 0 1 0 0,0-1-1 0 0,1 1 1 0 0,-1 0-1 0 0,0 0 1 0 0,0-1-1 0 0,0 1 1 0 0,1 0-1 0 0,-1 0 1 0 0,0 0-1 0 0,1-1 1 0 0,-1 1-1 0 0,0 0 1 0 0,0 0-1 0 0,1 0 1 0 0,-1 0-1 0 0,0 0 1 0 0,1 0-1 0 0,-1-1 0 0 0,0 1 1 0 0,1 0-1 0 0,-1 0 1 0 0,0 0-1 0 0,1 0 1 0 0,-1 0-1 0 0,0 0 1 0 0,1 0-1 0 0,-1 1 1 0 0,22 5 2995 0 0,16 14 1013 0 0,-28-12-3521 0 0,-1-1 0 0 0,0 1 1 0 0,0 1-1 0 0,0-1 0 0 0,-1 2 0 0 0,13 18 0 0 0,33 67 171 0 0,-24-38-315 0 0,-33-66-311 0 0,0 0 1 0 0,1-1-1 0 0,-1 1 0 0 0,2-1 1 0 0,0 0-1 0 0,-1-15 0 0 0,1 4 97 0 0,2-1 0 0 0,3-34-1 0 0,0 33-369 0 0,13-39 0 0 0,-15 55-90 0 0,1-1 0 0 0,0 1 0 0 0,1 1 0 0 0,-1-1 0 0 0,1 0 0 0 0,1 1 0 0 0,-1 0 0 0 0,1 0 0 0 0,8-7 0 0 0</inkml:trace>
</inkml:ink>
</file>

<file path=ppt/ink/ink1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9:07.8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43 7370 0 0,'1'-1'321'0'0,"0"0"0"0"0,0 0 1 0 0,-1 0-1 0 0,1 0 1 0 0,0 0-1 0 0,0 0 0 0 0,0 1 1 0 0,0-1-1 0 0,1 0 1 0 0,-1 0-1 0 0,0 1 0 0 0,0-1 1 0 0,0 1-1 0 0,0-1 0 0 0,1 1 1 0 0,-1-1-1 0 0,0 1 1 0 0,1 0-1 0 0,-1-1 0 0 0,0 1 1 0 0,1 0-1 0 0,-1 0 1 0 0,0 0-1 0 0,0 0 0 0 0,1 0 1 0 0,-1 1-1 0 0,0-1 1 0 0,1 0-1 0 0,-1 1 0 0 0,0-1 1 0 0,0 0-1 0 0,1 1 1 0 0,1 1-1 0 0,1 0 59 0 0,1 0 0 0 0,-1 0 1 0 0,1 0-1 0 0,-1 1 0 0 0,0-1 1 0 0,0 1-1 0 0,-1 0 0 0 0,5 4 0 0 0,-1 2-230 0 0,-1-1-1 0 0,0 1 0 0 0,0 1 0 0 0,0-1 0 0 0,-1 1 1 0 0,-1 0-1 0 0,0 0 0 0 0,3 12 0 0 0,1 7-81 0 0,4 48-1 0 0,-6-34 34 0 0,0-26 172 0 0,0-25-28 0 0,2-29-17 0 0,-5 20-581 0 0,2-16 728 0 0,1 0 0 0 0,17-49 0 0 0,-19 72-677 0 0,0 0-1 0 0,1 0 1 0 0,0 0 0 0 0,12-15 0 0 0,-13 19-439 0 0,0 1 1 0 0,1 0-1 0 0,0 0 0 0 0,0 0 0 0 0,1 1 0 0 0,-1 0 1 0 0,1 0-1 0 0,9-5 0 0 0</inkml:trace>
</inkml:ink>
</file>

<file path=ppt/ink/ink1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9:08.5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0 236 3425 0 0,'2'1'393'0'0,"1"0"0"0"0,-1 0 1 0 0,1 0-1 0 0,0 0 0 0 0,-1 0 1 0 0,1 0-1 0 0,-1-1 1 0 0,1 1-1 0 0,0-1 0 0 0,0 0 1 0 0,-1 0-1 0 0,1 0 0 0 0,0 0 1 0 0,-1-1-1 0 0,1 1 0 0 0,0-1 1 0 0,-1 1-1 0 0,1-1 0 0 0,0 0 1 0 0,-1 0-1 0 0,1 0 0 0 0,-1 0 1 0 0,4-3-1 0 0,0 0 485 0 0,1 0 0 0 0,-1 0 0 0 0,-1-1 0 0 0,1 0 0 0 0,-1 0-1 0 0,1 0 1 0 0,6-10 0 0 0,-6 7-691 0 0,-1 0-1 0 0,1-1 1 0 0,-1 0-1 0 0,-1 0 1 0 0,0 0-1 0 0,0-1 0 0 0,-1 1 1 0 0,0-1-1 0 0,0 0 1 0 0,-1 0-1 0 0,-1 0 1 0 0,1 0-1 0 0,-2 0 1 0 0,1 0-1 0 0,-3-16 1 0 0,2 25-192 0 0,0 1 0 0 0,0-1 0 0 0,0 0 0 0 0,0 0-1 0 0,0 1 1 0 0,0-1 0 0 0,0 0 0 0 0,0 0 0 0 0,0 1 0 0 0,-1-1 0 0 0,1 0 0 0 0,0 1 0 0 0,-1-1 0 0 0,1 0 0 0 0,0 1 0 0 0,-1-1 0 0 0,1 0 0 0 0,-1 1 0 0 0,1-1 0 0 0,-1 1 0 0 0,1-1 0 0 0,-1 1 0 0 0,1-1 0 0 0,-1 1 0 0 0,0 0 0 0 0,1-1 0 0 0,-1 1 0 0 0,0 0 0 0 0,1-1 0 0 0,-1 1 0 0 0,0 0 0 0 0,1 0 0 0 0,-1-1 0 0 0,0 1 0 0 0,0 0 0 0 0,1 0 0 0 0,-1 0 0 0 0,0 0 0 0 0,0 0 0 0 0,1 0 0 0 0,-1 0 0 0 0,0 0 0 0 0,0 0 0 0 0,1 1 0 0 0,-1-1 0 0 0,0 0 0 0 0,1 0 0 0 0,-1 1 0 0 0,0-1 0 0 0,1 0 0 0 0,-1 1 0 0 0,0-1 0 0 0,1 1 0 0 0,-1-1 0 0 0,1 1 0 0 0,-1-1 0 0 0,1 1 0 0 0,-2 0 0 0 0,-2 3-109 0 0,1 0 1 0 0,-1-1-1 0 0,0 1 0 0 0,1 1 1 0 0,0-1-1 0 0,-5 9 1 0 0,5-6 26 0 0,1 0 0 0 0,-1 0 0 0 0,1 1 1 0 0,1-1-1 0 0,-1 1 0 0 0,1-1 1 0 0,1 1-1 0 0,-1-1 0 0 0,1 1 0 0 0,0 0 1 0 0,1-1-1 0 0,0 1 0 0 0,0 0 1 0 0,5 13-1 0 0,-4-16 100 0 0,-1 0 0 0 0,1 0 1 0 0,0 0-1 0 0,1-1 0 0 0,-1 1 0 0 0,1-1 1 0 0,0 0-1 0 0,0 1 0 0 0,0-2 0 0 0,1 1 1 0 0,-1 0-1 0 0,1 0 0 0 0,0-1 0 0 0,0 0 0 0 0,0 0 1 0 0,1 0-1 0 0,-1 0 0 0 0,1-1 0 0 0,-1 0 1 0 0,1 0-1 0 0,0 0 0 0 0,10 2 0 0 0,-11-3 17 0 0,1-1-1 0 0,-1 0 0 0 0,1 0 0 0 0,0-1 0 0 0,-1 1 0 0 0,1-1 0 0 0,-1 0 0 0 0,1 0 0 0 0,-1 0 0 0 0,0-1 0 0 0,1 0 0 0 0,-1 1 0 0 0,0-2 0 0 0,0 1 0 0 0,0 0 0 0 0,0-1 0 0 0,-1 0 1 0 0,1 1-1 0 0,5-8 0 0 0,6-5 10 0 0,-1-1 0 0 0,23-35-1 0 0,-29 40-2 0 0,2-5-24 0 0,-4 7 71 0 0,1-1 1 0 0,0 1-1 0 0,0 0 0 0 0,1 0 1 0 0,14-13-1 0 0,-20 21-50 0 0,0 0 1 0 0,-1 0-1 0 0,1-1 0 0 0,0 1 0 0 0,0 1 1 0 0,0-1-1 0 0,0 0 0 0 0,0 0 1 0 0,0 1-1 0 0,0-1 0 0 0,1 1 0 0 0,-1 0 1 0 0,0-1-1 0 0,0 1 0 0 0,0 0 0 0 0,0 0 1 0 0,1 0-1 0 0,-1 1 0 0 0,0-1 0 0 0,0 1 1 0 0,0-1-1 0 0,0 1 0 0 0,0-1 1 0 0,0 1-1 0 0,0 0 0 0 0,0 0 0 0 0,0 0 1 0 0,0 0-1 0 0,0 1 0 0 0,-1-1 0 0 0,1 0 1 0 0,0 1-1 0 0,-1-1 0 0 0,1 1 0 0 0,-1 0 1 0 0,2 2-1 0 0,5 6 33 0 0,-1 0 0 0 0,0 1 0 0 0,0-1 1 0 0,-1 2-1 0 0,6 16 0 0 0,-6-14-3 0 0,1-1 0 0 0,0 1-1 0 0,10 13 1 0 0,-16-26-63 0 0,-1-1 0 0 0,0 0 0 0 0,1 1 0 0 0,-1-1 0 0 0,1 0 1 0 0,-1 0-1 0 0,1 1 0 0 0,-1-1 0 0 0,1 0 0 0 0,0 0 0 0 0,-1 0 0 0 0,1 0 0 0 0,-1 0 0 0 0,1 0 0 0 0,-1 0 0 0 0,1 0 0 0 0,-1 0 0 0 0,1 0 0 0 0,0 0 1 0 0,-1 0-1 0 0,1 0 0 0 0,-1 0 0 0 0,1 0 0 0 0,-1 0 0 0 0,1-1 0 0 0,-1 1 0 0 0,1 0 0 0 0,-1 0 0 0 0,1-1 0 0 0,-1 1 0 0 0,1 0 0 0 0,-1-1 0 0 0,0 1 1 0 0,1 0-1 0 0,-1-1 0 0 0,1 1 0 0 0,-1-1 0 0 0,0 1 0 0 0,1-1 0 0 0,-1 1 0 0 0,0-1 0 0 0,1 0 0 0 0,19-27-6 0 0,-15 21-4 0 0,8-11-44 0 0,1 1-1 0 0,0 0 1 0 0,20-16 0 0 0,-28 27 65 0 0,0 1-1 0 0,1 0 1 0 0,0 0 0 0 0,0 1 0 0 0,0-1-1 0 0,0 1 1 0 0,1 1 0 0 0,0 0 0 0 0,0 0-1 0 0,0 0 1 0 0,12-1 0 0 0,-19 3-4 0 0,0 1 0 0 0,1 0-1 0 0,-1 0 1 0 0,1 1 0 0 0,-1-1 0 0 0,0 0 0 0 0,1 0 0 0 0,-1 1 0 0 0,0-1 0 0 0,1 1 0 0 0,-1-1 0 0 0,0 1 0 0 0,1-1-1 0 0,-1 1 1 0 0,0 0 0 0 0,0 0 0 0 0,0-1 0 0 0,0 1 0 0 0,0 0 0 0 0,0 0 0 0 0,0 0 0 0 0,0 0 0 0 0,0 0 0 0 0,0 1-1 0 0,0-1 1 0 0,-1 0 0 0 0,1 0 0 0 0,0 0 0 0 0,0 3 0 0 0,2 4 76 0 0,0 1 0 0 0,0 0 1 0 0,2 16-1 0 0,2 9 30 0 0,19 13-2223 0 0,8-5-3424 0 0</inkml:trace>
</inkml:ink>
</file>

<file path=ppt/ink/ink1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9:08.7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7834 0 0,'2'5'8448'0'0,"4"14"-3828"0"0,43 117-2056 0 0,39 118-1498 0 0,-66-178-1209 0 0,4-2 0 0 0,42 89-1 0 0,-53-140-2547 0 0</inkml:trace>
</inkml:ink>
</file>

<file path=ppt/ink/ink1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9:08.9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1 118 10594 0 0,'8'0'472'0'0,"-1"-2"96"0"0,0 1-455 0 0,0-1-113 0 0,-2 1 0 0 0,-1 0 0 0 0,3-1 720 0 0,4-2 120 0 0,9 0 24 0 0,7-3 8 0 0,3-1-328 0 0,3-2-72 0 0,-1-2-15 0 0,-3 1-1 0 0,0-3-968 0 0,1 2-201 0 0,2-2-39 0 0,-3 2-8 0 0</inkml:trace>
</inkml:ink>
</file>

<file path=ppt/ink/ink1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9:09.1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14283 0 0,'6'3'1272'0'0,"-2"-2"-1016"0"0,-3-1-256 0 0,1 0 0 0 0,-2-1 96 0 0,1 1-24 0 0,2 0-8 0 0,1 0 0 0 0,2-2-64 0 0,-1 2 0 0 0</inkml:trace>
</inkml:ink>
</file>

<file path=ppt/ink/ink1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9:40.6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636 83 2761 0 0,'-31'-25'2970'0'0,"26"20"-2557"0"0,1 1 1 0 0,0 0 0 0 0,-1 0 0 0 0,0 1 0 0 0,-6-4 0 0 0,-1 1 62 0 0,0 1 0 0 0,-1 1 0 0 0,0 0 0 0 0,0 0 0 0 0,0 2 0 0 0,0 0 0 0 0,0 0 0 0 0,-1 1 0 0 0,1 0 0 0 0,0 2 0 0 0,-1-1 0 0 0,1 2 0 0 0,0-1 0 0 0,0 2 0 0 0,-1 0 0 0 0,2 1 0 0 0,-21 7 0 0 0,19-4-316 0 0,0-1 0 0 0,0 2 0 0 0,1 0 0 0 0,0 0-1 0 0,0 1 1 0 0,1 1 0 0 0,0 0 0 0 0,1 1 0 0 0,0 0 0 0 0,0 0 0 0 0,1 1 0 0 0,1 1-1 0 0,0 0 1 0 0,-13 25 0 0 0,-8 33 96 0 0,3 1 0 0 0,-31 136 0 0 0,53-181-234 0 0,1 1 0 0 0,1 1 0 0 0,2-1 0 0 0,0 0 1 0 0,2 1-1 0 0,1-1 0 0 0,11 49 0 0 0,8 10 121 0 0,37 94-1 0 0,-10-38-70 0 0,-39-114-46 0 0,64 193 21 0 0,-57-183 3 0 0,1-2 0 0 0,2 0-1 0 0,38 57 1 0 0,-18-42 70 0 0,2-2 0 0 0,2-1 0 0 0,2-2 1 0 0,2-3-1 0 0,2-1 0 0 0,100 66 0 0 0,-135-101-175 0 0,0 0 0 0 0,0-2 0 0 0,0 1 0 0 0,1-2 0 0 0,0 0 0 0 0,1-1 0 0 0,-1 0 0 0 0,1-1 0 0 0,-1-1 0 0 0,1 0 0 0 0,0-2 0 0 0,0 1 0 0 0,-1-2-1 0 0,1 0 1 0 0,0-1 0 0 0,0-1 0 0 0,-1 0 0 0 0,0-1 0 0 0,1-1 0 0 0,13-6 0 0 0,-2 0 4 0 0,-2-1 1 0 0,1-1-1 0 0,-2-1 1 0 0,0-1-1 0 0,0-2 1 0 0,-2 0-1 0 0,0-1 0 0 0,-1-1 1 0 0,29-34-1 0 0,-5-5 71 0 0,-2-1 1 0 0,53-97-1 0 0,-57 92 214 0 0,32-62 144 0 0,-62 107-330 0 0,-2 0-1 0 0,0 0 1 0 0,-1 0 0 0 0,0-1 0 0 0,2-24-1 0 0,-5 13 87 0 0,-1 0 0 0 0,-1 0-1 0 0,-2 0 1 0 0,-1 0-1 0 0,-9-46 1 0 0,0 29 161 0 0,-2 1 1 0 0,-34-80 0 0 0,-52-139 232 0 0,58 151-371 0 0,32 93-125 0 0,-1 0-1 0 0,-1 0 1 0 0,0 1-1 0 0,-2 1 1 0 0,0 0-1 0 0,-2 0 1 0 0,0 2-1 0 0,-1 0 1 0 0,-1 0 0 0 0,-30-23-1 0 0,11 10 51 0 0,-2 3-1 0 0,-61-38 0 0 0,78 55-80 0 0,0 1-1 0 0,-1 0 1 0 0,0 2-1 0 0,0 0 1 0 0,-1 2-1 0 0,0 1 1 0 0,-25-4-1 0 0,2 7-142 0 0,0 2 0 0 0,0 1-1 0 0,-80 14 1 0 0,59-7-289 0 0,62-7-199 0 0,0 0 1 0 0,0 0-1 0 0,0 0 1 0 0,1 0 0 0 0,-9 4-1 0 0</inkml:trace>
</inkml:ink>
</file>

<file path=ppt/ink/ink1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9:49.6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295 259 6913 0 0,'-2'-3'122'0'0,"-1"0"-1"0"0,1-1 1 0 0,0 1-1 0 0,0-1 1 0 0,1 0-1 0 0,-1 0 1 0 0,1 1-1 0 0,-2-6 1 0 0,-11-25 2512 0 0,12 31-2556 0 0,0 0 0 0 0,0 0 0 0 0,0 1 0 0 0,0-1 0 0 0,-1 0 0 0 0,1 1 0 0 0,-1 0 0 0 0,0 0 0 0 0,1 0 0 0 0,-1 0 0 0 0,0 0 0 0 0,0 0 0 0 0,0 1 0 0 0,-1 0 0 0 0,1-1 0 0 0,0 1 0 0 0,-1 0 0 0 0,1 0 0 0 0,0 1 0 0 0,-6-1 0 0 0,3 1 172 0 0,1 1 0 0 0,0 0 0 0 0,-1 0 0 0 0,1 0 0 0 0,0 0 0 0 0,0 1-1 0 0,0 0 1 0 0,0 0 0 0 0,0 1 0 0 0,0-1 0 0 0,1 1 0 0 0,-6 4 0 0 0,-3 3 326 0 0,1 0 1 0 0,0 1-1 0 0,1 1 1 0 0,0 0 0 0 0,0 0-1 0 0,1 1 1 0 0,-15 28-1 0 0,21-33-763 0 0,0 1 0 0 0,1-1-1 0 0,0 1 1 0 0,1 0-1 0 0,0-1 1 0 0,0 1 0 0 0,0 0-1 0 0,2 0 1 0 0,-1 17 0 0 0,1-23 124 0 0,0 0 1 0 0,0 0-1 0 0,1 0 1 0 0,-1 0 0 0 0,1 0-1 0 0,0 0 1 0 0,0 0 0 0 0,0 0-1 0 0,0 0 1 0 0,0-1 0 0 0,1 1-1 0 0,-1 0 1 0 0,1-1 0 0 0,-1 1-1 0 0,1-1 1 0 0,0 1-1 0 0,0-1 1 0 0,0 0 0 0 0,1 0-1 0 0,-1 0 1 0 0,0 0 0 0 0,1 0-1 0 0,0-1 1 0 0,-1 1 0 0 0,1-1-1 0 0,0 0 1 0 0,-1 1 0 0 0,1-1-1 0 0,0 0 1 0 0,0-1-1 0 0,0 1 1 0 0,5 0 0 0 0,-2-1 12 0 0,-1 0 0 0 0,1-1 1 0 0,-1 1-1 0 0,1-1 1 0 0,-1 0-1 0 0,0-1 0 0 0,1 0 1 0 0,-1 0-1 0 0,0 0 0 0 0,0 0 1 0 0,0-1-1 0 0,0 1 0 0 0,-1-1 1 0 0,1-1-1 0 0,-1 1 0 0 0,0-1 1 0 0,6-5-1 0 0,4-5 331 0 0,0-1 0 0 0,-1 0 0 0 0,16-27 1 0 0,31-76 3697 0 0,-60 117-3946 0 0,0 0-1 0 0,0 1 1 0 0,1-1-1 0 0,-1 1 1 0 0,1-1-1 0 0,-1 1 1 0 0,0-1 0 0 0,1 1-1 0 0,-1-1 1 0 0,1 1-1 0 0,-1 0 1 0 0,1-1-1 0 0,-1 1 1 0 0,1-1 0 0 0,0 1-1 0 0,-1 0 1 0 0,1 0-1 0 0,-1-1 1 0 0,1 1-1 0 0,0 0 1 0 0,-1 0 0 0 0,1 0-1 0 0,0 0 1 0 0,-1 0-1 0 0,1 0 1 0 0,0 0-1 0 0,-1 0 1 0 0,1 0 0 0 0,1 0-1 0 0,-1 1-8 0 0,0-1 0 0 0,1 1 0 0 0,-1 0 0 0 0,1 0 0 0 0,-1 0 0 0 0,0 0 0 0 0,0 0 0 0 0,0 0 0 0 0,0 0 0 0 0,0 1 0 0 0,0-1 0 0 0,1 2 0 0 0,24 47-10 0 0,-23-42 101 0 0,12 25-219 0 0,27 45 0 0 0,-34-67 32 0 0,-1 0-1 0 0,2 0 1 0 0,-1 0 0 0 0,2-1-1 0 0,-1-1 1 0 0,1 1-1 0 0,13 8 1 0 0,-22-17 85 0 0,0 0-1 0 0,0 0 1 0 0,1 0 0 0 0,-1 0 0 0 0,0 0 0 0 0,1 0 0 0 0,-1 0-1 0 0,1-1 1 0 0,-1 1 0 0 0,1 0 0 0 0,-1-1 0 0 0,1 0-1 0 0,0 1 1 0 0,-1-1 0 0 0,1 0 0 0 0,0 1 0 0 0,-1-1 0 0 0,1 0-1 0 0,0 0 1 0 0,-1 0 0 0 0,1-1 0 0 0,0 1 0 0 0,-1 0-1 0 0,1-1 1 0 0,-1 1 0 0 0,1-1 0 0 0,0 1 0 0 0,-1-1 0 0 0,0 0-1 0 0,1 0 1 0 0,-1 0 0 0 0,1 1 0 0 0,-1-1 0 0 0,0 0-1 0 0,1-1 1 0 0,-1 1 0 0 0,0 0 0 0 0,0 0 0 0 0,0-1 0 0 0,0 1-1 0 0,0 0 1 0 0,0-1 0 0 0,0 1 0 0 0,-1-1 0 0 0,1 1-1 0 0,-1-1 1 0 0,1 1 0 0 0,-1-1 0 0 0,1-2 0 0 0,2-7 171 0 0,0 1 0 0 0,-1-1 1 0 0,0-1-1 0 0,-1 1 1 0 0,0-22-1 0 0,-6-55 277 0 0,2 52-454 0 0,1 1 1 0 0,1-1 0 0 0,2 1-1 0 0,2-1 1 0 0,10-50 0 0 0,-13 85-13 0 0,0-1-198 0 0,1 0 0 0 0,0-1-1 0 0,-1 1 1 0 0,1 0 0 0 0,0-1 0 0 0,0 1 0 0 0,0 0 0 0 0,1 0-1 0 0,-1 0 1 0 0,0 0 0 0 0,1 0 0 0 0,1-2 0 0 0</inkml:trace>
</inkml:ink>
</file>

<file path=ppt/ink/ink1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9:50.1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154 314 6913 0 0,'-63'18'2448'0'0,"-27"6"2471"0"0,142-51-1535 0 0,52-9-2775 0 0,179-38 1 0 0,-109 32-102 0 0,14-2 587 0 0,210-21 0 0 0,-221 40-694 0 0,225-18-241 0 0,-398 43-288 0 0,39 2 279 0 0,-24 5-858 0 0,-18-7 630 0 0,-1 0-1 0 0,1 0 1 0 0,-1 1 0 0 0,0-1-1 0 0,1 1 1 0 0,-1-1-1 0 0,0 0 1 0 0,0 1 0 0 0,1-1-1 0 0,-1 1 1 0 0,0-1-1 0 0,0 0 1 0 0,1 1 0 0 0,-1-1-1 0 0,0 1 1 0 0,0-1-1 0 0,0 1 1 0 0,0-1 0 0 0,0 1-1 0 0,0-1 1 0 0,0 1-1 0 0,0-1 1 0 0,0 1 0 0 0,0-1-1 0 0,0 1 1 0 0,0-1-1 0 0,0 1 1 0 0,0-1 0 0 0,-1 1-1 0 0,1 0 1 0 0,-6 9-986 0 0</inkml:trace>
</inkml:ink>
</file>

<file path=ppt/ink/ink1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9:50.5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47 9674 0 0,'-1'-1'176'0'0,"0"-1"0"0"0,0 1 0 0 0,1-1 0 0 0,-1 0 0 0 0,0 1 0 0 0,1-1 1 0 0,0 0-1 0 0,-1 0 0 0 0,1 1 0 0 0,0-1 0 0 0,0 0 0 0 0,0 0 0 0 0,0 1 0 0 0,0-1 0 0 0,0 0 0 0 0,1 0 0 0 0,-1 1 0 0 0,2-4 0 0 0,-2 4 6 0 0,1 0-1 0 0,0 0 0 0 0,0 0 0 0 0,0 0 0 0 0,-1 0 0 0 0,1 1 1 0 0,0-1-1 0 0,0 0 0 0 0,0 1 0 0 0,0-1 0 0 0,1 1 1 0 0,-1-1-1 0 0,0 1 0 0 0,0 0 0 0 0,0-1 0 0 0,0 1 0 0 0,0 0 1 0 0,0 0-1 0 0,1-1 0 0 0,-1 1 0 0 0,0 0 0 0 0,0 0 1 0 0,0 1-1 0 0,1-1 0 0 0,-1 0 0 0 0,0 0 0 0 0,0 0 0 0 0,0 1 1 0 0,0-1-1 0 0,2 2 0 0 0,2 0 19 0 0,0 0-1 0 0,0 0 1 0 0,0 1-1 0 0,0 0 1 0 0,-1 0-1 0 0,1 0 1 0 0,-1 1-1 0 0,0 0 1 0 0,0-1 0 0 0,0 1-1 0 0,-1 0 1 0 0,1 1-1 0 0,-1-1 1 0 0,0 1-1 0 0,0 0 1 0 0,-1-1-1 0 0,0 1 1 0 0,1 0 0 0 0,1 7-1 0 0,4 12-87 0 0,-2 0 0 0 0,8 45-1 0 0,-13-60 7 0 0,6 36-416 0 0,19 87 246 0 0,-22-117-964 0 0,1-1-1 0 0,0 1 1 0 0,13 21 0 0 0</inkml:trace>
</inkml:ink>
</file>

<file path=ppt/ink/ink1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9:50.8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105 30 7138 0 0,'0'-8'-496'0'0,"-4"-13"6521"0"0,-5 30-4088 0 0,-3 6-813 0 0,-1 1-431 0 0,1 0 0 0 0,0 1-1 0 0,2 1 1 0 0,0 0 0 0 0,-11 27-1 0 0,20-45-631 0 0,1 1 1 0 0,0-1-1 0 0,0 1 0 0 0,0 0 1 0 0,0-1-1 0 0,0 1 0 0 0,0 0 0 0 0,0-1 1 0 0,0 1-1 0 0,0 0 0 0 0,0-1 0 0 0,0 1 1 0 0,0 0-1 0 0,0-1 0 0 0,1 1 0 0 0,-1 0 1 0 0,0-1-1 0 0,0 1 0 0 0,1-1 0 0 0,-1 1 1 0 0,0-1-1 0 0,1 1 0 0 0,-1 0 0 0 0,1-1 1 0 0,-1 0-1 0 0,1 1 0 0 0,-1-1 0 0 0,1 1 1 0 0,0 0-1 0 0,24 7 678 0 0,-16-7-656 0 0,-1-1 0 0 0,1 1 0 0 0,0-2 1 0 0,9 0-1 0 0,31-9-203 0 0,-19 3-408 0 0,38-2 0 0 0,-57 8-1099 0 0,0 1 0 0 0,0 0 0 0 0,21 4 0 0 0,-18-2-467 0 0</inkml:trace>
</inkml:ink>
</file>

<file path=ppt/ink/ink1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9:51.0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85 6913 0 0,'27'-10'2906'0'0,"0"2"0"0"0,1 0 0 0 0,33-3 0 0 0,-18 3-1315 0 0,15-5-209 0 0,45-9-279 0 0,-86 20-1659 0 0,0 0 1 0 0,0 1 0 0 0,33 2-1 0 0,-38 1-1670 0 0</inkml:trace>
</inkml:ink>
</file>

<file path=ppt/ink/ink1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9:51.3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27 5985 0 0,'0'-1'183'0'0,"0"0"-1"0"0,0 0 0 0 0,0 0 0 0 0,1 0 0 0 0,-1 0 1 0 0,0-1-1 0 0,0 1 0 0 0,1 0 0 0 0,-1 0 1 0 0,0 0-1 0 0,1 0 0 0 0,-1 0 0 0 0,1 1 1 0 0,-1-1-1 0 0,1 0 0 0 0,0 0 0 0 0,-1 0 1 0 0,1 0-1 0 0,0 1 0 0 0,0-1 0 0 0,0 0 1 0 0,-1 0-1 0 0,1 1 0 0 0,0-1 0 0 0,0 1 1 0 0,0-1-1 0 0,0 1 0 0 0,0-1 0 0 0,0 1 1 0 0,0 0-1 0 0,0-1 0 0 0,0 1 0 0 0,0 0 1 0 0,0 0-1 0 0,1 0 0 0 0,-1 0 0 0 0,0 0 1 0 0,0 0-1 0 0,0 0 0 0 0,0 0 0 0 0,0 0 1 0 0,0 1-1 0 0,0-1 0 0 0,1 1 0 0 0,1-1 270 0 0,0 1 0 0 0,0 0 0 0 0,0 0 0 0 0,-1 0-1 0 0,1 0 1 0 0,0 0 0 0 0,-1 0 0 0 0,1 1 0 0 0,-1-1 0 0 0,1 1-1 0 0,-1 0 1 0 0,0 0 0 0 0,0 0 0 0 0,0 0 0 0 0,0 0 0 0 0,3 4-1 0 0,1 9-181 0 0,-1 0 0 0 0,0 0 0 0 0,-1 0-1 0 0,0 1 1 0 0,-2-1 0 0 0,0 1 0 0 0,0 0-1 0 0,-2 25 1 0 0,0-23-666 0 0,0 0 0 0 0,2 0 0 0 0,0 0 0 0 0,1 0 0 0 0,1-1 0 0 0,7 24 0 0 0</inkml:trace>
</inkml:ink>
</file>

<file path=ppt/ink/ink1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9:51.7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51 10594 0 0,'4'-3'139'0'0,"0"1"1"0"0,0 0-1 0 0,0 0 0 0 0,1 1 0 0 0,-1-1 1 0 0,1 1-1 0 0,5-1 0 0 0,-5 1 160 0 0,35-12 768 0 0,-28 9-1120 0 0,-1 0-1 0 0,1 0 1 0 0,0 1-1 0 0,0 1 1 0 0,0 0-1 0 0,24-1 1 0 0</inkml:trace>
</inkml:ink>
</file>

<file path=ppt/ink/ink1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9:51.9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47 10594 0 0,'0'1'23'0'0,"0"-1"0"0"0,0 0-1 0 0,0 0 1 0 0,0 0-1 0 0,0 0 1 0 0,0 0 0 0 0,0 0-1 0 0,0 1 1 0 0,-1-1 0 0 0,1 0-1 0 0,0 0 1 0 0,0 0-1 0 0,0 0 1 0 0,0 0 0 0 0,0 1-1 0 0,1-1 1 0 0,-1 0 0 0 0,0 0-1 0 0,0 0 1 0 0,0 0-1 0 0,0 0 1 0 0,0 1 0 0 0,0-1-1 0 0,0 0 1 0 0,0 0 0 0 0,0 0-1 0 0,0 0 1 0 0,0 0-1 0 0,0 0 1 0 0,0 1 0 0 0,1-1-1 0 0,-1 0 1 0 0,0 0 0 0 0,0 0-1 0 0,0 0 1 0 0,0 0 0 0 0,0 0-1 0 0,0 0 1 0 0,1 0-1 0 0,-1 0 1 0 0,0 0 0 0 0,0 0-1 0 0,0 0 1 0 0,0 0 0 0 0,0 0-1 0 0,0 0 1 0 0,1 1-1 0 0,-1-1 1 0 0,0 0 0 0 0,0-1-1 0 0,0 1 1 0 0,15 0 513 0 0,22-9 40 0 0,-31 8-230 0 0,-2 0-116 0 0,20-5-748 0 0,0 0-1 0 0,29-13 1 0 0,-35 10 321 0 0</inkml:trace>
</inkml:ink>
</file>

<file path=ppt/ink/ink1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9:53.9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195 26 3225 0 0,'-3'-3'748'0'0,"0"1"0"0"0,0-1 0 0 0,-1 1 1 0 0,1 0-1 0 0,-1 0 0 0 0,0 0 0 0 0,0 0 1 0 0,0 1-1 0 0,1-1 0 0 0,-1 1 0 0 0,-1 0 1 0 0,1 0-1 0 0,0 0 0 0 0,-5 1 0 0 0,6 0-566 0 0,0 0 0 0 0,0 1-1 0 0,-1-1 1 0 0,1 1 0 0 0,0 0 0 0 0,0 0-1 0 0,0 0 1 0 0,0 1 0 0 0,1-1-1 0 0,-1 1 1 0 0,0-1 0 0 0,0 1 0 0 0,1 0-1 0 0,-1 0 1 0 0,1 0 0 0 0,0 0-1 0 0,-1 1 1 0 0,1-1 0 0 0,-2 5 0 0 0,-6 7-55 0 0,0 2 1 0 0,2-1-1 0 0,0 1 1 0 0,1 0-1 0 0,1 0 1 0 0,0 1-1 0 0,1 0 1 0 0,1 0-1 0 0,0 1 1 0 0,-1 17 0 0 0,3-5-74 0 0,0-1 1 0 0,2 1 0 0 0,1 0-1 0 0,2-1 1 0 0,7 36 0 0 0,-6-47-169 0 0,0 0 1 0 0,2-1 0 0 0,9 25-1 0 0,-11-35-231 0 0,0 0 0 0 0,0 0-1 0 0,0 0 1 0 0,1 0 0 0 0,0-1 0 0 0,0 0-1 0 0,1 0 1 0 0,-1 0 0 0 0,1 0-1 0 0,8 4 1 0 0,12 6-5423 0 0</inkml:trace>
</inkml:ink>
</file>

<file path=ppt/ink/ink1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9:54.2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1 11522 0 0,'-1'1'145'0'0,"-1"0"-1"0"0,1 0 0 0 0,-1 0 1 0 0,1 1-1 0 0,-1-1 0 0 0,1 1 1 0 0,0-1-1 0 0,0 1 0 0 0,0-1 0 0 0,0 1 1 0 0,0-1-1 0 0,0 1 0 0 0,0 0 1 0 0,0 0-1 0 0,1 0 0 0 0,-2 3 1 0 0,-9 39 1061 0 0,8-30-931 0 0,-2 6-41 0 0,0 1 0 0 0,2 0 1 0 0,0 0-1 0 0,1 1 0 0 0,1-1 0 0 0,3 24 1 0 0,-2-38-236 0 0,1-1 1 0 0,0 0 0 0 0,1 0-1 0 0,0-1 1 0 0,0 1-1 0 0,0 0 1 0 0,0 0 0 0 0,1-1-1 0 0,0 0 1 0 0,0 1-1 0 0,5 5 1 0 0,-5-8 26 0 0,1 1 0 0 0,-1-1 0 0 0,1 0-1 0 0,-1-1 1 0 0,1 1 0 0 0,0-1 0 0 0,0 1 0 0 0,0-1 0 0 0,1 0 0 0 0,-1-1 0 0 0,0 1-1 0 0,1-1 1 0 0,-1 0 0 0 0,1 0 0 0 0,-1 0 0 0 0,9 0 0 0 0,-7-1 34 0 0,0 0 0 0 0,0 0 1 0 0,0-1-1 0 0,0 1 0 0 0,-1-2 0 0 0,1 1 1 0 0,0 0-1 0 0,-1-1 0 0 0,1 0 1 0 0,-1-1-1 0 0,1 1 0 0 0,-1-1 1 0 0,0 0-1 0 0,0 0 0 0 0,0-1 0 0 0,-1 1 1 0 0,1-1-1 0 0,-1 0 0 0 0,0 0 1 0 0,0-1-1 0 0,0 1 0 0 0,-1-1 0 0 0,1 0 1 0 0,-1 0-1 0 0,0 0 0 0 0,-1 0 1 0 0,1 0-1 0 0,-1-1 0 0 0,2-7 0 0 0,-2 8-43 0 0,-1 0-1 0 0,0 0 1 0 0,0-1-1 0 0,0 1 1 0 0,0 0-1 0 0,-1-1 1 0 0,0 1-1 0 0,0-1 1 0 0,0 1-1 0 0,-1 0 1 0 0,0-1-1 0 0,0 1 1 0 0,0 0-1 0 0,-1 0 1 0 0,0 0-1 0 0,0 0 1 0 0,0 0-1 0 0,0 0 1 0 0,-1 0-1 0 0,0 1 1 0 0,0-1-1 0 0,0 1 1 0 0,0 0-1 0 0,-1-1 1 0 0,0 2-1 0 0,0-1 1 0 0,0 0-1 0 0,0 1 1 0 0,0 0-1 0 0,-1 0 1 0 0,-9-5-1 0 0,9 6-186 0 0,0 0 1 0 0,-1 0-1 0 0,1 0 0 0 0,-1 1 0 0 0,1-1 0 0 0,-1 1 0 0 0,0 1 0 0 0,1-1 1 0 0,-1 1-1 0 0,0 0 0 0 0,1 0 0 0 0,-1 1 0 0 0,-10 1 0 0 0</inkml:trace>
</inkml:ink>
</file>

<file path=ppt/ink/ink1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9:54.6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13 4609 0 0,'0'-1'194'0'0,"0"0"0"0"0,0 1 0 0 0,0-1 0 0 0,1 1 0 0 0,-1-1 0 0 0,0 0 0 0 0,0 1 0 0 0,1-1 0 0 0,-1 1 0 0 0,0-1 0 0 0,1 1 0 0 0,-1-1 0 0 0,1 1 0 0 0,-1-1 0 0 0,1 1 0 0 0,-1-1 0 0 0,1 1 0 0 0,-1 0 0 0 0,1-1 0 0 0,-1 1 0 0 0,1 0 1 0 0,-1-1-1 0 0,1 1 0 0 0,0 0 0 0 0,-1 0 0 0 0,1 0 0 0 0,-1-1 0 0 0,1 1 0 0 0,0 0 0 0 0,-1 0 0 0 0,1 0 0 0 0,0 0 0 0 0,-1 0 0 0 0,2 0 0 0 0,0 1 223 0 0,0 0-1 0 0,0 0 1 0 0,1-1 0 0 0,-1 2 0 0 0,0-1 0 0 0,0 0-1 0 0,0 0 1 0 0,0 1 0 0 0,3 2 0 0 0,2 3 600 0 0,0 0 0 0 0,0 1 0 0 0,11 16 0 0 0,-12-13-767 0 0,-1 1 0 0 0,0 1 0 0 0,5 18 0 0 0,-7-21-132 0 0,0 0 0 0 0,0-1 0 0 0,1 1 0 0 0,0-1 0 0 0,1 0 0 0 0,0 0 1 0 0,6 8-1 0 0,-11-16-119 0 0,0-1 1 0 0,1 0 0 0 0,-1 0 0 0 0,0 1 0 0 0,0-1-1 0 0,1 0 1 0 0,-1 0 0 0 0,0 1 0 0 0,0-1-1 0 0,1 0 1 0 0,-1 0 0 0 0,0 0 0 0 0,0 0 0 0 0,1 1-1 0 0,-1-1 1 0 0,0 0 0 0 0,1 0 0 0 0,-1 0-1 0 0,0 0 1 0 0,1 0 0 0 0,-1 0 0 0 0,0 0 0 0 0,1 0-1 0 0,-1 0 1 0 0,0 0 0 0 0,1 0 0 0 0,-1 0-1 0 0,0 0 1 0 0,0 0 0 0 0,1 0 0 0 0,-1 0 0 0 0,0 0-1 0 0,1-1 1 0 0,-1 1 0 0 0,10-11-21 0 0,1-17-54 0 0,-11 27 73 0 0,5-17-93 0 0,2-1 0 0 0,0 1 0 0 0,15-26 0 0 0,-18 38 100 0 0,-1 0 0 0 0,1 0 1 0 0,0 0-1 0 0,1 1 0 0 0,-1 0 1 0 0,1 0-1 0 0,0 0 1 0 0,0 1-1 0 0,1-1 0 0 0,-1 1 1 0 0,1 1-1 0 0,0-1 0 0 0,10-4 1 0 0,-15 8 7 0 0,1-1-1 0 0,-1 1 1 0 0,1 0 0 0 0,-1 0-1 0 0,1 0 1 0 0,-1 0 0 0 0,1 0-1 0 0,-1 0 1 0 0,1 0 0 0 0,-1 0 0 0 0,0 0-1 0 0,1 1 1 0 0,-1-1 0 0 0,1 1-1 0 0,-1-1 1 0 0,0 1 0 0 0,1 0-1 0 0,-1-1 1 0 0,0 1 0 0 0,0 0 0 0 0,1 0-1 0 0,-1 0 1 0 0,0 0 0 0 0,0 0-1 0 0,0 0 1 0 0,0 0 0 0 0,1 2-1 0 0,25 43 102 0 0,-12-20-476 0 0,-3-12-508 0 0,1 0-269 0 0</inkml:trace>
</inkml:ink>
</file>

<file path=ppt/ink/ink1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9:55.5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116 1 10138 0 0,'-12'11'4207'0'0,"-13"12"-2925"0"0,10-8-733 0 0,8-8-468 0 0,0-1-1 0 0,0 1 0 0 0,1 1 1 0 0,0-1-1 0 0,0 1 0 0 0,1 0 1 0 0,0 0-1 0 0,0 1 0 0 0,-4 11 1 0 0,9-19-89 0 0,0 0 1 0 0,0 1-1 0 0,0-1 1 0 0,0 0 0 0 0,0 0-1 0 0,0 1 1 0 0,0-1 0 0 0,1 0-1 0 0,-1 0 1 0 0,1 1-1 0 0,-1-1 1 0 0,1 0 0 0 0,-1 0-1 0 0,1 0 1 0 0,-1 0 0 0 0,1 0-1 0 0,0 0 1 0 0,0 0-1 0 0,0 0 1 0 0,-1 0 0 0 0,1 0-1 0 0,0 0 1 0 0,0 0-1 0 0,0-1 1 0 0,0 1 0 0 0,3 1-1 0 0,37 18-553 0 0,-18-11 481 0 0,-20-7 80 0 0,-1-1 0 0 0,1 1 0 0 0,-1-1 0 0 0,1 1 0 0 0,-1 0 0 0 0,0 0 0 0 0,1 0 0 0 0,-1 0 0 0 0,0 0 0 0 0,0 1 0 0 0,-1-1 0 0 0,1 1 0 0 0,2 4 0 0 0,-4-5 0 0 0,1-1 0 0 0,-1 1 0 0 0,0-1 0 0 0,0 1 0 0 0,0-1 0 0 0,0 1 0 0 0,-1-1 0 0 0,1 1 0 0 0,0-1 0 0 0,-1 0 0 0 0,1 1 0 0 0,-1-1 0 0 0,1 1 0 0 0,-1-1 0 0 0,1 0 0 0 0,-1 1 0 0 0,0-1 0 0 0,0 0 0 0 0,0 0 0 0 0,0 1 0 0 0,0-1 0 0 0,0 0 0 0 0,0 0 0 0 0,0 0 0 0 0,0 0 0 0 0,-1-1 0 0 0,1 1 0 0 0,0 0 0 0 0,-3 1 0 0 0,-48 26-573 0 0,29-18-3933 0 0,10-6-257 0 0</inkml:trace>
</inkml:ink>
</file>

<file path=ppt/ink/ink1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9:55.7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14283 0 0,'16'27'5973'0'0,"8"39"-4052"0"0,-7-5-1340 0 0,12 91 0 0 0,-18-87-1958 0 0,23 80 1 0 0,-26-120-6055 0 0</inkml:trace>
</inkml:ink>
</file>

<file path=ppt/ink/ink1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9:56.0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64 9674 0 0,'0'-1'200'0'0,"0"0"0"0"0,-1 1 0 0 0,1-1 0 0 0,0 0 0 0 0,0 1 0 0 0,0-1 0 0 0,0 0 0 0 0,0 1 0 0 0,0-1 0 0 0,0 0 0 0 0,0 1 0 0 0,0-1 0 0 0,0 0 0 0 0,0 1 0 0 0,0-1 0 0 0,0 0 0 0 0,1 1 0 0 0,-1-1 0 0 0,0 0 0 0 0,0 1 0 0 0,1-1 0 0 0,-1 0 0 0 0,0 1 0 0 0,1-1 0 0 0,-1 1 0 0 0,1-1 0 0 0,-1 1 0 0 0,1-1 0 0 0,-1 1 1 0 0,1-1-1 0 0,-1 1 0 0 0,1 0 0 0 0,0-1 0 0 0,-1 1 0 0 0,1-1 0 0 0,-1 1 0 0 0,1 0 0 0 0,0 0 0 0 0,0-1 0 0 0,27-13 1068 0 0,31-4-1872 0 0,2 10-3343 0 0,-40 7 2262 0 0</inkml:trace>
</inkml:ink>
</file>

<file path=ppt/ink/ink1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9:56.6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54 1 4145 0 0,'7'7'10896'0'0,"-13"1"-9586"0"0,-4 5-152 0 0,1 0 0 0 0,1 1 0 0 0,-10 21 0 0 0,16-32-1152 0 0,1 0 0 0 0,0 0 0 0 0,0 0 0 0 0,0 1-1 0 0,0-1 1 0 0,0 0 0 0 0,1 1 0 0 0,-1-1 0 0 0,1 0 0 0 0,0 1 0 0 0,0-1 0 0 0,0 1 0 0 0,0-1 0 0 0,1 0-1 0 0,0 1 1 0 0,-1-1 0 0 0,1 0 0 0 0,0 1 0 0 0,1-1 0 0 0,-1 0 0 0 0,0 0 0 0 0,1 0 0 0 0,2 3 0 0 0,-3-5-85 0 0,-1 0 0 0 0,1 0 0 0 0,-1-1 0 0 0,1 1 0 0 0,0 0 0 0 0,0-1 0 0 0,-1 1 0 0 0,1-1 0 0 0,0 1 0 0 0,0-1 0 0 0,0 1 1 0 0,0-1-1 0 0,0 0 0 0 0,-1 1 0 0 0,1-1 0 0 0,0 0 0 0 0,0 0 0 0 0,0 0 0 0 0,0 0 0 0 0,0 0 0 0 0,0 0 0 0 0,0 0 1 0 0,0 0-1 0 0,0 0 0 0 0,1 0 0 0 0,1-1-31 0 0,-1 0-1 0 0,1 0 1 0 0,-1 0 0 0 0,1 0 0 0 0,-1-1 0 0 0,1 1 0 0 0,-1-1-1 0 0,4-2 1 0 0,2-4 7 0 0,1-1 0 0 0,-2 1-1 0 0,8-11 1 0 0,-7 9-39 0 0,-3 2 348 0 0,1 0 0 0 0,0 0 0 0 0,0 1 0 0 0,15-13 0 0 0,-20 19-159 0 0,0 0 1 0 0,0 0-1 0 0,0 1 1 0 0,1-1-1 0 0,-1 0 0 0 0,0 1 1 0 0,0-1-1 0 0,0 1 1 0 0,1-1-1 0 0,-1 1 1 0 0,0 0-1 0 0,1 0 1 0 0,-1-1-1 0 0,0 1 0 0 0,0 0 1 0 0,1 0-1 0 0,-1 0 1 0 0,2 1-1 0 0,-2-1-9 0 0,1 1-1 0 0,-1 0 1 0 0,1 0 0 0 0,-1 0-1 0 0,0 0 1 0 0,1 0 0 0 0,-1 0-1 0 0,0 0 1 0 0,0 0 0 0 0,0 0-1 0 0,0 1 1 0 0,0-1-1 0 0,0 0 1 0 0,0 1 0 0 0,0-1-1 0 0,0 0 1 0 0,-1 1 0 0 0,2 2-1 0 0,6 17 51 0 0,-6-13-18 0 0,1 1 0 0 0,0-1 0 0 0,1 0 0 0 0,0-1 0 0 0,0 1 1 0 0,6 7-1 0 0,-9-14-59 0 0,0 0 1 0 0,0 0 0 0 0,-1 0 0 0 0,2 0 0 0 0,-1 0-1 0 0,0-1 1 0 0,0 1 0 0 0,0 0 0 0 0,0-1-1 0 0,0 1 1 0 0,1 0 0 0 0,-1-1 0 0 0,0 0 0 0 0,0 1-1 0 0,1-1 1 0 0,-1 0 0 0 0,0 1 0 0 0,3-1 0 0 0,-2 0-7 0 0,0-1 1 0 0,0 1 0 0 0,0-1 0 0 0,0 0 0 0 0,0 0 0 0 0,0 1 0 0 0,0-1 0 0 0,0-1-1 0 0,0 1 1 0 0,0 0 0 0 0,0 0 0 0 0,-1-1 0 0 0,1 1 0 0 0,0-1 0 0 0,1-1-1 0 0,28-33 25 0 0,-19 21 3 0 0,1 1 1 0 0,15-15-1 0 0,-25 26-28 0 0,0 1 0 0 0,1-1 0 0 0,-1 0 0 0 0,1 1-1 0 0,0 0 1 0 0,0 0 0 0 0,0 0 0 0 0,0 0 0 0 0,0 1 0 0 0,0-1 0 0 0,0 1 0 0 0,1 0-1 0 0,-1 1 1 0 0,6-1 0 0 0,-7 1 47 0 0,0 0 0 0 0,0 0 0 0 0,0 1-1 0 0,0 0 1 0 0,-1-1 0 0 0,1 1 0 0 0,0 0-1 0 0,0 1 1 0 0,-1-1 0 0 0,1 0 0 0 0,-1 1 0 0 0,1-1-1 0 0,-1 1 1 0 0,1 0 0 0 0,-1 0 0 0 0,4 4 0 0 0,2 4-42 0 0,0 0 0 0 0,12 19 0 0 0,-15-20-31 0 0,1-1-1 0 0,0 0 0 0 0,0 0 1 0 0,9 9-1 0 0,-10-13 48 0 0,0-1 1 0 0,0 1-1 0 0,0-1 1 0 0,0 1-1 0 0,11 3 1 0 0,5-1-3005 0 0</inkml:trace>
</inkml:ink>
</file>

<file path=ppt/ink/ink1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9:57.2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0 129 4145 0 0,'1'-5'406'0'0,"0"-1"1"0"0,0 1-1 0 0,0 0 0 0 0,1-1 1 0 0,0 1-1 0 0,0 0 1 0 0,1 0-1 0 0,-1 0 0 0 0,1 0 1 0 0,0 0-1 0 0,0 1 0 0 0,1-1 1 0 0,-1 1-1 0 0,1 0 1 0 0,0 0-1 0 0,6-5 0 0 0,-5 4-88 0 0,1 1 0 0 0,-1 0 0 0 0,0 0 0 0 0,1 1 0 0 0,0-1-1 0 0,0 1 1 0 0,0 0 0 0 0,0 1 0 0 0,1-1 0 0 0,-1 1 0 0 0,0 1 0 0 0,1-1-1 0 0,9 0 1 0 0,-14 2-162 0 0,0 1 1 0 0,1-1-1 0 0,-1 1 0 0 0,0 0 0 0 0,1-1 0 0 0,-1 1 0 0 0,0 0 1 0 0,0 0-1 0 0,1 1 0 0 0,-1-1 0 0 0,0 0 0 0 0,0 1 0 0 0,-1-1 0 0 0,1 1 1 0 0,0-1-1 0 0,0 1 0 0 0,-1 0 0 0 0,1 0 0 0 0,-1 0 0 0 0,0 0 1 0 0,1 0-1 0 0,-1 0 0 0 0,0 0 0 0 0,0 1 0 0 0,0-1 0 0 0,1 4 0 0 0,2 10 51 0 0,1-1-1 0 0,3 33 0 0 0,-4-24-116 0 0,17 43-1079 0 0,-16-52-6 0 0</inkml:trace>
</inkml:ink>
</file>

<file path=ppt/ink/ink1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9:57.4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10594 0 0,'3'1'3168'0'0,"-3"-1"-3114"0"0,8 12 1837 0 0,7 16 223 0 0,58 142 2688 0 0,-28-54-4923 0 0,-2-4-6055 0 0,-34-86-836 0 0</inkml:trace>
</inkml:ink>
</file>

<file path=ppt/ink/ink1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9:57.6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0 142 10594 0 0,'3'-3'944'0'0,"1"1"-751"0"0,2-1-193 0 0,-1 0 0 0 0,1 2 512 0 0,1-2 64 0 0,5-2 8 0 0,7-4 8 0 0,9-2-32 0 0,6-2-8 0 0,3-1 0 0 0,2-1 0 0 0,-1 0-920 0 0,2 1-184 0 0,2-1-40 0 0,-1 0-8 0 0</inkml:trace>
</inkml:ink>
</file>

<file path=ppt/ink/ink1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9:57.7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 7834 0 0,'1'1'344'0'0,"2"-1"72"0"0,2 2-328 0 0,-1-2-88 0 0,-1 0 0 0 0,0-2 0 0 0,2 0 0 0 0,2-3 0 0 0</inkml:trace>
</inkml:ink>
</file>

<file path=ppt/ink/ink1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9:59.1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29 11058 0 0,'26'-20'4293'0'0,"-24"19"-4155"0"0,1 0 1 0 0,-1 0-1 0 0,1-1 0 0 0,0 2 0 0 0,0-1 0 0 0,0 0 0 0 0,-1 0 0 0 0,1 1 0 0 0,0 0 0 0 0,0-1 1 0 0,0 1-1 0 0,0 0 0 0 0,0 1 0 0 0,0-1 0 0 0,0 0 0 0 0,-1 1 0 0 0,1 0 0 0 0,0-1 0 0 0,0 1 1 0 0,-1 0-1 0 0,1 1 0 0 0,0-1 0 0 0,-1 0 0 0 0,1 1 0 0 0,-1-1 0 0 0,1 1 0 0 0,-1 0 1 0 0,0 0-1 0 0,0 0 0 0 0,0 0 0 0 0,0 0 0 0 0,0 0 0 0 0,2 5 0 0 0,6 8 115 0 0,-1 0 1 0 0,-1 1-1 0 0,-1 0 0 0 0,9 27 0 0 0,-4-10 13 0 0,48 132 230 0 0,0 2-584 0 0,-47-135 63 0 0,2-1 1 0 0,2 0-1 0 0,21 31 1 0 0,-37-61 31 0 0,3 5 85 0 0,0-1 0 0 0,0 1 0 0 0,0-1 0 0 0,1 0 0 0 0,0 0 1 0 0,0 0-1 0 0,0-1 0 0 0,7 5 0 0 0,-12-9-67 0 0,1 0 0 0 0,0 0 0 0 0,0-1 0 0 0,0 1 0 0 0,0 0 1 0 0,-1 0-1 0 0,1 0 0 0 0,0-1 0 0 0,0 1 0 0 0,-1 0 0 0 0,1-1 0 0 0,0 1 0 0 0,0 0 0 0 0,-1-1 1 0 0,1 1-1 0 0,-1-1 0 0 0,1 0 0 0 0,0 1 0 0 0,-1-1 0 0 0,1 1 0 0 0,-1-1 0 0 0,1 0 0 0 0,-1 1 1 0 0,1-1-1 0 0,-1 0 0 0 0,0 0 0 0 0,1 1 0 0 0,-1-1 0 0 0,0 0 0 0 0,0 0 0 0 0,1 1 0 0 0,-1-1 1 0 0,0-1-1 0 0,10-34 204 0 0,-9 34-184 0 0,16-89 386 0 0,10-142 0 0 0,-6 33-510 0 0,-13 159-251 0 0,-7 38 242 0 0,-1 1-1 0 0,1 0 0 0 0,0 0 0 0 0,0 0 0 0 0,0-1 0 0 0,0 1 1 0 0,0 0-1 0 0,0 0 0 0 0,1 0 0 0 0,-1 0 0 0 0,1 1 0 0 0,-1-1 0 0 0,1 0 1 0 0,-1 1-1 0 0,4-3 0 0 0,2 1-463 0 0</inkml:trace>
</inkml:ink>
</file>

<file path=ppt/ink/ink1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9:59.5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71 4609 0 0,'-4'8'11325'0'0,"18"-10"-5611"0"0,-6 0-7807 0 0,44-25 3269 0 0,-36 18-1262 0 0,0 0-1 0 0,1 2 1 0 0,32-11 0 0 0,-46 17-151 0 0,1 0 1 0 0,0 0-1 0 0,-1 0 0 0 0,1 1 0 0 0,0 0 1 0 0,-1 0-1 0 0,1 0 0 0 0,0 0 0 0 0,-1 0 1 0 0,1 1-1 0 0,0-1 0 0 0,-1 1 1 0 0,1 0-1 0 0,0 0 0 0 0,-1 1 0 0 0,0-1 1 0 0,1 1-1 0 0,-1 0 0 0 0,0-1 0 0 0,0 2 1 0 0,0-1-1 0 0,0 0 0 0 0,5 5 0 0 0,2 4 112 0 0</inkml:trace>
</inkml:ink>
</file>

<file path=ppt/ink/ink1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39:59.6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2 107 8290 0 0,'-2'0'888'0'0,"4"0"-888"0"0,-1-1 0 0 0,2 0 856 0 0,0-1 136 0 0,2 0 33 0 0,3-4 7 0 0,5-1-128 0 0,2-2-24 0 0,3-2-8 0 0,0 1 1 0 0,0-1-873 0 0,0 0-104 0 0,1 0-57 0 0,0 1-15 0 0,3 2 176 0 0,0 1 0 0 0</inkml:trace>
</inkml:ink>
</file>

<file path=ppt/ink/ink1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00.5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215 5 10594 0 0,'-2'-1'245'0'0,"-1"0"-1"0"0,0 0 1 0 0,1 1-1 0 0,-1-1 1 0 0,0 1-1 0 0,0 0 1 0 0,0 0 0 0 0,0 0-1 0 0,1 0 1 0 0,-1 0-1 0 0,0 1 1 0 0,0-1-1 0 0,0 1 1 0 0,1 0-1 0 0,-1 0 1 0 0,0 0-1 0 0,-4 2 1 0 0,-44 24 1835 0 0,42-20-1959 0 0,0 0 1 0 0,0 1-1 0 0,1 0 1 0 0,0 1 0 0 0,0-1-1 0 0,1 1 1 0 0,0 1-1 0 0,1 0 1 0 0,0 0-1 0 0,1 0 1 0 0,0 0 0 0 0,-6 19-1 0 0,8-21-149 0 0,1 1 0 0 0,-1 0 1 0 0,2 0-1 0 0,0 0 0 0 0,0 0 0 0 0,0 0 0 0 0,2 14 0 0 0,-1-18 11 0 0,1 0 0 0 0,0 0 0 0 0,0 1 0 0 0,1-1 0 0 0,-1 0 0 0 0,1 0 0 0 0,0 0 1 0 0,0-1-1 0 0,1 1 0 0 0,0 0 0 0 0,0-1 0 0 0,0 0 0 0 0,4 6 0 0 0,-5-8 13 0 0,0 0 1 0 0,0 0-1 0 0,0 0 1 0 0,0 0-1 0 0,0-1 1 0 0,1 1-1 0 0,-1-1 0 0 0,0 1 1 0 0,1-1-1 0 0,-1 0 1 0 0,1 0-1 0 0,0 0 1 0 0,-1 0-1 0 0,1 0 1 0 0,0 0-1 0 0,-1-1 0 0 0,1 0 1 0 0,0 1-1 0 0,0-1 1 0 0,5-1-1 0 0,-4 0 1 0 0,0 0 1 0 0,0 0-1 0 0,0 0 0 0 0,0-1 0 0 0,0 0 0 0 0,0 0 0 0 0,-1 0 0 0 0,1 0 0 0 0,-1-1 1 0 0,1 1-1 0 0,-1-1 0 0 0,4-4 0 0 0,2-3-6 0 0,-1 0 1 0 0,0 0-1 0 0,0-1 0 0 0,-1 0 1 0 0,-1 0-1 0 0,1-1 0 0 0,7-23 1 0 0,-1-28 202 0 0,-5 16 862 0 0,10 76 1142 0 0,-14-21-2076 0 0,62 126 1093 0 0,-56-118-1367 0 0,0 0 1 0 0,1-1 0 0 0,1-1 0 0 0,1 0-1 0 0,0-1 1 0 0,16 13 0 0 0,-2-4-1514 0 0,-13-13 217 0 0</inkml:trace>
</inkml:ink>
</file>

<file path=ppt/ink/ink1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00.8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27 8498 0 0,'-1'0'39'0'0,"0"-1"0"0"0,1 1 0 0 0,-1 0 1 0 0,0-1-1 0 0,1 1 0 0 0,-1-1 0 0 0,0 1 0 0 0,1-1 1 0 0,-1 1-1 0 0,1-1 0 0 0,-1 0 0 0 0,1 1 1 0 0,-1-1-1 0 0,1 0 0 0 0,0 1 0 0 0,-1-1 0 0 0,1 0 1 0 0,0 1-1 0 0,-1-1 0 0 0,1-1 0 0 0,0 2 160 0 0,0-1 0 0 0,0 1 0 0 0,0-1 0 0 0,0 0 0 0 0,0 1 0 0 0,0-1-1 0 0,1 1 1 0 0,-1-1 0 0 0,0 0 0 0 0,0 1 0 0 0,1-1 0 0 0,-1 1 0 0 0,0-1 0 0 0,3-1 994 0 0,-3 1-994 0 0,0 1 0 0 0,1-1 0 0 0,-1 1 0 0 0,1 0-1 0 0,0 0 1 0 0,-1-1 0 0 0,1 1 0 0 0,-1 0 0 0 0,1 0 0 0 0,-1-1 0 0 0,1 1 0 0 0,0 0 0 0 0,-1 0-1 0 0,1 0 1 0 0,-1 0 0 0 0,1 0 0 0 0,0 0 0 0 0,-1 0 0 0 0,1 0 0 0 0,-1 0 0 0 0,1 0 0 0 0,0 1-1 0 0,-1-1 1 0 0,1 0 0 0 0,-1 0 0 0 0,1 0 0 0 0,-1 1 0 0 0,1-1 0 0 0,-1 0 0 0 0,1 1 0 0 0,1 0 596 0 0,-1 1-596 0 0,4 3 30 0 0,1 0-1 0 0,-1 1 1 0 0,-1-1 0 0 0,1 1-1 0 0,-1 0 1 0 0,0 1 0 0 0,-1-1-1 0 0,1 1 1 0 0,-1 0 0 0 0,0 0 0 0 0,2 11-1 0 0,3 11-34 0 0,7 42 1 0 0,1 56-755 0 0,-14-72-6789 0 0</inkml:trace>
</inkml:ink>
</file>

<file path=ppt/ink/ink1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01.0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0 212 1376 0 0,'0'-13'228'0'0,"1"0"-1"0"0,0 0 0 0 0,3-17 1 0 0,-3 25 399 0 0,1-1-1 0 0,0 0 1 0 0,0 1 0 0 0,1-1 0 0 0,0 1 0 0 0,-1 0 0 0 0,2 0 0 0 0,-1 0 0 0 0,7-8 0 0 0,-1 4 132 0 0,-1 1 0 0 0,1 0 1 0 0,1 0-1 0 0,-1 1 0 0 0,1 0 0 0 0,1 1 0 0 0,-1 0 0 0 0,18-7 0 0 0,-24 11-621 0 0,-1 1 0 0 0,1-1 0 0 0,0 1 0 0 0,0 0 0 0 0,0 0 0 0 0,1 0 0 0 0,-1 1 0 0 0,0-1 0 0 0,0 1 0 0 0,0 0 0 0 0,0 0 0 0 0,0 1 0 0 0,1-1 0 0 0,-1 1 0 0 0,0 0 0 0 0,0 0 0 0 0,0 0 0 0 0,0 1 0 0 0,0-1 0 0 0,-1 1-1 0 0,1 0 1 0 0,0 0 0 0 0,-1 0 0 0 0,1 0 0 0 0,-1 1 0 0 0,0 0 0 0 0,0-1 0 0 0,4 6 0 0 0,-6-7-118 0 0,1 1 0 0 0,-1 0 0 0 0,0 0-1 0 0,0 0 1 0 0,0 0 0 0 0,0 0 0 0 0,-1 0 0 0 0,1 0-1 0 0,0 0 1 0 0,-1 0 0 0 0,0 0 0 0 0,1 0 0 0 0,-1 0-1 0 0,0 1 1 0 0,0-1 0 0 0,0 0 0 0 0,-1 4 0 0 0,0-1 0 0 0,0 0 1 0 0,-1 0 0 0 0,1 0-1 0 0,-1 0 1 0 0,-1-1 0 0 0,1 1 0 0 0,-4 4-1 0 0,-3 5-241 0 0,-1 0 0 0 0,-1-1 0 0 0,-19 17-1 0 0,15-17-918 0 0,0-1-3303 0 0,1-2-1349 0 0</inkml:trace>
</inkml:ink>
</file>

<file path=ppt/ink/ink1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01.3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10594 0 0,'3'1'264'0'0,"-1"-1"0"0"0,1 1 0 0 0,0 0 0 0 0,-1 0 0 0 0,1 0 0 0 0,-1 0 0 0 0,1 1 0 0 0,-1-1 0 0 0,0 1 0 0 0,1 0 0 0 0,-1-1 0 0 0,0 1 0 0 0,0 0 0 0 0,0 0 0 0 0,0 0 0 0 0,-1 0 0 0 0,1 1 0 0 0,0-1 0 0 0,-1 0 0 0 0,0 1 0 0 0,1-1 0 0 0,-1 1 0 0 0,0 0 0 0 0,1 4 0 0 0,3 8 557 0 0,0 0 0 0 0,5 31-1 0 0,0 52 266 0 0,-8-64-1124 0 0,10 50 1 0 0,-12-84-26 0 0,0 0-1 0 0,0 1 0 0 0,0-1 1 0 0,0 0-1 0 0,0 0 1 0 0,0 1-1 0 0,0-1 0 0 0,0 0 1 0 0,0 0-1 0 0,0 1 1 0 0,0-1-1 0 0,0 0 1 0 0,0 0-1 0 0,0 0 0 0 0,1 1 1 0 0,-1-1-1 0 0,0 0 1 0 0,0 0-1 0 0,0 0 0 0 0,0 1 1 0 0,0-1-1 0 0,1 0 1 0 0,-1 0-1 0 0,0 0 1 0 0,0 0-1 0 0,0 1 0 0 0,1-1 1 0 0,-1 0-1 0 0,0 0 1 0 0,0 0-1 0 0,1 0 1 0 0,-1 0-1 0 0,0 0 0 0 0,0 0 1 0 0,0 0-1 0 0,1 0 1 0 0,-1 0-1 0 0,0 0 0 0 0,1 0 1 0 0</inkml:trace>
</inkml:ink>
</file>

<file path=ppt/ink/ink1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01.5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70 4145 0 0,'0'-1'29'0'0,"1"-1"0"0"0,-1 1 1 0 0,1 0-1 0 0,0-1 0 0 0,0 1 0 0 0,-1 0 0 0 0,1 0 1 0 0,0 0-1 0 0,0-1 0 0 0,0 1 0 0 0,0 0 0 0 0,0 0 1 0 0,0 0-1 0 0,0 1 0 0 0,3-2 0 0 0,23-16 169 0 0,-19 13 286 0 0,-1 0 77 0 0,0 2 0 0 0,0-1-1 0 0,1 1 1 0 0,-1 0-1 0 0,1 1 1 0 0,0 0-1 0 0,-1 0 1 0 0,1 0-1 0 0,0 1 1 0 0,0 0-1 0 0,0 1 1 0 0,15 1 0 0 0,-20-1-375 0 0,0 0 0 0 0,0 1 0 0 0,0-1 0 0 0,1 1 0 0 0,-1 0 0 0 0,0 0 1 0 0,0 0-1 0 0,0 0 0 0 0,0 0 0 0 0,-1 1 0 0 0,1-1 0 0 0,0 1 0 0 0,-1 0 1 0 0,1 0-1 0 0,-1 0 0 0 0,1 0 0 0 0,-1 0 0 0 0,0 0 0 0 0,0 1 0 0 0,0-1 1 0 0,0 1-1 0 0,0 0 0 0 0,-1-1 0 0 0,1 1 0 0 0,-1 0 0 0 0,0 0 0 0 0,0 0 1 0 0,0 0-1 0 0,0 0 0 0 0,0 0 0 0 0,-1 0 0 0 0,1 1 0 0 0,-1-1 1 0 0,0 0-1 0 0,0 4 0 0 0,-1-1-170 0 0,1 1 1 0 0,-2-1-1 0 0,1 0 1 0 0,-1 0 0 0 0,0 1-1 0 0,0-1 1 0 0,-1 0-1 0 0,1-1 1 0 0,-1 1-1 0 0,-1 0 1 0 0,1-1-1 0 0,-1 1 1 0 0,-5 4-1 0 0,6-5-438 0 0,-1-1 0 0 0,-1 0-1 0 0,1 1 1 0 0,-1-2-1 0 0,0 1 1 0 0,0 0 0 0 0,0-1-1 0 0,-8 4 1 0 0</inkml:trace>
</inkml:ink>
</file>

<file path=ppt/ink/ink1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01.8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 7370 0 0,'0'-1'196'0'0,"1"0"0"0"0,-1 1 0 0 0,0-1 0 0 0,1 0 0 0 0,-1 0 0 0 0,1 0 1 0 0,-1 0-1 0 0,1 1 0 0 0,0-1 0 0 0,-1 0 0 0 0,1 0 0 0 0,0 1 0 0 0,0-1 1 0 0,-1 0-1 0 0,1 1 0 0 0,0-1 0 0 0,0 1 0 0 0,0-1 0 0 0,0 1 0 0 0,0 0 1 0 0,0-1-1 0 0,-1 1 0 0 0,1 0 0 0 0,0 0 0 0 0,0-1 0 0 0,0 1 0 0 0,0 0 1 0 0,0 0-1 0 0,0 0 0 0 0,0 0 0 0 0,0 0 0 0 0,0 1 0 0 0,0-1 0 0 0,0 0 1 0 0,0 0-1 0 0,0 0 0 0 0,0 1 0 0 0,0-1 0 0 0,0 1 0 0 0,0-1 0 0 0,0 1 1 0 0,-1-1-1 0 0,1 1 0 0 0,0-1 0 0 0,0 1 0 0 0,-1 0 0 0 0,1-1 1 0 0,1 2-1 0 0,1 2 263 0 0,0 0 0 0 0,0 0 0 0 0,-1 1-1 0 0,1-1 1 0 0,-1 1 0 0 0,0-1 0 0 0,0 1 0 0 0,1 7 0 0 0,8 39 135 0 0,3 61-1 0 0,10 44 210 0 0,15-7-1299 0 0,-33-120-64 0 0</inkml:trace>
</inkml:ink>
</file>

<file path=ppt/ink/ink1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02.0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13363 0 0,'3'2'595'0'0,"1"1"0"0"0,-1 0 0 0 0,0 1 0 0 0,-1-1 0 0 0,1 1-1 0 0,0-1 1 0 0,-1 1 0 0 0,0 0 0 0 0,0 0 0 0 0,0 0 0 0 0,3 7 0 0 0,5 11 296 0 0,-1-6-391 0 0,-1 1 0 0 0,6 17 0 0 0,2 13-3261 0 0</inkml:trace>
</inkml:ink>
</file>

<file path=ppt/ink/ink1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02.1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19 11979 0 0,'-3'-4'1064'0'0,"3"0"-848"0"0,2 1-216 0 0,-1 1 0 0 0,0 4 280 0 0,-1-4 8 0 0,2 1 8 0 0,-1-2 0 0 0,2 2-640 0 0,0 2-128 0 0,1 5-24 0 0</inkml:trace>
</inkml:ink>
</file>

<file path=ppt/ink/ink1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02.4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1 214 4609 0 0,'12'-3'510'0'0,"-1"-1"0"0"0,1 0-1 0 0,-1 0 1 0 0,0-1 0 0 0,0-1 0 0 0,0 1 0 0 0,-1-2-1 0 0,0 0 1 0 0,0 0 0 0 0,-1-1 0 0 0,1 0 0 0 0,-2 0 0 0 0,1-1-1 0 0,-1 0 1 0 0,-1-1 0 0 0,0 0 0 0 0,11-19 0 0 0,-17 24-346 0 0,0 1 0 0 0,0-1-1 0 0,0 0 1 0 0,-1 1 0 0 0,0-1 0 0 0,0 0 0 0 0,-1-8 0 0 0,1 12-118 0 0,0-1-1 0 0,0 1 1 0 0,0-1 0 0 0,-1 0-1 0 0,1 1 1 0 0,-1 0-1 0 0,0-1 1 0 0,1 1-1 0 0,-1-1 1 0 0,0 1 0 0 0,0 0-1 0 0,-1-2 1 0 0,2 2-33 0 0,-1 1-1 0 0,1 0 1 0 0,-1-1 0 0 0,1 1-1 0 0,-1 0 1 0 0,0-1 0 0 0,1 1-1 0 0,-1 0 1 0 0,0 0 0 0 0,1-1 0 0 0,-1 1-1 0 0,0 0 1 0 0,1 0 0 0 0,-1 0-1 0 0,0 0 1 0 0,1 0 0 0 0,-1 0-1 0 0,0 0 1 0 0,1 0 0 0 0,-1 0 0 0 0,0 0-1 0 0,1 1 1 0 0,-1-1 0 0 0,0 0-1 0 0,1 0 1 0 0,-1 1 0 0 0,0-1-1 0 0,0 1 1 0 0,-3 2 5 0 0,0-1 0 0 0,0 2 0 0 0,1-1 1 0 0,-1 0-1 0 0,1 1 0 0 0,0-1 0 0 0,0 1 0 0 0,0 0 0 0 0,0 0 0 0 0,1 0 1 0 0,0 0-1 0 0,0 1 0 0 0,-3 7 0 0 0,1-2 41 0 0,1 0 0 0 0,0 0 1 0 0,1 0-1 0 0,0 0 0 0 0,-1 14 1 0 0,3-19-36 0 0,0 1 1 0 0,1-1 0 0 0,0 1-1 0 0,0-1 1 0 0,0 1-1 0 0,0-1 1 0 0,1 0 0 0 0,0 1-1 0 0,0-1 1 0 0,0 0 0 0 0,1 0-1 0 0,0 0 1 0 0,0-1 0 0 0,0 1-1 0 0,0-1 1 0 0,1 1 0 0 0,0-1-1 0 0,0 0 1 0 0,0-1 0 0 0,0 1-1 0 0,1-1 1 0 0,-1 1 0 0 0,1-2-1 0 0,0 1 1 0 0,0 0-1 0 0,0-1 1 0 0,0 0 0 0 0,11 3-1 0 0,1 0-578 0 0</inkml:trace>
</inkml:ink>
</file>

<file path=ppt/ink/ink1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02.9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125 329 2617 0 0,'-3'1'472'0'0,"-1"0"1"0"0,0 0 0 0 0,1 1 0 0 0,-1-1 0 0 0,1 1-1 0 0,0 0 1 0 0,-1 0 0 0 0,1 0 0 0 0,0 0 0 0 0,0 1 0 0 0,0-1-1 0 0,-2 4 1 0 0,-8 4 1125 0 0,7-5-872 0 0,0 0 0 0 0,0 1 0 0 0,0 0 0 0 0,0 0 0 0 0,1 0 0 0 0,0 1 0 0 0,0-1 0 0 0,1 1 0 0 0,-5 9 0 0 0,8-13-639 0 0,0-1 0 0 0,0 1 0 0 0,0 0 0 0 0,0 0 0 0 0,0-1 0 0 0,0 1 0 0 0,1 0 0 0 0,-1 0 0 0 0,1 0 0 0 0,0 0 0 0 0,0 0 0 0 0,0 0 0 0 0,0 0 0 0 0,1 0 0 0 0,-1 0 0 0 0,1-1 0 0 0,-1 1 0 0 0,1 0 0 0 0,0 0 0 0 0,0 0 0 0 0,1-1 0 0 0,-1 1 0 0 0,0-1 0 0 0,1 1 0 0 0,0-1 0 0 0,-1 1 0 0 0,1-1 0 0 0,0 0 0 0 0,3 3 0 0 0,-4-4-156 0 0,1 0 1 0 0,-1 0-1 0 0,1 0 0 0 0,-1 0 1 0 0,1-1-1 0 0,0 1 0 0 0,-1 0 1 0 0,1-1-1 0 0,0 1 1 0 0,0-1-1 0 0,-1 1 0 0 0,1-1 1 0 0,0 0-1 0 0,0 0 0 0 0,0 0 1 0 0,-1 0-1 0 0,1 0 0 0 0,0 0 1 0 0,0 0-1 0 0,0 0 0 0 0,-1-1 1 0 0,1 1-1 0 0,0-1 1 0 0,0 0-1 0 0,-1 1 0 0 0,1-1 1 0 0,0 0-1 0 0,-1 0 0 0 0,1 0 1 0 0,-1 0-1 0 0,1 0 0 0 0,-1 0 1 0 0,0-1-1 0 0,1 1 1 0 0,-1 0-1 0 0,0-1 0 0 0,1-1 1 0 0,4-4-365 0 0,0-1 0 0 0,0 1 0 0 0,-1-1 0 0 0,-1 0 1 0 0,8-17-1 0 0,-8 13-250 0 0,-1 0-1 0 0,0 0 1 0 0,-1-1-1 0 0,0 1 1 0 0,-1-1 0 0 0,0 1-1 0 0,-1-1 1 0 0,-2-15 0 0 0,-20-105-2292 0 0,13 85 3315 0 0,4 17 346 0 0,4 18 49 0 0,-1 1-1 0 0,0-1 1 0 0,-1 1 0 0 0,-1 0-1 0 0,0 0 1 0 0,-11-21 3874 0 0,15 33-4448 0 0,-1 0 1 0 0,1 0-1 0 0,-1 0 0 0 0,1 0 1 0 0,0 0-1 0 0,-1 0 1 0 0,1 0-1 0 0,-1 0 1 0 0,1 0-1 0 0,-4 13 2706 0 0,7 23-907 0 0,1-19-1686 0 0,1 0 1 0 0,0-1-1 0 0,2 0 1 0 0,0 0 0 0 0,16 26-1 0 0,55 70 629 0 0,-18-30-349 0 0,-42-54-1007 0 0,36 54 1300 0 0,-20-27-8473 0 0,-22-35-221 0 0</inkml:trace>
</inkml:ink>
</file>

<file path=ppt/ink/ink1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03.4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78 10138 0 0,'10'0'980'0'0,"-1"1"1"0"0,0 0-1 0 0,1 0 0 0 0,-1 1 0 0 0,0 0 0 0 0,12 5 1 0 0,-9-2-112 0 0,0 1 1 0 0,0 0 0 0 0,20 14 0 0 0,-2 4-199 0 0,-2 1 0 0 0,32 34 1 0 0,-26-23-80 0 0,-43-119 510 0 0,10 66-1500 0 0,0 0 0 0 0,1 1 0 0 0,1-1 0 0 0,1 1 1 0 0,0 0-1 0 0,1 0 0 0 0,14-31 0 0 0,-6 20-7219 0 0</inkml:trace>
</inkml:ink>
</file>

<file path=ppt/ink/ink1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03.7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 0 5065 0 0,'-8'17'2337'0'0,"1"0"1"0"0,-6 22-1 0 0,9-24-1405 0 0,1 1 0 0 0,0-1 0 0 0,-1 25 1 0 0,4-32-732 0 0,0-1 1 0 0,0 1 0 0 0,1-1 0 0 0,0 1 0 0 0,0-1 0 0 0,1 1 0 0 0,0-1 0 0 0,5 13 0 0 0,-5-16-127 0 0,0-1 0 0 0,0 1 0 0 0,0 0 0 0 0,1-1 0 0 0,0 1 0 0 0,-1-1 1 0 0,1 0-1 0 0,1 0 0 0 0,-1 0 0 0 0,0 0 0 0 0,1-1 0 0 0,-1 0 0 0 0,1 1 1 0 0,0-1-1 0 0,0 0 0 0 0,5 2 0 0 0,-6-3-26 0 0,-1 0-1 0 0,1 0 1 0 0,0 0-1 0 0,0-1 1 0 0,-1 1-1 0 0,1-1 1 0 0,0 1-1 0 0,0-1 1 0 0,0 0-1 0 0,0 0 1 0 0,0 0-1 0 0,0-1 1 0 0,-1 1-1 0 0,1-1 1 0 0,0 1-1 0 0,0-1 1 0 0,0 0-1 0 0,-1 0 1 0 0,1 0-1 0 0,0-1 1 0 0,-1 1-1 0 0,1-1 1 0 0,-1 1 0 0 0,0-1-1 0 0,1 0 1 0 0,-1 0-1 0 0,0 0 1 0 0,0 0-1 0 0,0 0 1 0 0,0 0-1 0 0,-1 0 1 0 0,1-1-1 0 0,2-4 1 0 0,-2 2 22 0 0,1-1 0 0 0,-1 1 0 0 0,0-1-1 0 0,-1 1 1 0 0,1-1 0 0 0,-1 0 0 0 0,0 0 0 0 0,-1 0 0 0 0,1 1 0 0 0,-1-1 0 0 0,0 0 0 0 0,-1 0 0 0 0,1 0 0 0 0,-1 0 0 0 0,-3-10 0 0 0,-2 1-58 0 0,0-1 1 0 0,-2 2 0 0 0,1-1-1 0 0,-19-25 1 0 0,18 29-1010 0 0,-1 0 1 0 0,0 1-1 0 0,-15-12 0 0 0</inkml:trace>
</inkml:ink>
</file>

<file path=ppt/ink/ink1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04.0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0 11979 0 0,'-1'1'250'0'0,"0"0"-1"0"0,0 0 1 0 0,1 0 0 0 0,-1 0 0 0 0,0 1 0 0 0,0-1 0 0 0,1 0 0 0 0,-1 0 0 0 0,1 0 0 0 0,-1 1 0 0 0,1-1 0 0 0,0 0 0 0 0,-1 1 0 0 0,1-1 0 0 0,0 0 0 0 0,0 1 0 0 0,0-1 0 0 0,0 0 0 0 0,0 1 0 0 0,0 0 0 0 0,3 36 2142 0 0,-2-30-1897 0 0,35 242 3251 0 0,-3-37-9539 0 0,-30-174 1153 0 0,-3 0-210 0 0</inkml:trace>
</inkml:ink>
</file>

<file path=ppt/ink/ink1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04.3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9218 0 0,'85'197'10558'0'0,"-67"-146"-10706"0"0,-2 0-1 0 0,-3 1 1 0 0,-2 1 0 0 0,4 55 0 0 0,-14-75 112 0 0,-4-1-31 0 0</inkml:trace>
</inkml:ink>
</file>

<file path=ppt/ink/ink1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04.5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1 135 7114 0 0,'15'-2'632'0'0,"-7"-1"-504"0"0,3-1-128 0 0,-1 1 0 0 0,-2 0 0 0 0,-1 1-80 0 0,4-1 16 0 0,10-4 64 0 0,12-4-160 0 0,13-4 8 0 0,8-4 8 0 0,2-2 0 0 0,-3 0 15 0 0,-7 1 9 0 0</inkml:trace>
</inkml:ink>
</file>

<file path=ppt/ink/ink1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04.8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214 1 1376 0 0,'-11'-1'719'0'0,"1"2"-1"0"0,0-1 1 0 0,-1 2-1 0 0,1-1 1 0 0,0 1-1 0 0,-1 1 1 0 0,1 0-1 0 0,0 0 1 0 0,1 1-1 0 0,-16 9 1 0 0,18-9-293 0 0,0 1-1 0 0,1 0 1 0 0,-1 1-1 0 0,1-1 1 0 0,1 1-1 0 0,-1 1 1 0 0,1-1 0 0 0,0 1-1 0 0,0 0 1 0 0,1 0-1 0 0,0 0 1 0 0,0 1-1 0 0,-4 14 1 0 0,6-17-356 0 0,0 0 0 0 0,1 0 1 0 0,0 1-1 0 0,0-1 0 0 0,1 1 0 0 0,-1-1 1 0 0,1 0-1 0 0,0 1 0 0 0,1-1 0 0 0,-1 1 1 0 0,1-1-1 0 0,2 9 0 0 0,-2-12-79 0 0,0-1-1 0 0,-1 1 1 0 0,1-1 0 0 0,0 0-1 0 0,-1 1 1 0 0,1-1 0 0 0,0 0-1 0 0,0 0 1 0 0,0 1 0 0 0,0-1 0 0 0,0 0-1 0 0,0 0 1 0 0,1 0 0 0 0,-1 0-1 0 0,0 0 1 0 0,1-1 0 0 0,-1 1-1 0 0,0 0 1 0 0,2 0 0 0 0,0 0 14 0 0,-1-1 0 0 0,0 0 0 0 0,1 0 0 0 0,-1 0 0 0 0,1 0 0 0 0,-1 0 0 0 0,1 0 0 0 0,-1-1 0 0 0,0 1 0 0 0,1-1 0 0 0,-1 1 0 0 0,0-1 0 0 0,1 0 0 0 0,-1 0 0 0 0,0 0 0 0 0,3-2 0 0 0,1-1 102 0 0,0 0 1 0 0,0 0-1 0 0,-1-1 1 0 0,1 0-1 0 0,-1 0 0 0 0,0-1 1 0 0,-1 1-1 0 0,1-1 1 0 0,-1 0-1 0 0,0 0 0 0 0,0 0 1 0 0,-1-1-1 0 0,5-12 1 0 0,15-25 1896 0 0,-23 43-1969 0 0,0 1 0 0 0,0 0 0 0 0,0 0 1 0 0,1-1-1 0 0,-1 1 0 0 0,0 0 1 0 0,0 0-1 0 0,0 0 0 0 0,0-1 1 0 0,0 1-1 0 0,0 0 0 0 0,1 0 0 0 0,-1 0 1 0 0,0 0-1 0 0,0-1 0 0 0,0 1 1 0 0,1 0-1 0 0,-1 0 0 0 0,0 0 1 0 0,0 0-1 0 0,0 0 0 0 0,1 0 0 0 0,-1 0 1 0 0,0 0-1 0 0,0-1 0 0 0,1 1 1 0 0,-1 0-1 0 0,0 0 0 0 0,0 0 1 0 0,1 0-1 0 0,-1 0 0 0 0,0 0 0 0 0,0 0 1 0 0,1 0-1 0 0,-1 1 0 0 0,0-1 1 0 0,1 0-1 0 0,5 9 503 0 0,3 25-477 0 0,-6-24 115 0 0,0 1-136 0 0,0-1 1 0 0,1 0-1 0 0,1 0 0 0 0,0 0 0 0 0,0 0 1 0 0,1-1-1 0 0,10 13 0 0 0,-14-19-219 0 0,0-1 0 0 0,1 1-1 0 0,-1-1 1 0 0,1 1 0 0 0,-1-1-1 0 0,1 0 1 0 0,0 0 0 0 0,0-1-1 0 0,0 1 1 0 0,0 0 0 0 0,0-1-1 0 0,0 0 1 0 0,0 0 0 0 0,1 0-1 0 0,-1 0 1 0 0,0 0 0 0 0,1 0-1 0 0,-1-1 1 0 0,0 0 0 0 0,1 0-1 0 0,-1 0 1 0 0,1 0 0 0 0,-1 0-1 0 0,0-1 1 0 0,1 1 0 0 0,-1-1-1 0 0,0 0 1 0 0,6-2 0 0 0,3-4-974 0 0</inkml:trace>
</inkml:ink>
</file>

<file path=ppt/ink/ink1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05.5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145 0 1376 0 0,'-6'8'15900'0'0,"2"-4"-15238"0"0,1 1 1 0 0,0-1-1 0 0,1 1 1 0 0,-1-1-1 0 0,1 1 1 0 0,0 0-1 0 0,-2 6 0 0 0,5-11-619 0 0,-4 0-42 0 0,1 1-1 0 0,-1-1 1 0 0,0 0-1 0 0,0 1 1 0 0,1 0-1 0 0,-1 0 1 0 0,0 0-1 0 0,1 0 1 0 0,-1 0-1 0 0,1 0 0 0 0,-1 0 1 0 0,1 1-1 0 0,0-1 1 0 0,-1 1-1 0 0,1 0 1 0 0,0 0-1 0 0,0 0 1 0 0,0 0-1 0 0,0 0 1 0 0,1 0-1 0 0,-3 3 1 0 0,-4 4 9 0 0,1 1 1 0 0,0 0-1 0 0,0 0 0 0 0,1 1 1 0 0,0 0-1 0 0,-6 18 1 0 0,10-25-66 0 0,1 0 1 0 0,-1 0 0 0 0,1 0-1 0 0,0 0 1 0 0,0 0-1 0 0,1 0 1 0 0,-1 1 0 0 0,1-1-1 0 0,0 0 1 0 0,0 0 0 0 0,0 1-1 0 0,1-1 1 0 0,-1 0 0 0 0,1 0-1 0 0,0 0 1 0 0,0 0-1 0 0,1 0 1 0 0,-1 0 0 0 0,1 0-1 0 0,0 0 1 0 0,0 0 0 0 0,3 4-1 0 0,-4-7 31 0 0,-1-1 1 0 0,0 1-1 0 0,1-1 0 0 0,-1 0 0 0 0,1 1 0 0 0,-1-1 0 0 0,1 1 0 0 0,-1-1 1 0 0,1 0-1 0 0,-1 1 0 0 0,1-1 0 0 0,-1 0 0 0 0,1 0 0 0 0,-1 1 0 0 0,1-1 1 0 0,-1 0-1 0 0,1 0 0 0 0,0 0 0 0 0,-1 0 0 0 0,1 0 0 0 0,-1 1 0 0 0,1-1 0 0 0,0-1 1 0 0,-1 1-1 0 0,1 0 0 0 0,0 0 0 0 0,-1 0 0 0 0,1 0 0 0 0,-1 0 0 0 0,1 0 1 0 0,-1-1-1 0 0,1 1 0 0 0,0 0 0 0 0,-1 0 0 0 0,1-1 0 0 0,-1 1 0 0 0,1 0 1 0 0,-1-1-1 0 0,1 1 0 0 0,-1-1 0 0 0,0 1 0 0 0,1-1 0 0 0,-1 1 0 0 0,0 0 1 0 0,1-1-1 0 0,-1 0 0 0 0,0 1 0 0 0,1-1 0 0 0,-1 1 0 0 0,0-1 0 0 0,0 1 1 0 0,1-1-1 0 0,-1 1 0 0 0,0-2 0 0 0,14-43-2 0 0,-11 33 81 0 0,1 3 87 0 0,-1 0-1 0 0,1 1 1 0 0,0-1-1 0 0,1 1 0 0 0,0 0 1 0 0,1 0-1 0 0,-1 1 1 0 0,12-12-1 0 0,-16 18-124 0 0,1-1-1 0 0,-1 1 1 0 0,1-1-1 0 0,0 1 1 0 0,0 0-1 0 0,0 0 1 0 0,-1 0-1 0 0,1 0 1 0 0,0 0-1 0 0,0 0 1 0 0,1 0-1 0 0,-1 1 1 0 0,0-1 0 0 0,0 1-1 0 0,0-1 1 0 0,0 1-1 0 0,0 0 1 0 0,1 0-1 0 0,-1 0 1 0 0,0 0-1 0 0,0 0 1 0 0,0 0-1 0 0,0 1 1 0 0,1-1-1 0 0,-1 1 1 0 0,0 0-1 0 0,0-1 1 0 0,0 1-1 0 0,0 0 1 0 0,0 0 0 0 0,0 0-1 0 0,0 0 1 0 0,-1 1-1 0 0,1-1 1 0 0,0 1-1 0 0,-1-1 1 0 0,1 1-1 0 0,-1-1 1 0 0,1 1-1 0 0,-1 0 1 0 0,2 2-1 0 0,10 15 1 0 0,-1 0-1 0 0,0 0 0 0 0,-2 1 1 0 0,0 0-1 0 0,-1 1 0 0 0,-1 1 0 0 0,-1-1 1 0 0,-1 1-1 0 0,-1 0 0 0 0,-1 0 1 0 0,-1 1-1 0 0,0-1 0 0 0,-2 1 0 0 0,-1-1 1 0 0,-1 1-1 0 0,-1 0 0 0 0,0-1 1 0 0,-11 40-1 0 0,11-57-97 0 0,0 0 0 0 0,0 0 0 0 0,0 0 1 0 0,-1 0-1 0 0,0-1 0 0 0,0 1 0 0 0,0-1 0 0 0,0 1 0 0 0,-1-1 1 0 0,0 0-1 0 0,1 0 0 0 0,-1-1 0 0 0,-1 1 0 0 0,-5 3 1 0 0,8-6 46 0 0,0 0 0 0 0,0 0 1 0 0,-1 0-1 0 0,1 0 0 0 0,0 0 0 0 0,0 0 1 0 0,-1-1-1 0 0,1 1 0 0 0,0-1 1 0 0,0 0-1 0 0,-1 0 0 0 0,1 0 1 0 0,-1 0-1 0 0,1 0 0 0 0,0 0 1 0 0,-1-1-1 0 0,1 1 0 0 0,0-1 1 0 0,0 1-1 0 0,-1-1 0 0 0,1 0 1 0 0,0 0-1 0 0,0 0 0 0 0,0 0 1 0 0,0 0-1 0 0,0-1 0 0 0,0 1 1 0 0,0 0-1 0 0,0-1 0 0 0,1 0 1 0 0,-1 1-1 0 0,0-1 0 0 0,1 0 1 0 0,0 0-1 0 0,-2-2 0 0 0,-4-7 34 0 0,3-2 0 0 0</inkml:trace>
</inkml:ink>
</file>

<file path=ppt/ink/ink1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05.8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0 218 6449 0 0,'0'1'103'0'0,"0"0"0"0"0,0 0 0 0 0,1 0-1 0 0,-1 0 1 0 0,0 0 0 0 0,0-1 0 0 0,0 1-1 0 0,1 0 1 0 0,-1 0 0 0 0,0 0 0 0 0,1-1 0 0 0,-1 1-1 0 0,1 0 1 0 0,-1 0 0 0 0,1-1 0 0 0,-1 1-1 0 0,1 0 1 0 0,-1-1 0 0 0,1 1 0 0 0,0-1-1 0 0,-1 1 1 0 0,1-1 0 0 0,0 1 0 0 0,0-1 0 0 0,-1 1-1 0 0,1-1 1 0 0,0 0 0 0 0,0 1 0 0 0,0-1-1 0 0,-1 0 1 0 0,3 1 0 0 0,28 10 3486 0 0,-27-10-3293 0 0,0-1 0 0 0,1 1 0 0 0,-1-1 0 0 0,1 1 0 0 0,-1-1 1 0 0,1 0-1 0 0,-1-1 0 0 0,0 1 0 0 0,1-1 0 0 0,-1 0 0 0 0,1 0 0 0 0,-1 0 0 0 0,0-1 0 0 0,0 0 1 0 0,0 1-1 0 0,5-4 0 0 0,-5 2-165 0 0,1-1 1 0 0,-1 1-1 0 0,0-1 0 0 0,-1 0 1 0 0,1 0-1 0 0,-1 0 0 0 0,1 0 1 0 0,-1 0-1 0 0,0-1 0 0 0,-1 0 1 0 0,5-9-1 0 0,-4 5-92 0 0,0-1 0 0 0,0 1-1 0 0,-1-1 1 0 0,0 1 0 0 0,-1-1-1 0 0,0 0 1 0 0,0 0 0 0 0,-1 1 0 0 0,-1-1-1 0 0,0 0 1 0 0,0 0 0 0 0,0 1-1 0 0,-1-1 1 0 0,-5-12 0 0 0,7 21-35 0 0,0 0 0 0 0,-1 0-1 0 0,1-1 1 0 0,-1 1 0 0 0,1 0 0 0 0,-1 0 0 0 0,0-1 0 0 0,0 1 0 0 0,1 0 0 0 0,-1 0 0 0 0,0 0-1 0 0,0 0 1 0 0,0 0 0 0 0,0 0 0 0 0,0 0 0 0 0,0 1 0 0 0,0-1 0 0 0,0 0 0 0 0,0 0-1 0 0,-2 0 1 0 0,2 1-2 0 0,0 0 0 0 0,0 0 0 0 0,0 0 0 0 0,0 0 0 0 0,0 0 0 0 0,0 1 0 0 0,0-1-1 0 0,0 0 1 0 0,0 1 0 0 0,0-1 0 0 0,0 0 0 0 0,1 1 0 0 0,-1-1 0 0 0,0 1 0 0 0,0-1-1 0 0,0 1 1 0 0,1 0 0 0 0,-1-1 0 0 0,0 1 0 0 0,1 0 0 0 0,-2 0 0 0 0,-1 4 4 0 0,-1 0 0 0 0,1 0 0 0 0,0 1 0 0 0,0-1 0 0 0,0 0 0 0 0,1 1 1 0 0,-3 9-1 0 0,2-2 45 0 0,1 1 1 0 0,1 0 0 0 0,0 0 0 0 0,0 0-1 0 0,2 0 1 0 0,0 0 0 0 0,0-1-1 0 0,1 1 1 0 0,4 14 0 0 0,-3-17-42 0 0,0 0 0 0 0,1 0 0 0 0,0 0 0 0 0,1 0-1 0 0,0-1 1 0 0,1 1 0 0 0,0-1 0 0 0,0-1 0 0 0,1 1 0 0 0,0-1 0 0 0,10 9 0 0 0,-2-6-1516 0 0,2-2-5599 0 0</inkml:trace>
</inkml:ink>
</file>

<file path=ppt/ink/ink1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05.9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0 12899 0 0,'0'3'1152'0'0,"-1"0"-928"0"0,6 9 5145 0 0,-1-7-4889 0 0,3-3-192 0 0,3-3-40 0 0,2-5-8 0 0,5-3-240 0 0</inkml:trace>
</inkml:ink>
</file>

<file path=ppt/ink/ink1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10.5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74 84 2304 0 0,'-8'-1'782'0'0,"1"0"0"0"0,-1-1 0 0 0,1 0 0 0 0,-1-1 0 0 0,1 0 0 0 0,0 0 0 0 0,-14-2 8431 0 0,30 26-6084 0 0,22 58-2369 0 0,-27-69-107 0 0,12 40-240 0 0,8 24-230 0 0,-21-67-177 0 0,0-1-1 0 0,0 0 1 0 0,1 0-1 0 0,0 0 0 0 0,0 0 1 0 0,0 0-1 0 0,1-1 1 0 0,6 7-1 0 0,-10-11-9 0 0,-1-1 0 0 0,1 0 0 0 0,-1 1 0 0 0,1-1 0 0 0,-1 1 0 0 0,1-1 0 0 0,-1 0 0 0 0,1 0 0 0 0,-1 1 0 0 0,1-1-1 0 0,-1 0 1 0 0,1 0 0 0 0,-1 0 0 0 0,1 1 0 0 0,0-1 0 0 0,-1 0 0 0 0,1 0 0 0 0,-1 0 0 0 0,1 0 0 0 0,0 0 0 0 0,-1 0 0 0 0,1-1 0 0 0,0 1 0 0 0,-1 0 0 0 0,1 0 0 0 0,-1 0 0 0 0,1 0 0 0 0,-1-1 0 0 0,2 1-1 0 0,12-18-294 0 0,4-33-269 0 0,-16 44 536 0 0,7-22 37 0 0,32-91 85 0 0,-35 103-73 0 0,2 1-1 0 0,0-1 1 0 0,1 2 0 0 0,19-28-1 0 0,-26 41-1 0 0,-1 0-1 0 0,1 0 1 0 0,-1 0 0 0 0,1 0-1 0 0,0 1 1 0 0,0-1-1 0 0,0 0 1 0 0,0 1 0 0 0,0-1-1 0 0,0 1 1 0 0,1 0-1 0 0,-1 0 1 0 0,0-1-1 0 0,1 2 1 0 0,-1-1 0 0 0,1 0-1 0 0,-1 0 1 0 0,1 1-1 0 0,-1-1 1 0 0,1 1 0 0 0,-1 0-1 0 0,1 0 1 0 0,4 0-1 0 0,-4 1 25 0 0,1 1-1 0 0,-1-1 1 0 0,1 1 0 0 0,-1-1-1 0 0,0 1 1 0 0,0 0-1 0 0,0 0 1 0 0,0 0-1 0 0,0 1 1 0 0,0-1-1 0 0,-1 1 1 0 0,1 0 0 0 0,-1-1-1 0 0,1 1 1 0 0,-1 0-1 0 0,2 4 1 0 0,6 12 70 0 0,-1 0 1 0 0,0 0-1 0 0,-1 0 1 0 0,6 29 0 0 0,17 41-119 0 0,-27-80-218 0 0,1 0 1 0 0,0-1-1 0 0,0 1 1 0 0,0-1-1 0 0,1-1 0 0 0,0 1 1 0 0,11 9-1 0 0</inkml:trace>
</inkml:ink>
</file>

<file path=ppt/ink/ink1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10.9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74 7834 0 0,'-12'7'2018'0'0,"27"-16"1550"0"0,9-6-1417 0 0,-13 8-1540 0 0,53-31 823 0 0,-60 36-1647 0 0,0 1 1 0 0,0-1 0 0 0,1 1-1 0 0,-1-1 1 0 0,0 1-1 0 0,1 0 1 0 0,-1 1-1 0 0,1-1 1 0 0,-1 1 0 0 0,1 0-1 0 0,-1 0 1 0 0,1 0-1 0 0,5 2 1 0 0,-9-2 197 0 0,1 0 1 0 0,0 1-1 0 0,-1 0 1 0 0,1-1-1 0 0,-1 1 1 0 0,1 0-1 0 0,-1 0 1 0 0,1-1-1 0 0,-1 1 1 0 0,0 0-1 0 0,1 1 1 0 0,-1-1-1 0 0,0 0 1 0 0,0 0-1 0 0,0 0 1 0 0,0 1-1 0 0,0-1 1 0 0,0 0-1 0 0,0 1 1 0 0,1 1-1 0 0,-1 1-13 0 0,0-1-1 0 0,-1 0 1 0 0,1 0-1 0 0,0 1 1 0 0,-1-1-1 0 0,0 0 1 0 0,0 1-1 0 0,0-1 1 0 0,-1 6-1 0 0,-1 5-176 0 0,-2-1 0 0 0,0 1 0 0 0,-9 22 0 0 0,12-33 137 0 0,-29 53-969 0 0,14-16 6758 0 0,32-46-3154 0 0,15-10-1697 0 0,-23 12-1543 0 0,0-1 1 0 0,0 2-1 0 0,0-1 1 0 0,12-3-1 0 0,-6 3-645 0 0</inkml:trace>
</inkml:ink>
</file>

<file path=ppt/ink/ink1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11.8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72 6913 0 0,'3'-6'689'0'0,"0"0"0"0"0,1 0-1 0 0,0 0 1 0 0,-1 1 0 0 0,2 0-1 0 0,-1 0 1 0 0,1 0-1 0 0,-1 0 1 0 0,1 1 0 0 0,1 0-1 0 0,-1 0 1 0 0,1 0 0 0 0,6-3-1 0 0,-10 7-557 0 0,-1 0 0 0 0,1 0 0 0 0,0 0 0 0 0,0 1 0 0 0,-1-1 0 0 0,1 0 0 0 0,0 1 0 0 0,-1-1-1 0 0,1 1 1 0 0,-1 0 0 0 0,1-1 0 0 0,-1 1 0 0 0,1 0 0 0 0,-1 0 0 0 0,1 0 0 0 0,-1 0 0 0 0,0 0 0 0 0,1 0 0 0 0,-1 1 0 0 0,0-1-1 0 0,0 0 1 0 0,0 1 0 0 0,0-1 0 0 0,0 0 0 0 0,0 1 0 0 0,0-1 0 0 0,-1 1 0 0 0,2 2 0 0 0,19 47 907 0 0,-20-50-1014 0 0,5 23 129 0 0,-1 1 1 0 0,0 0 0 0 0,-2 0 0 0 0,0 44 0 0 0,0-2-147 0 0,-1-60 10 0 0,1-8-34 0 0,7-19-89 0 0,6-31-211 0 0,16-62-746 0 0,-27 99 1046 0 0,0 1 0 0 0,1 0 1 0 0,1 0-1 0 0,0 0 0 0 0,1 1 0 0 0,9-12 1 0 0,-16 22 49 0 0,1 0-1 0 0,-1 1 1 0 0,0-1 0 0 0,1 1 0 0 0,-1-1-1 0 0,1 1 1 0 0,0-1 0 0 0,0 1 0 0 0,-1 0 0 0 0,1 0-1 0 0,0 0 1 0 0,0 0 0 0 0,0 0 0 0 0,0 0 0 0 0,0 1-1 0 0,0-1 1 0 0,0 1 0 0 0,0-1 0 0 0,0 1 0 0 0,1 0-1 0 0,-1 0 1 0 0,3 0 0 0 0,-2 1 11 0 0,0 0 0 0 0,0 0-1 0 0,0 0 1 0 0,-1 0 0 0 0,1 1 0 0 0,0-1 0 0 0,-1 1 0 0 0,1 0 0 0 0,-1 0 0 0 0,0 0-1 0 0,1 0 1 0 0,-1 0 0 0 0,0 0 0 0 0,2 3 0 0 0,3 6 34 0 0,1 0 0 0 0,-2 1 0 0 0,1-1 0 0 0,-2 2 0 0 0,9 24 0 0 0,12 62-67 0 0,-14-122-11 0 0,-6 7-3 0 0,4-16 13 0 0,18-36 0 0 0,-24 60 11 0 0,0 0 1 0 0,0 1-1 0 0,1-1 0 0 0,0 1 0 0 0,0 0 0 0 0,0 0 1 0 0,1 1-1 0 0,1 0 0 0 0,12-11 0 0 0,-18 16-17 0 0,1 0-1 0 0,0 0 1 0 0,-1 0-1 0 0,1 0 0 0 0,0 0 1 0 0,0 0-1 0 0,0 0 1 0 0,0 1-1 0 0,-1-1 1 0 0,1 0-1 0 0,0 1 0 0 0,0 0 1 0 0,0 0-1 0 0,0-1 1 0 0,0 1-1 0 0,0 0 1 0 0,0 0-1 0 0,0 1 1 0 0,0-1-1 0 0,0 0 0 0 0,0 1 1 0 0,0-1-1 0 0,0 1 1 0 0,0 0-1 0 0,0 0 1 0 0,0-1-1 0 0,-1 1 0 0 0,1 0 1 0 0,0 1-1 0 0,-1-1 1 0 0,1 0-1 0 0,-1 0 1 0 0,1 1-1 0 0,-1-1 1 0 0,1 1-1 0 0,-1-1 0 0 0,0 1 1 0 0,0-1-1 0 0,1 3 1 0 0,6 9 32 0 0,-2-1 1 0 0,0 1-1 0 0,0 1 1 0 0,6 21 0 0 0,-2-4-11 0 0,8 9-1619 0 0,3-1-3350 0 0,-9-21-2156 0 0</inkml:trace>
</inkml:ink>
</file>

<file path=ppt/ink/ink1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12.2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221 37 5529 0 0,'0'-1'299'0'0,"0"-1"1"0"0,0 1-1 0 0,0-1 0 0 0,0 1 0 0 0,0-1 0 0 0,0 1 0 0 0,-1-1 1 0 0,1 1-1 0 0,-1-1 0 0 0,1 1 0 0 0,-1 0 0 0 0,1-1 0 0 0,-1 1 1 0 0,0 0-1 0 0,0-1 0 0 0,0 1 0 0 0,0 0 0 0 0,0 0 0 0 0,0 0 1 0 0,-2-2-1 0 0,2 2-109 0 0,-1 0 1 0 0,0 0 0 0 0,1 1 0 0 0,-1-1 0 0 0,0 0-1 0 0,0 1 1 0 0,0-1 0 0 0,0 1 0 0 0,0 0-1 0 0,0-1 1 0 0,0 1 0 0 0,0 0 0 0 0,0 0 0 0 0,-2 1-1 0 0,-1-1-38 0 0,0 1 0 0 0,0 1 0 0 0,0-1-1 0 0,0 0 1 0 0,0 1 0 0 0,0 0-1 0 0,0 1 1 0 0,1-1 0 0 0,-1 1 0 0 0,1 0-1 0 0,-6 4 1 0 0,0 3 20 0 0,0 1 0 0 0,1 0 1 0 0,1 0-1 0 0,0 1 0 0 0,0 0 0 0 0,1 1 0 0 0,-7 16 0 0 0,5-7 59 0 0,1 0 1 0 0,1 0-1 0 0,-7 40 0 0 0,13-56-180 0 0,0 1 0 0 0,1-1 0 0 0,0 0 1 0 0,0 0-1 0 0,0 0 0 0 0,1 1 0 0 0,0-1 0 0 0,0 0 0 0 0,1 0 1 0 0,0 0-1 0 0,0 0 0 0 0,3 7 0 0 0,-4-11-59 0 0,1 0 0 0 0,-1 0 1 0 0,0 0-1 0 0,1 0 0 0 0,-1-1 0 0 0,1 1 0 0 0,-1 0 1 0 0,1-1-1 0 0,0 0 0 0 0,0 1 0 0 0,-1-1 0 0 0,1 0 1 0 0,0 0-1 0 0,0 0 0 0 0,0 0 0 0 0,0 0 0 0 0,1 0 0 0 0,-1-1 1 0 0,0 1-1 0 0,0-1 0 0 0,0 1 0 0 0,1-1 0 0 0,-1 0 1 0 0,0 0-1 0 0,0 0 0 0 0,1 0 0 0 0,-1 0 0 0 0,0 0 1 0 0,0-1-1 0 0,1 1 0 0 0,-1-1 0 0 0,0 0 0 0 0,0 0 1 0 0,0 1-1 0 0,0-1 0 0 0,4-3 0 0 0,0 1-72 0 0,1-1-1 0 0,-1 0 1 0 0,0 0-1 0 0,0 0 1 0 0,0-1-1 0 0,-1 0 1 0 0,0 0 0 0 0,0 0-1 0 0,0-1 1 0 0,0 0-1 0 0,4-8 1 0 0,2-5-112 0 0,-1 0 0 0 0,10-31 1 0 0,-12 27 701 0 0,18-32 0 0 0,-25 54-440 0 0,-1 0-1 0 0,0 1 1 0 0,0-1 0 0 0,1 1 0 0 0,-1-1 0 0 0,0 0-1 0 0,1 1 1 0 0,-1-1 0 0 0,1 1 0 0 0,-1-1-1 0 0,1 1 1 0 0,-1-1 0 0 0,1 1 0 0 0,-1-1-1 0 0,1 1 1 0 0,0 0 0 0 0,-1-1 0 0 0,1 1-1 0 0,0 0 1 0 0,-1-1 0 0 0,1 1 0 0 0,0 0-1 0 0,-1 0 1 0 0,1 0 0 0 0,0 0 0 0 0,-1-1-1 0 0,1 1 1 0 0,1 0 0 0 0,-1 1 1 0 0,0-1 0 0 0,0 1 1 0 0,0 0-1 0 0,0-1 0 0 0,1 1 1 0 0,-1 0-1 0 0,0 0 0 0 0,0 0 1 0 0,0 0-1 0 0,-1-1 0 0 0,1 1 0 0 0,0 1 1 0 0,0-1-1 0 0,1 1 0 0 0,4 9 144 0 0,0 1 0 0 0,7 20-1 0 0,-8-19-69 0 0,-4-10-304 0 0,5 11 133 0 0,1 0 0 0 0,0-1 0 0 0,0 1 0 0 0,13 15 0 0 0,-17-25-1076 0 0,1 0 0 0 0,0 0-1 0 0,0-1 1 0 0,0 1-1 0 0,7 3 1 0 0</inkml:trace>
</inkml:ink>
</file>

<file path=ppt/ink/ink1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12.4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 15203 0 0,'0'-1'33'0'0,"0"1"-1"0"0,0 0 1 0 0,0 0-1 0 0,0 0 1 0 0,0 0 0 0 0,0-1-1 0 0,0 1 1 0 0,0 0-1 0 0,0 0 1 0 0,0 0-1 0 0,0 0 1 0 0,0-1-1 0 0,0 1 1 0 0,0 0 0 0 0,0 0-1 0 0,0 0 1 0 0,0 0-1 0 0,0 0 1 0 0,0-1-1 0 0,1 1 1 0 0,-1 0 0 0 0,0 0-1 0 0,0 0 1 0 0,0 0-1 0 0,0 0 1 0 0,0 0-1 0 0,0 0 1 0 0,1-1-1 0 0,-1 1 1 0 0,0 0 0 0 0,0 0-1 0 0,0 0 1 0 0,0 0-1 0 0,0 0 1 0 0,1 0-1 0 0,-1 0 1 0 0,0 0-1 0 0,0 0 1 0 0,0 0 0 0 0,0 0-1 0 0,1 0 1 0 0,-1 0-1 0 0,0 0 1 0 0,0 0-1 0 0,0 0 1 0 0,0 0-1 0 0,1 0 1 0 0,-1 0 0 0 0,6 10 1411 0 0,4 20 452 0 0,-9-26-1733 0 0,14 63 794 0 0,-2 2 1 0 0,-3-1-1 0 0,1 94 1 0 0,1 11-765 0 0,0-66-2719 0 0,-10-87-5334 0 0</inkml:trace>
</inkml:ink>
</file>

<file path=ppt/ink/ink1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12.6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38 117 13363 0 0,'-37'4'1448'0'0,"48"-20"3086"0"0,7 4-3977 0 0,0 0 0 0 0,0 1 0 0 0,40-16 0 0 0,-34 18-1448 0 0,2 0 0 0 0,47-9 0 0 0,-58 15 707 0 0,1 1 0 0 0,0 1 0 0 0,0 1 0 0 0,0 0 0 0 0,25 3 0 0 0,-13 2 264 0 0</inkml:trace>
</inkml:ink>
</file>

<file path=ppt/ink/ink1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13.0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59 247 6449 0 0,'-12'28'1994'0'0,"11"-26"-1752"0"0,1-1 1 0 0,-1 1-1 0 0,0-1 0 0 0,1 0 0 0 0,0 1 0 0 0,-1-1 1 0 0,1 1-1 0 0,0 0 0 0 0,0-1 0 0 0,0 1 0 0 0,0-1 1 0 0,0 1-1 0 0,0-1 0 0 0,0 1 0 0 0,1-1 0 0 0,-1 1 1 0 0,1 1-1 0 0,0-3-115 0 0,0 0-1 0 0,-1 0 1 0 0,1 0 0 0 0,-1 0 0 0 0,1 0 0 0 0,0 0-1 0 0,-1 0 1 0 0,1 0 0 0 0,-1 0 0 0 0,1 0 0 0 0,0-1 0 0 0,-1 1-1 0 0,1 0 1 0 0,-1 0 0 0 0,1-1 0 0 0,-1 1 0 0 0,1 0-1 0 0,-1-1 1 0 0,1 1 0 0 0,-1-1 0 0 0,1 1 0 0 0,-1 0 0 0 0,1-1-1 0 0,-1 1 1 0 0,0-1 0 0 0,1 1 0 0 0,-1-1 0 0 0,0 1-1 0 0,1-2 1 0 0,12-16 1688 0 0,-13 17-1777 0 0,8-12 698 0 0,-1-1 1 0 0,-1 0-1 0 0,0 0 0 0 0,5-19 1 0 0,-7 19-634 0 0,-1 0 0 0 0,0 0 0 0 0,-1 0 0 0 0,0 0 0 0 0,-1-1 0 0 0,-1 1 0 0 0,0 0 0 0 0,-4-19 0 0 0,4 31-103 0 0,0 0 0 0 0,0 1 0 0 0,0-1-1 0 0,-1 0 1 0 0,1 0 0 0 0,-1 0 0 0 0,1 1 0 0 0,-1-1 0 0 0,0 0 0 0 0,0 0-1 0 0,0 1 1 0 0,0-1 0 0 0,0 1 0 0 0,0-1 0 0 0,0 1 0 0 0,0-1 0 0 0,-1 1-1 0 0,1 0 1 0 0,0 0 0 0 0,-1 0 0 0 0,1-1 0 0 0,-1 1 0 0 0,1 1 0 0 0,-1-1-1 0 0,0 0 1 0 0,0 0 0 0 0,1 1 0 0 0,-1-1 0 0 0,0 0 0 0 0,0 1 0 0 0,1 0 0 0 0,-1-1-1 0 0,-4 1 1 0 0,3 1 3 0 0,0-1 1 0 0,-1 1-1 0 0,1 0 0 0 0,0 0 0 0 0,0 0 1 0 0,0 1-1 0 0,0-1 0 0 0,0 1 0 0 0,0 0 0 0 0,0 0 1 0 0,1 0-1 0 0,-1 0 0 0 0,1 0 0 0 0,-1 0 1 0 0,1 1-1 0 0,0-1 0 0 0,-4 6 0 0 0,3-3 5 0 0,-1 0 0 0 0,1 0 0 0 0,1 1-1 0 0,-1-1 1 0 0,1 1 0 0 0,0 0-1 0 0,0-1 1 0 0,1 1 0 0 0,-1 0 0 0 0,1 0-1 0 0,1 0 1 0 0,-1 0 0 0 0,1 0 0 0 0,0 0-1 0 0,0 0 1 0 0,1 0 0 0 0,0 0 0 0 0,0 0-1 0 0,0 0 1 0 0,1 0 0 0 0,0 0 0 0 0,0 0-1 0 0,0-1 1 0 0,1 1 0 0 0,0-1 0 0 0,0 0-1 0 0,5 7 1 0 0,-3-6-23 0 0,0 0 1 0 0,0 0-1 0 0,1 0 1 0 0,0-1-1 0 0,0 0 1 0 0,0 0-1 0 0,0-1 0 0 0,1 1 1 0 0,0-1-1 0 0,0-1 1 0 0,0 1-1 0 0,1-1 1 0 0,-1-1-1 0 0,1 1 0 0 0,-1-1 1 0 0,1 0-1 0 0,0-1 1 0 0,0 0-1 0 0,-1 0 1 0 0,14-1-1 0 0,2-2-309 0 0</inkml:trace>
</inkml:ink>
</file>

<file path=ppt/ink/ink1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13.3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5 181 8290 0 0,'-1'-1'192'0'0,"0"0"1"0"0,1 0 0 0 0,0 0 0 0 0,-1-1-1 0 0,1 1 1 0 0,0 0 0 0 0,-1 0-1 0 0,1 0 1 0 0,0 0 0 0 0,0 0-1 0 0,0 0 1 0 0,0-1 0 0 0,0 1-1 0 0,0 0 1 0 0,0 0 0 0 0,0 0-1 0 0,1 0 1 0 0,-1 0 0 0 0,0 0 0 0 0,1-1-1 0 0,-1 1 1 0 0,1 0 0 0 0,-1 0-1 0 0,1 0 1 0 0,-1 0 0 0 0,1 0-1 0 0,0 1 1 0 0,-1-1 0 0 0,1 0-1 0 0,0 0 1 0 0,0 0 0 0 0,0 0-1 0 0,0 1 1 0 0,0-1 0 0 0,1 0 0 0 0,0-2 227 0 0,1 1 1 0 0,0-1 0 0 0,0 1 0 0 0,1 0 0 0 0,-1 0 0 0 0,0 0 0 0 0,1 0 0 0 0,-1 0-1 0 0,1 1 1 0 0,3-1 0 0 0,-4 1-354 0 0,0 1 0 0 0,0 1 0 0 0,1-1 1 0 0,-1 0-1 0 0,0 1 0 0 0,0 0 0 0 0,0-1 0 0 0,0 1 0 0 0,0 1 0 0 0,-1-1 0 0 0,1 0 0 0 0,0 1 0 0 0,0-1 0 0 0,-1 1 0 0 0,1 0 1 0 0,-1 0-1 0 0,1 0 0 0 0,-1 0 0 0 0,3 3 0 0 0,6 7 473 0 0,-2 0-1 0 0,16 24 1 0 0,-5-7-184 0 0,-11-16-321 0 0,1-2 183 0 0,-17-32 13 0 0,4 10-119 0 0,0-1 1 0 0,0 1-1 0 0,1-1 0 0 0,0 1 1 0 0,1-1-1 0 0,0 0 1 0 0,1 1-1 0 0,1-1 0 0 0,1-14 1 0 0,1 12-541 0 0,-1 0 0 0 0,2 0 0 0 0,0 0 0 0 0,7-14 0 0 0,-1 4-7698 0 0</inkml:trace>
</inkml:ink>
</file>

<file path=ppt/ink/ink1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13.6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0 5985 0 0,'-2'13'1947'0'0,"0"0"-1"0"0,1 0 0 0 0,1-1 0 0 0,0 1 1 0 0,1 0-1 0 0,2 13 0 0 0,9 25-1261 0 0,8-4-5814 0 0</inkml:trace>
</inkml:ink>
</file>

<file path=ppt/ink/ink1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13.8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11 178 11058 0 0,'-9'-66'1193'0'0,"8"51"-7"0"0,0 1 0 0 0,1 0 1 0 0,1 0-1 0 0,0-1 0 0 0,4-13 0 0 0,-5 27-1179 0 0,0 1 0 0 0,0 0 0 0 0,0-1 0 0 0,0 1 0 0 0,0-1 0 0 0,0 1 0 0 0,0-1 0 0 0,0 1 0 0 0,0 0 0 0 0,0-1 0 0 0,0 1 0 0 0,1-1 0 0 0,-1 1 0 0 0,0 0 0 0 0,0-1 1 0 0,1 1-1 0 0,-1 0 0 0 0,0-1 0 0 0,0 1 0 0 0,1 0 0 0 0,-1-1 0 0 0,0 1 0 0 0,1 0 0 0 0,-1 0 0 0 0,0-1 0 0 0,1 1 0 0 0,-1 0 0 0 0,0 0 0 0 0,1 0 0 0 0,-1 0 0 0 0,1-1 0 0 0,-1 1 0 0 0,0 0 0 0 0,1 0 0 0 0,-1 0 0 0 0,1 0 0 0 0,-1 0 0 0 0,1 0 0 0 0,-1 0 0 0 0,0 0 0 0 0,1 0 0 0 0,-1 0 0 0 0,1 0 0 0 0,-1 0 0 0 0,1 1 0 0 0,-1-1 0 0 0,0 0 0 0 0,1 0 0 0 0,-1 0 0 0 0,0 0 0 0 0,1 1 0 0 0,-1-1 0 0 0,0 0 0 0 0,1 0 0 0 0,-1 1 0 0 0,0-1 0 0 0,1 0 0 0 0,-1 1 0 0 0,23 25-5088 0 0,-15-17 1149 0 0,0-1 1053 0 0</inkml:trace>
</inkml:ink>
</file>

<file path=ppt/ink/ink1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14.4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144 19 10594 0 0,'-1'-2'324'0'0,"-1"1"-1"0"0,1-1 1 0 0,0 1 0 0 0,-1 0-1 0 0,1-1 1 0 0,-1 1-1 0 0,1 0 1 0 0,-1 0 0 0 0,0 0-1 0 0,0 0 1 0 0,1 0-1 0 0,-1 0 1 0 0,0 1-1 0 0,0-1 1 0 0,0 1 0 0 0,0-1-1 0 0,-2 1 1 0 0,2 0-222 0 0,0 1 0 0 0,1 0 0 0 0,-1-1 0 0 0,0 1 0 0 0,0 0 0 0 0,1 0 0 0 0,-1 0 0 0 0,1 0 0 0 0,-1 1 0 0 0,1-1 0 0 0,-1 0 1 0 0,1 1-1 0 0,0-1 0 0 0,0 1 0 0 0,0-1 0 0 0,0 1 0 0 0,-1 1 0 0 0,-12 21-61 0 0,2 0 0 0 0,1 1 0 0 0,0 1 0 0 0,2-1 1 0 0,-8 42-1 0 0,14-56-71 0 0,0 1 0 0 0,1 0 0 0 0,0 13 0 0 0,2-22 28 0 0,-1 0 1 0 0,1-1-1 0 0,0 1 1 0 0,1 0-1 0 0,-1 0 1 0 0,0 0-1 0 0,1 0 1 0 0,0 0-1 0 0,0 0 1 0 0,0 0-1 0 0,0-1 1 0 0,0 1-1 0 0,0 0 1 0 0,1-1-1 0 0,-1 1 1 0 0,1-1-1 0 0,3 5 1 0 0,-4-7-6 0 0,0 1-1 0 0,0-1 1 0 0,0 1 0 0 0,0-1-1 0 0,0 0 1 0 0,0 0-1 0 0,0 0 1 0 0,0 1 0 0 0,0-1-1 0 0,0 0 1 0 0,1 0 0 0 0,-1 0-1 0 0,0-1 1 0 0,0 1 0 0 0,0 0-1 0 0,0 0 1 0 0,0 0 0 0 0,0-1-1 0 0,0 1 1 0 0,0-1-1 0 0,0 1 1 0 0,0-1 0 0 0,0 1-1 0 0,-1-1 1 0 0,1 1 0 0 0,0-1-1 0 0,0 0 1 0 0,0 1 0 0 0,-1-1-1 0 0,1 0 1 0 0,0 0 0 0 0,-1 0-1 0 0,1 0 1 0 0,0-1 0 0 0,24-34-502 0 0,-23 34 425 0 0,7-15-208 0 0,13-35 0 0 0,-1 2 1497 0 0,-21 50-1172 0 0,0-1 1 0 0,0 1-1 0 0,0 0 1 0 0,0 0-1 0 0,1 0 1 0 0,-1 0 0 0 0,0 0-1 0 0,0 0 1 0 0,0 0-1 0 0,0 0 1 0 0,0-1 0 0 0,0 1-1 0 0,0 0 1 0 0,0 0-1 0 0,0 0 1 0 0,0 0-1 0 0,1 0 1 0 0,-1 0 0 0 0,0 0-1 0 0,0 0 1 0 0,0 0-1 0 0,0 0 1 0 0,0 0-1 0 0,0 0 1 0 0,0 0 0 0 0,1 0-1 0 0,-1 0 1 0 0,0 0-1 0 0,0 0 1 0 0,0 0 0 0 0,0 0-1 0 0,0 0 1 0 0,0 0-1 0 0,1 0 1 0 0,-1 0-1 0 0,0 0 1 0 0,0 0 0 0 0,0 0-1 0 0,0 0 1 0 0,0 0-1 0 0,0 0 1 0 0,0 0-1 0 0,0 0 1 0 0,1 0 0 0 0,-1 0-1 0 0,0 1 1 0 0,0-1-1 0 0,0 0 1 0 0,0 0 0 0 0,0 0-1 0 0,0 0 1 0 0,7 10 793 0 0,7 22-509 0 0,-10-21-107 0 0,-1-6-188 0 0,-1 0 0 0 0,1-1 1 0 0,0 1-1 0 0,0-1 0 0 0,0 1 1 0 0,1-1-1 0 0,-1 0 0 0 0,1 0 1 0 0,0 0-1 0 0,0-1 0 0 0,1 1 1 0 0,-1-1-1 0 0,1 0 1 0 0,-1 0-1 0 0,6 2 0 0 0,-6-4-118 0 0,-1 0 1 0 0,1 0-1 0 0,-1 0 0 0 0,1-1 0 0 0,0 1 0 0 0,-1-1 1 0 0,1 0-1 0 0,0 0 0 0 0,0 0 0 0 0,-1 0 0 0 0,1-1 1 0 0,0 1-1 0 0,-1-1 0 0 0,1 0 0 0 0,-1 0 0 0 0,1-1 0 0 0,-1 1 1 0 0,1-1-1 0 0,-1 1 0 0 0,0-1 0 0 0,0 0 0 0 0,0 0 1 0 0,3-3-1 0 0,20-20-6052 0 0,-13 10 449 0 0</inkml:trace>
</inkml:ink>
</file>

<file path=ppt/ink/ink1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14.6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87 920 0 0,'4'-46'5975'0'0,"-3"43"-5199"0"0,-1 0 0 0 0,0 0 1 0 0,0-1-1 0 0,0 1 1 0 0,-1 0-1 0 0,1 0 0 0 0,-1 0 1 0 0,-8-12 5335 0 0,3 32-4758 0 0,2 9-734 0 0,2-1 0 0 0,1 1 0 0 0,4 48 0 0 0,18 76 85 0 0,-10-91-354 0 0,19 59 0 0 0,-3-45-7321 0 0,-18-53-541 0 0</inkml:trace>
</inkml:ink>
</file>

<file path=ppt/ink/ink1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15.2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189 11 6913 0 0,'-1'0'85'0'0,"1"0"-1"0"0,0 0 0 0 0,0 0 0 0 0,-1 0 0 0 0,1 0 0 0 0,0 0 0 0 0,0 0 0 0 0,-1 0 0 0 0,1 0 0 0 0,0 0 0 0 0,-3-2 1177 0 0,3 2-1177 0 0,0-1 0 0 0,0 1 0 0 0,0 0 0 0 0,-1 0 0 0 0,1 0 1 0 0,0-1-1 0 0,0 1 0 0 0,0 0 0 0 0,0 0 0 0 0,0-1 0 0 0,0 1 0 0 0,0 0 0 0 0,0 0 0 0 0,0-1 0 0 0,0 1 0 0 0,0 0 0 0 0,0 0 0 0 0,0-1 0 0 0,0 1 0 0 0,0 0 0 0 0,0 0 1 0 0,0 0-1 0 0,2-3 924 0 0,-2 3-924 0 0,-21 5 2157 0 0,-1 8-1273 0 0,1 1 1 0 0,-33 29-1 0 0,48-38-803 0 0,0 1 0 0 0,0 0 0 0 0,0 1 1 0 0,0-1-1 0 0,1 1 0 0 0,0 0 0 0 0,1 1 0 0 0,0-1 0 0 0,0 1 0 0 0,0 0 0 0 0,-4 14 0 0 0,8-19-157 0 0,-1 0 0 0 0,1-1 0 0 0,0 1 0 0 0,0 0 0 0 0,0 0 0 0 0,0 0 0 0 0,1 0 0 0 0,-1-1 0 0 0,1 1 0 0 0,0 0 0 0 0,0-1 1 0 0,0 1-1 0 0,0 0 0 0 0,0-1 0 0 0,0 1 0 0 0,1-1 0 0 0,-1 1 0 0 0,1-1 0 0 0,0 0 0 0 0,0 0 0 0 0,0 0 0 0 0,0 0 0 0 0,0 0 0 0 0,0 0 0 0 0,0 0 0 0 0,1-1 0 0 0,-1 1 0 0 0,0-1 0 0 0,4 2 0 0 0,9 4-72 0 0,0-1 0 0 0,1 0 0 0 0,30 7 0 0 0,-24-7 7 0 0,-1 0-114 0 0,-15-5 107 0 0,0 0 0 0 0,1 1-1 0 0,-1-1 1 0 0,0 2 0 0 0,0-1 0 0 0,0 0-1 0 0,-1 1 1 0 0,1 0 0 0 0,-1 1 0 0 0,10 7 0 0 0,-15-11 65 0 0,1 1 1 0 0,-1-1-1 0 0,0 1 1 0 0,0 0 0 0 0,0-1-1 0 0,0 1 1 0 0,1 0 0 0 0,-1-1-1 0 0,0 1 1 0 0,0-1 0 0 0,0 1-1 0 0,0 0 1 0 0,-1-1-1 0 0,1 1 1 0 0,0 0 0 0 0,0-1-1 0 0,0 1 1 0 0,0-1 0 0 0,-1 1-1 0 0,1 0 1 0 0,0-1 0 0 0,0 1-1 0 0,-1-1 1 0 0,1 1-1 0 0,-1-1 1 0 0,1 1 0 0 0,0-1-1 0 0,-1 1 1 0 0,1-1 0 0 0,-1 1-1 0 0,1-1 1 0 0,-1 0 0 0 0,1 1-1 0 0,-1-1 1 0 0,1 0-1 0 0,-1 1 1 0 0,0-1 0 0 0,1 0-1 0 0,-1 0 1 0 0,1 0 0 0 0,-2 1-1 0 0,-26 11 215 0 0,28-12-215 0 0,-17 5 190 0 0,0 0 0 0 0,0-1 0 0 0,0-1 0 0 0,-1 0 0 0 0,-27-1 0 0 0,-11-6-5671 0 0,42 1-644 0 0</inkml:trace>
</inkml:ink>
</file>

<file path=ppt/ink/ink1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15.7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 11979 0 0,'1'-1'154'0'0,"-1"1"1"0"0,1 0 0 0 0,0 0 0 0 0,0 0 0 0 0,-1-1 0 0 0,1 1 0 0 0,0 0 0 0 0,0 0 0 0 0,0 0 0 0 0,-1 0 0 0 0,1 0-1 0 0,0 1 1 0 0,0-1 0 0 0,-1 0 0 0 0,1 0 0 0 0,0 0 0 0 0,-1 1 0 0 0,1-1 0 0 0,0 0 0 0 0,0 1 0 0 0,-1-1 0 0 0,1 0-1 0 0,-1 1 1 0 0,1-1 0 0 0,0 1 0 0 0,-1-1 0 0 0,1 1 0 0 0,-1-1 0 0 0,1 1 0 0 0,-1 0 0 0 0,1-1 0 0 0,-1 1 0 0 0,0 0-1 0 0,1 0 1 0 0,16 23 2081 0 0,-12-13-1862 0 0,-1 0 0 0 0,0 0-1 0 0,-1 1 1 0 0,-1-1 0 0 0,1 1 0 0 0,-2 0-1 0 0,1 20 1 0 0,-7 88-38 0 0,1-59-200 0 0,4-6-98 0 0,-1 6-473 0 0,-3-21-5749 0 0</inkml:trace>
</inkml:ink>
</file>

<file path=ppt/ink/ink1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15.9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0 144 4145 0 0,'2'-6'390'0'0,"1"-1"0"0"0,0 1 0 0 0,0 1 1 0 0,0-1-1 0 0,1 0 0 0 0,-1 1 0 0 0,1 0 0 0 0,1-1 0 0 0,-1 2 1 0 0,6-6-1 0 0,5-3 755 0 0,0 0 1 0 0,18-11-1 0 0,-27 20-790 0 0,0 1-1 0 0,0-1 1 0 0,0 1-1 0 0,1 1 1 0 0,-1-1-1 0 0,1 1 1 0 0,0 0-1 0 0,0 1 1 0 0,0-1-1 0 0,0 2 1 0 0,12-1-1 0 0,-17 1-254 0 0,0 0 1 0 0,1 0-1 0 0,-1 0 0 0 0,0 1 0 0 0,1-1 0 0 0,-1 1 1 0 0,0-1-1 0 0,0 1 0 0 0,1 0 0 0 0,-1 0 0 0 0,0 0 1 0 0,0 0-1 0 0,0 1 0 0 0,0-1 0 0 0,0 0 0 0 0,0 1 1 0 0,-1 0-1 0 0,1-1 0 0 0,0 1 0 0 0,-1 0 0 0 0,1 0 1 0 0,-1 0-1 0 0,0 0 0 0 0,1 0 0 0 0,-1 0 0 0 0,0 0 1 0 0,0 0-1 0 0,-1 0 0 0 0,1 1 0 0 0,0-1 0 0 0,-1 0 1 0 0,1 1-1 0 0,-1-1 0 0 0,0 0 0 0 0,0 1 1 0 0,0-1-1 0 0,0 4 0 0 0,-1 0-24 0 0,1-1-1 0 0,-1 0 1 0 0,0 1-1 0 0,-1-1 1 0 0,1 0-1 0 0,-1 0 1 0 0,0 0 0 0 0,-1 0-1 0 0,1 0 1 0 0,-1-1-1 0 0,0 1 1 0 0,0-1 0 0 0,0 0-1 0 0,-1 0 1 0 0,1 0-1 0 0,-6 5 1 0 0,-1 0-97 0 0,-1-1 0 0 0,1 1 1 0 0,-2-2-1 0 0,1 0 0 0 0,-17 8 0 0 0,17-10-470 0 0</inkml:trace>
</inkml:ink>
</file>

<file path=ppt/ink/ink1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16.2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0 230 4145 0 0,'19'-8'1160'0'0,"0"-1"0"0"0,-1-1 0 0 0,0 0 0 0 0,26-20 0 0 0,-35 24-820 0 0,-1-1 0 0 0,-1 0 0 0 0,1 0 0 0 0,-1-1 0 0 0,0 1 0 0 0,-1-2 0 0 0,0 1 0 0 0,0-1 0 0 0,-1 1-1 0 0,0-2 1 0 0,4-9 0 0 0,-9 17-344 0 0,1 1-1 0 0,0-1 0 0 0,-1 0 0 0 0,0 1 0 0 0,1-1 1 0 0,-1 0-1 0 0,0 0 0 0 0,0 1 0 0 0,0-1 0 0 0,0 0 1 0 0,0 0-1 0 0,-1 1 0 0 0,1-1 0 0 0,0 0 1 0 0,-1 1-1 0 0,1-1 0 0 0,-1 0 0 0 0,0 1 0 0 0,1-1 1 0 0,-1 0-1 0 0,0 1 0 0 0,0-1 0 0 0,0 1 0 0 0,0 0 1 0 0,0-1-1 0 0,0 1 0 0 0,-1 0 0 0 0,1 0 1 0 0,0 0-1 0 0,-1-1 0 0 0,1 1 0 0 0,-1 1 0 0 0,1-1 1 0 0,-1 0-1 0 0,1 0 0 0 0,-1 1 0 0 0,0-1 1 0 0,1 0-1 0 0,-3 1 0 0 0,2-1 101 0 0,-1 0 0 0 0,1 1-1 0 0,-1 0 1 0 0,1 0 0 0 0,-1-1 0 0 0,1 1 0 0 0,-1 1-1 0 0,1-1 1 0 0,-1 0 0 0 0,1 1 0 0 0,-1-1 0 0 0,1 1-1 0 0,-1 0 1 0 0,1 0 0 0 0,0 0 0 0 0,-1 0 0 0 0,1 0-1 0 0,0 0 1 0 0,0 0 0 0 0,0 1 0 0 0,0-1 0 0 0,0 1 0 0 0,0 0-1 0 0,0 0 1 0 0,1-1 0 0 0,-1 1 0 0 0,-2 4 0 0 0,2-2-31 0 0,0 1 1 0 0,0 0 0 0 0,0 0-1 0 0,0-1 1 0 0,1 1 0 0 0,0 0-1 0 0,0 0 1 0 0,1 0 0 0 0,-1 0 0 0 0,1 0-1 0 0,0 1 1 0 0,0-1 0 0 0,1 0-1 0 0,-1 0 1 0 0,1 0 0 0 0,0 0-1 0 0,1 0 1 0 0,-1-1 0 0 0,1 1 0 0 0,0 0-1 0 0,0-1 1 0 0,0 1 0 0 0,5 5-1 0 0,-4-5-425 0 0,0-1 0 0 0,0 0 0 0 0,1 0 0 0 0,0 0-1 0 0,-1-1 1 0 0,1 1 0 0 0,1-1 0 0 0,-1 0 0 0 0,0 0-1 0 0,1 0 1 0 0,-1-1 0 0 0,1 0 0 0 0,0 0 0 0 0,7 2-1 0 0,8 1-5086 0 0</inkml:trace>
</inkml:ink>
</file>

<file path=ppt/ink/ink1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16.4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5529 0 0,'6'9'11559'0'0,"0"37"-9308"0"0,-8-14-1280 0 0,0-11-855 0 0,1 0 0 0 0,1 0 0 0 0,1 1 0 0 0,1-1 0 0 0,5 23 0 0 0,-7-44-303 0 0,0 1 1 0 0,0 0 0 0 0,0 0-1 0 0,1 0 1 0 0,-1 0 0 0 0,1-1-1 0 0,-1 1 1 0 0,0 0 0 0 0,1 0-1 0 0,-1-1 1 0 0,1 1 0 0 0,0 0-1 0 0,-1-1 1 0 0,1 1 0 0 0,0 0-1 0 0,-1-1 1 0 0,2 1 0 0 0</inkml:trace>
</inkml:ink>
</file>

<file path=ppt/ink/ink1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16.5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 8290 0 0,'4'-3'368'0'0,"-3"2"80"0"0,2-1-360 0 0,0 2-88 0 0,-2 0 0 0 0,2 2 0 0 0,0-2 864 0 0,1 1 160 0 0,1 1 33 0 0,4-1 7 0 0,-1 3-496 0 0,0 3-104 0 0,-1 0-16 0 0,-1 1-8 0 0,-1 2-1400 0 0,1-1-272 0 0,-1 2-57 0 0,1-2-15 0 0</inkml:trace>
</inkml:ink>
</file>

<file path=ppt/ink/ink1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17.2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260 123 3681 0 0,'0'-9'811'0'0,"-1"-1"1"0"0,1 1-1 0 0,-2 0 0 0 0,1 0 1 0 0,-1 0-1 0 0,0 1 1 0 0,-5-12-1 0 0,6 17-699 0 0,0 1 0 0 0,0 0 0 0 0,0-1 0 0 0,-1 1 0 0 0,1 0 0 0 0,-1 0 0 0 0,1 0 0 0 0,-1 0 0 0 0,0 0 0 0 0,1 0 0 0 0,-1 1 0 0 0,0-1 0 0 0,0 1 0 0 0,-1-1 0 0 0,1 1-1 0 0,0 0 1 0 0,0-1 0 0 0,-1 1 0 0 0,1 0 0 0 0,0 1 0 0 0,-1-1 0 0 0,1 0 0 0 0,-1 1 0 0 0,1-1 0 0 0,-1 1 0 0 0,1 0 0 0 0,-1 0 0 0 0,0 0 0 0 0,1 0 0 0 0,-3 1 0 0 0,-3-1 87 0 0,1 1 0 0 0,0 0 0 0 0,0 1 0 0 0,0 0 0 0 0,0 0 0 0 0,0 0 0 0 0,1 1 0 0 0,-1 0 0 0 0,1 1 0 0 0,0-1 0 0 0,0 1 0 0 0,0 0 0 0 0,0 0 0 0 0,0 1 0 0 0,1 0 0 0 0,0 0 0 0 0,0 0 0 0 0,0 1 0 0 0,1 0 0 0 0,0-1 0 0 0,0 2 0 0 0,0-1 0 0 0,1 0 0 0 0,0 1 0 0 0,-3 9 0 0 0,-1 1-63 0 0,1-1 0 0 0,1 1-1 0 0,1 0 1 0 0,-5 35 0 0 0,8-42-68 0 0,0 1 1 0 0,1 0-1 0 0,1 0 1 0 0,-1 0-1 0 0,2-1 1 0 0,-1 1-1 0 0,2 0 0 0 0,-1-1 1 0 0,6 14-1 0 0,-7-22-70 0 0,0 0 1 0 0,0-1-1 0 0,0 1 0 0 0,0-1 0 0 0,0 1 0 0 0,1-1 0 0 0,-1 0 0 0 0,0 1 1 0 0,1-1-1 0 0,-1 0 0 0 0,1 0 0 0 0,-1 0 0 0 0,1 0 0 0 0,-1 0 1 0 0,1 0-1 0 0,0 0 0 0 0,0-1 0 0 0,-1 1 0 0 0,1 0 0 0 0,0-1 0 0 0,0 0 1 0 0,0 1-1 0 0,-1-1 0 0 0,1 0 0 0 0,0 0 0 0 0,0 0 0 0 0,0 0 0 0 0,0 0 1 0 0,0-1-1 0 0,-1 1 0 0 0,1 0 0 0 0,0-1 0 0 0,2 0 0 0 0,9-4-864 0 0,0 1 0 0 0,0-2 0 0 0,20-10 0 0 0,-13 6-3151 0 0,-2 2-1433 0 0</inkml:trace>
</inkml:ink>
</file>

<file path=ppt/ink/ink1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17.4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7834 0 0,'6'14'10103'0'0,"-3"-1"-9553"0"0,0-1-1 0 0,-1 0 0 0 0,0 1 1 0 0,-1 0-1 0 0,-1 22 0 0 0,-1 10-6511 0 0</inkml:trace>
</inkml:ink>
</file>

<file path=ppt/ink/ink1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18.0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 4 10138 0 0,'-14'-2'1746'0'0,"1"1"519"0"0,11 5-3824 0 0</inkml:trace>
</inkml:ink>
</file>

<file path=ppt/ink/ink1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18.3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177 1 17972 0 0,'-4'-1'94'0'0,"1"1"1"0"0,0 1 0 0 0,-1-1-1 0 0,1 0 1 0 0,-1 1 0 0 0,1 0-1 0 0,0-1 1 0 0,-1 1-1 0 0,1 1 1 0 0,0-1 0 0 0,0 0-1 0 0,0 1 1 0 0,0-1 0 0 0,0 1-1 0 0,0 0 1 0 0,0 0-1 0 0,1 0 1 0 0,-1 1 0 0 0,1-1-1 0 0,-1 1 1 0 0,1-1 0 0 0,0 1-1 0 0,0 0 1 0 0,-3 5-1 0 0,-6 9 234 0 0,1 1 0 0 0,-15 34 0 0 0,22-44-374 0 0,-8 18 145 0 0,2 0-1 0 0,1 0 0 0 0,1 0 1 0 0,2 1-1 0 0,0 0 1 0 0,2 0-1 0 0,1 0 0 0 0,1 1 1 0 0,3 34-1 0 0,3-20-131 0 0,1 0 0 0 0,3 0-1 0 0,1 0 1 0 0,2-2 0 0 0,21 50-1 0 0,-27-77-310 0 0,14 42 448 0 0,-18-51-428 0 0,-2-1-1 0 0,1 1 0 0 0,0-1 1 0 0,0 1-1 0 0,-1-1 0 0 0,0 1 1 0 0,0-1-1 0 0,0 1 1 0 0,0-1-1 0 0,-1 1 0 0 0,1-1 1 0 0,-1 1-1 0 0,-1 2 0 0 0</inkml:trace>
</inkml:ink>
</file>

<file path=ppt/ink/ink1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18.5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78 6913 0 0,'3'-5'305'0'0,"0"0"63"0"0,4 1-296 0 0,-3 2-72 0 0,0 0 0 0 0,0 1 0 0 0,1-1 416 0 0,5-2 64 0 0,5-1 8 0 0,6-4 8 0 0,5 0-1104 0 0,3-1-216 0 0,0 3-40 0 0,-3 0-17 0 0,0 2 681 0 0</inkml:trace>
</inkml:ink>
</file>

<file path=ppt/ink/ink1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18.6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11058 0 0,'0'4'567'0'0,"0"-1"0"0"0,0 1 0 0 0,0 0 0 0 0,0 0 0 0 0,1 0 0 0 0,0-1 0 0 0,0 1 0 0 0,0 0 0 0 0,2 4 0 0 0,2 8 423 0 0,-2 7 263 0 0,0 1 0 0 0,-2 36 0 0 0,1 4-3119 0 0,2-49 1022 0 0,-2-10 817 0 0</inkml:trace>
</inkml:ink>
</file>

<file path=ppt/ink/ink1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18.8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 9674 0 0,'-4'1'864'0'0,"3"-1"-696"0"0,2-1-168 0 0,1 1 288 0 0,-1 0 16 0 0,0 0 8 0 0,2 1 1 0 0,1 0-1202 0 0,2 2-231 0 0,-1 1-56 0 0,2 3-8 0 0,-3-1 928 0 0,0 0 176 0 0</inkml:trace>
</inkml:ink>
</file>

<file path=ppt/ink/ink1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19.1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170 1 1376 0 0,'-4'1'366'0'0,"-1"1"-1"0"0,0 0 0 0 0,1 0 1 0 0,0 0-1 0 0,-1 1 0 0 0,1 0 1 0 0,0-1-1 0 0,0 1 0 0 0,1 1 1 0 0,-1-1-1 0 0,-4 6 0 0 0,0-1 304 0 0,-5 3 621 0 0,1 1 0 0 0,0 1 0 0 0,1 0-1 0 0,1 1 1 0 0,0 0 0 0 0,0 1 0 0 0,-8 20-1 0 0,16-31-951 0 0,0 1-1 0 0,0 0 0 0 0,1 0 0 0 0,-1 0 0 0 0,1 0 1 0 0,0 0-1 0 0,1 0 0 0 0,-1 0 0 0 0,1 0 0 0 0,0 1 1 0 0,1-1-1 0 0,0 8 0 0 0,1-10-238 0 0,-1 1 1 0 0,0 0-1 0 0,1-1 1 0 0,0 1-1 0 0,0-1 0 0 0,0 0 1 0 0,0 1-1 0 0,1-1 1 0 0,-1 0-1 0 0,1 0 0 0 0,0 0 1 0 0,-1-1-1 0 0,1 1 1 0 0,1-1-1 0 0,-1 0 0 0 0,0 1 1 0 0,0-1-1 0 0,7 2 1 0 0,-6-2-202 0 0,1-1 0 0 0,-1 1 0 0 0,1-1 0 0 0,0 0 0 0 0,-1 0 1 0 0,1 0-1 0 0,0-1 0 0 0,0 0 0 0 0,0 0 0 0 0,0 0 0 0 0,-1 0 1 0 0,1-1-1 0 0,6-1 0 0 0,12-3-7633 0 0</inkml:trace>
</inkml:ink>
</file>

<file path=ppt/ink/ink1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24.086"/>
    </inkml:context>
    <inkml:brush xml:id="br0">
      <inkml:brushProperty name="width" value="0.3" units="cm"/>
      <inkml:brushProperty name="height" value="0.6" units="cm"/>
      <inkml:brushProperty name="color" value="#FFACD5"/>
      <inkml:brushProperty name="tip" value="rectangle"/>
      <inkml:brushProperty name="rasterOp" value="maskPen"/>
    </inkml:brush>
  </inkml:definitions>
  <inkml:trace contextRef="#ctx0" brushRef="#br0">410 121 920 0 0,'-73'40'1439'0'0,"-112"80"-1"0"0,328-203 1829 0 0,-90 54-2904 0 0,193-79 715 0 0,-100 48-709 0 0,-208 75-157 0 0,19-6 128 0 0,-114 39 656 0 0,-204 94 0 0 0,319-127-1071 0 0,28-11 1 0 0,0 1 0 0 0,1 1 0 0 0,-21 11-1 0 0,96-29-2449 0 0,118-49 2474 0 0,-22 5 533 0 0,-134 49-472 0 0,1 2 0 0 0,1 0-1 0 0,-1 1 1 0 0,37 0 0 0 0,-61 4-35 0 0,0 0 1 0 0,1 0 0 0 0,-1 0 0 0 0,1 0 0 0 0,-1 0-1 0 0,0 0 1 0 0,1 0 0 0 0,-1 0 0 0 0,1 1 0 0 0,-1-1-1 0 0,0 1 1 0 0,1-1 0 0 0,-1 1 0 0 0,0-1 0 0 0,0 1-1 0 0,1 0 1 0 0,-1-1 0 0 0,0 1 0 0 0,0 0 0 0 0,1 1-1 0 0,-1-1 5 0 0,-1 0 1 0 0,1 0-1 0 0,-1 0 0 0 0,0 0 0 0 0,0 0 0 0 0,0 0 0 0 0,0 0 0 0 0,0 0 0 0 0,0 0 1 0 0,0 0-1 0 0,0 1 0 0 0,0-1 0 0 0,0 0 0 0 0,0 0 0 0 0,-1 0 0 0 0,1 0 0 0 0,0-1 1 0 0,-1 1-1 0 0,1 0 0 0 0,-1 0 0 0 0,0 1 0 0 0,-5 7-22 0 0,0 1-1 0 0,-1-2 0 0 0,0 1 1 0 0,-8 7-1 0 0,9-10 136 0 0,-17 17 280 0 0,-1-1-1 0 0,0-1 0 0 0,-2-1 0 0 0,-49 29 0 0 0,67-43 490 0 0,23-11-820 0 0,24-13-469 0 0,-13 3 151 0 0,-1-1 0 0 0,30-25-1 0 0,-44 32 166 0 0,-1 0-1 0 0,0-1 0 0 0,0-1 1 0 0,-1 1-1 0 0,-1-1 0 0 0,0-1 1 0 0,8-13-1 0 0,-50 31-4595 0 0,20 1 2993 0 0</inkml:trace>
</inkml:ink>
</file>

<file path=ppt/ink/ink1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25.439"/>
    </inkml:context>
    <inkml:brush xml:id="br0">
      <inkml:brushProperty name="width" value="0.3" units="cm"/>
      <inkml:brushProperty name="height" value="0.6" units="cm"/>
      <inkml:brushProperty name="color" value="#FFACD5"/>
      <inkml:brushProperty name="tip" value="rectangle"/>
      <inkml:brushProperty name="rasterOp" value="maskPen"/>
    </inkml:brush>
  </inkml:definitions>
  <inkml:trace contextRef="#ctx0" brushRef="#br0">637 268 2304 0 0,'-2'-6'153'0'0,"1"1"-1"0"0,-1-1 1 0 0,0 1-1 0 0,0-1 1 0 0,-1 1-1 0 0,1 0 1 0 0,-1 0-1 0 0,0 0 0 0 0,-1 0 1 0 0,1 1-1 0 0,-1-1 1 0 0,0 1-1 0 0,0 0 1 0 0,0 0-1 0 0,-1 0 0 0 0,-7-4 1 0 0,5 4-138 0 0,0 1 0 0 0,-1 0 1 0 0,1 0-1 0 0,-1 0 0 0 0,0 1 0 0 0,1 1 1 0 0,-1-1-1 0 0,0 1 0 0 0,0 1 0 0 0,-14 0 1 0 0,-4 2-373 0 0,0 1 1 0 0,0 2-1 0 0,1 1 1 0 0,0 0-1 0 0,0 2 1 0 0,-31 15 0 0 0,43-18 306 0 0,-12 6 998 0 0,0 0-1 0 0,0 2 1 0 0,-37 29 2140 0 0,62-41-3009 0 0,12 0 964 0 0,19-8-638 0 0,19-13-617 0 0,1-2 1 0 0,-2-2-1 0 0,-2-3 0 0 0,0-1 1 0 0,55-45-1 0 0,-95 66 3 0 0,-8 3 70 0 0,-19 5 14 0 0,-26 9 85 0 0,-203 81 1420 0 0,50-17-552 0 0,243-93 93 0 0,53-32-1 0 0,-2 1-227 0 0,3-1-45 0 0,-43 21-950 0 0,77-30 0 0 0,-188 88-1904 0 0,-103 75 3219 0 0,145-94-914 0 0,-44 35 392 0 0,55-42-407 0 0,0 0 0 0 0,0 1 0 0 0,1-1 0 0 0,0 1 0 0 0,-1 0 0 0 0,1-1 0 0 0,0 1 0 0 0,0 0 0 0 0,0 1 0 0 0,1-1 0 0 0,-1 0 0 0 0,1 0-1 0 0,0 1 1 0 0,0-1 0 0 0,0 1 0 0 0,-1 4 0 0 0,2-7-35 0 0,0 1 1 0 0,1 0-1 0 0,-1-1 0 0 0,0 1 0 0 0,0 0 0 0 0,1-1 0 0 0,-1 1 0 0 0,1-1 0 0 0,-1 1 0 0 0,1-1 1 0 0,0 1-1 0 0,-1-1 0 0 0,1 1 0 0 0,0-1 0 0 0,0 0 0 0 0,0 1 0 0 0,0-1 0 0 0,0 0 0 0 0,0 0 1 0 0,1 0-1 0 0,1 2 0 0 0,0-2-15 0 0,0 1 1 0 0,1 0 0 0 0,-1-1-1 0 0,1 0 1 0 0,-1 0 0 0 0,1 0-1 0 0,-1 0 1 0 0,1 0 0 0 0,4 0-1 0 0,5-1-70 0 0,0 0-1 0 0,-1-1 1 0 0,1 0-1 0 0,19-5 1 0 0,35-13-495 0 0,84-34 1 0 0,-46 14-187 0 0,-50 19 157 0 0,-13 4-418 0 0,56-13 1 0 0,-98 29 958 0 0,1 0 1 0 0,-1 0-1 0 0,0 0 1 0 0,0 0 0 0 0,0-1-1 0 0,1 1 1 0 0,-1 0 0 0 0,0 0-1 0 0,0 0 1 0 0,1 0-1 0 0,-1 0 1 0 0,0 0 0 0 0,0 0-1 0 0,1 0 1 0 0,-1 0 0 0 0,0 0-1 0 0,0 0 1 0 0,1 0-1 0 0,-1 0 1 0 0,0 0 0 0 0,0 0-1 0 0,1 0 1 0 0,-1 0-1 0 0,0 0 1 0 0,0 0 0 0 0,1 0-1 0 0,-1 0 1 0 0,0 0 0 0 0,0 1-1 0 0,0-1 1 0 0,1 0-1 0 0,-1 0 1 0 0,0 0 0 0 0,0 0-1 0 0,0 1 1 0 0,1-1-1 0 0,-1 0 1 0 0,0 0 0 0 0,0 0-1 0 0,0 1 1 0 0,0-1 0 0 0,0 0-1 0 0,0 0 1 0 0,1 1-1 0 0,-1-1 1 0 0,0 0 0 0 0,0 0-1 0 0,0 0 1 0 0,0 1 0 0 0,-9 15-672 0 0,-18 14-34 0 0,27-30 724 0 0,-87 82 904 0 0,-4-3 0 0 0,-122 81-1 0 0,184-139-851 0 0,14-10 40 0 0,0-1 0 0 0,0 0 0 0 0,-27 12 0 0 0,331-136 1221 0 0,-150 56-1506 0 0,31-11 419 0 0,-181 73 561 0 0,0 1-1 0 0,0 0 1 0 0,1 1-1 0 0,-13 9 1 0 0,5-1-983 0 0,0 0 1 0 0,0 1-1 0 0,-17 21 0 0 0,13-3-544 0 0</inkml:trace>
</inkml:ink>
</file>

<file path=ppt/ink/ink1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26.814"/>
    </inkml:context>
    <inkml:brush xml:id="br0">
      <inkml:brushProperty name="width" value="0.3" units="cm"/>
      <inkml:brushProperty name="height" value="0.6" units="cm"/>
      <inkml:brushProperty name="color" value="#FFACD5"/>
      <inkml:brushProperty name="tip" value="rectangle"/>
      <inkml:brushProperty name="rasterOp" value="maskPen"/>
    </inkml:brush>
  </inkml:definitions>
  <inkml:trace contextRef="#ctx0" brushRef="#br0">185 1204 9674 0 0,'3'-23'129'0'0,"1"0"1"0"0,1 1-1 0 0,1 0 0 0 0,0 0 0 0 0,14-29 0 0 0,59-105-827 0 0,-45 93 972 0 0,77-140-134 0 0,63-127-119 0 0,-163 306-21 0 0,11-34 0 0 0,-20 50 0 0 0,1-1 0 0 0,-1 0 0 0 0,-1 0 0 0 0,0 1 0 0 0,0-1 0 0 0,-1 0 0 0 0,-1-15 0 0 0,1 23 5 0 0,0 0-1 0 0,0 0 1 0 0,0 0-1 0 0,0 1 1 0 0,0-1-1 0 0,0 0 1 0 0,0 0-1 0 0,-1 0 1 0 0,1 1-1 0 0,0-1 1 0 0,0 0-1 0 0,-1 0 1 0 0,1 1-1 0 0,-1-1 1 0 0,1 0-1 0 0,-1 1 1 0 0,1-1-1 0 0,-1 0 1 0 0,1 1-1 0 0,-1-1 1 0 0,0 1-1 0 0,1-1 1 0 0,-1 1-1 0 0,0-1 1 0 0,1 1-1 0 0,-1-1 1 0 0,0 1-1 0 0,-1-1 1 0 0,1 1 52 0 0,-1 0 0 0 0,1 0 0 0 0,-1 0 0 0 0,1 1 0 0 0,-1-1 0 0 0,1 0 0 0 0,0 1 0 0 0,-1-1 0 0 0,1 1 0 0 0,-1 0 0 0 0,1-1 0 0 0,0 1 0 0 0,-1 0 0 0 0,0 1 0 0 0,-7 4 265 0 0,1 1-1 0 0,1 0 1 0 0,-10 10 0 0 0,-33 41-6 0 0,4 3-1 0 0,1 2 1 0 0,-41 80 0 0 0,-92 215 1114 0 0,130-257-1323 0 0,22-47-104 0 0,3-10 7 0 0,2 2 0 0 0,2 1 0 0 0,1 1 0 0 0,-12 60 1 0 0,29-106-5 0 0,1 0 0 0 0,-1 0-1 0 0,1 0 1 0 0,0 0 0 0 0,0 0 0 0 0,0 0 0 0 0,0 0 0 0 0,0 1 0 0 0,1-1 0 0 0,-1 0 0 0 0,1 0 0 0 0,-1 0 0 0 0,1 0 0 0 0,0 0 0 0 0,1 3 0 0 0,-1-4 0 0 0,0 0 1 0 0,-1 0-1 0 0,1 0 0 0 0,0 0 1 0 0,0-1-1 0 0,0 1 0 0 0,0 0 1 0 0,1 0-1 0 0,-1-1 1 0 0,0 1-1 0 0,0-1 0 0 0,0 1 1 0 0,0-1-1 0 0,1 1 0 0 0,-1-1 1 0 0,0 0-1 0 0,0 0 0 0 0,1 1 1 0 0,1-1-1 0 0,2-1-13 0 0,0 1 0 0 0,0-1 0 0 0,0 0 0 0 0,0 0 0 0 0,0 0-1 0 0,0-1 1 0 0,0 0 0 0 0,0 0 0 0 0,-1 0 0 0 0,1 0 0 0 0,5-5 0 0 0,14-10-118 0 0,-1-1 0 0 0,-1-1 0 0 0,31-36 0 0 0,55-76-397 0 0,-40 45 325 0 0,0 6 77 0 0,82-103-203 0 0,-114 134 133 0 0,57-104 0 0 0,-42 49 60 0 0,-5-3 1 0 0,48-168-1 0 0,-93 274 135 0 0,0-1 1 0 0,-1 1 0 0 0,1 0-1 0 0,-1 0 1 0 0,0 0-1 0 0,1-1 1 0 0,-1 1 0 0 0,0 0-1 0 0,0 0 1 0 0,0-1-1 0 0,0 1 1 0 0,0 0 0 0 0,0 0-1 0 0,0-1 1 0 0,0 1 0 0 0,0 0-1 0 0,-1 0 1 0 0,1-1-1 0 0,-1 0 1 0 0,0 2 7 0 0,0 0 0 0 0,1 0 0 0 0,-1 1 0 0 0,0-1 0 0 0,0 0-1 0 0,0 0 1 0 0,1 1 0 0 0,-1-1 0 0 0,0 0 0 0 0,0 1 0 0 0,1-1 0 0 0,-1 1 0 0 0,0-1 0 0 0,1 1 0 0 0,-1 0 0 0 0,0-1-1 0 0,1 1 1 0 0,-1 0 0 0 0,0 0 0 0 0,-34 45 472 0 0,-195 344 672 0 0,27 16-1049 0 0,161-317-50 0 0,4 3-1 0 0,3 0 0 0 0,5 3 1 0 0,5 0-1 0 0,-17 114 0 0 0,40-195-116 0 0,1 0 0 0 0,0 0 0 0 0,1 0 0 0 0,2 19 0 0 0,-1-31 28 0 0,-1 0 1 0 0,0 0 0 0 0,1 0 0 0 0,-1 0 0 0 0,1 0 0 0 0,0 0 0 0 0,0 0-1 0 0,0 0 1 0 0,0 0 0 0 0,0-1 0 0 0,0 1 0 0 0,0 0 0 0 0,0-1 0 0 0,1 1-1 0 0,-1-1 1 0 0,3 3 0 0 0,-2-3 4 0 0,-1-1-1 0 0,1 1 0 0 0,0-1 1 0 0,0 1-1 0 0,-1-1 0 0 0,1 0 1 0 0,0 0-1 0 0,0 0 1 0 0,0 0-1 0 0,-1 0 0 0 0,1 0 1 0 0,0 0-1 0 0,0 0 1 0 0,-1-1-1 0 0,1 1 0 0 0,0-1 1 0 0,0 1-1 0 0,-1-1 0 0 0,1 0 1 0 0,-1 0-1 0 0,1 0 1 0 0,0 0-1 0 0,0-1 0 0 0,31-19-101 0 0,-1-2 0 0 0,52-49-1 0 0,-20 16 65 0 0,205-193-635 0 0,30-25-1508 0 0,-287 265 2080 0 0,1-3-82 0 0,1 2 0 0 0,0-1 1 0 0,0 2-1 0 0,1 0 0 0 0,0 0 0 0 0,1 1 0 0 0,24-8 0 0 0,-39 16 181 0 0,-1 0 0 0 0,1 0-1 0 0,0-1 1 0 0,0 1 0 0 0,0 0 0 0 0,0 0-1 0 0,-1 0 1 0 0,1 0 0 0 0,0 0 0 0 0,0 0-1 0 0,0 0 1 0 0,-1 0 0 0 0,1 0-1 0 0,0 0 1 0 0,0 1 0 0 0,0-1 0 0 0,-1 0-1 0 0,1 0 1 0 0,0 1 0 0 0,0-1 0 0 0,-1 1-1 0 0,1-1 1 0 0,0 1 0 0 0,-1-1-1 0 0,1 1 1 0 0,0-1 0 0 0,-1 1 0 0 0,2 0-1 0 0,-2 1 10 0 0,1 0-1 0 0,0-1 0 0 0,-1 1 0 0 0,1 0 1 0 0,-1 0-1 0 0,0 0 0 0 0,1 0 0 0 0,-1-1 1 0 0,0 1-1 0 0,0 0 0 0 0,0 0 1 0 0,-1 2-1 0 0,-1 10 70 0 0,-1-1 1 0 0,-8 24-1 0 0,8-29-54 0 0,-25 78 1375 0 0,-4-1 0 0 0,-3-2 1 0 0,-91 154-1 0 0,100-196-997 0 0,-52 85 972 0 0,68-107-963 0 0,0 1 1 0 0,2 0-1 0 0,0 0 0 0 0,-8 36 1 0 0,15-54-350 0 0,1 1 1 0 0,0-1 0 0 0,-1 1-1 0 0,1-1 1 0 0,0 1 0 0 0,0-1-1 0 0,0 1 1 0 0,0-1 0 0 0,2 5-1 0 0,-2-6-47 0 0,0-1-1 0 0,0 1 1 0 0,1-1 0 0 0,-1 1-1 0 0,0-1 1 0 0,1 1-1 0 0,-1-1 1 0 0,0 1-1 0 0,1-1 1 0 0,-1 1-1 0 0,1-1 1 0 0,-1 1-1 0 0,0-1 1 0 0,1 0-1 0 0,-1 1 1 0 0,1-1-1 0 0,0 0 1 0 0,-1 1 0 0 0,1-1-1 0 0,-1 0 1 0 0,1 0-1 0 0,-1 0 1 0 0,1 1-1 0 0,0-1 1 0 0,0 0-1 0 0,3 0-132 0 0,-1-1-1 0 0,1 0 1 0 0,-1 1 0 0 0,1-1-1 0 0,-1 0 1 0 0,0-1-1 0 0,1 1 1 0 0,-1-1 0 0 0,0 1-1 0 0,0-1 1 0 0,6-4-1 0 0,29-24-959 0 0,-2-1 0 0 0,0-2 0 0 0,34-43-1 0 0,-8 11 335 0 0,-17 18 559 0 0,-8 7-78 0 0,78-63-1 0 0,-115 102 296 0 0,1 1 0 0 0,0-1 0 0 0,-1 1 0 0 0,1-1 0 0 0,0 1 0 0 0,0-1-1 0 0,-1 1 1 0 0,1-1 0 0 0,0 1 0 0 0,0 0 0 0 0,0-1 0 0 0,-1 1 0 0 0,1 0 0 0 0,0 0 0 0 0,0-1 0 0 0,0 1 0 0 0,0 0 0 0 0,0 0 0 0 0,1 0 0 0 0,-2 1 3 0 0,0-1 0 0 0,0 0 0 0 0,1 1 1 0 0,-1-1-1 0 0,0 0 0 0 0,1 1 1 0 0,-1-1-1 0 0,0 1 0 0 0,0-1 1 0 0,0 0-1 0 0,0 1 0 0 0,1-1 0 0 0,-1 1 1 0 0,0-1-1 0 0,0 1 0 0 0,0-1 1 0 0,0 1-1 0 0,0-1 0 0 0,0 1 1 0 0,0-1-1 0 0,0 0 0 0 0,0 1 0 0 0,0-1 1 0 0,-1 1-1 0 0,1 0 0 0 0,-12 38 430 0 0,10-34-382 0 0,-137 330 4134 0 0,7-17-1736 0 0,125-300-2262 0 0,3-11-118 0 0,1-1-1 0 0,0 2 1 0 0,1-1-1 0 0,-1 0 0 0 0,1 1 1 0 0,1-1-1 0 0,-1 1 1 0 0,2-1-1 0 0,-1 1 0 0 0,1 15 1 0 0,0-23-67 0 0,0 1 0 0 0,0-1 0 0 0,0 1 0 0 0,1-1 0 0 0,-1 1 0 0 0,0-1 0 0 0,0 1 0 0 0,1-1 0 0 0,-1 1 0 0 0,0-1 0 0 0,0 1 0 0 0,1-1 0 0 0,-1 0 0 0 0,1 1 0 0 0,-1-1 0 0 0,0 0 0 0 0,1 1 0 0 0,-1-1 0 0 0,1 0 0 0 0,-1 1 0 0 0,1-1 0 0 0,-1 0 0 0 0,1 0 0 0 0,-1 1 0 0 0,1-1 0 0 0,-1 0 0 0 0,1 0 0 0 0,-1 0 0 0 0,2 0 0 0 0,17-4-190 0 0,16-17-576 0 0,-10-1 386 0 0,26-30 1 0 0,-30 30 479 0 0,41-34 1 0 0,-62 56-107 0 0,1-1-1 0 0,-1 1 0 0 0,1-1 1 0 0,-1 1-1 0 0,1-1 1 0 0,0 1-1 0 0,-1-1 0 0 0,1 1 1 0 0,-1-1-1 0 0,1 1 0 0 0,0-1 1 0 0,-1 1-1 0 0,1 0 1 0 0,0 0-1 0 0,0-1 0 0 0,-1 1 1 0 0,1 0-1 0 0,0 0 1 0 0,0 0-1 0 0,-1 0 0 0 0,1 0 1 0 0,0 0-1 0 0,0 0 1 0 0,-1 0-1 0 0,1 0 0 0 0,0 0 1 0 0,0 0-1 0 0,-1 0 0 0 0,1 0 1 0 0,0 1-1 0 0,-1-1 1 0 0,1 0-1 0 0,0 1 0 0 0,0-1 1 0 0,-1 0-1 0 0,1 1 1 0 0,-1-1-1 0 0,1 1 0 0 0,0-1 1 0 0,-1 1-1 0 0,1-1 0 0 0,-1 1 1 0 0,1-1-1 0 0,-1 1 1 0 0,0 0-1 0 0,1-1 0 0 0,0 2 1 0 0,3 8-246 0 0</inkml:trace>
</inkml:ink>
</file>

<file path=ppt/ink/ink1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31.273"/>
    </inkml:context>
    <inkml:brush xml:id="br0">
      <inkml:brushProperty name="width" value="0.3" units="cm"/>
      <inkml:brushProperty name="height" value="0.6" units="cm"/>
      <inkml:brushProperty name="color" value="#FF8517"/>
      <inkml:brushProperty name="tip" value="rectangle"/>
      <inkml:brushProperty name="rasterOp" value="maskPen"/>
    </inkml:brush>
  </inkml:definitions>
  <inkml:trace contextRef="#ctx0" brushRef="#br0">76 251 3681 0 0,'-23'-8'1563'0'0,"21"7"-1381"0"0,0 1 0 0 0,0 0 0 0 0,0-1 0 0 0,0 1 0 0 0,0-1 0 0 0,0 0 0 0 0,0 0 1 0 0,1 0-1 0 0,-1 0 0 0 0,-3-2 0 0 0,7 1-31 0 0,1 0-1 0 0,-1 0 1 0 0,1 0-1 0 0,-1 0 1 0 0,1 0 0 0 0,0 0-1 0 0,0 1 1 0 0,4-2-1 0 0,-5 2-74 0 0,186-80 668 0 0,-137 62-368 0 0,-1-2 0 0 0,-1-2-1 0 0,76-46 1431 0 0,-147 90-1125 0 0,-35 28-447 0 0,-70 48-336 0 0,-170 100 1 0 0,278-186 120 0 0,29-16 183 0 0,26-15-486 0 0,-21 12 234 0 0,174-83-2168 0 0,-157 78 1763 0 0,1 1-1 0 0,0 1 0 0 0,69-11 1 0 0,-101 21 463 0 0,1 1 0 0 0,0 0 1 0 0,0-1-1 0 0,0 1 0 0 0,0 0 1 0 0,0 0-1 0 0,-1 0 0 0 0,1 0 0 0 0,0 1 1 0 0,0-1-1 0 0,0 0 0 0 0,-1 1 1 0 0,1 0-1 0 0,0-1 0 0 0,0 1 0 0 0,-1 0 1 0 0,1 0-1 0 0,0 0 0 0 0,-1 0 0 0 0,1 0 1 0 0,-1 0-1 0 0,1 0 0 0 0,0 2 1 0 0,-1-1 21 0 0,1 0 0 0 0,-1 0 0 0 0,0 1 1 0 0,0-1-1 0 0,-1 1 0 0 0,1-1 1 0 0,0 1-1 0 0,-1-1 0 0 0,1 1 1 0 0,-1-1-1 0 0,0 1 0 0 0,0-1 0 0 0,0 1 1 0 0,-1 4-1 0 0,-2 10 177 0 0,-1-1-1 0 0,0 1 1 0 0,-14 31 0 0 0,14-39-175 0 0,-26 63 305 0 0,14-39-25 0 0,3 1 0 0 0,-17 59 0 0 0,30-92-295 0 0,0 0 0 0 0,-1 0 1 0 0,1 0-1 0 0,0 0 0 0 0,0 0 1 0 0,0 0-1 0 0,0 0 1 0 0,0 1-1 0 0,0-1 0 0 0,0 0 1 0 0,0 0-1 0 0,0 0 1 0 0,0 0-1 0 0,1 0 0 0 0,-1 0 1 0 0,0 0-1 0 0,1 0 0 0 0,-1 0 1 0 0,1 0-1 0 0,-1 0 1 0 0,1 0-1 0 0,0 0 0 0 0,-1 0 1 0 0,1 0-1 0 0,0-1 1 0 0,0 1-1 0 0,-1 0 0 0 0,3 1 1 0 0,-1-1 2 0 0,1 0 1 0 0,-1 0 0 0 0,1 0-1 0 0,0-1 1 0 0,-1 1-1 0 0,1-1 1 0 0,0 0 0 0 0,-1 0-1 0 0,1 0 1 0 0,0 0-1 0 0,4 0 1 0 0,7-3 16 0 0,0 0 0 0 0,0 0-1 0 0,20-9 1 0 0,-26 9-73 0 0,-3 2-7 0 0,1-1 0 0 0,-1 0-1 0 0,0-1 1 0 0,0 1 0 0 0,0-1 0 0 0,8-6 0 0 0,-51 26 677 0 0,20-5-300 0 0,2 1-1 0 0,-27 26 1 0 0,28-23-745 0 0</inkml:trace>
</inkml:ink>
</file>

<file path=ppt/ink/ink1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32.579"/>
    </inkml:context>
    <inkml:brush xml:id="br0">
      <inkml:brushProperty name="width" value="0.3" units="cm"/>
      <inkml:brushProperty name="height" value="0.6" units="cm"/>
      <inkml:brushProperty name="color" value="#FF8517"/>
      <inkml:brushProperty name="tip" value="rectangle"/>
      <inkml:brushProperty name="rasterOp" value="maskPen"/>
    </inkml:brush>
  </inkml:definitions>
  <inkml:trace contextRef="#ctx0" brushRef="#br0">564 99 6449 0 0,'0'-6'231'0'0,"-1"0"0"0"0,0 0 0 0 0,0 1 0 0 0,-1-1 0 0 0,1 1 0 0 0,-1-1 0 0 0,-1 1 0 0 0,1-1 0 0 0,-1 1 0 0 0,0 0 0 0 0,0 0 0 0 0,-6-7 0 0 0,7 10-130 0 0,0 0 0 0 0,0 0 0 0 0,0 0 0 0 0,-1 1 0 0 0,1-1 0 0 0,0 1 0 0 0,-1-1 0 0 0,1 1 0 0 0,-1 0 0 0 0,1 0 0 0 0,-1 0 0 0 0,0 1 0 0 0,1-1 0 0 0,-1 0 0 0 0,0 1 0 0 0,0 0 0 0 0,1 0-1 0 0,-1-1 1 0 0,0 2 0 0 0,0-1 0 0 0,1 0 0 0 0,-1 0 0 0 0,0 1 0 0 0,1 0 0 0 0,-1-1 0 0 0,0 1 0 0 0,1 0 0 0 0,-5 3 0 0 0,-20 9 93 0 0,1 2 0 0 0,0 1 0 0 0,-40 33 1 0 0,-62 69-556 0 0,95-86 797 0 0,2 2 1 0 0,0 2-1 0 0,3 0 1 0 0,-28 46-1 0 0,53-73 284 0 0,6-7-265 0 0,17-13-119 0 0,23-23-436 0 0,43-40-331 0 0,148-116-952 0 0,-191 158 1228 0 0,-24 17 60 0 0,2 0 1 0 0,0 1-1 0 0,1 1 1 0 0,23-11-1 0 0,-44 24 99 0 0,-1-1 0 0 0,0 1 0 0 0,1 0 1 0 0,-1 0-1 0 0,1-1 0 0 0,-1 1 0 0 0,1 0 0 0 0,-1 0 0 0 0,1 0 1 0 0,-1 0-1 0 0,1-1 0 0 0,-1 1 0 0 0,1 0 0 0 0,-1 0 0 0 0,1 0 1 0 0,-1 0-1 0 0,1 0 0 0 0,-1 0 0 0 0,1 0 0 0 0,-1 1 0 0 0,1-1 1 0 0,-1 0-1 0 0,1 0 0 0 0,-1 0 0 0 0,1 0 0 0 0,-1 1 0 0 0,1-1 1 0 0,-1 0-1 0 0,1 0 0 0 0,-1 1 0 0 0,0-1 0 0 0,1 0 0 0 0,-1 1 1 0 0,0-1-1 0 0,1 1 0 0 0,-1-1 0 0 0,1 1 0 0 0,-1 1 30 0 0,1 0 0 0 0,-1 0 0 0 0,0 0 0 0 0,0 0 0 0 0,0-1 0 0 0,0 1 0 0 0,0 0 0 0 0,0 0-1 0 0,0 0 1 0 0,-2 4 0 0 0,-20 53 745 0 0,20-53-711 0 0,-219 463 901 0 0,211-452-939 0 0,5-11-22 0 0,2 0-1 0 0,-1 0 1 0 0,1 1-1 0 0,0-1 1 0 0,0 1 0 0 0,0 0-1 0 0,-2 13 1 0 0,5-19 10 0 0,0-1-1 0 0,0 1 1 0 0,0 0 0 0 0,0-1-1 0 0,0 1 1 0 0,0 0 0 0 0,1-1 0 0 0,-1 1-1 0 0,0-1 1 0 0,0 1 0 0 0,1 0-1 0 0,-1-1 1 0 0,0 1 0 0 0,1-1 0 0 0,-1 1-1 0 0,1-1 1 0 0,-1 1 0 0 0,1-1-1 0 0,-1 1 1 0 0,1-1 0 0 0,-1 0 0 0 0,1 1-1 0 0,-1-1 1 0 0,1 0 0 0 0,-1 1-1 0 0,1-1 1 0 0,0 0 0 0 0,-1 0-1 0 0,1 1 1 0 0,-1-1 0 0 0,1 0 0 0 0,0 0-1 0 0,-1 0 1 0 0,1 0 0 0 0,0 0-1 0 0,-1 0 1 0 0,1 0 0 0 0,0 0 0 0 0,-1 0-1 0 0,1 0 1 0 0,0 0 0 0 0,-1-1-1 0 0,1 1 1 0 0,-1 0 0 0 0,2-1 0 0 0,29-8-256 0 0,-3-4-78 0 0,-2-1 0 0 0,0-1 0 0 0,27-22 0 0 0,-31 21 54 0 0,1 1 0 0 0,0 0 0 0 0,1 2-1 0 0,28-11 1 0 0,-51 23 263 0 0,1 0-1 0 0,-1 1 1 0 0,1-1 0 0 0,0 1-1 0 0,-1-1 1 0 0,1 1 0 0 0,-1-1-1 0 0,1 1 1 0 0,0 0 0 0 0,-1 0-1 0 0,1 0 1 0 0,0 0 0 0 0,-1 0-1 0 0,1 0 1 0 0,0 0 0 0 0,-1 1-1 0 0,1-1 1 0 0,-1 1 0 0 0,3 0-1 0 0,-3 0 2 0 0,-1-1-1 0 0,1 1 1 0 0,-1 0-1 0 0,1 0 1 0 0,-1 0-1 0 0,1-1 1 0 0,-1 1 0 0 0,1 0-1 0 0,-1 0 1 0 0,0 0-1 0 0,0 0 1 0 0,1 0-1 0 0,-1 0 1 0 0,0 0-1 0 0,0 0 1 0 0,0 0-1 0 0,0 0 1 0 0,0 0-1 0 0,0 0 1 0 0,0 0-1 0 0,0 0 1 0 0,-1 0-1 0 0,1 1 1 0 0,-3 8 22 0 0,0 0 0 0 0,-1-1 0 0 0,0 1 0 0 0,-8 12-1 0 0,-55 78 701 0 0,47-74-67 0 0,2 1 0 0 0,-29 56 1 0 0,47-83-639 0 0,-1 1 0 0 0,1-1 0 0 0,0 1 0 0 0,-1-1 0 0 0,1 1 0 0 0,0-1 0 0 0,0 1 0 0 0,0-1 0 0 0,-1 1 0 0 0,1-1 0 0 0,0 1 0 0 0,0-1 0 0 0,0 1 0 0 0,0-1 0 0 0,0 1 0 0 0,0-1 0 0 0,0 1 0 0 0,0-1 0 0 0,0 1 0 0 0,0 0 0 0 0,0-1 0 0 0,0 1 0 0 0,0-1 0 0 0,1 1 0 0 0,-1-1 0 0 0,0 1 0 0 0,0-1 0 0 0,1 1 0 0 0,-1-1 0 0 0,1 1 0 0 0,15-2 89 0 0,22-19-439 0 0,-37 19 317 0 0,61-40-1072 0 0,29-18-504 0 0,-82 54 1498 0 0,0 0-1 0 0,0 1 1 0 0,1 1 0 0 0,-1 0 0 0 0,1 0 0 0 0,0 0 0 0 0,0 1 0 0 0,11-1 0 0 0,-18 3 128 0 0,0 1 0 0 0,-1-1 0 0 0,1 0 0 0 0,-1 0 0 0 0,0 1 0 0 0,1 0 0 0 0,-1-1 0 0 0,1 1 0 0 0,-1 0 0 0 0,0 0 0 0 0,1 0 0 0 0,-1 1 1 0 0,0-1-1 0 0,0 0 0 0 0,0 1 0 0 0,0 0 0 0 0,0-1 0 0 0,0 1 0 0 0,-1 0 0 0 0,1 0 0 0 0,-1 0 0 0 0,1 0 0 0 0,-1 0 0 0 0,1 0 0 0 0,0 3 0 0 0,3 6 733 0 0,0 1 0 0 0,-1 0 0 0 0,6 24 0 0 0,-3-9 520 0 0,9 17-84 0 0,-8-30-1367 0 0</inkml:trace>
</inkml:ink>
</file>

<file path=ppt/ink/ink1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36.189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1301 494 5985 0 0,'75'-216'4353'0'0,"-72"210"-4228"0"0,0-1 35 0 0,0-1 1 0 0,0 1-1 0 0,-1-1 1 0 0,0 0 0 0 0,3-14-1 0 0,-5 20-160 0 0,0 1 1 0 0,0-1-1 0 0,0 0 1 0 0,-1 1-1 0 0,1-1 0 0 0,0 0 1 0 0,-1 1-1 0 0,1-1 1 0 0,-1 1-1 0 0,1-1 0 0 0,-1 0 1 0 0,0 1-1 0 0,1-1 1 0 0,-1 1-1 0 0,0 0 1 0 0,0-1-1 0 0,0 1 0 0 0,0 0 1 0 0,-1-1-1 0 0,1 1 1 0 0,0 0-1 0 0,0 0 0 0 0,-1 0 1 0 0,1 0-1 0 0,-1 0 1 0 0,1 0-1 0 0,-1 1 0 0 0,1-1 1 0 0,-1 0-1 0 0,1 1 1 0 0,-1-1-1 0 0,1 1 0 0 0,-4-1 1 0 0,-8-1-241 0 0,0 1 0 0 0,0 0 0 0 0,0 1-1 0 0,0 0 1 0 0,0 1 0 0 0,0 0 0 0 0,0 1 0 0 0,0 0 0 0 0,-18 7 0 0 0,-11 5-1187 0 0,-58 29 0 0 0,-81 43-1270 0 0,-128 58 1324 0 0,-143 53 4307 0 0,444-193-2819 0 0,-8 2 267 0 0,0 2-1 0 0,1-1 0 0 0,0 2 1 0 0,0 0-1 0 0,-25 21 0 0 0,40-29-373 0 0,-1-1 0 0 0,1 0 0 0 0,0 0 0 0 0,-1 0 0 0 0,1 1 0 0 0,0-1 0 0 0,0 0 0 0 0,0 0 0 0 0,-1 0 0 0 0,1 1 0 0 0,0-1 0 0 0,0 0 0 0 0,0 0 0 0 0,-1 1 0 0 0,1-1 0 0 0,0 0 0 0 0,0 1 0 0 0,0-1 0 0 0,0 0 0 0 0,0 1 0 0 0,0-1 0 0 0,0 0 0 0 0,0 1 0 0 0,0-1 0 0 0,0 0 0 0 0,0 0 0 0 0,0 1 0 0 0,0-1 0 0 0,0 0 0 0 0,0 1 0 0 0,0-1 0 0 0,0 0 0 0 0,0 1 0 0 0,0-1 0 0 0,12 4 367 0 0,16-6 96 0 0,-1-4-534 0 0,-1 0 1 0 0,1-2-1 0 0,49-22 1 0 0,74-47-203 0 0,-120 60 276 0 0,181-105 1401 0 0,286-218 0 0 0,-486 332-1317 0 0,15-13 212 0 0,1 0-1 0 0,1 2 1 0 0,0 2-1 0 0,2 0 1 0 0,46-18-1 0 0,-74 34-259 0 0,-1 0-1 0 0,1 0 1 0 0,-1 1 0 0 0,1-1-1 0 0,0 1 1 0 0,-1-1 0 0 0,1 1-1 0 0,0 0 1 0 0,0-1-1 0 0,-1 1 1 0 0,1 0 0 0 0,0 0-1 0 0,0 1 1 0 0,0-1 0 0 0,-1 0-1 0 0,1 0 1 0 0,0 1 0 0 0,-1-1-1 0 0,1 1 1 0 0,0 0-1 0 0,-1-1 1 0 0,1 1 0 0 0,1 1-1 0 0,-2 0-61 0 0,0-1 0 0 0,-1 1 0 0 0,1-1 0 0 0,-1 1 0 0 0,0-1-1 0 0,1 1 1 0 0,-1-1 0 0 0,0 1 0 0 0,0 0 0 0 0,0-1 0 0 0,0 1 0 0 0,0-1-1 0 0,-1 1 1 0 0,1-1 0 0 0,0 1 0 0 0,-1 0 0 0 0,1-1 0 0 0,-1 1 0 0 0,1-1-1 0 0,-1 0 1 0 0,0 1 0 0 0,0-1 0 0 0,0 1 0 0 0,0-1 0 0 0,-1 2 0 0 0,-130 176-2428 0 0,58-85 2228 0 0,-213 254 763 0 0,165-207-213 0 0,115-132-297 0 0,-28 31 518 0 0,3 0 0 0 0,-53 88 1 0 0,84-127-550 0 0,0 0 1 0 0,1 0 0 0 0,-1 0 0 0 0,0 0-1 0 0,1 0 1 0 0,-1 0 0 0 0,1 0 0 0 0,0 0 0 0 0,-1 0-1 0 0,1 0 1 0 0,0 1 0 0 0,0-1 0 0 0,0 0-1 0 0,0 0 1 0 0,-1 0 0 0 0,2 0 0 0 0,-1 0 0 0 0,0 0-1 0 0,0 1 1 0 0,0-1 0 0 0,0 0 0 0 0,1 2-1 0 0,0-3-12 0 0,0 1-1 0 0,0-1 0 0 0,-1 1 0 0 0,1-1 0 0 0,0 1 0 0 0,0-1 0 0 0,0 0 1 0 0,0 1-1 0 0,0-1 0 0 0,-1 0 0 0 0,1 0 0 0 0,0 0 0 0 0,0 0 0 0 0,0 0 1 0 0,0 0-1 0 0,0 0 0 0 0,0 0 0 0 0,0 0 0 0 0,0 0 0 0 0,1-1 0 0 0,9-1-127 0 0,0-1 0 0 0,0-1 0 0 0,12-5-1 0 0,-19 7 94 0 0,97-46-771 0 0,173-113-1 0 0,-175 99 867 0 0,-96 60-53 0 0,85-48 219 0 0,-79 46-146 0 0,0 0 0 0 0,0 0 1 0 0,1 1-1 0 0,0 0 0 0 0,-1 1 1 0 0,1 0-1 0 0,18-1 0 0 0,-27 3-57 0 0,-1-1 0 0 0,1 1-1 0 0,0 0 1 0 0,-1 0 0 0 0,1 0 0 0 0,0 0-1 0 0,-1 0 1 0 0,1 1 0 0 0,0-1 0 0 0,-1 0-1 0 0,1 0 1 0 0,0 0 0 0 0,-1 1 0 0 0,1-1-1 0 0,0 0 1 0 0,-1 0 0 0 0,1 1-1 0 0,-1-1 1 0 0,1 1 0 0 0,0-1 0 0 0,-1 0-1 0 0,1 1 1 0 0,-1-1 0 0 0,0 1 0 0 0,1-1-1 0 0,-1 1 1 0 0,1 0 0 0 0,-1-1-1 0 0,0 1 1 0 0,1 0 0 0 0,-1 1-8 0 0,0-1 0 0 0,0 1 0 0 0,0-1 0 0 0,0 1 0 0 0,0-1 1 0 0,0 1-1 0 0,-1-1 0 0 0,1 1 0 0 0,-1-1 0 0 0,1 1 0 0 0,-1-1 0 0 0,1 1 0 0 0,-2 1 0 0 0,-32 46-92 0 0,29-44 129 0 0,-337 381 1444 0 0,321-356-1025 0 0,21-30-463 0 0,0 0-1 0 0,0 0 1 0 0,0 1 0 0 0,0-1 0 0 0,0 0 0 0 0,-1 0 0 0 0,1 1 0 0 0,0-1-1 0 0,0 0 1 0 0,0 1 0 0 0,0-1 0 0 0,0 0 0 0 0,0 0 0 0 0,0 1 0 0 0,0-1-1 0 0,0 0 1 0 0,0 0 0 0 0,0 1 0 0 0,0-1 0 0 0,0 0 0 0 0,0 0 0 0 0,1 1-1 0 0,-1-1 1 0 0,0 0 0 0 0,0 0 0 0 0,0 1 0 0 0,0-1 0 0 0,0 0 0 0 0,0 0-1 0 0,1 1 1 0 0,-1-1 0 0 0,0 0 0 0 0,0 0 0 0 0,0 0 0 0 0,1 0 0 0 0,-1 1-1 0 0,20-6-355 0 0,23-17-989 0 0,-2-2 0 0 0,42-32-1 0 0,24-14-134 0 0,-78 53 1216 0 0,25-16-70 0 0,1 3 0 0 0,90-35 0 0 0,-143 64 397 0 0,1 0-1 0 0,-1 0 1 0 0,0 0-1 0 0,0 1 0 0 0,1-1 1 0 0,-1 1-1 0 0,1 0 1 0 0,-1-1-1 0 0,0 1 0 0 0,1 0 1 0 0,-1 0-1 0 0,1 1 1 0 0,-1-1-1 0 0,0 1 0 0 0,1-1 1 0 0,-1 1-1 0 0,0-1 1 0 0,4 3-1 0 0,-5-2-14 0 0,0 0 1 0 0,0 0-1 0 0,0 1 1 0 0,0-1-1 0 0,0 0 0 0 0,0 1 1 0 0,-1-1-1 0 0,1 1 0 0 0,0-1 1 0 0,-1 1-1 0 0,0-1 1 0 0,1 1-1 0 0,-1-1 0 0 0,0 1 1 0 0,1-1-1 0 0,-1 1 0 0 0,0 0 1 0 0,0-1-1 0 0,0 1 1 0 0,0-1-1 0 0,-1 1 0 0 0,1-1 1 0 0,0 1-1 0 0,-1 0 0 0 0,1-1 1 0 0,-1 1-1 0 0,1-1 1 0 0,-2 3-1 0 0,-6 14 285 0 0,0 0 0 0 0,-1 0 0 0 0,-1-1 0 0 0,-23 31-1 0 0,-56 58 1053 0 0,39-52-923 0 0,-44 53 222 0 0,64-69-792 0 0</inkml:trace>
</inkml:ink>
</file>

<file path=ppt/ink/ink1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38.158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590 284 4609 0 0,'-28'-23'258'0'0,"17"15"-165"0"0,0 0 1 0 0,1-1-1 0 0,-15-17 0 0 0,22 22 59 0 0,0-1-1 0 0,0 1 1 0 0,0-1-1 0 0,0 0 1 0 0,1 0-1 0 0,0 0 1 0 0,0 0-1 0 0,0 0 1 0 0,1-1-1 0 0,0 1 1 0 0,0-1-1 0 0,0-7 1 0 0,0-18 427 0 0,0-24 128 0 0,0 52-537 0 0,1-1 0 0 0,-1 1 0 0 0,0 0 0 0 0,0 0 0 0 0,0-1 1 0 0,0 1-1 0 0,0 0 0 0 0,-1 0 0 0 0,1 0 0 0 0,-1 0 0 0 0,0 0 0 0 0,-4-4 1 0 0,6 6-141 0 0,-1 1-1 0 0,0-1 1 0 0,0 1 0 0 0,0-1 0 0 0,0 1 0 0 0,0-1 0 0 0,0 1 0 0 0,0 0 0 0 0,0-1 0 0 0,0 1 0 0 0,0 0-1 0 0,0 0 1 0 0,0 0 0 0 0,-1 0 0 0 0,1 0 0 0 0,0 0 0 0 0,0 0 0 0 0,0 0 0 0 0,0 0 0 0 0,0 0 0 0 0,0 1 0 0 0,0-1-1 0 0,0 0 1 0 0,0 1 0 0 0,0-1 0 0 0,0 1 0 0 0,0-1 0 0 0,0 1 0 0 0,0-1 0 0 0,0 1 0 0 0,1 0 0 0 0,-1-1-1 0 0,0 1 1 0 0,0 0 0 0 0,1 0 0 0 0,-2 1 0 0 0,-28 37-104 0 0,27-35 113 0 0,-90 142-369 0 0,-95 131-269 0 0,170-254 560 0 0,1 1 0 0 0,0 0 0 0 0,-13 30 0 0 0,26-47 88 0 0,1 0 0 0 0,0 0 1 0 0,0 0-1 0 0,0 1 0 0 0,1-1 0 0 0,1 1 0 0 0,-1-1 0 0 0,1 1 0 0 0,0 0 0 0 0,1-1 1 0 0,0 1-1 0 0,0 0 0 0 0,1-1 0 0 0,0 1 0 0 0,0 0 0 0 0,1-1 0 0 0,2 9 0 0 0,-2-12 3 0 0,-1 0-1 0 0,1 0 1 0 0,0-1-1 0 0,0 1 1 0 0,1 0-1 0 0,-1-1 1 0 0,1 0-1 0 0,0 0 0 0 0,0 1 1 0 0,0-1-1 0 0,0-1 1 0 0,0 1-1 0 0,1-1 1 0 0,-1 1-1 0 0,1-1 0 0 0,0 0 1 0 0,4 2-1 0 0,-1-2-2 0 0,0 0 0 0 0,0 0 1 0 0,0-1-1 0 0,0 0 0 0 0,0 0 0 0 0,0-1 0 0 0,0 1 0 0 0,0-2 0 0 0,10 0 0 0 0,7-4 73 0 0,0 0-1 0 0,-1-2 1 0 0,0 0-1 0 0,42-21 1 0 0,-36 14-147 0 0,-2-2-1 0 0,0 0 1 0 0,0-2 0 0 0,-2-1-1 0 0,0-1 1 0 0,-2-1-1 0 0,39-45 1 0 0,-51 53-40 0 0,0 0 0 0 0,-1-1 0 0 0,0-1 0 0 0,-1 1 1 0 0,-1-2-1 0 0,0 1 0 0 0,-2-1 0 0 0,1 0 0 0 0,-2-1 0 0 0,0 1 0 0 0,-1-1 0 0 0,-1 0 0 0 0,0 0 0 0 0,-2-1 0 0 0,0-31 0 0 0,-1 42 155 0 0,-1 0 0 0 0,0 1-1 0 0,-1-1 1 0 0,0 0-1 0 0,0 1 1 0 0,0-1 0 0 0,-1 1-1 0 0,-3-6 1 0 0,5 10-52 0 0,1 0 0 0 0,-1 1 0 0 0,0 0-1 0 0,0-1 1 0 0,-1 1 0 0 0,1 0 0 0 0,0-1 0 0 0,0 1 0 0 0,-1 0 0 0 0,1 0 0 0 0,0 0-1 0 0,-1 0 1 0 0,1 0 0 0 0,-1 1 0 0 0,0-1 0 0 0,1 0 0 0 0,-1 1 0 0 0,1-1-1 0 0,-1 1 1 0 0,0-1 0 0 0,0 1 0 0 0,1 0 0 0 0,-1 0 0 0 0,0 0 0 0 0,1 0-1 0 0,-1 0 1 0 0,0 0 0 0 0,0 0 0 0 0,1 0 0 0 0,-1 1 0 0 0,0-1 0 0 0,1 1 0 0 0,-1-1-1 0 0,0 1 1 0 0,-2 1 0 0 0,-8 5-180 0 0,0 1 0 0 0,1-1 0 0 0,0 2 1 0 0,0 0-1 0 0,1 0 0 0 0,0 1 0 0 0,1 0 0 0 0,0 0 0 0 0,-14 22 0 0 0,7-8-321 0 0,2 1 1 0 0,1 0-1 0 0,-18 49 0 0 0,16-24 345 0 0,2 1 0 0 0,3 0-1 0 0,1 1 1 0 0,3 0 0 0 0,2 0 0 0 0,3 0 0 0 0,6 63 0 0 0,-4-99 88 0 0,1 0 1 0 0,1 0 0 0 0,0 0-1 0 0,1 0 1 0 0,1 0 0 0 0,1-1 0 0 0,0 0-1 0 0,1 0 1 0 0,0-1 0 0 0,1 1 0 0 0,17 21-1 0 0,-17-26 54 0 0,1-1 0 0 0,0 0 0 0 0,0-1 0 0 0,0 0 0 0 0,1 0 0 0 0,0-1 1 0 0,1-1-1 0 0,0 1 0 0 0,0-2 0 0 0,0 1 0 0 0,1-2 0 0 0,-1 1 0 0 0,1-2 0 0 0,0 1 0 0 0,24 2 0 0 0,-17-5 153 0 0,1 0-1 0 0,0-1 1 0 0,0-1 0 0 0,0-1 0 0 0,-1-1-1 0 0,1-1 1 0 0,-1 0 0 0 0,0-2 0 0 0,0 0 0 0 0,0-1-1 0 0,28-16 1 0 0,-28 14-37 0 0,-1-2 0 0 0,0-1 0 0 0,-1 0 0 0 0,-1-1 1 0 0,0 0-1 0 0,0-2 0 0 0,-1 0 0 0 0,-1 0 0 0 0,-1-1 0 0 0,22-35 0 0 0,-27 35-206 0 0,-2 1 0 0 0,1-1-1 0 0,-2-1 1 0 0,0 1 0 0 0,-1-1 0 0 0,-1 0 0 0 0,0 0-1 0 0,-2 0 1 0 0,1 0 0 0 0,-4-35 0 0 0,1 32-45 0 0,-2 0 0 0 0,0 0-1 0 0,-1 0 1 0 0,-1 0 0 0 0,-1 1 0 0 0,-1 0 0 0 0,0 0 0 0 0,-21-35 0 0 0,25 48 79 0 0,-1 1-1 0 0,1 0 1 0 0,-1 1 0 0 0,-1-1 0 0 0,1 1 0 0 0,-1-1 0 0 0,1 1 0 0 0,-1 1 0 0 0,0-1 0 0 0,0 1 0 0 0,-1 0-1 0 0,1 0 1 0 0,-1 0 0 0 0,-8-2 0 0 0,4 2 48 0 0,1 1 0 0 0,-1 0-1 0 0,0 1 1 0 0,0 0 0 0 0,0 0 0 0 0,0 1-1 0 0,-1 1 1 0 0,-10 1 0 0 0,-10 4 25 0 0,1 2 1 0 0,0 0-1 0 0,0 2 1 0 0,-47 23 0 0 0,51-20-70 0 0,1 0 1 0 0,1 2-1 0 0,0 1 1 0 0,1 0 0 0 0,1 2-1 0 0,0 1 1 0 0,2 1-1 0 0,0 0 1 0 0,1 1 0 0 0,1 2-1 0 0,1-1 1 0 0,2 2-1 0 0,0 0 1 0 0,1 1 0 0 0,1 1-1 0 0,2 0 1 0 0,0 0-1 0 0,2 1 1 0 0,-9 42-1 0 0,17-61-50 0 0,0 1-1 0 0,0 0 0 0 0,1 0 0 0 0,0-1 0 0 0,0 1 0 0 0,1 0 0 0 0,1-1 0 0 0,-1 1 1 0 0,1-1-1 0 0,0 1 0 0 0,1-1 0 0 0,0 0 0 0 0,1 0 0 0 0,-1 0 0 0 0,7 9 0 0 0,-7-12 85 0 0,0-1 0 0 0,1 0-1 0 0,0 0 1 0 0,-1 0-1 0 0,1 0 1 0 0,0-1 0 0 0,1 1-1 0 0,-1-1 1 0 0,1 0-1 0 0,-1 0 1 0 0,1-1 0 0 0,0 1-1 0 0,0-1 1 0 0,0 0 0 0 0,0-1-1 0 0,1 1 1 0 0,-1-1-1 0 0,0 0 1 0 0,1 0 0 0 0,-1 0-1 0 0,1-1 1 0 0,-1 0-1 0 0,1 0 1 0 0,-1-1 0 0 0,6 0-1 0 0,5-3 490 0 0,-2 0 0 0 0,1 0 0 0 0,0-1 0 0 0,-1-1 0 0 0,0-1 0 0 0,26-16 0 0 0,-12 5 52 0 0,0-3 0 0 0,26-24-1 0 0,-42 34-629 0 0,0-1 0 0 0,0 0-1 0 0,-2-1 1 0 0,1 0-1 0 0,-2-1 1 0 0,0 0-1 0 0,0 0 1 0 0,-2-1 0 0 0,1 0-1 0 0,-2-1 1 0 0,0 1-1 0 0,-1-1 1 0 0,-1 0 0 0 0,0-1-1 0 0,-1 1 1 0 0,-1 0-1 0 0,0-1 1 0 0,-1 0 0 0 0,-1 0-1 0 0,-1 1 1 0 0,0-1-1 0 0,-1 1 1 0 0,-5-17 0 0 0,6 28 22 0 0,0 1-1 0 0,0 0 1 0 0,-1 0 0 0 0,0 0 0 0 0,1 0 0 0 0,-2 0 0 0 0,1 0 0 0 0,0 1 0 0 0,-1-1 0 0 0,1 1 0 0 0,-1-1 0 0 0,0 1 0 0 0,0 0 0 0 0,0 0 0 0 0,-1 0 0 0 0,1 1 0 0 0,-1-1 0 0 0,0 1-1 0 0,1 0 1 0 0,-1 0 0 0 0,0 0 0 0 0,0 0 0 0 0,-5-1 0 0 0,3 2 51 0 0,0 0 0 0 0,0 1 0 0 0,0 0 0 0 0,0 0-1 0 0,0 0 1 0 0,0 0 0 0 0,0 1 0 0 0,0 0 0 0 0,1 0 0 0 0,-1 1 0 0 0,0 0 0 0 0,0 0-1 0 0,1 0 1 0 0,-1 0 0 0 0,1 1 0 0 0,-7 4 0 0 0,-5 5-9 0 0,0 1-1 0 0,1 1 1 0 0,0 0 0 0 0,1 1-1 0 0,1 0 1 0 0,0 2-1 0 0,-15 22 1 0 0,4 1-80 0 0,1 1-1 0 0,-22 51 0 0 0,38-74 20 0 0,1 0 0 0 0,1 1-1 0 0,0-1 1 0 0,-4 26-1 0 0,9-38 54 0 0,1-1-1 0 0,-1 1 1 0 0,1 0-1 0 0,0-1 1 0 0,1 1-1 0 0,0 0 1 0 0,-1-1-1 0 0,4 10 1 0 0,-3-12 21 0 0,0 0 0 0 0,1 0-1 0 0,-1-1 1 0 0,1 1 0 0 0,-1-1 0 0 0,1 1 0 0 0,0-1 0 0 0,0 0 0 0 0,0 0-1 0 0,0 1 1 0 0,0-1 0 0 0,0-1 0 0 0,1 1 0 0 0,-1 0 0 0 0,1-1 0 0 0,-1 1-1 0 0,6 1 1 0 0,-4-1 51 0 0,1-1 0 0 0,0 0 0 0 0,-1 0-1 0 0,1-1 1 0 0,0 1 0 0 0,0-1 0 0 0,0 0-1 0 0,-1-1 1 0 0,1 1 0 0 0,0-1 0 0 0,0 0 0 0 0,-1 0-1 0 0,1 0 1 0 0,0 0 0 0 0,5-4 0 0 0,10-4 310 0 0,0 0 1 0 0,19-14-1 0 0,-27 16-247 0 0,31-18 441 0 0,-1-2 0 0 0,-1-2 0 0 0,46-42 0 0 0,-76 60-534 0 0,0-1-1 0 0,0 0 0 0 0,-1-1 0 0 0,0-1 1 0 0,14-27-1 0 0,-19 32-79 0 0,-1-1 0 0 0,-1 1 0 0 0,0-1 0 0 0,0 0 0 0 0,-1 0-1 0 0,0 0 1 0 0,-1 0 0 0 0,0 0 0 0 0,0 0 0 0 0,-2-17 0 0 0,1 25 15 0 0,0-1 1 0 0,0 1-1 0 0,0 0 0 0 0,-1 0 1 0 0,1-1-1 0 0,0 1 1 0 0,-1 0-1 0 0,0 0 0 0 0,0 0 1 0 0,1 0-1 0 0,-1-1 0 0 0,0 1 1 0 0,0 0-1 0 0,-1 1 0 0 0,1-1 1 0 0,0 0-1 0 0,-1 0 0 0 0,1 0 1 0 0,-1 1-1 0 0,0-1 0 0 0,1 1 1 0 0,-1-1-1 0 0,0 1 1 0 0,0 0-1 0 0,0 0 0 0 0,0 0 1 0 0,0 0-1 0 0,0 0 0 0 0,0 0 1 0 0,0 0-1 0 0,0 1 0 0 0,-1-1 1 0 0,1 1-1 0 0,0 0 0 0 0,0-1 1 0 0,-1 1-1 0 0,1 0 0 0 0,0 0 1 0 0,-1 0-1 0 0,1 1 1 0 0,0-1-1 0 0,0 1 0 0 0,-4 0 1 0 0,-9 3-46 0 0,1 1 0 0 0,-1 0 1 0 0,1 1-1 0 0,1 1 0 0 0,-15 9 0 0 0,2-2 91 0 0,0 2-1 0 0,1 0 0 0 0,1 2 1 0 0,1 1-1 0 0,0 1 0 0 0,2 1 1 0 0,-25 29-1 0 0,45-50 15 0 0,1 1-1 0 0,-1 0 1 0 0,0 0-1 0 0,0 0 1 0 0,1 0 0 0 0,-1 0-1 0 0,0 0 1 0 0,1 0-1 0 0,-1 0 1 0 0,1 0 0 0 0,-1 0-1 0 0,1 0 1 0 0,0 0-1 0 0,-1 0 1 0 0,1 0 0 0 0,0 0-1 0 0,0 0 1 0 0,0 1-1 0 0,0-1 1 0 0,0 0-1 0 0,0 0 1 0 0,0 0 0 0 0,0 0-1 0 0,0 0 1 0 0,0 1-1 0 0,1-1 1 0 0,-1 0 0 0 0,0 0-1 0 0,1 0 1 0 0,-1 0-1 0 0,1 0 1 0 0,0 0 0 0 0,-1 0-1 0 0,1 0 1 0 0,0 0-1 0 0,-1 0 1 0 0,1 0 0 0 0,0-1-1 0 0,0 1 1 0 0,0 0-1 0 0,1 1 1 0 0</inkml:trace>
</inkml:ink>
</file>

<file path=ppt/ink/ink1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43.3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30 135 920 0 0,'0'-14'1362'0'0,"-1"0"0"0"0,-5-27 0 0 0,3 29 1124 0 0,-1 0-1 0 0,0 0 0 0 0,-8-17 0 0 0,24 45 2142 0 0,12 18-4173 0 0,-5 15 36 0 0,-2 2-1 0 0,-2 0 1 0 0,-3 0 0 0 0,7 68-1 0 0,18 70-386 0 0,-30-159-205 0 0,3 0-1 0 0,0-1 1 0 0,2 0 0 0 0,18 32-1 0 0,-22-47-789 0 0,-3 0-263 0 0</inkml:trace>
</inkml:ink>
</file>

<file path=ppt/ink/ink1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43.5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25 208 5985 0 0,'-1'-1'266'0'0,"-1"0"0"0"0,0 0 0 0 0,0-1 0 0 0,1 1 0 0 0,-1 0 0 0 0,1-1 0 0 0,-1 1-1 0 0,1-1 1 0 0,0 0 0 0 0,0 0 0 0 0,-1 1 0 0 0,1-1 0 0 0,0 0 0 0 0,1 0 0 0 0,-1 0 0 0 0,0 0 0 0 0,0 0-1 0 0,1 0 1 0 0,-1 0 0 0 0,1 0 0 0 0,0-3 0 0 0,0 2 1 0 0,0-1 0 0 0,1 1 0 0 0,0-1 1 0 0,-1 1-1 0 0,1-1 0 0 0,0 1 0 0 0,1-1 0 0 0,-1 1 0 0 0,1 0 0 0 0,0 0 1 0 0,2-5-1 0 0,5-3 44 0 0,0-1 0 0 0,1 1-1 0 0,0 1 1 0 0,1 0 0 0 0,11-9 0 0 0,-11 11-231 0 0,0 0-1 0 0,0 1 1 0 0,15-8-1 0 0,6 5-1227 0 0,-28 9 554 0 0,-1 1-1 0 0,1 0 0 0 0,-1 0 0 0 0,0 0 1 0 0,1 0-1 0 0,-1 1 0 0 0,7 1 0 0 0,3 3-4282 0 0</inkml:trace>
</inkml:ink>
</file>

<file path=ppt/ink/ink1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43.7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91 6449 0 0,'0'1'39'0'0,"0"0"-1"0"0,0 0 1 0 0,0-1-1 0 0,0 1 0 0 0,0 0 1 0 0,0 0-1 0 0,0 0 1 0 0,0 0-1 0 0,0 0 0 0 0,0 0 1 0 0,0 0-1 0 0,0 0 1 0 0,1-1-1 0 0,-1 1 0 0 0,0 0 1 0 0,1 0-1 0 0,-1 0 1 0 0,1-1-1 0 0,-1 1 0 0 0,1 0 1 0 0,-1 0-1 0 0,1-1 1 0 0,0 1-1 0 0,-1 0 0 0 0,1-1 1 0 0,0 1-1 0 0,-1-1 1 0 0,1 1-1 0 0,0-1 0 0 0,0 1 1 0 0,-1-1-1 0 0,1 0 1 0 0,1 1-1 0 0,1-1 244 0 0,1 0 0 0 0,-1 0 0 0 0,1 0 0 0 0,-1-1 0 0 0,0 0 0 0 0,0 1 0 0 0,6-3 0 0 0,0 0 99 0 0,11-4 303 0 0,0-1 1 0 0,0 0 0 0 0,35-23 0 0 0,-32 18-828 0 0,0 0 0 0 0,25-9-1 0 0,-27 16 134 0 0</inkml:trace>
</inkml:ink>
</file>

<file path=ppt/ink/ink1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44.0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41 10138 0 0,'0'-2'246'0'0,"0"1"1"0"0,1 0-1 0 0,-1 0 0 0 0,0 0 1 0 0,1-1-1 0 0,-1 1 0 0 0,1 0 1 0 0,-1 0-1 0 0,1 0 0 0 0,0 0 1 0 0,-1 0-1 0 0,1 0 0 0 0,0 0 1 0 0,1-2-1 0 0,21-12-541 0 0,-22 14 131 0 0,0 0 0 0 0,0 1 1 0 0,1-1-1 0 0,-1 0 1 0 0,1 1-1 0 0,-1-1 1 0 0,0 1-1 0 0,1-1 0 0 0,-1 1 1 0 0,1 0-1 0 0,-1 0 1 0 0,1 0-1 0 0,-1 0 1 0 0,1 0-1 0 0,-1 0 0 0 0,1 0 1 0 0,-1 0-1 0 0,1 0 1 0 0,-1 1-1 0 0,1-1 0 0 0,-1 1 1 0 0,0-1-1 0 0,1 1 1 0 0,-1-1-1 0 0,0 1 1 0 0,1 0-1 0 0,-1 0 0 0 0,0 0 1 0 0,0 0-1 0 0,0 0 1 0 0,2 1-1 0 0,0 3 151 0 0</inkml:trace>
</inkml:ink>
</file>

<file path=ppt/ink/ink1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44.1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10 3225 0 0,'0'1'71'0'0,"-1"-1"1"0"0,1 1-1 0 0,0-1 0 0 0,0 1 1 0 0,-1-1-1 0 0,1 1 1 0 0,0-1-1 0 0,0 1 1 0 0,0-1-1 0 0,0 1 1 0 0,-1-1-1 0 0,1 1 1 0 0,0 0-1 0 0,0-1 0 0 0,0 1 1 0 0,0-1-1 0 0,1 1 1 0 0,-1-1-1 0 0,0 1 1 0 0,0-1-1 0 0,0 1 1 0 0,0-1-1 0 0,0 1 1 0 0,1-1-1 0 0,-1 1 0 0 0,0-1 1 0 0,0 1-1 0 0,1-1 1 0 0,-1 1-1 0 0,0-1 1 0 0,1 1-1 0 0,-1-1 1 0 0,1 0-1 0 0,0 1 0 0 0,1 0 143 0 0,-1-1-1 0 0,1 1 0 0 0,0-1 0 0 0,0 1 0 0 0,-1-1 0 0 0,1 0 0 0 0,0 0 0 0 0,0 0 0 0 0,0 0 0 0 0,-1 0 0 0 0,4-1 0 0 0,56-16 2295 0 0,-51 13-2953 0 0,19-3 334 0 0,-16 6 111 0 0</inkml:trace>
</inkml:ink>
</file>

<file path=ppt/ink/ink1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44.8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312 345 9674 0 0,'-1'-2'124'0'0,"0"-1"-1"0"0,0 1 1 0 0,-1 0-1 0 0,1 0 1 0 0,-1 0-1 0 0,1 0 1 0 0,-1 0 0 0 0,0 0-1 0 0,1 0 1 0 0,-1 0-1 0 0,0 1 1 0 0,0-1-1 0 0,0 1 1 0 0,-1-1 0 0 0,1 1-1 0 0,0 0 1 0 0,0 0-1 0 0,-1 0 1 0 0,1 0-1 0 0,-3 0 1 0 0,0 0 96 0 0,0 0 0 0 0,0 1 0 0 0,0 0 0 0 0,0 0 0 0 0,0 0 0 0 0,0 0 0 0 0,1 1 0 0 0,-1 0 0 0 0,-9 3 0 0 0,2 0 51 0 0,0 1 0 0 0,1 0-1 0 0,0 0 1 0 0,0 1-1 0 0,0 1 1 0 0,1 0 0 0 0,-17 15-1 0 0,15-10-219 0 0,0 2 0 0 0,1-1 0 0 0,0 2 1 0 0,1-1-1 0 0,1 1 0 0 0,1 1 0 0 0,-8 16 0 0 0,13-25-52 0 0,0 0 0 0 0,0 0 0 0 0,1 0 0 0 0,0 1-1 0 0,0-1 1 0 0,1 0 0 0 0,0 1 0 0 0,0 0 0 0 0,1-1 0 0 0,0 1 0 0 0,0-1 0 0 0,1 1 0 0 0,0-1 0 0 0,0 1 0 0 0,0-1 0 0 0,1 0-1 0 0,0 1 1 0 0,7 13 0 0 0,-7-18-25 0 0,-1 0 0 0 0,1 0 0 0 0,1 0 0 0 0,-1 0-1 0 0,0 0 1 0 0,1-1 0 0 0,-1 1 0 0 0,1-1 0 0 0,0 1 0 0 0,-1-1-1 0 0,1 0 1 0 0,1 0 0 0 0,-1 0 0 0 0,0 0 0 0 0,0-1-1 0 0,1 1 1 0 0,-1-1 0 0 0,0 0 0 0 0,1 0 0 0 0,0 0 0 0 0,-1-1-1 0 0,1 1 1 0 0,-1-1 0 0 0,1 0 0 0 0,0 0 0 0 0,-1 0 0 0 0,1 0-1 0 0,0-1 1 0 0,-1 1 0 0 0,1-1 0 0 0,-1 0 0 0 0,1 0-1 0 0,-1 0 1 0 0,0-1 0 0 0,1 1 0 0 0,4-4 0 0 0,3-1-185 0 0,1-1 0 0 0,-1 0-1 0 0,-1-1 1 0 0,1-1 0 0 0,-1 1 0 0 0,-1-1 0 0 0,0-1 0 0 0,14-18 0 0 0,-12 13 135 0 0,-1-1 0 0 0,-1 1 0 0 0,-1-1 0 0 0,0-1 0 0 0,-1 0 0 0 0,-1 0 0 0 0,0 0 0 0 0,3-24 0 0 0,-6 21 460 0 0,-1 0-1 0 0,-1 0 1 0 0,-1 0-1 0 0,0 0 1 0 0,-2 0-1 0 0,0 0 1 0 0,-7-27-1 0 0,-4-7 599 0 0,-26-135 2823 0 0,50 265-2863 0 0,30 109 0 0 0,-30-148-965 0 0,1-1-1 0 0,2 0 1 0 0,1 0 0 0 0,2-1-1 0 0,25 38 1 0 0,-35-64-76 0 0,0 0 0 0 0,0 0-1 0 0,15 14 1 0 0,-17-19-479 0 0,-1-1 1 0 0,1 1-1 0 0,0-1 0 0 0,0 0 0 0 0,8 3 0 0 0</inkml:trace>
</inkml:ink>
</file>

<file path=ppt/ink/ink1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44.9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8754 0 0,'0'0'399'0'0,"7"24"2796"0"0,-2-8-1998 0 0,38 107 6034 0 0,-24-84-8500 0 0,2-3-3587 0 0</inkml:trace>
</inkml:ink>
</file>

<file path=ppt/ink/ink1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45.1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21 105 6913 0 0,'-8'-31'501'0'0,"5"23"433"0"0,0 0-1 0 0,1 0 1 0 0,1 0-1 0 0,-1 0 0 0 0,1 0 1 0 0,0-11-1 0 0,1 19-905 0 0,0-1 0 0 0,0 1 0 0 0,0 0 0 0 0,0 0 0 0 0,0 0-1 0 0,0-1 1 0 0,0 1 0 0 0,0 0 0 0 0,0 0 0 0 0,0 0 0 0 0,0-1 0 0 0,0 1-1 0 0,0 0 1 0 0,0 0 0 0 0,0-1 0 0 0,0 1 0 0 0,0 0 0 0 0,1 0 0 0 0,-1 0 0 0 0,0 0-1 0 0,0-1 1 0 0,0 1 0 0 0,0 0 0 0 0,0 0 0 0 0,0 0 0 0 0,1-1 0 0 0,-1 1-1 0 0,0 0 1 0 0,0 0 0 0 0,0 0 0 0 0,0 0 0 0 0,1 0 0 0 0,-1 0 0 0 0,0 0-1 0 0,0-1 1 0 0,0 1 0 0 0,1 0 0 0 0,-1 0 0 0 0,0 0 0 0 0,0 0 0 0 0,0 0-1 0 0,1 0 1 0 0,-1 0 0 0 0,0 0 0 0 0,0 0 0 0 0,0 0 0 0 0,1 0 0 0 0,-1 0-1 0 0,1 0 1 0 0,10 11-585 0 0,7 17-3069 0 0,-11-11 1451 0 0,1 1-23 0 0</inkml:trace>
</inkml:ink>
</file>

<file path=ppt/ink/ink1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45.4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 6913 0 0,'-1'1'237'0'0,"0"1"-1"0"0,0 0 0 0 0,0 0 0 0 0,0 0 1 0 0,1 0-1 0 0,-1 0 0 0 0,1 0 0 0 0,-1 0 1 0 0,1 0-1 0 0,0 0 0 0 0,-1 1 0 0 0,1-1 1 0 0,1 3-1 0 0,2 34 1668 0 0,-3-33-1618 0 0,1 2-95 0 0,0-1 0 0 0,0 1 0 0 0,1 0 0 0 0,0-1 0 0 0,1 1 0 0 0,-1-1 0 0 0,1 0 0 0 0,1 0 1 0 0,0 0-1 0 0,-1 0 0 0 0,2-1 0 0 0,-1 1 0 0 0,6 5 0 0 0,-5-7-88 0 0,0-1-1 0 0,0 0 1 0 0,0 0-1 0 0,0 0 1 0 0,1-1-1 0 0,-1 0 1 0 0,1 0-1 0 0,0 0 1 0 0,0-1-1 0 0,0 0 1 0 0,0 0-1 0 0,1 0 1 0 0,-1-1-1 0 0,0 0 1 0 0,1 0-1 0 0,7-1 1 0 0,-3 0 149 0 0,-1 0 0 0 0,0-1 0 0 0,1-1 1 0 0,-1 1-1 0 0,0-2 0 0 0,0 1 0 0 0,0-2 0 0 0,-1 1 0 0 0,14-7 0 0 0,-21 8-195 0 0,0 1 1 0 0,1 0-1 0 0,-1 0 0 0 0,0-1 0 0 0,1 1 0 0 0,-1-1 0 0 0,0 1 0 0 0,0-1 0 0 0,0 0 0 0 0,-1 0 1 0 0,1 0-1 0 0,0 0 0 0 0,-1 0 0 0 0,1-1 0 0 0,-1 1 0 0 0,0 0 0 0 0,0-1 0 0 0,0 1 0 0 0,0-1 0 0 0,0 1 1 0 0,0-1-1 0 0,-1 1 0 0 0,1-1 0 0 0,-1 0 0 0 0,0 1 0 0 0,0-1 0 0 0,0 0 0 0 0,0 1 0 0 0,0-1 0 0 0,0 0 1 0 0,-1 1-1 0 0,1-1 0 0 0,-1 1 0 0 0,0-1 0 0 0,0 1 0 0 0,0-1 0 0 0,0 1 0 0 0,0-1 0 0 0,0 1 0 0 0,-1 0 1 0 0,-1-3-1 0 0,-2-1-31 0 0,0 0 1 0 0,-1 0 0 0 0,1 0 0 0 0,-1 0-1 0 0,0 1 1 0 0,-1 0 0 0 0,1 0 0 0 0,-11-5-1 0 0,13 7-122 0 0,0 1 1 0 0,0 0-1 0 0,-1 0 0 0 0,1 0 1 0 0,0 0-1 0 0,-1 1 0 0 0,1 0 0 0 0,-1 0 1 0 0,1 0-1 0 0,-1 0 0 0 0,0 1 0 0 0,1 0 1 0 0,-1 0-1 0 0,0 0 0 0 0,1 0 0 0 0,-6 2 1 0 0,9-2-126 0 0,0 0 1 0 0,0 1 0 0 0,0-1-1 0 0,0 1 1 0 0,0-1-1 0 0,0 1 1 0 0,0 0 0 0 0,1-1-1 0 0,-1 1 1 0 0,0 0 0 0 0,0-1-1 0 0,0 1 1 0 0,1 0-1 0 0,-1 0 1 0 0,0 0 0 0 0,1 0-1 0 0,-1 0 1 0 0,1 0-1 0 0,-1 1 1 0 0,-2 7-1411 0 0</inkml:trace>
</inkml:ink>
</file>

<file path=ppt/ink/ink1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45.9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179 321 2304 0 0,'-1'-2'321'0'0,"0"-1"-1"0"0,0 1 0 0 0,0-1 0 0 0,-1 1 1 0 0,0-1-1 0 0,1 1 0 0 0,-1 0 0 0 0,0 0 0 0 0,0 0 1 0 0,0 0-1 0 0,0 0 0 0 0,0 0 0 0 0,-1 1 0 0 0,1-1 1 0 0,0 1-1 0 0,-1-1 0 0 0,1 1 0 0 0,-1 0 1 0 0,0 0-1 0 0,1 0 0 0 0,-1 0 0 0 0,0 0 0 0 0,-4 0 1 0 0,3 0 49 0 0,0 1 1 0 0,0-1-1 0 0,0 1 1 0 0,0 0 0 0 0,-1 0-1 0 0,1 0 1 0 0,0 0 0 0 0,0 1-1 0 0,0 0 1 0 0,0-1-1 0 0,0 2 1 0 0,0-1 0 0 0,0 0-1 0 0,1 1 1 0 0,-8 3-1 0 0,6 0-212 0 0,0 0 0 0 0,1 0 0 0 0,-1 0 0 0 0,1 0 0 0 0,0 1 1 0 0,1 0-1 0 0,-1-1 0 0 0,1 2 0 0 0,0-1 0 0 0,0 0 0 0 0,1 0 0 0 0,0 1 0 0 0,0 0 0 0 0,1-1 0 0 0,0 1 0 0 0,0 0 0 0 0,0-1 0 0 0,1 1 0 0 0,0 11 0 0 0,0-12-123 0 0,1 1 1 0 0,-1-1-1 0 0,1 1 1 0 0,1-1-1 0 0,-1 1 1 0 0,1-1-1 0 0,0 0 1 0 0,0 1-1 0 0,1-1 1 0 0,0 0-1 0 0,0-1 1 0 0,0 1-1 0 0,1 0 1 0 0,-1-1-1 0 0,2 0 1 0 0,-1 0 0 0 0,0 0-1 0 0,1 0 1 0 0,0-1-1 0 0,8 6 1 0 0,-10-8-106 0 0,0-1 0 0 0,-1 1 0 0 0,2-1 0 0 0,-1 1 0 0 0,0-1 0 0 0,0 0 0 0 0,0 0 0 0 0,0-1 0 0 0,1 1 0 0 0,-1-1 0 0 0,0 0 0 0 0,1 1 0 0 0,-1-1 0 0 0,0-1 0 0 0,1 1 0 0 0,-1 0 0 0 0,0-1 0 0 0,1 0 0 0 0,-1 0 0 0 0,0 0 0 0 0,0 0 0 0 0,0 0 0 0 0,0 0 0 0 0,0-1 0 0 0,0 0 0 0 0,0 0 0 0 0,0 1 0 0 0,-1-2 0 0 0,1 1 0 0 0,-1 0 0 0 0,1 0 0 0 0,3-6 0 0 0,-1 2-70 0 0,0-1 1 0 0,0 0-1 0 0,-1 0 0 0 0,0-1 0 0 0,0 1 0 0 0,-1-1 0 0 0,0 0 0 0 0,0 0 1 0 0,-1 0-1 0 0,0 0 0 0 0,2-17 0 0 0,-4-5 117 0 0,-1 1-1 0 0,-2 0 1 0 0,-11-51-1 0 0,9 55 321 0 0,0-1 0 0 0,2 0 0 0 0,1 1 0 0 0,1-1-1 0 0,2-34 1 0 0,0 51-49 0 0,-1 5-37 0 0,1 0 0 0 0,-1-1 0 0 0,0 1 0 0 0,1 0 0 0 0,0 0-1 0 0,0 0 1 0 0,0-1 0 0 0,1 1 0 0 0,0 1 0 0 0,-1-1 0 0 0,1 0 0 0 0,3-4 0 0 0,-4 9-95 0 0,1 0 0 0 0,-1 0 0 0 0,1 1 1 0 0,-1-1-1 0 0,0 0 0 0 0,0 0 0 0 0,0 1 0 0 0,0-1 0 0 0,0 1 0 0 0,0-1 1 0 0,0 1-1 0 0,0-1 0 0 0,-1 1 0 0 0,2 2 0 0 0,-1-1-6 0 0,11 25 33 0 0,-1 1-1 0 0,-1 0 0 0 0,-2 0 0 0 0,0 1 0 0 0,2 32 0 0 0,-2-17 59 0 0,16 50-1 0 0,-16-71-929 0 0,1-2 0 0 0,23 42 0 0 0,-17-40-6982 0 0</inkml:trace>
</inkml:ink>
</file>

<file path=ppt/ink/ink1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46.2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0 373 8290 0 0,'11'-9'676'0'0,"0"0"1"0"0,-1-1 0 0 0,0 0-1 0 0,-1-1 1 0 0,0 0 0 0 0,-1 0-1 0 0,0-1 1 0 0,0 0 0 0 0,-2-1-1 0 0,1 1 1 0 0,7-23 0 0 0,-9 18-323 0 0,-1 1 0 0 0,0-1 0 0 0,-1 0 0 0 0,-1 0 0 0 0,0 0 0 0 0,-1-1 0 0 0,-1 1 1 0 0,-1 0-1 0 0,-4-22 0 0 0,5 37-312 0 0,0 0 0 0 0,0 1 1 0 0,0-1-1 0 0,-1 1 0 0 0,1-1 0 0 0,-1 1 0 0 0,1-1 0 0 0,-1 1 1 0 0,0-1-1 0 0,1 1 0 0 0,-1-1 0 0 0,0 1 0 0 0,0 0 1 0 0,0 0-1 0 0,-2-3 0 0 0,-5 7 434 0 0,1 13-149 0 0,5-2-248 0 0,0-1 1 0 0,1 1 0 0 0,0 0 0 0 0,1-1-1 0 0,0 1 1 0 0,1 0 0 0 0,1-1-1 0 0,0 1 1 0 0,1-1 0 0 0,0 1 0 0 0,9 22-1 0 0,-9-28-124 0 0,1 0 0 0 0,0 0 0 0 0,0 0-1 0 0,0-1 1 0 0,1 1 0 0 0,0-1 0 0 0,1 0 0 0 0,0-1-1 0 0,0 1 1 0 0,0-1 0 0 0,1 0 0 0 0,0-1-1 0 0,0 1 1 0 0,0-1 0 0 0,0-1 0 0 0,1 1-1 0 0,0-1 1 0 0,0-1 0 0 0,11 4 0 0 0,3-2-896 0 0</inkml:trace>
</inkml:ink>
</file>

<file path=ppt/ink/ink1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46.8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142 18 4609 0 0,'0'0'186'0'0,"0"-1"0"0"0,0 0-1 0 0,0 1 1 0 0,0-1 0 0 0,0 0 0 0 0,0 1 0 0 0,0-1 0 0 0,0 0-1 0 0,0 1 1 0 0,-1-1 0 0 0,1 1 0 0 0,0-1 0 0 0,0 0 0 0 0,0 1-1 0 0,-1-1 1 0 0,1 1 0 0 0,0-1 0 0 0,-1 0 0 0 0,1 1-1 0 0,-1-1 1 0 0,1 1 0 0 0,0 0 0 0 0,-1-1 0 0 0,1 1 0 0 0,-1-1-1 0 0,1 1 1 0 0,-1 0 0 0 0,1-1 0 0 0,-1 1 0 0 0,0 0 0 0 0,1-1-1 0 0,-2 1 1 0 0,0 0 142 0 0,1 0-1 0 0,-1 0 0 0 0,0 0 1 0 0,0 0-1 0 0,0 0 1 0 0,1 1-1 0 0,-1-1 1 0 0,0 1-1 0 0,0-1 1 0 0,1 1-1 0 0,-3 1 0 0 0,-39 27 2277 0 0,36-23-2535 0 0,2 0 0 0 0,-1 0-1 0 0,1 0 1 0 0,0 1 0 0 0,0-1 0 0 0,0 1-1 0 0,1 1 1 0 0,1-1 0 0 0,-1 1-1 0 0,1-1 1 0 0,0 1 0 0 0,1 0 0 0 0,-1 0-1 0 0,2 0 1 0 0,-1 0 0 0 0,1 0-1 0 0,0 1 1 0 0,1-1 0 0 0,0 0-1 0 0,1 0 1 0 0,-1 1 0 0 0,1-1 0 0 0,1 0-1 0 0,0 0 1 0 0,0 0 0 0 0,5 12-1 0 0,-4-13-214 0 0,0 0 1 0 0,0 1-1 0 0,1-1 0 0 0,0-1 0 0 0,1 1 0 0 0,-1 0 0 0 0,1-1 0 0 0,1 0 0 0 0,-1 0 1 0 0,1-1-1 0 0,0 0 0 0 0,0 0 0 0 0,1 0 0 0 0,-1 0 0 0 0,1-1 0 0 0,0 0 0 0 0,1-1 0 0 0,-1 1 1 0 0,0-2-1 0 0,1 1 0 0 0,0-1 0 0 0,-1 0 0 0 0,1 0 0 0 0,0-1 0 0 0,0 0 0 0 0,0-1 0 0 0,11 0 1 0 0,6-2-5410 0 0</inkml:trace>
</inkml:ink>
</file>

<file path=ppt/ink/ink1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47.3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3 920 0 0,'1'-2'20728'0'0,"7"5"-17368"0"0,6 5-6865 0 0,-6-1 5344 0 0,3 11-1808 0 0,0-1 1 0 0,-1 1-1 0 0,-1 1 0 0 0,0-1 0 0 0,7 28 0 0 0,19 39 5 0 0,-34-83-36 0 0,0 0 0 0 0,0 0 0 0 0,0 0 0 0 0,0-1 0 0 0,0 1 0 0 0,0 0 0 0 0,1-1 0 0 0,-1 1 0 0 0,0-1 0 0 0,1 1 0 0 0,0-1 0 0 0,-1 0 0 0 0,1 1 1 0 0,0-1-1 0 0,-1 0 0 0 0,1 0 0 0 0,0 0 0 0 0,0-1 0 0 0,0 1 0 0 0,0 0 0 0 0,0-1 0 0 0,0 1 0 0 0,0-1 0 0 0,0 0 0 0 0,0 1 0 0 0,0-1 0 0 0,0 0 0 0 0,0 0 0 0 0,0-1 0 0 0,1 1 0 0 0,-1 0 0 0 0,0-1 0 0 0,3 0 0 0 0,29-1-1033 0 0,-27 3 673 0 0</inkml:trace>
</inkml:ink>
</file>

<file path=ppt/ink/ink1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47.9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0 346 6913 0 0,'14'-14'534'0'0,"-1"-1"-1"0"0,0 0 1 0 0,-1-1-1 0 0,-1 0 1 0 0,-1-1-1 0 0,14-29 1 0 0,-19 34-630 0 0,0 0 0 0 0,-1-1 0 0 0,-1 0 0 0 0,0 1 0 0 0,-1-1 0 0 0,0 0 0 0 0,0-1 0 0 0,-2 1 1 0 0,0 0-1 0 0,-3-26 0 0 0,3 33 142 0 0,-4-19 208 0 0,-1 17 3436 0 0,9 39 2120 0 0,-3-26-5075 0 0,47 172 4732 0 0,-44-160-5333 0 0,0 1 1 0 0,1-1 0 0 0,8 20-1 0 0,9 3-1459 0 0,9-6-5506 0 0</inkml:trace>
</inkml:ink>
</file>

<file path=ppt/ink/ink1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48.3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1 134 4145 0 0,'10'-1'693'0'0,"0"0"0"0"0,1 0 0 0 0,-1 1 0 0 0,0 1 0 0 0,1 0 0 0 0,-1 0 0 0 0,0 1 1 0 0,0 0-1 0 0,0 1 0 0 0,0 0 0 0 0,-1 1 0 0 0,11 5 0 0 0,-14-7-418 0 0,1 1 0 0 0,-1 1 0 0 0,0-1 0 0 0,-1 1 0 0 0,1 0 0 0 0,-1 0 0 0 0,1 1 0 0 0,-1 0 0 0 0,-1 0 0 0 0,1 0 0 0 0,-1 0 0 0 0,0 1 0 0 0,0-1 0 0 0,0 1 0 0 0,-1 0 0 0 0,0 0 0 0 0,0 1 0 0 0,4 11 0 0 0,-14-72 4060 0 0,9-10-3448 0 0,-1 52-959 0 0,1 1 1 0 0,0-1-1 0 0,1 1 1 0 0,1-1-1 0 0,-1 1 0 0 0,2 0 1 0 0,0 0-1 0 0,0 1 1 0 0,10-16-1 0 0,-4 11-313 0 0</inkml:trace>
</inkml:ink>
</file>

<file path=ppt/ink/ink1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48.8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0 142 9218 0 0,'3'-2'247'0'0,"0"0"-1"0"0,0 1 1 0 0,0-1-1 0 0,0 1 1 0 0,0-1-1 0 0,1 1 1 0 0,-1 0 0 0 0,0 0-1 0 0,0 0 1 0 0,1 1-1 0 0,5-1 1 0 0,40 1 4336 0 0,-45 1-4422 0 0,-1 0 0 0 0,1 1 0 0 0,0-1 0 0 0,0 1 0 0 0,-1-1 0 0 0,1 1 1 0 0,-1 0-1 0 0,0 0 0 0 0,1 1 0 0 0,-1-1 0 0 0,0 1 0 0 0,0-1 0 0 0,-1 1 0 0 0,1 0 1 0 0,0 0-1 0 0,-1 0 0 0 0,0 1 0 0 0,0-1 0 0 0,3 7 0 0 0,3 7-122 0 0,-1 0-1 0 0,-1 1 1 0 0,4 21 0 0 0,-6-23 99 0 0,1 0 0 0 0,9 22 0 0 0,-8-101 1804 0 0,-3 40-1749 0 0,1 0 1 0 0,1-1-1 0 0,1 2 1 0 0,14-36-1 0 0,-14 45-533 0 0,0 1 1 0 0,1 0-1 0 0,13-20 0 0 0,-14 26-704 0 0,-1-1 0 0 0,1 1 0 0 0,0 0 1 0 0,0 0-1 0 0,1 1 0 0 0,13-9 0 0 0,-4 6-5332 0 0</inkml:trace>
</inkml:ink>
</file>

<file path=ppt/ink/ink1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49.5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41 187 4985 0 0,'1'-7'586'0'0,"-1"1"0"0"0,0-1 0 0 0,-1 0-1 0 0,0 0 1 0 0,0 0 0 0 0,0 0 0 0 0,-1 1 0 0 0,0-1 0 0 0,-1 0-1 0 0,1 1 1 0 0,-1 0 0 0 0,0 0 0 0 0,-6-9 0 0 0,9 15-507 0 0,0 0-1 0 0,0-1 1 0 0,0 1 0 0 0,0 0-1 0 0,-1 0 1 0 0,1-1 0 0 0,0 1 0 0 0,0 0-1 0 0,0-1 1 0 0,0 1 0 0 0,-1 0 0 0 0,1 0-1 0 0,0 0 1 0 0,0-1 0 0 0,0 1-1 0 0,-1 0 1 0 0,1 0 0 0 0,0 0 0 0 0,0-1-1 0 0,-1 1 1 0 0,1 0 0 0 0,0 0 0 0 0,-1 0-1 0 0,1 0 1 0 0,0 0 0 0 0,0 0-1 0 0,-1 0 1 0 0,1 0 0 0 0,0 0 0 0 0,-1 0-1 0 0,1 0 1 0 0,0 0 0 0 0,-1 0 0 0 0,1 0-1 0 0,0 0 1 0 0,0 0 0 0 0,-1 0-1 0 0,-3 12 1085 0 0,3 18-751 0 0,2-22-471 0 0,0 0 0 0 0,0 0 1 0 0,1 0-1 0 0,0 0 0 0 0,0 0 0 0 0,0 0 0 0 0,1-1 1 0 0,1 1-1 0 0,7 13 0 0 0,-9-19 27 0 0,-1 0 0 0 0,1 0-1 0 0,0 0 1 0 0,-1 0 0 0 0,1 0 0 0 0,0-1 0 0 0,0 1-1 0 0,0-1 1 0 0,0 1 0 0 0,0-1 0 0 0,0 0 0 0 0,1 0 0 0 0,-1 0-1 0 0,0 0 1 0 0,1 0 0 0 0,-1-1 0 0 0,0 1 0 0 0,1-1 0 0 0,-1 1-1 0 0,1-1 1 0 0,-1 0 0 0 0,1 0 0 0 0,-1 0 0 0 0,1 0-1 0 0,-1-1 1 0 0,1 1 0 0 0,-1 0 0 0 0,0-1 0 0 0,1 0 0 0 0,-1 0-1 0 0,0 0 1 0 0,1 0 0 0 0,-1 0 0 0 0,0 0 0 0 0,0 0-1 0 0,0-1 1 0 0,2-1 0 0 0,9-7-76 0 0,-1 0 0 0 0,0-1 0 0 0,0-1-1 0 0,-1 0 1 0 0,-1-1 0 0 0,0 0 0 0 0,16-28 0 0 0,21-26 85 0 0,-44 63 40 0 0,16-18 91 0 0,-19 21-94 0 0,1 1 0 0 0,-1-1 0 0 0,1 0 0 0 0,0 1 0 0 0,-1-1 0 0 0,1 1 0 0 0,0-1 0 0 0,0 0 0 0 0,-1 1 0 0 0,1 0 0 0 0,0-1-1 0 0,0 1 1 0 0,0-1 0 0 0,0 1 0 0 0,0 0 0 0 0,-1 0 0 0 0,1 0 0 0 0,0-1 0 0 0,0 1 0 0 0,0 0 0 0 0,0 0 0 0 0,0 0 0 0 0,1 0 0 0 0,0 3 113 0 0,-1-1 0 0 0,1 1-1 0 0,-1-1 1 0 0,0 1 0 0 0,1 0 0 0 0,-1-1 0 0 0,-1 1 0 0 0,1 0 0 0 0,0 0-1 0 0,-1-1 1 0 0,1 5 0 0 0,3 9 521 0 0,-2-12-609 0 0,0 0 1 0 0,0 0 0 0 0,0 0 0 0 0,1-1-1 0 0,-1 1 1 0 0,1-1 0 0 0,0 0 0 0 0,0 0-1 0 0,0 0 1 0 0,1 0 0 0 0,-1 0-1 0 0,1 0 1 0 0,-1-1 0 0 0,7 3 0 0 0,-8-4-28 0 0,0 0 0 0 0,0 0 0 0 0,0-1 0 0 0,0 1 0 0 0,0-1 1 0 0,0 1-1 0 0,1-1 0 0 0,-1 0 0 0 0,0 0 0 0 0,0 0 1 0 0,0 0-1 0 0,0 0 0 0 0,0-1 0 0 0,0 1 0 0 0,1 0 0 0 0,-1-1 1 0 0,0 0-1 0 0,0 0 0 0 0,0 1 0 0 0,0-1 0 0 0,-1 0 1 0 0,1 0-1 0 0,0-1 0 0 0,0 1 0 0 0,-1 0 0 0 0,1-1 0 0 0,0 1 1 0 0,-1-1-1 0 0,1 1 0 0 0,-1-1 0 0 0,2-2 0 0 0,7-10 375 0 0,26-32 436 0 0,-33 43-784 0 0,-1 1 0 0 0,1-1 1 0 0,-1 1-1 0 0,1 0 0 0 0,0-1 0 0 0,0 1 1 0 0,0 1-1 0 0,0-1 0 0 0,1 0 0 0 0,-1 1 1 0 0,0 0-1 0 0,1-1 0 0 0,3 0 0 0 0,-6 2-14 0 0,1 1 0 0 0,0-1 0 0 0,-1 0 0 0 0,1 0 0 0 0,-1 1 0 0 0,1-1 0 0 0,-1 0 0 0 0,1 1 0 0 0,-1 0 0 0 0,1-1 0 0 0,-1 1 0 0 0,1 0 0 0 0,-1 0 0 0 0,0 0 0 0 0,1 0 0 0 0,-1 0 0 0 0,0 0-1 0 0,0 0 1 0 0,0 0 0 0 0,0 0 0 0 0,0 1 0 0 0,0-1 0 0 0,0 0 0 0 0,0 1 0 0 0,-1-1 0 0 0,1 1 0 0 0,0-1 0 0 0,-1 1 0 0 0,1 2 0 0 0,3 7 203 0 0,-1 1 0 0 0,0 0 0 0 0,1 11 0 0 0,-2-9-167 0 0,0-2-36 0 0,8 35 66 0 0,-9-45-89 0 0,-1 0 0 0 0,1-1 1 0 0,-1 1-1 0 0,1 0 0 0 0,0-1 0 0 0,-1 1 0 0 0,1-1 1 0 0,0 1-1 0 0,0-1 0 0 0,0 0 0 0 0,0 1 0 0 0,0-1 1 0 0,1 0-1 0 0,-1 0 0 0 0,0 0 0 0 0,1 1 1 0 0,-1-1-1 0 0,0-1 0 0 0,1 1 0 0 0,0 0 0 0 0,-1 0 1 0 0,3 0-1 0 0,-2-2-118 0 0,0 1 0 0 0,1-1 0 0 0,-1-1 1 0 0,0 1-1 0 0,0 0 0 0 0,0 0 0 0 0,0-1 0 0 0,0 1 1 0 0,0-1-1 0 0,0 0 0 0 0,0 0 0 0 0,-1 1 0 0 0,3-4 1 0 0,4-4-1777 0 0</inkml:trace>
</inkml:ink>
</file>

<file path=ppt/ink/ink1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49.8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 5985 0 0,'0'-1'192'0'0,"0"1"0"0"0,1-1 0 0 0,-1 0 0 0 0,0 0 0 0 0,1 1 0 0 0,-1-1 0 0 0,0 0 0 0 0,1 0 0 0 0,-1 1 0 0 0,1-1 0 0 0,-1 0 0 0 0,1 1 0 0 0,0-1 0 0 0,-1 1 0 0 0,1-1 0 0 0,0 1 0 0 0,-1-1 0 0 0,1 1 0 0 0,0-1 0 0 0,-1 1 0 0 0,1 0 0 0 0,0 0 0 0 0,0-1 0 0 0,0 1 0 0 0,-1 0 0 0 0,1 0 0 0 0,1-1 0 0 0,22 0 4660 0 0,-20 3-4532 0 0,0 0 0 0 0,0 0 0 0 0,0 0 0 0 0,-1 1 0 0 0,1 0 0 0 0,-1-1 0 0 0,0 1 0 0 0,0 0 1 0 0,0 1-1 0 0,0-1 0 0 0,0 0 0 0 0,-1 1 0 0 0,1 0 0 0 0,-1-1 0 0 0,0 1 0 0 0,0 0 0 0 0,2 7 0 0 0,3 8-17 0 0,0 0 0 0 0,4 27 1 0 0,0 19 120 0 0,4 120 0 0 0,-6-53-1610 0 0,-7-104 597 0 0,0 0-3 0 0</inkml:trace>
</inkml:ink>
</file>

<file path=ppt/ink/ink1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50.0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80 7370 0 0,'9'-1'320'0'0,"-3"-1"80"0"0,1 1-320 0 0,0-2-80 0 0,-2 2 0 0 0,1-1 0 0 0,0 0 520 0 0,10-4 88 0 0,7-2 24 0 0,7-4 0 0 0,3-1-1016 0 0,-1 2-192 0 0,0 2-48 0 0,-6 0-8 0 0</inkml:trace>
</inkml:ink>
</file>

<file path=ppt/ink/ink1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50.1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11058 0 0,'1'1'1081'0'0,"1"1"-961"0"0,-1-2-120 0 0,0 0 0 0 0,1 0 320 0 0,0 0 32 0 0,4 0 16 0 0,4 0 0 0 0,3 0-256 0 0</inkml:trace>
</inkml:ink>
</file>

<file path=ppt/ink/ink1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54.757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510 10 15667 0 0,'-2'-2'116'0'0,"0"1"-1"0"0,0 0 0 0 0,0 0 1 0 0,0 0-1 0 0,0 0 0 0 0,-1 1 1 0 0,1-1-1 0 0,0 0 0 0 0,-1 1 1 0 0,1 0-1 0 0,0-1 1 0 0,-1 1-1 0 0,1 0 0 0 0,0 0 1 0 0,-1 0-1 0 0,1 1 0 0 0,0-1 1 0 0,-1 1-1 0 0,1-1 0 0 0,0 1 1 0 0,0 0-1 0 0,-1 0 0 0 0,1-1 1 0 0,-3 3-1 0 0,-6 2-270 0 0,0 1 0 0 0,1 0 0 0 0,-16 11 0 0 0,6 0-177 0 0,1 0 1 0 0,1 1-1 0 0,1 1 1 0 0,0 0-1 0 0,1 2 1 0 0,-23 39-1 0 0,-64 146-1468 0 0,81-159 1518 0 0,10-20 166 0 0,-69 168-447 0 0,74-176 628 0 0,1 2 1 0 0,2-1-1 0 0,-1 1 1 0 0,2-1-1 0 0,1 1 0 0 0,1 0 1 0 0,2 39-1 0 0,0-54 13 0 0,-1-1-1 0 0,1 1 1 0 0,1-1-1 0 0,-1 1 1 0 0,1-1-1 0 0,0 1 1 0 0,0-1-1 0 0,1 0 1 0 0,0 0 0 0 0,-1 0-1 0 0,2 0 1 0 0,-1-1-1 0 0,1 1 1 0 0,-1-1-1 0 0,1 0 1 0 0,0 0-1 0 0,0 0 1 0 0,1 0-1 0 0,9 5 1 0 0,-7-5-22 0 0,0-1 1 0 0,0 0-1 0 0,0-1 1 0 0,1 1-1 0 0,0-2 1 0 0,-1 1-1 0 0,1-1 1 0 0,0 0 0 0 0,0 0-1 0 0,0-1 1 0 0,0 0-1 0 0,-1-1 1 0 0,17-2-1 0 0,4-3-143 0 0,0-2 0 0 0,0-1 0 0 0,-1-2 0 0 0,0 0 0 0 0,-1-2 0 0 0,0 0 0 0 0,-1-2 0 0 0,-1-1 0 0 0,0-1 0 0 0,-1-1 0 0 0,-1-1 0 0 0,0-1 0 0 0,-2-1 1 0 0,0-1-1 0 0,-2 0 0 0 0,0-1 0 0 0,-2-1 0 0 0,-1-1 0 0 0,0-1 0 0 0,-2 0 0 0 0,-1 0 0 0 0,-1-1 0 0 0,11-43 0 0 0,-20 62 49 0 0,0 0 1 0 0,0 0-1 0 0,-1 0 0 0 0,0 0 1 0 0,-1 0-1 0 0,0 0 1 0 0,0 0-1 0 0,-1-1 0 0 0,-2-12 1 0 0,3 20 33 0 0,-1 1 0 0 0,1-1 1 0 0,0 0-1 0 0,-1 1 0 0 0,1-1 1 0 0,0 1-1 0 0,-1-1 0 0 0,1 1 1 0 0,-1-1-1 0 0,1 1 0 0 0,-1-1 1 0 0,1 1-1 0 0,-1 0 0 0 0,0-1 1 0 0,1 1-1 0 0,-1-1 0 0 0,0 1 1 0 0,1 0-1 0 0,-1 0 0 0 0,1 0 1 0 0,-1-1-1 0 0,0 1 0 0 0,0 0 0 0 0,1 0 1 0 0,-1 0-1 0 0,0 0 0 0 0,1 0 1 0 0,-1 0-1 0 0,0 0 0 0 0,1 0 1 0 0,-1 0-1 0 0,0 0 0 0 0,1 1 1 0 0,-1-1-1 0 0,0 0 0 0 0,1 0 1 0 0,-1 1-1 0 0,0-1 0 0 0,1 0 1 0 0,-1 1-1 0 0,1-1 0 0 0,-1 1 1 0 0,1-1-1 0 0,-1 1 0 0 0,1-1 0 0 0,-1 1 1 0 0,0 0-1 0 0,-26 25-225 0 0,6 1 190 0 0,1 1 0 0 0,1 1 0 0 0,-30 62-1 0 0,-31 104 1358 0 0,50-116-873 0 0,-50 152 1262 0 0,73-205-1449 0 0,1 1 1 0 0,2-1-1 0 0,0 1 1 0 0,2 0 0 0 0,1 0-1 0 0,5 54 1 0 0,-4-77-253 0 0,1 0 0 0 0,-1 0 0 0 0,1 0 0 0 0,0 0 0 0 0,0 0 0 0 0,1 0 0 0 0,-1 0 0 0 0,1 0 0 0 0,0-1 0 0 0,0 1 0 0 0,0 0 0 0 0,0-1 0 0 0,1 0 0 0 0,-1 1 0 0 0,1-1 0 0 0,0 0 0 0 0,5 4 0 0 0,-4-5-40 0 0,0 0 0 0 0,-1-1 0 0 0,1 0 0 0 0,0 1 0 0 0,0-1-1 0 0,0-1 1 0 0,0 1 0 0 0,0 0 0 0 0,0-1 0 0 0,0 0 0 0 0,0 0 0 0 0,0 0-1 0 0,0-1 1 0 0,0 1 0 0 0,0-1 0 0 0,0 0 0 0 0,0 0 0 0 0,4-2 0 0 0,10-3-165 0 0,0-2 0 0 0,0 0 1 0 0,-1-1-1 0 0,0-1 1 0 0,-1-1-1 0 0,0 0 0 0 0,-1-1 1 0 0,28-27-1 0 0,-19 14-248 0 0,-1-1 0 0 0,-2-2-1 0 0,0 0 1 0 0,19-36 0 0 0,-28 44 265 0 0,-1 0 0 0 0,-1-1-1 0 0,-1-1 1 0 0,-1 1 0 0 0,-1-2 0 0 0,-1 1-1 0 0,-1-1 1 0 0,4-45 0 0 0,-10 73 521 0 0,0-1 1 0 0,-1 0-1 0 0,0 0 1 0 0,0 1-1 0 0,0-1 0 0 0,-1 0 1 0 0,1-1-1 0 0,-6 7 1 0 0,-2 4 123 0 0,-98 154 143 0 0,-88 149-456 0 0,192-309-30 0 0,1 0 0 0 0,0-1-1 0 0,0 1 1 0 0,1 0 0 0 0,0 1 0 0 0,-1 12-1 0 0,2-20-89 0 0,1 1 0 0 0,0-1-1 0 0,0 1 1 0 0,0-1-1 0 0,0 1 1 0 0,1-1 0 0 0,-1 0-1 0 0,0 1 1 0 0,1-1-1 0 0,-1 1 1 0 0,0-1 0 0 0,1 0-1 0 0,0 1 1 0 0,-1-1 0 0 0,1 0-1 0 0,0 1 1 0 0,0-1-1 0 0,1 1 1 0 0,-1-1-28 0 0,1 0 0 0 0,-1 0-1 0 0,0-1 1 0 0,1 1 0 0 0,-1-1 0 0 0,1 1 0 0 0,-1-1-1 0 0,1 0 1 0 0,0 1 0 0 0,-1-1 0 0 0,1 0-1 0 0,-1 0 1 0 0,1 0 0 0 0,-1 0 0 0 0,1-1 0 0 0,-1 1-1 0 0,1 0 1 0 0,-1-1 0 0 0,1 1 0 0 0,-1-1 0 0 0,3 0-1 0 0,9-4-356 0 0,-1-1 0 0 0,0 0 0 0 0,0-1-1 0 0,0 0 1 0 0,18-15 0 0 0,52-52-1178 0 0,-60 53 1101 0 0,13-12-484 0 0,37-47 1 0 0,-62 67 613 0 0,0 1 1 0 0,-1-1-1 0 0,-1-1 0 0 0,0 0 1 0 0,-1 0-1 0 0,-1 0 1 0 0,9-27-1 0 0,-15 40 272 0 0,1-1 0 0 0,-1 0 0 0 0,1 1-1 0 0,-1-1 1 0 0,0 0 0 0 0,1 1 0 0 0,-1-1 0 0 0,0 0 0 0 0,0 1 0 0 0,0-1 0 0 0,-1 0-1 0 0,1 1 1 0 0,0-1 0 0 0,-1 0 0 0 0,1 1 0 0 0,-1-3 0 0 0,0 3 60 0 0,1 1 1 0 0,-1 0-1 0 0,1-1 1 0 0,-1 1-1 0 0,0 0 1 0 0,1 0-1 0 0,-1-1 0 0 0,1 1 1 0 0,-1 0-1 0 0,1 0 1 0 0,-1 0-1 0 0,0-1 1 0 0,1 1-1 0 0,-1 0 1 0 0,0 0-1 0 0,1 0 1 0 0,-1 0-1 0 0,1 0 0 0 0,-1 0 1 0 0,0 1-1 0 0,1-1 1 0 0,-1 0-1 0 0,1 0 1 0 0,-1 0-1 0 0,0 0 1 0 0,1 1-1 0 0,-1-1 1 0 0,0 1-1 0 0,-4 2 294 0 0,0 0 0 0 0,0 0 1 0 0,0 0-1 0 0,0 1 0 0 0,0 0 0 0 0,1 0 0 0 0,-6 7 1 0 0,-10 16 302 0 0,1 1 1 0 0,1 1 0 0 0,2 1-1 0 0,-26 63 1 0 0,-29 134 871 0 0,68-214-1390 0 0,0-1 0 0 0,1 1 0 0 0,-1 22 1 0 0,2-31-114 0 0,2 0 0 0 0,-1-1 0 0 0,0 1 1 0 0,1 0-1 0 0,-1-1 0 0 0,1 1 1 0 0,0-1-1 0 0,0 1 0 0 0,0-1 1 0 0,1 1-1 0 0,-1-1 0 0 0,1 0 1 0 0,0 0-1 0 0,0 0 0 0 0,0 0 1 0 0,0 0-1 0 0,5 4 0 0 0,7 5-382 0 0</inkml:trace>
</inkml:ink>
</file>

<file path=ppt/ink/ink1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0:55.723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489 1 12443 0 0,'-3'0'85'0'0,"1"1"0"0"0,0-1 0 0 0,-1 1 0 0 0,1 0 0 0 0,0-1 0 0 0,0 1 0 0 0,0 1 1 0 0,0-1-1 0 0,0 0 0 0 0,0 0 0 0 0,0 1 0 0 0,0-1 0 0 0,-2 3 0 0 0,-26 26-986 0 0,18-17 879 0 0,-41 43-802 0 0,2 2 1 0 0,-72 108 0 0 0,84-103 1112 0 0,2 2 0 0 0,-52 129 0 0 0,85-183-141 0 0,-12 33 548 0 0,15-42-589 0 0,1 1 0 0 0,-1 0 1 0 0,1 0-1 0 0,-1 0 0 0 0,1-1 0 0 0,0 1 0 0 0,0 0 1 0 0,0 0-1 0 0,0 0 0 0 0,1 0 0 0 0,-1 0 0 0 0,2 4 1 0 0,-1-6-63 0 0,0 0 0 0 0,0 0 0 0 0,-1-1 1 0 0,1 1-1 0 0,0 0 0 0 0,0 0 1 0 0,0-1-1 0 0,0 1 0 0 0,-1-1 0 0 0,1 1 1 0 0,0-1-1 0 0,0 1 0 0 0,0-1 1 0 0,0 1-1 0 0,1-1 0 0 0,-1 0 0 0 0,0 0 1 0 0,0 1-1 0 0,0-1 0 0 0,0 0 1 0 0,0 0-1 0 0,0 0 0 0 0,0 0 0 0 0,0 0 1 0 0,0-1-1 0 0,0 1 0 0 0,0 0 1 0 0,1 0-1 0 0,-1-1 0 0 0,0 1 0 0 0,0-1 1 0 0,0 1-1 0 0,-1-1 0 0 0,3 0 1 0 0,35-20 338 0 0,-37 20-382 0 0,34-24-185 0 0,0-1 0 0 0,-3-2 0 0 0,44-46 0 0 0,78-108-2056 0 0,-139 164 2014 0 0,7-10-189 0 0,-1-1 0 0 0,-1-1 0 0 0,17-35 0 0 0,-29 48 416 0 0,0 0-1 0 0,-1-1 0 0 0,-1 0 0 0 0,-1-1 0 0 0,0 1 0 0 0,-1-1 0 0 0,1-27 0 0 0,-5 46 25 0 0,1-1 0 0 0,-1 1 0 0 0,0-1 0 0 0,0 1 0 0 0,0-1 0 0 0,0 1 0 0 0,0-1 0 0 0,0 0 0 0 0,0 1 0 0 0,0-1 0 0 0,0 1 0 0 0,0-1 0 0 0,0 1 0 0 0,0-1 0 0 0,0 1 0 0 0,0-1 0 0 0,-1 1 0 0 0,1-1 0 0 0,0 1 0 0 0,0-1 0 0 0,-1 1 0 0 0,1-1 0 0 0,0 1 0 0 0,-1 0 0 0 0,1-1 0 0 0,0 1 0 0 0,-1-1 0 0 0,1 1 0 0 0,0 0 0 0 0,-1-1 0 0 0,1 1 0 0 0,-1 0 0 0 0,1 0 0 0 0,-1-1 0 0 0,0 1 0 0 0,0 0 27 0 0,0 0-1 0 0,-1 1 1 0 0,1-1 0 0 0,0 1-1 0 0,-1-1 1 0 0,1 1 0 0 0,0-1-1 0 0,0 1 1 0 0,0 0 0 0 0,-1-1-1 0 0,1 1 1 0 0,0 0 0 0 0,-1 1-1 0 0,-32 33 933 0 0,-9 21-664 0 0,3 2-1 0 0,2 1 1 0 0,2 2 0 0 0,3 2-1 0 0,3 1 1 0 0,3 1-1 0 0,3 1 1 0 0,2 2 0 0 0,-21 118-1 0 0,42-176-287 0 0,-1-1-1 0 0,1 1 1 0 0,1 0 0 0 0,-1-1-1 0 0,2 1 1 0 0,-1 0 0 0 0,4 12-1 0 0,-4-19-17 0 0,1 0-1 0 0,0 0 1 0 0,0 0-1 0 0,0-1 1 0 0,1 1-1 0 0,-1 0 1 0 0,1-1-1 0 0,-1 1 0 0 0,1-1 1 0 0,0 0-1 0 0,0 0 1 0 0,0 1-1 0 0,0-1 1 0 0,0 0-1 0 0,0-1 0 0 0,1 1 1 0 0,-1 0-1 0 0,1-1 1 0 0,-1 1-1 0 0,1-1 1 0 0,0 0-1 0 0,-1 0 0 0 0,1 0 1 0 0,0 0-1 0 0,0 0 1 0 0,0-1-1 0 0,5 1 1 0 0,6 0 28 0 0,0-1-1 0 0,1 0 1 0 0,-1-1 0 0 0,0-1 0 0 0,-1 0 0 0 0,1-1 0 0 0,26-9 0 0 0,-3-3-67 0 0,54-27-1 0 0,-49 18-779 0 0,-2-2-1 0 0,50-42 0 0 0,-62 46 349 0 0,-28 21 451 0 0,1 0 1 0 0,0 1-1 0 0,0-1 0 0 0,-1 0 0 0 0,1 0 0 0 0,0 1 0 0 0,0-1 0 0 0,0 0 0 0 0,0 1 0 0 0,0-1 0 0 0,0 1 0 0 0,0 0 0 0 0,0-1 1 0 0,0 1-1 0 0,1 0 0 0 0,-1-1 0 0 0,0 1 0 0 0,0 0 0 0 0,2 0 0 0 0,-2 1 8 0 0,-1-1 1 0 0,0 1-1 0 0,0 0 0 0 0,0 0 1 0 0,0 0-1 0 0,0-1 1 0 0,0 1-1 0 0,0 0 0 0 0,0 0 1 0 0,0-1-1 0 0,0 1 1 0 0,0 0-1 0 0,0 0 0 0 0,0 0 1 0 0,-1-1-1 0 0,1 1 0 0 0,0 0 1 0 0,-1-1-1 0 0,1 1 1 0 0,-1 1-1 0 0,-24 45 282 0 0,-8 1 57 0 0,21-32-130 0 0,0 0 0 0 0,2 0 1 0 0,0 1-1 0 0,1 0 0 0 0,0 1 1 0 0,-8 26-1 0 0,17-42-214 0 0,-1-1 0 0 0,1 1 0 0 0,-1 0 0 0 0,1 0 0 0 0,-1 0 0 0 0,1 0 1 0 0,0 0-1 0 0,0 0 0 0 0,0 0 0 0 0,0 0 0 0 0,0 0 0 0 0,1 0 0 0 0,-1 0 0 0 0,0 0 0 0 0,1 0 0 0 0,0 0 0 0 0,-1 0 0 0 0,1-1 0 0 0,0 1 0 0 0,2 3 0 0 0,-2-4-32 0 0,0-1 1 0 0,1 1-1 0 0,-1 0 0 0 0,0 0 0 0 0,1 0 1 0 0,-1-1-1 0 0,1 1 0 0 0,-1-1 0 0 0,1 1 1 0 0,-1-1-1 0 0,1 0 0 0 0,0 0 0 0 0,-1 1 1 0 0,1-1-1 0 0,-1 0 0 0 0,1 0 0 0 0,-1-1 1 0 0,1 1-1 0 0,2-1 0 0 0,9-2 53 0 0,-1 0 0 0 0,1-2 0 0 0,-1 1 0 0 0,18-11 0 0 0,-28 14 103 0 0,1-1 35 0 0,1 0-1 0 0,-1 1 1 0 0,1 0-1 0 0,0-1 1 0 0,0 1-1 0 0,-1 0 1 0 0,1 0-1 0 0,7 0 0 0 0,-11 1-117 0 0,0 0 0 0 0,1 0-1 0 0,-1 0 1 0 0,1 0 0 0 0,-1 1-1 0 0,1-1 1 0 0,-1 0 0 0 0,0 0-1 0 0,1 0 1 0 0,-1 0 0 0 0,1 0-1 0 0,-1 1 1 0 0,0-1-1 0 0,1 0 1 0 0,-1 0 0 0 0,0 1-1 0 0,1-1 1 0 0,-1 0 0 0 0,0 1-1 0 0,1-1 1 0 0,-1 0 0 0 0,0 1-1 0 0,0-1 1 0 0,0 0 0 0 0,1 1-1 0 0,-1-1 1 0 0,0 1-1 0 0,0-1 1 0 0,1 1 0 0 0,-1 1 35 0 0,0 0 1 0 0,0-1-1 0 0,-1 1 1 0 0,1 0-1 0 0,0 0 0 0 0,-1-1 1 0 0,1 1-1 0 0,-1 0 1 0 0,1-1-1 0 0,-1 1 1 0 0,-1 3-1 0 0,-7 12 320 0 0,-1 0-1 0 0,-1 0 0 0 0,0-1 1 0 0,-19 20-1 0 0,-62 57 24 0 0,5-6-452 0 0,42-41-1895 0 0</inkml:trace>
</inkml:ink>
</file>

<file path=ppt/ink/ink1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6:21.21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151 0 6449 0 0,'3'36'1302'0'0,"11"76"-772"0"0,0 145-1 0 0,-26 115-434 0 0,-11 153 860 0 0,-5 80 819 0 0,-24 411 1284 0 0,69-433-2980 0 0,-2-309-61 0 0,-14-87 870 0 0,-37 295 0 0 0,31-440-1706 0 0,-2 0 1 0 0,-1-1-1 0 0,-23 67 1 0 0,19-80-4091 0 0</inkml:trace>
</inkml:ink>
</file>

<file path=ppt/ink/ink1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6:23.3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1 349 4609 0 0,'368'16'1112'0'0,"-191"0"-1176"0"0,156 9-209 0 0,-167-18-119 0 0,257 4-231 0 0,156-29 1015 0 0,770 6 2921 0 0,-448 5-3002 0 0,-774 4-302 0 0,766-46 102 0 0,-630 30-94 0 0,1070-58 799 0 0,-156 11 1194 0 0,160-8-563 0 0,-959 57-1486 0 0,803-28-991 0 0,-639 46 1901 0 0,21 18 534 0 0,-516-17-1454 0 0,396-1-4118 0 0,-427-3 3905 0 0,1 0 0 0 0,-1-2 0 0 0,0 0 0 0 0,0-1-1 0 0,0 0 1 0 0,29-16 0 0 0,-22 11 570 0 0,-21 9-262 0 0,0 0 0 0 0,0 0-1 0 0,0 0 1 0 0,0 1 0 0 0,1-1 0 0 0,-1 1 0 0 0,0-1-1 0 0,0 1 1 0 0,0 0 0 0 0,0 0 0 0 0,1 0 0 0 0,-1 0-1 0 0,0 0 1 0 0,0 0 0 0 0,0 1 0 0 0,1-1-1 0 0,-1 1 1 0 0,0 0 0 0 0,0-1 0 0 0,4 3 0 0 0,-3-1 41 0 0,0 1 1 0 0,0-1-1 0 0,-1 1 1 0 0,1-1-1 0 0,0 1 1 0 0,-1 0 0 0 0,0 0-1 0 0,0 0 1 0 0,0 1-1 0 0,0-1 1 0 0,2 5-1 0 0,3 9 436 0 0,-1 1 0 0 0,-1 0-1 0 0,6 37 1 0 0,-9-45-282 0 0,2 21-20 0 0,-1 1 1 0 0,-1-1 0 0 0,-2 1-1 0 0,-3 32 1 0 0,-25 128 269 0 0,4-33-58 0 0,5 227-355 0 0,27 1-40 0 0,-4-216-34 0 0,6 606-1192 0 0,11 337-847 0 0,19-634 2788 0 0,-1-4 413 0 0,-22-328-1280 0 0,-6-65 197 0 0,-11-81-46 0 0,-1-1 0 0 0,1 0 0 0 0,0 1 0 0 0,0-1 0 0 0,-1 1 0 0 0,1-1 0 0 0,-1 1 0 0 0,1-1 1 0 0,-1 0-1 0 0,0 1 0 0 0,1-1 0 0 0,-1 0 0 0 0,0 0 0 0 0,0 0 0 0 0,0 1 0 0 0,0-1 0 0 0,0 0 0 0 0,0 0 0 0 0,0 0 0 0 0,0-1 0 0 0,-1 1 0 0 0,1 0 0 0 0,0 0 0 0 0,-1 0 0 0 0,1-1 0 0 0,0 1 0 0 0,-1-1 0 0 0,1 1 0 0 0,0-1 0 0 0,-1 0 0 0 0,1 1 0 0 0,-1-1 0 0 0,-2 0 0 0 0,-10 2 117 0 0,-1 0 0 0 0,-23-1 0 0 0,19-1-269 0 0,-414 0-2387 0 0,176-6 2646 0 0,44 0 140 0 0,-49 1 170 0 0,-345-4 210 0 0,566 8-626 0 0,-802-43 478 0 0,47 3-585 0 0,794 41 65 0 0,-1789-89-169 0 0,510 38-3385 0 0,1002 45 2914 0 0,-1038 22 2126 0 0,1007-7-844 0 0,-346 27-736 0 0,72-3-1095 0 0,-64 4 4943 0 0,511-27-4771 0 0,0-6-1 0 0,-271-28 0 0 0,318 14 1247 0 0,0 4 0 0 0,-1 3-1 0 0,1 4 1 0 0,-101 15-1 0 0,154-12-550 0 0,-63-2-1 0 0,69-2 1136 0 0,0 0 0 0 0,0 2 0 0 0,-38 7-1 0 0,-59 27 729 0 0,92-24-1494 0 0,0-2 0 0 0,0-1 0 0 0,-1-2 1 0 0,-72 5-1 0 0,81-10 144 0 0,23-1-390 0 0,1 0 0 0 0,-1 0 0 0 0,0-1 1 0 0,0 1-1 0 0,0-1 0 0 0,0-1 0 0 0,0 1 0 0 0,1-1 0 0 0,-10-2 0 0 0,20 0-2372 0 0</inkml:trace>
</inkml:ink>
</file>

<file path=ppt/ink/ink1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6:25.82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196 29 8290 0 0,'-3'-3'619'0'0,"0"0"1"0"0,0 1 0 0 0,0-1-1 0 0,-1 1 1 0 0,1-1 0 0 0,-1 1-1 0 0,0 0 1 0 0,1 0 0 0 0,-1 1-1 0 0,-5-2 1 0 0,6 2-409 0 0,0 0 0 0 0,0 1 0 0 0,0 0 0 0 0,0 0 0 0 0,0-1 0 0 0,0 2 1 0 0,0-1-1 0 0,0 0 0 0 0,0 1 0 0 0,0-1 0 0 0,1 1 0 0 0,-5 1 0 0 0,3 0-115 0 0,-1 0-1 0 0,1 1 1 0 0,0 0 0 0 0,0 0-1 0 0,0 0 1 0 0,0 0 0 0 0,0 1-1 0 0,1-1 1 0 0,-1 1 0 0 0,1 0-1 0 0,0 0 1 0 0,0 0 0 0 0,0 0-1 0 0,1 1 1 0 0,0-1-1 0 0,-4 9 1 0 0,-5 19 46 0 0,2 0-1 0 0,0 0 0 0 0,2 1 1 0 0,2 0-1 0 0,1 0 0 0 0,0 53 1 0 0,5-35-215 0 0,3 0 0 0 0,2-1 1 0 0,20 83-1 0 0,-23-119 28 0 0,1 0 1 0 0,1-1-1 0 0,0 0 1 0 0,1 0-1 0 0,1-1 0 0 0,0 0 1 0 0,0 0-1 0 0,1 0 1 0 0,11 11-1 0 0,-17-20 31 0 0,1 0-1 0 0,0 0 1 0 0,0 0 0 0 0,1 0-1 0 0,-1-1 1 0 0,1 1 0 0 0,-1-1-1 0 0,1 0 1 0 0,0 0 0 0 0,-1 0-1 0 0,1 0 1 0 0,0-1 0 0 0,0 0-1 0 0,1 0 1 0 0,-1 0 0 0 0,0 0-1 0 0,0-1 1 0 0,0 1 0 0 0,1-1-1 0 0,-1 0 1 0 0,0 0 0 0 0,0-1-1 0 0,0 1 1 0 0,1-1 0 0 0,-1 0-1 0 0,0 0 1 0 0,0 0 0 0 0,0-1-1 0 0,0 0 1 0 0,0 1-1 0 0,-1-1 1 0 0,1-1 0 0 0,6-4-1 0 0,-4 3-90 0 0,0-1 0 0 0,0 0 0 0 0,0 0 0 0 0,-1 0 0 0 0,0-1 0 0 0,0 0 1 0 0,0 0-1 0 0,-1 0 0 0 0,0-1 0 0 0,0 1 0 0 0,-1-1 0 0 0,0 0 0 0 0,0 0 0 0 0,0 0 0 0 0,-1 0 0 0 0,3-16 0 0 0,-2-1 214 0 0,-2-1 1 0 0,0 0 0 0 0,-5-44 0 0 0,3 53 254 0 0,1 13 646 0 0,2 7-375 0 0,6 16-150 0 0,7 27-319 0 0,-10-28-140 0 0,1-1 0 0 0,0 0 0 0 0,2-1 0 0 0,0 1 0 0 0,1-2 0 0 0,1 1 0 0 0,19 24 0 0 0,-26-37 13 0 0,1 1-1 0 0,0-1 0 0 0,1 0 0 0 0,-1 0 0 0 0,1 0 0 0 0,0-1 0 0 0,0 0 0 0 0,0 1 1 0 0,0-2-1 0 0,0 1 0 0 0,0-1 0 0 0,1 0 0 0 0,0 0 0 0 0,-1 0 0 0 0,1-1 0 0 0,0 1 1 0 0,0-2-1 0 0,0 1 0 0 0,-1-1 0 0 0,1 1 0 0 0,0-2 0 0 0,0 1 0 0 0,0-1 0 0 0,0 1 0 0 0,0-2 1 0 0,-1 1-1 0 0,1-1 0 0 0,9-4 0 0 0,-6 2 26 0 0,-1 0 1 0 0,0-1-1 0 0,0 0 0 0 0,-1 0 1 0 0,0-1-1 0 0,0 0 0 0 0,0 0 1 0 0,0-1-1 0 0,-1 0 0 0 0,0 0 1 0 0,0 0-1 0 0,-1-1 0 0 0,0 0 0 0 0,-1 0 1 0 0,0 0-1 0 0,0 0 0 0 0,0-1 1 0 0,-1 0-1 0 0,2-11 0 0 0,0 0-47 0 0,0-1 1 0 0,-2 0-1 0 0,-1 0 0 0 0,0 0 0 0 0,-2 0 0 0 0,0-1 0 0 0,-5-27 0 0 0,-4-7-190 0 0,3 27-1642 0 0,-2-36 1 0 0,8 51 631 0 0</inkml:trace>
</inkml:ink>
</file>

<file path=ppt/ink/ink1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6:26.24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 14283 0 0,'0'10'784'0'0,"1"0"1"0"0,1 0-1 0 0,4 15 0 0 0,1 8 1033 0 0,2 33 37 0 0,-3-18-1451 0 0,1-1 0 0 0,3 0 0 0 0,18 54 1 0 0,-10-65-316 0 0,-18-35-96 0 0,0-1 0 0 0,1 1-1 0 0,-1-1 1 0 0,0 1 0 0 0,1 0-1 0 0,-1-1 1 0 0,1 1 0 0 0,-1-1-1 0 0,0 1 1 0 0,1-1 0 0 0,-1 0-1 0 0,1 1 1 0 0,-1-1-1 0 0,1 1 1 0 0,0-1 0 0 0,-1 0-1 0 0,1 0 1 0 0,-1 1 0 0 0,1-1-1 0 0,0 0 1 0 0,-1 0 0 0 0,1 0-1 0 0,-1 1 1 0 0,1-1 0 0 0,0 0-1 0 0,-1 0 1 0 0,1 0-1 0 0,0 0 1 0 0,-1 0 0 0 0,1 0-1 0 0,0 0 1 0 0,-1-1 0 0 0,1 1-1 0 0,0 0 1 0 0,-1 0 0 0 0,1 0-1 0 0,-1-1 1 0 0,1 1-1 0 0,0 0 1 0 0,-1-1 0 0 0,1 1-1 0 0,-1 0 1 0 0,1-1 0 0 0,-1 1-1 0 0,1-1 1 0 0,-1 1 0 0 0,0-1-1 0 0,1 1 1 0 0,-1-1 0 0 0,1 1-1 0 0,-1-1 1 0 0,0 1-1 0 0,1-1 1 0 0,-1 0 0 0 0,15-27-1205 0 0,-2 0 0 0 0,-1-1 0 0 0,-2 0 0 0 0,11-42 0 0 0,-13 39 2080 0 0,2 0-1 0 0,1 1 0 0 0,23-46 1 0 0,-32 74-714 0 0,0-1 1 0 0,0 0-1 0 0,1 0 0 0 0,-1 1 1 0 0,1-1-1 0 0,0 1 1 0 0,0 0-1 0 0,0 0 1 0 0,0 0-1 0 0,1 0 1 0 0,-1 0-1 0 0,1 1 1 0 0,0 0-1 0 0,0-1 1 0 0,0 1-1 0 0,5-1 1 0 0,-6 2-119 0 0,1 1 0 0 0,-1-1 0 0 0,1 1 0 0 0,-1 0 1 0 0,0 1-1 0 0,1-1 0 0 0,-1 0 0 0 0,1 1 0 0 0,-1 0 1 0 0,0 0-1 0 0,0 0 0 0 0,1 0 0 0 0,-1 0 0 0 0,0 1 1 0 0,0-1-1 0 0,0 1 0 0 0,0 0 0 0 0,-1 0 0 0 0,1 0 1 0 0,0 0-1 0 0,3 4 0 0 0,13 15 123 0 0,-1 0 0 0 0,0 1 0 0 0,-1 1 0 0 0,-2 0 1 0 0,24 48-1 0 0,5 8-1593 0 0,-31-60-1587 0 0,27 35-1 0 0</inkml:trace>
</inkml:ink>
</file>

<file path=ppt/ink/ink1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6:26.57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1 388 6913 0 0,'6'-3'430'0'0,"0"0"0"0"0,-1 0 0 0 0,1 0 0 0 0,-1-1 0 0 0,1 0 0 0 0,-1 0-1 0 0,0 0 1 0 0,4-6 0 0 0,34-40 2876 0 0,-35 39-2551 0 0,-1-1 0 0 0,0 1 0 0 0,0-2 0 0 0,-2 1 0 0 0,1 0 0 0 0,4-18 0 0 0,-6 16-495 0 0,0 0 0 0 0,-2-1 0 0 0,1 1 0 0 0,-2-1 1 0 0,0 0-1 0 0,0 0 0 0 0,-1 1 0 0 0,-1-1 0 0 0,-5-23 0 0 0,6 36-249 0 0,0 1 0 0 0,-1-1-1 0 0,1 1 1 0 0,0-1 0 0 0,-1 1 0 0 0,1-1 0 0 0,-1 1-1 0 0,0-1 1 0 0,1 1 0 0 0,-1 0 0 0 0,0-1 0 0 0,0 1-1 0 0,0 0 1 0 0,0 0 0 0 0,0 0 0 0 0,0 0-1 0 0,0 0 1 0 0,0 0 0 0 0,-1 0 0 0 0,1 0 0 0 0,-2-1-1 0 0,2 2 8 0 0,-1 0 0 0 0,1 0 0 0 0,0 0-1 0 0,-1 0 1 0 0,1 0 0 0 0,-1 0 0 0 0,1 0-1 0 0,-1 0 1 0 0,1 0 0 0 0,0 1 0 0 0,-1-1-1 0 0,1 0 1 0 0,0 1 0 0 0,-1 0-1 0 0,1-1 1 0 0,0 1 0 0 0,0 0 0 0 0,-2 0-1 0 0,-2 3 2 0 0,0 0 0 0 0,0 0 0 0 0,0 1-1 0 0,1 0 1 0 0,0-1 0 0 0,-1 1-1 0 0,2 1 1 0 0,-7 9 0 0 0,4-2-84 0 0,0 1 0 0 0,0 1 0 0 0,1-1 0 0 0,1 1 0 0 0,0 0 0 0 0,1 0 1 0 0,1 0-1 0 0,-1 27 0 0 0,3-33 30 0 0,0 1 1 0 0,1-1 0 0 0,1 0-1 0 0,-1-1 1 0 0,1 1 0 0 0,1 0-1 0 0,0 0 1 0 0,0-1-1 0 0,0 0 1 0 0,1 1 0 0 0,1-1-1 0 0,-1-1 1 0 0,1 1 0 0 0,1-1-1 0 0,-1 0 1 0 0,8 8 0 0 0,-3-5-203 0 0,1-1 1 0 0,-1 0 0 0 0,2-1 0 0 0,-1 0 0 0 0,1 0 0 0 0,1-1-1 0 0,19 8 1 0 0,-24-12-91 0 0,-1-1 0 0 0,1 0 0 0 0,-1 0-1 0 0,1 0 1 0 0,0-1 0 0 0,0 0 0 0 0,0-1 0 0 0,0 0-1 0 0,-1 0 1 0 0,1 0 0 0 0,0-1 0 0 0,0 0 0 0 0,0-1-1 0 0,14-4 1 0 0,-4-2-6038 0 0</inkml:trace>
</inkml:ink>
</file>

<file path=ppt/ink/ink1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6:26.90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1 309 10138 0 0,'1'-2'280'0'0,"-1"0"0"0"0,1 0 0 0 0,0 0 0 0 0,0 0 0 0 0,0 0 0 0 0,1 0 0 0 0,-1 0 0 0 0,0 0 0 0 0,1 1 0 0 0,-1-1 0 0 0,1 0 0 0 0,-1 1 0 0 0,1-1 0 0 0,3-1 0 0 0,27-20 3171 0 0,-30 21-3238 0 0,1 1 0 0 0,-1 0-1 0 0,1-1 1 0 0,0 1 0 0 0,0 0-1 0 0,-1 0 1 0 0,1 0 0 0 0,0 1-1 0 0,0-1 1 0 0,0 1 0 0 0,0-1-1 0 0,0 1 1 0 0,0 0 0 0 0,0 0-1 0 0,0 0 1 0 0,0 1 0 0 0,0-1 0 0 0,3 2-1 0 0,-1 0-96 0 0,1 0 0 0 0,-1 0-1 0 0,0 0 1 0 0,-1 1-1 0 0,1 0 1 0 0,0 0 0 0 0,-1 1-1 0 0,0-1 1 0 0,5 6 0 0 0,5 6-102 0 0,-1 1 0 0 0,0 0 1 0 0,-1 1-1 0 0,11 23 0 0 0,-22-38-2 0 0,2 2 7 0 0,-1 0 0 0 0,1 0-1 0 0,-1 0 1 0 0,0 0 0 0 0,-1 1 0 0 0,1-1 0 0 0,-1 0 0 0 0,0 1-1 0 0,1 8 1 0 0,-5-16 135 0 0,0-1-1 0 0,0 0 1 0 0,0 0 0 0 0,1 1-1 0 0,-1-2 1 0 0,-1-4-1 0 0,-1-4-67 0 0,2 0 0 0 0,0-1-1 0 0,0 1 1 0 0,1-1 0 0 0,1 0 0 0 0,0 0-1 0 0,3-26 1 0 0,2 2-602 0 0,13-61-1 0 0,-10 69-587 0 0,18-46 0 0 0,-13 49-286 0 0</inkml:trace>
</inkml:ink>
</file>

<file path=ppt/ink/ink1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6:27.20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1 460 7370 0 0,'0'0'79'0'0,"0"1"1"0"0,0-1 0 0 0,0 1 0 0 0,0-1 0 0 0,0 1-1 0 0,0-1 1 0 0,0 1 0 0 0,0-1 0 0 0,0 1 0 0 0,0-1-1 0 0,1 1 1 0 0,-1-1 0 0 0,0 1 0 0 0,0-1 0 0 0,1 1-1 0 0,-1-1 1 0 0,0 1 0 0 0,1-1 0 0 0,-1 1 0 0 0,0-1-1 0 0,1 0 1 0 0,-1 1 0 0 0,1-1 0 0 0,-1 0 0 0 0,1 1-1 0 0,-1-1 1 0 0,1 0 0 0 0,-1 0 0 0 0,1 1 0 0 0,-1-1-1 0 0,1 0 1 0 0,-1 0 0 0 0,1 0 0 0 0,-1 0 0 0 0,1 0-1 0 0,-1 0 1 0 0,1 0 0 0 0,0 0 0 0 0,1 0 186 0 0,0-1 0 0 0,1 0 0 0 0,-1 0 0 0 0,0 0 1 0 0,0 0-1 0 0,0 0 0 0 0,-1 0 0 0 0,1-1 0 0 0,0 1 0 0 0,1-2 0 0 0,37-42 4273 0 0,-23 17-4051 0 0,-1-1 0 0 0,-2-1 0 0 0,-1-1 0 0 0,-1 0 0 0 0,-2 0 0 0 0,-1-1 1 0 0,-1 0-1 0 0,3-40 0 0 0,-9 61-458 0 0,-2 0-1 0 0,1 1 1 0 0,-1-1 0 0 0,-2-15-1 0 0,1 24-22 0 0,1 0 0 0 0,0 1 0 0 0,-1-1-1 0 0,1 0 1 0 0,-1 0 0 0 0,1 1 0 0 0,-1-1-1 0 0,0 1 1 0 0,0-1 0 0 0,0 0 0 0 0,0 1-1 0 0,0 0 1 0 0,0-1 0 0 0,0 1 0 0 0,-2-2-1 0 0,2 3-3 0 0,0-1-1 0 0,0 1 0 0 0,0-1 0 0 0,0 1 1 0 0,0 0-1 0 0,0 0 0 0 0,-1-1 0 0 0,1 1 1 0 0,0 0-1 0 0,0 0 0 0 0,0 0 0 0 0,0 0 1 0 0,-1 1-1 0 0,1-1 0 0 0,0 0 0 0 0,0 0 1 0 0,0 1-1 0 0,0-1 0 0 0,0 0 0 0 0,0 1 1 0 0,0-1-1 0 0,-1 1 0 0 0,1 0 0 0 0,1-1 1 0 0,-1 1-1 0 0,-1 1 0 0 0,-3 1 16 0 0,1 1 0 0 0,0 0-1 0 0,0 1 1 0 0,0-1 0 0 0,0 1 0 0 0,1-1 0 0 0,0 1-1 0 0,0 0 1 0 0,0 1 0 0 0,0-1 0 0 0,1 0-1 0 0,0 1 1 0 0,0-1 0 0 0,0 1 0 0 0,0 7 0 0 0,-1 3-13 0 0,0 0 0 0 0,2 0 0 0 0,0 0 0 0 0,1 22 0 0 0,1-24-10 0 0,1-1 1 0 0,0 0 0 0 0,1 0 0 0 0,0 0 0 0 0,1 0-1 0 0,1 0 1 0 0,0-1 0 0 0,0 0 0 0 0,2 0 0 0 0,-1 0-1 0 0,16 20 1 0 0,-14-22-1323 0 0,0-1-1 0 0,1-1 1 0 0,0 0-1 0 0,16 12 0 0 0,1-3-5677 0 0</inkml:trace>
</inkml:ink>
</file>

<file path=ppt/ink/ink1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6:28.04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 14 5985 0 0,'-14'-8'13895'0'0,"18"61"-13483"0"0,3 0-1 0 0,1-1 1 0 0,3 1 0 0 0,2-2-1 0 0,3 0 1 0 0,1 0-1 0 0,28 53 1 0 0,-39-92-435 0 0,1-1 0 0 0,0 0 0 0 0,0 0 0 0 0,1 0 0 0 0,1-1 0 0 0,0 0 1 0 0,0-1-1 0 0,1 0 0 0 0,0 0 0 0 0,13 8 0 0 0,-18-15 12 0 0,-1 1 0 0 0,1 0 1 0 0,0-1-1 0 0,0 0 0 0 0,0 0 1 0 0,0 0-1 0 0,0-1 0 0 0,1 0 0 0 0,-1 0 1 0 0,0 0-1 0 0,1-1 0 0 0,-1 1 1 0 0,0-1-1 0 0,1 0 0 0 0,-1-1 0 0 0,1 0 1 0 0,-1 0-1 0 0,0 0 0 0 0,1 0 1 0 0,-1-1-1 0 0,0 0 0 0 0,0 0 0 0 0,0 0 1 0 0,0 0-1 0 0,-1-1 0 0 0,1 0 1 0 0,5-4-1 0 0,-3 1-80 0 0,-1-1 1 0 0,1 1-1 0 0,-1-1 1 0 0,-1 0 0 0 0,1-1-1 0 0,-1 1 1 0 0,0-1-1 0 0,-1 0 1 0 0,0 0-1 0 0,0-1 1 0 0,-1 1-1 0 0,0-1 1 0 0,3-13-1 0 0,1-15-349 0 0,6-74-1 0 0,-9 63 416 0 0,-1 22-21 0 0,30-219 2538 0 0,-32 256-2173 0 0,0 1-1 0 0,0-1 1 0 0,1 0-1 0 0,1 0 0 0 0,0-1 1 0 0,6 18-1 0 0,0 0 78 0 0,7 30-471 0 0,-3 0 0 0 0,-3 1 0 0 0,-2 0 0 0 0,-2 1 0 0 0,-4 0 0 0 0,-1-1 0 0 0,-4 1 0 0 0,-2 0 0 0 0,-24 108 0 0 0,20-136 48 0 0,-2-1-1 0 0,-1 0 1 0 0,-1-1 0 0 0,-2 0-1 0 0,-1-1 1 0 0,-37 50-1 0 0,47-69-2096 0 0</inkml:trace>
</inkml:ink>
</file>

<file path=ppt/ink/ink1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6:28.39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52 41 10946 0 0,'0'0'531'0'0,"-10"23"775"0"0,1-1-690 0 0,1 0 1 0 0,2 1 0 0 0,0-1-1 0 0,-4 32 1 0 0,9-43-540 0 0,0-1 0 0 0,0 1 0 0 0,1-1-1 0 0,1 1 1 0 0,-1 0 0 0 0,2-1 0 0 0,-1 1 0 0 0,2-1 0 0 0,-1 0-1 0 0,1 0 1 0 0,1 0 0 0 0,5 10 0 0 0,-8-17-25 0 0,0 0 0 0 0,1-1 0 0 0,-1 1 0 0 0,1-1 1 0 0,0 1-1 0 0,0-1 0 0 0,0 0 0 0 0,0 0 0 0 0,0 0 0 0 0,0 0 0 0 0,1 0 1 0 0,-1 0-1 0 0,1-1 0 0 0,-1 1 0 0 0,1-1 0 0 0,-1 0 0 0 0,1 0 0 0 0,0 0 1 0 0,0 0-1 0 0,0 0 0 0 0,0 0 0 0 0,0-1 0 0 0,-1 1 0 0 0,1-1 0 0 0,0 0 1 0 0,0 0-1 0 0,3 0 0 0 0,-2-1 79 0 0,-1 0 0 0 0,0 0 0 0 0,1-1 0 0 0,-1 1 0 0 0,0-1 0 0 0,0 1 0 0 0,0-1 0 0 0,0 0 0 0 0,0 0 0 0 0,-1 0 1 0 0,1-1-1 0 0,-1 1 0 0 0,1-1 0 0 0,-1 1 0 0 0,0-1 0 0 0,0 0 0 0 0,0 0 0 0 0,0 0 0 0 0,0 0 0 0 0,-1 0 0 0 0,1 0 0 0 0,1-6 0 0 0,0-3 35 0 0,-1 1 1 0 0,0-1-1 0 0,0 1 0 0 0,-1-1 0 0 0,0 0 1 0 0,-1 1-1 0 0,-1-1 0 0 0,0 0 0 0 0,0 0 1 0 0,-1 1-1 0 0,-4-14 0 0 0,0 6-60 0 0,0-1-1 0 0,-1 2 1 0 0,-1-1 0 0 0,-1 1-1 0 0,-19-29 1 0 0,25 43-128 0 0,1 0 0 0 0,-2 0 0 0 0,1 1 0 0 0,0-1 0 0 0,-1 1 0 0 0,1 0 0 0 0,-1 0 0 0 0,0 0 0 0 0,-6-3 0 0 0,9 6-62 0 0,0-1 1 0 0,-1 0-1 0 0,1 1 1 0 0,0-1-1 0 0,-1 1 1 0 0,1 0-1 0 0,0-1 1 0 0,-1 1-1 0 0,1 0 1 0 0,-1 0-1 0 0,1 0 1 0 0,-1 0-1 0 0,1 0 1 0 0,0 0-1 0 0,-1 0 1 0 0,1 1-1 0 0,-1-1 0 0 0,1 0 1 0 0,0 1-1 0 0,-1-1 1 0 0,1 1-1 0 0,0-1 1 0 0,0 1-1 0 0,-1 0 1 0 0,1 0-1 0 0,0-1 1 0 0,0 1-1 0 0,0 0 1 0 0,0 0-1 0 0,0 0 1 0 0,0 0-1 0 0,0 0 0 0 0,0 1 1 0 0,-1 1-1 0 0</inkml:trace>
</inkml:ink>
</file>

<file path=ppt/ink/ink1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6:28.53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1 1 14563 0 0</inkml:trace>
</inkml:ink>
</file>

<file path=ppt/ink/ink1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6:28.71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 1 11058 0 0,'0'0'1998'0'0,"-7"17"1775"0"0,5-10-3500 0 0,0-1-1 0 0,0 1 1 0 0,1 0 0 0 0,0 0-1 0 0,0 0 1 0 0,1 0 0 0 0,0 0-1 0 0,0 0 1 0 0,1 0 0 0 0,-1 0-1 0 0,2 0 1 0 0,-1 0 0 0 0,1 0-1 0 0,0 0 1 0 0,5 11 0 0 0,-5-15-268 0 0,-1 1 0 0 0,1-1 1 0 0,0 0-1 0 0,0 0 1 0 0,1 0-1 0 0,-1 0 0 0 0,1 0 1 0 0,-1 0-1 0 0,1 0 1 0 0,0-1-1 0 0,0 1 0 0 0,0-1 1 0 0,1 0-1 0 0,-1 0 1 0 0,0 0-1 0 0,1-1 0 0 0,-1 1 1 0 0,1-1-1 0 0,0 0 1 0 0,-1 1-1 0 0,1-2 1 0 0,0 1-1 0 0,0 0 0 0 0,0-1 1 0 0,-1 0-1 0 0,1 0 1 0 0,0 0-1 0 0,0 0 0 0 0,0-1 1 0 0,5 0-1 0 0,-5 0-39 0 0,0-1 1 0 0,0 1-1 0 0,0-1 0 0 0,0 1 0 0 0,-1-1 0 0 0,1 0 1 0 0,0-1-1 0 0,-1 1 0 0 0,0-1 0 0 0,1 1 0 0 0,-1-1 1 0 0,0 0-1 0 0,0 0 0 0 0,-1 0 0 0 0,1-1 0 0 0,-1 1 1 0 0,3-5-1 0 0,3-7 289 0 0,0-1 0 0 0,11-31-1 0 0,-3 6 396 0 0,-16 40-630 0 0,0 1 1 0 0,0-1-1 0 0,0 0 1 0 0,1 1 0 0 0,-1-1-1 0 0,0 1 1 0 0,0-1-1 0 0,1 1 1 0 0,-1-1-1 0 0,0 1 1 0 0,1-1-1 0 0,-1 1 1 0 0,0 0 0 0 0,1-1-1 0 0,-1 1 1 0 0,1-1-1 0 0,-1 1 1 0 0,1 0-1 0 0,-1-1 1 0 0,1 1-1 0 0,-1 0 1 0 0,1 0 0 0 0,-1-1-1 0 0,1 1 1 0 0,0 0-1 0 0,8 10 450 0 0,1 30 151 0 0,-9-33-546 0 0,1 3 13 0 0,1-1-1 0 0,0 0 1 0 0,0 1-1 0 0,1-1 0 0 0,0-1 1 0 0,1 1-1 0 0,6 10 1 0 0,-7-14-299 0 0,0 0 0 0 0,1 0 0 0 0,-1-1 0 0 0,1 0 0 0 0,0 0 0 0 0,0 0 0 0 0,0-1 0 0 0,1 1 0 0 0,-1-1 0 0 0,1 0 0 0 0,0-1 0 0 0,8 3 0 0 0,5 1-7672 0 0</inkml:trace>
</inkml:ink>
</file>

<file path=ppt/ink/ink1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6:29.44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296 185 2304 0 0,'5'-16'344'0'0,"-5"16"-117"0"0,0-1 0 0 0,0 0 0 0 0,0 1 0 0 0,0-1 0 0 0,-1 0 0 0 0,-4-6 3179 0 0,4 6-3179 0 0,1 1 0 0 0,-1 0 0 0 0,1-1 0 0 0,-2 1 0 0 0,-20-4 5999 0 0,6 6-5310 0 0,5 1-539 0 0,0 1 1 0 0,0 0-1 0 0,1 0 0 0 0,-1 1 1 0 0,1 1-1 0 0,1 0 1 0 0,-1 0-1 0 0,1 1 1 0 0,0 0-1 0 0,0 0 1 0 0,1 1-1 0 0,0 1 0 0 0,-12 16 1 0 0,5-5-201 0 0,1 1-1 0 0,1 0 1 0 0,1 1-1 0 0,1 1 1 0 0,-11 30 0 0 0,18-40-162 0 0,0 0 1 0 0,0 1 0 0 0,2-1 0 0 0,-1 1-1 0 0,2 0 1 0 0,0 0 0 0 0,0 0 0 0 0,2-1-1 0 0,0 1 1 0 0,0 0 0 0 0,6 23 0 0 0,-5-30-37 0 0,0 0 1 0 0,0 0-1 0 0,1-1 0 0 0,0 1 1 0 0,1 0-1 0 0,-1-1 1 0 0,1 0-1 0 0,1 0 1 0 0,-1 0-1 0 0,1-1 1 0 0,0 1-1 0 0,0-1 1 0 0,0 0-1 0 0,1 0 0 0 0,0-1 1 0 0,0 0-1 0 0,0 0 1 0 0,0 0-1 0 0,1-1 1 0 0,-1 0-1 0 0,1 0 1 0 0,0 0-1 0 0,13 2 1 0 0,-10-3-123 0 0,0-1 1 0 0,1 0-1 0 0,-1-1 1 0 0,0 0-1 0 0,0-1 1 0 0,1 0-1 0 0,-1 0 1 0 0,0-1 0 0 0,0-1-1 0 0,0 0 1 0 0,-1 0-1 0 0,1 0 1 0 0,-1-1-1 0 0,0-1 1 0 0,0 0-1 0 0,0 0 1 0 0,0-1-1 0 0,14-12 1 0 0,-1-1-426 0 0,-1-1 1 0 0,0-1-1 0 0,-2-1 1 0 0,-1-1-1 0 0,23-35 1 0 0,-30 37 394 0 0,0 1-1 0 0,-1-1 1 0 0,-1-1 0 0 0,-1 0 0 0 0,0 0 0 0 0,-2 0 0 0 0,-1-1-1 0 0,-1 0 1 0 0,-1 0 0 0 0,1-41 0 0 0,-5 42 969 0 0,0 0 0 0 0,-1 1-1 0 0,-1-1 1 0 0,-1 0 0 0 0,-1 1 0 0 0,-15-41 0 0 0,18 58-443 0 0,1 1-1 0 0,-1 0 1 0 0,0-1 0 0 0,0 1 0 0 0,0 0 0 0 0,-6-5-1 0 0,8 7-303 0 0,0 1-1 0 0,0 0 0 0 0,0 0 1 0 0,-1-1-1 0 0,1 1 1 0 0,0 0-1 0 0,0 0 0 0 0,-1 0 1 0 0,1-1-1 0 0,0 1 0 0 0,-1 0 1 0 0,1 0-1 0 0,0 0 0 0 0,-1 0 1 0 0,1 0-1 0 0,0 0 1 0 0,0 0-1 0 0,-1 0 0 0 0,1 0 1 0 0,0-1-1 0 0,-1 1 0 0 0,1 0 1 0 0,0 1-1 0 0,-1-1 0 0 0,1 0 1 0 0,0 0-1 0 0,-1 0 1 0 0,1 0-1 0 0,0 0 0 0 0,-1 0 1 0 0,-4 18 585 0 0,4 16-388 0 0,1 1 0 0 0,2-1 0 0 0,10 50 1 0 0,31 100-181 0 0,-34-151-139 0 0,1 0 1 0 0,2-1-1 0 0,1 0 0 0 0,1-1 0 0 0,2-1 0 0 0,1 0 0 0 0,31 41 1 0 0,-47-70 35 0 0,-1 0 0 0 0,1 0 0 0 0,-1 0 0 0 0,1 0 0 0 0,0-1 0 0 0,0 1 1 0 0,-1 0-1 0 0,1-1 0 0 0,0 1 0 0 0,0 0 0 0 0,0-1 0 0 0,0 1 1 0 0,0-1-1 0 0,0 1 0 0 0,-1-1 0 0 0,1 0 0 0 0,0 1 0 0 0,0-1 0 0 0,0 0 1 0 0,0 0-1 0 0,1 0 0 0 0,-1 0 0 0 0,0 0 0 0 0,0 0 0 0 0,0 0 1 0 0,1 0-1 0 0,-1-1 3 0 0,1 1 0 0 0,-1-1-1 0 0,1 0 1 0 0,-1 0 0 0 0,1 0 0 0 0,-1 0 0 0 0,0 0 0 0 0,0-1 0 0 0,0 1 0 0 0,0 0 0 0 0,0-1 0 0 0,0 1 0 0 0,0 0-1 0 0,1-3 1 0 0,3-6-7 0 0,-1 0-1 0 0,0 0 0 0 0,4-20 0 0 0,-1-2 152 0 0,1 0 1 0 0,1 1-1 0 0,2 0 1 0 0,1 1-1 0 0,26-47 1 0 0,-37 76-84 0 0,0-1 0 0 0,0 0 1 0 0,0 1-1 0 0,0-1 0 0 0,0 0 0 0 0,0 1 1 0 0,0 0-1 0 0,1-1 0 0 0,-1 1 1 0 0,1 0-1 0 0,-1-1 0 0 0,1 1 1 0 0,-1 0-1 0 0,1 0 0 0 0,0 0 0 0 0,-1 1 1 0 0,1-1-1 0 0,0 0 0 0 0,0 1 1 0 0,0-1-1 0 0,0 1 0 0 0,0-1 0 0 0,2 1 1 0 0,-2 1 18 0 0,0-1-1 0 0,0 1 1 0 0,-1 0 0 0 0,1 0 0 0 0,0 0-1 0 0,0 0 1 0 0,0 0 0 0 0,-1 0 0 0 0,1 1 0 0 0,-1-1-1 0 0,1 0 1 0 0,-1 1 0 0 0,1 0 0 0 0,-1-1-1 0 0,0 1 1 0 0,0 0 0 0 0,0-1 0 0 0,0 1-1 0 0,0 0 1 0 0,1 4 0 0 0,11 22 179 0 0,-9-17-286 0 0,1-1-1 0 0,-1 1 1 0 0,1-1-1 0 0,1 0 1 0 0,0 0-1 0 0,1-1 0 0 0,0 0 1 0 0,0 0-1 0 0,1 0 1 0 0,0-1-1 0 0,0 0 1 0 0,13 8-1 0 0,14 5-2421 0 0,-16-11-5444 0 0</inkml:trace>
</inkml:ink>
</file>

<file path=ppt/ink/ink1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6:29.82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170 150 3225 0 0,'3'-27'458'0'0,"-4"-20"4377"0"0,1 43-4309 0 0,-1-1 0 0 0,1 0 0 0 0,-1 1 0 0 0,0-1 0 0 0,-1 0 1 0 0,1 1-1 0 0,-1 0 0 0 0,0-1 0 0 0,0 1 0 0 0,0 0 0 0 0,-1 0 0 0 0,1 0 0 0 0,-5-5 0 0 0,6 8-390 0 0,0 0 0 0 0,0 1-1 0 0,0-1 1 0 0,0 0-1 0 0,0 0 1 0 0,0 1 0 0 0,0-1-1 0 0,-1 0 1 0 0,1 1-1 0 0,0-1 1 0 0,0 1-1 0 0,-1 0 1 0 0,1-1 0 0 0,0 1-1 0 0,-1 0 1 0 0,1 0-1 0 0,-1 0 1 0 0,1 0 0 0 0,0 0-1 0 0,-1 0 1 0 0,-2 0-1 0 0,2 1 21 0 0,-1 0 0 0 0,0 0-1 0 0,1 1 1 0 0,-1-1-1 0 0,1 0 1 0 0,-1 1 0 0 0,1 0-1 0 0,0-1 1 0 0,-4 5-1 0 0,-2 3 28 0 0,0-1 1 0 0,1 2-1 0 0,1-1 0 0 0,-7 12 0 0 0,6-8-145 0 0,0 2 1 0 0,1-1-1 0 0,0 1 1 0 0,2 0 0 0 0,-1 0-1 0 0,2 0 1 0 0,0 1-1 0 0,-1 21 1 0 0,4-30-69 0 0,0 1 1 0 0,0-1 0 0 0,1 0 0 0 0,0 1-1 0 0,0-1 1 0 0,1 0 0 0 0,0 0-1 0 0,5 14 1 0 0,-5-17-50 0 0,1 0-1 0 0,-1 0 0 0 0,1 0 1 0 0,0 0-1 0 0,0-1 0 0 0,0 1 1 0 0,0-1-1 0 0,1 1 1 0 0,-1-1-1 0 0,1 0 0 0 0,0 0 1 0 0,0-1-1 0 0,0 1 1 0 0,9 3-1 0 0,-12-5-79 0 0,1-1 1 0 0,0 1-1 0 0,0-1 0 0 0,-1 1 1 0 0,1-1-1 0 0,0 0 0 0 0,0 1 1 0 0,0-1-1 0 0,0 0 1 0 0,-1 0-1 0 0,1 0 0 0 0,0 0 1 0 0,0-1-1 0 0,0 1 0 0 0,0 0 1 0 0,0-1-1 0 0,-1 0 0 0 0,1 1 1 0 0,0-1-1 0 0,2-1 1 0 0,-1-1-40 0 0,1 1 0 0 0,-1-1 0 0 0,0 1 0 0 0,0-1 0 0 0,-1 0 0 0 0,1 0 0 0 0,-1 0 0 0 0,1-1 0 0 0,1-3 0 0 0,3-7 214 0 0,-1 1 0 0 0,0-1 0 0 0,-1 1 0 0 0,4-19 1 0 0,-4 10 934 0 0,-2 5-177 0 0,1 1 0 0 0,7-19 1 0 0,-10 32-615 0 0,0 0 1 0 0,0 1 0 0 0,0-1 0 0 0,0 0 0 0 0,1 1 0 0 0,-1 0 0 0 0,1-1 0 0 0,0 1 0 0 0,-1 0 0 0 0,1-1-1 0 0,0 1 1 0 0,0 0 0 0 0,1 1 0 0 0,-1-1 0 0 0,0 0 0 0 0,1 1 0 0 0,-1-1 0 0 0,1 1 0 0 0,3-2 0 0 0,-4 3-131 0 0,0 0-1 0 0,-1 0 1 0 0,1 0 0 0 0,0 0 0 0 0,0 1 0 0 0,-1-1 0 0 0,1 0 0 0 0,0 1 0 0 0,0 0 0 0 0,-1-1 0 0 0,1 1 0 0 0,0 0 0 0 0,-1 0 0 0 0,1 0 0 0 0,-1 0 0 0 0,1 0-1 0 0,-1 0 1 0 0,0 0 0 0 0,1 0 0 0 0,-1 1 0 0 0,0-1 0 0 0,0 1 0 0 0,0-1 0 0 0,0 1 0 0 0,0-1 0 0 0,0 1 0 0 0,0-1 0 0 0,-1 1 0 0 0,2 2 0 0 0,3 8 244 0 0,0 1 1 0 0,5 21-1 0 0,-8-30-263 0 0,0 7-101 0 0,2-1 0 0 0,-1 0 0 0 0,1 0 0 0 0,1 0 0 0 0,0 0 0 0 0,0-1 0 0 0,10 13 0 0 0,-10-17-24 0 0,0 1 1 0 0,1-1 0 0 0,0 1-1 0 0,0-1 1 0 0,0-1 0 0 0,0 1-1 0 0,1-1 1 0 0,-1 0 0 0 0,1-1-1 0 0,0 0 1 0 0,9 3 0 0 0,2 0-1232 0 0</inkml:trace>
</inkml:ink>
</file>

<file path=ppt/ink/ink1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6:30.3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24 456 0 0,'1'-1'498'0'0,"0"-1"-1"0"0,0 1 1 0 0,0-1-1 0 0,0 1 1 0 0,0-1-1 0 0,0 1 1 0 0,0 0-1 0 0,1-1 1 0 0,-1 1-1 0 0,0 0 1 0 0,1 0-1 0 0,-1 0 1 0 0,1 0 0 0 0,-1 0-1 0 0,1 0 1 0 0,0 1-1 0 0,-1-1 1 0 0,1 0-1 0 0,0 1 1 0 0,0 0-1 0 0,-1-1 1 0 0,1 1-1 0 0,0 0 1 0 0,0 0-1 0 0,0 0 1 0 0,-1 0-1 0 0,1 0 1 0 0,0 0 0 0 0,2 1-1 0 0,0-1-153 0 0,-1 1 0 0 0,0 0-1 0 0,0 0 1 0 0,0 1 0 0 0,0-1-1 0 0,0 1 1 0 0,0-1 0 0 0,0 1 0 0 0,0 0-1 0 0,-1 0 1 0 0,1 0 0 0 0,-1 0 0 0 0,1 0-1 0 0,-1 1 1 0 0,3 3 0 0 0,4 10-154 0 0,1 0 1 0 0,-2 1-1 0 0,-1 0 1 0 0,0 1-1 0 0,-1 0 1 0 0,0 0-1 0 0,-2 0 1 0 0,0 0-1 0 0,-1 1 0 0 0,0 24 1 0 0,-2-58-149 0 0,0-1 0 0 0,1 1 0 0 0,0 0 0 0 0,1-1 0 0 0,1 1 0 0 0,0 1 0 0 0,2-1 0 0 0,-1 1 0 0 0,2 0 0 0 0,-1 0 0 0 0,18-25 0 0 0,-22 37 0 0 0,1 0 0 0 0,-1 0 0 0 0,1 0 0 0 0,-1 1 1 0 0,1-1-1 0 0,0 0 0 0 0,0 1 0 0 0,0 0 0 0 0,-1 0 0 0 0,1 0 0 0 0,1 0 0 0 0,-1 0 0 0 0,0 0 0 0 0,0 1 1 0 0,0 0-1 0 0,0-1 0 0 0,0 1 0 0 0,0 0 0 0 0,1 1 0 0 0,-1-1 0 0 0,0 1 0 0 0,0-1 0 0 0,0 1 1 0 0,0 0-1 0 0,0 0 0 0 0,0 0 0 0 0,4 3 0 0 0,1-1 45 0 0,0 1 1 0 0,0 0-1 0 0,0 0 0 0 0,-1 1 1 0 0,0 0-1 0 0,0 0 0 0 0,0 1 1 0 0,0 0-1 0 0,5 7 0 0 0,-7-7-85 0 0,-1 1-1 0 0,0 0 0 0 0,-1-1 0 0 0,1 1 1 0 0,-1 1-1 0 0,-1-1 0 0 0,1 0 0 0 0,-1 1 0 0 0,-1-1 1 0 0,2 11-1 0 0,0 10-800 0 0,-2 43 1 0 0,-2-43-767 0 0,1-1-6529 0 0</inkml:trace>
</inkml:ink>
</file>

<file path=ppt/ink/ink1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6:30.87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216 0 14283 0 0,'-2'1'151'0'0,"0"-1"1"0"0,0 1-1 0 0,-1 0 0 0 0,1 0 0 0 0,0-1 0 0 0,0 1 1 0 0,0 1-1 0 0,0-1 0 0 0,0 0 0 0 0,0 0 1 0 0,0 1-1 0 0,0-1 0 0 0,1 1 0 0 0,-4 3 0 0 0,-26 32 1057 0 0,18-20-814 0 0,-8 7-182 0 0,-52 64 1027 0 0,67-80-1160 0 0,1 1-1 0 0,0-1 1 0 0,0 1-1 0 0,1 0 0 0 0,0 0 1 0 0,0 0-1 0 0,1 0 1 0 0,1 1-1 0 0,-3 11 0 0 0,5-20-83 0 0,-1 1-1 0 0,1-1 0 0 0,0 0 0 0 0,0 0 0 0 0,0 0 0 0 0,-1 0 0 0 0,1 1 1 0 0,0-1-1 0 0,0 0 0 0 0,1 0 0 0 0,-1 1 0 0 0,0-1 0 0 0,0 0 0 0 0,0 0 1 0 0,1 0-1 0 0,-1 0 0 0 0,1 0 0 0 0,-1 1 0 0 0,1-1 0 0 0,-1 0 0 0 0,1 0 1 0 0,0 0-1 0 0,0 0 0 0 0,-1 0 0 0 0,1 0 0 0 0,0-1 0 0 0,0 1 0 0 0,0 0 1 0 0,0 0-1 0 0,0-1 0 0 0,0 1 0 0 0,0 0 0 0 0,0-1 0 0 0,0 1 0 0 0,0-1 1 0 0,0 1-1 0 0,0-1 0 0 0,1 0 0 0 0,-1 1 0 0 0,0-1 0 0 0,0 0 1 0 0,0 0-1 0 0,1 0 0 0 0,-1 0 0 0 0,0 0 0 0 0,3 0 0 0 0,1-1-28 0 0,0 0-1 0 0,0-1 1 0 0,0 1-1 0 0,0-1 1 0 0,0 0-1 0 0,-1 0 1 0 0,1 0-1 0 0,-1-1 1 0 0,8-5-1 0 0,1-4-12 0 0,-1 0-1 0 0,-1-1 1 0 0,0-1-1 0 0,0 0 1 0 0,-1 0 0 0 0,-1-1-1 0 0,14-31 1 0 0,10-15 1216 0 0,-32 59-1112 0 0,-1 1 0 0 0,1 0 1 0 0,0-1-1 0 0,-1 1 0 0 0,1 0 0 0 0,0 0 1 0 0,0 0-1 0 0,0-1 0 0 0,0 1 0 0 0,0 0 1 0 0,0 0-1 0 0,0 0 0 0 0,1 0 0 0 0,-1 1 1 0 0,0-1-1 0 0,0 0 0 0 0,1 0 1 0 0,-1 1-1 0 0,1-1 0 0 0,-1 1 0 0 0,0-1 1 0 0,1 1-1 0 0,1 0 0 0 0,-2 0-2 0 0,1 0 0 0 0,-1 1 0 0 0,0-1 0 0 0,0 1 0 0 0,1 0 0 0 0,-1 0 0 0 0,0-1 0 0 0,0 1 0 0 0,0 0 0 0 0,0 0 0 0 0,0 0 0 0 0,0 0 0 0 0,0 0 0 0 0,0 0 1 0 0,0 0-1 0 0,-1 0 0 0 0,1 1 0 0 0,0-1 0 0 0,0 2 0 0 0,4 7 53 0 0,-1 1 0 0 0,0 0 0 0 0,-1 0 0 0 0,3 18 0 0 0,3 30 109 0 0,-3-1 0 0 0,-3 103-1 0 0,-5-119 51 0 0,-3 0 1 0 0,-1 0-1 0 0,-1-1 0 0 0,-22 66 0 0 0,24-93-364 0 0,-1 0 1 0 0,0 0 0 0 0,-1-1 0 0 0,0 0-1 0 0,-19 24 1 0 0,23-32 47 0 0,-1-1 1 0 0,1 0-1 0 0,-1 0 1 0 0,0-1-1 0 0,0 1 1 0 0,-1-1-1 0 0,1 0 1 0 0,-1 0-1 0 0,1 0 1 0 0,-1 0-1 0 0,0-1 1 0 0,0 0-1 0 0,0 0 1 0 0,-1 0-1 0 0,1-1 1 0 0,0 0-1 0 0,-1 0 1 0 0,1 0-1 0 0,-9 0 0 0 0,0-3-396 0 0,4-4-3 0 0</inkml:trace>
</inkml:ink>
</file>

<file path=ppt/ink/ink1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6:31.20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0 268 5065 0 0,'15'1'870'0'0,"-1"0"-1"0"0,1-1 0 0 0,-1-1 1 0 0,1 0-1 0 0,23-6 1 0 0,-33 6-601 0 0,1 0 0 0 0,0-1 0 0 0,0 0 1 0 0,-1 0-1 0 0,1 0 0 0 0,-1-1 0 0 0,1 0 1 0 0,-1 0-1 0 0,0 0 0 0 0,0-1 1 0 0,-1 1-1 0 0,1-1 0 0 0,-1 0 0 0 0,0-1 1 0 0,0 1-1 0 0,4-6 0 0 0,-5 4-31 0 0,-1 0-1 0 0,0 0 0 0 0,-1 0 1 0 0,1 0-1 0 0,-1 0 0 0 0,0 0 1 0 0,-1 0-1 0 0,1 0 0 0 0,-1 0 1 0 0,0 0-1 0 0,-1 0 0 0 0,0-1 1 0 0,0 1-1 0 0,0 0 0 0 0,0 0 1 0 0,-4-7-1 0 0,3 7-133 0 0,0 0 1 0 0,0 0-1 0 0,0 0 1 0 0,-1 1-1 0 0,0-1 0 0 0,-1 1 1 0 0,1-1-1 0 0,-1 1 1 0 0,0 0-1 0 0,0 0 0 0 0,0 1 1 0 0,-1-1-1 0 0,0 1 1 0 0,0 0-1 0 0,-9-5 0 0 0,12 7-70 0 0,-1 1-1 0 0,1 0 0 0 0,-1 0 0 0 0,0 0 1 0 0,1 1-1 0 0,-1-1 0 0 0,0 1 0 0 0,0-1 0 0 0,0 1 1 0 0,0 0-1 0 0,1 0 0 0 0,-1 0 0 0 0,0 1 1 0 0,0-1-1 0 0,0 0 0 0 0,1 1 0 0 0,-1 0 1 0 0,-5 2-1 0 0,4-1 25 0 0,0 0-1 0 0,0 1 1 0 0,0 0 0 0 0,1 0 0 0 0,-1 0-1 0 0,1 0 1 0 0,0 0 0 0 0,0 0 0 0 0,0 1-1 0 0,-4 7 1 0 0,1-2 21 0 0,2 0-1 0 0,-1 0 1 0 0,2 0-1 0 0,-1 1 0 0 0,1-1 1 0 0,0 1-1 0 0,1 0 1 0 0,0 0-1 0 0,1 0 1 0 0,0 12-1 0 0,1-13 3 0 0,1 0 0 0 0,0 0 1 0 0,0 0-1 0 0,1 0 0 0 0,0 0 0 0 0,1 0 0 0 0,0-1 0 0 0,0 1 0 0 0,1-1 0 0 0,0 0 0 0 0,1 0 1 0 0,0 0-1 0 0,0 0 0 0 0,0-1 0 0 0,1 0 0 0 0,0 0 0 0 0,1-1 0 0 0,0 1 0 0 0,0-1 0 0 0,0-1 1 0 0,0 1-1 0 0,1-1 0 0 0,16 7 0 0 0,-10-5-143 0 0,0-2 0 0 0,1 0 1 0 0,0 0-1 0 0,0-2 0 0 0,1 1 1 0 0,-1-2-1 0 0,0 0 0 0 0,1-1 1 0 0,0-1-1 0 0,-1 0 0 0 0,1-1 0 0 0,-1-1 1 0 0,23-5-1 0 0,-9-1-574 0 0</inkml:trace>
</inkml:ink>
</file>

<file path=ppt/ink/ink1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6:32.50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23 18 15203 0 0,'-1'-1'335'0'0,"0"0"-1"0"0,0 0 1 0 0,0 0 0 0 0,0 0-1 0 0,0 0 1 0 0,0 0 0 0 0,0 1-1 0 0,0-1 1 0 0,0 0-1 0 0,0 1 1 0 0,0-1 0 0 0,0 1-1 0 0,0-1 1 0 0,-2 1 0 0 0,3 0-282 0 0,-1 0-1 0 0,1 0 1 0 0,0 0 0 0 0,0 0 0 0 0,-1 0 0 0 0,1 1 0 0 0,0-1 0 0 0,-1 0 0 0 0,1 0 0 0 0,0 0-1 0 0,0 0 1 0 0,0 1 0 0 0,-1-1 0 0 0,1 0 0 0 0,0 0 0 0 0,0 1 0 0 0,0-1 0 0 0,-1 0 0 0 0,1 0 0 0 0,0 1-1 0 0,0-1 1 0 0,0 0 0 0 0,0 1 0 0 0,0-1 0 0 0,0 0 0 0 0,0 1 0 0 0,0-1 0 0 0,0 0 0 0 0,0 0-1 0 0,0 1 1 0 0,0-1 0 0 0,0 0 0 0 0,0 1 0 0 0,0 3 1 0 0,0 0 1 0 0,1 0-1 0 0,-1 0 1 0 0,1 0-1 0 0,0-1 1 0 0,3 8-1 0 0,17 34 9 0 0,2-1 1 0 0,2-2-1 0 0,56 73 1 0 0,112 101 278 0 0,-190-213-297 0 0,0 0 0 0 0,1 0 0 0 0,-1 0 0 0 0,1 0-1 0 0,0 0 1 0 0,0-1 0 0 0,-1 0 0 0 0,2 0 0 0 0,3 2-1 0 0,-6-3-46 0 0,-1-1-1 0 0,1 0 0 0 0,-1 0 0 0 0,1 0 0 0 0,-1 0 0 0 0,1 0 0 0 0,-1 0 0 0 0,1 0 0 0 0,-1 0 1 0 0,1-1-1 0 0,-1 1 0 0 0,1 0 0 0 0,-1-1 0 0 0,0 1 0 0 0,1-1 0 0 0,-1 0 0 0 0,0 1 1 0 0,1-1-1 0 0,-1 0 0 0 0,0 0 0 0 0,0 0 0 0 0,0 0 0 0 0,0 0 0 0 0,0 0 0 0 0,0 0 0 0 0,0 0 1 0 0,0-1-1 0 0,0 1 0 0 0,0 0 0 0 0,1-3 0 0 0,4-10 128 0 0,1 0 0 0 0,-2 0 0 0 0,0 0 0 0 0,0 0 0 0 0,-1-1 0 0 0,-1 0 0 0 0,2-30 0 0 0,-3-107 190 0 0,-4 105-271 0 0,0 16-224 0 0,1 0-1 0 0,5-50 1 0 0,-4 79 8 0 0,1 0 0 0 0,-1 0 1 0 0,1 0-1 0 0,-1-1 1 0 0,1 1-1 0 0,0 0 1 0 0,-1 0-1 0 0,1 0 0 0 0,0 0 1 0 0,1 0-1 0 0,-1 0 1 0 0,0 1-1 0 0,3-4 1 0 0</inkml:trace>
</inkml:ink>
</file>

<file path=ppt/ink/ink1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6:32.85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38 65 10138 0 0,'0'0'-2'0'0,"2"-34"1838"0"0,-2 32-1460 0 0,0 0 1 0 0,0 1 0 0 0,0-1-1 0 0,-1 1 1 0 0,1-1 0 0 0,0 0 0 0 0,-1 1-1 0 0,1-1 1 0 0,-1 1 0 0 0,1-1-1 0 0,-1 1 1 0 0,0-1 0 0 0,1 1-1 0 0,-1-1 1 0 0,0 1 0 0 0,0 0-1 0 0,-3-3 1 0 0,4 4-298 0 0,0 0 0 0 0,-1 0 0 0 0,1 0 0 0 0,-1 0-1 0 0,1 0 1 0 0,0 0 0 0 0,-1 0 0 0 0,1 0 0 0 0,-1 0 0 0 0,1 0 0 0 0,0 0 0 0 0,-1 0-1 0 0,1 0 1 0 0,-1 0 0 0 0,1 1 0 0 0,0-1 0 0 0,-1 0 0 0 0,1 0 0 0 0,0 0 0 0 0,-1 1-1 0 0,1-1 1 0 0,0 0 0 0 0,-1 0 0 0 0,1 1 0 0 0,0-1 0 0 0,0 0 0 0 0,-1 1 0 0 0,1-1-1 0 0,0 0 1 0 0,0 1 0 0 0,-1-1 0 0 0,1 0 0 0 0,0 1 0 0 0,0-1 0 0 0,0 1 0 0 0,0-1 0 0 0,0 0-1 0 0,0 1 1 0 0,0-1 0 0 0,-1 1 0 0 0,-4 19 669 0 0,5-19-694 0 0,-4 18-22 0 0,1-1-1 0 0,1 1 1 0 0,1-1 0 0 0,0 1 0 0 0,2 0 0 0 0,0-1 0 0 0,1 1 0 0 0,6 24 0 0 0,-6-36-24 0 0,0 0-1 0 0,0 0 1 0 0,1 0 0 0 0,0-1-1 0 0,1 1 1 0 0,-1-1-1 0 0,1 0 1 0 0,0 0 0 0 0,1 0-1 0 0,8 9 1 0 0,-9-12-6 0 0,0 0-1 0 0,0 0 1 0 0,0 0 0 0 0,1 0 0 0 0,-1-1-1 0 0,1 0 1 0 0,-1 0 0 0 0,1 0 0 0 0,0 0 0 0 0,0-1-1 0 0,0 0 1 0 0,0 0 0 0 0,0 0 0 0 0,1 0-1 0 0,-1-1 1 0 0,8-1 0 0 0,-8 1 3 0 0,0 0 0 0 0,0-1 0 0 0,-1 1 0 0 0,1-1 0 0 0,0 0 1 0 0,-1-1-1 0 0,1 1 0 0 0,-1-1 0 0 0,1 0 0 0 0,-1 0 0 0 0,0 0 0 0 0,0-1 0 0 0,0 0 0 0 0,0 0 0 0 0,0 0 1 0 0,6-6-1 0 0,-6 4 10 0 0,-1 0 1 0 0,1 0-1 0 0,-1 0 1 0 0,0-1-1 0 0,0 1 0 0 0,0-1 1 0 0,-1 0-1 0 0,0 0 1 0 0,0 0-1 0 0,-1 0 1 0 0,2-10-1 0 0,-2 6-1 0 0,0 0 0 0 0,0 0 0 0 0,-1 0 0 0 0,-1 0 0 0 0,0 0 0 0 0,0 0 0 0 0,-1 1 0 0 0,0-1-1 0 0,-1 0 1 0 0,0 1 0 0 0,-1 0 0 0 0,0-1 0 0 0,0 1 0 0 0,0 1 0 0 0,-12-16 0 0 0,12 19-81 0 0,-1 0 1 0 0,0 0-1 0 0,0 1 1 0 0,0-1-1 0 0,-1 1 1 0 0,-6-3-1 0 0,10 5-73 0 0,-1 1 1 0 0,1-1-1 0 0,-1 1 0 0 0,0 0 0 0 0,1 0 1 0 0,-1 0-1 0 0,0 1 0 0 0,0-1 1 0 0,0 1-1 0 0,1-1 0 0 0,-1 1 1 0 0,0 0-1 0 0,0 0 0 0 0,0 0 1 0 0,0 1-1 0 0,-5 0 0 0 0,-7 6-739 0 0</inkml:trace>
</inkml:ink>
</file>

<file path=ppt/ink/ink1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6:33.12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37 54 11979 0 0,'-4'-12'1108'0'0,"-21"-29"5480"0"0,25 41-6533 0 0,0 0-1 0 0,0 0 1 0 0,-1 0-1 0 0,1 0 1 0 0,0 0 0 0 0,0 0-1 0 0,-1 0 1 0 0,1 0 0 0 0,0 0-1 0 0,0 0 1 0 0,-1 0 0 0 0,1 0-1 0 0,0 1 1 0 0,0-1 0 0 0,-1 0-1 0 0,1 0 1 0 0,0 0-1 0 0,0 0 1 0 0,0 1 0 0 0,-1-1-1 0 0,1 0 1 0 0,0 0 0 0 0,0 0-1 0 0,0 1 1 0 0,0-1 0 0 0,0 0-1 0 0,-1 0 1 0 0,1 0 0 0 0,0 1-1 0 0,0-1 1 0 0,0 0 0 0 0,0 0-1 0 0,0 1 1 0 0,0-1-1 0 0,0 0 1 0 0,0 0 0 0 0,0 1-1 0 0,0-1 1 0 0,0 0 0 0 0,0 1-1 0 0,-2 12 677 0 0,3 42-35 0 0,16 104 0 0 0,-8-89-433 0 0,71 546 4 0 0,-67-504-1430 0 0,-5-60 563 0 0</inkml:trace>
</inkml:ink>
</file>

<file path=ppt/ink/ink1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6:33.41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6 11058 0 0,'7'-6'6631'0'0,"-7"7"-6526"0"0,10 17 2586 0 0,10 37-1529 0 0,-18-48-555 0 0,81 303 1286 0 0,-53-183-3361 0 0,58 154-1 0 0,-77-254-6210 0 0</inkml:trace>
</inkml:ink>
</file>

<file path=ppt/ink/ink1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6:33.92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1 321 6913 0 0,'55'-27'5326'0'0,"-53"26"-5304"0"0,238-106 3172 0 0,-75 44-9584 0 0,-33 18 3245 0 0,78-32 16824 0 0,-239 80-10404 0 0,23-2-3170 0 0,1 0 0 0 0,-1 0 0 0 0,0 0 0 0 0,1 1 0 0 0,0-1 0 0 0,-1 2 0 0 0,1-1-1 0 0,0 0 1 0 0,0 1 0 0 0,0 0 0 0 0,-5 4 0 0 0,2 2-129 0 0,1 0 0 0 0,1 0 0 0 0,-1 0 0 0 0,1 1 0 0 0,1 0 0 0 0,0 0 1 0 0,0 1-1 0 0,1-1 0 0 0,1 1 0 0 0,-1 0 0 0 0,2 0 0 0 0,0 0 0 0 0,0 0 0 0 0,1 1 0 0 0,0-1 0 0 0,1 0 0 0 0,0 1 0 0 0,1-1 0 0 0,0 0 0 0 0,1 1 0 0 0,4 15 0 0 0,-6-26 4 0 0,1 1 0 0 0,0 0-1 0 0,-1 0 1 0 0,1 0 0 0 0,0 0-1 0 0,0 0 1 0 0,0-1 0 0 0,0 1-1 0 0,0 0 1 0 0,1-1 0 0 0,-1 1-1 0 0,0-1 1 0 0,1 0 0 0 0,-1 1-1 0 0,1-1 1 0 0,-1 0 0 0 0,1 0-1 0 0,0 0 1 0 0,-1 0 0 0 0,1 0-1 0 0,0 0 1 0 0,0 0 0 0 0,0-1-1 0 0,0 1 1 0 0,0-1 0 0 0,0 1-1 0 0,3-1 1 0 0,-2 0-51 0 0,0-1-1 0 0,-1 1 1 0 0,1-1 0 0 0,0 0 0 0 0,0 0-1 0 0,-1-1 1 0 0,1 1 0 0 0,-1-1 0 0 0,1 1 0 0 0,-1-1-1 0 0,1 0 1 0 0,-1 1 0 0 0,0-1 0 0 0,0 0-1 0 0,0-1 1 0 0,0 1 0 0 0,0 0 0 0 0,1-3-1 0 0,5-7-37 0 0,-1-1 0 0 0,-1 0 0 0 0,0 0 0 0 0,-1 0 0 0 0,0-1 0 0 0,-1 0 0 0 0,3-19 0 0 0,-4 16 494 0 0,1 1 0 0 0,1 0 0 0 0,1-1 1 0 0,10-20-1 0 0,-16 37-365 0 0,0 0 0 0 0,0-1 0 0 0,0 1 0 0 0,1 0-1 0 0,-1-1 1 0 0,0 1 0 0 0,0 0 0 0 0,0-1 0 0 0,1 1 0 0 0,-1 0 0 0 0,0-1 0 0 0,1 1 0 0 0,-1 0 0 0 0,0 0 0 0 0,0-1 0 0 0,1 1 0 0 0,-1 0-1 0 0,1 0 1 0 0,-1 0 0 0 0,0 0 0 0 0,1-1 0 0 0,-1 1 0 0 0,0 0 0 0 0,1 0 0 0 0,-1 0 0 0 0,1 0 0 0 0,-1 0 0 0 0,0 0 0 0 0,1 0 0 0 0,-1 0-1 0 0,1 0 1 0 0,-1 0 0 0 0,12 10 290 0 0,5 22-97 0 0,-16-29-161 0 0,6 13-191 0 0,0 1-1 0 0,2-1 1 0 0,0 0 0 0 0,1-1-1 0 0,0 0 1 0 0,1-1 0 0 0,1 0-1 0 0,0-1 1 0 0,26 22-1 0 0,-18-21-1030 0 0</inkml:trace>
</inkml:ink>
</file>

<file path=ppt/ink/ink1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6:34.3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146 17 7834 0 0,'-2'-2'646'0'0,"0"0"0"0"0,0 1 0 0 0,0-1 0 0 0,0 1 1 0 0,0 0-1 0 0,0 0 0 0 0,0 0 0 0 0,0 0 0 0 0,-1 0 1 0 0,1 0-1 0 0,0 0 0 0 0,-5 0 0 0 0,4 1-180 0 0,-1-1 0 0 0,0 1 0 0 0,1 0 0 0 0,-1 1-1 0 0,1-1 1 0 0,-1 1 0 0 0,1-1 0 0 0,-5 2 0 0 0,4 0-302 0 0,-1-1-1 0 0,1 1 1 0 0,0 0 0 0 0,0 0 0 0 0,1 0 0 0 0,-1 1-1 0 0,0-1 1 0 0,1 1 0 0 0,-1 0 0 0 0,1 0-1 0 0,0 0 1 0 0,0 1 0 0 0,0-1 0 0 0,-3 6 0 0 0,2-1-146 0 0,1 1 0 0 0,0 0 0 0 0,0 1 1 0 0,1-1-1 0 0,0 0 0 0 0,0 1 0 0 0,1-1 1 0 0,1 1-1 0 0,0-1 0 0 0,0 1 1 0 0,0-1-1 0 0,2 1 0 0 0,-1-1 0 0 0,1 1 1 0 0,3 9-1 0 0,-3-12-69 0 0,-1-1-1 0 0,1 0 1 0 0,1 0 0 0 0,-1 0 0 0 0,1 0-1 0 0,0 0 1 0 0,0 0 0 0 0,1-1-1 0 0,-1 0 1 0 0,1 1 0 0 0,0-1 0 0 0,1-1-1 0 0,-1 1 1 0 0,1-1 0 0 0,0 1 0 0 0,0-1-1 0 0,1-1 1 0 0,-1 1 0 0 0,1-1 0 0 0,0 0-1 0 0,0 0 1 0 0,11 3 0 0 0,-15-5-20 0 0,0-1 1 0 0,0 0 0 0 0,0 0-1 0 0,0 0 1 0 0,0 0-1 0 0,0 0 1 0 0,0-1 0 0 0,0 1-1 0 0,0 0 1 0 0,0-1-1 0 0,0 0 1 0 0,0 1 0 0 0,0-1-1 0 0,-1 0 1 0 0,1 0-1 0 0,0 0 1 0 0,0 0 0 0 0,-1 0-1 0 0,1-1 1 0 0,-1 1-1 0 0,1 0 1 0 0,-1-1 0 0 0,0 1-1 0 0,1-1 1 0 0,-1 1-1 0 0,1-3 1 0 0,4-6 177 0 0,0-1 0 0 0,-1 1 0 0 0,7-19 0 0 0,4-9 698 0 0,-13 34-679 0 0,-1 0 1 0 0,1-1 0 0 0,0 1-1 0 0,1 0 1 0 0,-1 1 0 0 0,1-1-1 0 0,-1 1 1 0 0,1-1 0 0 0,0 1-1 0 0,1 0 1 0 0,5-3 0 0 0,-8 6-91 0 0,-1-1 0 0 0,1 0 0 0 0,0 1 0 0 0,0 0 0 0 0,0-1 0 0 0,0 1 0 0 0,0 0 0 0 0,0 0 0 0 0,0 0 0 0 0,-1 0 0 0 0,1 0 0 0 0,0 1 0 0 0,0-1 0 0 0,0 0 0 0 0,0 1 0 0 0,0 0 0 0 0,-1-1 0 0 0,1 1 0 0 0,0 0 0 0 0,0 0 0 0 0,-1 0 0 0 0,1 0 0 0 0,-1 0 0 0 0,1 0 0 0 0,-1 0 0 0 0,1 1 0 0 0,-1-1 0 0 0,0 1 0 0 0,0-1 0 0 0,1 1 0 0 0,-1-1 0 0 0,1 4 0 0 0,6 7 62 0 0,-2 1 0 0 0,1-1 0 0 0,-2 2-1 0 0,0-1 1 0 0,0 0 0 0 0,-1 1 0 0 0,-1 0-1 0 0,3 24 1 0 0,-2 9 30 0 0,-2 61 0 0 0,-3-65 73 0 0,-2-1-1 0 0,-2 1 1 0 0,-13 55-1 0 0,12-73-661 0 0,-2-1 0 0 0,-1 1 0 0 0,-15 28 0 0 0,14-34-1565 0 0,-1-1-1 0 0,-17 22 1 0 0,14-22-5736 0 0</inkml:trace>
</inkml:ink>
</file>

<file path=ppt/ink/ink1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6:34.63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0 311 7834 0 0,'5'3'430'0'0,"1"1"0"0"0,-1-1 1 0 0,0 0-1 0 0,1-1 1 0 0,0 1-1 0 0,-1-1 1 0 0,1 0-1 0 0,0 0 0 0 0,0-1 1 0 0,0 0-1 0 0,1 0 1 0 0,-1 0-1 0 0,0-1 0 0 0,0 0 1 0 0,0 0-1 0 0,1 0 1 0 0,-1-1-1 0 0,0 0 0 0 0,0 0 1 0 0,9-4-1 0 0,-8 2-65 0 0,1 0-1 0 0,-1 0 1 0 0,-1-1 0 0 0,1 0-1 0 0,0-1 1 0 0,-1 1 0 0 0,0-1-1 0 0,0-1 1 0 0,0 1-1 0 0,-1-1 1 0 0,0 0 0 0 0,0 0-1 0 0,0 0 1 0 0,-1-1 0 0 0,6-11-1 0 0,-5 8-258 0 0,-1-1 0 0 0,0 0-1 0 0,-1-1 1 0 0,0 1 0 0 0,-1 0 0 0 0,0-1-1 0 0,0 0 1 0 0,-1-12 0 0 0,-1 17-60 0 0,0 1 0 0 0,0-1 0 0 0,-1 0 0 0 0,0 1 0 0 0,0-1 0 0 0,0 1 0 0 0,-1-1 0 0 0,0 1 0 0 0,-1 0 0 0 0,1 0 0 0 0,-1 0 0 0 0,0 0 0 0 0,0 0 0 0 0,-1 1 1 0 0,-8-10-1 0 0,11 13-37 0 0,0 1 0 0 0,0 0 0 0 0,0 0 1 0 0,0-1-1 0 0,0 1 0 0 0,-1 0 0 0 0,1 0 1 0 0,0 0-1 0 0,-1 0 0 0 0,1 1 0 0 0,-1-1 1 0 0,1 0-1 0 0,-1 1 0 0 0,0-1 0 0 0,1 1 1 0 0,-1-1-1 0 0,1 1 0 0 0,-1 0 0 0 0,0 0 1 0 0,1 0-1 0 0,-1-1 0 0 0,0 2 0 0 0,1-1 1 0 0,-1 0-1 0 0,0 0 0 0 0,1 0 0 0 0,-1 1 1 0 0,0-1-1 0 0,1 1 0 0 0,-1 0 0 0 0,1-1 1 0 0,-1 1-1 0 0,1 0 0 0 0,-1 0 0 0 0,1 0 1 0 0,0 0-1 0 0,-1 0 0 0 0,1 0 0 0 0,0 0 1 0 0,0 0-1 0 0,0 0 0 0 0,-1 2 0 0 0,-3 3 9 0 0,1 1 0 0 0,0-1 0 0 0,0 0-1 0 0,1 1 1 0 0,0 0 0 0 0,0 0 0 0 0,0 0-1 0 0,-1 9 1 0 0,1-1-1 0 0,1 0 0 0 0,0 0 0 0 0,1 0 0 0 0,1 0 0 0 0,0 0 0 0 0,1 0 0 0 0,1 0 0 0 0,0 0 0 0 0,1 0 0 0 0,1 0 0 0 0,0-1 0 0 0,1 1-1 0 0,12 24 1 0 0,-14-32-160 0 0,2 1 0 0 0,-1-1-1 0 0,1 0 1 0 0,0 0 0 0 0,0 0-1 0 0,0-1 1 0 0,1 0-1 0 0,0 0 1 0 0,1 0 0 0 0,-1-1-1 0 0,1 0 1 0 0,0 0 0 0 0,0-1-1 0 0,1 0 1 0 0,-1 0 0 0 0,1-1-1 0 0,0 1 1 0 0,0-2-1 0 0,0 1 1 0 0,0-1 0 0 0,1-1-1 0 0,-1 1 1 0 0,0-1 0 0 0,1-1-1 0 0,15 0 1 0 0,4-4-7628 0 0</inkml:trace>
</inkml:ink>
</file>

<file path=ppt/ink/ink1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6:35.09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 18 12443 0 0,'-17'-17'4426'0'0,"20"20"-4085"0"0,-1 0 1 0 0,0 0-1 0 0,0 1 1 0 0,0-1-1 0 0,0 1 1 0 0,0-1-1 0 0,-1 1 0 0 0,0 0 1 0 0,0 0-1 0 0,2 6 1 0 0,0 3 20 0 0,15 50 450 0 0,-3 0 1 0 0,10 105-1 0 0,-6 134-551 0 0,-7-83-2123 0 0,-10-193 627 0 0</inkml:trace>
</inkml:ink>
</file>

<file path=ppt/ink/ink1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6:35.2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0 129 5985 0 0,'34'-2'1828'0'0,"0"-2"-1"0"0,-1-2 1 0 0,63-18-1 0 0,-66 16-1042 0 0,86-28-132 0 0,21-6-319 0 0,-103 35-334 0 0</inkml:trace>
</inkml:ink>
</file>

<file path=ppt/ink/ink1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6:35.58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157 24 10594 0 0,'-11'-4'2771'0'0,"3"0"-1439"0"0,0 1 1 0 0,-1 0-1 0 0,1 0 0 0 0,-1 1 1 0 0,-14-2-1 0 0,21 4-1255 0 0,-1 0-1 0 0,0 0 1 0 0,1 0-1 0 0,-1 0 1 0 0,1 1-1 0 0,-1-1 1 0 0,0 1-1 0 0,1 0 1 0 0,-1 0-1 0 0,1 0 1 0 0,0 0-1 0 0,-1 0 1 0 0,1 0-1 0 0,0 1 1 0 0,0-1-1 0 0,0 1 1 0 0,0 0-1 0 0,0-1 1 0 0,0 1-1 0 0,0 0 1 0 0,0 0-1 0 0,1 0 1 0 0,-1 1-1 0 0,-1 1 1 0 0,-1 3-64 0 0,1 1 1 0 0,0-1-1 0 0,0 1 1 0 0,0 0 0 0 0,1 0-1 0 0,0 0 1 0 0,1 0 0 0 0,0 0-1 0 0,0 0 1 0 0,0 0-1 0 0,1 1 1 0 0,1-1 0 0 0,-1 0-1 0 0,1 0 1 0 0,1 0 0 0 0,-1 0-1 0 0,1 0 1 0 0,4 10-1 0 0,1 0 11 0 0,0 0-1 0 0,1-1 0 0 0,1 0 0 0 0,0-1 1 0 0,2 1-1 0 0,21 25 0 0 0,-16-24-40 0 0,0-1 0 0 0,2 0 0 0 0,19 14 0 0 0,-28-25 9 0 0,0 1 1 0 0,0-1-1 0 0,1-1 1 0 0,0 0-1 0 0,0 0 1 0 0,0-1-1 0 0,0 0 1 0 0,20 4-1 0 0,-27-7 15 0 0,-1-1 1 0 0,1 1-1 0 0,-1-1 0 0 0,1 0 0 0 0,0 0 1 0 0,-1 0-1 0 0,1 0 0 0 0,-1 0 0 0 0,1 0 1 0 0,-1-1-1 0 0,1 1 0 0 0,-1-1 0 0 0,1 0 1 0 0,-1 0-1 0 0,1 0 0 0 0,-1 0 0 0 0,0 0 1 0 0,0 0-1 0 0,1-1 0 0 0,-1 1 0 0 0,0-1 1 0 0,0 1-1 0 0,0-1 0 0 0,-1 0 0 0 0,1 0 1 0 0,0 0-1 0 0,-1 0 0 0 0,1 0 0 0 0,-1 0 1 0 0,0 0-1 0 0,1-1 0 0 0,-1 1 0 0 0,0 0 1 0 0,0-1-1 0 0,-1 1 0 0 0,1-1 1 0 0,0-3-1 0 0,0-2 24 0 0,0 0 0 0 0,0 0 0 0 0,-1-1 0 0 0,0 1 0 0 0,-1 0 0 0 0,0-1 0 0 0,0 1 0 0 0,-1 0 0 0 0,0 0 0 0 0,-4-11 1 0 0,-1 3 11 0 0,0 0 0 0 0,-1 1 1 0 0,0 0-1 0 0,-1 0 0 0 0,-21-25 1 0 0,24 33-288 0 0,0 0 0 0 0,-1 0 1 0 0,0 1-1 0 0,0 0 0 0 0,0 1 1 0 0,-1-1-1 0 0,0 1 0 0 0,0 1 1 0 0,0 0-1 0 0,0 0 1 0 0,-1 0-1 0 0,-16-4 0 0 0,-1 5-7444 0 0</inkml:trace>
</inkml:ink>
</file>

<file path=ppt/ink/ink1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6:36.01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29 0 12443 0 0,'0'1'1323'0'0,"-1"16"661"0"0,0 1 1 0 0,-6 19 0 0 0,0 15-628 0 0,-6 289 1834 0 0,16-208-3085 0 0,38 246 0 0 0,-19-295-413 0 0,0 3-3183 0 0</inkml:trace>
</inkml:ink>
</file>

<file path=ppt/ink/ink1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6:36.29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0 177 10594 0 0,'44'-16'1225'0'0,"70"-35"0"0"0,-22 8-862 0 0,-57 28-327 0 0,-2 0-498 0 0,39-11 0 0 0,-64 24 136 0 0,1-1 0 0 0,0 1 1 0 0,1 1-1 0 0,-1 0 0 0 0,0 0 0 0 0,0 0 0 0 0,0 1 0 0 0,1 1 1 0 0,13 2-1 0 0,-20-2 342 0 0,0 0 0 0 0,-1 0 0 0 0,1 0 0 0 0,-1 0 0 0 0,1 1 0 0 0,-1 0 0 0 0,1-1 0 0 0,-1 1 1 0 0,0 0-1 0 0,0 0 0 0 0,0 0 0 0 0,0 0 0 0 0,0 0 0 0 0,0 0 0 0 0,-1 1 0 0 0,1-1 0 0 0,-1 1 0 0 0,0-1 1 0 0,1 1-1 0 0,-1-1 0 0 0,0 1 0 0 0,-1 0 0 0 0,1 0 0 0 0,0-1 0 0 0,-1 1 0 0 0,1 4 0 0 0,1 10 1092 0 0,-1-1-1 0 0,-1 1 0 0 0,-2 23 1 0 0,0-15 634 0 0,1 6 97 0 0,-1-8 269 0 0,3 37 1 0 0,0-54-2191 0 0,-1 1-1 0 0,2-1 1 0 0,-1 0 0 0 0,1 0 0 0 0,0 0-1 0 0,3 7 1 0 0</inkml:trace>
</inkml:ink>
</file>

<file path=ppt/ink/ink1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6:36.45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 10 13827 0 0,'-7'-4'608'0'0,"4"1"128"0"0,2 2-584 0 0,1 0-152 0 0,1 2 0 0 0,0 0 216 0 0,2 1 8 0 0,1 2 8 0 0,2 3 0 0 0,1 5-312 0 0,1 5-64 0 0,3 3-16 0 0,3 0 0 0 0,5-1 160 0 0,0-5-96 0 0</inkml:trace>
</inkml:ink>
</file>

<file path=ppt/ink/ink1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6:36.87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 1 5841 0 0,'-5'16'724'0'0,"1"1"0"0"0,1-1 0 0 0,1 1 0 0 0,0 0 0 0 0,1 0-1 0 0,1 0 1 0 0,1 0 0 0 0,0 0 0 0 0,4 19 0 0 0,-2-22-2 0 0,0 0 1 0 0,0-1-1 0 0,2 1 0 0 0,-1-1 0 0 0,2 0 1 0 0,0 0-1 0 0,0-1 0 0 0,1 0 0 0 0,1 0 1 0 0,0-1-1 0 0,14 16 0 0 0,-22-26-700 0 0,1 0-1 0 0,-1 0 0 0 0,1 0 1 0 0,-1-1-1 0 0,1 1 1 0 0,0 0-1 0 0,-1-1 0 0 0,1 1 1 0 0,0 0-1 0 0,0-1 0 0 0,-1 1 1 0 0,1-1-1 0 0,0 1 1 0 0,0-1-1 0 0,0 0 0 0 0,0 1 1 0 0,0-1-1 0 0,0 0 0 0 0,-1 1 1 0 0,1-1-1 0 0,0 0 1 0 0,0 0-1 0 0,0 0 0 0 0,0 0 1 0 0,0 0-1 0 0,0 0 0 0 0,0 0 1 0 0,0 0-1 0 0,0 0 1 0 0,0-1-1 0 0,0 1 0 0 0,0 0 1 0 0,0-1-1 0 0,-1 1 0 0 0,1 0 1 0 0,0-1-1 0 0,0 1 1 0 0,0-1-1 0 0,-1 0 0 0 0,1 1 1 0 0,0-1-1 0 0,0 1 0 0 0,-1-1 1 0 0,1 0-1 0 0,-1 0 1 0 0,1 1-1 0 0,-1-1 0 0 0,1 0 1 0 0,-1 0-1 0 0,1-1 0 0 0,3-6-15 0 0,0-1 0 0 0,-1 1 0 0 0,-1-1 0 0 0,3-13 0 0 0,-1 7 63 0 0,1-3-39 0 0,22-70 75 0 0,-24 80-87 0 0,0 0 0 0 0,1 0 0 0 0,0 1 0 0 0,1-1 1 0 0,-1 1-1 0 0,1 0 0 0 0,1 0 0 0 0,6-7 0 0 0,-11 13-5 0 0,0 0 0 0 0,0 1 0 0 0,0-1 0 0 0,0 0 0 0 0,0 0 0 0 0,0 1 0 0 0,1-1-1 0 0,-1 1 1 0 0,0-1 0 0 0,0 1 0 0 0,0 0 0 0 0,1-1 0 0 0,-1 1 0 0 0,0 0 0 0 0,0 0 0 0 0,1 0 0 0 0,-1 0-1 0 0,0 0 1 0 0,1 0 0 0 0,-1 0 0 0 0,0 0 0 0 0,0 0 0 0 0,1 1 0 0 0,-1-1 0 0 0,0 0 0 0 0,0 1 0 0 0,0-1-1 0 0,1 1 1 0 0,-1 0 0 0 0,0-1 0 0 0,0 1 0 0 0,0 0 0 0 0,0 0 0 0 0,0-1 0 0 0,0 1 0 0 0,0 0 0 0 0,0 0-1 0 0,-1 0 1 0 0,1 0 0 0 0,0 0 0 0 0,1 2 0 0 0,4 7 107 0 0,0 0 1 0 0,0 0-1 0 0,7 18 0 0 0,-8-16-118 0 0,68 181-2262 0 0,-53-135-700 0 0,-11-31-4012 0 0</inkml:trace>
</inkml:ink>
</file>

<file path=ppt/ink/ink1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6:37.44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54 280 11058 0 0,'-13'-11'8632'0'0,"13"13"-8440"0"0,-1 1 1 0 0,1-1 0 0 0,-1 1 0 0 0,1-1 0 0 0,-1 1-1 0 0,0-1 1 0 0,0 1 0 0 0,0-1 0 0 0,-3 4 0 0 0,-7 16 276 0 0,6-5-361 0 0,0 1 0 0 0,2-1 0 0 0,0 1 0 0 0,0 0 0 0 0,2 0 0 0 0,1 32-1 0 0,0-43-106 0 0,1 1-1 0 0,0-1 1 0 0,0 0-1 0 0,0 1 0 0 0,1-1 1 0 0,0 0-1 0 0,1 0 1 0 0,-1 0-1 0 0,1-1 0 0 0,0 1 1 0 0,1 0-1 0 0,0-1 0 0 0,0 0 1 0 0,0 0-1 0 0,1 0 1 0 0,0-1-1 0 0,0 1 0 0 0,0-1 1 0 0,9 6-1 0 0,-13-10-15 0 0,0-1 0 0 0,0 1 1 0 0,1 0-1 0 0,-1 0 0 0 0,1-1 0 0 0,-1 1 0 0 0,0 0 0 0 0,1-1 0 0 0,-1 0 0 0 0,1 1 0 0 0,-1-1 1 0 0,1 0-1 0 0,-1 0 0 0 0,1 1 0 0 0,-1-1 0 0 0,1 0 0 0 0,-1-1 0 0 0,1 1 0 0 0,0 0 0 0 0,-1 0 1 0 0,1-1-1 0 0,-1 1 0 0 0,0-1 0 0 0,1 1 0 0 0,1-2 0 0 0,0 0-72 0 0,-1 0-1 0 0,0 0 0 0 0,0 0 1 0 0,1 0-1 0 0,-1-1 1 0 0,-1 1-1 0 0,1-1 1 0 0,0 1-1 0 0,-1-1 1 0 0,1 0-1 0 0,1-5 1 0 0,2-4-528 0 0,-1-1 1 0 0,-1 1-1 0 0,-1-1 0 0 0,3-26 1 0 0,-4 2-250 0 0,-3-1-1 0 0,-1 0 1 0 0,-1 1 0 0 0,-11-39-1 0 0,-45-144 6542 0 0,58 214-5315 0 0,1 2 35 0 0,0 0 0 0 0,0 0 0 0 0,-1 0 0 0 0,1 1-1 0 0,-1-1 1 0 0,0 0 0 0 0,0 1 0 0 0,-4-5 0 0 0,18 37 3118 0 0,-12-29-3512 0 0,0 1-1 0 0,0-1 0 0 0,0 0 0 0 0,0 1 1 0 0,0-1-1 0 0,0 0 0 0 0,0 0 0 0 0,0 1 1 0 0,0-1-1 0 0,0 0 0 0 0,0 1 0 0 0,-1-1 1 0 0,1 0-1 0 0,0 0 0 0 0,0 1 0 0 0,0-1 1 0 0,0 0-1 0 0,0 0 0 0 0,0 1 0 0 0,-1-1 1 0 0,1 0-1 0 0,0 0 0 0 0,0 0 0 0 0,0 1 1 0 0,-1-1-1 0 0,1 0 0 0 0,0 0 0 0 0,0 0 0 0 0,-1 0 1 0 0,1 0-1 0 0,0 1 0 0 0,0-1 0 0 0,-1 0 1 0 0,1 0-1 0 0,0 0 0 0 0,-2 1 200 0 0,6 2-201 0 0,-1 0 0 0 0,1 0 0 0 0,-1 0 0 0 0,0 0 0 0 0,0 0 0 0 0,0 0 0 0 0,-1 1 0 0 0,1-1 0 0 0,-1 1 0 0 0,0 0 0 0 0,3 8 0 0 0,22 57-3 0 0,-14-30 3 0 0,11 20 60 0 0,3-2 0 0 0,2 0 0 0 0,70 100 0 0 0,-64-109-116 0 0,-21-27-1854 0 0,1 0-4198 0 0,-1-1-2326 0 0</inkml:trace>
</inkml:ink>
</file>

<file path=ppt/ink/ink1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6:38.39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362 296 17972 0 0,'-1'-1'142'0'0,"-1"0"0"0"0,1-1 0 0 0,0 1 0 0 0,-1 0 0 0 0,1 0 1 0 0,-1 0-1 0 0,0 0 0 0 0,1 0 0 0 0,-1 0 0 0 0,0 0 0 0 0,1 0 0 0 0,-1 1 0 0 0,0-1 0 0 0,0 1 1 0 0,1-1-1 0 0,-1 1 0 0 0,0 0 0 0 0,0 0 0 0 0,0 0 0 0 0,0 0 0 0 0,0 0 0 0 0,-2 0 0 0 0,-47 7 593 0 0,46-6-621 0 0,-8 2-30 0 0,0 1 0 0 0,0 0 0 0 0,0 1 0 0 0,1 1 0 0 0,-1 0 0 0 0,1 0 0 0 0,1 2 0 0 0,0-1 0 0 0,0 1 1 0 0,0 1-1 0 0,1 0 0 0 0,0 0 0 0 0,1 1 0 0 0,0 0 0 0 0,-13 19 0 0 0,13-15-109 0 0,0 0 0 0 0,1 0 0 0 0,0 1 0 0 0,2 0 0 0 0,-1 0-1 0 0,2 1 1 0 0,0 0 0 0 0,1 0 0 0 0,0 0 0 0 0,2 0 0 0 0,0 1 0 0 0,0 26 0 0 0,2-37-23 0 0,0 0 1 0 0,1 0-1 0 0,0 0 1 0 0,0-1-1 0 0,0 1 1 0 0,1 0-1 0 0,0-1 1 0 0,0 1-1 0 0,0-1 1 0 0,1 0-1 0 0,0 1 1 0 0,0-1-1 0 0,0 0 1 0 0,0-1-1 0 0,1 1 1 0 0,0-1-1 0 0,0 1 1 0 0,6 3-1 0 0,-6-5-18 0 0,0-1-1 0 0,0 1 1 0 0,0-1 0 0 0,0-1-1 0 0,0 1 1 0 0,1 0 0 0 0,-1-1-1 0 0,1 0 1 0 0,-1 0 0 0 0,1 0-1 0 0,-1-1 1 0 0,1 0-1 0 0,-1 1 1 0 0,1-2 0 0 0,0 1-1 0 0,-1 0 1 0 0,1-1 0 0 0,-1 0-1 0 0,1 0 1 0 0,-1 0-1 0 0,1-1 1 0 0,-1 0 0 0 0,7-3-1 0 0,-2 1-43 0 0,0-1-1 0 0,-1 0 0 0 0,0-1 1 0 0,0 0-1 0 0,-1 0 0 0 0,1 0 1 0 0,-1-1-1 0 0,-1 0 0 0 0,1 0 0 0 0,-1-1 1 0 0,-1 0-1 0 0,1 0 0 0 0,-1 0 1 0 0,0-1-1 0 0,-1 0 0 0 0,0 0 1 0 0,-1 0-1 0 0,0 0 0 0 0,0 0 1 0 0,-1-1-1 0 0,0 1 0 0 0,0-1 0 0 0,-1-14 1 0 0,0-17 26 0 0,-2-1 1 0 0,-3 1 0 0 0,0 0-1 0 0,-14-50 1 0 0,8 37 780 0 0,3 12-321 0 0,-2-13 1415 0 0,-24-79 0 0 0,23 115-1014 0 0,10 19-751 0 0,-1-1 0 0 0,1 1-1 0 0,0 0 1 0 0,0 0 0 0 0,-1 0 0 0 0,1 0 0 0 0,0 0 0 0 0,0 0-1 0 0,-1 0 1 0 0,1 0 0 0 0,0 0 0 0 0,0 0 0 0 0,-1 0 0 0 0,1 0 0 0 0,0 0-1 0 0,0 0 1 0 0,-1 0 0 0 0,1 0 0 0 0,0 1 0 0 0,0-1 0 0 0,-1 0 0 0 0,1 0-1 0 0,0 0 1 0 0,0 0 0 0 0,0 0 0 0 0,-1 0 0 0 0,1 1 0 0 0,0-1 0 0 0,0 0-1 0 0,0 0 1 0 0,-1 0 0 0 0,1 1 0 0 0,0-1 0 0 0,0 0 0 0 0,0 0 0 0 0,0 1-1 0 0,0-1 1 0 0,-1 0 0 0 0,0 4 71 0 0,0-1 0 0 0,-1 1 0 0 0,1 0 0 0 0,1-1 0 0 0,-1 1 0 0 0,0 0 0 0 0,1 0 0 0 0,0 4 0 0 0,2 35 32 0 0,2 1 0 0 0,1 0 0 0 0,3-1 0 0 0,1 0 0 0 0,23 61 0 0 0,6-4 213 0 0,55 102 0 0 0,-80-175-437 0 0,2 0 0 0 0,24 33 1 0 0,-34-54 66 0 0,0 1 1 0 0,-1-1-1 0 0,2-1 1 0 0,-1 1-1 0 0,1-1 0 0 0,0 0 1 0 0,0 0-1 0 0,0-1 1 0 0,1 0-1 0 0,-1 0 0 0 0,1 0 1 0 0,0-1-1 0 0,0 0 1 0 0,15 4-1 0 0,-17-7-96 0 0,-1 0 0 0 0,1 0 0 0 0,0 0-1 0 0,0-1 1 0 0,-1 0 0 0 0,1 0 0 0 0,-1 0 0 0 0,1 0 0 0 0,-1-1 0 0 0,1 0-1 0 0,-1 0 1 0 0,0 0 0 0 0,0 0 0 0 0,0-1 0 0 0,0 1 0 0 0,0-1-1 0 0,-1 0 1 0 0,1 0 0 0 0,-1-1 0 0 0,6-5 0 0 0,6-10-1125 0 0,0 0 0 0 0,21-37-1 0 0,-30 46 697 0 0,22-39-6292 0 0,29-69 0 0 0,-26 44 4016 0 0,-12 28 4183 0 0,27-25 17591 0 0,-46 72-18782 0 0,5 20 1286 0 0,-3 62 480 0 0,0 6-1260 0 0,0-80-891 0 0,-1 1 1 0 0,1-1 0 0 0,0 0-1 0 0,1 0 1 0 0,0 0-1 0 0,0 0 1 0 0,6 10 0 0 0,-2-9-1884 0 0</inkml:trace>
</inkml:ink>
</file>

<file path=ppt/ink/ink1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6:38.55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19 17972 0 0,'2'-7'800'0'0,"-1"2"160"0"0,2 0-768 0 0,0 4-192 0 0,-1 1 0 0 0,0 0 0 0 0,-1 1-64 0 0,3 1-56 0 0,3 1-8 0 0,1 2 0 0 0,2 3-264 0 0,1 5-56 0 0,3 3-16 0 0,0 1 0 0 0</inkml:trace>
</inkml:ink>
</file>

<file path=ppt/ink/ink1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6:38.88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169 0 5065 0 0,'-6'5'353'0'0,"0"-1"1"0"0,0 1-1 0 0,0 0 0 0 0,1 0 0 0 0,0 0 0 0 0,-8 13 1 0 0,-27 43 3159 0 0,25-37-3098 0 0,5-10 211 0 0,1 2-1 0 0,1-1 0 0 0,0 1 0 0 0,1 0 0 0 0,1 1 0 0 0,-9 32 1 0 0,14-41-365 0 0,0-1 1 0 0,0 1 0 0 0,1 0-1 0 0,0 0 1 0 0,0 0 0 0 0,1-1 0 0 0,0 1-1 0 0,0 0 1 0 0,1 0 0 0 0,0-1 0 0 0,0 1-1 0 0,1-1 1 0 0,0 0 0 0 0,0 0 0 0 0,1 0-1 0 0,0 0 1 0 0,9 12 0 0 0,-6-10-62 0 0,0-1 1 0 0,0-1 0 0 0,1 1-1 0 0,0-1 1 0 0,1-1 0 0 0,-1 1-1 0 0,1-2 1 0 0,0 1 0 0 0,12 5-1 0 0,-18-10-173 0 0,0 0-1 0 0,0 1 1 0 0,0-1 0 0 0,1 0-1 0 0,-1 0 1 0 0,0-1-1 0 0,0 1 1 0 0,0-1-1 0 0,1 1 1 0 0,-1-1 0 0 0,0 0-1 0 0,0 0 1 0 0,1-1-1 0 0,-1 1 1 0 0,0-1-1 0 0,0 0 1 0 0,1 1 0 0 0,-1-1-1 0 0,0-1 1 0 0,0 1-1 0 0,0 0 1 0 0,0-1-1 0 0,-1 1 1 0 0,1-1 0 0 0,0 0-1 0 0,-1 0 1 0 0,1 0-1 0 0,-1 0 1 0 0,1-1-1 0 0,-1 1 1 0 0,0-1 0 0 0,0 1-1 0 0,3-6 1 0 0,0-2 3 0 0,-1 0 1 0 0,0 0-1 0 0,0-1 1 0 0,-1 1 0 0 0,0-1-1 0 0,-1 0 1 0 0,0 0-1 0 0,-1 0 1 0 0,0 0-1 0 0,-1 0 1 0 0,0 0-1 0 0,0 0 1 0 0,-2 0 0 0 0,-2-13-1 0 0,1 9-346 0 0,0 0-1 0 0,-2 0 0 0 0,0 0 1 0 0,0 1-1 0 0,-10-17 1 0 0,10 21-856 0 0,-1 1 1 0 0,0-1 0 0 0,-1 1-1 0 0,-8-9 1 0 0</inkml:trace>
</inkml:ink>
</file>

<file path=ppt/ink/ink1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6:39.32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249 416 6449 0 0,'1'-5'283'0'0,"-1"1"0"0"0,0-1 0 0 0,-1 1 0 0 0,1 0 0 0 0,-1-1 0 0 0,0 1-1 0 0,0 0 1 0 0,0-1 0 0 0,-1 1 0 0 0,1 0 0 0 0,-1 0 0 0 0,0 0 0 0 0,0 0-1 0 0,0 0 1 0 0,-1 1 0 0 0,0-1 0 0 0,1 1 0 0 0,-1-1 0 0 0,0 1 0 0 0,-1 0-1 0 0,1 0 1 0 0,0 0 0 0 0,-1 1 0 0 0,0-1 0 0 0,0 1 0 0 0,1 0 0 0 0,-1 0-1 0 0,-1 0 1 0 0,1 1 0 0 0,-7-3 0 0 0,6 4-84 0 0,0 0-1 0 0,0 0 1 0 0,0 1-1 0 0,0-1 1 0 0,0 1-1 0 0,0 0 1 0 0,0 1 0 0 0,1-1-1 0 0,-1 1 1 0 0,0 0-1 0 0,1 0 1 0 0,-1 0 0 0 0,1 1-1 0 0,0-1 1 0 0,0 1-1 0 0,0 0 1 0 0,0 0 0 0 0,0 1-1 0 0,1-1 1 0 0,-1 1-1 0 0,-3 6 1 0 0,-3 1 23 0 0,2 0 0 0 0,0 1 0 0 0,0 1 0 0 0,1-1 0 0 0,1 1 0 0 0,-7 18 0 0 0,11-22-150 0 0,-1 1 0 0 0,1-1 1 0 0,1 1-1 0 0,0-1 0 0 0,0 1 1 0 0,1 0-1 0 0,0-1 1 0 0,1 1-1 0 0,0-1 0 0 0,0 1 1 0 0,1-1-1 0 0,6 18 1 0 0,-7-22-81 0 0,1-1 0 0 0,-1 0 0 0 0,1-1 0 0 0,0 1 0 0 0,0 0 0 0 0,1 0 0 0 0,-1-1 0 0 0,1 1 0 0 0,0-1 1 0 0,-1 0-1 0 0,1 0 0 0 0,1 0 0 0 0,-1 0 0 0 0,0-1 0 0 0,1 1 0 0 0,0-1 0 0 0,-1 0 0 0 0,1 0 0 0 0,0 0 1 0 0,0 0-1 0 0,0-1 0 0 0,0 1 0 0 0,0-1 0 0 0,1 0 0 0 0,-1-1 0 0 0,0 1 0 0 0,0-1 0 0 0,1 1 0 0 0,-1-1 1 0 0,9-2-1 0 0,-8 1-117 0 0,1-1 0 0 0,0 1 0 0 0,-1-2 0 0 0,1 1 0 0 0,-1-1 0 0 0,1 1 0 0 0,-1-2 1 0 0,0 1-1 0 0,0 0 0 0 0,-1-1 0 0 0,1 0 0 0 0,-1 0 0 0 0,0-1 0 0 0,0 1 0 0 0,0-1 0 0 0,0 1 1 0 0,-1-1-1 0 0,3-6 0 0 0,4-6-300 0 0,-1 0 1 0 0,-1-1-1 0 0,0 1 1 0 0,6-27-1 0 0,-9 21 191 0 0,0 0 0 0 0,-2-1-1 0 0,0 0 1 0 0,-2 0 0 0 0,-1 1 0 0 0,-1-1-1 0 0,-4-31 1 0 0,1 27 711 0 0,-2 1 0 0 0,-1-1 0 0 0,-1 1-1 0 0,-1 0 1 0 0,-23-46 0 0 0,30 69-227 0 0,1-1 64 0 0,-1 1 0 0 0,0 0 0 0 0,-1 0 0 0 0,1 0 0 0 0,-1 0 0 0 0,0 0 0 0 0,0 1 0 0 0,0-1 0 0 0,0 1 0 0 0,0 0 0 0 0,-1 0 0 0 0,-7-5 0 0 0,11 8-280 0 0,0 0 1 0 0,-1 0 0 0 0,1 0 0 0 0,0 0 0 0 0,-1 0 0 0 0,1 0 0 0 0,0 0 0 0 0,-1 0 0 0 0,1 0 0 0 0,0 1 0 0 0,0-1 0 0 0,-1 0 0 0 0,1 0 0 0 0,0 0 0 0 0,0 0 0 0 0,-1 1 0 0 0,1-1 0 0 0,0 0 0 0 0,0 0 0 0 0,0 1 0 0 0,-1-1 0 0 0,1 0 0 0 0,0 0 0 0 0,0 1 0 0 0,0-1 0 0 0,0 0 0 0 0,-1 1 0 0 0,1-1 0 0 0,0 0 0 0 0,0 1 0 0 0,0-1 0 0 0,0 0 0 0 0,0 0 0 0 0,0 1 0 0 0,0-1 0 0 0,0 0 0 0 0,0 1 0 0 0,0-1 0 0 0,0 1 0 0 0,0 18 214 0 0,0-15-118 0 0,2 47 300 0 0,3 0 1 0 0,2-1 0 0 0,1 0-1 0 0,4 0 1 0 0,23 66 0 0 0,33 63-1016 0 0,8-8-6961 0 0,-65-147-585 0 0</inkml:trace>
</inkml:ink>
</file>

<file path=ppt/ink/ink1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6:39.68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38 416 9994 0 0,'7'-8'782'0'0,"0"-1"0"0"0,-1 1-1 0 0,0-2 1 0 0,0 1 0 0 0,-1-1-1 0 0,0 1 1 0 0,5-20 0 0 0,19-75 2998 0 0,-25 81-3311 0 0,0-1-1 0 0,1-26 0 0 0,-5 40-380 0 0,0 0 0 0 0,0-1 0 0 0,-1 1-1 0 0,0-1 1 0 0,-1 1 0 0 0,0 0 0 0 0,-5-14-1 0 0,6 23-60 0 0,1-1 1 0 0,-1 0-1 0 0,0 1 0 0 0,0-1 0 0 0,1 1 0 0 0,-1-1 0 0 0,0 1 0 0 0,0-1 0 0 0,0 1 0 0 0,-1 0 0 0 0,1-1 0 0 0,0 1 0 0 0,0 0 0 0 0,-1 0 1 0 0,1 0-1 0 0,-1 0 0 0 0,1 0 0 0 0,-3-1 0 0 0,3 2-9 0 0,0 0 1 0 0,0 0-1 0 0,-1-1 0 0 0,1 1 1 0 0,0 0-1 0 0,-1 0 0 0 0,1 1 1 0 0,0-1-1 0 0,-1 0 0 0 0,1 0 0 0 0,0 1 1 0 0,-1-1-1 0 0,1 0 0 0 0,0 1 1 0 0,0 0-1 0 0,0-1 0 0 0,-1 1 1 0 0,0 1-1 0 0,-3 1 58 0 0,1 1 0 0 0,0 0 0 0 0,0 0 0 0 0,0 0 0 0 0,1 0 0 0 0,-1 1 0 0 0,1-1 0 0 0,0 1 0 0 0,-4 9 0 0 0,1 2-51 0 0,0 0 1 0 0,2 0-1 0 0,0 0 0 0 0,0 1 0 0 0,2 0 0 0 0,0-1 0 0 0,1 1 0 0 0,1 0 0 0 0,0 0 0 0 0,1 0 0 0 0,1-1 0 0 0,1 1 0 0 0,0 0 0 0 0,1-1 1 0 0,1 0-1 0 0,0 0 0 0 0,1 0 0 0 0,11 18 0 0 0,-10-19 9 0 0,1-1 1 0 0,1 0-1 0 0,1-1 1 0 0,-1 0-1 0 0,2-1 1 0 0,0 0-1 0 0,0 0 1 0 0,1-1-1 0 0,1-1 0 0 0,0 0 1 0 0,0-1-1 0 0,1 0 1 0 0,0-1-1 0 0,0-1 1 0 0,1 0-1 0 0,0-1 1 0 0,0 0-1 0 0,1-1 1 0 0,17 3-1 0 0,-24-7-155 0 0,0 0 0 0 0,0 0 1 0 0,-1 0-1 0 0,1-1 0 0 0,0-1 0 0 0,0 0 0 0 0,0 0 0 0 0,0 0 1 0 0,11-5-1 0 0,1-3-454 0 0</inkml:trace>
</inkml:ink>
</file>

<file path=ppt/ink/ink1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6:40.33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189 45 9674 0 0,'-1'-3'398'0'0,"0"1"-1"0"0,0-1 1 0 0,0 1-1 0 0,0-1 0 0 0,-1 1 1 0 0,1 0-1 0 0,-1 0 1 0 0,0-1-1 0 0,1 1 1 0 0,-1 0-1 0 0,0 0 1 0 0,0 0-1 0 0,0 1 1 0 0,-1-1-1 0 0,1 1 1 0 0,0-1-1 0 0,-1 1 1 0 0,1 0-1 0 0,-1-1 1 0 0,1 1-1 0 0,-1 1 1 0 0,0-1-1 0 0,1 0 1 0 0,-1 0-1 0 0,0 1 0 0 0,-4-1 1 0 0,3 1-280 0 0,1 0 0 0 0,-1 1 0 0 0,0-1 0 0 0,1 1 0 0 0,-1-1 0 0 0,0 1 0 0 0,1 0 0 0 0,-1 0-1 0 0,1 1 1 0 0,0-1 0 0 0,-1 1 0 0 0,1 0 0 0 0,0 0 0 0 0,0 0 0 0 0,0 0 0 0 0,0 0 0 0 0,0 1 0 0 0,1-1 0 0 0,-5 5 0 0 0,-1 5-86 0 0,1 0-1 0 0,0 0 1 0 0,1 1 0 0 0,0 0-1 0 0,1 0 1 0 0,1 0 0 0 0,0 0-1 0 0,0 1 1 0 0,2 0 0 0 0,-1 0-1 0 0,1 17 1 0 0,1-16-6 0 0,1 0 0 0 0,0 1-1 0 0,1-1 1 0 0,1 0 0 0 0,0 0 0 0 0,1-1 0 0 0,1 1 0 0 0,0 0-1 0 0,1-1 1 0 0,9 18 0 0 0,-10-25-151 0 0,0-1 1 0 0,0 0-1 0 0,1 0 1 0 0,-1 0-1 0 0,2 0 1 0 0,-1-1-1 0 0,1 0 1 0 0,-1 0-1 0 0,1 0 1 0 0,0-1-1 0 0,1 0 1 0 0,-1 0-1 0 0,1 0 1 0 0,0-1-1 0 0,0 0 1 0 0,11 3-1 0 0,-7-3-362 0 0,1-1-1 0 0,-1 0 0 0 0,0-1 1 0 0,0 0-1 0 0,1-1 1 0 0,-1 0-1 0 0,0-1 1 0 0,1 0-1 0 0,-1-1 0 0 0,15-4 1 0 0,6-3-6372 0 0</inkml:trace>
</inkml:ink>
</file>

<file path=ppt/ink/ink1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6:40.70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23 1 2304 0 0,'-22'10'20756'0'0,"25"4"-22156"0"0,-3-13 1137 0 0,9 54 1542 0 0,-6-33-1034 0 0,1-1 1 0 0,0 1-1 0 0,2-1 0 0 0,11 30 1 0 0,-15-46-218 0 0,1 0 0 0 0,0 0 0 0 0,0 0 0 0 0,0 0 0 0 0,0-1-1 0 0,1 1 1 0 0,0-1 0 0 0,0 0 0 0 0,0 0 0 0 0,0 0 0 0 0,1 0 0 0 0,-1-1 0 0 0,1 0 0 0 0,0 0 0 0 0,0 0 0 0 0,0-1 0 0 0,1 1 0 0 0,-1-1-1 0 0,1 0 1 0 0,-1-1 0 0 0,11 2 0 0 0,-13-2-13 0 0,0-1 0 0 0,0 1-1 0 0,0-1 1 0 0,0 0 0 0 0,0 0-1 0 0,0-1 1 0 0,0 1 0 0 0,0 0-1 0 0,0-1 1 0 0,0 0 0 0 0,0 0-1 0 0,0 0 1 0 0,0 0 0 0 0,-1 0-1 0 0,1-1 1 0 0,0 1 0 0 0,4-4 0 0 0,-3 1-15 0 0,-1 1 0 0 0,1-1 0 0 0,-1 0 0 0 0,0 0 0 0 0,0 0 0 0 0,-1 0 0 0 0,1-1 0 0 0,-1 1 0 0 0,0-1 0 0 0,2-4 0 0 0,2-11-86 0 0,-1 0 0 0 0,-1-1 1 0 0,-1 1-1 0 0,1-24 0 0 0,-3 37 45 0 0,-1 6 41 0 0,-1 0-1 0 0,1 1 1 0 0,0-1 0 0 0,0 0-1 0 0,0 0 1 0 0,0 1 0 0 0,1-1-1 0 0,-1 0 1 0 0,0 1 0 0 0,0-1 0 0 0,0 0-1 0 0,1 1 1 0 0,-1-1 0 0 0,0 0-1 0 0,0 1 1 0 0,1-1 0 0 0,-1 0-1 0 0,1 1 1 0 0,-1-1 0 0 0,1 1 0 0 0,-1-1-1 0 0,1 1 1 0 0,-1-1 0 0 0,1 1-1 0 0,-1-1 1 0 0,1 1 0 0 0,-1-1-1 0 0,1 1 1 0 0,0 0 0 0 0,-1-1-1 0 0,2 1 1 0 0,0 0 0 0 0,-1 0 0 0 0,0 0 0 0 0,1 1 0 0 0,-1-1-1 0 0,1 1 1 0 0,-1-1 0 0 0,1 1 0 0 0,-1-1 0 0 0,0 1 0 0 0,0 0-1 0 0,1 0 1 0 0,-1 0 0 0 0,0 0 0 0 0,1 1 0 0 0,5 4 16 0 0,0 0 0 0 0,-1 0 1 0 0,-1 1-1 0 0,7 9 0 0 0,18 49 253 0 0,1 2-1149 0 0,-27-61-204 0 0,0 0 1 0 0,-1-1-1 0 0,2 0 1 0 0,-1 0 0 0 0,6 5-1 0 0</inkml:trace>
</inkml:ink>
</file>

<file path=ppt/ink/ink1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6:41.11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0 134 11522 0 0,'2'-2'414'0'0,"0"1"-1"0"0,1-1 0 0 0,-1 1 0 0 0,0 0 0 0 0,0 0 1 0 0,1 0-1 0 0,-1 0 0 0 0,1 1 0 0 0,-1-1 0 0 0,1 1 1 0 0,-1-1-1 0 0,1 1 0 0 0,-1 0 0 0 0,1 0 0 0 0,0 0 1 0 0,-1 0-1 0 0,1 0 0 0 0,-1 1 0 0 0,1-1 0 0 0,4 2 1 0 0,0 0 90 0 0,1 1 1 0 0,-1-1-1 0 0,0 1 0 0 0,0 1 1 0 0,11 6-1 0 0,-8-3-289 0 0,-1 0 1 0 0,0 1-1 0 0,-1 0 0 0 0,0 1 0 0 0,0 0 0 0 0,13 19 0 0 0,29 65 48 0 0,-38-69-55 0 0,0 0 0 0 0,32 45 0 0 0,-50-83-84 0 0,1 0 1 0 0,0 0-1 0 0,0-1 1 0 0,1 1-1 0 0,1-1 1 0 0,1 0 0 0 0,-2-24-1 0 0,4 23-430 0 0,1-1-1 0 0,0 0 1 0 0,1 1 0 0 0,1-1-1 0 0,1 1 1 0 0,0 0 0 0 0,1 0 0 0 0,1 0-1 0 0,0 1 1 0 0,1 0 0 0 0,1 0-1 0 0,0 0 1 0 0,1 1 0 0 0,0 0-1 0 0,21-22 1 0 0,-12 22-693 0 0,0 4-8 0 0</inkml:trace>
</inkml:ink>
</file>

<file path=ppt/ink/ink1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6:41.63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17 5985 0 0,'2'-14'5896'0'0,"-2"14"-5752"0"0,1 0 0 0 0,-1 0-1 0 0,0 0 1 0 0,1 0 0 0 0,-1 0 0 0 0,1-1 0 0 0,-1 1-1 0 0,0 0 1 0 0,1 0 0 0 0,-1 0 0 0 0,0 0 0 0 0,1 0-1 0 0,-1 0 1 0 0,1 0 0 0 0,-1 0 0 0 0,0 1 0 0 0,1-1-1 0 0,-1 0 1 0 0,24 7 3790 0 0,-11 5-3268 0 0,-1 1 1 0 0,0 0 0 0 0,-1 0-1 0 0,-1 2 1 0 0,0-1 0 0 0,10 20-1 0 0,-2 1-100 0 0,22 63-1 0 0,-33-74-795 0 0,-7-23 275 0 0,-5-15 77 0 0,2 2-120 0 0,1 0 1 0 0,0 0-1 0 0,0 0 0 0 0,1 0 0 0 0,1-1 1 0 0,0 1-1 0 0,1 0 0 0 0,0 0 0 0 0,1 0 1 0 0,4-16-1 0 0,-1 12-603 0 0,0 0-1 0 0,1 1 1 0 0,1 0 0 0 0,9-17-1 0 0,0 7-7110 0 0</inkml:trace>
</inkml:ink>
</file>

<file path=ppt/ink/ink1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6:42.28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2 180 2761 0 0,'15'26'-107'0'0,"-12"-22"782"0"0,-1-1-1 0 0,1-1 1 0 0,-1 1-1 0 0,1 0 1 0 0,0 0-1 0 0,0-1 1 0 0,0 0-1 0 0,7 4 1 0 0,-8-5-327 0 0,0 0 1 0 0,0-1 0 0 0,0 1-1 0 0,0 0 1 0 0,0-1 0 0 0,0 0-1 0 0,0 1 1 0 0,0-1 0 0 0,0 0-1 0 0,0 0 1 0 0,0 0-1 0 0,0 0 1 0 0,0-1 0 0 0,1 1-1 0 0,-1 0 1 0 0,0-1 0 0 0,0 0-1 0 0,0 1 1 0 0,-1-1-1 0 0,1 0 1 0 0,0 0 0 0 0,0 0-1 0 0,0 0 1 0 0,-1 0 0 0 0,1-1-1 0 0,0 1 1 0 0,-1 0 0 0 0,1-1-1 0 0,-1 0 1 0 0,0 1-1 0 0,1-1 1 0 0,0-1 0 0 0,2-4-234 0 0,-1-1-1 0 0,1 1 1 0 0,-1 0 0 0 0,-1-1 0 0 0,0 1 0 0 0,0-1 0 0 0,0 0-1 0 0,-1 0 1 0 0,0 1 0 0 0,-1-1 0 0 0,1 0 0 0 0,-2 0 0 0 0,1 0 0 0 0,-1 0-1 0 0,0 0 1 0 0,-1 0 0 0 0,1 1 0 0 0,-2-1 0 0 0,1 1 0 0 0,-1-1 0 0 0,0 1-1 0 0,-1 0 1 0 0,0 0 0 0 0,-9-13 0 0 0,12 19-128 0 0,0 0 0 0 0,0 0 0 0 0,0 0 0 0 0,0 0-1 0 0,0 0 1 0 0,-1 0 0 0 0,1 0 0 0 0,0 0 0 0 0,-1 1 0 0 0,1-1 0 0 0,0 0 0 0 0,-1 1 0 0 0,1-1 0 0 0,-1 1-1 0 0,1 0 1 0 0,-1-1 0 0 0,1 1 0 0 0,-1 0 0 0 0,0 0 0 0 0,1 0 0 0 0,-1 0 0 0 0,1 0 0 0 0,-3 1 0 0 0,1 0-43 0 0,1 0 1 0 0,0 0-1 0 0,-1 0 1 0 0,1 0 0 0 0,0 1-1 0 0,0 0 1 0 0,0-1 0 0 0,0 1-1 0 0,0 0 1 0 0,0 0-1 0 0,0 0 1 0 0,-2 4 0 0 0,-1 1-110 0 0,1 0 0 0 0,0 1 0 0 0,0 0 1 0 0,1-1-1 0 0,-1 1 0 0 0,2 1 0 0 0,-4 13 0 0 0,6-15 8 0 0,-1 1 0 0 0,2-1 0 0 0,-1 1 0 0 0,1-1-1 0 0,0 1 1 0 0,0-1 0 0 0,1 1 0 0 0,0-1-1 0 0,1 0 1 0 0,-1 0 0 0 0,1 0 0 0 0,1 0-1 0 0,-1-1 1 0 0,1 1 0 0 0,0-1 0 0 0,1 0-1 0 0,-1 0 1 0 0,1 0 0 0 0,0-1 0 0 0,8 7 0 0 0,-7-7 178 0 0,0 1 0 0 0,1-1 0 0 0,0 0 0 0 0,0-1 1 0 0,0 0-1 0 0,0 0 0 0 0,1 0 0 0 0,-1-1 0 0 0,1 0 0 0 0,0-1 1 0 0,0 0-1 0 0,0 0 0 0 0,0-1 0 0 0,0 1 0 0 0,1-2 1 0 0,-1 1-1 0 0,0-1 0 0 0,12-2 0 0 0,-16 1-88 0 0,1 1-1 0 0,-1-2 0 0 0,1 1 1 0 0,-1 0-1 0 0,1-1 0 0 0,-1 0 1 0 0,0 0-1 0 0,0 0 1 0 0,0-1-1 0 0,0 1 0 0 0,-1-1 1 0 0,1 0-1 0 0,-1 0 0 0 0,1 0 1 0 0,-1 0-1 0 0,0-1 1 0 0,0 0-1 0 0,3-4 0 0 0,0-4-18 0 0,0-1-1 0 0,-1 1 1 0 0,0-1-1 0 0,5-23 1 0 0,-8 25 739 0 0,1 0 0 0 0,0 1 0 0 0,1-1 0 0 0,0 1 0 0 0,1 0 0 0 0,0 0 0 0 0,10-15 1 0 0,-15 24-607 0 0,1 0 1 0 0,-1 1 0 0 0,1-1-1 0 0,-1 0 1 0 0,1 0-1 0 0,0 0 1 0 0,-1 0 0 0 0,1 1-1 0 0,0-1 1 0 0,0 0 0 0 0,0 1-1 0 0,-1-1 1 0 0,1 1 0 0 0,0-1-1 0 0,0 1 1 0 0,0-1 0 0 0,0 1-1 0 0,0-1 1 0 0,0 1 0 0 0,0 0-1 0 0,0 0 1 0 0,0 0 0 0 0,0-1-1 0 0,0 1 1 0 0,0 0 0 0 0,0 0-1 0 0,0 0 1 0 0,0 0 0 0 0,0 1-1 0 0,0-1 1 0 0,0 0 0 0 0,0 0-1 0 0,0 1 1 0 0,0-1 0 0 0,0 0-1 0 0,0 1 1 0 0,0-1 0 0 0,0 1-1 0 0,0-1 1 0 0,0 1-1 0 0,-1 0 1 0 0,1-1 0 0 0,0 1-1 0 0,0 0 1 0 0,-1 0 0 0 0,1-1-1 0 0,0 2 1 0 0,4 6 71 0 0,0-1 0 0 0,0 1-1 0 0,-1 1 1 0 0,5 14 0 0 0,2 0 30 0 0,16 14-221 0 0,-26-35 43 0 0,1 0 1 0 0,0 0 0 0 0,0 0-1 0 0,0-1 1 0 0,0 1 0 0 0,0 0-1 0 0,0-1 1 0 0,0 0-1 0 0,1 1 1 0 0,-1-1 0 0 0,0 0-1 0 0,1 0 1 0 0,-1 0 0 0 0,1-1-1 0 0,2 2 1 0 0,6-33-267 0 0,-4 17 474 0 0,18-34 102 0 0,-24 46-279 0 0,0 0 1 0 0,0 0-1 0 0,1 0 1 0 0,-1 0-1 0 0,1 0 1 0 0,-1 1 0 0 0,1-1-1 0 0,0 0 1 0 0,0 1-1 0 0,0-1 1 0 0,0 1-1 0 0,0-1 1 0 0,0 1-1 0 0,0 0 1 0 0,1 0 0 0 0,3-1-1 0 0,0 3 59 0 0,0 0 1 0 0,0 1-1 0 0,0 0 1 0 0,0 0-1 0 0,0 0 0 0 0,0 1 1 0 0,-1 0-1 0 0,0 0 0 0 0,1 1 1 0 0,4 4-1 0 0,-2-3-34 0 0,28 26-58 0 0,-33-26-191 0 0,1-2-1 0 0,-1 1 1 0 0,1 0 0 0 0,0-1 0 0 0,0 1 0 0 0,1-1 0 0 0,-1 0-1 0 0,0 0 1 0 0,1-1 0 0 0,0 0 0 0 0,0 1 0 0 0,0-2 0 0 0,0 1-1 0 0,5 1 1 0 0</inkml:trace>
</inkml:ink>
</file>

<file path=ppt/ink/ink1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6:42.49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44 17052 0 0,'0'-6'337'0'0,"0"4"-220"0"0,0-1-1 0 0,0 0 0 0 0,0 1 0 0 0,0-1 0 0 0,0 0 1 0 0,1 1-1 0 0,-1-1 0 0 0,1 0 0 0 0,0 1 0 0 0,0-1 1 0 0,0 1-1 0 0,2-4 0 0 0,-2 6-53 0 0,0-1-1 0 0,-1 1 1 0 0,1 1-1 0 0,0-1 1 0 0,-1 0 0 0 0,1 0-1 0 0,0 0 1 0 0,0 0 0 0 0,-1 0-1 0 0,1 1 1 0 0,0-1-1 0 0,-1 0 1 0 0,1 1 0 0 0,0-1-1 0 0,-1 0 1 0 0,1 1-1 0 0,-1-1 1 0 0,1 1 0 0 0,0-1-1 0 0,-1 1 1 0 0,1-1 0 0 0,-1 1-1 0 0,1-1 1 0 0,-1 1-1 0 0,0 0 1 0 0,1-1 0 0 0,-1 1-1 0 0,1 0 1 0 0,11 21 2160 0 0,-12-21-2181 0 0,17 40 903 0 0,-2 0 0 0 0,11 49 1 0 0,17 47 180 0 0,-22-91-1064 0 0,49 79 1 0 0,8 16-3007 0 0,-68-119 2129 0 0</inkml:trace>
</inkml:ink>
</file>

<file path=ppt/ink/ink1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6:42.66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72 12899 0 0,'4'2'1152'0'0,"2"-2"-928"0"0,1 0-224 0 0,0 0 0 0 0,1 0 960 0 0,0-2 136 0 0,7 2 33 0 0,10-1 7 0 0,7 0-624 0 0,3-3-128 0 0,1-1-32 0 0,-3-1 0 0 0,-1-1-768 0 0,-2-2-152 0 0,0 0-32 0 0,5-1-8 0 0,2 1 512 0 0,-3-1 96 0 0</inkml:trace>
</inkml:ink>
</file>

<file path=ppt/ink/ink1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6:42.79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17972 0 0,'13'14'800'0'0,"-2"-7"160"0"0,0 0-768 0 0,-1-3-192 0 0,-3-3 0 0 0</inkml:trace>
</inkml:ink>
</file>

<file path=ppt/ink/ink1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44.8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66 58 8866 0 0,'-15'-34'2040'0'0,"15"32"-1796"0"0,-1 1 0 0 0,0-1 1 0 0,0 1-1 0 0,0-1 0 0 0,0 1 0 0 0,0-1 1 0 0,0 1-1 0 0,0 0 0 0 0,0 0 1 0 0,0-1-1 0 0,-1 1 0 0 0,1 0 1 0 0,0 0-1 0 0,-1 0 0 0 0,1 0 0 0 0,-1 1 1 0 0,1-1-1 0 0,-4-1 0 0 0,4 3-141 0 0,-1-1 0 0 0,1 1 0 0 0,0-1 0 0 0,0 1 0 0 0,0 0 0 0 0,0 0 0 0 0,0-1 0 0 0,0 1 0 0 0,0 0 0 0 0,0 0 0 0 0,0 0 0 0 0,0 0-1 0 0,0 0 1 0 0,1 0 0 0 0,-1 0 0 0 0,0 1 0 0 0,1-1 0 0 0,-1 0 0 0 0,1 0 0 0 0,-1 1 0 0 0,1-1 0 0 0,0 0 0 0 0,-1 0 0 0 0,1 1 0 0 0,0 1 0 0 0,-5 36 1224 0 0,20 441 161 0 0,39-4-1403 0 0,-52-456-60 0 0,31 181 268 0 0,-15-98 266 0 0,7 114-1 0 0,-25-211-542 0 0,0 0-1 0 0,0 0 0 0 0,0 1 0 0 0,-1-1 0 0 0,1 0 1 0 0,-2 0-1 0 0,-2 9 0 0 0,3-13-282 0 0,0 0 0 0 0,0 0 1 0 0,0 0-1 0 0,0 0 0 0 0,0-1 0 0 0,0 1 0 0 0,-1 0 0 0 0,1-1 1 0 0,-1 1-1 0 0,-1 1 0 0 0,-6 2-3531 0 0,7-4 2848 0 0,-1 0 0 0 0,1 0 1 0 0,0 0-1 0 0,-1 0 1 0 0,-4 0-1 0 0</inkml:trace>
</inkml:ink>
</file>

<file path=ppt/ink/ink1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45.0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57 6913 0 0,'74'-23'5820'0'0,"86"-2"-1835"0"0,-123 20-4837 0 0,-15 1-4836 0 0</inkml:trace>
</inkml:ink>
</file>

<file path=ppt/ink/ink1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45.4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42 8754 0 0,'4'-2'217'0'0,"-1"0"1"0"0,1 1-1 0 0,0-1 0 0 0,0 1 1 0 0,-1 0-1 0 0,1 0 1 0 0,0 0-1 0 0,0 0 0 0 0,5 0 1 0 0,6-1 96 0 0,30-8 1402 0 0,86-6 0 0 0,-107 15-2104 0 0,0 1-1 0 0,-1 2 1 0 0,1 0-1 0 0,-1 1 0 0 0,37 10 1 0 0,-39-6 360 0 0</inkml:trace>
</inkml:ink>
</file>

<file path=ppt/ink/ink1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45.8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24 7834 0 0,'0'-2'1014'0'0,"5"-1"-205"0"0,18-3 369 0 0,28-4 646 0 0,-47 9-1801 0 0,0 0 1 0 0,1 1 0 0 0,-1 0 0 0 0,0 0 0 0 0,1 0-1 0 0,-1 0 1 0 0,0 1 0 0 0,0 0 0 0 0,1-1 0 0 0,-1 2-1 0 0,0-1 1 0 0,0 0 0 0 0,0 1 0 0 0,0 0-1 0 0,0 0 1 0 0,0 0 0 0 0,-1 0 0 0 0,1 0 0 0 0,-1 1-1 0 0,1 0 1 0 0,-1 0 0 0 0,0 0 0 0 0,5 7-1 0 0,0 2-89 0 0</inkml:trace>
</inkml:ink>
</file>

<file path=ppt/ink/ink1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46.0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47 4609 0 0,'1'-2'261'0'0,"1"0"0"0"0,0 0 0 0 0,-1 0-1 0 0,1 0 1 0 0,0 0 0 0 0,0 0 0 0 0,0 0 0 0 0,1 1 0 0 0,-1-1 0 0 0,0 1 0 0 0,1 0-1 0 0,-1 0 1 0 0,5-2 0 0 0,-3 1 13 0 0,3-2 216 0 0,0 1 0 0 0,0 0 1 0 0,0 0-1 0 0,1 1 0 0 0,7-2 0 0 0,11 4-543 0 0,-24 0-269 0 0,0 1 1 0 0,1-1-1 0 0,-1 1 1 0 0,0 0 0 0 0,0 0-1 0 0,0 0 1 0 0,0 0-1 0 0,-1 0 1 0 0,1 1-1 0 0,2 1 1 0 0,2 3-1077 0 0</inkml:trace>
</inkml:ink>
</file>

<file path=ppt/ink/ink1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46.4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 1 4145 0 0,'-2'0'210'0'0,"-19"7"-42"0"0,20-7-37 0 0,0 0-1 0 0,0 0 0 0 0,0 0 0 0 0,1 1 0 0 0,-1-1 0 0 0,0 1 0 0 0,0-1 1 0 0,1 0-1 0 0,-1 1 0 0 0,0-1 0 0 0,1 1 0 0 0,-1-1 0 0 0,0 1 1 0 0,1 0-1 0 0,-1-1 0 0 0,1 1 0 0 0,-1 0 0 0 0,1-1 0 0 0,-1 1 1 0 0,1 0-1 0 0,-1 1 0 0 0,2-2 26 0 0,-1 1 0 0 0,0-1 0 0 0,1 1 0 0 0,0-1 1 0 0,-1 1-1 0 0,1-1 0 0 0,-1 0 0 0 0,1 1 0 0 0,-1-1 0 0 0,1 0 0 0 0,0 0 1 0 0,-1 0-1 0 0,1 1 0 0 0,0-1 0 0 0,-1 0 0 0 0,1 0 0 0 0,-1 0 0 0 0,1 0 0 0 0,0 0 1 0 0,-1 0-1 0 0,1 0 0 0 0,0 0 0 0 0,-1 0 0 0 0,2-1 0 0 0,15 0 806 0 0,-17 1-987 0 0,55-4 2373 0 0,111-8 1656 0 0,83 13-2236 0 0,-205 2-1665 0 0,-7-2-90 0 0,-1 1 0 0 0,1 3 0 0 0,-1 0 0 0 0,0 3 0 0 0,39 13 0 0 0,-54-9-652 0 0</inkml:trace>
</inkml:ink>
</file>

<file path=ppt/ink/ink1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46.8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0 2761 0 0,'-5'8'5603'0'0,"1"14"-4429"0"0,4-21-1133 0 0,-9 60 1673 0 0,3 1 0 0 0,2 0-1 0 0,3 1 1 0 0,9 73 0 0 0,7-26-875 0 0,40 156 0 0 0,3-1-625 0 0,-14-63-82 0 0,-20-131-2662 0 0</inkml:trace>
</inkml:ink>
</file>

<file path=ppt/ink/ink1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47.0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 65 9218 0 0,'-14'4'-803'0'0,"1"0"4115"0"0,32-10 3597 0 0,143-42-3266 0 0,-107 37-5469 0 0,1 5-3386 0 0,-32 5-1339 0 0</inkml:trace>
</inkml:ink>
</file>

<file path=ppt/ink/ink1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49.6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381 55 920 0 0,'5'-22'4366'0'0,"-4"21"-4220"0"0,-1-1-1 0 0,0 1 1 0 0,0-1-1 0 0,0 1 1 0 0,0 0-1 0 0,0-1 1 0 0,0 1-1 0 0,0 0 1 0 0,-1-1-1 0 0,1 1 0 0 0,0 0 1 0 0,-1-1-1 0 0,1 1 1 0 0,-1 0-1 0 0,0 0 1 0 0,1-1-1 0 0,-1 1 1 0 0,0 0-1 0 0,0 0 1 0 0,-1-2-1 0 0,0 2 7 0 0,1 1-1 0 0,0-1 1 0 0,0 1-1 0 0,-1-1 1 0 0,1 1 0 0 0,0 0-1 0 0,-1 0 1 0 0,1 0 0 0 0,-1 0-1 0 0,1 0 1 0 0,0 0-1 0 0,-1 0 1 0 0,1 0 0 0 0,0 0-1 0 0,-1 0 1 0 0,1 1-1 0 0,0-1 1 0 0,-1 1 0 0 0,1-1-1 0 0,0 1 1 0 0,-1-1 0 0 0,1 1-1 0 0,0 0 1 0 0,0-1-1 0 0,0 1 1 0 0,-1 1 0 0 0,-20 13 972 0 0,1 0 0 0 0,-35 33 0 0 0,47-39-902 0 0,1 0 0 0 0,-1 1 1 0 0,1 0-1 0 0,1 0 0 0 0,0 1 0 0 0,1 0 1 0 0,-10 21-1 0 0,16-30-239 0 0,-1 0 0 0 0,1 0 0 0 0,0 0-1 0 0,0 0 1 0 0,0 0 0 0 0,0 0 0 0 0,0 0 0 0 0,0 0 0 0 0,0 0 0 0 0,1 0-1 0 0,-1 0 1 0 0,1 0 0 0 0,-1 0 0 0 0,1 0 0 0 0,0-1 0 0 0,0 1-1 0 0,0 0 1 0 0,0 0 0 0 0,0-1 0 0 0,0 1 0 0 0,0 0 0 0 0,1-1-1 0 0,-1 1 1 0 0,1-1 0 0 0,1 2 0 0 0,8 6-116 0 0,0 0-1 0 0,21 12 1 0 0,-5-3-106 0 0,-16-9 179 0 0,0 0 1 0 0,-1 0 0 0 0,0 1 0 0 0,-1 0 0 0 0,13 19 0 0 0,-20-27 86 0 0,-1 0 0 0 0,0 0 0 0 0,1 0 0 0 0,-1 1 1 0 0,0-1-1 0 0,0 0 0 0 0,0 1 0 0 0,0-1 0 0 0,0 0 0 0 0,-1 1 0 0 0,1-1 0 0 0,-1 1 0 0 0,1-1 1 0 0,-1 1-1 0 0,0-1 0 0 0,0 1 0 0 0,0-1 0 0 0,-1 1 0 0 0,1-1 0 0 0,0 1 0 0 0,-1-1 0 0 0,0 1 1 0 0,1-1-1 0 0,-1 1 0 0 0,0-1 0 0 0,0 0 0 0 0,-1 0 0 0 0,1 1 0 0 0,0-1 0 0 0,-1 0 0 0 0,1 0 1 0 0,-1 0-1 0 0,0-1 0 0 0,1 1 0 0 0,-1 0 0 0 0,0-1 0 0 0,0 1 0 0 0,-3 1 0 0 0,-9 6 478 0 0,-1-1 0 0 0,0 0-1 0 0,-1-1 1 0 0,0-1 0 0 0,0 0 0 0 0,0-1-1 0 0,-28 4 1 0 0,33-7-646 0 0,1 0 1 0 0,-1-2-1 0 0,0 1 0 0 0,1-1 0 0 0,-1-1 1 0 0,1 0-1 0 0,-1 0 0 0 0,1-1 0 0 0,-1 0 0 0 0,1-1 1 0 0,0 0-1 0 0,0-1 0 0 0,-14-7 0 0 0,8 1-6813 0 0</inkml:trace>
</inkml:ink>
</file>

<file path=ppt/ink/ink1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50.8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183 29 4609 0 0,'17'-28'7254'0'0,"-25"42"-5884"0"0,-21 34-461 0 0,2 2 0 0 0,2 1-1 0 0,-26 79 1 0 0,36-82-834 0 0,2 0 0 0 0,2 1 0 0 0,3 0 0 0 0,2 1 0 0 0,1 0 0 0 0,3 0 0 0 0,6 66 0 0 0,5-34-46 0 0,3-2-1 0 0,4 1 1 0 0,3-2 0 0 0,4 0 0 0 0,3-2 0 0 0,4 0-1 0 0,3-3 1 0 0,3 0 0 0 0,69 103 0 0 0,-87-151 56 0 0,1 0 0 0 0,1-2 0 0 0,1 0 0 0 0,1-1 0 0 0,1-2 0 0 0,1 0 0 0 0,33 22 0 0 0,-39-32-32 0 0,1 0 1 0 0,1-1-1 0 0,-1-2 0 0 0,2 1 1 0 0,-1-2-1 0 0,1-1 0 0 0,0 0 1 0 0,0-2-1 0 0,0 0 0 0 0,1-2 1 0 0,29 1-1 0 0,49-10-2207 0 0,-31 2 669 0 0,-54 3 1163 0 0</inkml:trace>
</inkml:ink>
</file>

<file path=ppt/ink/ink1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51.9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149 217 1376 0 0,'-34'3'1138'0'0,"26"-2"328"0"0,0 1 0 0 0,1 0-1 0 0,0 1 1 0 0,-12 5-1 0 0,56-13 3789 0 0,-10 2-4203 0 0,17-4-470 0 0,-1 1 0 0 0,1 2-1 0 0,0 2 1 0 0,70 5 0 0 0,-80 0-537 0 0,1-2 1 0 0,0-2-1 0 0,0-1 0 0 0,-1-2 1 0 0,1-1-1 0 0,35-10 0 0 0,-70 14-44 0 0,1 1 0 0 0,-1 0 0 0 0,1 0 0 0 0,-1 0 0 0 0,0 0 0 0 0,1 0-1 0 0,-1 0 1 0 0,0 0 0 0 0,1-1 0 0 0,-1 1 0 0 0,0 0 0 0 0,1 0-1 0 0,-1-1 1 0 0,0 1 0 0 0,1 0 0 0 0,-1 0 0 0 0,0-1 0 0 0,1 1 0 0 0,-1 0-1 0 0,0-1 1 0 0,0 1 0 0 0,0 0 0 0 0,1-1 0 0 0,-1 1 0 0 0,0 0-1 0 0,0-1 1 0 0,0 1 0 0 0,0-1 0 0 0,0 1 0 0 0,0 0 0 0 0,0-1 0 0 0,0 1-1 0 0,0-1 1 0 0,0 0 0 0 0,-7-15-21 0 0,-18-10-30 0 0,-4 6-138 0 0,-2 2 0 0 0,0 1 0 0 0,-1 1 0 0 0,-1 2 0 0 0,0 1 0 0 0,-1 2 0 0 0,-64-13 0 0 0,83 22 198 0 0,1 2 0 0 0,0-1 0 0 0,0 2 0 0 0,0 0 0 0 0,0 0 0 0 0,0 2 1 0 0,0-1-1 0 0,1 2 0 0 0,-1 0 0 0 0,1 1 0 0 0,0 0 0 0 0,0 1 0 0 0,0 0 0 0 0,1 1 0 0 0,0 0 1 0 0,0 1-1 0 0,-19 18 0 0 0,22-19-2 0 0,1 1 0 0 0,0 0 0 0 0,1 1 0 0 0,0 0 0 0 0,0 0 1 0 0,1 0-1 0 0,0 1 0 0 0,0 0 0 0 0,1 0 0 0 0,1 1 0 0 0,0 0 0 0 0,0-1 1 0 0,1 1-1 0 0,0 0 0 0 0,1 1 0 0 0,0-1 0 0 0,1 0 0 0 0,0 0 0 0 0,1 1 0 0 0,0-1 1 0 0,1 1-1 0 0,3 16 0 0 0,-2-17 23 0 0,1 0 0 0 0,0 0-1 0 0,1-1 1 0 0,0 1 0 0 0,0-1 0 0 0,1 0 0 0 0,0 0 0 0 0,1-1 0 0 0,0 1-1 0 0,0-1 1 0 0,1-1 0 0 0,1 1 0 0 0,-1-1 0 0 0,1 0 0 0 0,1-1 0 0 0,-1 0-1 0 0,1 0 1 0 0,0-1 0 0 0,1 0 0 0 0,0 0 0 0 0,0-1 0 0 0,0-1-1 0 0,0 0 1 0 0,1 0 0 0 0,15 3 0 0 0,-3-2 245 0 0,0-1 1 0 0,1-1-1 0 0,-1 0 0 0 0,1-2 0 0 0,0-1 1 0 0,-1-1-1 0 0,46-8 0 0 0,-26 0-37 0 0,-1-3-1 0 0,0-1 1 0 0,56-26 0 0 0,-29 11-1519 0 0,-52 22 833 0 0</inkml:trace>
</inkml:ink>
</file>

<file path=ppt/ink/ink1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54.1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117 356 1840 0 0,'-5'-4'441'0'0,"1"1"0"0"0,-1 0 0 0 0,0 1 0 0 0,0-1 0 0 0,0 1-1 0 0,0 0 1 0 0,0 0 0 0 0,-11-2 0 0 0,12 3 27 0 0,-1 0-1 0 0,1 0 1 0 0,-1-1-1 0 0,1 1 1 0 0,0-1-1 0 0,0 0 1 0 0,0 0-1 0 0,0 0 1 0 0,0-1-1 0 0,0 1 1 0 0,0-1-1 0 0,1 0 1 0 0,-5-5-1 0 0,8 8-376 0 0,0-1-1 0 0,-1 1 0 0 0,1 0 1 0 0,0-1-1 0 0,0 1 0 0 0,0 0 0 0 0,0-1 1 0 0,0 1-1 0 0,0 0 0 0 0,0-1 1 0 0,0 1-1 0 0,1-1 0 0 0,-1 1 1 0 0,0 0-1 0 0,0-1 0 0 0,0 1 0 0 0,0 0 1 0 0,0-1-1 0 0,1 1 0 0 0,-1 0 1 0 0,0 0-1 0 0,0-1 0 0 0,0 1 1 0 0,1 0-1 0 0,-1 0 0 0 0,0-1 0 0 0,0 1 1 0 0,1 0-1 0 0,-1 0 0 0 0,0-1 1 0 0,1 1-1 0 0,-1 0 0 0 0,0 0 1 0 0,1 0-1 0 0,-1 0 0 0 0,0 0 1 0 0,1 0-1 0 0,-1-1 0 0 0,0 1 0 0 0,1 0 1 0 0,-1 0-1 0 0,0 0 0 0 0,1 0 1 0 0,-1 0-1 0 0,1 0 0 0 0,-1 0 1 0 0,0 1-1 0 0,1-1 0 0 0,-1 0 0 0 0,0 0 1 0 0,3 1 1114 0 0,1 1-844 0 0,2 2-279 0 0,0 0-1 0 0,-1 0 1 0 0,0 1-1 0 0,0-1 1 0 0,0 1-1 0 0,0 0 0 0 0,7 11 1 0 0,28 50 947 0 0,-29-46-682 0 0,26 37 0 0 0,2-13-325 0 0,1-1-1 0 0,84 68 0 0 0,-123-110-10 0 0,0 0 0 0 0,1 0-1 0 0,-1 0 1 0 0,0 0 0 0 0,1 0-1 0 0,-1 0 1 0 0,1 0 0 0 0,-1-1-1 0 0,1 1 1 0 0,-1-1-1 0 0,1 1 1 0 0,0-1 0 0 0,-1 1-1 0 0,1-1 1 0 0,0 0 0 0 0,-1 0-1 0 0,1 0 1 0 0,1 0 0 0 0,-1 0 14 0 0,-1-1 0 0 0,0 1-1 0 0,0-1 1 0 0,0 1 0 0 0,0-1 0 0 0,0 0 0 0 0,1 1 0 0 0,-1-1 0 0 0,0 0 0 0 0,-1 0 0 0 0,1 0 0 0 0,0 0 0 0 0,0 0 0 0 0,0 0 0 0 0,0 0 0 0 0,-1 0 0 0 0,1 0 0 0 0,0-2 0 0 0,3-6 138 0 0,-1-1 1 0 0,0 1-1 0 0,-1-1 0 0 0,0 0 0 0 0,1-9 0 0 0,-1 0-42 0 0,13-42 135 0 0,23-65 0 0 0,-21 76-195 0 0,-2-1 1 0 0,12-72-1 0 0,-26 108-56 0 0,-1-1-1 0 0,0 1 1 0 0,-1-1-1 0 0,-3-15 1 0 0,-1-34-721 0 0,7 47-1729 0 0</inkml:trace>
</inkml:ink>
</file>

<file path=ppt/ink/ink1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54.9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109 210 3225 0 0,'-7'1'57'0'0,"-59"15"1550"0"0,62-15-1093 0 0,0 1 0 0 0,0 0 1 0 0,0 0-1 0 0,0 0 0 0 0,1 0 1 0 0,-1 1-1 0 0,-5 4 0 0 0,9-6-427 0 0,0-1-1 0 0,1 1 0 0 0,-1-1 0 0 0,0 0 0 0 0,1 1 1 0 0,-1-1-1 0 0,0 1 0 0 0,1-1 0 0 0,-1 1 1 0 0,0-1-1 0 0,1 0 0 0 0,-1 1 0 0 0,1-1 1 0 0,-1 0-1 0 0,1 0 0 0 0,-1 1 0 0 0,0-1 1 0 0,1 0-1 0 0,-1 0 0 0 0,1 1 0 0 0,-1-1 1 0 0,1 0-1 0 0,0 0 0 0 0,-1 0 0 0 0,1 0 1 0 0,-1 0-1 0 0,1 0 0 0 0,-1 0 0 0 0,2 0 1 0 0,19 4 163 0 0,39-3 653 0 0,-1-2 0 0 0,77-11 1 0 0,119-32-100 0 0,-148 24-641 0 0,372-80 1296 0 0,-324 65-1140 0 0,-86 18-311 0 0,44-9 17 0 0,-99 24-53 0 0,1 0 0 0 0,0 1 0 0 0,-1 1 0 0 0,1 0 0 0 0,23 4 0 0 0,-16 3-814 0 0,-13-3-66 0 0</inkml:trace>
</inkml:ink>
</file>

<file path=ppt/ink/ink1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56.2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30 408 6449 0 0,'-4'-4'199'0'0,"1"0"0"0"0,0 0-1 0 0,0 0 1 0 0,1 0-1 0 0,-1-1 1 0 0,1 1 0 0 0,-3-8-1 0 0,4 9 192 0 0,0 1 0 0 0,1-1 0 0 0,-1 1 0 0 0,0-1 0 0 0,1 0 0 0 0,0 0 1 0 0,-1 1-1 0 0,1-1 0 0 0,0 0 0 0 0,1 1 0 0 0,-1-1 0 0 0,0 0 0 0 0,1 0 0 0 0,-1 1 0 0 0,3-5 0 0 0,-3 7-287 0 0,1 0 1 0 0,-1 0-1 0 0,1 0 0 0 0,0 0 0 0 0,-1 0 0 0 0,1 0 1 0 0,0 0-1 0 0,-1 0 0 0 0,1 0 0 0 0,0 0 1 0 0,-1 1-1 0 0,1-1 0 0 0,-1 0 0 0 0,1 0 0 0 0,0 1 1 0 0,-1-1-1 0 0,1 0 0 0 0,-1 1 0 0 0,1-1 1 0 0,-1 1-1 0 0,1-1 0 0 0,-1 1 0 0 0,1-1 1 0 0,-1 1-1 0 0,0-1 0 0 0,1 1 0 0 0,-1-1 0 0 0,1 2 1 0 0,15 16 341 0 0,35 51-312 0 0,46 55 282 0 0,-82-108-375 0 0,0-1 1 0 0,1-1-1 0 0,0 0 0 0 0,2-1 1 0 0,26 16-1 0 0,18 0 75 0 0,-58-28-101 0 0,0 1-1 0 0,0-1 1 0 0,1 0 0 0 0,-1 0 0 0 0,0 0 0 0 0,0-1 0 0 0,1 1 0 0 0,-1-1 0 0 0,0 0 0 0 0,0-1 0 0 0,1 1 0 0 0,-1-1-1 0 0,7-1 1 0 0,-10 1 31 0 0,0 0 0 0 0,0 0 0 0 0,0 1 0 0 0,0-1 0 0 0,0 0 0 0 0,0 0-1 0 0,0 0 1 0 0,-1-1 0 0 0,1 1 0 0 0,0 0 0 0 0,-1 0 0 0 0,1 0 0 0 0,-1-1 0 0 0,1 1-1 0 0,-1 0 1 0 0,0 0 0 0 0,1-1 0 0 0,-1 1 0 0 0,0 0 0 0 0,0-2 0 0 0,2-35 433 0 0,-2 25-198 0 0,6-284 1759 0 0,-3 253-2044 0 0,-2 4-116 0 0,3 0-1 0 0,0 0 1 0 0,3 1 0 0 0,15-50 0 0 0,-19 81-1066 0 0</inkml:trace>
</inkml:ink>
</file>

<file path=ppt/ink/ink1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56.5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0 138 3225 0 0,'9'-6'1219'0'0,"0"-1"-1"0"0,0 1 1 0 0,0 0 0 0 0,1 1 0 0 0,0 0 0 0 0,11-3 0 0 0,19-11 1016 0 0,6-11-86 0 0,-34 22-1865 0 0,0 0-1 0 0,0 0 1 0 0,23-9 0 0 0,-28 15-880 0 0,1 1 0 0 0,0 1 1 0 0,-1-1-1 0 0,1 1 0 0 0,-1 0 0 0 0,1 1 1 0 0,0 0-1 0 0,-1 0 0 0 0,8 2 0 0 0,0 0-3729 0 0</inkml:trace>
</inkml:ink>
</file>

<file path=ppt/ink/ink1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56.8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0 920 0 0,'3'1'455'0'0,"-1"-1"0"0"0,0 1 0 0 0,1 0 0 0 0,-1-1 0 0 0,0 1 0 0 0,0 0 0 0 0,1 0 0 0 0,-1 1-1 0 0,0-1 1 0 0,0 0 0 0 0,0 1 0 0 0,-1-1 0 0 0,1 1 0 0 0,0 0 0 0 0,0-1 0 0 0,-1 1 0 0 0,1 0 0 0 0,-1 0 0 0 0,0 0 0 0 0,1 0 0 0 0,1 4-1 0 0,22 55 3449 0 0,-21-48-3072 0 0,3 5-258 0 0,-1 1 1 0 0,4 19-1 0 0,-7-21-679 0 0</inkml:trace>
</inkml:ink>
</file>

<file path=ppt/ink/ink1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58.8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60 920 0 0,'-1'-3'12265'0'0,"13"7"-9717"0"0,-9-3-2510 0 0,0 0-1 0 0,0 1 1 0 0,0-1-1 0 0,0 1 0 0 0,0 0 1 0 0,-1 0-1 0 0,1 0 1 0 0,-1 0-1 0 0,1 0 0 0 0,2 4 1 0 0,4 9 102 0 0,-1 0-1 0 0,0 1 1 0 0,-1 0 0 0 0,8 31 0 0 0,-9-29-93 0 0,0 0-1 0 0,1-1 1 0 0,0 0 0 0 0,13 20 0 0 0,-15-29-14 0 0,-3-4-12 0 0,0 0 0 0 0,0-1 0 0 0,1 0 1 0 0,-1 1-1 0 0,1-1 0 0 0,0 0 1 0 0,0 0-1 0 0,0 0 0 0 0,6 4 1 0 0,-3-17 271 0 0,23-108 441 0 0,-23 85-579 0 0,2 0 0 0 0,1 0 1 0 0,18-44-1 0 0,-25 73-130 0 0,-1 1 0 0 0,1 0-1 0 0,0 0 1 0 0,-1 0 0 0 0,1 0 0 0 0,1 0-1 0 0,-1 1 1 0 0,0-1 0 0 0,1 1 0 0 0,-1-1 0 0 0,5-2-1 0 0,-6 4-16 0 0,0 1 0 0 0,0-1 0 0 0,1 1 0 0 0,-1 0-1 0 0,0-1 1 0 0,0 1 0 0 0,1 0 0 0 0,-1 0 0 0 0,0 0-1 0 0,1 0 1 0 0,-1 0 0 0 0,0 0 0 0 0,1 0 0 0 0,-1 1-1 0 0,0-1 1 0 0,0 0 0 0 0,1 1 0 0 0,-1-1 0 0 0,0 1-1 0 0,0-1 1 0 0,0 1 0 0 0,0-1 0 0 0,1 1 0 0 0,-1 0-1 0 0,0 0 1 0 0,0 0 0 0 0,0-1 0 0 0,-1 1 0 0 0,1 0-1 0 0,0 0 1 0 0,0 0 0 0 0,0 2 0 0 0,170 207-74 0 0</inkml:trace>
</inkml:ink>
</file>

<file path=ppt/ink/ink1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00.0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1 120 6913 0 0,'24'-8'1225'0'0,"158"-38"5696"0"0,3 10-5777 0 0,-65 18-1285 0 0,-69 10-4549 0 0,-34 5-201 0 0</inkml:trace>
</inkml:ink>
</file>

<file path=ppt/ink/ink1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00.4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8290 0 0,'14'24'6627'0'0,"-1"15"-3344"0"0,8 52-1675 0 0,-11-45-516 0 0,18 76-314 0 0,45 174-563 0 0,-71-290-632 0 0,-1 0 1 0 0,0 0-1 0 0,0 0 1 0 0,0 0-1 0 0,-1 8 0 0 0</inkml:trace>
</inkml:ink>
</file>

<file path=ppt/ink/ink1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00.9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67 1376 0 0,'-10'-18'-330'0'0,"3"-12"4134"0"0,7 29-3621 0 0,0 0 0 0 0,0 1 0 0 0,0-1 0 0 0,0 0 0 0 0,0 0 0 0 0,0 1 0 0 0,0-1 0 0 0,1 0 0 0 0,-1 0 0 0 0,0 1 0 0 0,0-1 0 0 0,1 0 0 0 0,-1 1 0 0 0,0-1 0 0 0,1 1 0 0 0,-1-1 0 0 0,1 0 1 0 0,-1 1-1 0 0,1-1 0 0 0,-1 1 0 0 0,1-1 0 0 0,-1 1 0 0 0,1-1 0 0 0,0 1 0 0 0,1-1 29 0 0,-1 1 0 0 0,1-1 0 0 0,0 1 0 0 0,-1 0 0 0 0,1 0 0 0 0,0 0 0 0 0,-1 0 0 0 0,1 0 0 0 0,0 0 0 0 0,-1 0 0 0 0,1 1 0 0 0,-1-1 1 0 0,1 1-1 0 0,0-1 0 0 0,2 2 0 0 0,17 7 845 0 0,0 1 1 0 0,0 1-1 0 0,-1 1 1 0 0,31 23-1 0 0,67 67 249 0 0,-97-82-1208 0 0,-2 2-1 0 0,0 0 1 0 0,-2 1-1 0 0,0 1 0 0 0,-1 0 1 0 0,-2 1-1 0 0,-1 1 1 0 0,0 0-1 0 0,-2 1 1 0 0,10 39-1 0 0,-11-25-72 0 0,-2 0 1 0 0,-1 0-1 0 0,-3 1 0 0 0,-1-1 0 0 0,-2 1 0 0 0,-8 68 0 0 0,1-65 12 0 0,-1 0-1 0 0,-2 0 0 0 0,-30 83 1 0 0,28-102-302 0 0,0 0 1 0 0,-2 0 0 0 0,0-1 0 0 0,-2-1 0 0 0,-1-1-1 0 0,-1 0 1 0 0,-30 32 0 0 0,28-36-6465 0 0</inkml:trace>
</inkml:ink>
</file>

<file path=ppt/ink/ink1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05.6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45 198 456 0 0,'1'-12'419'0'0,"-1"0"0"0"0,0 0 0 0 0,-3-22 1 0 0,-1 15 1793 0 0,-1 1 0 0 0,0 0 1 0 0,-12-27-1 0 0,12 31-1549 0 0,-1 0 4847 0 0,5 36-1405 0 0,37 327-3131 0 0,-25-291-1062 0 0,2-2 0 0 0,3 0 0 0 0,2 0-1 0 0,28 58 1 0 0,-12-35-2752 0 0,-26-54-4053 0 0</inkml:trace>
</inkml:ink>
</file>

<file path=ppt/ink/ink1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05.8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67 2304 0 0,'-1'0'98'0'0,"1"0"0"0"0,-1 0-1 0 0,1 0 1 0 0,-1 0 0 0 0,1 0-1 0 0,-1 0 1 0 0,1 0-1 0 0,-1 0 1 0 0,1 0 0 0 0,-1 0-1 0 0,1 0 1 0 0,-1 0 0 0 0,1-1-1 0 0,-1 1 1 0 0,1 0-1 0 0,0 0 1 0 0,-1-1 0 0 0,1 1-1 0 0,-1 0 1 0 0,1-1 0 0 0,0 1-1 0 0,-1 0 1 0 0,1-1-1 0 0,0 1 1 0 0,-1 0 0 0 0,1-1-1 0 0,0 1 1 0 0,0-1 0 0 0,-1 1-1 0 0,1-1 1 0 0,0 1-1 0 0,0-1 1 0 0,0 1 0 0 0,0 0-1 0 0,0-1 1 0 0,0 1-1 0 0,-1-1 1 0 0,1 1 0 0 0,0-1-1 0 0,0 1 1 0 0,0-1 0 0 0,1 1-1 0 0,-1-1 1 0 0,0 1-1 0 0,0-1 1 0 0,0 1 0 0 0,0-1-1 0 0,0 1 1 0 0,0-1 0 0 0,1 1-1 0 0,-1-1 1 0 0,0 1-1 0 0,0 0 1 0 0,1-1 0 0 0,-1 1-1 0 0,0-1 1 0 0,1 1 0 0 0,0-1-1 0 0,1-2 218 0 0,-1 0 0 0 0,2 0 0 0 0,-1 0 1 0 0,0 1-1 0 0,0-1 0 0 0,1 1 0 0 0,3-4 0 0 0,34-11-730 0 0,-27 12-3226 0 0</inkml:trace>
</inkml:ink>
</file>

<file path=ppt/ink/ink1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06.1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99 3225 0 0,'-1'0'35'0'0,"-1"-1"0"0"0,1 1 0 0 0,-1 0 0 0 0,1-1 0 0 0,-1 1 0 0 0,1-1 0 0 0,-1 0 0 0 0,1 1 0 0 0,-1-1 0 0 0,1 0 0 0 0,0 0 0 0 0,-1 0 0 0 0,1 0 0 0 0,0 0 0 0 0,0 0 0 0 0,0 0 0 0 0,0 0 0 0 0,0-1 0 0 0,0 1 0 0 0,0 0 0 0 0,0-2 0 0 0,1 1 123 0 0,0 0 0 0 0,1 0 0 0 0,-1 0 0 0 0,1 1 0 0 0,0-1 0 0 0,0 0 0 0 0,-1 0 0 0 0,1 1 0 0 0,0-1 0 0 0,1 0 0 0 0,-1 1 0 0 0,0-1 0 0 0,0 1 0 0 0,1 0 0 0 0,-1-1 0 0 0,1 1 0 0 0,2-2 0 0 0,3-2 173 0 0,0-1 0 0 0,1 2-1 0 0,0-1 1 0 0,-1 1 0 0 0,2 0 0 0 0,-1 1 0 0 0,0 0 0 0 0,1 0 0 0 0,-1 1 0 0 0,1 0 0 0 0,17-2-1 0 0,-6 2-331 0 0,-1 1 0 0 0,0 1-1 0 0,0 1 1 0 0,30 5-1 0 0,-20 0 2 0 0,-1 4 0 0 0</inkml:trace>
</inkml:ink>
</file>

<file path=ppt/ink/ink1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06.7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32 4201 0 0,'0'-2'285'0'0,"0"-1"-1"0"0,1 1 1 0 0,-1 0-1 0 0,1 0 1 0 0,0 0 0 0 0,0 0-1 0 0,0 0 1 0 0,0 0 0 0 0,0 0-1 0 0,0 0 1 0 0,1 0-1 0 0,-1 0 1 0 0,4-3 358 0 0,-10 32 950 0 0,-2 7-1054 0 0,3-20-392 0 0,1-1 0 0 0,0 1-1 0 0,2 0 1 0 0,-1 0 0 0 0,2 0 0 0 0,0 0 0 0 0,1 14 0 0 0,0-26-141 0 0,0 0 1 0 0,-1 0 0 0 0,1 0 0 0 0,0-1-1 0 0,0 1 1 0 0,0 0 0 0 0,1-1-1 0 0,-1 1 1 0 0,0 0 0 0 0,0-1 0 0 0,1 0-1 0 0,-1 1 1 0 0,1-1 0 0 0,-1 0 0 0 0,1 0-1 0 0,0 1 1 0 0,0-2 0 0 0,-1 1 0 0 0,3 1-1 0 0,44 13 62 0 0,-11-4 39 0 0,-33-9-92 0 0,1 0 1 0 0,-1 1-1 0 0,1-1 0 0 0,-1 1 1 0 0,0 0-1 0 0,0 0 0 0 0,-1 1 1 0 0,1-1-1 0 0,-1 1 1 0 0,1 0-1 0 0,-1 0 0 0 0,0 0 1 0 0,4 8-1 0 0,-6-10 30 0 0,0 1 0 0 0,0-1 0 0 0,-1 1 0 0 0,1-1 0 0 0,-1 1 0 0 0,1-1 0 0 0,-1 1 0 0 0,0 0 0 0 0,0-1 0 0 0,0 1 1 0 0,0-1-1 0 0,-1 1 0 0 0,1 0 0 0 0,-1-1 0 0 0,1 1 0 0 0,-1-1 0 0 0,0 1 0 0 0,0-1 0 0 0,0 0 0 0 0,0 1 0 0 0,-1-1 0 0 0,1 0 0 0 0,-1 0 0 0 0,1 0 0 0 0,-1 0 0 0 0,0 0 0 0 0,-3 3 0 0 0,2-2 154 0 0,0 0-1 0 0,-1 0 0 0 0,0 0 1 0 0,0 0-1 0 0,0-1 1 0 0,0 0-1 0 0,0 0 0 0 0,0 0 1 0 0,-6 2-1 0 0,-12-1-4448 0 0</inkml:trace>
</inkml:ink>
</file>

<file path=ppt/ink/ink1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08.0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31 9218 0 0,'0'-1'216'0'0,"1"0"0"0"0,-1-1 1 0 0,1 1-1 0 0,0 0 0 0 0,-1 0 0 0 0,1-1 0 0 0,0 1 0 0 0,0 0 1 0 0,0 0-1 0 0,0 0 0 0 0,0 0 0 0 0,0 0 0 0 0,0 0 1 0 0,0 0-1 0 0,0 1 0 0 0,0-1 0 0 0,0 0 0 0 0,0 0 1 0 0,1 1-1 0 0,-1-1 0 0 0,0 1 0 0 0,1-1 0 0 0,-1 1 0 0 0,2-1 1 0 0,34-7 102 0 0,-34 8-549 0 0,0 0 0 0 0,0 0 0 0 0,1 0 0 0 0,-1 1 0 0 0,0-1 0 0 0,0 1 0 0 0,0 0 0 0 0,3 1 0 0 0</inkml:trace>
</inkml:ink>
</file>

<file path=ppt/ink/ink1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08.2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80 6913 0 0,'0'0'12'0'0,"0"-1"0"0"0,0 1-1 0 0,0 0 1 0 0,-1 0 0 0 0,1 0-1 0 0,0 0 1 0 0,0 0 0 0 0,0 0-1 0 0,0 0 1 0 0,0-1 0 0 0,-1 1-1 0 0,1 0 1 0 0,0 0 0 0 0,0 0-1 0 0,0 0 1 0 0,0-1 0 0 0,0 1-1 0 0,0 0 1 0 0,0 0 0 0 0,0 0-1 0 0,0 0 1 0 0,-1-1 0 0 0,1 1-1 0 0,0 0 1 0 0,0 0 0 0 0,0 0-1 0 0,0-1 1 0 0,0 1 0 0 0,0 0-1 0 0,0 0 1 0 0,0 0 0 0 0,0-1-1 0 0,1 1 1 0 0,-1 0 0 0 0,0 0-1 0 0,0 0 1 0 0,0 0 0 0 0,0-1-1 0 0,0 1 1 0 0,0 0 0 0 0,0 0-1 0 0,0 0 1 0 0,0 0 0 0 0,1-1-1 0 0,-1 1 1 0 0,0 0 0 0 0,0 0-1 0 0,13-11 678 0 0,21-7 795 0 0,-31 16-1251 0 0,81-31-122 0 0,-68 26-43 0 0</inkml:trace>
</inkml:ink>
</file>

<file path=ppt/ink/ink1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08.5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49 28 3681 0 0,'-21'-10'539'0'0,"-7"-8"8873"0"0,31 32-5221 0 0,2 24-3872 0 0,-5-30 188 0 0,7 107 1256 0 0,-6-77-1650 0 0,1-1 1 0 0,2 0-1 0 0,10 40 1 0 0,13 15-1082 0 0,-7-29-2489 0 0,-12-35-2630 0 0</inkml:trace>
</inkml:ink>
</file>

<file path=ppt/ink/ink1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08.9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57 102 6449 0 0,'-1'-1'97'0'0,"1"1"0"0"0,-1 0 0 0 0,1-1 0 0 0,0 1-1 0 0,-1-1 1 0 0,1 1 0 0 0,-1 0 0 0 0,1-1 0 0 0,-1 1-1 0 0,1 0 1 0 0,-1 0 0 0 0,0-1 0 0 0,1 1 0 0 0,-1 0-1 0 0,1 0 1 0 0,-1 0 0 0 0,1 0 0 0 0,-1 0 0 0 0,0 0 0 0 0,1 0-1 0 0,-1 0 1 0 0,1 0 0 0 0,-1 0 0 0 0,1 0 0 0 0,-1 0-1 0 0,0 0 1 0 0,1 0 0 0 0,-1 0 0 0 0,1 1 0 0 0,-1-1-1 0 0,0 0 1 0 0,-14 18 2145 0 0,-1 25-444 0 0,13-32-1771 0 0,2 0 0 0 0,-1 0 0 0 0,1 0 0 0 0,1 1-1 0 0,0-1 1 0 0,1 0 0 0 0,0 0 0 0 0,0 0 0 0 0,1 0 0 0 0,1 0 0 0 0,0 0 0 0 0,0 0 0 0 0,1-1 0 0 0,0 1 0 0 0,1-1-1 0 0,0 0 1 0 0,1-1 0 0 0,0 1 0 0 0,1-1 0 0 0,0 0 0 0 0,0-1 0 0 0,1 0 0 0 0,0 0 0 0 0,0 0 0 0 0,1-1 0 0 0,0 0 0 0 0,0-1-1 0 0,0 0 1 0 0,1 0 0 0 0,0-1 0 0 0,0-1 0 0 0,1 0 0 0 0,-1 0 0 0 0,1 0 0 0 0,0-2 0 0 0,0 1 0 0 0,0-1 0 0 0,12 0-1 0 0,-10-2 98 0 0,-1 0 0 0 0,0-1 0 0 0,0 0 0 0 0,0-1-1 0 0,0 0 1 0 0,0-1 0 0 0,0-1 0 0 0,-1 0-1 0 0,1 0 1 0 0,-1-1 0 0 0,16-10 0 0 0,-22 13-5 0 0,0-1 0 0 0,-1-1-1 0 0,1 1 1 0 0,-1-1 0 0 0,0 1 0 0 0,0-1 0 0 0,0-1 0 0 0,-1 1 0 0 0,1 0 0 0 0,-1-1 0 0 0,0 0 0 0 0,0 1 0 0 0,-1-1 0 0 0,1 0 0 0 0,-1-1 0 0 0,0 1 0 0 0,-1 0 0 0 0,1 0 0 0 0,-1-1 0 0 0,0 1 0 0 0,-1-1-1 0 0,1 0 1 0 0,-1 1 0 0 0,0-1 0 0 0,0 1 0 0 0,-1-1 0 0 0,-1-7 0 0 0,-1 2-10 0 0,0 0-1 0 0,-1 0 1 0 0,0 1 0 0 0,-1-1-1 0 0,0 1 1 0 0,-1 0 0 0 0,0 1-1 0 0,-1-1 1 0 0,0 1-1 0 0,0 0 1 0 0,-1 1 0 0 0,0 0-1 0 0,0 0 1 0 0,-13-8 0 0 0,-14-9-658 0 0,-2 1 1 0 0,-58-26-1 0 0,35 18-1318 0 0,37 20 413 0 0</inkml:trace>
</inkml:ink>
</file>

<file path=ppt/ink/ink1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09.1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40 4145 0 0,'43'-14'6500'0'0,"-34"12"-5353"0"0,51-15 3917 0 0,-50 14-5052 0 0,0 2-1 0 0,-1-1 0 0 0,1 2 1 0 0,13-1-1 0 0,-10 2-849 0 0</inkml:trace>
</inkml:ink>
</file>

<file path=ppt/ink/ink1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09.3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 8 8610 0 0,'-18'-8'8502'0'0,"17"13"-7756"0"0,-1 32-161 0 0,2 0 0 0 0,1 0 0 0 0,11 68 0 0 0,-8-78-943 0 0,0 2-1286 0 0,2-1-4934 0 0</inkml:trace>
</inkml:ink>
</file>

<file path=ppt/ink/ink1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09.8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9 123 3225 0 0,'-2'-3'272'0'0,"1"0"0"0"0,0 0 0 0 0,0 0 0 0 0,0 0 0 0 0,0 0 0 0 0,1-1-1 0 0,-1 1 1 0 0,1 0 0 0 0,0-1 0 0 0,0 1 0 0 0,0 0 0 0 0,0-1 0 0 0,1 1 0 0 0,-1 0 0 0 0,1 0 0 0 0,0-1 0 0 0,0 1 0 0 0,0 0 0 0 0,0 0 0 0 0,1 0 0 0 0,-1 0 0 0 0,1 0 0 0 0,0 0 0 0 0,0 1 0 0 0,0-1 0 0 0,0 0 0 0 0,0 1 0 0 0,1 0 0 0 0,-1-1 0 0 0,1 1 0 0 0,-1 0 0 0 0,5-2 0 0 0,-3 1-105 0 0,0 0-1 0 0,0 1 1 0 0,1-1 0 0 0,-1 1-1 0 0,1 0 1 0 0,-1 0 0 0 0,1 1-1 0 0,0 0 1 0 0,-1-1 0 0 0,1 2 0 0 0,0-1-1 0 0,0 0 1 0 0,0 1 0 0 0,0 0-1 0 0,0 0 1 0 0,0 0 0 0 0,0 1 0 0 0,0 0-1 0 0,-1 0 1 0 0,1 0 0 0 0,8 3-1 0 0,-10-1-112 0 0,1-1 0 0 0,-1 0 0 0 0,0 1-1 0 0,0-1 1 0 0,0 1 0 0 0,-1 0-1 0 0,1 0 1 0 0,0 0 0 0 0,-1 0 0 0 0,0 1-1 0 0,0-1 1 0 0,0 1 0 0 0,0-1-1 0 0,-1 1 1 0 0,1 0 0 0 0,-1 0 0 0 0,1 4-1 0 0,2 10-67 0 0,-1 0 0 0 0,2 28 0 0 0,-3-24 50 0 0,-2-9-37 0 0,0 0 0 0 0,-1 0 1 0 0,0-1-1 0 0,-1 1 0 0 0,0 0 1 0 0,-5 13-1 0 0,-6 39 56 0 0,13-65-4 0 0,0 1-1 0 0,-1 0 0 0 0,1 0 1 0 0,0-1-1 0 0,0 1 1 0 0,0 0-1 0 0,0-1 0 0 0,0 1 1 0 0,0 0-1 0 0,1 0 1 0 0,-1-1-1 0 0,0 1 0 0 0,0 0 1 0 0,0-1-1 0 0,1 1 1 0 0,-1 0-1 0 0,0-1 0 0 0,1 1 1 0 0,-1 0-1 0 0,0-1 1 0 0,1 1-1 0 0,-1-1 0 0 0,1 1 1 0 0,-1-1-1 0 0,1 1 1 0 0,-1-1-1 0 0,1 1 0 0 0,0-1 1 0 0,0 1-1 0 0,1 0 30 0 0,0-1 0 0 0,-1 0 0 0 0,1 1 0 0 0,0-1 0 0 0,0 0 0 0 0,-1 0-1 0 0,1 0 1 0 0,0-1 0 0 0,-1 1 0 0 0,1 0 0 0 0,0-1 0 0 0,2 0 0 0 0,46-22 992 0 0,-48 22-1033 0 0,74-46 521 0 0,-28 11-6413 0 0,-20 15-688 0 0</inkml:trace>
</inkml:ink>
</file>

<file path=ppt/ink/ink1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12.4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175 112 4145 0 0,'-1'-43'1616'0'0,"2"37"-1059"0"0,-1 0 0 0 0,0-1 0 0 0,0 1 0 0 0,0 0 0 0 0,-1-1 0 0 0,0 1 0 0 0,-1 0 0 0 0,-1-7 0 0 0,3 13-502 0 0,0 0-1 0 0,-1-1 0 0 0,1 1 1 0 0,0 0-1 0 0,0-1 0 0 0,0 1 1 0 0,0 0-1 0 0,0 0 1 0 0,-1-1-1 0 0,1 1 0 0 0,0 0 1 0 0,0 0-1 0 0,-1-1 0 0 0,1 1 1 0 0,0 0-1 0 0,0 0 0 0 0,-1 0 1 0 0,1 0-1 0 0,0-1 1 0 0,0 1-1 0 0,-1 0 0 0 0,1 0 1 0 0,0 0-1 0 0,-1 0 0 0 0,1 0 1 0 0,0 0-1 0 0,-1 0 0 0 0,1 0 1 0 0,0 0-1 0 0,-1 0 1 0 0,1 0-1 0 0,0 0 0 0 0,0 0 1 0 0,-1 0-1 0 0,1 0 0 0 0,0 0 1 0 0,-1 0-1 0 0,1 0 0 0 0,-14 11 731 0 0,-7 19-305 0 0,8-4-320 0 0,1 2 1 0 0,2-1-1 0 0,0 2 0 0 0,-6 32 1 0 0,-15 121 211 0 0,28-165-335 0 0,-23 264 269 0 0,25-223-304 0 0,2 0 1 0 0,17 105-1 0 0,-13-139 5 0 0,2 0-1 0 0,0 0 0 0 0,2-1 0 0 0,0 0 1 0 0,2 0-1 0 0,0-1 0 0 0,2-1 1 0 0,0 0-1 0 0,1-1 0 0 0,2 0 1 0 0,0-1-1 0 0,1-1 0 0 0,31 27 0 0 0,-18-18 55 0 0,4 6 226 0 0,3-1 0 0 0,0-2 0 0 0,2-1 1 0 0,79 43-1 0 0,-81-57-249 0 0,27 14 6 0 0,-59-26-530 0 0,0 0 0 0 0,-1 1 0 0 0,1-1 0 0 0,0 1 0 0 0,4 5 0 0 0</inkml:trace>
</inkml:ink>
</file>

<file path=ppt/ink/ink1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13.5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30 181 920 0 0,'-29'-6'8611'0'0,"44"7"-6746"0"0,-14-1-1931 0 0,37 2 1672 0 0,1-2 0 0 0,41-5 0 0 0,26-1-444 0 0,-44 9-1080 0 0,-37-2-1197 0 0,1 0 0 0 0,39-4 0 0 0,-62 2 913 0 0,-1 0-1 0 0,0 0 1 0 0,1 0 0 0 0,-1 0-1 0 0,0-1 1 0 0,0 1 0 0 0,0-1-1 0 0,0 1 1 0 0,0-1 0 0 0,0 0-1 0 0,0 1 1 0 0,-1-1 0 0 0,1 0-1 0 0,0 0 1 0 0,-1 0 0 0 0,0-1 0 0 0,1 1-1 0 0,-1 0 1 0 0,0 0 0 0 0,0-1-1 0 0,0 1 1 0 0,-1-1 0 0 0,1 1-1 0 0,0-4 1 0 0,0 3-38 0 0,0 1 0 0 0,-1-1-1 0 0,1 0 1 0 0,-1 0 0 0 0,0-1 0 0 0,1 1 0 0 0,-1 0-1 0 0,-1 0 1 0 0,1 0 0 0 0,0 0 0 0 0,-1 0-1 0 0,1 0 1 0 0,-1 0 0 0 0,0 0 0 0 0,0 0 0 0 0,0 1-1 0 0,-1-1 1 0 0,1 0 0 0 0,-3-4 0 0 0,-2 2 669 0 0,0 0 1 0 0,-1 1-1 0 0,1-1 1 0 0,-1 1-1 0 0,0 0 1 0 0,0 1-1 0 0,0 0 1 0 0,0 0-1 0 0,-1 1 1 0 0,-14-4-1 0 0,-7 1 2246 0 0,-44-2 0 0 0,67 7-2623 0 0,-4 0 290 0 0,0 1 0 0 0,0 0 0 0 0,0 0 1 0 0,0 1-1 0 0,0 0 0 0 0,1 1 0 0 0,-1 0 0 0 0,-16 9 0 0 0,12-5-163 0 0,0 0 0 0 0,0 1-1 0 0,1 1 1 0 0,-23 20 0 0 0,30-22-176 0 0,0 0 1 0 0,0 0-1 0 0,1 1 1 0 0,0-1-1 0 0,0 1 1 0 0,1 1-1 0 0,0-1 1 0 0,1 1-1 0 0,0-1 1 0 0,0 1-1 0 0,1 0 1 0 0,0 0-1 0 0,0 0 0 0 0,0 13 1 0 0,1-6-1 0 0,1-1 1 0 0,0 1-1 0 0,1 0 1 0 0,1-1-1 0 0,0 0 1 0 0,1 1-1 0 0,9 25 1 0 0,-10-35 23 0 0,1 0-1 0 0,0 0 1 0 0,0 0 0 0 0,0-1 0 0 0,1 1-1 0 0,0-1 1 0 0,0 0 0 0 0,0 0-1 0 0,1 0 1 0 0,-1-1 0 0 0,1 1 0 0 0,11 6-1 0 0,-7-6 71 0 0,0 0 0 0 0,0 0 0 0 0,1-1 0 0 0,0 0 0 0 0,0-1 0 0 0,0 0 0 0 0,15 2 0 0 0,-1-3 80 0 0,0 0 1 0 0,0-2-1 0 0,0 0 0 0 0,0-2 1 0 0,0 0-1 0 0,32-8 0 0 0,-36 4-69 0 0,1 0 0 0 0,-1-1 0 0 0,0 0 0 0 0,-1-2 0 0 0,29-17 0 0 0,6-14-6663 0 0</inkml:trace>
</inkml:ink>
</file>

<file path=ppt/ink/ink1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14.9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236 171 2761 0 0,'-74'15'2319'0'0,"41"-8"-135"0"0,-1-1 0 0 0,-61 3 0 0 0,165-18 614 0 0,-25 2-2298 0 0,470-89 2319 0 0,-379 57-2176 0 0,-93 24-382 0 0,1 2 0 0 0,1 3 0 0 0,56-7 0 0 0,-94 16-206 0 0,0 1-1 0 0,0 0 0 0 0,0 0 1 0 0,0 1-1 0 0,0-1 1 0 0,10 4-1 0 0,-16-4-90 0 0,0 0 0 0 0,0 1 0 0 0,0-1 0 0 0,0 1 0 0 0,0-1 0 0 0,0 1 0 0 0,0-1 0 0 0,0 1 0 0 0,0 0 0 0 0,0-1 0 0 0,-1 1 0 0 0,1 0 0 0 0,0 0 0 0 0,0 0 0 0 0,-1 0 0 0 0,1-1 0 0 0,0 1 0 0 0,0 2 0 0 0,-1-1-175 0 0,1-1 0 0 0,-1 1 0 0 0,0-1 1 0 0,0 1-1 0 0,0 0 0 0 0,0-1 0 0 0,0 1 1 0 0,-1-1-1 0 0,1 1 0 0 0,0 0 0 0 0,-1-1 1 0 0,1 1-1 0 0,-1-1 0 0 0,1 1 1 0 0,-1-1-1 0 0,0 1 0 0 0,-1 0 0 0 0</inkml:trace>
</inkml:ink>
</file>

<file path=ppt/ink/ink1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18.4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43 3681 0 0,'-3'-42'15519'0'0,"-5"63"-16283"0"0</inkml:trace>
</inkml:ink>
</file>

<file path=ppt/ink/ink1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19.0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91 55 3225 0 0,'-21'-19'585'0'0,"18"17"-40"0"0,0-1-1 0 0,0 1 1 0 0,1 0-1 0 0,-1 0 1 0 0,-1 1-1 0 0,1-1 1 0 0,0 1-1 0 0,0-1 1 0 0,0 1-1 0 0,-6-1 0 0 0,8 2-397 0 0,-1 1 0 0 0,1-1-1 0 0,0 1 1 0 0,0 0 0 0 0,-1-1-1 0 0,1 1 1 0 0,0 0 0 0 0,0 0-1 0 0,0 0 1 0 0,0 0 0 0 0,0 0-1 0 0,0 0 1 0 0,0 0 0 0 0,0 0-1 0 0,1 0 1 0 0,-1 0 0 0 0,0 1-1 0 0,1-1 1 0 0,-1 0 0 0 0,1 0-1 0 0,-1 1 1 0 0,1-1 0 0 0,-1 0-1 0 0,1 2 1 0 0,-8 35 270 0 0,7-21-411 0 0,1 0 0 0 0,1 0 0 0 0,1 0 0 0 0,1 0 0 0 0,0-1 0 0 0,1 1 0 0 0,1-1 0 0 0,0 0 0 0 0,1 0 0 0 0,1-1 0 0 0,0 1 0 0 0,1-1 0 0 0,1-1 0 0 0,0 0 0 0 0,15 17 0 0 0,-21-28-8 0 0,1 1 1 0 0,-1-1-1 0 0,1 0 0 0 0,0 0 1 0 0,0 0-1 0 0,1-1 0 0 0,-1 1 0 0 0,1-1 1 0 0,-1 0-1 0 0,1 0 0 0 0,0-1 1 0 0,-1 1-1 0 0,1-1 0 0 0,0 0 1 0 0,0 0-1 0 0,0-1 0 0 0,0 1 0 0 0,0-1 1 0 0,8-1-1 0 0,-9 1 70 0 0,-1-1-1 0 0,1 1 1 0 0,-1-1-1 0 0,1 0 1 0 0,0-1-1 0 0,-1 1 1 0 0,0 0-1 0 0,1-1 1 0 0,-1 0-1 0 0,0 0 1 0 0,0 0-1 0 0,0 0 0 0 0,0 0 1 0 0,0 0-1 0 0,0-1 1 0 0,-1 0-1 0 0,1 1 1 0 0,-1-1-1 0 0,0 0 1 0 0,0 0-1 0 0,0 0 1 0 0,0-1-1 0 0,0 1 1 0 0,-1 0-1 0 0,1-1 1 0 0,1-6-1 0 0,-2 4 64 0 0,-1 1-1 0 0,1-1 0 0 0,-1 1 1 0 0,0-1-1 0 0,-1 1 0 0 0,1-1 1 0 0,-1 1-1 0 0,0-1 1 0 0,-1 1-1 0 0,1 0 0 0 0,-1 0 1 0 0,0 0-1 0 0,-5-9 0 0 0,-5-8 727 0 0,-25-34-1 0 0,21 33-574 0 0,-56-76 161 0 0,37 61-2775 0 0</inkml:trace>
</inkml:ink>
</file>

<file path=ppt/ink/ink1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19.5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7 124 2304 0 0,'-1'-3'279'0'0,"0"-1"0"0"0,0 1-1 0 0,0-1 1 0 0,0 0-1 0 0,0 1 1 0 0,1-1 0 0 0,0 0-1 0 0,0 1 1 0 0,0-1-1 0 0,0 0 1 0 0,0 0 0 0 0,1 1-1 0 0,0-1 1 0 0,0 1-1 0 0,0-1 1 0 0,0 1 0 0 0,0-1-1 0 0,1 1 1 0 0,-1-1-1 0 0,1 1 1 0 0,0 0-1 0 0,0 0 1 0 0,0 0 0 0 0,1 0-1 0 0,-1 0 1 0 0,1 1-1 0 0,0-1 1 0 0,-1 1 0 0 0,1-1-1 0 0,0 1 1 0 0,0 0-1 0 0,1 0 1 0 0,-1 0 0 0 0,0 1-1 0 0,1-1 1 0 0,-1 1-1 0 0,0 0 1 0 0,7-2-1 0 0,-5 2-80 0 0,0-1-1 0 0,0 1 0 0 0,0-1 0 0 0,0 2 0 0 0,0-1 0 0 0,0 0 0 0 0,0 1 0 0 0,0 0 0 0 0,9 1 1 0 0,-12 0-169 0 0,0-1 0 0 0,0 1 0 0 0,0-1 1 0 0,-1 1-1 0 0,1 0 0 0 0,0 0 1 0 0,-1 0-1 0 0,1 0 0 0 0,-1 0 0 0 0,1 0 1 0 0,-1 1-1 0 0,1-1 0 0 0,-1 0 1 0 0,0 1-1 0 0,0-1 0 0 0,1 1 1 0 0,-1-1-1 0 0,0 1 0 0 0,-1 0 0 0 0,1-1 1 0 0,0 1-1 0 0,0 0 0 0 0,-1 0 1 0 0,1-1-1 0 0,-1 1 0 0 0,1 0 1 0 0,-1 0-1 0 0,0 0 0 0 0,0 2 0 0 0,3 35 52 0 0,-3 0 0 0 0,-4 42-1 0 0,-1 17 808 0 0,5-98-875 0 0,0 1 1 0 0,0-1-1 0 0,0 1 1 0 0,0-1-1 0 0,0 1 1 0 0,0-1-1 0 0,0 1 1 0 0,0-1-1 0 0,0 1 1 0 0,1 0-1 0 0,-1-1 1 0 0,0 1-1 0 0,0-1 1 0 0,0 0-1 0 0,1 1 0 0 0,-1-1 1 0 0,0 1-1 0 0,0-1 1 0 0,1 1-1 0 0,-1-1 1 0 0,0 1-1 0 0,1-1 1 0 0,-1 0-1 0 0,1 1 1 0 0,-1-1-1 0 0,0 0 1 0 0,1 1-1 0 0,-1-1 1 0 0,1 0-1 0 0,-1 0 0 0 0,1 0 1 0 0,-1 1-1 0 0,1-1 1 0 0,0 0-1 0 0,22-5 2 0 0,17-20-478 0 0,20-23-3753 0 0,-42 35-650 0 0</inkml:trace>
</inkml:ink>
</file>

<file path=ppt/ink/ink1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19.9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205 47 920 0 0,'-29'-17'4526'0'0,"22"13"-3270"0"0,0-1 0 0 0,-1 1 0 0 0,1 0 0 0 0,-1 1 0 0 0,0 0-1 0 0,-11-3 1 0 0,16 6-1124 0 0,1-1-1 0 0,-1 1 1 0 0,0 0-1 0 0,0 0 1 0 0,1 1-1 0 0,-1-1 1 0 0,0 1-1 0 0,1-1 0 0 0,-1 1 1 0 0,0 0-1 0 0,1 0 1 0 0,-1 0-1 0 0,1 0 1 0 0,-1 0-1 0 0,1 0 1 0 0,-1 1-1 0 0,1 0 1 0 0,0-1-1 0 0,0 1 0 0 0,0 0 1 0 0,0 0-1 0 0,0 0 1 0 0,0 0-1 0 0,-2 4 1 0 0,-2 4-128 0 0,-1 1 0 0 0,2 0 1 0 0,-1 0-1 0 0,1 0 0 0 0,1 1 1 0 0,0 0-1 0 0,1 0 0 0 0,0 0 1 0 0,1 0-1 0 0,0 0 0 0 0,1 1 1 0 0,1-1-1 0 0,0 0 0 0 0,0 1 0 0 0,1-1 1 0 0,1 0-1 0 0,0 1 0 0 0,4 12 1 0 0,-4-15-4 0 0,1-1 0 0 0,1 0 0 0 0,0 0 0 0 0,0 0 0 0 0,0 0 0 0 0,1-1 0 0 0,0 0 0 0 0,1 1 0 0 0,0-2 0 0 0,10 11 1 0 0,-11-13-2 0 0,0-1 0 0 0,1 1 0 0 0,0-2 0 0 0,-1 1 0 0 0,1 0 0 0 0,0-1 0 0 0,1 0 1 0 0,-1-1-1 0 0,0 1 0 0 0,1-1 0 0 0,0-1 0 0 0,-1 1 0 0 0,1-1 0 0 0,0 0 1 0 0,13 0-1 0 0,-12-1 91 0 0,1-1 1 0 0,0 0 0 0 0,0-1-1 0 0,15-4 1 0 0,-22 6-64 0 0,1-1-1 0 0,0 0 1 0 0,-1 0 0 0 0,1 0-1 0 0,0-1 1 0 0,-1 1 0 0 0,1 0-1 0 0,-1-1 1 0 0,0 0 0 0 0,1 1-1 0 0,-1-1 1 0 0,0 0 0 0 0,0 0 0 0 0,0 0-1 0 0,0-1 1 0 0,-1 1 0 0 0,1 0-1 0 0,1-4 1 0 0,-2 4 1 0 0,-1 0 0 0 0,0 1 0 0 0,0-1 0 0 0,0 1 0 0 0,0-1 0 0 0,0 1 0 0 0,0-1 0 0 0,0 1 0 0 0,0-1 1 0 0,-1 0-1 0 0,1 1 0 0 0,-1-1 0 0 0,1 1 0 0 0,-1-1 0 0 0,0 1 0 0 0,1 0 0 0 0,-1-1 0 0 0,0 1 0 0 0,0 0 0 0 0,0-1 0 0 0,0 1 0 0 0,0 0 0 0 0,0 0 0 0 0,0 0 0 0 0,-1 0 0 0 0,1 0 1 0 0,0 0-1 0 0,0 0 0 0 0,-1 1 0 0 0,1-1 0 0 0,-1 0 0 0 0,1 1 0 0 0,-1-1 0 0 0,-2 0 0 0 0,-3-2 2 0 0,0 1 1 0 0,0 0 0 0 0,0 0-1 0 0,-1 1 1 0 0,1 0-1 0 0,-9 0 1 0 0,0 2-886 0 0,0 0 1 0 0,0 2-1 0 0,-26 6 1 0 0,21-3-5189 0 0</inkml:trace>
</inkml:ink>
</file>

<file path=ppt/ink/ink1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20.4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130 64 456 0 0,'-49'23'1312'0'0,"38"-20"-92"0"0,0 0 1 0 0,0 0-1 0 0,0-1 0 0 0,0 0 1 0 0,-15-1 1198 0 0,72-19 1694 0 0,173-41-92 0 0,-69 37-9492 0 0,-124 20-95 0 0</inkml:trace>
</inkml:ink>
</file>

<file path=ppt/ink/ink1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23.57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53 32 3225 0 0,'-1'-3'830'0'0,"0"1"0"0"0,-1 0 0 0 0,1-1 0 0 0,0 1 0 0 0,-1 0 0 0 0,0 0 0 0 0,1 0 0 0 0,-1 0 0 0 0,0 0 0 0 0,0 0 0 0 0,0 1 0 0 0,0-1 0 0 0,-4-1 0 0 0,6 2-696 0 0,-1 1 0 0 0,1 0 0 0 0,-1 0 1 0 0,0 0-1 0 0,1 0 0 0 0,-1 0 0 0 0,0-1 0 0 0,1 1 1 0 0,-1 0-1 0 0,0 0 0 0 0,1 1 0 0 0,-1-1 0 0 0,0 0 1 0 0,1 0-1 0 0,-1 0 0 0 0,1 0 0 0 0,-1 0 0 0 0,0 1 1 0 0,0 0-1 0 0,-11 15-6095 0 0</inkml:trace>
</inkml:ink>
</file>

<file path=ppt/ink/ink1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24.1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66 2761 0 0,'-10'4'4762'0'0,"13"-3"-4598"0"0,-1-1 1 0 0,1 0-1 0 0,-1 0 1 0 0,0 0 0 0 0,1 0-1 0 0,-1 0 1 0 0,0-1 0 0 0,1 1-1 0 0,-1 0 1 0 0,0-1-1 0 0,3-1 1 0 0,46-21 910 0 0,-39 16-614 0 0,2 1 0 0 0,-1 0-1 0 0,1 1 1 0 0,0 0 0 0 0,0 1 0 0 0,0 0-1 0 0,28-2 1 0 0,-40 6-437 0 0,0 0 0 0 0,0 1 0 0 0,-1-1 0 0 0,1 0 0 0 0,0 1 0 0 0,0 0 0 0 0,0-1 0 0 0,0 1-1 0 0,-1 0 1 0 0,1 0 0 0 0,0 0 0 0 0,0 0 0 0 0,-1 0 0 0 0,1 0 0 0 0,-1 1 0 0 0,1-1 0 0 0,-1 0 0 0 0,0 1 0 0 0,0-1 0 0 0,1 1 0 0 0,-1 0 0 0 0,0-1 0 0 0,0 1-1 0 0,0 0 1 0 0,-1 0 0 0 0,1-1 0 0 0,0 1 0 0 0,-1 0 0 0 0,1 3 0 0 0,2 8 280 0 0,0 1 0 0 0,-1 0-1 0 0,0 19 1 0 0,2 6 82 0 0,19 66 814 0 0,15 93-31 0 0,-34-175-1456 0 0,4 32-260 0 0,0-19-5649 0 0</inkml:trace>
</inkml:ink>
</file>

<file path=ppt/ink/ink1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24.6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125 110 1376 0 0,'-22'-28'13012'0'0,"22"28"-12959"0"0,0 0-1 0 0,0-1 1 0 0,1 1 0 0 0,-1 0-1 0 0,0 0 1 0 0,0-1 0 0 0,0 1-1 0 0,0 0 1 0 0,0 0-1 0 0,0 0 1 0 0,1-1 0 0 0,-1 1-1 0 0,0 0 1 0 0,0 0-1 0 0,0 0 1 0 0,0-1 0 0 0,1 1-1 0 0,-1 0 1 0 0,0 0-1 0 0,0 0 1 0 0,1 0 0 0 0,-1 0-1 0 0,0 0 1 0 0,0-1 0 0 0,0 1-1 0 0,1 0 1 0 0,-1 0-1 0 0,0 0 1 0 0,1 0 0 0 0,-1 0-1 0 0,0 0 1 0 0,0 0-1 0 0,1 0 1 0 0,-1 0 0 0 0,0 0-1 0 0,0 0 1 0 0,1 0 0 0 0,-1 0-142 0 0,-1 9-3071 0 0,1-7 3167 0 0,-1-1 0 0 0,1 1 0 0 0,-1-1 0 0 0,1 1 0 0 0,-1-1 0 0 0,0 0 0 0 0,0 1 0 0 0,1-1-1 0 0,-1 0 1 0 0,0 1 0 0 0,0-1 0 0 0,0 0 0 0 0,-1 0 0 0 0,1 0 0 0 0,-2 2 0 0 0,-33 16 485 0 0,-2 0-471 0 0,38-22 602 0 0,0-1 0 0 0,0 1 1 0 0,-1-1-1 0 0,1 1 0 0 0,-1-1 0 0 0,1 1 1 0 0,-1 0-1 0 0,-2-7 0 0 0,-5 4-550 0 0,1 0 262 0 0,16 1-8 0 0,5-1-262 0 0,32-12-629 0 0,1 2 0 0 0,0 1 0 0 0,2 3 0 0 0,70-8 0 0 0,-80 14-5746 0 0</inkml:trace>
</inkml:ink>
</file>

<file path=ppt/ink/ink1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27.9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69 36 2761 0 0,'-69'-5'10526'0'0,"96"4"-8160"0"0,-1-2 0 0 0,34-8 0 0 0,-31 5-1616 0 0,59-4-1 0 0,-78 10-744 0 0,-1 0 0 0 0,1 1 0 0 0,-1 0-1 0 0,0 0 1 0 0,0 1 0 0 0,1 0 0 0 0,-1 1-1 0 0,-1 0 1 0 0,1 0 0 0 0,13 8 0 0 0,-8-1-2855 0 0</inkml:trace>
</inkml:ink>
</file>

<file path=ppt/ink/ink1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28.3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37 4145 0 0,'-18'-36'12487'0'0,"25"92"-6916"0"0,17 35-5280 0 0,-3-17-244 0 0,-11-33-128 0 0,2 7-164 0 0,-2 1 0 0 0,5 66 0 0 0,-14-107-863 0 0,-1-1 0 0 0,-1 1-1 0 0,0 0 1 0 0,0 0 0 0 0,0-1 0 0 0,-1 1 0 0 0,-5 13 0 0 0,-4 8-3542 0 0</inkml:trace>
</inkml:ink>
</file>

<file path=ppt/ink/ink1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28.9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42 6 6913 0 0,'-41'-5'11176'0'0,"64"20"-10462"0"0,0 2-1 0 0,-1 1 1 0 0,0 0 0 0 0,28 34-1 0 0,-18-15-655 0 0,49 74 0 0 0,-57-70-54 0 0,-2 0 1 0 0,-2 2-1 0 0,-1 0 1 0 0,13 51-1 0 0,33 187-70 0 0,-64-275 52 0 0,9 47-84 0 0,-3 1 0 0 0,1 84 0 0 0,-8-122-38 0 0,-1 0-1 0 0,-1 0 0 0 0,0 0 0 0 0,-1 0 1 0 0,-1-1-1 0 0,0 1 0 0 0,-1-1 0 0 0,-1 0 1 0 0,0 0-1 0 0,-1-1 0 0 0,-1 0 0 0 0,0 0 1 0 0,-12 15-1 0 0,-14 8-1690 0 0,-4 1-4627 0 0</inkml:trace>
</inkml:ink>
</file>

<file path=ppt/ink/ink1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1:56.8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26 456 0 0,'-3'4'9310'0'0,"11"4"-7129"0"0,-7-6-1995 0 0,1-1-1 0 0,-1 0 1 0 0,1 0 0 0 0,0 0 0 0 0,0 0-1 0 0,0 0 1 0 0,0 0 0 0 0,-1 0 0 0 0,1 0-1 0 0,0-1 1 0 0,0 1 0 0 0,0-1-1 0 0,3 1 1 0 0,20-1 1752 0 0,-13 1-1674 0 0,-1-1 0 0 0,0 0-1 0 0,20-3 1 0 0,12-4 476 0 0,74-3 1 0 0,-107 9-730 0 0,67-9 438 0 0,-57 6-180 0 0,1 2 1 0 0,-1 0-1 0 0,35 1 1 0 0,104 2 135 0 0,-72-3 158 0 0,119 7 375 0 0,-156-7-932 0 0,65-11 0 0 0,-113 13-197 0 0,1 0 1 0 0,-1 0-1 0 0,1 0 1 0 0,-1 0-1 0 0,1 0 0 0 0,-1 0 1 0 0,1 1-1 0 0,-1-1 1 0 0,4 2-1 0 0</inkml:trace>
</inkml:ink>
</file>

<file path=ppt/ink/ink1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2:00.264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485 34 3225 0 0,'0'-2'39'0'0,"-1"0"-1"0"0,0 0 1 0 0,1 1 0 0 0,-1-1 0 0 0,0 0 0 0 0,0 0-1 0 0,-1 1 1 0 0,1-1 0 0 0,0 0 0 0 0,0 1 0 0 0,-1-1 0 0 0,1 1-1 0 0,-1 0 1 0 0,1-1 0 0 0,-1 1 0 0 0,0 0 0 0 0,0 0 0 0 0,1 0-1 0 0,-1 0 1 0 0,0 1 0 0 0,0-1 0 0 0,0 0 0 0 0,0 1-1 0 0,0-1 1 0 0,0 1 0 0 0,0-1 0 0 0,0 1 0 0 0,0 0 0 0 0,0 0-1 0 0,0 0 1 0 0,0 0 0 0 0,0 1 0 0 0,0-1 0 0 0,0 0 0 0 0,0 1-1 0 0,0-1 1 0 0,0 1 0 0 0,0 0 0 0 0,0 0 0 0 0,1 0-1 0 0,-4 1 1 0 0,-4 3 166 0 0,0 1 0 0 0,0 0 0 0 0,0 0 0 0 0,1 1 0 0 0,0 0-1 0 0,-13 15 1 0 0,-18 28 474 0 0,-61 105 0 0 0,27-38-132 0 0,56-92-388 0 0,-48 78 647 0 0,56-89-607 0 0,2 1 0 0 0,0 1 0 0 0,1 0 0 0 0,0 0 0 0 0,-3 17 0 0 0,9-32-160 0 0,-1 0 1 0 0,1 0-1 0 0,0 0 1 0 0,-1 0-1 0 0,1 1 1 0 0,0-1-1 0 0,0 0 1 0 0,0 0 0 0 0,0 0-1 0 0,0 1 1 0 0,0-1-1 0 0,0 0 1 0 0,1 0-1 0 0,-1 0 1 0 0,0 0-1 0 0,1 0 1 0 0,-1 1-1 0 0,0-1 1 0 0,1 0-1 0 0,0 0 1 0 0,-1 0-1 0 0,1 0 1 0 0,-1 0-1 0 0,1 0 1 0 0,0-1-1 0 0,1 3 1 0 0,0-2 7 0 0,0-1 0 0 0,0 1 0 0 0,0-1 1 0 0,0 1-1 0 0,-1-1 0 0 0,1 0 0 0 0,0 1 0 0 0,0-1 0 0 0,0 0 1 0 0,0 0-1 0 0,0 0 0 0 0,0-1 0 0 0,0 1 0 0 0,3-1 1 0 0,9-3 124 0 0,-1-1 1 0 0,1 0-1 0 0,16-10 1 0 0,-26 14-140 0 0,24-14 250 0 0,-1-1 1 0 0,0-1 0 0 0,24-22 0 0 0,-35 27-27 0 0,-1-2 1 0 0,-1 0 0 0 0,0-1-1 0 0,-1 0 1 0 0,21-33-1 0 0,-20 16 608 0 0,-20 50-797 0 0,-26 76-573 0 0,15-47 286 0 0,1 1 0 0 0,2 0 0 0 0,3 1-1 0 0,-7 62 1 0 0,18-109 210 0 0,-1 0 0 0 0,1 1-1 0 0,0-1 1 0 0,0 0 0 0 0,0 1-1 0 0,0-1 1 0 0,1 0 0 0 0,-1 1-1 0 0,1-1 1 0 0,-1 0 0 0 0,1 1 0 0 0,0-1-1 0 0,0 0 1 0 0,0 0 0 0 0,0 0-1 0 0,0 0 1 0 0,0 0 0 0 0,0 0-1 0 0,1 0 1 0 0,-1 0 0 0 0,4 3 0 0 0,-3-4-21 0 0,0-1 0 0 0,1 1 0 0 0,-1 0 0 0 0,0 0 1 0 0,0-1-1 0 0,1 0 0 0 0,-1 1 0 0 0,0-1 0 0 0,1 0 1 0 0,-1 0-1 0 0,0 0 0 0 0,1 0 0 0 0,-1-1 0 0 0,1 1 1 0 0,-1-1-1 0 0,0 1 0 0 0,0-1 0 0 0,1 0 0 0 0,-1 0 1 0 0,0 0-1 0 0,4-2 0 0 0,21-13-139 0 0,0-1-1 0 0,-2-2 1 0 0,0 0-1 0 0,0-2 1 0 0,-2-1-1 0 0,24-29 1 0 0,58-50 2325 0 0,-105 101-2097 0 0,0-1 0 0 0,1 1 1 0 0,-1-1-1 0 0,1 1 1 0 0,-1-1-1 0 0,0 1 1 0 0,1 0-1 0 0,-1-1 0 0 0,1 1 1 0 0,-1 0-1 0 0,1-1 1 0 0,-1 1-1 0 0,1 0 1 0 0,-1 0-1 0 0,1-1 0 0 0,-1 1 1 0 0,1 0-1 0 0,0 0 1 0 0,-1 0-1 0 0,1 0 1 0 0,-1 0-1 0 0,1 0 1 0 0,-1 0-1 0 0,1 0 0 0 0,0 0 1 0 0,-1 0-1 0 0,1 0 1 0 0,0 0-1 0 0,1 16 866 0 0,-12 22-330 0 0,10-38-592 0 0,-9 24-81 0 0,-2 4-131 0 0</inkml:trace>
</inkml:ink>
</file>

<file path=ppt/ink/ink1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2:01.565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281 24 3225 0 0,'-4'4'196'0'0,"-1"-1"1"0"0,0 1 0 0 0,1 1-1 0 0,0-1 1 0 0,0 1 0 0 0,-3 4-1 0 0,-7 8 63 0 0,-44 43 357 0 0,17-19-19 0 0,2 1-1 0 0,-34 49 1 0 0,70-87-470 0 0,1 0 0 0 0,-1 1 1 0 0,1-1-1 0 0,-1 1 1 0 0,1 0-1 0 0,1 0 1 0 0,-1-1-1 0 0,1 1 0 0 0,-1 0 1 0 0,1 6-1 0 0,1-10-79 0 0,0 0-1 0 0,0 0 1 0 0,0 0-1 0 0,0 0 1 0 0,0 0-1 0 0,0 0 1 0 0,0 0-1 0 0,1 0 0 0 0,-1 0 1 0 0,1 0-1 0 0,-1 0 1 0 0,0 0-1 0 0,1 0 1 0 0,-1 0-1 0 0,1 0 1 0 0,0 0-1 0 0,-1-1 0 0 0,1 1 1 0 0,0 0-1 0 0,1 1 1 0 0,-1-1-12 0 0,1-1 1 0 0,0 1-1 0 0,0 0 1 0 0,0 0-1 0 0,0-1 0 0 0,0 1 1 0 0,0-1-1 0 0,0 1 1 0 0,0-1-1 0 0,0 0 0 0 0,0 0 1 0 0,0 0-1 0 0,0 0 1 0 0,3-1-1 0 0,8-1 145 0 0,-1 0-1 0 0,0-1 0 0 0,0-1 0 0 0,0 0 1 0 0,0-1-1 0 0,0 0 0 0 0,-1 0 1 0 0,11-8-1 0 0,5-5 741 0 0,48-40 0 0 0,-50 37-530 0 0,-2 0-1 0 0,0-2 1 0 0,-1-1 0 0 0,-1 0 0 0 0,33-53-1 0 0,-52 73-376 0 0,0-1-1 0 0,-1 1 0 0 0,1-1 0 0 0,-1 0 1 0 0,0 0-1 0 0,0 0 0 0 0,0 0 0 0 0,-1 0 0 0 0,0-7 1 0 0,1 11 0 0 0,-1 0 0 0 0,0 0 0 0 0,-1 0 1 0 0,1 0-1 0 0,0 0 0 0 0,0 0 0 0 0,0 0 1 0 0,-1 0-1 0 0,1-1 0 0 0,0 1 0 0 0,-1 0 1 0 0,1 0-1 0 0,-1 0 0 0 0,0 0 0 0 0,1 1 1 0 0,-1-1-1 0 0,0 0 0 0 0,1 0 0 0 0,-1 0 1 0 0,0 0-1 0 0,0 1 0 0 0,0-1 0 0 0,1 0 1 0 0,-1 1-1 0 0,0-1 0 0 0,0 1 0 0 0,0-1 1 0 0,0 1-1 0 0,0-1 0 0 0,0 1 0 0 0,-1 0 1 0 0,1-1-1 0 0,0 1 0 0 0,0 0 0 0 0,0 0 1 0 0,0 0-1 0 0,0 0 0 0 0,0 0 0 0 0,0 0 1 0 0,0 0-1 0 0,-1 0 0 0 0,1 0 0 0 0,0 1 1 0 0,0-1-1 0 0,0 0 0 0 0,0 1 0 0 0,-1 0 1 0 0,-2 0 1 0 0,0 1-1 0 0,0 0 1 0 0,1 0 0 0 0,-1 0 0 0 0,1 1 0 0 0,-1-1 0 0 0,1 1 0 0 0,0-1 0 0 0,0 1 0 0 0,0 0 0 0 0,-2 4 0 0 0,-29 40-242 0 0,28-37 127 0 0,-18 28-250 0 0,2 1 0 0 0,2 1 0 0 0,1 1 0 0 0,2 1 0 0 0,2 0 0 0 0,-13 62 0 0 0,26-96 314 0 0,1 0 0 0 0,0 0 0 0 0,1 1 0 0 0,0-1-1 0 0,0 0 1 0 0,1 1 0 0 0,0-1 0 0 0,0 0 0 0 0,1 0 0 0 0,0 0 0 0 0,5 13 0 0 0,-6-18-3 0 0,1-1 0 0 0,-1 1 0 0 0,1-1 0 0 0,-1 1 1 0 0,1-1-1 0 0,0 0 0 0 0,0 0 0 0 0,0 0 0 0 0,0 0 0 0 0,0 0 1 0 0,0 0-1 0 0,1 0 0 0 0,-1 0 0 0 0,0-1 0 0 0,1 0 0 0 0,0 1 1 0 0,-1-1-1 0 0,1 0 0 0 0,0 0 0 0 0,-1 0 0 0 0,1-1 1 0 0,0 1-1 0 0,0-1 0 0 0,0 1 0 0 0,0-1 0 0 0,0 0 0 0 0,0 0 1 0 0,-1 0-1 0 0,1-1 0 0 0,0 1 0 0 0,0-1 0 0 0,0 1 0 0 0,0-1 1 0 0,-1 0-1 0 0,5-2 0 0 0,9-4 43 0 0,0 0 0 0 0,0-1 0 0 0,-1-1 0 0 0,0-1 0 0 0,-1 0 0 0 0,0 0 0 0 0,21-22 0 0 0,80-97 2043 0 0,-109 121-1914 0 0,-6 8-124 0 0,11-13 119 0 0,-1 0 0 0 0,0-1 0 0 0,-1 0 0 0 0,9-20 0 0 0,-16 31-113 0 0,-1 1 0 0 0,0-1-1 0 0,0 0 1 0 0,-1 0 0 0 0,1 1 0 0 0,-1-1-1 0 0,1 0 1 0 0,-1 0 0 0 0,0 0 0 0 0,0 0 0 0 0,0 0-1 0 0,0 0 1 0 0,-1 0 0 0 0,0-3 0 0 0,0 4-3 0 0,0 0 0 0 0,0 0 1 0 0,0 0-1 0 0,0 1 1 0 0,-1-1-1 0 0,1 0 0 0 0,-1 1 1 0 0,1-1-1 0 0,-1 1 1 0 0,1-1-1 0 0,-1 1 1 0 0,0 0-1 0 0,0 0 0 0 0,0 0 1 0 0,0 0-1 0 0,0 0 1 0 0,0 0-1 0 0,0 0 0 0 0,0 1 1 0 0,0-1-1 0 0,0 1 1 0 0,-2-1-1 0 0,-1 0 24 0 0,1 0 0 0 0,-1 1 0 0 0,1-1 0 0 0,-1 1 0 0 0,0 0-1 0 0,1 0 1 0 0,-1 1 0 0 0,1-1 0 0 0,-1 1 0 0 0,1 0 0 0 0,0 0 0 0 0,-1 1 0 0 0,1-1 0 0 0,0 1 0 0 0,-6 3-1 0 0,4-2-28 0 0,0 2 0 0 0,0-1 0 0 0,1 1 0 0 0,-1 0 0 0 0,1 0 0 0 0,0 1 0 0 0,0-1-1 0 0,-6 11 1 0 0,-1 6-95 0 0,0-1-1 0 0,2 1 1 0 0,1 1 0 0 0,-11 38-1 0 0,14-42 63 0 0,-24 97-35 0 0,28-103 59 0 0,0 0-1 0 0,0 0 0 0 0,2 0 0 0 0,-1 1 0 0 0,2-1 1 0 0,3 24-1 0 0,-4-35 5 0 0,0 0 1 0 0,1 0-1 0 0,-1 0 0 0 0,1 0 1 0 0,0 0-1 0 0,-1 0 1 0 0,1 0-1 0 0,0 0 0 0 0,0 0 1 0 0,0-1-1 0 0,1 1 1 0 0,-1 0-1 0 0,0-1 1 0 0,1 1-1 0 0,-1-1 0 0 0,0 1 1 0 0,1-1-1 0 0,0 0 1 0 0,-1 1-1 0 0,1-1 0 0 0,0 0 1 0 0,0 0-1 0 0,0 0 1 0 0,0-1-1 0 0,-1 1 0 0 0,1 0 1 0 0,0-1-1 0 0,0 1 1 0 0,0-1-1 0 0,1 0 1 0 0,-1 1-1 0 0,0-1 0 0 0,0 0 1 0 0,0 0-1 0 0,0 0 1 0 0,0-1-1 0 0,0 1 0 0 0,0-1 1 0 0,0 1-1 0 0,0-1 1 0 0,2 0-1 0 0,6-3 112 0 0,0 0 0 0 0,-1 0-1 0 0,1 0 1 0 0,-1-1 0 0 0,0-1 0 0 0,14-11 0 0 0,1-3 271 0 0,0-2 0 0 0,38-47 1 0 0,-51 57-276 0 0,-2-2-1 0 0,0 1 1 0 0,0-1 0 0 0,-1-1 0 0 0,-1 1 0 0 0,-1-1 0 0 0,8-24-1 0 0,-13 36-113 0 0,-1 0 0 0 0,1 0 0 0 0,-1 0 0 0 0,1 0 0 0 0,-1-1-1 0 0,0 1 1 0 0,0 0 0 0 0,0 0 0 0 0,-1-1 0 0 0,1 1 0 0 0,-1 0-1 0 0,0 0 1 0 0,0 0 0 0 0,0 0 0 0 0,0 0 0 0 0,0 0 0 0 0,-1 0-1 0 0,1 0 1 0 0,-1 1 0 0 0,-3-5 0 0 0,3 5-88 0 0,1 1 0 0 0,-1-1-1 0 0,0 1 1 0 0,0-1 0 0 0,0 1 0 0 0,0 0 0 0 0,-1 0-1 0 0,1 0 1 0 0,0 0 0 0 0,0 1 0 0 0,-1-1 0 0 0,1 1-1 0 0,0-1 1 0 0,-1 1 0 0 0,1 0 0 0 0,0-1 0 0 0,-1 1-1 0 0,1 1 1 0 0,0-1 0 0 0,-1 0 0 0 0,1 0 0 0 0,0 1-1 0 0,-1 0 1 0 0,1-1 0 0 0,0 1 0 0 0,0 0 0 0 0,-1 0-1 0 0,-2 2 1 0 0,-2 1-622 0 0,0 0 0 0 0,1 1 0 0 0,-1-1 0 0 0,1 2 0 0 0,-11 10 0 0 0</inkml:trace>
</inkml:ink>
</file>

<file path=ppt/ink/ink1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2:04.0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178 19 7370 0 0,'0'-1'86'0'0,"0"0"0"0"0,0 0 0 0 0,0 0 0 0 0,0 0 0 0 0,-1 1 0 0 0,1-1 0 0 0,0 0 0 0 0,-1 0 0 0 0,1 1 0 0 0,0-1 1 0 0,-1 0-1 0 0,1 1 0 0 0,-1-1 0 0 0,1 0 0 0 0,-1 1 0 0 0,0-1 0 0 0,1 0 0 0 0,-1 1 0 0 0,0-1 0 0 0,1 1 0 0 0,-1 0 0 0 0,0-1 1 0 0,1 1-1 0 0,-1-1 0 0 0,0 1 0 0 0,0 0 0 0 0,0 0 0 0 0,1-1 0 0 0,-1 1 0 0 0,0 0 0 0 0,0 0 0 0 0,0 0 0 0 0,0 0 1 0 0,1 0-1 0 0,-1 0 0 0 0,0 0 0 0 0,0 0 0 0 0,0 0 0 0 0,1 0 0 0 0,-1 1 0 0 0,0-1 0 0 0,0 0 0 0 0,0 1 0 0 0,1-1 0 0 0,-1 0 1 0 0,0 1-1 0 0,0-1 0 0 0,-1 2 0 0 0,-3 2 137 0 0,-1 0 1 0 0,1 1-1 0 0,0 0 1 0 0,0 0-1 0 0,1 0 1 0 0,-1 1 0 0 0,1 0-1 0 0,0 0 1 0 0,1 0-1 0 0,0 0 1 0 0,-5 12-1 0 0,-3 11 244 0 0,-10 37 1 0 0,20-63-416 0 0,-15 62 445 0 0,2 0 1 0 0,4 0-1 0 0,-5 122 1 0 0,15-135-212 0 0,2 1 0 0 0,2 0 1 0 0,3-1-1 0 0,2 0 0 0 0,20 66 0 0 0,-22-99-167 0 0,0 0-1 0 0,0-1 1 0 0,2 0-1 0 0,0-1 1 0 0,1 0-1 0 0,1 0 1 0 0,0-1-1 0 0,2 0 1 0 0,-1-1-1 0 0,2-1 1 0 0,17 15-1 0 0,-20-20-342 0 0,0-1 0 0 0,1 0 0 0 0,0 0 0 0 0,1-1 0 0 0,0-1 0 0 0,0-1 0 0 0,0 1 0 0 0,0-2 0 0 0,1 0 0 0 0,0-1 0 0 0,0 0 0 0 0,0-1 0 0 0,0 0 0 0 0,0-1 0 0 0,0-1 0 0 0,19-2 0 0 0,3-2-1031 0 0</inkml:trace>
</inkml:ink>
</file>

<file path=ppt/ink/ink1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2:04.6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137 27 11979 0 0,'0'-1'122'0'0,"0"-1"0"0"0,-1 1 0 0 0,1-1 0 0 0,-1 1 0 0 0,0-1 0 0 0,1 1 0 0 0,-1-1 0 0 0,0 1 0 0 0,0 0 0 0 0,0 0 0 0 0,0-1 0 0 0,0 1 0 0 0,0 0 0 0 0,0 0 0 0 0,0 0 0 0 0,-1 0 0 0 0,1 0 0 0 0,0 0 0 0 0,-1 0 0 0 0,-2 0 0 0 0,3 1-40 0 0,-1 0-1 0 0,1 0 0 0 0,-1 1 0 0 0,1-1 1 0 0,-1 0-1 0 0,1 1 0 0 0,-1 0 0 0 0,1-1 1 0 0,-1 1-1 0 0,1 0 0 0 0,-1 0 0 0 0,1 0 1 0 0,0 0-1 0 0,0 0 0 0 0,-1 0 0 0 0,1 0 1 0 0,0 0-1 0 0,0 0 0 0 0,0 1 0 0 0,0-1 1 0 0,0 0-1 0 0,0 2 0 0 0,-11 15 85 0 0,1 1-1 0 0,1 0 1 0 0,1 0-1 0 0,1 0 1 0 0,0 1-1 0 0,2 1 1 0 0,0-1-1 0 0,1 1 1 0 0,1 0-1 0 0,-2 37 1 0 0,7-50-152 0 0,-1 0 0 0 0,1 0 0 0 0,0 0 0 0 0,1 0 1 0 0,0 0-1 0 0,0-1 0 0 0,1 1 0 0 0,0-1 0 0 0,0 1 0 0 0,1-1 1 0 0,0 0-1 0 0,0 0 0 0 0,0-1 0 0 0,1 1 0 0 0,0-1 1 0 0,1 0-1 0 0,-1 0 0 0 0,1 0 0 0 0,0-1 0 0 0,0 0 1 0 0,10 6-1 0 0,-11-8-11 0 0,0-1 1 0 0,0 1 0 0 0,0 0-1 0 0,0-1 1 0 0,0 0 0 0 0,1-1-1 0 0,-1 1 1 0 0,0-1 0 0 0,1 0-1 0 0,-1 0 1 0 0,1-1 0 0 0,-1 1-1 0 0,1-1 1 0 0,0 0 0 0 0,-1-1-1 0 0,1 0 1 0 0,-1 1 0 0 0,1-2-1 0 0,-1 1 1 0 0,0-1 0 0 0,1 1-1 0 0,-1-2 1 0 0,0 1 0 0 0,0 0-1 0 0,0-1 1 0 0,0 0 0 0 0,-1 0-1 0 0,1-1 1 0 0,-1 1 0 0 0,0-1-1 0 0,5-5 1 0 0,-6 5-17 0 0,0-1 0 0 0,0 1 0 0 0,0-1 0 0 0,-1 0 0 0 0,0 0 0 0 0,0 1 0 0 0,0-2 1 0 0,0 1-1 0 0,-1 0 0 0 0,0 0 0 0 0,0 0 0 0 0,0-1 0 0 0,-1 1 0 0 0,1 0 0 0 0,-1-1 0 0 0,-1 1 0 0 0,1 0 0 0 0,-3-10 0 0 0,2 5-2 0 0,0 1 0 0 0,1-1 1 0 0,0 0-1 0 0,3-14 0 0 0,-3 24 15 0 0,0 0 0 0 0,0-1 1 0 0,0 1-1 0 0,0 0 0 0 0,0-1 0 0 0,0 1 0 0 0,0 0 1 0 0,0 0-1 0 0,0-1 0 0 0,0 1 0 0 0,0 0 1 0 0,0-1-1 0 0,0 1 0 0 0,1 0 0 0 0,-1 0 0 0 0,0-1 1 0 0,0 1-1 0 0,0 0 0 0 0,0 0 0 0 0,1-1 1 0 0,-1 1-1 0 0,0 0 0 0 0,0 0 0 0 0,0 0 0 0 0,1-1 1 0 0,-1 1-1 0 0,0 0 0 0 0,1 0 0 0 0,-1 0 1 0 0,0 0-1 0 0,0 0 0 0 0,1 0 0 0 0,-1-1 0 0 0,0 1 1 0 0,1 0-1 0 0,-1 0 0 0 0,0 0 0 0 0,0 0 1 0 0,1 0-1 0 0,-1 0 0 0 0,1 0 0 0 0,11 11 25 0 0,12 23 48 0 0,-23-32-61 0 0,8 13 129 0 0,1-1 0 0 0,0-1-1 0 0,0 0 1 0 0,2 0 0 0 0,-1-1 0 0 0,2 0 0 0 0,26 19 0 0 0,-34-28-88 0 0,0 0 0 0 0,0 0 1 0 0,0 0-1 0 0,1-1 0 0 0,-1 1 0 0 0,1-1 0 0 0,-1 0 1 0 0,1-1-1 0 0,0 0 0 0 0,0 0 0 0 0,0 0 0 0 0,0 0 0 0 0,0-1 1 0 0,0 0-1 0 0,0 0 0 0 0,-1-1 0 0 0,1 1 0 0 0,0-2 0 0 0,0 1 1 0 0,0 0-1 0 0,-1-1 0 0 0,1 0 0 0 0,0 0 0 0 0,-1-1 0 0 0,0 0 1 0 0,6-3-1 0 0,-7 3 19 0 0,1 0 1 0 0,0-1 0 0 0,-1 0-1 0 0,1 1 1 0 0,-1-1 0 0 0,0-1-1 0 0,0 1 1 0 0,-1-1-1 0 0,0 1 1 0 0,1-1 0 0 0,-1 0-1 0 0,-1-1 1 0 0,1 1 0 0 0,-1 0-1 0 0,0-1 1 0 0,0 1-1 0 0,-1-1 1 0 0,1 1 0 0 0,-1-1-1 0 0,0 0 1 0 0,-1 0-1 0 0,0 1 1 0 0,0-1 0 0 0,0 0-1 0 0,-1-7 1 0 0,-2-4-45 0 0,-1-1 1 0 0,-1 1-1 0 0,-1 0 1 0 0,0 0-1 0 0,-1 0 1 0 0,-16-27-1 0 0,18 37-488 0 0,-6-15-173 0 0</inkml:trace>
</inkml:ink>
</file>

<file path=ppt/ink/ink1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2:05.0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33 4145 0 0,'29'-33'13171'0'0,"-24"56"-11124"0"0,4 42 417 0 0,8 52-1089 0 0,-14-102-1389 0 0,1 0 0 0 0,0-1-1 0 0,1 1 1 0 0,1-1 0 0 0,11 20 0 0 0,33-101-890 0 0,-42 58 855 0 0,1 0 0 0 0,0 1 0 0 0,0 0 0 0 0,1 0 0 0 0,0 1 0 0 0,21-10 0 0 0,-28 15 64 0 0,-1 1-1 0 0,1 0 0 0 0,0 0 0 0 0,0 0 1 0 0,0 0-1 0 0,0 0 0 0 0,0 1 0 0 0,0-1 1 0 0,1 1-1 0 0,-1 0 0 0 0,0 0 1 0 0,0 0-1 0 0,0 1 0 0 0,0-1 0 0 0,0 0 1 0 0,0 1-1 0 0,0 0 0 0 0,0 0 0 0 0,0 0 1 0 0,0 0-1 0 0,0 1 0 0 0,0-1 0 0 0,-1 1 1 0 0,1-1-1 0 0,0 1 0 0 0,-1 0 0 0 0,0 0 1 0 0,1 0-1 0 0,-1 0 0 0 0,0 1 0 0 0,0-1 1 0 0,2 4-1 0 0,6 9 120 0 0,-1 1 0 0 0,-1 1 1 0 0,-1-1-1 0 0,0 1 0 0 0,8 33 1 0 0,-6-22-185 0 0,13 32 1 0 0,-18-51-363 0 0,1 0 0 0 0,0-1 0 0 0,0 0 1 0 0,1 0-1 0 0,0 0 0 0 0,0-1 0 0 0,12 12 1 0 0</inkml:trace>
</inkml:ink>
</file>

<file path=ppt/ink/ink1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2:05.4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77 17 1840 0 0,'-1'-1'248'0'0,"1"0"-1"0"0,-1 0 1 0 0,0 0-1 0 0,1 0 1 0 0,-1 0-1 0 0,0 0 1 0 0,1 0-1 0 0,-1 0 1 0 0,0 1-1 0 0,0-1 1 0 0,0 0-1 0 0,0 0 1 0 0,0 1-1 0 0,0-1 1 0 0,0 1-1 0 0,0-1 1 0 0,0 1-1 0 0,0-1 1 0 0,0 1-1 0 0,-1 0 1 0 0,1-1-1 0 0,0 1 1 0 0,0 0-1 0 0,0 0 1 0 0,0 0-1 0 0,0 0 1 0 0,-1 0-1 0 0,1 0 1 0 0,0 0-1 0 0,0 0 1 0 0,0 0-1 0 0,0 1 1 0 0,-1-1-1 0 0,1 1 1 0 0,0-1-1 0 0,0 0 1 0 0,0 1-1 0 0,0 0 1 0 0,0-1-1 0 0,0 1 1 0 0,0 0-1 0 0,0-1 1 0 0,0 1 0 0 0,1 0-1 0 0,-1 0 1 0 0,-1 1-1 0 0,-1 2 151 0 0,0-1 1 0 0,0 1-1 0 0,0 0 0 0 0,1 0 1 0 0,-1 0-1 0 0,1 0 0 0 0,0 1 1 0 0,0-1-1 0 0,1 0 0 0 0,-2 8 0 0 0,2-6-208 0 0,0 0 0 0 0,1 0 0 0 0,-1 0 0 0 0,2 0 0 0 0,-1 1 0 0 0,1-1 0 0 0,0 0-1 0 0,0 0 1 0 0,3 8 0 0 0,-4-13-278 0 0,1 1 1 0 0,-1-1-1 0 0,1 0 0 0 0,0 1 0 0 0,-1-1 0 0 0,1 0 0 0 0,0 1 0 0 0,0-1 1 0 0,0 0-1 0 0,0 0 0 0 0,0 0 0 0 0,0 0 0 0 0,1 0 0 0 0,-1 0 0 0 0,0 0 1 0 0,0 0-1 0 0,1-1 0 0 0,-1 1 0 0 0,0 0 0 0 0,1-1 0 0 0,-1 1 0 0 0,1-1 1 0 0,-1 1-1 0 0,1-1 0 0 0,-1 0 0 0 0,1 1 0 0 0,-1-1 0 0 0,1 0 0 0 0,-1 0 1 0 0,1 0-1 0 0,-1 0 0 0 0,1-1 0 0 0,-1 1 0 0 0,1 0 0 0 0,-1-1 0 0 0,1 1 1 0 0,-1-1-1 0 0,0 1 0 0 0,1-1 0 0 0,-1 0 0 0 0,0 1 0 0 0,3-3 0 0 0,-1 1-166 0 0,0 0-1 0 0,0 0 0 0 0,-1 0 1 0 0,1-1-1 0 0,-1 0 0 0 0,1 1 1 0 0,-1-1-1 0 0,0 0 0 0 0,0 0 1 0 0,0 0-1 0 0,0 0 0 0 0,-1 0 0 0 0,1 0 1 0 0,-1-1-1 0 0,0 1 0 0 0,0-1 1 0 0,1-4-1 0 0,-1 5 556 0 0,0-1 0 0 0,0 0-1 0 0,0 1 1 0 0,0-1 0 0 0,1 1 0 0 0,-1 0-1 0 0,1-1 1 0 0,0 1 0 0 0,0 0 0 0 0,1 0 0 0 0,-1 0-1 0 0,1 1 1 0 0,4-6 0 0 0,-6 8-176 0 0,0 0 0 0 0,0-1 1 0 0,0 1-1 0 0,0 0 0 0 0,0 0 0 0 0,0 0 0 0 0,0 0 0 0 0,0 0 1 0 0,0 0-1 0 0,-1 0 0 0 0,1 0 0 0 0,0 0 0 0 0,0 0 0 0 0,0 0 1 0 0,0 1-1 0 0,0-1 0 0 0,0 0 0 0 0,0 1 0 0 0,0-1 1 0 0,0 1-1 0 0,0-1 0 0 0,-1 1 0 0 0,1-1 0 0 0,0 1 0 0 0,0-1 1 0 0,0 1-1 0 0,-1 0 0 0 0,1 0 0 0 0,-1-1 0 0 0,1 1 0 0 0,0 0 1 0 0,-1 0-1 0 0,1 0 0 0 0,-1-1 0 0 0,0 1 0 0 0,1 0 1 0 0,0 2-1 0 0,17 37 629 0 0,-18-38-678 0 0,4 7 21 0 0,0 0 0 0 0,0 0 1 0 0,9 15-1 0 0,-11-22-284 0 0,0 1-1 0 0,0 0 0 0 0,0-1 0 0 0,0 1 1 0 0,1-1-1 0 0,-1 1 0 0 0,1-1 1 0 0,0 0-1 0 0,-1 0 0 0 0,1-1 1 0 0,0 1-1 0 0,0 0 0 0 0,0-1 0 0 0,5 2 1 0 0</inkml:trace>
</inkml:ink>
</file>

<file path=ppt/ink/ink1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2:05.6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0 138 1376 0 0,'1'-37'-785'0'0,"0"0"3476"0"0,13-26 15310 0 0,4 92-17269 0 0,13 27-13 0 0,65 86-1 0 0,1 0-1046 0 0,-74-106-973 0 0,-17-27 330 0 0</inkml:trace>
</inkml:ink>
</file>

<file path=ppt/ink/ink1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2:05.8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47 9674 0 0,'-13'1'1973'0'0,"30"1"3312"0"0,9-4-5238 0 0,0-1 0 0 0,-1-2 0 0 0,1-1 0 0 0,39-14 0 0 0,-51 16-596 0 0,16-5-282 0 0</inkml:trace>
</inkml:ink>
</file>

<file path=ppt/ink/ink1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2:06.6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1 12355 0 0,'6'2'7350'0'0,"-11"23"-7815"0"0,0 0 2540 0 0,12-39-3100 0 0,-7 13 1062 0 0,0 1 1 0 0,1 0-1 0 0,-1 0 1 0 0,0 0-1 0 0,1 0 1 0 0,-1 0-1 0 0,0 0 0 0 0,1 0 1 0 0,-1 0-1 0 0,0 0 1 0 0,1 0-1 0 0,-1 0 0 0 0,0 0 1 0 0,1 0-1 0 0,-1 0 1 0 0,0 0-1 0 0,1 0 0 0 0,-1 0 1 0 0,0 0-1 0 0,1 0 1 0 0,-1 1-1 0 0,0-1 0 0 0,1 0 1 0 0,-1 0-1 0 0,0 0 1 0 0,0 0-1 0 0,1 1 1 0 0,-1-1-1 0 0,0 0 0 0 0,0 0 1 0 0,1 1-1 0 0,-1-1 1 0 0,0 0-1 0 0,0 1 0 0 0,0-1 1 0 0,1 0-1 0 0,-1 1 1 0 0,0-1-1 0 0,0 0 0 0 0,0 1 1 0 0,0-1-1 0 0,0 0 1 0 0,0 1-1 0 0,0-1 0 0 0,0 0 1 0 0,0 1-1 0 0,0-1 1 0 0,0 0-1 0 0,0 1 1 0 0,0-1-1 0 0,0 0 0 0 0,0 1 1 0 0,8 39 283 0 0,-2 0-1 0 0,-1 0 1 0 0,-2 53 0 0 0,-3-60-376 0 0,1 0-1 0 0,2 0 1 0 0,1 0-1 0 0,1 0 1 0 0,18 56 0 0 0,-16-73-400 0 0,-1-2-117 0 0</inkml:trace>
</inkml:ink>
</file>

<file path=ppt/ink/ink1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2:07.3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0 107 12123 0 0,'11'-9'754'0'0,"30"-23"542"0"0,-39 30-1087 0 0,0 1 0 0 0,1-1 0 0 0,-1 1-1 0 0,1 0 1 0 0,-1-1 0 0 0,1 1 0 0 0,0 1 0 0 0,-1-1-1 0 0,1 0 1 0 0,0 1 0 0 0,0-1 0 0 0,-1 1-1 0 0,1 0 1 0 0,4 0 0 0 0,-4 1-85 0 0,-1 0-1 0 0,0 0 1 0 0,1 0 0 0 0,-1 0-1 0 0,0 0 1 0 0,0 1-1 0 0,0 0 1 0 0,1-1 0 0 0,-2 1-1 0 0,1 0 1 0 0,0 0 0 0 0,0 0-1 0 0,-1 0 1 0 0,1 0-1 0 0,1 3 1 0 0,22 41 494 0 0,-18-31-444 0 0,29 52 609 0 0,-36-80-617 0 0,0 0-1 0 0,1-1 1 0 0,0 1 0 0 0,1 0 0 0 0,5-17 0 0 0,-5 23-122 0 0,0-1 0 0 0,1 1 1 0 0,0 0-1 0 0,0 0 0 0 0,0 0 0 0 0,1 0 1 0 0,0 1-1 0 0,0 0 0 0 0,1-1 0 0 0,0 1 1 0 0,0 1-1 0 0,11-11 0 0 0,-13 14-27 0 0,-1 1 0 0 0,1-1 0 0 0,0 0 0 0 0,0 1-1 0 0,-1-1 1 0 0,1 1 0 0 0,0 0 0 0 0,0 0 0 0 0,1 0-1 0 0,-1 0 1 0 0,0 1 0 0 0,0-1 0 0 0,0 1 0 0 0,0 0-1 0 0,1 0 1 0 0,-1 0 0 0 0,0 0 0 0 0,0 1 0 0 0,0-1-1 0 0,0 1 1 0 0,1 0 0 0 0,-1 0 0 0 0,0 0 0 0 0,0 0-1 0 0,0 0 1 0 0,-1 1 0 0 0,1-1 0 0 0,0 1 0 0 0,-1 0-1 0 0,1 0 1 0 0,0 0 0 0 0,-1 0 0 0 0,3 3 0 0 0,2 2 26 0 0,-1 1 1 0 0,1-1 0 0 0,-2 1-1 0 0,1 1 1 0 0,-1-1-1 0 0,0 1 1 0 0,-1 0 0 0 0,6 16-1 0 0,1 10 10 0 0,7 37 0 0 0,-7-24-50 0 0,-3-14-69 0 0,21 67-955 0 0,-23-85 364 0 0</inkml:trace>
</inkml:ink>
</file>

<file path=ppt/ink/ink1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2:07.7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0 343 2304 0 0,'5'-2'896'0'0,"0"0"-1"0"0,-1 0 0 0 0,1-1 0 0 0,-1 0 1 0 0,0 1-1 0 0,0-1 0 0 0,0-1 0 0 0,0 1 1 0 0,0-1-1 0 0,-1 1 0 0 0,4-6 0 0 0,-1 3 5 0 0,6-6-453 0 0,-2-1 0 0 0,1-1 0 0 0,-2 1 0 0 0,0-1 0 0 0,-1-1 1 0 0,0 0-1 0 0,-1 0 0 0 0,-1 0 0 0 0,0-1 0 0 0,-1 0 0 0 0,-1 0 0 0 0,0-1 0 0 0,-1 1 0 0 0,-1-1 0 0 0,0-23 1 0 0,-2 39-450 0 0,1-1 1 0 0,-1 1-1 0 0,0-1 1 0 0,0 1-1 0 0,0-1 1 0 0,-1 0-1 0 0,1 1 1 0 0,0-1-1 0 0,-1 1 1 0 0,1-1 0 0 0,-1 1-1 0 0,1-1 1 0 0,-1 1-1 0 0,0-1 1 0 0,0 1-1 0 0,1 0 1 0 0,-1-1-1 0 0,-2-1 1 0 0,2 3-2 0 0,1-1 0 0 0,-1 1 1 0 0,0 0-1 0 0,0 0 0 0 0,0-1 0 0 0,0 1 1 0 0,1 0-1 0 0,-1 0 0 0 0,0 0 0 0 0,0 0 1 0 0,0 0-1 0 0,0 0 0 0 0,0 0 0 0 0,0 0 0 0 0,1 0 1 0 0,-1 0-1 0 0,0 1 0 0 0,0-1 0 0 0,0 0 1 0 0,0 0-1 0 0,1 1 0 0 0,-1-1 0 0 0,-1 1 0 0 0,-2 2-11 0 0,0 0 0 0 0,0 0 0 0 0,0 0 0 0 0,1 0 0 0 0,-1 0 0 0 0,1 1 0 0 0,0-1 0 0 0,0 1 0 0 0,0 0 0 0 0,-3 6 0 0 0,2-2-8 0 0,2 1-1 0 0,-1 0 0 0 0,1 0 0 0 0,0 0 0 0 0,1 0 0 0 0,0 0 1 0 0,0 0-1 0 0,1 0 0 0 0,0 0 0 0 0,1 0 0 0 0,0 0 0 0 0,0 0 1 0 0,1 0-1 0 0,0 0 0 0 0,1 0 0 0 0,0-1 0 0 0,0 1 0 0 0,1-1 1 0 0,0 0-1 0 0,7 11 0 0 0,-5-8 50 0 0,1-1-1 0 0,0 0 1 0 0,1 0 0 0 0,-1 0 0 0 0,2-1-1 0 0,0 0 1 0 0,0 0 0 0 0,0-1-1 0 0,1-1 1 0 0,0 1 0 0 0,1-2 0 0 0,0 1-1 0 0,0-1 1 0 0,16 6 0 0 0,19-3-1362 0 0,-16-7-3721 0 0,-4-2-1133 0 0</inkml:trace>
</inkml:ink>
</file>

<file path=ppt/ink/ink1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2:08.2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105 92 5529 0 0,'-10'7'762'0'0,"1"2"0"0"0,0-1 0 0 0,0 2 0 0 0,1-1 0 0 0,0 1 0 0 0,0 0 0 0 0,1 0 0 0 0,1 1 0 0 0,0 0 0 0 0,0 1 0 0 0,-7 19-1 0 0,13-31-726 0 0,0 1 0 0 0,0-1 0 0 0,0 0 0 0 0,0 0 0 0 0,0 0-1 0 0,0 0 1 0 0,0 0 0 0 0,0 0 0 0 0,0 0 0 0 0,0 0-1 0 0,0 1 1 0 0,0-1 0 0 0,0 0 0 0 0,0 0 0 0 0,0 0-1 0 0,0 0 1 0 0,0 0 0 0 0,0 0 0 0 0,0 0 0 0 0,0 1-1 0 0,0-1 1 0 0,0 0 0 0 0,0 0 0 0 0,0 0 0 0 0,0 0 0 0 0,0 0-1 0 0,0 0 1 0 0,1 0 0 0 0,-1 0 35 0 0,0 1-36 0 0,0-1 1 0 0,0 0 0 0 0,0 0 0 0 0,0 0 0 0 0,0 0-1 0 0,0 0 1 0 0,0 0 0 0 0,0 0 0 0 0,1 0 0 0 0,-1 0 0 0 0,0 0-1 0 0,0 0 1 0 0,0 0 0 0 0,0 0 0 0 0,0 0 0 0 0,0 0-1 0 0,0 0 1 0 0,1 0 0 0 0,-1 0 0 0 0,0 0 0 0 0,0 0-1 0 0,0 0 1 0 0,0 0 0 0 0,0 0 0 0 0,0 0 0 0 0,0 0-1 0 0,1 0 1 0 0,-1 0 0 0 0,10-6 1123 0 0,9-10-57 0 0,-13 8-1028 0 0,-1 0-1 0 0,0-1 0 0 0,0 0 1 0 0,-1 0-1 0 0,0 0 1 0 0,0-1-1 0 0,-1 1 1 0 0,0-1-1 0 0,-1 0 1 0 0,0 0-1 0 0,-1 1 1 0 0,0-1-1 0 0,0 0 0 0 0,-1-1 1 0 0,-1 1-1 0 0,1 0 1 0 0,-4-11-1 0 0,4 19-70 0 0,-1 0 0 0 0,1 1 0 0 0,-1-1 0 0 0,0 0 0 0 0,0 1 0 0 0,0-1 0 0 0,0 1 0 0 0,0 0 0 0 0,0-1 0 0 0,0 1 0 0 0,-1 0 0 0 0,1-1 0 0 0,0 1 0 0 0,-1 0 0 0 0,1 0 0 0 0,-1 0-1 0 0,1 0 1 0 0,-1 1 0 0 0,1-1 0 0 0,-1 0 0 0 0,0 1 0 0 0,1-1 0 0 0,-1 1 0 0 0,0-1 0 0 0,0 1 0 0 0,1 0 0 0 0,-1-1 0 0 0,0 1 0 0 0,0 0 0 0 0,1 0 0 0 0,-1 1 0 0 0,0-1 0 0 0,0 0 0 0 0,1 1 0 0 0,-1-1 0 0 0,0 1-1 0 0,0-1 1 0 0,1 1 0 0 0,-1 0 0 0 0,1-1 0 0 0,-1 1 0 0 0,1 0 0 0 0,-1 0 0 0 0,1 0 0 0 0,-1 0 0 0 0,1 1 0 0 0,0-1 0 0 0,0 0 0 0 0,-1 1 0 0 0,1-1 0 0 0,0 0 0 0 0,0 1 0 0 0,1 0 0 0 0,-1-1 0 0 0,0 1-1 0 0,0-1 1 0 0,1 1 0 0 0,-1 0 0 0 0,1-1 0 0 0,-1 1 0 0 0,1 0 0 0 0,0 0 0 0 0,0-1 0 0 0,0 4 0 0 0,0 4-23 0 0,1 0 0 0 0,1-1 1 0 0,0 1-1 0 0,0-1 0 0 0,0 0 0 0 0,1 0 0 0 0,1 0 1 0 0,-1 0-1 0 0,1 0 0 0 0,0-1 0 0 0,8 11 0 0 0,8 9 7 0 0,36 36-1 0 0,-51-56 7 0 0,1-1-154 0 0,0 1-1 0 0,0-1 1 0 0,1 0-1 0 0,0-1 1 0 0,0 1-1 0 0,0-1 1 0 0,0-1-1 0 0,1 1 0 0 0,0-1 1 0 0,0-1-1 0 0,0 1 1 0 0,0-1-1 0 0,1-1 1 0 0,-1 0-1 0 0,1 0 1 0 0,9 1-1 0 0,0-4-1171 0 0</inkml:trace>
</inkml:ink>
</file>

<file path=ppt/ink/ink1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2:08.6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138 297 11258 0 0,'-2'-1'226'0'0,"0"0"0"0"0,0-1-1 0 0,0 1 1 0 0,0 0-1 0 0,0 1 1 0 0,0-1 0 0 0,0 0-1 0 0,0 0 1 0 0,0 1 0 0 0,-1-1-1 0 0,1 1 1 0 0,0 0-1 0 0,-1 0 1 0 0,1 0 0 0 0,0 0-1 0 0,0 0 1 0 0,-1 0-1 0 0,1 1 1 0 0,0-1 0 0 0,0 1-1 0 0,-1-1 1 0 0,-3 3 0 0 0,1-1 143 0 0,0 0 0 0 0,0 0 0 0 0,0 0 1 0 0,0 1-1 0 0,0 0 0 0 0,1 0 0 0 0,-1 1 1 0 0,-5 4-1 0 0,6-3-208 0 0,0 1 1 0 0,1 0-1 0 0,-1-1 0 0 0,1 1 0 0 0,0 1 1 0 0,0-1-1 0 0,1 0 0 0 0,0 1 1 0 0,0-1-1 0 0,-1 10 0 0 0,2-14-151 0 0,1 1-1 0 0,0-1 1 0 0,0 1 0 0 0,0-1-1 0 0,0 1 1 0 0,0-1-1 0 0,0 1 1 0 0,1-1-1 0 0,-1 0 1 0 0,1 1-1 0 0,0-1 1 0 0,0 1 0 0 0,1 3-1 0 0,-1-5-42 0 0,0 0 0 0 0,1 1-1 0 0,-1-1 1 0 0,0 0 0 0 0,0 0-1 0 0,1 0 1 0 0,-1 0 0 0 0,0 0-1 0 0,1 0 1 0 0,-1 0 0 0 0,1-1-1 0 0,-1 1 1 0 0,1 0-1 0 0,0-1 1 0 0,-1 1 0 0 0,1-1-1 0 0,0 0 1 0 0,-1 1 0 0 0,1-1-1 0 0,0 0 1 0 0,-1 0 0 0 0,3 0-1 0 0,-1-1-139 0 0,0 1 0 0 0,-1-1 0 0 0,1 1 0 0 0,-1-1 0 0 0,1 0 0 0 0,-1 0 0 0 0,1 0 0 0 0,-1-1 0 0 0,0 1 0 0 0,1 0 0 0 0,-1-1 0 0 0,0 0 0 0 0,0 1 0 0 0,0-1 0 0 0,0 0 0 0 0,0 0 0 0 0,-1 0 0 0 0,1 0 0 0 0,0-1 0 0 0,-1 1 0 0 0,0 0 0 0 0,2-3 0 0 0,4-9-1085 0 0,-1 1 1 0 0,7-25-1 0 0,-11 31 701 0 0,2-5-227 0 0,-1-1 0 0 0,0 0 0 0 0,-1 1 0 0 0,1-22 0 0 0,-3 14 642 0 0,-1-1 0 0 0,-4-25 0 0 0,-5-4 4447 0 0,-24-70 3895 0 0,33 126-5948 0 0,2 22-1124 0 0,3 37-1545 0 0,0-39 361 0 0,0 0 1 0 0,2-1-1 0 0,0 1 1 0 0,2-1-1 0 0,1-1 0 0 0,1 1 1 0 0,1-2-1 0 0,1 1 1 0 0,1-2-1 0 0,1 1 1 0 0,1-2-1 0 0,1 0 0 0 0,1-1 1 0 0,0-1-1 0 0,31 26 1 0 0,-24-25-472 0 0</inkml:trace>
</inkml:ink>
</file>

<file path=ppt/ink/ink1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2:08.9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22 4609 0 0,'-4'-22'14113'0'0,"11"36"-13007"0"0,51 157 1950 0 0,4 10-2501 0 0,-53-158-736 0 0,2-1-1 0 0,0 0 1 0 0,2-1 0 0 0,0-1 0 0 0,28 33-1 0 0,-19-27-2832 0 0</inkml:trace>
</inkml:ink>
</file>

<file path=ppt/ink/ink1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2:09.1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90 920 0 0,'1'-4'3459'0'0,"-1"4"-3400"0"0,15-5 2695 0 0,29-7 857 0 0,-33 9-2772 0 0,94-28 2651 0 0,-36 6-4916 0 0,-45 15-3534 0 0</inkml:trace>
</inkml:ink>
</file>

<file path=ppt/ink/ink1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2:09.4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67 0 920 0 0,'-2'1'352'0'0,"-1"-1"0"0"0,0 1 0 0 0,0 0 0 0 0,1 0 0 0 0,-1 0 0 0 0,1 0 0 0 0,-1 0 0 0 0,1 1 0 0 0,-1-1 0 0 0,1 1 0 0 0,0 0 0 0 0,0 0-1 0 0,0-1 1 0 0,0 1 0 0 0,0 1 0 0 0,0-1 0 0 0,0 0 0 0 0,0 0 0 0 0,1 1 0 0 0,0-1 0 0 0,-1 1 0 0 0,1-1 0 0 0,0 1 0 0 0,-1 4 0 0 0,-1 0 136 0 0,0 1 1 0 0,1 0-1 0 0,0-1 0 0 0,0 1 1 0 0,1 0-1 0 0,0 0 0 0 0,0 14 1 0 0,2-16-305 0 0,1 1 0 0 0,-1-1 0 0 0,1 0 0 0 0,0 0 0 0 0,1-1-1 0 0,-1 1 1 0 0,1 0 0 0 0,0-1 0 0 0,1 1 0 0 0,-1-1 0 0 0,1 0 0 0 0,0 0 0 0 0,0 0 0 0 0,1-1 0 0 0,-1 0 0 0 0,1 0 0 0 0,0 0 0 0 0,0 0 0 0 0,0-1 0 0 0,1 1 0 0 0,7 2 0 0 0,-8-3-23 0 0,0-1 0 0 0,1 1 0 0 0,0-1 0 0 0,-1 0-1 0 0,1-1 1 0 0,0 1 0 0 0,0-1 0 0 0,0 0 0 0 0,0-1 0 0 0,0 1-1 0 0,0-1 1 0 0,0-1 0 0 0,0 1 0 0 0,0-1 0 0 0,0 0 0 0 0,-1 0 0 0 0,1 0-1 0 0,0-1 1 0 0,0 0 0 0 0,-1 0 0 0 0,1-1 0 0 0,7-4 0 0 0,-12 6-118 0 0,1 0 1 0 0,-1 0-1 0 0,0 0 1 0 0,0 0-1 0 0,0 0 1 0 0,0 0-1 0 0,0 0 1 0 0,0 0-1 0 0,0 0 1 0 0,0-1-1 0 0,-1 1 1 0 0,1 0-1 0 0,0-1 1 0 0,-1 1-1 0 0,1 0 1 0 0,-1-1-1 0 0,1 1 1 0 0,-1-1 0 0 0,0 1-1 0 0,0 0 1 0 0,1-1-1 0 0,-1 1 1 0 0,-1-3-1 0 0,1 1 23 0 0,-1 0 0 0 0,0 0 0 0 0,0 0 0 0 0,0 0 1 0 0,0 0-1 0 0,0 1 0 0 0,-1-1 0 0 0,1 0 0 0 0,-1 1 0 0 0,-4-6 0 0 0,0 2-32 0 0,0-1-1 0 0,-1 0 0 0 0,0 1 1 0 0,0 1-1 0 0,-1-1 1 0 0,-13-7-1 0 0,15 10-141 0 0,0 1 0 0 0,0-1-1 0 0,0 2 1 0 0,0-1-1 0 0,0 0 1 0 0,-11 0 0 0 0,-2 1-387 0 0</inkml:trace>
</inkml:ink>
</file>

<file path=ppt/ink/ink1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2:09.7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108 118 456 0 0,'1'-6'425'0'0,"0"-1"1"0"0,0 1-1 0 0,-1 0 0 0 0,0 0 1 0 0,0 0-1 0 0,-1-1 0 0 0,1 1 1 0 0,-1 0-1 0 0,-1 0 0 0 0,1 0 1 0 0,-4-8-1 0 0,5 12-119 0 0,-1-1 0 0 0,-1 1 0 0 0,1-1 0 0 0,0 1 0 0 0,0 0 0 0 0,-1-1 1 0 0,1 1-1 0 0,-1 0 0 0 0,0 0 0 0 0,0 0 0 0 0,0 0 0 0 0,-3-2 0 0 0,4 3-152 0 0,0 0-1 0 0,-1 1 1 0 0,1-1-1 0 0,0 1 0 0 0,0 0 1 0 0,-1-1-1 0 0,1 1 1 0 0,0 0-1 0 0,-1 0 0 0 0,1 0 1 0 0,0 0-1 0 0,-1 0 1 0 0,1 0-1 0 0,0 0 1 0 0,-1 0-1 0 0,1 0 0 0 0,0 1 1 0 0,0-1-1 0 0,-1 1 1 0 0,1-1-1 0 0,0 1 0 0 0,0-1 1 0 0,-1 1-1 0 0,1 0 1 0 0,0-1-1 0 0,-1 2 1 0 0,-2 2 82 0 0,1-1 1 0 0,0 0-1 0 0,-1 1 1 0 0,2 0 0 0 0,-1 0-1 0 0,0 0 1 0 0,1 0-1 0 0,0 0 1 0 0,0 0 0 0 0,0 1-1 0 0,0-1 1 0 0,1 1-1 0 0,-1-1 1 0 0,1 1 0 0 0,-1 7-1 0 0,0 10 608 0 0,-1 41 0 0 0,5-6-497 0 0,3-1 1 0 0,2 0-1 0 0,3 0 1 0 0,1-1-1 0 0,4 0 1 0 0,2-1 0 0 0,2-1-1 0 0,2 0 1 0 0,43 74-1 0 0,-60-120-806 0 0,9 18 461 0 0,-10-12-2213 0 0</inkml:trace>
</inkml:ink>
</file>

<file path=ppt/ink/ink1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2:09.9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0 456 0 0,'27'2'2681'0'0,"-1"1"0"0"0,0 2 0 0 0,0 0 0 0 0,0 2 0 0 0,-1 0 0 0 0,38 18 0 0 0,-58-23-2299 0 0,0 0-1 0 0,0 0 1 0 0,-1 0 0 0 0,1 1 0 0 0,-1 0-1 0 0,1 0 1 0 0,-1 0 0 0 0,0 1 0 0 0,0-1-1 0 0,5 7 1 0 0,-7-7-625 0 0,0 0 1 0 0,0 0-1 0 0,-1 0 0 0 0,1 1 1 0 0,-1-1-1 0 0,0 1 0 0 0,1-1 1 0 0,-2 1-1 0 0,1 0 0 0 0,0 3 0 0 0</inkml:trace>
</inkml:ink>
</file>

<file path=ppt/ink/ink1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2:10.1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 11979 0 0,'-3'1'4938'0'0,"11"3"-4543"0"0,16 3-1472 0 0,-11-4 1045 0 0</inkml:trace>
</inkml:ink>
</file>

<file path=ppt/ink/ink1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2:10.5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1840 0 0,'2'0'289'0'0,"0"1"0"0"0,0-1 0 0 0,-1 1 0 0 0,1 0 0 0 0,0-1 0 0 0,0 1-1 0 0,0 0 1 0 0,-1 0 0 0 0,1 0 0 0 0,0 1 0 0 0,-1-1 0 0 0,1 0 0 0 0,-1 0-1 0 0,1 1 1 0 0,-1-1 0 0 0,0 1 0 0 0,2 2 0 0 0,21 33 3771 0 0,-19-29-3191 0 0,30 62 2568 0 0,-26-49-2926 0 0,1-1 1 0 0,15 23-1 0 0,-24-42-485 0 0,-1 0 0 0 0,1 1 0 0 0,0-1 0 0 0,0 0 0 0 0,0 0 0 0 0,0 0 0 0 0,0 0 0 0 0,0 0 0 0 0,0 0 0 0 0,1 0 0 0 0,-1 0 0 0 0,0 0 0 0 0,0 0 1 0 0,1 0-1 0 0,-1-1 0 0 0,1 1 0 0 0,-1-1 0 0 0,3 1 0 0 0,-3-1-24 0 0,0 0 0 0 0,0 0 0 0 0,0 0 0 0 0,0-1 0 0 0,0 1 0 0 0,0 0 0 0 0,0-1-1 0 0,0 1 1 0 0,0-1 0 0 0,0 1 0 0 0,-1-1 0 0 0,1 1 0 0 0,0-1 0 0 0,0 0 0 0 0,0 1 0 0 0,-1-1 0 0 0,1 0 0 0 0,0 0 0 0 0,-1 1 0 0 0,2-3 0 0 0,3-5-73 0 0,0-1 1 0 0,-1 0-1 0 0,0-1 1 0 0,4-15-1 0 0,-2 6 101 0 0,-1 10 3 0 0,-1 0 0 0 0,1 0 0 0 0,1 0 0 0 0,10-13 0 0 0,-14 20 28 0 0,0 0-1 0 0,0 1 0 0 0,0-1 1 0 0,0 0-1 0 0,0 0 0 0 0,0 1 1 0 0,0 0-1 0 0,0-1 0 0 0,1 1 1 0 0,3-2-1 0 0,-4 3-8 0 0,-1 0 1 0 0,0 0-1 0 0,0-1 1 0 0,0 1-1 0 0,0 0 1 0 0,0 0-1 0 0,0 1 1 0 0,0-1-1 0 0,0 0 1 0 0,0 0-1 0 0,1 0 1 0 0,-1 1-1 0 0,0-1 1 0 0,0 1-1 0 0,0-1 1 0 0,0 1-1 0 0,0-1 1 0 0,-1 1-1 0 0,1-1 1 0 0,0 1-1 0 0,0 0 0 0 0,0-1 1 0 0,0 1-1 0 0,-1 0 1 0 0,1 0-1 0 0,1 1 1 0 0,1 4-143 0 0,-1 0 1 0 0,1 0 0 0 0,-1 0-1 0 0,0 0 1 0 0,-1 0-1 0 0,0 1 1 0 0,0-1-1 0 0,0 1 1 0 0,0-1 0 0 0,-1 0-1 0 0,0 1 1 0 0,-2 9-1 0 0,2 14-4663 0 0,2-6-1056 0 0</inkml:trace>
</inkml:ink>
</file>

<file path=ppt/ink/ink1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2:10.9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211 316 3225 0 0,'3'-10'2001'0'0,"-9"7"-200"0"0,-20 14 1199 0 0,-29 26 589 0 0,43-27-3392 0 0,0 1 1 0 0,0 1-1 0 0,1 0 0 0 0,1 1 0 0 0,0 0 1 0 0,-15 26-1 0 0,20-29-154 0 0,0 0 0 0 0,0 0 1 0 0,1 0-1 0 0,0 1 0 0 0,1 0 0 0 0,0-1 1 0 0,1 1-1 0 0,0 0 0 0 0,1 0 0 0 0,0 22 1 0 0,1-30-64 0 0,0 0 1 0 0,0 0 0 0 0,1 0 0 0 0,-1 0 0 0 0,1 0 0 0 0,0-1 0 0 0,-1 1-1 0 0,1 0 1 0 0,0 0 0 0 0,1-1 0 0 0,-1 1 0 0 0,0-1 0 0 0,1 1 0 0 0,0-1-1 0 0,-1 1 1 0 0,1-1 0 0 0,0 0 0 0 0,0 0 0 0 0,0 0 0 0 0,1 0 0 0 0,-1 0-1 0 0,0-1 1 0 0,1 1 0 0 0,-1 0 0 0 0,1-1 0 0 0,-1 0 0 0 0,1 0 0 0 0,0 0-1 0 0,0 0 1 0 0,-1 0 0 0 0,1 0 0 0 0,0-1 0 0 0,0 1 0 0 0,0-1-1 0 0,5 0 1 0 0,-2 0-150 0 0,0-1 0 0 0,0 0-1 0 0,0 0 1 0 0,0 0 0 0 0,0 0 0 0 0,0-1-1 0 0,-1 0 1 0 0,1 0 0 0 0,-1-1-1 0 0,1 0 1 0 0,-1 0 0 0 0,0 0-1 0 0,0 0 1 0 0,0-1 0 0 0,0 0 0 0 0,6-6-1 0 0,-3-1-410 0 0,-1 0 0 0 0,0 0 0 0 0,0 0 0 0 0,-1-1 0 0 0,0 0 0 0 0,-1-1 0 0 0,-1 1-1 0 0,0-1 1 0 0,0 0 0 0 0,-1 0 0 0 0,-1 0 0 0 0,0 0 0 0 0,-1 0 0 0 0,-1-22 0 0 0,-2-16 826 0 0,-3 1 1 0 0,-16-73 0 0 0,16 95 438 0 0,1 10-174 0 0,-12-57 1657 0 0,14 68-1556 0 0,0 1 1 0 0,-1-1-1 0 0,1 1 0 0 0,-1 0 1 0 0,0 0-1 0 0,-1 0 0 0 0,1 1 0 0 0,-9-10 1 0 0,11 14-455 0 0,1 0 1 0 0,-1 1-1 0 0,1-1 0 0 0,-1 0 1 0 0,1 1-1 0 0,-1-1 1 0 0,0 1-1 0 0,1-1 1 0 0,-1 1-1 0 0,0 0 1 0 0,0-1-1 0 0,1 1 0 0 0,-1 0 1 0 0,0-1-1 0 0,0 1 1 0 0,1 0-1 0 0,-1 0 1 0 0,0 0-1 0 0,0 0 1 0 0,0-1-1 0 0,0 1 0 0 0,1 0 1 0 0,-1 1-1 0 0,0-1 1 0 0,0 0-1 0 0,0 0 1 0 0,1 0-1 0 0,-1 0 0 0 0,0 1 1 0 0,-1 0-1 0 0,0 0 52 0 0,0 0 0 0 0,1 1 0 0 0,-1-1 1 0 0,1 1-1 0 0,-1 0 0 0 0,1 0 0 0 0,-1-1 0 0 0,1 1 0 0 0,0 0 0 0 0,0 0 0 0 0,-1 3 0 0 0,-2 5 149 0 0,1 0-1 0 0,0 0 1 0 0,0 0 0 0 0,-1 11 0 0 0,2 7-253 0 0,1 1 0 0 0,2-1 0 0 0,0 0 0 0 0,2 1 0 0 0,1-1 0 0 0,1-1 1 0 0,11 33-1 0 0,76 183 547 0 0,-87-233-651 0 0,17 38-1112 0 0,48 74 1 0 0,-58-102-6562 0 0</inkml:trace>
</inkml:ink>
</file>

<file path=ppt/ink/ink1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2:11.1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0 10138 0 0,'-3'1'1488'0'0,"3"-1"-1451"0"0,0 1 0 0 0,0-1 0 0 0,0 0 0 0 0,0 0 0 0 0,0 0 1 0 0,0 0-1 0 0,0 0 0 0 0,0 0 0 0 0,0 0 0 0 0,0 0 1 0 0,0 0-1 0 0,0 1 409 0 0,0 0-409 0 0,4 11 1197 0 0,6 11 635 0 0,57 114 4673 0 0,-42-76-5945 0 0,-2 1 1 0 0,-3 1-1 0 0,15 84 0 0 0,8 247-293 0 0,-40-340-608 0 0</inkml:trace>
</inkml:ink>
</file>

<file path=ppt/ink/ink1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2:16.555"/>
    </inkml:context>
    <inkml:brush xml:id="br0">
      <inkml:brushProperty name="width" value="0.3" units="cm"/>
      <inkml:brushProperty name="height" value="0.6" units="cm"/>
      <inkml:brushProperty name="color" value="#FF8517"/>
      <inkml:brushProperty name="tip" value="rectangle"/>
      <inkml:brushProperty name="rasterOp" value="maskPen"/>
    </inkml:brush>
  </inkml:definitions>
  <inkml:trace contextRef="#ctx0" brushRef="#br0">179 83 9674 0 0,'-3'-3'105'0'0,"1"1"1"0"0,0-1-1 0 0,-1 1 0 0 0,1-1 1 0 0,1 0-1 0 0,-1 0 1 0 0,0 0-1 0 0,1 0 0 0 0,-1 0 1 0 0,1 0-1 0 0,0 0 0 0 0,0-1 1 0 0,0 1-1 0 0,1 0 0 0 0,-1 0 1 0 0,1-1-1 0 0,0 1 0 0 0,0-1 1 0 0,0 1-1 0 0,0 0 1 0 0,0-1-1 0 0,1 1 0 0 0,-1 0 1 0 0,3-6-1 0 0,-53 129 1649 0 0,3-10-2605 0 0,35-82 675 0 0,3-8 0 0 0,0 1 1 0 0,2 0-1 0 0,0 0 0 0 0,1 1 0 0 0,-5 39 0 0 0,11-59 208 0 0,0 1-1 0 0,0-1 1 0 0,0 0 0 0 0,0 0 0 0 0,1 0-1 0 0,-1 0 1 0 0,0 1 0 0 0,1-1-1 0 0,0 0 1 0 0,-1 0 0 0 0,1 0 0 0 0,0 0-1 0 0,0 0 1 0 0,0 0 0 0 0,0 0-1 0 0,1-1 1 0 0,-1 1 0 0 0,0 0 0 0 0,1-1-1 0 0,2 3 1 0 0,-1-2 38 0 0,0 0 0 0 0,0 0 0 0 0,0-1 1 0 0,0 1-1 0 0,1-1 0 0 0,-1 0 0 0 0,0 0 0 0 0,1 0 0 0 0,-1 0 0 0 0,1-1 0 0 0,5 1 1 0 0,5-1 7 0 0,1-1 1 0 0,-1 0-1 0 0,0-1 1 0 0,0-1-1 0 0,15-4 1 0 0,-1-2-405 0 0,1-2 0 0 0,-1 0-1 0 0,0-2 1 0 0,-2-1 0 0 0,1-1 0 0 0,25-20 0 0 0,-51 34 318 0 0,0 0 0 0 0,0 0 0 0 0,0 0 1 0 0,0 0-1 0 0,1 0 0 0 0,-1 1 0 0 0,0-1 0 0 0,1 0 1 0 0,-1 1-1 0 0,0-1 0 0 0,1 1 0 0 0,-1-1 0 0 0,1 1 1 0 0,-1 0-1 0 0,1 0 0 0 0,-1 0 0 0 0,1-1 1 0 0,-1 1-1 0 0,1 1 0 0 0,-1-1 0 0 0,1 0 0 0 0,-1 0 1 0 0,3 1-1 0 0,-3 0 26 0 0,1 0 1 0 0,-1 0-1 0 0,0 1 0 0 0,0-1 1 0 0,0 0-1 0 0,0 0 0 0 0,0 1 1 0 0,0-1-1 0 0,0 1 1 0 0,-1-1-1 0 0,1 1 0 0 0,-1-1 1 0 0,1 1-1 0 0,-1-1 1 0 0,1 1-1 0 0,-1-1 0 0 0,1 4 1 0 0,0 8 142 0 0,-1-1 0 0 0,0 1 1 0 0,0 0-1 0 0,-3 14 1 0 0,-2 0 71 0 0,-2 0 0 0 0,0-1 1 0 0,-2 1-1 0 0,-16 32 0 0 0,-14 43 380 0 0,39-102-619 0 0,0 1-1 0 0,0-1 1 0 0,-1 0 0 0 0,1 0 0 0 0,0 1-1 0 0,0-1 1 0 0,0 0 0 0 0,0 0 0 0 0,0 1-1 0 0,0-1 1 0 0,0 0 0 0 0,0 1 0 0 0,0-1-1 0 0,0 0 1 0 0,0 1 0 0 0,0-1 0 0 0,0 0 0 0 0,0 0-1 0 0,0 1 1 0 0,0-1 0 0 0,0 0 0 0 0,0 1-1 0 0,0-1 1 0 0,0 0 0 0 0,1 0 0 0 0,-1 1-1 0 0,0-1 1 0 0,0 0 0 0 0,0 0 0 0 0,0 1-1 0 0,1-1 1 0 0,-1 0 0 0 0,0 0 0 0 0,0 1 0 0 0,1-1-1 0 0,-1 0 1 0 0,0 0 0 0 0,0 0 0 0 0,1 0-1 0 0,-1 0 1 0 0,0 1 0 0 0,1-1 0 0 0,15-3-489 0 0,16-13-867 0 0,17-19-308 0 0,9-7 1115 0 0,-53 38 571 0 0,1 1 0 0 0,-1 0 0 0 0,1 1 0 0 0,0-1 0 0 0,0 1 0 0 0,0 0 0 0 0,0 1 0 0 0,10-2 0 0 0,-15 3 43 0 0,0 0 1 0 0,0 0 0 0 0,0 0 0 0 0,0 0 0 0 0,0 0 0 0 0,0 0 0 0 0,0 0 0 0 0,0 0 0 0 0,0 1 0 0 0,-1-1-1 0 0,1 0 1 0 0,0 1 0 0 0,0-1 0 0 0,0 0 0 0 0,0 1 0 0 0,0-1 0 0 0,0 1 0 0 0,-1 0 0 0 0,1-1 0 0 0,0 1-1 0 0,-1 0 1 0 0,1-1 0 0 0,0 1 0 0 0,-1 0 0 0 0,1 0 0 0 0,0 1 0 0 0,0 0 99 0 0,0 1 0 0 0,0-1 0 0 0,0 1 0 0 0,0 0 0 0 0,-1-1 0 0 0,1 1 0 0 0,-1 0 0 0 0,0 0 0 0 0,0 3 0 0 0,-1 6 390 0 0,0 0 0 0 0,-1 0 0 0 0,-4 14 0 0 0,-6 11 463 0 0,-19 43 0 0 0,-1 0-586 0 0,30-73-564 0 0,1 0-1 0 0,0 0 0 0 0,0 0 1 0 0,0 1-1 0 0,1-1 1 0 0,0 0-1 0 0,0 0 0 0 0,1 0 1 0 0,-1 1-1 0 0,2-1 0 0 0,-1 0 1 0 0,1 0-1 0 0,0 0 1 0 0,1 0-1 0 0,3 7 0 0 0,1 4 139 0 0</inkml:trace>
</inkml:ink>
</file>

<file path=ppt/ink/ink1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2:18.856"/>
    </inkml:context>
    <inkml:brush xml:id="br0">
      <inkml:brushProperty name="width" value="0.3" units="cm"/>
      <inkml:brushProperty name="height" value="0.6" units="cm"/>
      <inkml:brushProperty name="color" value="#FF8517"/>
      <inkml:brushProperty name="tip" value="rectangle"/>
      <inkml:brushProperty name="rasterOp" value="maskPen"/>
    </inkml:brush>
  </inkml:definitions>
  <inkml:trace contextRef="#ctx0" brushRef="#br0">646 100 1376 0 0,'0'-4'49'0'0,"0"-1"0"0"0,0 1 0 0 0,0 0 0 0 0,-1 0-1 0 0,1 0 1 0 0,-1 0 0 0 0,0 0 0 0 0,0 0 0 0 0,-1 1-1 0 0,1-1 1 0 0,-1 0 0 0 0,0 0 0 0 0,0 1 0 0 0,0-1-1 0 0,0 1 1 0 0,-1 0 0 0 0,1 0 0 0 0,-1 0 0 0 0,-4-5-1 0 0,2 6 21 0 0,1-1 0 0 0,-1 0-1 0 0,1 1 1 0 0,-1 0 0 0 0,0 0-1 0 0,0 0 1 0 0,0 1-1 0 0,0 0 1 0 0,0 0 0 0 0,0 0-1 0 0,0 1 1 0 0,-1-1 0 0 0,-7 1-1 0 0,-1 1 210 0 0,0 1 1 0 0,1 0-1 0 0,-1 1 0 0 0,0 0 0 0 0,1 1 0 0 0,-1 1 1 0 0,1 0-1 0 0,1 1 0 0 0,-1 0 0 0 0,-18 13 0 0 0,1 5-473 0 0,0 1-1 0 0,2 2 0 0 0,-34 41 1 0 0,-67 100-928 0 0,112-145 1096 0 0,6-8 124 0 0,1 0 1 0 0,0 1-1 0 0,1 0 1 0 0,1 0-1 0 0,1 1 1 0 0,-8 22-1 0 0,14-35-75 0 0,0-1 0 0 0,0 1 0 0 0,0 0 0 0 0,0 0 0 0 0,1 0-1 0 0,0 0 1 0 0,-1 0 0 0 0,1 0 0 0 0,1 0 0 0 0,-1 0 0 0 0,1 0 0 0 0,-1 0 0 0 0,1 0 0 0 0,0 0-1 0 0,1-1 1 0 0,-1 1 0 0 0,1 0 0 0 0,-1-1 0 0 0,1 1 0 0 0,0-1 0 0 0,0 1 0 0 0,1-1 0 0 0,-1 0-1 0 0,1 0 1 0 0,-1 0 0 0 0,1 0 0 0 0,0 0 0 0 0,0-1 0 0 0,1 0 0 0 0,-1 1 0 0 0,0-1 0 0 0,1 0-1 0 0,-1 0 1 0 0,8 2 0 0 0,4 1 28 0 0,-1 0-1 0 0,2-1 0 0 0,-1-1 1 0 0,0-1-1 0 0,1 0 0 0 0,-1 0 1 0 0,1-2-1 0 0,-1 0 1 0 0,1-1-1 0 0,0 0 0 0 0,-1-2 1 0 0,0 1-1 0 0,0-2 0 0 0,1 0 1 0 0,-2-1-1 0 0,1 0 1 0 0,15-9-1 0 0,9-6 367 0 0,-1-2 0 0 0,0-1 0 0 0,-2-2 0 0 0,60-53 0 0 0,-83 65-416 0 0,0 0 0 0 0,0 0 0 0 0,-1-2 0 0 0,-1 1 1 0 0,13-23-1 0 0,-20 30-12 0 0,0 0 1 0 0,0-1-1 0 0,0 0 1 0 0,-1 0-1 0 0,-1 0 1 0 0,1 0-1 0 0,-1 0 1 0 0,0 0-1 0 0,-1-1 1 0 0,0 1-1 0 0,-1 0 1 0 0,1-1-1 0 0,-3-15 1 0 0,2 23 9 0 0,0-1 0 0 0,-1 1 1 0 0,1 0-1 0 0,0-1 0 0 0,-1 1 0 0 0,1 0 1 0 0,-1-1-1 0 0,0 1 0 0 0,1 0 1 0 0,-1 0-1 0 0,0 0 0 0 0,0 0 0 0 0,0 0 1 0 0,0 0-1 0 0,0 0 0 0 0,0 0 0 0 0,0 0 1 0 0,0 0-1 0 0,0 0 0 0 0,0 1 1 0 0,-1-1-1 0 0,-1 0 0 0 0,0 0-23 0 0,1 0 0 0 0,-2 0 0 0 0,1 1 0 0 0,0-1 0 0 0,0 1 0 0 0,0 0 1 0 0,0 0-1 0 0,0 0 0 0 0,-5 1 0 0 0,-3 1-193 0 0,2 0 1 0 0,-1 1-1 0 0,0 0 1 0 0,1 1 0 0 0,-12 5-1 0 0,0 4-317 0 0,0 1 0 0 0,1 0-1 0 0,1 1 1 0 0,0 1 0 0 0,1 1 0 0 0,-32 38-1 0 0,38-38 760 0 0,0-1 1 0 0,1 2-1 0 0,0-1 0 0 0,1 2 0 0 0,-7 20 0 0 0,14-33-167 0 0,1 1 0 0 0,0 0-1 0 0,1 0 1 0 0,0 0-1 0 0,0 0 1 0 0,0 1 0 0 0,1-1-1 0 0,0 0 1 0 0,0 0-1 0 0,1 0 1 0 0,0 0 0 0 0,0 0-1 0 0,1 0 1 0 0,0 0 0 0 0,0 0-1 0 0,5 11 1 0 0,-5-14-22 0 0,1 0 0 0 0,-1 0 1 0 0,1 0-1 0 0,0 0 0 0 0,0 0 1 0 0,0-1-1 0 0,0 0 0 0 0,1 1 1 0 0,0-1-1 0 0,-1 0 0 0 0,1-1 1 0 0,0 1-1 0 0,0-1 0 0 0,1 0 1 0 0,-1 0-1 0 0,0 0 0 0 0,1 0 1 0 0,-1-1-1 0 0,1 0 0 0 0,-1 0 1 0 0,1 0-1 0 0,0 0 0 0 0,0-1 1 0 0,-1 0-1 0 0,1 0 0 0 0,5 0 1 0 0,3-2 53 0 0,0-1 0 0 0,-1 0 0 0 0,1 0-1 0 0,-1-1 1 0 0,0-1 0 0 0,0 0 0 0 0,0 0 0 0 0,-1-1 0 0 0,0-1 0 0 0,0 0 0 0 0,-1 0 0 0 0,0-1 0 0 0,0-1 0 0 0,0 0 0 0 0,-1 0 0 0 0,-1 0 0 0 0,0-1 0 0 0,10-16-1 0 0,-15 21-19 0 0,-1 0 0 0 0,0 0 0 0 0,0-1 0 0 0,-1 1 0 0 0,1 0 0 0 0,-1-1 0 0 0,0 0 0 0 0,-1 1 0 0 0,0-1 0 0 0,1 1 0 0 0,-2-1 0 0 0,1 0 0 0 0,-1 1 0 0 0,0-1 0 0 0,0 1 0 0 0,0-1 0 0 0,-1 1 0 0 0,1 0 0 0 0,-2 0 0 0 0,1-1 0 0 0,0 1 0 0 0,-1 0 0 0 0,0 1 0 0 0,0-1 0 0 0,0 1 0 0 0,-1-1 0 0 0,0 1 0 0 0,0 0 0 0 0,-4-4 0 0 0,-1 0-80 0 0,1 1 1 0 0,-1 0-1 0 0,-1 0 0 0 0,1 1 0 0 0,-1 0 1 0 0,0 1-1 0 0,0 0 0 0 0,-1 1 0 0 0,1 0 1 0 0,-1 0-1 0 0,0 1 0 0 0,0 0 0 0 0,-17-1 1 0 0,12 4-322 0 0,1 1 1 0 0,0 0-1 0 0,0 1 1 0 0,0 0-1 0 0,0 2 1 0 0,0-1-1 0 0,1 2 1 0 0,-1 0-1 0 0,-20 11 1 0 0,25-11 406 0 0,-1 1 1 0 0,0 0-1 0 0,1 1 0 0 0,0 0 1 0 0,1 0-1 0 0,0 1 1 0 0,0 0-1 0 0,0 1 1 0 0,1 0-1 0 0,1 1 1 0 0,-1-1-1 0 0,-8 17 1 0 0,15-25-39 0 0,0 1 0 0 0,0 0 0 0 0,0 0 1 0 0,1 0-1 0 0,-1 0 0 0 0,0 0 0 0 0,1 0 0 0 0,-1 0 1 0 0,1 0-1 0 0,0 0 0 0 0,-1 0 0 0 0,1 0 1 0 0,0 0-1 0 0,1 0 0 0 0,-1 0 0 0 0,0 0 0 0 0,0 1 1 0 0,1-1-1 0 0,-1 0 0 0 0,1 0 0 0 0,0-1 1 0 0,-1 1-1 0 0,1 0 0 0 0,0 0 0 0 0,0 0 0 0 0,0 0 1 0 0,1-1-1 0 0,0 3 0 0 0,0-3-63 0 0,0 0 0 0 0,0 0 0 0 0,0 0 1 0 0,0 0-1 0 0,0 0 0 0 0,0 0 0 0 0,0 0 0 0 0,0 0 0 0 0,0-1 0 0 0,0 0 0 0 0,0 1 0 0 0,0-1 0 0 0,1 0 1 0 0,-1 0-1 0 0,0 0 0 0 0,0 0 0 0 0,0 0 0 0 0,1 0 0 0 0,-1-1 0 0 0,0 1 0 0 0,0-1 0 0 0,0 0 0 0 0,0 1 0 0 0,0-1 1 0 0,0 0-1 0 0,3-2 0 0 0,10-6-11 0 0,-1 0-1 0 0,0-1 1 0 0,-1 0 0 0 0,21-22 0 0 0,44-53 848 0 0,-73 79-741 0 0,26-35 389 0 0,-28 37-413 0 0,-1 1-1 0 0,0-1 1 0 0,0 0 0 0 0,0 1 0 0 0,-1-1 0 0 0,1 0-1 0 0,-1 0 1 0 0,0 0 0 0 0,0 0 0 0 0,0-6-1 0 0,0 10-24 0 0,-1-1-1 0 0,0 1 0 0 0,0-1 0 0 0,0 1 1 0 0,0-1-1 0 0,0 0 0 0 0,0 1 0 0 0,-1-1 0 0 0,1 1 1 0 0,0-1-1 0 0,0 1 0 0 0,0-1 0 0 0,0 1 1 0 0,-1-1-1 0 0,1 1 0 0 0,0-1 0 0 0,0 1 0 0 0,-1-1 1 0 0,1 1-1 0 0,0-1 0 0 0,-1 1 0 0 0,1 0 0 0 0,-1-1 1 0 0,1 1-1 0 0,0 0 0 0 0,-1-1 0 0 0,1 1 1 0 0,-1 0-1 0 0,1-1 0 0 0,-1 1 0 0 0,1 0 0 0 0,-2-1 1 0 0,-18 6 1739 0 0,-18 18 195 0 0,8 2-1952 0 0,1 1-1 0 0,1 2 1 0 0,1 0 0 0 0,-36 53 0 0 0,46-55-2219 0 0,-22 42-1 0 0</inkml:trace>
</inkml:ink>
</file>

<file path=ppt/ink/ink1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2:20.872"/>
    </inkml:context>
    <inkml:brush xml:id="br0">
      <inkml:brushProperty name="width" value="0.3" units="cm"/>
      <inkml:brushProperty name="height" value="0.6" units="cm"/>
      <inkml:brushProperty name="color" value="#FF8517"/>
      <inkml:brushProperty name="tip" value="rectangle"/>
      <inkml:brushProperty name="rasterOp" value="maskPen"/>
    </inkml:brush>
  </inkml:definitions>
  <inkml:trace contextRef="#ctx0" brushRef="#br0">1 155 3681 0 0,'21'11'3595'0'0,"-19"-9"-3416"0"0,13 29 1089 0 0,-13-28-1234 0 0,-1 1 0 0 0,1 0 0 0 0,0 0 0 0 0,0-1 0 0 0,0 1 0 0 0,1-1 0 0 0,-1 1 0 0 0,1-1 0 0 0,3 3 0 0 0,9 4 436 0 0,1-2 1 0 0,0 0-1 0 0,0 0 0 0 0,1-2 0 0 0,0 0 0 0 0,0-1 0 0 0,19 4 0 0 0,14-1 226 0 0,61 4 0 0 0,90-9-737 0 0,-53-3 56 0 0,-84 0-435 0 0,0-3 0 0 0,0-2 0 0 0,0-3 0 0 0,90-24 1 0 0,-14 1 144 0 0,2 7 0 0 0,143-7 0 0 0,3 3 1140 0 0,-284 27-888 0 0,0 1 1 0 0,0-1 0 0 0,0 0 0 0 0,0 0 0 0 0,0 0 0 0 0,-1 0 0 0 0,1-1 0 0 0,0 0 0 0 0,4-2 0 0 0,-8 4 20 0 0,0-1 0 0 0,1 1 0 0 0,-1 0 0 0 0,0-1 0 0 0,1 1 0 0 0,-1-1 0 0 0,0 1 0 0 0,1 0 0 0 0,-1-1 0 0 0,0 1 0 0 0,0-1 0 0 0,1 1 0 0 0,-1-1 0 0 0,0 1 0 0 0,0-1 0 0 0,0 1 0 0 0,0-1 0 0 0,0 1 0 0 0,0-1 0 0 0,0 1 0 0 0,0-1 0 0 0,0 0 0 0 0,0 1 0 0 0,0-1 0 0 0,0 0 0 0 0,-1-1 24 0 0,0 1 1 0 0,1-1-1 0 0,-1 1 0 0 0,0-1 0 0 0,0 1 1 0 0,-1-1-1 0 0,1 1 0 0 0,0 0 0 0 0,0-1 1 0 0,-1 1-1 0 0,-2-2 0 0 0,-8-5 29 0 0,0 0-1 0 0,-1 1 1 0 0,0 0-1 0 0,-1 1 1 0 0,1 1-1 0 0,-1 0 1 0 0,0 0-1 0 0,-22-3 1 0 0,-16 1-612 0 0,-55-3 1 0 0,49 6 295 0 0,-393-22-40 0 0,351 21 650 0 0,-344 21 2450 0 0,248-2-3533 0 0,191-14 711 0 0,-79 8-178 0 0,75-7 244 0 0,0 1 1 0 0,1 0-1 0 0,-1 0 0 0 0,1 1 1 0 0,0 0-1 0 0,0 0 0 0 0,-11 7 1 0 0,19-9-89 0 0,-1-1 0 0 0,1 0 0 0 0,-1 0 0 0 0,1 0 0 0 0,-1 1 1 0 0,1-1-1 0 0,-1 0 0 0 0,1 1 0 0 0,-1-1 0 0 0,1 0 1 0 0,0 1-1 0 0,-1-1 0 0 0,1 1 0 0 0,0-1 0 0 0,-1 1 0 0 0,1-1 1 0 0,0 1-1 0 0,-1-1 0 0 0,1 0 0 0 0,0 1 0 0 0,0 0 0 0 0,0-1 1 0 0,0 1-1 0 0,-1-1 0 0 0,1 1 0 0 0,0-1 0 0 0,0 1 1 0 0,0-1-1 0 0,0 2 0 0 0,14 7-622 0 0,34-1 850 0 0,-39-7 60 0 0,669 105 780 0 0,-306-60-406 0 0,-61-9 209 0 0,-168-7-1064 0 0,-95-18 184 0 0,0-2 0 0 0,69 5 0 0 0,-34-8 91 0 0,30 1-141 0 0,-263-22 1550 0 0,87 11-1435 0 0,-38-3-954 0 0,-1 4 1 0 0,-126 14 0 0 0,68 21-180 0 0,17-2 1971 0 0,84-21-62 0 0,1 0 736 0 0,-67 2 0 0 0,106-11-1682 0 0,0-1 1 0 0,0-1 0 0 0,0-1 0 0 0,0-1 0 0 0,0 0-1 0 0,0-2 1 0 0,-28-10 0 0 0,88-3-3840 0 0,-28 16 3180 0 0,17-3-2752 0 0</inkml:trace>
</inkml:ink>
</file>

<file path=ppt/ink/ink1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2:40.425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665 639 5985 0 0,'88'-25'35'0'0,"-39"12"-149"0"0,0-2-1 0 0,-1-2 1 0 0,-1-2-1 0 0,47-27 1 0 0,-90 44 72 0 0,-1 0-1 0 0,0 0 1 0 0,0 0 0 0 0,0 0-1 0 0,0 0 1 0 0,-1-1 0 0 0,1 0-1 0 0,-1 1 1 0 0,1-1 0 0 0,-1 0 0 0 0,0 0-1 0 0,2-4 1 0 0,-4 6 97 0 0,0 0-1 0 0,1 0 1 0 0,-1-1-1 0 0,0 1 1 0 0,0 0-1 0 0,0-1 1 0 0,0 1 0 0 0,0 0-1 0 0,0 0 1 0 0,-1-1-1 0 0,1 1 1 0 0,0 0-1 0 0,-1 0 1 0 0,1-1 0 0 0,0 1-1 0 0,-1 0 1 0 0,0 0-1 0 0,1 0 1 0 0,-1 0 0 0 0,0 0-1 0 0,1 0 1 0 0,-1 0-1 0 0,0 0 1 0 0,0 0-1 0 0,0 0 1 0 0,0 0 0 0 0,0 0-1 0 0,0 0 1 0 0,0 1-1 0 0,0-1 1 0 0,0 1-1 0 0,-1-1 1 0 0,1 0 0 0 0,0 1-1 0 0,-2-1 1 0 0,-14-6 575 0 0,0 1 0 0 0,-1 0 0 0 0,0 1 0 0 0,1 1 1 0 0,-1 0-1 0 0,-1 2 0 0 0,1 0 0 0 0,0 1 0 0 0,-35 3 0 0 0,10 2-112 0 0,0 2 0 0 0,0 2 0 0 0,-45 15 1 0 0,67-17-377 0 0,3-2-20 0 0,-1 2-1 0 0,1 0 0 0 0,-1 2 1 0 0,-28 15-1 0 0,103-24-2109 0 0,-32-2 2118 0 0,-1-1 1 0 0,1-1-1 0 0,43-15 0 0 0,-53 15-79 0 0,-1-1 0 0 0,0 0-1 0 0,1-1 1 0 0,-2 0 0 0 0,1-1-1 0 0,-1-1 1 0 0,17-16 0 0 0,-28 24-27 0 0,0 1 1 0 0,0-1-1 0 0,0-1 1 0 0,0 1-1 0 0,0 0 1 0 0,0 0-1 0 0,0 0 1 0 0,0 0-1 0 0,0-1 1 0 0,-1 1-1 0 0,1 0 1 0 0,0-1-1 0 0,-1 1 1 0 0,1-1-1 0 0,-1 1 1 0 0,0 0-1 0 0,1-1 1 0 0,-1 1-1 0 0,0-1 1 0 0,0 1-1 0 0,0-1 1 0 0,0 1-1 0 0,0-1 1 0 0,0 1-1 0 0,-1-3 1 0 0,0 2 12 0 0,-1 0 1 0 0,1 0 0 0 0,0 0 0 0 0,-1 0 0 0 0,1 0-1 0 0,-1 0 1 0 0,0 0 0 0 0,0 1 0 0 0,1-1 0 0 0,-1 1-1 0 0,0-1 1 0 0,0 1 0 0 0,-4-2 0 0 0,-8-4 61 0 0,0 1 0 0 0,-1 1 1 0 0,-25-6-1 0 0,40 10-101 0 0,-21-3-21 0 0,-1 1 0 0 0,1 1 0 0 0,-1 0 0 0 0,0 2 0 0 0,1 0 0 0 0,-1 2 0 0 0,-36 6 0 0 0,-5 6-858 0 0,-76 28 0 0 0,135-40 908 0 0,-11 4-449 0 0,16-3 55 0 0,9 0 40 0 0,20 3 23 0 0,0-1-1 0 0,0-1 1 0 0,1-2 0 0 0,0-1 0 0 0,-1-1 0 0 0,54-8-1 0 0,-42 1 634 0 0,-1-2-1 0 0,1-2 0 0 0,-2-1 1 0 0,53-24-1 0 0,-77 29-123 0 0,-1-1 0 0 0,0-1 0 0 0,0 0 0 0 0,-1-1 0 0 0,20-17 0 0 0,-30 23-154 0 0,-1 1 0 0 0,1-1 0 0 0,0 1 0 0 0,-1-1 0 0 0,0 0 1 0 0,0 0-1 0 0,0-1 0 0 0,0 1 0 0 0,-1-1 0 0 0,0 1 0 0 0,0-1 0 0 0,0 0 0 0 0,0 1 0 0 0,-1-1 0 0 0,0 0 0 0 0,0 0 0 0 0,0 0 0 0 0,-1 0 0 0 0,1-1 0 0 0,-1 1 0 0 0,0 0 0 0 0,-2-10 0 0 0,0 10-25 0 0,0 0-1 0 0,-1 0 1 0 0,1 0-1 0 0,-1 1 1 0 0,0-1 0 0 0,0 0-1 0 0,-1 1 1 0 0,1 0-1 0 0,-1 0 1 0 0,0 0-1 0 0,0 0 1 0 0,0 1-1 0 0,-1 0 1 0 0,1 0-1 0 0,-1 0 1 0 0,0 0-1 0 0,0 1 1 0 0,0-1-1 0 0,-8-2 1 0 0,-8-2 21 0 0,0 1 1 0 0,0 1-1 0 0,-34-4 0 0 0,17 6-240 0 0,1 1-1 0 0,-1 2 1 0 0,0 1-1 0 0,0 3 0 0 0,-65 13 1 0 0,56-6-68 0 0,0 3 0 0 0,0 1-1 0 0,1 3 1 0 0,-43 23 0 0 0,62-27-229 0 0,-48 35 0 0 0,65-41 443 0 0,0 0 0 0 0,0 1-1 0 0,1 0 1 0 0,0 0 0 0 0,1 1 0 0 0,0 1 0 0 0,-8 12 0 0 0,15-21 52 0 0,0-1 0 0 0,1 0 1 0 0,-1 0-1 0 0,0 1 1 0 0,1-1-1 0 0,0 0 0 0 0,-1 1 1 0 0,1-1-1 0 0,0 0 1 0 0,0 1-1 0 0,-1-1 0 0 0,1 0 1 0 0,0 1-1 0 0,0-1 1 0 0,1 1-1 0 0,-1-1 0 0 0,0 0 1 0 0,0 1-1 0 0,1-1 1 0 0,-1 0-1 0 0,0 1 0 0 0,2 1 1 0 0,-1-1 9 0 0,1 0 0 0 0,0 0 0 0 0,0 0-1 0 0,-1 0 1 0 0,1 0 0 0 0,1 0 0 0 0,-1 0 0 0 0,0 0 0 0 0,0-1 0 0 0,5 3 0 0 0,5 1 14 0 0,0 1 0 0 0,1-2-1 0 0,20 6 1 0 0,-31-10-36 0 0,59 13 391 0 0,0-3 0 0 0,1-3 0 0 0,-1-2 1 0 0,70-4-1 0 0,247-36 442 0 0,-332 27-738 0 0,-1-1 0 0 0,0-3 1 0 0,-1-1-1 0 0,0-2 0 0 0,-1-3 0 0 0,-1-1 0 0 0,67-41 0 0 0,-90 43 14 0 0,-19 17-100 0 0,0-1 0 0 0,1 1 0 0 0,-1-1 0 0 0,0 1 0 0 0,0 0 0 0 0,0-1 0 0 0,1 1 0 0 0,-1-1 0 0 0,0 1 0 0 0,0-1 0 0 0,0 1 0 0 0,0 0 0 0 0,0-1 0 0 0,0 1 0 0 0,0-1 0 0 0,0 1 0 0 0,0-1 0 0 0,0 1 0 0 0,0-1 0 0 0,0 1 0 0 0,0-1 0 0 0,0 1 0 0 0,-1-1 0 0 0,1 1 0 0 0,0 0 0 0 0,-1-2 0 0 0,-1 1 1 0 0,0-1-1 0 0,0 1 0 0 0,-1-1 1 0 0,1 1-1 0 0,-1 0 1 0 0,1 0-1 0 0,-1 0 0 0 0,1 0 1 0 0,-1 0-1 0 0,0 0 1 0 0,1 1-1 0 0,-1-1 0 0 0,-3 1 1 0 0,-42-5-85 0 0,-1 1 1 0 0,1 3-1 0 0,-60 6 0 0 0,-145 26-1452 0 0,244-29 1445 0 0,-35 5-150 0 0,0 2 1 0 0,-58 20-1 0 0,84-23-12 0 0,0 1 0 0 0,1 1 0 0 0,0 1-1 0 0,0 0 1 0 0,1 1 0 0 0,0 1 0 0 0,0 0 0 0 0,-14 15-1 0 0,29-25 233 0 0,1 0-1 0 0,-1-1 1 0 0,0 1-1 0 0,0 0 1 0 0,1 0-1 0 0,-1-1 1 0 0,1 1-1 0 0,-1 0 0 0 0,0 0 1 0 0,1 0-1 0 0,0 0 1 0 0,-1 0-1 0 0,1 0 1 0 0,0 0-1 0 0,-1 0 1 0 0,1 0-1 0 0,0 0 0 0 0,0 0 1 0 0,0 0-1 0 0,0 0 1 0 0,0 0-1 0 0,0 0 1 0 0,0 0-1 0 0,0 0 0 0 0,0 1 1 0 0,1 0-1 0 0,0 0-4 0 0,0 0 1 0 0,1 0-1 0 0,-1 0 0 0 0,1 0 0 0 0,-1 0 0 0 0,1-1 0 0 0,-1 1 0 0 0,1 0 0 0 0,0-1 0 0 0,0 1 0 0 0,3 1 1 0 0,4 2 30 0 0,0 0 1 0 0,0-1 0 0 0,1 0 0 0 0,13 4-1 0 0,15 1 553 0 0,-1-2 0 0 0,65 4 0 0 0,79-8 1109 0 0,-149-3-1417 0 0,300-22 1819 0 0,-93 2-1505 0 0,-121 14-474 0 0,215-3-28 0 0,-53 11 38 0 0,-157-3-76 0 0,48 17 112 0 0,-218-49-74 0 0,9 16-327 0 0,0 0 0 0 0,-1 3 0 0 0,-1 1 0 0 0,-71-13 0 0 0,22 5-39 0 0,79 19 281 0 0,-251-61-138 0 0,189 49 89 0 0,-122-7 0 0 0,185 20-15 0 0,4 0 70 0 0,1 1-1 0 0,-1-1 0 0 0,0 1 0 0 0,1 0 0 0 0,-1 0 0 0 0,1 1 0 0 0,-1-1 1 0 0,0 1-1 0 0,-7 2 0 0 0,12-2 1 0 0,0 0 0 0 0,0 0 0 0 0,0 0 0 0 0,0 0 1 0 0,0-1-1 0 0,0 1 0 0 0,1 0 0 0 0,-1 0 0 0 0,0 0 0 0 0,0 0 0 0 0,1-1 1 0 0,-1 1-1 0 0,1 0 0 0 0,-1 0 0 0 0,0-1 0 0 0,1 1 0 0 0,0 0 0 0 0,-1-1 1 0 0,1 1-1 0 0,-1 0 0 0 0,1-1 0 0 0,0 1 0 0 0,0 0 0 0 0,19 18 2 0 0,-19-18-17 0 0,24 18 76 0 0,0-1 0 0 0,1-1 0 0 0,1-1 0 0 0,0-1 0 0 0,1-1 0 0 0,1-2 0 0 0,33 10 0 0 0,10-2 128 0 0,134 21 0 0 0,116-7 454 0 0,-159-19-420 0 0,15 2-281 0 0,222 26 193 0 0,-205-16 19 0 0,646 61 453 0 0,-577-79-460 0 0,444 0 1405 0 0,-653-11-1387 0 0,432-33 383 0 0,-481 34-541 0 0,0 0-1 0 0,0 0 1 0 0,-1-1 0 0 0,1 0-1 0 0,-1 0 1 0 0,8-4 0 0 0,-12 6 7 0 0,0 0 1 0 0,0-1-1 0 0,-1 1 1 0 0,1-1-1 0 0,0 1 1 0 0,-1-1 0 0 0,1 0-1 0 0,-1 1 1 0 0,1-1-1 0 0,-1 0 1 0 0,1 1-1 0 0,-1-1 1 0 0,1 0 0 0 0,-1 0-1 0 0,0 1 1 0 0,1-1-1 0 0,-1 0 1 0 0,0 0-1 0 0,1 0 1 0 0,-1-1 0 0 0,0 1 0 0 0,0 0 1 0 0,-1-1 0 0 0,1 1 0 0 0,-1 0 0 0 0,1 0-1 0 0,-1-1 1 0 0,1 1 0 0 0,-1 0 0 0 0,1 0-1 0 0,-1 0 1 0 0,0 0 0 0 0,0 0 0 0 0,0 0 0 0 0,1 0-1 0 0,-1 0 1 0 0,0 0 0 0 0,-2-1 0 0 0,-12-10 68 0 0,-1 1 0 0 0,0 0-1 0 0,0 1 1 0 0,-1 1 0 0 0,-34-12 0 0 0,-96-25-177 0 0,78 27-103 0 0,-191-68-470 0 0,-125-35-857 0 0,303 105 1065 0 0,0 3 0 0 0,-1 4 0 0 0,0 4 0 0 0,-142 6 0 0 0,116 9 562 0 0,2 5-1 0 0,-1 4 1 0 0,-117 37-1 0 0,167-39-399 0 0,-59 18-223 0 0,101-28 408 0 0,0 0-1 0 0,0 2 1 0 0,1 0 0 0 0,-26 17 0 0 0,39-24 112 0 0,1 0 1 0 0,0 0 0 0 0,-1 0-1 0 0,1 0 1 0 0,0 0-1 0 0,0 0 1 0 0,0 0-1 0 0,0 0 1 0 0,0 0-1 0 0,0 0 1 0 0,0 0-1 0 0,0 1 1 0 0,0-1-1 0 0,0 0 1 0 0,1 1-1 0 0,-1-1 1 0 0,1 1-1 0 0,-1-1 1 0 0,1 1-1 0 0,-1-1 1 0 0,1 1 0 0 0,0-1-1 0 0,0 1 1 0 0,0-1-1 0 0,0 3 1 0 0,1-2-28 0 0,-1-1 0 0 0,1 1-1 0 0,0 0 1 0 0,1 0 0 0 0,-1 0 0 0 0,0-1 0 0 0,0 1 0 0 0,1-1 0 0 0,-1 1 0 0 0,1-1 0 0 0,-1 1 0 0 0,1-1 0 0 0,0 0 0 0 0,-1 0 0 0 0,1 0 0 0 0,2 1 0 0 0,10 4-207 0 0,0 0 0 0 0,0 0 0 0 0,27 5-1 0 0,26 3 629 0 0,0-4 0 0 0,80 3 0 0 0,139-9 1533 0 0,-102-4-1325 0 0,118-2-144 0 0,-88 0-352 0 0,187-8 411 0 0,-209 4-269 0 0,237-15 34 0 0,-261 11-150 0 0,2-3 62 0 0,107-3-2 0 0,-9 4-149 0 0,-11-1 771 0 0,46-10-484 0 0,-248 18-317 0 0,-44 3-3 0 0,5 2 20 0 0,1-2 1 0 0,-1 0-1 0 0,-1-1 0 0 0,1-1 0 0 0,0 0 0 0 0,-1-1 0 0 0,24-11 0 0 0,-39 16-3 0 0,1 0-1 0 0,0-1 1 0 0,-1 1 0 0 0,1 0-1 0 0,-1-1 1 0 0,1 1-1 0 0,-1 0 1 0 0,1-1 0 0 0,-1 1-1 0 0,1-1 1 0 0,-1 1-1 0 0,0-1 1 0 0,1 1 0 0 0,-1-1-1 0 0,0 0 1 0 0,1 1-1 0 0,-1-1 1 0 0,0 1 0 0 0,0-1-1 0 0,1 0 1 0 0,-1 1-1 0 0,0-1 1 0 0,0 1 0 0 0,0-1-1 0 0,0 0 1 0 0,0 1-1 0 0,0-1 1 0 0,0 0-1 0 0,0 1 1 0 0,0-2 0 0 0,-1 1 40 0 0,0-1 1 0 0,1 1 0 0 0,-1-1 0 0 0,0 1 0 0 0,0-1-1 0 0,0 1 1 0 0,0 0 0 0 0,0 0 0 0 0,-1-1 0 0 0,1 1-1 0 0,-2-1 1 0 0,-38-21 953 0 0,-7 6-990 0 0,0 2-1 0 0,-1 3 0 0 0,-62-9 1 0 0,-155-4-1509 0 0,187 19 1163 0 0,0 1 15 0 0,0 3-1 0 0,0 4 1 0 0,-87 13-1 0 0,114-7-163 0 0,0 2 0 0 0,1 3 0 0 0,0 2 0 0 0,1 2 0 0 0,-77 39 0 0 0,0 14-511 0 0,76-36-2915 0 0</inkml:trace>
</inkml:ink>
</file>

<file path=ppt/ink/ink1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2:43.012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6 1 3121 0 0,'-6'1'11517'0'0</inkml:trace>
</inkml:ink>
</file>

<file path=ppt/ink/ink1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2:53.509"/>
    </inkml:context>
    <inkml:brush xml:id="br0">
      <inkml:brushProperty name="width" value="0.3" units="cm"/>
      <inkml:brushProperty name="height" value="0.6" units="cm"/>
      <inkml:brushProperty name="color" value="#FFACD5"/>
      <inkml:brushProperty name="tip" value="rectangle"/>
      <inkml:brushProperty name="rasterOp" value="maskPen"/>
    </inkml:brush>
  </inkml:definitions>
  <inkml:trace contextRef="#ctx0" brushRef="#br0">324 64 3545 0 0,'-9'-2'341'0'0,"0"0"-1"0"0,0 0 1 0 0,0 1 0 0 0,-1 0 0 0 0,1 1-1 0 0,0 0 1 0 0,-1 0 0 0 0,-17 4 0 0 0,25-4-308 0 0,-30 6 1396 0 0,0 1-1 0 0,-61 22 0 0 0,29-11 3921 0 0,141-52-5198 0 0,-1 9-424 0 0,1 4 0 0 0,94-14 0 0 0,-165 34 275 0 0,30-3-58 0 0,-34 4 54 0 0,0 0 0 0 0,0 0 1 0 0,0 0-1 0 0,-1 0 0 0 0,1 0 0 0 0,0 1 0 0 0,0-1 0 0 0,0 1 0 0 0,0-1 0 0 0,0 1 0 0 0,-1-1 0 0 0,1 1 0 0 0,0 0 1 0 0,2 1-1 0 0,-4-1 2 0 0,0 0 0 0 0,1 0 1 0 0,-1-1-1 0 0,0 1 0 0 0,0 0 1 0 0,0 0-1 0 0,1 0 0 0 0,-1-1 1 0 0,0 1-1 0 0,0 0 0 0 0,0 0 1 0 0,-1 0-1 0 0,1-1 0 0 0,0 1 1 0 0,0 0-1 0 0,0 0 0 0 0,0-1 1 0 0,-1 1-1 0 0,1 0 0 0 0,0 0 1 0 0,-1-1-1 0 0,1 1 0 0 0,-1 0 1 0 0,0 0-1 0 0,-15 24 65 0 0,10-16 80 0 0,-3 7-133 0 0,6-13-15 0 0,1 0 0 0 0,0 0-1 0 0,0 0 1 0 0,0 0 0 0 0,1 1-1 0 0,-1-1 1 0 0,1 0 0 0 0,-1 1-1 0 0,1 0 1 0 0,0-1 0 0 0,1 1 0 0 0,-1-1-1 0 0,0 1 1 0 0,1 0 0 0 0,0 0-1 0 0,0-1 1 0 0,0 1 0 0 0,1 0 0 0 0,-1 0-1 0 0,1-1 1 0 0,0 1 0 0 0,1 5-1 0 0,-1-6 5 0 0,0 0 0 0 0,-1 0 0 0 0,1-1 0 0 0,-1 1-1 0 0,0 0 1 0 0,0 0 0 0 0,0 0 0 0 0,0 0-1 0 0,0 0 1 0 0,-1 0 0 0 0,1 0 0 0 0,-1 0 0 0 0,-1 3-1 0 0,-19 43 27 0 0,6-16-2 0 0,11-8-154 0 0,4-25 129 0 0,1 1-1 0 0,-1-1 1 0 0,0 0-1 0 0,0 1 1 0 0,0-1-1 0 0,0 0 1 0 0,0 1-1 0 0,0-1 1 0 0,1 0-1 0 0,-1 1 1 0 0,0-1-1 0 0,0 0 1 0 0,1 1-1 0 0,-1-1 1 0 0,0 0-1 0 0,0 0 1 0 0,1 1-1 0 0,-1-1 1 0 0,0 0-1 0 0,1 0 1 0 0,-1 0-1 0 0,0 1 0 0 0,1-1 1 0 0,-1 0-1 0 0,0 0 1 0 0,1 0-1 0 0,-1 0 1 0 0,0 0-1 0 0,1 0 1 0 0,-1 0-1 0 0,1 0 1 0 0,4 0 15 0 0,-1-1 1 0 0,0 0 0 0 0,1-1-1 0 0,-1 1 1 0 0,0-1 0 0 0,0 0-1 0 0,5-2 1 0 0,-7 2-13 0 0,1 0-1 0 0,0 1 1 0 0,0 0 0 0 0,0-1-1 0 0,0 1 1 0 0,0 0 0 0 0,1 0-1 0 0,-1 1 1 0 0,0-1 0 0 0,6 0-1 0 0,-9 2-2 0 0,0 0 0 0 0,1-1-1 0 0,-1 1 1 0 0,0-1-1 0 0,0 1 1 0 0,1 0 0 0 0,-1-1-1 0 0,0 1 1 0 0,0-1-1 0 0,0 1 1 0 0,0 0 0 0 0,0-1-1 0 0,0 1 1 0 0,0 0-1 0 0,0-1 1 0 0,0 1 0 0 0,0 0-1 0 0,0-1 1 0 0,-1 1-1 0 0,1 0 1 0 0,0-1-1 0 0,0 1 1 0 0,0-1 0 0 0,-1 2-1 0 0,-8 20-12 0 0,8-19 12 0 0,-1 1 0 0 0,1 0-1 0 0,-1 1 1 0 0,1-1 0 0 0,-1 1-1 0 0,2 0 1 0 0,-1-1-1 0 0,0 1 1 0 0,1 0-1 0 0,0 0 1 0 0,0 7-1 0 0,1-11 1 0 0,-1 0 0 0 0,0 0 0 0 0,0 0 0 0 0,1 0 0 0 0,-1 0 0 0 0,1 0 0 0 0,-1 0 0 0 0,1 0 0 0 0,0 0 0 0 0,-1 0 0 0 0,1-1 0 0 0,0 1 0 0 0,-1 0 0 0 0,1 0 0 0 0,0 0 0 0 0,0-1-1 0 0,0 1 1 0 0,2 1 0 0 0,-1-2-1 0 0,0 1 0 0 0,0 0 0 0 0,0-1 0 0 0,0 1 0 0 0,1-1-1 0 0,-1 0 1 0 0,0 0 0 0 0,0 1 0 0 0,1-2 0 0 0,-1 1 0 0 0,0 0-1 0 0,4-1 1 0 0,13-4-13 0 0,-14 4 36 0 0,0-1 0 0 0,1 1 0 0 0,-1 0 0 0 0,0 0 0 0 0,0 1-1 0 0,0 0 1 0 0,9 0 0 0 0,-14 0-21 0 0,0 0-1 0 0,1 0 0 0 0,-1 0 1 0 0,1 1-1 0 0,-1-1 0 0 0,1 0 1 0 0,-1 0-1 0 0,0 0 0 0 0,1 1 1 0 0,-1-1-1 0 0,0 0 0 0 0,1 0 1 0 0,-1 1-1 0 0,0-1 1 0 0,1 0-1 0 0,-1 1 0 0 0,0-1 1 0 0,0 0-1 0 0,1 1 0 0 0,-1-1 1 0 0,0 1-1 0 0,0-1 0 0 0,0 0 1 0 0,1 1-1 0 0,-1-1 0 0 0,0 1 1 0 0,0-1-1 0 0,0 1 0 0 0,0-1 1 0 0,0 1-1 0 0,-3 18 94 0 0,-13 12 403 0 0,2-12-98 0 0,10-15-323 0 0,1 1 0 0 0,-1-1 0 0 0,1 1 0 0 0,0-1 0 0 0,0 1 0 0 0,1 0 0 0 0,0 0 1 0 0,-1 0-1 0 0,2 0 0 0 0,-4 10 0 0 0,6-14-159 0 0,-1 0 0 0 0,0 0 1 0 0,0-1-1 0 0,0 1 0 0 0,1 0 0 0 0,-1-1 1 0 0,0 1-1 0 0,1 0 0 0 0,-1-1 1 0 0,0 1-1 0 0,1 0 0 0 0,-1-1 1 0 0,5 4-587 0 0,-4-3 586 0 0,-1-1 0 0 0,1 0 1 0 0,0 1-1 0 0,0-1 0 0 0,-1 0 1 0 0,1 0-1 0 0,0 0 0 0 0,0 0 0 0 0,-1 1 1 0 0,2-1-1 0 0</inkml:trace>
</inkml:ink>
</file>

<file path=ppt/ink/ink1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2:55.797"/>
    </inkml:context>
    <inkml:brush xml:id="br0">
      <inkml:brushProperty name="width" value="0.3" units="cm"/>
      <inkml:brushProperty name="height" value="0.6" units="cm"/>
      <inkml:brushProperty name="color" value="#FFACD5"/>
      <inkml:brushProperty name="tip" value="rectangle"/>
      <inkml:brushProperty name="rasterOp" value="maskPen"/>
    </inkml:brush>
  </inkml:definitions>
  <inkml:trace contextRef="#ctx0" brushRef="#br0">446 96 3225 0 0,'4'-5'197'0'0,"-1"-1"0"0"0,0 0 0 0 0,0 0 0 0 0,0 0 1 0 0,-1 0-1 0 0,0-1 0 0 0,2-8 0 0 0,-4 14-127 0 0,0 0 0 0 0,1 0 0 0 0,-1-1 0 0 0,0 1-1 0 0,0 0 1 0 0,0-1 0 0 0,0 1 0 0 0,0 0 0 0 0,0-1 0 0 0,0 1 0 0 0,-1 0 0 0 0,1 0-1 0 0,0-1 1 0 0,-1 1 0 0 0,1 0 0 0 0,-1 0 0 0 0,1-1 0 0 0,-1 1 0 0 0,1 0 0 0 0,-1 0 0 0 0,0 0-1 0 0,0 0 1 0 0,0 0 0 0 0,0 0 0 0 0,1 0 0 0 0,-1 0 0 0 0,0 0 0 0 0,0 1 0 0 0,-1-1 0 0 0,1 0-1 0 0,0 1 1 0 0,0-1 0 0 0,0 0 0 0 0,0 1 0 0 0,-1 0 0 0 0,1-1 0 0 0,0 1 0 0 0,0 0-1 0 0,-1-1 1 0 0,1 1 0 0 0,0 0 0 0 0,-3 0 0 0 0,-14 0 204 0 0,0 1-1 0 0,-1 0 1 0 0,1 2 0 0 0,0 0 0 0 0,0 1-1 0 0,0 0 1 0 0,1 2 0 0 0,0 0 0 0 0,0 1-1 0 0,0 0 1 0 0,-26 18 0 0 0,22-12-470 0 0,1 1-1 0 0,1 1 1 0 0,0 0 0 0 0,1 2 0 0 0,0 0 0 0 0,2 1-1 0 0,0 1 1 0 0,-17 26 0 0 0,31-41 180 0 0,-1 0-1 0 0,1 0 1 0 0,0 0-1 0 0,0 0 1 0 0,0 0-1 0 0,0 0 1 0 0,1 1-1 0 0,-1-1 1 0 0,1 0-1 0 0,1 1 1 0 0,-1-1-1 0 0,0 1 1 0 0,1-1-1 0 0,0 1 1 0 0,0 0-1 0 0,1-1 1 0 0,-1 1-1 0 0,1-1 1 0 0,0 1-1 0 0,0-1 1 0 0,0 0-1 0 0,1 1 1 0 0,-1-1-1 0 0,1 0 1 0 0,0 0 0 0 0,0 0-1 0 0,1 0 1 0 0,-1 0-1 0 0,1-1 1 0 0,0 1-1 0 0,0-1 1 0 0,0 1-1 0 0,1-1 1 0 0,-1 0-1 0 0,1-1 1 0 0,-1 1-1 0 0,1 0 1 0 0,0-1-1 0 0,0 0 1 0 0,0 0-1 0 0,5 2 1 0 0,1-1 25 0 0,-1 0 0 0 0,2 0 0 0 0,-1-1 0 0 0,0 0 0 0 0,0-1 0 0 0,1 0 0 0 0,-1-1 0 0 0,0 0 0 0 0,1 0 0 0 0,-1-1 0 0 0,0 0 0 0 0,15-5 0 0 0,15-4 60 0 0,70-29 0 0 0,-58 19-52 0 0,11-2 57 0 0,-6 3 176 0 0,-2-3 0 0 0,78-40 0 0 0,-107 47-75 0 0,-9 6-60 0 0,0-1 0 0 0,-1 0 0 0 0,0-1 0 0 0,0-1 1 0 0,22-22-1 0 0,-38 34-92 0 0,0 0 0 0 0,1-1 0 0 0,-1 1 1 0 0,0 0-1 0 0,0-1 0 0 0,1 1 1 0 0,-1 0-1 0 0,0-1 0 0 0,0 1 0 0 0,0 0 1 0 0,1-1-1 0 0,-1 1 0 0 0,0-1 0 0 0,0 1 1 0 0,0 0-1 0 0,0-1 0 0 0,0 1 1 0 0,0-1-1 0 0,0 1 0 0 0,0 0 0 0 0,0-1 1 0 0,0 1-1 0 0,0-1 0 0 0,0 1 0 0 0,0 0 1 0 0,0-1-1 0 0,0 1 0 0 0,0-1 1 0 0,-1 1-1 0 0,1 0 0 0 0,0-1 0 0 0,0 1 1 0 0,0-1-1 0 0,-1 1 0 0 0,1 0 0 0 0,0-1 1 0 0,-1 1-1 0 0,-18-10 693 0 0,-25 2 555 0 0,9 6-1012 0 0,-1 1 0 0 0,0 2 0 0 0,0 2 1 0 0,0 1-1 0 0,-57 13 0 0 0,71-11-493 0 0,-1 0 0 0 0,1 2 0 0 0,0 1 0 0 0,1 0 0 0 0,0 2 0 0 0,1 0 0 0 0,0 1 0 0 0,0 1-1 0 0,-29 27 1 0 0,39-31-3 0 0,2 0 0 0 0,-1 1 0 0 0,1 0 0 0 0,0 0 0 0 0,1 1-1 0 0,-10 21 1 0 0,15-29 165 0 0,0 1 0 0 0,1-1 0 0 0,0 1 0 0 0,0 0 0 0 0,0-1 0 0 0,0 1-1 0 0,0 0 1 0 0,1 0 0 0 0,0-1 0 0 0,0 1 0 0 0,0 0 0 0 0,0 0 0 0 0,0-1 0 0 0,1 1-1 0 0,0 0 1 0 0,0 0 0 0 0,0-1 0 0 0,0 1 0 0 0,0-1 0 0 0,1 1 0 0 0,0-1 0 0 0,-1 1 0 0 0,1-1-1 0 0,0 0 1 0 0,1 0 0 0 0,-1 0 0 0 0,4 3 0 0 0,1 1-54 0 0,0-1-1 0 0,0 0 1 0 0,1 0-1 0 0,0-1 1 0 0,0 0 0 0 0,0-1-1 0 0,1 0 1 0 0,0 0 0 0 0,0 0-1 0 0,14 2 1 0 0,-8-2 76 0 0,1-2 0 0 0,0 0 1 0 0,0-1-1 0 0,0 0 0 0 0,26-3 0 0 0,6-5 166 0 0,-1-3 0 0 0,0-1 0 0 0,49-19-1 0 0,111-48 2125 0 0,228-122 1 0 0,-392 180-1858 0 0,-1 1 93 0 0,63-17 0 0 0,-17 6-116 0 0,-87 30-344 0 0,-1 0 0 0 0,1 0-1 0 0,-1 0 1 0 0,1 0 0 0 0,-1 0-1 0 0,1 0 1 0 0,-1-1 0 0 0,1 1-1 0 0,-1 0 1 0 0,1 0 0 0 0,-1-1-1 0 0,1 1 1 0 0,-1 0-1 0 0,1-1 1 0 0,-1 1 0 0 0,1 0-1 0 0,-1-1 1 0 0,0 1 0 0 0,1-1-1 0 0,-1 1 1 0 0,0-1 0 0 0,1 1-1 0 0,-1-1 1 0 0,0 1 0 0 0,0-1-1 0 0,0 1 1 0 0,1-1 0 0 0,-1 1-1 0 0,0-1 1 0 0,0 1 0 0 0,0-1-1 0 0,0 0 1 0 0,0 0 34 0 0,-1 0 1 0 0,1 0-1 0 0,-1 0 1 0 0,0 0-1 0 0,1 0 1 0 0,-1 0-1 0 0,0 0 0 0 0,0 0 1 0 0,0 1-1 0 0,0-1 1 0 0,0 0-1 0 0,1 0 1 0 0,-1 1-1 0 0,-2-2 0 0 0,-2 0 135 0 0,0-1 0 0 0,-1 0 0 0 0,1 1 0 0 0,-1 0 0 0 0,-7-1 0 0 0,-1 2-230 0 0,0 1 0 0 0,0 1 0 0 0,0 0 0 0 0,0 1 0 0 0,0 0 0 0 0,0 1-1 0 0,1 1 1 0 0,-1 0 0 0 0,1 1 0 0 0,0 0 0 0 0,0 1 0 0 0,1 1-1 0 0,-1 0 1 0 0,2 0 0 0 0,-1 1 0 0 0,1 1 0 0 0,0 0 0 0 0,-14 16 0 0 0,17-17-164 0 0,1 0 0 0 0,0 1 0 0 0,1 0 0 0 0,0 1 0 0 0,0-1 0 0 0,1 1 0 0 0,0 0 0 0 0,1 0 0 0 0,0 1 0 0 0,-4 17 0 0 0,6-19 113 0 0,1-1-1 0 0,0 1 0 0 0,1-1 1 0 0,0 1-1 0 0,0 0 1 0 0,1-1-1 0 0,0 1 1 0 0,1-1-1 0 0,0 1 0 0 0,0-1 1 0 0,1 1-1 0 0,0-1 1 0 0,0 0-1 0 0,8 13 1 0 0,-4-10-57 0 0,0-1 1 0 0,1-1 0 0 0,0 1 0 0 0,0-1 0 0 0,1 0 0 0 0,1-1 0 0 0,-1 0 0 0 0,1-1 0 0 0,1 0 0 0 0,-1 0 0 0 0,1-1 0 0 0,0-1 0 0 0,15 6 0 0 0,-9-4 147 0 0,1-2 0 0 0,-1 0 1 0 0,1-1-1 0 0,0 0 0 0 0,0-2 0 0 0,0 0 1 0 0,0-1-1 0 0,27-2 0 0 0,-26-2 174 0 0,1-1-1 0 0,0-1 0 0 0,-1 0 1 0 0,0-2-1 0 0,0 0 0 0 0,-1-1 1 0 0,0-1-1 0 0,0 0 0 0 0,-1-2 0 0 0,23-17 1 0 0,-7 1 527 0 0,0-2 0 0 0,-2 0 0 0 0,50-62 0 0 0,-69 76-483 0 0,-1 0 1 0 0,14-26-1 0 0,-23 38-175 0 0,0-1 0 0 0,-1 1 0 0 0,1-1 0 0 0,0 1 0 0 0,-1-1 0 0 0,0 0 0 0 0,0 0-1 0 0,0 0 1 0 0,0 1 0 0 0,-1-1 0 0 0,0 0 0 0 0,0 0 0 0 0,0 0 0 0 0,0 0 0 0 0,0 0 0 0 0,-1 0 0 0 0,1 0-1 0 0,-3-7 1 0 0,1 8 27 0 0,0 1 0 0 0,0-1 0 0 0,0 1 0 0 0,-1-1 0 0 0,1 1 0 0 0,-1-1 0 0 0,1 1 0 0 0,-1 0 0 0 0,0 0 0 0 0,0 1 0 0 0,0-1 0 0 0,0 0 0 0 0,0 1 0 0 0,0 0 0 0 0,0 0 0 0 0,-1 0 0 0 0,1 0 0 0 0,0 0 0 0 0,-1 1 0 0 0,1-1 0 0 0,0 1 0 0 0,-1 0 0 0 0,1 0 0 0 0,0 0 0 0 0,-7 2 0 0 0,-1-1 1 0 0,-1 1 0 0 0,0 0 0 0 0,1 1 0 0 0,-1 0 1 0 0,1 1-1 0 0,-11 5 0 0 0,8-2-186 0 0,1 1 0 0 0,1 0-1 0 0,-1 1 1 0 0,1 0 0 0 0,1 1 0 0 0,0 0 0 0 0,0 1 0 0 0,1 0 0 0 0,0 0-1 0 0,1 1 1 0 0,1 1 0 0 0,-11 19 0 0 0,10-15-175 0 0,1 1 1 0 0,0 0 0 0 0,2 1-1 0 0,0-1 1 0 0,1 1-1 0 0,1 1 1 0 0,1-1-1 0 0,1 0 1 0 0,0 25-1 0 0,2-39 250 0 0,0 0 0 0 0,1 0-1 0 0,0 1 1 0 0,0-1-1 0 0,0 0 1 0 0,1 0 0 0 0,-1 0-1 0 0,1-1 1 0 0,0 1-1 0 0,1 0 1 0 0,-1-1-1 0 0,1 1 1 0 0,0-1 0 0 0,0 0-1 0 0,0 0 1 0 0,1 0-1 0 0,0 0 1 0 0,-1 0 0 0 0,9 5-1 0 0,-3-3 37 0 0,1 0-1 0 0,0 0 1 0 0,0-1-1 0 0,1 0 1 0 0,-1-1-1 0 0,1 0 1 0 0,0-1-1 0 0,14 3 1 0 0,-20-5 49 0 0,0-1-1 0 0,0 0 1 0 0,0 0-1 0 0,-1 0 1 0 0,1-1-1 0 0,0 1 1 0 0,0-1 0 0 0,0 0-1 0 0,0-1 1 0 0,-1 1-1 0 0,1-1 1 0 0,-1 0 0 0 0,1 0-1 0 0,-1 0 1 0 0,0-1-1 0 0,1 1 1 0 0,-1-1 0 0 0,-1 0-1 0 0,1-1 1 0 0,0 1-1 0 0,-1 0 1 0 0,0-1-1 0 0,1 0 1 0 0,-1 0 0 0 0,-1 0-1 0 0,1 0 1 0 0,-1 0-1 0 0,3-7 1 0 0,-1 4-23 0 0,0 0-1 0 0,-1-1 1 0 0,0 1-1 0 0,-1-1 1 0 0,0 0-1 0 0,0 1 1 0 0,0-1 0 0 0,-1 0-1 0 0,0 0 1 0 0,-1-1-1 0 0,0 1 1 0 0,0 0-1 0 0,-1 0 1 0 0,0 0-1 0 0,0 0 1 0 0,-5-14 0 0 0,2 11 17 0 0,-1 1 0 0 0,0 0 0 0 0,-1 0 0 0 0,0 0 0 0 0,-1 1 0 0 0,0 0 0 0 0,0 0 0 0 0,-1 1 0 0 0,0 0 0 0 0,-1 0 0 0 0,-10-7 0 0 0,14 11 54 0 0,0 1 0 0 0,0 0 0 0 0,0 0 0 0 0,-1 1 0 0 0,1 0 0 0 0,-1 0 0 0 0,0 0-1 0 0,1 0 1 0 0,-1 1 0 0 0,0 0 0 0 0,0 0 0 0 0,0 1 0 0 0,0 0 0 0 0,0 0 0 0 0,0 0-1 0 0,1 0 1 0 0,-1 1 0 0 0,0 0 0 0 0,0 1 0 0 0,0-1 0 0 0,1 1 0 0 0,-1 0 0 0 0,-5 3-1 0 0,-4 3-44 0 0,1 1 0 0 0,-1 1 0 0 0,2 0 0 0 0,-1 1 0 0 0,1 0 0 0 0,1 1 0 0 0,0 1 0 0 0,-15 21 0 0 0,14-16-122 0 0,1 0 0 0 0,1 0 0 0 0,0 2 0 0 0,2-1 0 0 0,0 1 0 0 0,-8 28 0 0 0,15-39-85 0 0,0-1 0 0 0,1 0 1 0 0,-1 1-1 0 0,1 13 0 0 0,7 13-3914 0 0</inkml:trace>
</inkml:ink>
</file>

<file path=ppt/ink/ink1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3:13.2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215 110 1840 0 0,'-6'-1'-53'0'0,"-1"1"0"0"0,1-2 0 0 0,0 1 0 0 0,-1 0 0 0 0,1-1 0 0 0,0-1-1 0 0,-9-3 1 0 0,12 4 63 0 0,-1 0 0 0 0,1 0 0 0 0,-1 1 0 0 0,0 0 0 0 0,0-1 0 0 0,1 1 0 0 0,-1 0 0 0 0,0 1 0 0 0,0-1 0 0 0,0 1 0 0 0,0 0 0 0 0,0-1 0 0 0,0 2 0 0 0,0-1 0 0 0,0 0 0 0 0,0 1 0 0 0,0 0-1 0 0,1 0 1 0 0,-1 0 0 0 0,-4 2 0 0 0,-17 2 5119 0 0,23-5-4748 0 0,1 0-1 0 0,-1 0 1 0 0,0 0-1 0 0,1 0 1 0 0,-1 1-1 0 0,0-1 0 0 0,1 0 1 0 0,-1 1-1 0 0,1-1 1 0 0,-1 1-1 0 0,1 0 1 0 0,-1-1-1 0 0,1 1 1 0 0,-1 0-1 0 0,1 0 1 0 0,-1 0-1 0 0,1 0 0 0 0,0 0 1 0 0,0 0-1 0 0,0 0 1 0 0,-2 2-1 0 0,-2 3-98 0 0,5-6-127 0 0,-1 1 0 0 0,1-1 0 0 0,-1 0-1 0 0,1 1 1 0 0,-1-1 0 0 0,1 1 0 0 0,0-1 0 0 0,-1 0 0 0 0,1 1 0 0 0,-1-1 0 0 0,1 1 0 0 0,0-1 0 0 0,-1 1 0 0 0,1 0 0 0 0,0-1 0 0 0,0 1 0 0 0,0-1 0 0 0,-1 1 0 0 0,1-1 0 0 0,0 1-1 0 0,0 0 1 0 0,0-1 0 0 0,0 1 0 0 0,0-1 0 0 0,0 1 0 0 0,0 0 0 0 0,0-1 0 0 0,0 1 0 0 0,0-1 0 0 0,0 1 0 0 0,0 0 0 0 0,1-1 0 0 0,-1 1 0 0 0,0-1 0 0 0,0 1 0 0 0,1-1 0 0 0,0 2 414 0 0,17 6-487 0 0,-13-7-28 0 0,1 0 0 0 0,0 0 0 0 0,-1 0 1 0 0,1 0-1 0 0,0-1 0 0 0,0 0 0 0 0,11-2 0 0 0,11 1 62 0 0,3 2-36 0 0,1-2 1 0 0,45-7-1 0 0,34-1 90 0 0,179-1-38 0 0,-220 7-72 0 0,28-4 55 0 0,0-5-1 0 0,119-29 1 0 0,-109 21-51 0 0,214-12 0 0 0,-251 29 178 0 0,0 4 1 0 0,134 19-1 0 0,-190-18-483 0 0,0 2 0 0 0,0-1 0 0 0,20 10 0 0 0,-30-11 86 0 0</inkml:trace>
</inkml:ink>
</file>

<file path=ppt/ink/ink1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3:36.1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42 234 2304 0 0,'-41'18'8225'0'0,"40"-18"-8134"0"0,72-16 1167 0 0,109-10 0 0 0,-47 8-312 0 0,-27 7-782 0 0,-1 4 0 0 0,152 11 1 0 0,-98 0-86 0 0,-95-3-133 0 0,303-9 989 0 0,199-37 2134 0 0,-424 35-2741 0 0,-24 2 583 0 0,181-36 0 0 0,-264 36-834 0 0,118-32-994 0 0,-131 26-814 0 0,-16 9 808 0 0</inkml:trace>
</inkml:ink>
</file>

<file path=ppt/ink/ink1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3:36.5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26 6449 0 0,'-15'-15'2974'0'0,"4"5"1855"0"0,11 10-4753 0 0,-1 1 1 0 0,1-1 0 0 0,0 0-1 0 0,-1 1 1 0 0,1-1 0 0 0,0 1-1 0 0,0-1 1 0 0,-1 1-1 0 0,1-1 1 0 0,0 1 0 0 0,0-1-1 0 0,0 1 1 0 0,0-1 0 0 0,0 1-1 0 0,0-1 1 0 0,0 1 0 0 0,0-1-1 0 0,0 1 1 0 0,0-1-1 0 0,0 1 1 0 0,0-1 0 0 0,0 1-1 0 0,0-1 1 0 0,0 1 0 0 0,0-1-1 0 0,0 1 1 0 0,0-1 0 0 0,1 0-1 0 0,-1 1 1 0 0,1 0 0 0 0,48 217 1375 0 0,-13-72-1529 0 0,2 45-207 0 0,-7-28-294 0 0,61 184 1 0 0,-68-287 217 0 0,-13-36-4015 0 0,-3-10-709 0 0</inkml:trace>
</inkml:ink>
</file>

<file path=ppt/ink/ink1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3:37.1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2130 0 5985 0 0,'-63'31'8080'0'0,"-7"-8"-5226"0"0,-74 8-5164 0 0,90-21 1135 0 0,-210 36-883 0 0,-137-6 5029 0 0,266-32-2475 0 0,-151 7-100 0 0,204-15-1018 0 0,-122-15-1 0 0,-46-17-5372 0 0,227 27 6318 0 0,1-2 0 0 0,0 0 1 0 0,-23-11-1 0 0,-3-1-409 0 0,32 11-2533 0 0</inkml:trace>
</inkml:ink>
</file>

<file path=ppt/ink/ink1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3:37.6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370 22 3225 0 0,'-13'-12'7552'0'0,"8"10"-7466"0"0,0 0 1 0 0,-1 1-1 0 0,1-1 0 0 0,0 1 1 0 0,-1 1-1 0 0,1-1 0 0 0,-1 1 1 0 0,1 0-1 0 0,-1 0 1 0 0,-6 1-1 0 0,-67 14-1985 0 0,28-5 1744 0 0,-29-1 6114 0 0,-1-5-5476 0 0,84-3-482 0 0,0-1 0 0 0,0 1-1 0 0,0 0 1 0 0,0 0-1 0 0,0 0 1 0 0,-1 0-1 0 0,1 0 1 0 0,0 0-1 0 0,-1 1 1 0 0,1 0-1 0 0,-1-1 1 0 0,0 1-1 0 0,1 0 1 0 0,-1 0 0 0 0,3 4-1 0 0,31 39 157 0 0,-26-32-65 0 0,5 8 140 0 0,-1 1 0 0 0,-1 1 1 0 0,-2 0-1 0 0,0 0 0 0 0,15 50 0 0 0,22 131 688 0 0,-33-133-915 0 0,36 195-2032 0 0,-38-191-353 0 0,-2-15-2958 0 0</inkml:trace>
</inkml:ink>
</file>

<file path=ppt/ink/ink1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3:22.3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5529 0 0,'7'79'1314'0'0,"0"-23"-986"0"0,120 2054 9490 0 0,-70-1221-7573 0 0,5 115-1256 0 0,-15 107-668 0 0,85 1571 370 0 0,-90-2042-166 0 0,76 1081 488 0 0,-67-1063-815 0 0,20 282 2 0 0,-27 0 118 0 0,-5-138 164 0 0,0-461-7233 0 0,-30-286-651 0 0</inkml:trace>
</inkml:ink>
</file>

<file path=ppt/ink/ink1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3:23.2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1 556 4609 0 0,'37'7'1424'0'0,"377"-25"1150"0"0,-262 6-1883 0 0,641-57 1392 0 0,-209 17-53 0 0,-425 39-1397 0 0,988-100 2579 0 0,-256 2-2414 0 0,5 49-368 0 0,670 24-150 0 0,-946 22-57 0 0,893-8 760 0 0,1091 3 86 0 0,-1716 7-748 0 0,2 50-36 0 0,-278 5 259 0 0,-232-36-214 0 0,-158-6-868 0 0,-100 0-705 0 0,-41-6-6528 0 0,-59 5 2166 0 0</inkml:trace>
</inkml:ink>
</file>

<file path=ppt/ink/ink1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3:23.8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313 135 1376 0 0,'-6'0'302'0'0,"0"0"1"0"0,0-1-1 0 0,1 0 0 0 0,-1 0 0 0 0,0-1 0 0 0,1 0 1 0 0,-1 0-1 0 0,1 0 0 0 0,0 0 0 0 0,-1-1 0 0 0,-5-4 0 0 0,-4-4 1274 0 0,0 0 0 0 0,-15-17 1 0 0,15 15-148 0 0,12 10-1068 0 0,0 0 0 0 0,-1 0 0 0 0,0 1 0 0 0,1 0 0 0 0,-1-1 0 0 0,0 1 0 0 0,0 1 0 0 0,0-1 0 0 0,0 1 0 0 0,-1-1 0 0 0,1 1 0 0 0,-7-1 0 0 0,-1 1 422 0 0,0 1-1 0 0,0 0 0 0 0,-14 3 1 0 0,-17 0 1423 0 0,43-4-2191 0 0,1 1 1 0 0,-1 0 0 0 0,1 0-1 0 0,0 0 1 0 0,-1 0 0 0 0,1-1-1 0 0,-1 1 1 0 0,1 0 0 0 0,-1-1-1 0 0,1 1 1 0 0,-1 0 0 0 0,0-1-1 0 0,1 1 1 0 0,-1 0 0 0 0,1-1-1 0 0,-1 1 1 0 0,0-1 0 0 0,1 1 0 0 0,-1-1-1 0 0,0 1 1 0 0,0-1 0 0 0,1 1-1 0 0,-1-1 1 0 0,0 1 0 0 0,0-1-1 0 0,0 1 1 0 0,1-1 0 0 0,-1 0-1 0 0,0 1 1 0 0,0-1 0 0 0,0 1-1 0 0,0-1 1 0 0,0 1 0 0 0,0-1 0 0 0,0 1-1 0 0,-1-1 1 0 0,1 0 0 0 0,0 1-1 0 0,0-1 1 0 0,0 1 0 0 0,0-1-1 0 0,-1 1 1 0 0,1-1 0 0 0,0 1-1 0 0,-1-1 1 0 0,1 1 0 0 0,0-1-1 0 0,-1 1 1 0 0,1 0 0 0 0,0-1-1 0 0,-1 1 1 0 0,1-1 0 0 0,-1 1 0 0 0,1 0-1 0 0,-1-1 1 0 0,1 1 0 0 0,-1 0-1 0 0,1 0 1 0 0,-1-1 0 0 0,1 1-1 0 0,-1 0 1 0 0,1 0 0 0 0,-1 0-1 0 0,1 0 1 0 0,-1 0 0 0 0,0 0-1 0 0,12-1-17 0 0,0 1-1 0 0,0 1 0 0 0,1 0 1 0 0,-1 1-1 0 0,0 0 0 0 0,0 1 0 0 0,0 0 1 0 0,-1 0-1 0 0,1 1 0 0 0,-1 1 1 0 0,17 10-1 0 0,6 4-3 0 0,-2 2 0 0 0,34 28 0 0 0,-23-16 18 0 0,-25-21 45 0 0,0 1-1 0 0,0 1 1 0 0,-1 0 0 0 0,23 28 0 0 0,-37-38-34 0 0,0-1 0 0 0,-1 1 0 0 0,1-1 0 0 0,-1 1 0 0 0,0-1 0 0 0,0 1 0 0 0,0 0 0 0 0,-1 0 0 0 0,1-1 0 0 0,-1 1 0 0 0,0 0 0 0 0,0 0 1 0 0,0 0-1 0 0,-1 0 0 0 0,1-1 0 0 0,-1 1 0 0 0,0 0 0 0 0,0-1 0 0 0,0 1 0 0 0,0 0 0 0 0,-1-1 0 0 0,0 1 0 0 0,-2 3 0 0 0,-6 12 203 0 0,-2-1-1 0 0,-26 33 0 0 0,25-34-182 0 0,-16 22-307 0 0,22-28-32 0 0</inkml:trace>
</inkml:ink>
</file>

<file path=ppt/ink/ink1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3:24.7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192 1 4609 0 0,'-13'28'1220'0'0,"-11"41"1"0"0,0-2-301 0 0,-31 51-306 0 0,45-100-397 0 0,0-1 1 0 0,-1 0-1 0 0,-1-1 0 0 0,-21 22 608 0 0,34-42-573 0 0,0 0 0 0 0,0 0 0 0 0,1 1 0 0 0,-1-1-1 0 0,1 1 1 0 0,0-1 0 0 0,3-5 0 0 0,-1 4-58 0 0,33-69-202 0 0,61-106-186 0 0,-97 179 248 0 0,-1 0 0 0 0,0 0 0 0 0,1 1 0 0 0,-1-1 0 0 0,1 0 0 0 0,-1 0 0 0 0,1 0 0 0 0,-1 0 0 0 0,1 1 0 0 0,-1-1 0 0 0,1 0 0 0 0,0 1 0 0 0,-1-1 0 0 0,1 0 0 0 0,0 1 0 0 0,0-1 0 0 0,0 1 0 0 0,-1-1 0 0 0,1 1 0 0 0,0-1 0 0 0,0 1 0 0 0,0 0 0 0 0,0-1 0 0 0,0 1 0 0 0,0 0 0 0 0,0 0 0 0 0,0 0 0 0 0,0 0 0 0 0,-1 0 0 0 0,1 0 0 0 0,0 0 0 0 0,0 0 0 0 0,2 0 0 0 0,-1 2 183 0 0,1 0 0 0 0,-1 1 0 0 0,0-1 0 0 0,0 0 0 0 0,0 1-1 0 0,0 0 1 0 0,0-1 0 0 0,2 6 0 0 0,-2-4-183 0 0,78 122 3805 0 0,-50-85-4910 0 0,0-2-3469 0 0,-12-20-1745 0 0</inkml:trace>
</inkml:ink>
</file>

<file path=ppt/ink/ink1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3:25.3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12443 0 0,'0'0'957'0'0,"9"26"319"0"0,52 173 4097 0 0,45 94-3908 0 0,-14-84-725 0 0,6 17-4562 0 0,-96-219 1719 0 0</inkml:trace>
</inkml:ink>
</file>

<file path=ppt/ink/ink1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3:25.5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0 264 5065 0 0,'0'-5'244'0'0,"0"0"0"0"0,1 1 0 0 0,0-1 0 0 0,0 0 0 0 0,0 0 0 0 0,0 0 0 0 0,1 0 0 0 0,-1 1 0 0 0,1-1 0 0 0,0 1 0 0 0,6-9 0 0 0,-3 2 361 0 0,3-3-93 0 0,-1 0 0 0 0,2 1 0 0 0,0 0 1 0 0,0 0-1 0 0,1 1 0 0 0,1 0 0 0 0,0 0 0 0 0,0 1 1 0 0,1 1-1 0 0,1 0 0 0 0,0 1 0 0 0,0 0 0 0 0,1 1 1 0 0,0 1-1 0 0,19-8 0 0 0,-19 11-705 0 0,-1 2-116 0 0</inkml:trace>
</inkml:ink>
</file>

<file path=ppt/ink/ink1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3:25.7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0 188 13363 0 0,'5'3'150'0'0,"-1"0"0"0"0,1-1 0 0 0,-1 1 0 0 0,1-1 0 0 0,0 0 0 0 0,0 0 0 0 0,0 0 0 0 0,0-1 0 0 0,1 0 0 0 0,-1 0 0 0 0,0 0 1 0 0,0-1-1 0 0,1 1 0 0 0,-1-1 0 0 0,0-1 0 0 0,1 1 0 0 0,7-2 0 0 0,7-2 266 0 0,1 0 1 0 0,-1-2-1 0 0,21-8 0 0 0,-19 4-519 0 0,1-2-1 0 0,-2-1 1 0 0,0 0 0 0 0,0-2-1 0 0,-1 0 1 0 0,31-32-1 0 0,-14 14-1463 0 0,-11 11 1164 0 0</inkml:trace>
</inkml:ink>
</file>

<file path=ppt/ink/ink1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3:27.0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120 189 5065 0 0,'-8'-3'706'0'0,"0"0"0"0"0,-1 1 1 0 0,1 0-1 0 0,-1 0 0 0 0,0 1 0 0 0,1 1 0 0 0,-1-1 0 0 0,0 1 1 0 0,-9 2-1 0 0,-6-2 1459 0 0,26 0-1627 0 0,0 0 0 0 0,0 1-1 0 0,0-1 1 0 0,0 1-1 0 0,1-1 1 0 0,-1 1-1 0 0,0 0 1 0 0,0 0-1 0 0,0 0 1 0 0,-1 0 0 0 0,1 0-1 0 0,2 2 1 0 0,23 24 1368 0 0,18 42-2780 0 0,-38-56 1411 0 0,53 97-518 0 0,55 88 23 0 0,-101-177-39 0 0,2 0 0 0 0,0-2 0 0 0,1 0 1 0 0,1 0-1 0 0,1-2 0 0 0,36 27 0 0 0,-52-42 25 0 0,0 0-1 0 0,1 0 1 0 0,-1 0 0 0 0,0 0-1 0 0,1 0 1 0 0,0-1-1 0 0,-1 0 1 0 0,1 1 0 0 0,0-1-1 0 0,0-1 1 0 0,0 1 0 0 0,-1 0-1 0 0,1-1 1 0 0,0 0 0 0 0,0 0-1 0 0,6-1 1 0 0,-6 0 1 0 0,-1 0-1 0 0,0 0 1 0 0,0-1 0 0 0,0 0 0 0 0,0 1-1 0 0,0-1 1 0 0,0 0 0 0 0,0 0 0 0 0,0-1-1 0 0,-1 1 1 0 0,1-1 0 0 0,-1 1 0 0 0,0-1-1 0 0,0 0 1 0 0,0 0 0 0 0,0 0 0 0 0,0 0-1 0 0,2-5 1 0 0,4-10 75 0 0,-1 0 0 0 0,-1 0 0 0 0,-1 0-1 0 0,0-1 1 0 0,2-23 0 0 0,5-100 87 0 0,-10 101-162 0 0,1-27-118 0 0,-2 20-471 0 0,2 0 1 0 0,2 0 0 0 0,3 1-1 0 0,19-70 1 0 0,-18 92-676 0 0,2 6-256 0 0</inkml:trace>
</inkml:ink>
</file>

<file path=ppt/ink/ink1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3:45.0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1 0 2433 0 0</inkml:trace>
</inkml:ink>
</file>

<file path=ppt/ink/ink1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3:45.2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28 114 2761 0 0,'-5'-10'964'0'0,"0"-1"1"0"0,1 1 0 0 0,1-1-1 0 0,0 0 1 0 0,0 0-1 0 0,1 0 1 0 0,1 0 0 0 0,-1-17-1 0 0,8 107 5548 0 0,19 55-5848 0 0,-5-25-521 0 0,25 199-2196 0 0,-35-224-3981 0 0</inkml:trace>
</inkml:ink>
</file>

<file path=ppt/ink/ink1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3:50.5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100 35 2665 0 0,'-2'-2'35'0'0,"0"1"0"0"0,-1-1 0 0 0,1 1 0 0 0,-1 0 0 0 0,1 0 0 0 0,-1 0 0 0 0,1 0 1 0 0,-1 0-1 0 0,0 0 0 0 0,1 1 0 0 0,-1-1 0 0 0,0 1 0 0 0,1 0 0 0 0,-1 0 0 0 0,0 0 1 0 0,0 0-1 0 0,-3 1 0 0 0,0 0 1090 0 0,-1 0 1 0 0,1 0-1 0 0,0 1 1 0 0,-1-1 0 0 0,-10 6 431 0 0,55-22 1500 0 0,11 7-1563 0 0,1 1 1 0 0,-1 3-1 0 0,74 2 1 0 0,-99 2-1404 0 0,185 6-278 0 0,-168-5-246 0 0</inkml:trace>
</inkml:ink>
</file>

<file path=ppt/ink/ink1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3:51.4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12 8754 0 0,'0'-1'72'0'0,"0"1"0"0"0,0 0 0 0 0,0-1-1 0 0,0 1 1 0 0,0-1 0 0 0,0 1 0 0 0,0 0 0 0 0,0-1 0 0 0,0 1 0 0 0,0 0 0 0 0,0-1 0 0 0,0 1-1 0 0,0 0 1 0 0,0-1 0 0 0,0 1 0 0 0,0-1 0 0 0,1 1 0 0 0,-1 0 0 0 0,0-1 0 0 0,0 1 0 0 0,0 0-1 0 0,1 0 1 0 0,-1-1 0 0 0,0 1 0 0 0,0 0 0 0 0,1-1 0 0 0,-1 1 0 0 0,0 0 0 0 0,0 0-1 0 0,1 0 1 0 0,-1-1 0 0 0,0 1 0 0 0,1 0 0 0 0,-1 0 0 0 0,12 6 1338 0 0,6 17-352 0 0,-10-9-636 0 0,25 34 13 0 0,-31-46-367 0 0,0 0 0 0 0,-1 1 0 0 0,1-2 0 0 0,0 1 0 0 0,0 0 0 0 0,0 0 0 0 0,1 0 0 0 0,-1-1 0 0 0,0 0 0 0 0,1 1 0 0 0,-1-1 0 0 0,1 0 0 0 0,-1 0 0 0 0,1 0 0 0 0,-1 0 0 0 0,1-1 0 0 0,3 1 0 0 0,-6-1 171 0 0,1-1-1 0 0,-1 0 0 0 0,0 0 0 0 0,0 0 0 0 0,0 0 0 0 0,0 0 0 0 0,0 0 0 0 0,0 0 1 0 0,0 1-1 0 0,0-1 0 0 0,0 0 0 0 0,0 0 0 0 0,-1 0 0 0 0,1 0 0 0 0,0 0 1 0 0,0 1-1 0 0,-1-1 0 0 0,1 0 0 0 0,-2-1 0 0 0,-7-22 713 0 0,2 9-1048 0 0,1 0 1 0 0,-6-22-1 0 0,11 31-830 0 0</inkml:trace>
</inkml:ink>
</file>

<file path=ppt/ink/ink1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3:51.7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0 191 5065 0 0,'0'0'390'0'0,"18"-11"651"0"0,119-82 4472 0 0,-73 48-5085 0 0,-29 18-1335 0 0,-19 13-181 0 0</inkml:trace>
</inkml:ink>
</file>

<file path=ppt/ink/ink1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3:52.0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1 2304 0 0,'-2'1'195'0'0,"0"1"-1"0"0,1-1 0 0 0,0 1 1 0 0,-1-1-1 0 0,1 1 0 0 0,0 0 1 0 0,0-1-1 0 0,0 1 0 0 0,0 0 0 0 0,0 0 1 0 0,0 0-1 0 0,0 0 0 0 0,1 0 1 0 0,-1 0-1 0 0,1 0 0 0 0,0 0 1 0 0,-1 0-1 0 0,1 4 0 0 0,1-5-67 0 0,-1 0-1 0 0,1 0 1 0 0,-1 0 0 0 0,1 0-1 0 0,0 0 1 0 0,-1 0 0 0 0,1 0-1 0 0,0 0 1 0 0,0 0 0 0 0,0 0-1 0 0,0 0 1 0 0,0-1 0 0 0,0 1-1 0 0,0 0 1 0 0,0-1 0 0 0,0 1-1 0 0,0 0 1 0 0,0-1-1 0 0,0 0 1 0 0,1 1 0 0 0,-1-1-1 0 0,0 0 1 0 0,0 1 0 0 0,0-1-1 0 0,1 0 1 0 0,-1 0 0 0 0,0 0-1 0 0,0 0 1 0 0,1 0 0 0 0,-1 0-1 0 0,0 0 1 0 0,0-1 0 0 0,2 1-1 0 0,46-6 1552 0 0,-33 4-1344 0 0,-1 0 0 0 0,0 0-1 0 0,1 2 1 0 0,-1 0 0 0 0,30 4 0 0 0,-42-4-298 0 0,0 1 1 0 0,1 0 0 0 0,-1 1-1 0 0,0-1 1 0 0,0 0-1 0 0,1 1 1 0 0,-1 0 0 0 0,-1 0-1 0 0,1 0 1 0 0,0 0 0 0 0,0 0-1 0 0,-1 1 1 0 0,1-1 0 0 0,-1 1-1 0 0,0-1 1 0 0,0 1 0 0 0,0 0-1 0 0,0 0 1 0 0,0 0-1 0 0,0 0 1 0 0,-1 0 0 0 0,0 1-1 0 0,1-1 1 0 0,-1 0 0 0 0,0 1-1 0 0,-1-1 1 0 0,1 0 0 0 0,-1 1-1 0 0,1-1 1 0 0,-1 1 0 0 0,-1 4-1 0 0,1 2 134 0 0,-1 1-1 0 0,0-1 0 0 0,-1 1 0 0 0,0-1 1 0 0,-1 0-1 0 0,0 0 0 0 0,0 0 1 0 0,-1 0-1 0 0,-1 0 0 0 0,-10 16 0 0 0,8-13-322 0 0,-2-1 0 0 0,0 0-1 0 0,0 0 1 0 0,-1-1-1 0 0,-1 0 1 0 0,0-1-1 0 0,-12 10 1 0 0,18-18-1082 0 0</inkml:trace>
</inkml:ink>
</file>

<file path=ppt/ink/ink1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3:52.5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14 130 6449 0 0,'-2'-2'275'0'0,"1"0"0"0"0,-1 0 0 0 0,1-1 0 0 0,0 1 0 0 0,-1-1 0 0 0,1 1 0 0 0,0-1 0 0 0,1 1 0 0 0,-1-1 0 0 0,0 1 0 0 0,1-1 0 0 0,0 0 0 0 0,-1 1 0 0 0,1-1 0 0 0,0 0 0 0 0,0 0 0 0 0,1 1 0 0 0,-1-1 0 0 0,0 0 0 0 0,1 1 0 0 0,0-1 0 0 0,0 1 0 0 0,0-1 0 0 0,0 1 0 0 0,0-1 0 0 0,0 1 0 0 0,0 0 0 0 0,3-4 0 0 0,-2 2 9 0 0,1 0 0 0 0,-1 0 0 0 0,1 0 0 0 0,0 1 0 0 0,0-1 0 0 0,1 1 0 0 0,-1-1 0 0 0,1 1 0 0 0,-1 0 0 0 0,1 0 0 0 0,0 1 0 0 0,0-1 0 0 0,0 1 0 0 0,1 0 0 0 0,8-3 0 0 0,-12 5-261 0 0,1 0 0 0 0,-1 0 0 0 0,1 0 1 0 0,-1 0-1 0 0,0 1 0 0 0,1-1 0 0 0,-1 0 0 0 0,0 1 0 0 0,1-1 0 0 0,-1 1 1 0 0,0 0-1 0 0,0-1 0 0 0,0 1 0 0 0,1 0 0 0 0,-1 0 0 0 0,0 0 0 0 0,0-1 0 0 0,0 1 1 0 0,0 0-1 0 0,0 1 0 0 0,0-1 0 0 0,-1 0 0 0 0,1 0 0 0 0,0 0 0 0 0,0 0 0 0 0,-1 1 1 0 0,1-1-1 0 0,-1 0 0 0 0,1 1 0 0 0,-1-1 0 0 0,0 0 0 0 0,1 1 0 0 0,-1-1 1 0 0,0 0-1 0 0,0 2 0 0 0,2 7-15 0 0,0 1 0 0 0,-1-1 0 0 0,0 14 1 0 0,-3 3 0 0 0,2-18-31 0 0,-1-1 0 0 0,1 0 0 0 0,0 1 0 0 0,1-1-1 0 0,0 0 1 0 0,2 11 0 0 0,-2-17 19 0 0,0 0-1 0 0,0 0 0 0 0,0 0 1 0 0,0 0-1 0 0,0 0 0 0 0,0 0 1 0 0,1 0-1 0 0,-1 0 0 0 0,1-1 1 0 0,-1 1-1 0 0,1-1 1 0 0,0 1-1 0 0,0-1 0 0 0,-1 1 1 0 0,1-1-1 0 0,0 0 0 0 0,0 0 1 0 0,0 0-1 0 0,0 0 1 0 0,1 0-1 0 0,-1-1 0 0 0,0 1 1 0 0,0-1-1 0 0,0 1 0 0 0,1-1 1 0 0,-1 0-1 0 0,0 0 0 0 0,3 0 1 0 0,16 1-35 0 0,-11-1 7 0 0,1 1-1 0 0,0 0 1 0 0,-1 0 0 0 0,1 1 0 0 0,11 4-1 0 0,-19-5 24 0 0,1 1 0 0 0,-1-1 0 0 0,1 1 0 0 0,-1 0 0 0 0,0 1 0 0 0,1-1 0 0 0,-1 1 0 0 0,0-1 0 0 0,-1 1 0 0 0,1 0 0 0 0,0 0-1 0 0,-1 0 1 0 0,0 0 0 0 0,1 0 0 0 0,-1 1 0 0 0,-1-1 0 0 0,4 8 0 0 0,-1-1 125 0 0,-1 0 0 0 0,-1 1 0 0 0,0 0-1 0 0,0-1 1 0 0,-1 1 0 0 0,0 0 0 0 0,-1 0 0 0 0,0-1 0 0 0,-1 1-1 0 0,-3 20 1 0 0,1-17-260 0 0,-1 1-1 0 0,0-1 1 0 0,-11 25-1 0 0,-12 6-4569 0 0</inkml:trace>
</inkml:ink>
</file>

<file path=ppt/ink/ink1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3:53.0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5529 0 0,'6'47'10077'0'0,"17"64"-8294"0"0,-4-19-1616 0 0,-14-68-291 0 0,7 56-1792 0 0,-11-72 818 0 0,-1 0 0 0 0,0-1 0 0 0,-1 1 0 0 0,-2 13 0 0 0</inkml:trace>
</inkml:ink>
</file>

<file path=ppt/ink/ink1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3:53.3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30 251 2761 0 0,'-3'-14'354'0'0,"-21"-119"3851"0"0,23 118-2749 0 0,0-1 0 0 0,1 1 0 0 0,3-27 0 0 0,-3 41-1327 0 0,1 1 0 0 0,-1-1 1 0 0,0 0-1 0 0,0 0 0 0 0,1 1 0 0 0,-1-1 0 0 0,1 0 0 0 0,-1 0 0 0 0,0 1 1 0 0,1-1-1 0 0,-1 0 0 0 0,1 1 0 0 0,0-1 0 0 0,-1 1 0 0 0,1-1 0 0 0,0 0 1 0 0,-1 1-1 0 0,1 0 0 0 0,0-1 0 0 0,-1 1 0 0 0,1-1 0 0 0,0 1 0 0 0,0 0 1 0 0,0-1-1 0 0,-1 1 0 0 0,1 0 0 0 0,0 0 0 0 0,0 0 0 0 0,0 0 0 0 0,-1 0 1 0 0,1 0-1 0 0,0 0 0 0 0,0 0 0 0 0,0 0 0 0 0,0 0 0 0 0,-1 0 0 0 0,1 0 1 0 0,0 1-1 0 0,0-1 0 0 0,0 0 0 0 0,-1 1 0 0 0,1-1 0 0 0,0 0 0 0 0,0 1 1 0 0,43 21 1363 0 0,-36-17-1171 0 0,61 36 51 0 0,74 55-1 0 0,-61-27-8002 0 0,-68-55 1634 0 0</inkml:trace>
</inkml:ink>
</file>

<file path=ppt/ink/ink1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3:53.5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1 312 5985 0 0,'1'0'264'0'0,"1"-2"56"0"0,-1 1-256 0 0,2-2-64 0 0,0 0 0 0 0,1-1 0 0 0,1-1 368 0 0,8-8 57 0 0,10-6 15 0 0,7-7 0 0 0,9-7 48 0 0,1-1 16 0 0,0 1 0 0 0,-3 1 0 0 0,-2 2-1240 0 0,1 2-256 0 0,0 3-40 0 0,-4 5-17 0 0</inkml:trace>
</inkml:ink>
</file>

<file path=ppt/ink/ink1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3:54.5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2 132 4609 0 0,'0'-3'596'0'0,"-1"0"0"0"0,1 0 0 0 0,0-1 0 0 0,0 1-1 0 0,0 0 1 0 0,0 0 0 0 0,0 0 0 0 0,1 0 0 0 0,-1 0 0 0 0,1 0 0 0 0,0 0 0 0 0,0 0 0 0 0,0 0-1 0 0,0 0 1 0 0,1 0 0 0 0,2-5 0 0 0,-3 8-505 0 0,-1 0-1 0 0,0 0 1 0 0,1 0-1 0 0,-1 0 1 0 0,1 0-1 0 0,-1 1 1 0 0,1-1-1 0 0,-1 0 1 0 0,1 0 0 0 0,-1 0-1 0 0,1 0 1 0 0,-1 0-1 0 0,1 1 1 0 0,-1-1-1 0 0,0 0 1 0 0,1 0-1 0 0,-1 1 1 0 0,1-1-1 0 0,-1 0 1 0 0,0 1-1 0 0,1-1 1 0 0,-1 0 0 0 0,0 1-1 0 0,1-1 1 0 0,-1 1-1 0 0,0-1 1 0 0,0 1-1 0 0,0-1 1 0 0,1 0-1 0 0,-1 1 1 0 0,0-1-1 0 0,0 1 1 0 0,0-1-1 0 0,0 2 1 0 0,9 21 649 0 0,-8-19-464 0 0,5 10-126 0 0,-2 0 4 0 0,2 0 1 0 0,0-1 0 0 0,9 17-1 0 0,-13-29-154 0 0,-7-31 371 0 0,-28-125 747 0 0,31 142-1235 0 0,8 26-3873 0 0</inkml:trace>
</inkml:ink>
</file>

<file path=ppt/ink/ink1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3:55.0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91 95 3681 0 0,'-9'4'967'0'0,"0"-1"1"0"0,0 2-1 0 0,0-1 0 0 0,1 1 1 0 0,-14 11-1 0 0,-2 1 2088 0 0,94-70 2900 0 0,-41 29-4485 0 0,62-38 0 0 0,-89 61-1459 0 0,-1 0 1 0 0,1 0-1 0 0,-1 0 0 0 0,1 0 0 0 0,0 0 1 0 0,0 1-1 0 0,-1-1 0 0 0,1 1 0 0 0,0-1 0 0 0,0 1 1 0 0,0-1-1 0 0,-1 1 0 0 0,1 0 0 0 0,0 0 0 0 0,0 0 1 0 0,0 0-1 0 0,0 0 0 0 0,0 0 0 0 0,-1 1 0 0 0,1-1 1 0 0,0 1-1 0 0,0-1 0 0 0,0 1 0 0 0,-1 0 0 0 0,1-1 1 0 0,0 1-1 0 0,-1 0 0 0 0,3 2 0 0 0,-1 0 2 0 0,-1 1-1 0 0,1-1 1 0 0,-1 1 0 0 0,0-1-1 0 0,0 1 1 0 0,0 0-1 0 0,-1 0 1 0 0,1 0 0 0 0,-1 0-1 0 0,0 0 1 0 0,1 8-1 0 0,32 250 264 0 0,1 5-838 0 0,-30-238 55 0 0,8 38-606 0 0,5-29-3762 0 0</inkml:trace>
</inkml:ink>
</file>

<file path=ppt/ink/ink1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3:55.2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6 246 2304 0 0,'0'0'105'0'0,"0"0"0"0"0,-1 0-1 0 0,1 0 1 0 0,0 0-1 0 0,-1 0 1 0 0,1-1-1 0 0,0 1 1 0 0,-1 0-1 0 0,1 0 1 0 0,0 0-1 0 0,0-1 1 0 0,-1 1 0 0 0,1 0-1 0 0,0 0 1 0 0,0-1-1 0 0,-1 1 1 0 0,1 0-1 0 0,0-1 1 0 0,0 1-1 0 0,0 0 1 0 0,0-1-1 0 0,0 1 1 0 0,-1 0-1 0 0,1-1 1 0 0,0 1 0 0 0,0 0-1 0 0,0-1 1 0 0,0 1-1 0 0,0 0 1 0 0,0-1-1 0 0,0 1 1 0 0,0 0-1 0 0,0-1 1 0 0,0 1-1 0 0,0 0 1 0 0,0-1 0 0 0,0 1-1 0 0,1 0 1 0 0,-1-1-1 0 0,0 1 1 0 0,0 0-1 0 0,0-1 1 0 0,0 1-1 0 0,1 0 1 0 0,-1-1-1 0 0,0 1 1 0 0,8-16 2376 0 0,-1 5-1074 0 0,1 1 0 0 0,0 0-1 0 0,17-16 1 0 0,66-48 2925 0 0,-71 58-3622 0 0,-8 6-564 0 0,2 1 0 0 0,-1 0-1 0 0,1 0 1 0 0,1 1 0 0 0,19-7-1 0 0,-28 13-446 0 0,0 0 0 0 0,1 0 0 0 0,-1 1 0 0 0,1 0-1 0 0,-1 0 1 0 0,1 1 0 0 0,-1 0 0 0 0,1 0 0 0 0,-1 0-1 0 0,1 1 1 0 0,-1 0 0 0 0,1 0 0 0 0,-1 1 0 0 0,0 0 0 0 0,1 0-1 0 0,5 3 1 0 0,11 6-1362 0 0</inkml:trace>
</inkml:ink>
</file>

<file path=ppt/ink/ink1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3:55.6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2 412 14283 0 0,'-1'-1'50'0'0,"1"-1"-1"0"0,0 1 1 0 0,0 0-1 0 0,0 0 1 0 0,0-1-1 0 0,0 1 1 0 0,0 0-1 0 0,0-1 1 0 0,0 1-1 0 0,0 0 1 0 0,1 0-1 0 0,-1 0 1 0 0,0-1-1 0 0,1 1 1 0 0,-1 0-1 0 0,1 0 1 0 0,0 0 0 0 0,-1 0-1 0 0,1 0 1 0 0,0 0-1 0 0,0 0 1 0 0,-1 0-1 0 0,1 0 1 0 0,0 0-1 0 0,0 0 1 0 0,0 0-1 0 0,0 0 1 0 0,0 1-1 0 0,0-1 1 0 0,1 0-1 0 0,-1 1 1 0 0,0-1-1 0 0,2 0 1 0 0,0 0 271 0 0,0-1 0 0 0,0 1 0 0 0,0-1 1 0 0,0 1-1 0 0,0 0 0 0 0,0 1 0 0 0,0-1 0 0 0,1 0 0 0 0,-1 1 0 0 0,0 0 1 0 0,0-1-1 0 0,1 1 0 0 0,2 1 0 0 0,1 1-180 0 0,0 1 1 0 0,-1 0-1 0 0,1 0 1 0 0,-1 1-1 0 0,0 0 1 0 0,0 0-1 0 0,0 0 1 0 0,10 10-1 0 0,41 50-111 0 0,-27-28 19 0 0,-18-24-36 0 0,-1 0 0 0 0,2-1 1 0 0,19 15-1 0 0,-28-23 20 0 0,-1-1 0 0 0,1 0 1 0 0,0 0-1 0 0,-1 0 0 0 0,1 0 1 0 0,0 0-1 0 0,0-1 0 0 0,0 1 1 0 0,1-1-1 0 0,-1 0 0 0 0,0-1 1 0 0,0 1-1 0 0,1-1 0 0 0,-1 0 1 0 0,0 0-1 0 0,1 0 0 0 0,-1 0 0 0 0,9-3 1 0 0,-11 2 21 0 0,-1 0 1 0 0,1 0 0 0 0,0 0-1 0 0,0-1 1 0 0,-1 1-1 0 0,1-1 1 0 0,-1 1 0 0 0,1-1-1 0 0,-1 1 1 0 0,0-1 0 0 0,0 0-1 0 0,0 0 1 0 0,0 0-1 0 0,0 1 1 0 0,0-1 0 0 0,0 0-1 0 0,0 0 1 0 0,-1 0-1 0 0,1-1 1 0 0,-1 1 0 0 0,1-3-1 0 0,3-52 538 0 0,-4 48-473 0 0,-2-154 547 0 0,-1 82-1198 0 0,10-100 0 0 0,-2 152-26 0 0,2 4-3 0 0</inkml:trace>
</inkml:ink>
</file>

<file path=ppt/ink/ink1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3:47.9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42 845 2160 0 0,'-17'-176'617'0'0,"-5"-73"3817"0"0,20-47-2056 0 0,2 278-2954 0 0,1 0 0 0 0,0 0 0 0 0,2 0 0 0 0,4-20 0 0 0,-4 24-1940 0 0</inkml:trace>
</inkml:ink>
</file>

<file path=ppt/ink/ink1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3:49.3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62 37 3225 0 0,'5'-8'8143'0'0,"-5"8"-8107"0"0,1 1 0 0 0,-1-1-1 0 0,1 1 1 0 0,-1 0 0 0 0,1-1-1 0 0,-1 0 1 0 0,1 1-1 0 0,0-1 1 0 0,-1 1 0 0 0,1-1-1 0 0,0 0 1 0 0,-1 1 0 0 0,1-1-1 0 0,0 0 1 0 0,-1 0 0 0 0,1 1-1 0 0,0-1 1 0 0,-1 0-1 0 0,1 0 1 0 0,0 0 0 0 0,0 0-1 0 0,-1 0 1 0 0,1 0 0 0 0,0 0-1 0 0,0 0 1 0 0,0-1 0 0 0,-1 1-14 0 0,1 0-1 0 0,-1 0 1 0 0,0 0 0 0 0,0 0 0 0 0,1 0 0 0 0,-1 0 0 0 0,0 0 0 0 0,0 0-1 0 0,1-1 1 0 0,-1 1 0 0 0,0 0 0 0 0,0 0 0 0 0,0 0 0 0 0,1 0 0 0 0,-1-1-1 0 0,0 1 1 0 0,0 0 0 0 0,0 0 0 0 0,1 0 0 0 0,-1-1 0 0 0,0 1 0 0 0,0 0 0 0 0,0 0-1 0 0,0-1 1 0 0,0 1 0 0 0,0 0 0 0 0,0-1 0 0 0,0 1 0 0 0,0 0 0 0 0,0 0-1 0 0,0-1 1 0 0,0 1 0 0 0,0 0 0 0 0,0 0 0 0 0,0-1 0 0 0,0 1 0 0 0,0-1 0 0 0,-8-10 749 0 0,6 9-737 0 0,0 0 1 0 0,0 0-1 0 0,0 1 1 0 0,0-1-1 0 0,0 1 1 0 0,-1-1-1 0 0,1 1 1 0 0,-5-2-1 0 0,5 3-43 0 0,-1 0 0 0 0,1 1 0 0 0,0-1 0 0 0,0 1 0 0 0,0-1 0 0 0,-1 1 0 0 0,1 0-1 0 0,0 0 1 0 0,0 0 0 0 0,0 0 0 0 0,0 0 0 0 0,0 0 0 0 0,1 0 0 0 0,-1 1 0 0 0,0-1 0 0 0,0 1 0 0 0,1-1 0 0 0,-1 1 0 0 0,1 0 0 0 0,-1 0 0 0 0,1 0 0 0 0,0-1-1 0 0,0 1 1 0 0,0 0 0 0 0,0 1 0 0 0,-1 3 0 0 0,0-3-32 0 0,1-1 0 0 0,0 1-1 0 0,0 0 1 0 0,0 0 0 0 0,0 1-1 0 0,0-1 1 0 0,1 0 0 0 0,-1 0-1 0 0,1 0 1 0 0,0 0 0 0 0,0 1 0 0 0,0-1-1 0 0,0 0 1 0 0,1 0 0 0 0,-1 0-1 0 0,1 0 1 0 0,0 0 0 0 0,2 6-1 0 0,-3-8 50 0 0,1-1-1 0 0,0 1 0 0 0,-1 0 0 0 0,1 0 1 0 0,0-1-1 0 0,-1 1 0 0 0,1-1 0 0 0,0 1 1 0 0,0 0-1 0 0,0-1 0 0 0,-1 1 0 0 0,1-1 0 0 0,0 0 1 0 0,0 1-1 0 0,0-1 0 0 0,0 0 0 0 0,0 1 1 0 0,0-1-1 0 0,0 0 0 0 0,0 0 0 0 0,0 0 1 0 0,0 0-1 0 0,0 0 0 0 0,0 0 0 0 0,0 0 0 0 0,0 0 1 0 0,0 0-1 0 0,0-1 0 0 0,0 1 0 0 0,-1 0 1 0 0,1-1-1 0 0,0 1 0 0 0,0 0 0 0 0,0-1 1 0 0,0 1-1 0 0,0-1 0 0 0,-1 1 0 0 0,1-1 0 0 0,0 0 1 0 0,0 1-1 0 0,-1-1 0 0 0,1 0 0 0 0,0-1 1 0 0,1 1 98 0 0,0-1 1 0 0,-1 0-1 0 0,1 1 1 0 0,0-1 0 0 0,-1 0-1 0 0,0 0 1 0 0,0 0-1 0 0,1 0 1 0 0,-1-1-1 0 0,0 1 1 0 0,-1 0 0 0 0,1 0-1 0 0,0-1 1 0 0,-1 1-1 0 0,1 0 1 0 0,-1-1-1 0 0,0-2 1 0 0,-12-21 378 0 0,12 25-482 0 0,0 0-1 0 0,-1 0 0 0 0,1 1 1 0 0,0-1-1 0 0,-1 0 0 0 0,1 1 1 0 0,-1-1-1 0 0,1 1 0 0 0,-1-1 1 0 0,1 1-1 0 0,-1-1 1 0 0,1 1-1 0 0,-1-1 0 0 0,0 1 1 0 0,1-1-1 0 0,-1 1 0 0 0,0 0 1 0 0,1-1-1 0 0,-1 1 0 0 0,0 0 1 0 0,0-1-1 0 0,1 1 0 0 0,-1 0 1 0 0,0 0-1 0 0,0 0 1 0 0,1 0-1 0 0,-1 0 0 0 0,0 0 1 0 0,0 0-1 0 0,0 0 0 0 0,1 0 1 0 0,-1 0-1 0 0,-1 1 0 0 0,1-1-26 0 0,1 1 0 0 0,-1 0 0 0 0,0 0-1 0 0,1 0 1 0 0,-1 0 0 0 0,1 0 0 0 0,-1 0-1 0 0,1 0 1 0 0,-1 0 0 0 0,1 0 0 0 0,0 0-1 0 0,0 0 1 0 0,-1 0 0 0 0,1 0 0 0 0,0 0-1 0 0,0 0 1 0 0,0 0 0 0 0,0 0 0 0 0,0 0-1 0 0,0 0 1 0 0,1 0 0 0 0,-1 1 0 0 0,0-1-1 0 0,0 0 1 0 0,1 0 0 0 0,-1 0 0 0 0,1 0-1 0 0,-1 0 1 0 0,1-1 0 0 0,-1 1 0 0 0,1 1-1 0 0,1 1-39 0 0,-1 0 0 0 0,1 0-1 0 0,0-1 1 0 0,0 1-1 0 0,0-1 1 0 0,0 1-1 0 0,0-1 1 0 0,0 0 0 0 0,4 3-1 0 0,-5-4 68 0 0,1 0-1 0 0,-1-1 1 0 0,1 1 0 0 0,-1-1-1 0 0,1 1 1 0 0,-1-1 0 0 0,1 0-1 0 0,-1 0 1 0 0,1 1 0 0 0,0-1-1 0 0,-1 0 1 0 0,1 0 0 0 0,-1-1-1 0 0,1 1 1 0 0,0 0-1 0 0,-1 0 1 0 0,1-1 0 0 0,-1 1-1 0 0,1-1 1 0 0,-1 1 0 0 0,1-1-1 0 0,-1 0 1 0 0,1 0 0 0 0,-1 0-1 0 0,0 1 1 0 0,0-1 0 0 0,1 0-1 0 0,-1-1 1 0 0,0 1-1 0 0,0 0 1 0 0,2-2 0 0 0,-2 2 12 0 0,-1 0-1 0 0,1 0 1 0 0,0-1 0 0 0,-1 1 0 0 0,1 0-1 0 0,-1 0 1 0 0,1 0 0 0 0,-1 0 0 0 0,0-1 0 0 0,1 1-1 0 0,-1 0 1 0 0,0 0 0 0 0,0-1 0 0 0,0 1 0 0 0,0 0-1 0 0,0 0 1 0 0,0-1 0 0 0,0 1 0 0 0,0 0-1 0 0,0 0 1 0 0,-1-1 0 0 0,1 1 0 0 0,-1 0 0 0 0,1 0-1 0 0,-1 0 1 0 0,1 0 0 0 0,-1-1 0 0 0,1 1 0 0 0,-1 0-1 0 0,0 0 1 0 0,0 0 0 0 0,0 0 0 0 0,1 1-1 0 0,-1-1 1 0 0,0 0 0 0 0,0 0 0 0 0,0 0 0 0 0,0 1-1 0 0,-1-1 1 0 0,-1 0 0 0 0,1-1-4 0 0,-1 1 0 0 0,0 1 1 0 0,1-1-1 0 0,-1 0 0 0 0,0 1 0 0 0,0-1 0 0 0,0 1 0 0 0,0 0 1 0 0,1 0-1 0 0,-1 0 0 0 0,0 0 0 0 0,0 1 0 0 0,0-1 1 0 0,1 1-1 0 0,-1 0 0 0 0,0 0 0 0 0,0 0 0 0 0,1 0 1 0 0,-4 2-1 0 0,4-3-4 0 0,1 1 1 0 0,-1 0-1 0 0,1 0 1 0 0,0-1-1 0 0,-1 1 1 0 0,1 0 0 0 0,0 0-1 0 0,0 0 1 0 0,0 1-1 0 0,0-1 1 0 0,0 0-1 0 0,0 0 1 0 0,0 1-1 0 0,0-1 1 0 0,0 0-1 0 0,1 1 1 0 0,-1-1-1 0 0,1 1 1 0 0,-1-1 0 0 0,1 1-1 0 0,-1-1 1 0 0,1 1-1 0 0,0-1 1 0 0,-1 1-1 0 0,1-1 1 0 0,0 1-1 0 0,0-1 1 0 0,0 1-1 0 0,1 0 1 0 0,-1-1-1 0 0,0 1 1 0 0,1-1 0 0 0,-1 1-1 0 0,0-1 1 0 0,1 1-1 0 0,1 1 1 0 0,-1-2-25 0 0,-1 0 1 0 0,1 0 0 0 0,0-1 0 0 0,0 1 0 0 0,-1-1-1 0 0,1 1 1 0 0,0-1 0 0 0,0 1 0 0 0,0-1-1 0 0,0 1 1 0 0,0-1 0 0 0,0 0 0 0 0,0 1 0 0 0,0-1-1 0 0,0 0 1 0 0,0 0 0 0 0,0 0 0 0 0,0 0-1 0 0,0 0 1 0 0,0 0 0 0 0,0 0 0 0 0,0 0-1 0 0,0 0 1 0 0,0-1 0 0 0,0 1 0 0 0,0 0 0 0 0,-1 0-1 0 0,1-1 1 0 0,0 1 0 0 0,0-1 0 0 0,0 1-1 0 0,0-1 1 0 0,0 1 0 0 0,0-2 0 0 0,2 1 151 0 0,0-1 0 0 0,0 1 1 0 0,0-1-1 0 0,-1 0 0 0 0,1 0 1 0 0,-1 0-1 0 0,1 0 1 0 0,-1-1-1 0 0,4-4 0 0 0,-6 7-99 0 0,-1 0 0 0 0,1 0 0 0 0,0-1 0 0 0,0 1 0 0 0,-1 0 0 0 0,1-1 0 0 0,0 1 0 0 0,0 0 0 0 0,-1 0 0 0 0,1 0-1 0 0,0-1 1 0 0,-1 1 0 0 0,1 0 0 0 0,0 0 0 0 0,-1 0 0 0 0,1 0 0 0 0,0 0 0 0 0,-1-1 0 0 0,1 1 0 0 0,0 0 0 0 0,-1 0 0 0 0,1 0 0 0 0,0 0 0 0 0,-1 0 0 0 0,1 0 0 0 0,-1 0-1 0 0,1 0 1 0 0,0 0 0 0 0,-1 1 0 0 0,1-1 0 0 0,0 0 0 0 0,-1 0 0 0 0,1 0 0 0 0,0 0 0 0 0,-1 0 0 0 0,1 1 0 0 0,0-1 0 0 0,-1 0 0 0 0,1 0 0 0 0,0 0 0 0 0,0 1-1 0 0,-1-1 1 0 0,1 0 0 0 0,0 1 0 0 0,0-1 0 0 0,-1 0 0 0 0,1 0 0 0 0,0 1 0 0 0,0-1 0 0 0,0 0 0 0 0,0 1 0 0 0,0-1 0 0 0,-1 1 0 0 0,-1 3-105 0 0,-1 0 1 0 0,1 0-1 0 0,-1 0 1 0 0,1 1-1 0 0,0-1 1 0 0,1 0 0 0 0,-1 1-1 0 0,1 0 1 0 0,0-1-1 0 0,0 1 1 0 0,0 0 0 0 0,1 8-1 0 0</inkml:trace>
</inkml:ink>
</file>

<file path=ppt/ink/ink1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3:58.1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37 8754 0 0,'-6'-9'4550'0'0,"5"7"-3792"0"0,1 0 1 0 0,-1 0-1 0 0,0 1 0 0 0,0-5 1 0 0,1 6-604 0 0,0-1 1 0 0,0 1 0 0 0,0 0 0 0 0,0-1 0 0 0,-1 1-1 0 0,1-1 1 0 0,0 1 0 0 0,0-1 0 0 0,0 1 0 0 0,0-1-1 0 0,0 1 1 0 0,0-1 0 0 0,0 1 0 0 0,0 0 0 0 0,0-1-1 0 0,1 1 1 0 0,-1-1 0 0 0,0 1 0 0 0,0-1 0 0 0,0 1-1 0 0,0-1 1 0 0,3-2 1246 0 0,-3 3-1246 0 0,1 0 0 0 0,-1-1 0 0 0,0 1-1 0 0,1 0 1 0 0,-1 0 0 0 0,1 0 0 0 0,0-1 441 0 0,4 3-530 0 0,43 21 188 0 0,0 3 1 0 0,-1 2-1 0 0,74 58 0 0 0,-66-47-130 0 0,2-2 0 0 0,114 54 0 0 0,-68-39 228 0 0,-82-40-385 0 0,-1 1 0 0 0,0 0 0 0 0,0 2 0 0 0,-2 0 0 0 0,0 1 0 0 0,-1 1-1 0 0,0 0 1 0 0,27 40 0 0 0,-42-55-182 0 0,0 1-1 0 0,0 0 1 0 0,0 0-1 0 0,-1 0 1 0 0,1 0-1 0 0,-1 0 1 0 0,0 0 0 0 0,0 0-1 0 0,0 0 1 0 0,-1 1-1 0 0,1-1 1 0 0,-1 0-1 0 0,1 4 1 0 0</inkml:trace>
</inkml:ink>
</file>

<file path=ppt/ink/ink1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3:58.5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678 23 8290 0 0,'-9'-8'478'0'0,"-11"-6"6008"0"0,19 14-6246 0 0,1-1 0 0 0,-1 1 1 0 0,1 0-1 0 0,-13 4 5528 0 0,11-3-5528 0 0,-105 111 1513 0 0,21-23-1441 0 0,-157 211-65 0 0,181-218-399 0 0,-38 35-3785 0 0,74-72-3054 0 0,18-35 6123 0 0</inkml:trace>
</inkml:ink>
</file>

<file path=ppt/ink/ink1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3:59.6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95 131 2761 0 0,'-23'-3'15347'0'0,"23"3"-15149"0"0,3 18 3644 0 0,7-1-4484 0 0,-8-15 685 0 0,0 0 0 0 0,0 1 0 0 0,0-1 0 0 0,0 0 0 0 0,1 0 0 0 0,-1-1 0 0 0,1 1 0 0 0,-1 0 0 0 0,1-1 0 0 0,0 1 0 0 0,0-1 0 0 0,0 0 0 0 0,0 0 0 0 0,-1 0 0 0 0,1-1-1 0 0,0 1 1 0 0,1-1 0 0 0,3 1 0 0 0,-6-1-30 0 0,0 0-1 0 0,1-1 1 0 0,-1 1-1 0 0,0 0 1 0 0,0-1-1 0 0,0 1 1 0 0,1-1-1 0 0,-1 1 0 0 0,0-1 1 0 0,0 1-1 0 0,0-1 1 0 0,0 0-1 0 0,0 0 1 0 0,0 1-1 0 0,0-1 1 0 0,-1 0-1 0 0,1 0 0 0 0,1-1 1 0 0,-1-1 1 0 0,0 1-1 0 0,1 0 1 0 0,-1-1-1 0 0,-1 1 1 0 0,1 0 0 0 0,0-1-1 0 0,-1 1 1 0 0,1-1-1 0 0,-1 1 1 0 0,0-1 0 0 0,0-4-1 0 0,0 5-13 0 0,0 0-1 0 0,0 0 1 0 0,0 0-1 0 0,-1 0 0 0 0,1 0 1 0 0,-1 1-1 0 0,1-1 1 0 0,-1 0-1 0 0,0 0 1 0 0,0 1-1 0 0,0-1 0 0 0,0 0 1 0 0,0 1-1 0 0,0-1 1 0 0,0 1-1 0 0,0-1 1 0 0,-1 1-1 0 0,1 0 1 0 0,0 0-1 0 0,-1-1 0 0 0,1 1 1 0 0,-1 0-1 0 0,0 0 1 0 0,1 0-1 0 0,-1 1 1 0 0,0-1-1 0 0,0 0 0 0 0,1 1 1 0 0,-1-1-1 0 0,0 1 1 0 0,0-1-1 0 0,0 1 1 0 0,0 0-1 0 0,0 0 1 0 0,1 0-1 0 0,-4 0 0 0 0,1 0 25 0 0,0 0 0 0 0,0 0-1 0 0,0 0 1 0 0,0 1-1 0 0,0 0 1 0 0,0 0-1 0 0,1 0 1 0 0,-1 0 0 0 0,0 0-1 0 0,0 1 1 0 0,1-1-1 0 0,-1 1 1 0 0,1 0 0 0 0,0 0-1 0 0,-1 1 1 0 0,-5 4-1 0 0,5 0-54 0 0,0 1-1 0 0,0-1 1 0 0,0 1-1 0 0,1-1 1 0 0,0 1-1 0 0,0 0 1 0 0,1 1-1 0 0,0-1 1 0 0,1 0-1 0 0,0 0 1 0 0,0 1-1 0 0,1-1 1 0 0,-1 1-1 0 0,2-1 1 0 0,-1 0-1 0 0,4 13 1 0 0,-3-15 11 0 0,0-1 1 0 0,0 0-1 0 0,1 0 0 0 0,0-1 1 0 0,0 1-1 0 0,0 0 1 0 0,1-1-1 0 0,-1 1 1 0 0,1-1-1 0 0,0 0 1 0 0,0 1-1 0 0,6 4 0 0 0,-7-7 28 0 0,1 0 0 0 0,0 0-1 0 0,0 0 1 0 0,0 0 0 0 0,1 0 0 0 0,-1-1-1 0 0,0 0 1 0 0,1 1 0 0 0,-1-1-1 0 0,0 0 1 0 0,1-1 0 0 0,0 1-1 0 0,-1 0 1 0 0,1-1 0 0 0,-1 0-1 0 0,1 0 1 0 0,0 0 0 0 0,-1 0-1 0 0,5-2 1 0 0,-4 2 8 0 0,-1-1 0 0 0,1 0-1 0 0,-1 0 1 0 0,1 0 0 0 0,-1 0-1 0 0,0-1 1 0 0,0 1 0 0 0,0-1-1 0 0,1 0 1 0 0,-2 0 0 0 0,1 0 0 0 0,0 0-1 0 0,0 0 1 0 0,-1-1 0 0 0,1 1-1 0 0,-1-1 1 0 0,0 0 0 0 0,1 1-1 0 0,-1-1 1 0 0,-1 0 0 0 0,1-1 0 0 0,0 1-1 0 0,-1 0 1 0 0,1 0 0 0 0,-1-1-1 0 0,0 1 1 0 0,0 0 0 0 0,-1-1-1 0 0,1 1 1 0 0,-1-1 0 0 0,1 0 0 0 0,-1 1-1 0 0,0-1 1 0 0,-1 1 0 0 0,1-1-1 0 0,-1-4 1 0 0,0 2 23 0 0,0 0 0 0 0,0 0 0 0 0,-1 0-1 0 0,0 0 1 0 0,0 1 0 0 0,0-1 0 0 0,0 1 0 0 0,-1-1-1 0 0,0 1 1 0 0,0 0 0 0 0,-1 0 0 0 0,1 0 0 0 0,-1 0 0 0 0,0 1-1 0 0,0-1 1 0 0,-1 1 0 0 0,1 0 0 0 0,-1 1 0 0 0,0-1-1 0 0,0 1 1 0 0,-7-4 0 0 0,9 7-50 0 0,-1-1-1 0 0,1 0 0 0 0,-1 1 1 0 0,0 0-1 0 0,1 0 1 0 0,-1 0-1 0 0,1 0 1 0 0,-1 0-1 0 0,0 1 0 0 0,1-1 1 0 0,-1 1-1 0 0,1 0 1 0 0,-1 1-1 0 0,1-1 0 0 0,0 0 1 0 0,-1 1-1 0 0,1 0 1 0 0,0-1-1 0 0,0 1 1 0 0,0 1-1 0 0,0-1 0 0 0,1 0 1 0 0,-1 1-1 0 0,0-1 1 0 0,1 1-1 0 0,0 0 1 0 0,-4 5-1 0 0,5-6 4 0 0,-1 0 0 0 0,1 0 0 0 0,-1 0 0 0 0,1 0 0 0 0,0 0-1 0 0,0 0 1 0 0,0 0 0 0 0,0 0 0 0 0,0 0 0 0 0,1 0 0 0 0,-1 1 0 0 0,1-1 0 0 0,-1 0 0 0 0,1 1 0 0 0,0-1 0 0 0,0 0-1 0 0,0 1 1 0 0,0-1 0 0 0,0 0 0 0 0,0 1 0 0 0,1-1 0 0 0,-1 0 0 0 0,1 1 0 0 0,0-1 0 0 0,0 0 0 0 0,0 0-1 0 0,0 0 1 0 0,0 0 0 0 0,0 0 0 0 0,0 0 0 0 0,1 0 0 0 0,-1 0 0 0 0,1 0 0 0 0,-1 0 0 0 0,1-1 0 0 0,0 1 0 0 0,-1-1-1 0 0,1 1 1 0 0,0-1 0 0 0,0 0 0 0 0,0 1 0 0 0,4 0 0 0 0,-2 0 6 0 0,1-1 1 0 0,0 1-1 0 0,0-1 0 0 0,0-1 1 0 0,0 1-1 0 0,0 0 0 0 0,0-1 1 0 0,0 0-1 0 0,0 0 0 0 0,0-1 1 0 0,0 0-1 0 0,0 1 0 0 0,0-2 1 0 0,0 1-1 0 0,0 0 0 0 0,0-1 1 0 0,-1 0-1 0 0,1 0 0 0 0,-1-1 1 0 0,1 1-1 0 0,-1-1 0 0 0,0 0 1 0 0,6-5-1 0 0,-4 3-1 0 0,0 0 1 0 0,0 0-1 0 0,0-1 0 0 0,-1 0 1 0 0,0 0-1 0 0,0-1 0 0 0,0 0 1 0 0,-1 1-1 0 0,0-1 0 0 0,0-1 1 0 0,-1 1-1 0 0,0-1 0 0 0,0 1 1 0 0,1-9-1 0 0,-4 12 10 0 0,0-1 0 0 0,0 1 1 0 0,-1 0-1 0 0,1-1 0 0 0,-1 1 1 0 0,0 0-1 0 0,0 0 0 0 0,0 0 0 0 0,-1 0 1 0 0,0 0-1 0 0,1 0 0 0 0,-1 0 0 0 0,-1 1 1 0 0,1-1-1 0 0,0 0 0 0 0,-1 1 0 0 0,0 0 1 0 0,0 0-1 0 0,0 0 0 0 0,0 0 0 0 0,0 0 1 0 0,-1 0-1 0 0,1 1 0 0 0,-1 0 0 0 0,0 0 1 0 0,-6-3-1 0 0,6 3 0 0 0,0 0 1 0 0,0 0-1 0 0,0 0 0 0 0,0 0 0 0 0,0 1 1 0 0,0 0-1 0 0,0 0 0 0 0,-1 0 0 0 0,1 0 1 0 0,0 1-1 0 0,-1 0 0 0 0,1 0 0 0 0,0 0 1 0 0,-1 0-1 0 0,1 1 0 0 0,0-1 0 0 0,0 1 1 0 0,-1 0-1 0 0,1 1 0 0 0,0-1 0 0 0,0 1 1 0 0,0-1-1 0 0,0 1 0 0 0,0 1 1 0 0,1-1-1 0 0,-5 4 0 0 0,1 1-11 0 0,1 1 1 0 0,0 0-1 0 0,1 0 0 0 0,-1 0 1 0 0,2 1-1 0 0,-1 0 1 0 0,-4 14-1 0 0,7-17 1 0 0,-1 0 0 0 0,2 0 0 0 0,-1 0 0 0 0,1 0 0 0 0,0 0 1 0 0,0 1-1 0 0,1-1 0 0 0,0 0 0 0 0,0 1 0 0 0,0-1 0 0 0,1 0 0 0 0,2 12 0 0 0,-2-16-23 0 0,-1-1-1 0 0,1 1 1 0 0,0 0-1 0 0,0 0 0 0 0,0-1 1 0 0,0 1-1 0 0,0 0 0 0 0,1-1 1 0 0,-1 1-1 0 0,0-1 1 0 0,1 0-1 0 0,-1 1 0 0 0,1-1 1 0 0,-1 0-1 0 0,1 0 0 0 0,0 0 1 0 0,-1 0-1 0 0,1 0 1 0 0,3 1-1 0 0,-1-1 12 0 0,0 0 0 0 0,0-1 0 0 0,-1 1 0 0 0,1-1 0 0 0,0 0 0 0 0,0 0-1 0 0,0 0 1 0 0,0 0 0 0 0,6-2 0 0 0,-2 0 17 0 0,0 0-1 0 0,0-1 0 0 0,-1 0 1 0 0,1 0-1 0 0,-1 0 0 0 0,0-1 1 0 0,0-1-1 0 0,0 1 1 0 0,7-6-1 0 0,-10 5-5 0 0,0 1 0 0 0,-1-1 0 0 0,1 0 1 0 0,-1 0-1 0 0,0 0 0 0 0,0 0 0 0 0,0 0 0 0 0,-1-1 0 0 0,0 1 0 0 0,0-1 1 0 0,0 0-1 0 0,-1 0 0 0 0,0 1 0 0 0,0-1 0 0 0,0 0 0 0 0,-1 0 1 0 0,0 0-1 0 0,0 0 0 0 0,0 0 0 0 0,-1 0 0 0 0,-1-8 0 0 0,1 10 14 0 0,0 0 0 0 0,-1 0 0 0 0,1 0 0 0 0,-1 0 0 0 0,1 0 0 0 0,-1 0 0 0 0,0 0 0 0 0,0 1 0 0 0,-1-1 0 0 0,1 1 0 0 0,-1 0 0 0 0,0-1 0 0 0,0 1 0 0 0,0 0 0 0 0,0 1 0 0 0,-1-1 0 0 0,1 0 0 0 0,-1 1 0 0 0,1 0 0 0 0,-1 0 0 0 0,0 0 0 0 0,0 0 0 0 0,0 1 0 0 0,0-1 0 0 0,0 1 0 0 0,0 0 0 0 0,0 0 0 0 0,0 1 0 0 0,-1-1 0 0 0,-5 1 0 0 0,8 0 14 0 0,-1 0 1 0 0,1 1-1 0 0,-1-1 0 0 0,1 0 0 0 0,-1 1 1 0 0,1 0-1 0 0,0 0 0 0 0,-1-1 0 0 0,1 1 0 0 0,0 1 1 0 0,-1-1-1 0 0,1 0 0 0 0,0 0 0 0 0,0 1 1 0 0,0-1-1 0 0,0 1 0 0 0,-2 3 0 0 0,1-1-21 0 0,-1 0 0 0 0,1 0 0 0 0,1 1 0 0 0,-1-1 0 0 0,1 1 1 0 0,-1 0-1 0 0,1 0 0 0 0,-1 5 0 0 0,0 1 6 0 0,1 0 0 0 0,0 0-1 0 0,0 0 1 0 0,1 0 0 0 0,0 1 0 0 0,1-1 0 0 0,2 15 0 0 0,-2-23-19 0 0,1 1 0 0 0,0-1 0 0 0,0 0 0 0 0,0 1 0 0 0,0-1 0 0 0,0 0-1 0 0,1 0 1 0 0,-1 0 0 0 0,1 0 0 0 0,0 0 0 0 0,0 0 0 0 0,0 0 0 0 0,0-1 0 0 0,0 1 0 0 0,1-1 0 0 0,-1 1 0 0 0,1-1 0 0 0,0 0-1 0 0,0 0 1 0 0,0 0 0 0 0,0-1 0 0 0,0 1 0 0 0,0-1 0 0 0,0 1 0 0 0,0-1 0 0 0,0 0 0 0 0,1 0 0 0 0,-1 0 0 0 0,0-1 0 0 0,1 1-1 0 0,-1-1 1 0 0,1 0 0 0 0,-1 0 0 0 0,1 0 0 0 0,4-1 0 0 0,-1 0 8 0 0,0 0-1 0 0,0 0 1 0 0,0 0-1 0 0,0-1 1 0 0,0 0 0 0 0,0-1-1 0 0,0 1 1 0 0,-1-1-1 0 0,0-1 1 0 0,1 1-1 0 0,-1-1 1 0 0,0 0 0 0 0,-1-1-1 0 0,1 1 1 0 0,-1-1-1 0 0,6-6 1 0 0,-8 6 27 0 0,1 0 0 0 0,-1 0 1 0 0,0 0-1 0 0,-1 0 0 0 0,0 0 1 0 0,1-1-1 0 0,-2 1 0 0 0,1-1 0 0 0,-1 0 1 0 0,1 1-1 0 0,-1-1 0 0 0,-1 0 0 0 0,1 0 1 0 0,-1 1-1 0 0,0-1 0 0 0,-1 0 0 0 0,1 0 1 0 0,-3-10-1 0 0,1 12-3 0 0,1 0 0 0 0,-1 0 0 0 0,0-1 0 0 0,0 1 0 0 0,0 0 0 0 0,0 1 0 0 0,-1-1 0 0 0,0 0 0 0 0,0 1 0 0 0,0-1 0 0 0,0 1 0 0 0,0 0 0 0 0,0 0 0 0 0,-1 0 0 0 0,0 1 0 0 0,1-1 1 0 0,-1 1-1 0 0,0 0 0 0 0,0 0 0 0 0,-1 0 0 0 0,1 0 0 0 0,0 1 0 0 0,-1 0 0 0 0,-7-2 0 0 0,9 3-140 0 0,0-1-1 0 0,0 1 1 0 0,0-1 0 0 0,0 1 0 0 0,0 0-1 0 0,0 1 1 0 0,0-1 0 0 0,0 0 0 0 0,0 1-1 0 0,0-1 1 0 0,0 1 0 0 0,0 0 0 0 0,0 0-1 0 0,-3 2 1 0 0</inkml:trace>
</inkml:ink>
</file>

<file path=ppt/ink/ink1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4:20.2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59 1840 0 0,'-7'-21'2696'0'0,"6"20"-2429"0"0,0-1 0 0 0,0 1 0 0 0,0 0 0 0 0,0-1 0 0 0,0 1 0 0 0,1-1 0 0 0,-1 1 0 0 0,0-1 0 0 0,1 1 0 0 0,5-23 9792 0 0,-2 151-7236 0 0,-1-7-2105 0 0,16 71-537 0 0,-13-152-663 0 0,3 0 0 0 0,23 70 1 0 0,-16-70-465 0 0</inkml:trace>
</inkml:ink>
</file>

<file path=ppt/ink/ink1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4:21.3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1 11522 0 0,'-11'4'5859'0'0,"10"-3"-5662"0"0,0 11 930 0 0,9 17-4029 0 0,-7-25 2409 0 0</inkml:trace>
</inkml:ink>
</file>

<file path=ppt/ink/ink1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4:21.9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50 48 6913 0 0,'-6'-13'673'0'0,"5"11"-336"0"0,0 0 0 0 0,1-1 0 0 0,-1 1 0 0 0,-1 0 0 0 0,1-1 0 0 0,0 1 0 0 0,0 0 0 0 0,-1 0 1 0 0,1 0-1 0 0,-1 0 0 0 0,0 0 0 0 0,1 1 0 0 0,-1-1 0 0 0,0 0 0 0 0,-4-2 0 0 0,5 5-240 0 0,0-1 0 0 0,1 0 1 0 0,-1 1-1 0 0,0-1 0 0 0,0 1 1 0 0,0-1-1 0 0,1 1 0 0 0,-1-1 1 0 0,0 1-1 0 0,1 0 0 0 0,-1-1 1 0 0,1 1-1 0 0,-1 0 0 0 0,0 0 1 0 0,1-1-1 0 0,0 1 0 0 0,-1 0 1 0 0,1 0-1 0 0,-1 0 0 0 0,1 0 1 0 0,0-1-1 0 0,0 1 0 0 0,-1 0 1 0 0,1 0-1 0 0,0 0 1 0 0,0 0-1 0 0,0 0 0 0 0,0 1 1 0 0,-4 29 255 0 0,5 170-634 0 0,1-176-117 0 0,1-1 0 0 0,2 1 0 0 0,0-1-1 0 0,1 0 1 0 0,1 0 0 0 0,12 24 0 0 0,-18-44 191 0 0,1 1 0 0 0,1-1 0 0 0,-1 0 0 0 0,1 0 0 0 0,-1 0 0 0 0,1 0 0 0 0,0-1 0 0 0,0 1 0 0 0,1-1 0 0 0,-1 0 0 0 0,1 0 0 0 0,-1 0 1 0 0,1 0-1 0 0,0-1 0 0 0,6 4 0 0 0,-6-5 70 0 0,0 0 1 0 0,0 0-1 0 0,-1-1 1 0 0,1 1-1 0 0,0-1 1 0 0,0 0 0 0 0,0 0-1 0 0,0 0 1 0 0,-1 0-1 0 0,1-1 1 0 0,0 0-1 0 0,0 0 1 0 0,-1 0 0 0 0,1 0-1 0 0,0 0 1 0 0,-1-1-1 0 0,0 1 1 0 0,1-1-1 0 0,3-3 1 0 0,3-1 154 0 0,-2 0 0 0 0,1-1 1 0 0,-1 0-1 0 0,0-1 0 0 0,-1 0 1 0 0,1 0-1 0 0,-2 0 0 0 0,1-1 1 0 0,-1 0-1 0 0,0 0 0 0 0,6-15 1 0 0,-9 18 209 0 0,0 0 1 0 0,-1-1 0 0 0,0 1 0 0 0,0 0 0 0 0,0-1 0 0 0,-1 1 0 0 0,0-1 0 0 0,0 0-1 0 0,-1 1 1 0 0,0-1 0 0 0,0 0 0 0 0,0 0 0 0 0,-1 1 0 0 0,0-1 0 0 0,0 1-1 0 0,-1-1 1 0 0,0 1 0 0 0,0-1 0 0 0,-5-10 0 0 0,6 16-77 0 0,0-1 0 0 0,0 1 0 0 0,0-1-1 0 0,0 1 1 0 0,0-1 0 0 0,0 1 0 0 0,-1 0 0 0 0,1 0 0 0 0,0-1 0 0 0,-1 1 0 0 0,1 0 0 0 0,-1 0 0 0 0,1 0-1 0 0,-1 0 1 0 0,1 1 0 0 0,-1-1 0 0 0,0 0 0 0 0,1 1 0 0 0,-1-1 0 0 0,0 1 0 0 0,0-1 0 0 0,-2 1 0 0 0,1 0-51 0 0,-1 0 0 0 0,1 1-1 0 0,0-1 1 0 0,-1 1 0 0 0,1 0 0 0 0,0 0 0 0 0,0 0 0 0 0,0 0 0 0 0,0 1 0 0 0,0-1 0 0 0,-4 4 0 0 0,-1 0-370 0 0,1 1 0 0 0,0 0 0 0 0,0 0 1 0 0,0 1-1 0 0,1 0 0 0 0,-1 0 0 0 0,-8 15 0 0 0,-2 15-4462 0 0,11-18 545 0 0</inkml:trace>
</inkml:ink>
</file>

<file path=ppt/ink/ink1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4:22.2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93 10594 0 0,'2'4'5514'0'0,"9"17"-3693"0"0,-1-4-1344 0 0,1 0 0 0 0,1-1 0 0 0,1-1 1 0 0,22 23-1 0 0,-28-31-414 0 0,0-1 1 0 0,0 0-1 0 0,1 0 1 0 0,0 0-1 0 0,1-1 1 0 0,-1 0-1 0 0,1-1 1 0 0,0 1-1 0 0,0-2 1 0 0,0 1-1 0 0,13 2 0 0 0,-19-6-21 0 0,-1 1-1 0 0,1-1 0 0 0,0 0 0 0 0,-1 0 0 0 0,1 0 0 0 0,0 0 0 0 0,0 0 1 0 0,-1 0-1 0 0,1-1 0 0 0,0 0 0 0 0,-1 1 0 0 0,1-1 0 0 0,-1 0 0 0 0,1 0 0 0 0,-1 0 1 0 0,1 0-1 0 0,-1-1 0 0 0,0 1 0 0 0,0-1 0 0 0,1 0 0 0 0,-1 1 0 0 0,0-1 0 0 0,0 0 1 0 0,-1 0-1 0 0,1 0 0 0 0,0 0 0 0 0,-1-1 0 0 0,1 1 0 0 0,-1 0 0 0 0,0-1 0 0 0,0 1 1 0 0,1-1-1 0 0,-2 1 0 0 0,2-4 0 0 0,2-9 111 0 0,-1 0 1 0 0,-1-1-1 0 0,0 1 0 0 0,-1-30 0 0 0,-1 27-136 0 0,3-66-56 0 0,-1 55-176 0 0</inkml:trace>
</inkml:ink>
</file>

<file path=ppt/ink/ink1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4:28.8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22 6913 0 0,'0'0'133'0'0,"-1"0"-1"0"0,0-1 0 0 0,1 1 1 0 0,-1-1-1 0 0,1 1 1 0 0,-1-1-1 0 0,0 1 0 0 0,1-1 1 0 0,-1 1-1 0 0,1-1 0 0 0,0 0 1 0 0,-1 1-1 0 0,1-1 0 0 0,-1 0 1 0 0,1 1-1 0 0,0-1 0 0 0,0 0 1 0 0,-1 1-1 0 0,1-1 0 0 0,0 0 1 0 0,0 0-1 0 0,0 1 0 0 0,0-1 1 0 0,0 0-1 0 0,0 0 0 0 0,0 1 1 0 0,0-1-1 0 0,0 0 0 0 0,0 0 1 0 0,0 1-1 0 0,1-2 0 0 0,0 2 17 0 0,-1 0 0 0 0,1 0 0 0 0,0 0 0 0 0,0 0 0 0 0,0 0 1 0 0,0 0-1 0 0,-1 0 0 0 0,1 0 0 0 0,0 0 0 0 0,0 0 0 0 0,0 1 0 0 0,-1-1 0 0 0,1 0 0 0 0,0 1 0 0 0,0-1 0 0 0,-1 0 0 0 0,1 1 0 0 0,0-1 0 0 0,-1 1 0 0 0,1-1 0 0 0,0 1 0 0 0,-1 0 0 0 0,1-1 0 0 0,-1 1 0 0 0,1-1 0 0 0,-1 1 0 0 0,1 0 0 0 0,0 1 0 0 0,7 9 349 0 0,0 1 0 0 0,0 0 0 0 0,-1 0 0 0 0,-1 1-1 0 0,6 15 1 0 0,21 71 513 0 0,-24-67-883 0 0,-1-8-318 0 0,26 78-6113 0 0,-28-88 1386 0 0</inkml:trace>
</inkml:ink>
</file>

<file path=ppt/ink/ink1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4:29.0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3225 0 0,'3'11'7351'0'0,"5"9"-3479"0"0,52 96-1916 0 0,-33-64-1634 0 0,9 14-259 0 0,-10-22-4880 0 0,-18-31-330 0 0</inkml:trace>
</inkml:ink>
</file>

<file path=ppt/ink/ink1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4:29.3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11 10594 0 0,'-7'-11'985'0'0,"12"13"366"0"0,13 15 556 0 0,-4-4-1415 0 0,1-1 1 0 0,0 0 0 0 0,0-1 0 0 0,1-1 0 0 0,1 0 0 0 0,28 12 0 0 0,-31-17-1574 0 0,1 0 0 0 0,0-1 0 0 0,0 0 0 0 0,0-1 0 0 0,17 1 0 0 0,-13-3-4007 0 0</inkml:trace>
</inkml:ink>
</file>

<file path=ppt/ink/ink1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4:29.6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80 14 6913 0 0,'-24'-14'6456'0'0,"23"15"-6273"0"0,1 0 1 0 0,-1-1-1 0 0,0 1 0 0 0,1 0 0 0 0,-1-1 1 0 0,1 1-1 0 0,-1 0 0 0 0,1 0 0 0 0,-1 0 1 0 0,1-1-1 0 0,0 1 0 0 0,-1 0 0 0 0,1 0 1 0 0,0 0-1 0 0,-1 0 0 0 0,1 0 1 0 0,0 0-1 0 0,0 0 0 0 0,0 1 0 0 0,-16 79 705 0 0,0-1-1674 0 0,3-1-3363 0 0,10-61-700 0 0</inkml:trace>
</inkml:ink>
</file>

<file path=ppt/ink/ink1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4:29.8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0 10594 0 0,'-1'2'227'0'0,"0"0"0"0"0,0 0 0 0 0,0 0 0 0 0,0 0-1 0 0,0 0 1 0 0,0 0 0 0 0,1 0 0 0 0,-1 0 0 0 0,1 0 0 0 0,0 0-1 0 0,0 1 1 0 0,-1-1 0 0 0,1 0 0 0 0,1 2 0 0 0,2 37 1117 0 0,-2-31-810 0 0,3 20 156 0 0,1-1-1 0 0,10 33 1 0 0,3-5-1228 0 0,29 61 1 0 0,-26-77-1778 0 0,-10-23 1116 0 0</inkml:trace>
</inkml:ink>
</file>

<file path=ppt/ink/ink1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4:30.1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0 230 10594 0 0,'15'33'4006'0'0,"-6"-11"-3446"0"0,2 0-1 0 0,0-1 0 0 0,24 36 0 0 0,-32-53-581 0 0,0 1 0 0 0,1-1 0 0 0,-1 0 0 0 0,1-1 0 0 0,-1 1 0 0 0,1-1 0 0 0,0 1 0 0 0,1-1 0 0 0,-1 0 0 0 0,0-1 0 0 0,1 1 0 0 0,0-1 0 0 0,-1 0 0 0 0,1 0 0 0 0,0 0-1 0 0,0-1 1 0 0,0 0 0 0 0,0 0 0 0 0,1 0 0 0 0,-1 0 0 0 0,0-1 0 0 0,0 0 0 0 0,0 0 0 0 0,6-1 0 0 0,-5-1 48 0 0,-1 0 0 0 0,1 0 0 0 0,-1 0-1 0 0,0-1 1 0 0,0 0 0 0 0,0 0 0 0 0,-1 0 0 0 0,1-1 0 0 0,-1 1-1 0 0,1-1 1 0 0,-1 0 0 0 0,-1 0 0 0 0,1-1 0 0 0,0 1 0 0 0,-1-1-1 0 0,0 0 1 0 0,0 0 0 0 0,4-10 0 0 0,-1 3 102 0 0,-1 0 1 0 0,-1 0-1 0 0,0 0 1 0 0,-1-1 0 0 0,0 1-1 0 0,0-1 1 0 0,0-18-1 0 0,-4 18-1 0 0,1 0 1 0 0,-2 0-1 0 0,1 0 0 0 0,-2 1 0 0 0,0-1 0 0 0,0 1 0 0 0,-1 0 1 0 0,-1 0-1 0 0,-12-23 0 0 0,14 28-127 0 0,-1 0 0 0 0,-1 1 0 0 0,1-1-1 0 0,-1 1 1 0 0,0 0 0 0 0,-1 0 0 0 0,1 1 0 0 0,-1 0 0 0 0,0 0 0 0 0,0 0 0 0 0,-1 1-1 0 0,1-1 1 0 0,-1 2 0 0 0,0-1 0 0 0,0 1 0 0 0,-1 0 0 0 0,-11-3 0 0 0,-1 4-1503 0 0,0 3-4835 0 0</inkml:trace>
</inkml:ink>
</file>

<file path=ppt/ink/ink1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4:30.4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7 171 10594 0 0,'-1'0'72'0'0,"1"0"-1"0"0,-1-1 0 0 0,1 1 1 0 0,0-1-1 0 0,-1 1 0 0 0,1 0 0 0 0,-1-1 1 0 0,1 1-1 0 0,0-1 0 0 0,-1 1 1 0 0,1-1-1 0 0,0 0 0 0 0,0 1 1 0 0,0-1-1 0 0,-1 1 0 0 0,1-1 1 0 0,0 1-1 0 0,0-1 0 0 0,0 0 1 0 0,0 1-1 0 0,0-1 0 0 0,0 1 0 0 0,0-1 1 0 0,0 0-1 0 0,0 1 0 0 0,0-1 1 0 0,0 1-1 0 0,0-1 0 0 0,1 1 1 0 0,-1-1-1 0 0,0 0 0 0 0,1 0 1 0 0,16-23 1544 0 0,28-15 840 0 0,5 11-2258 0 0,-15 14-3506 0 0,58-16 1 0 0,-56 19 3474 0 0,-17 5-167 0 0</inkml:trace>
</inkml:ink>
</file>

<file path=ppt/ink/ink1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4:30.8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8 146 5065 0 0,'-1'-1'126'0'0,"1"0"0"0"0,-1 0 0 0 0,0 0 0 0 0,1 1 0 0 0,-1-1 0 0 0,1 0 0 0 0,-1 0 0 0 0,1 0 0 0 0,-1 0 0 0 0,1 0 0 0 0,-1 0 0 0 0,1 0 0 0 0,0 0 0 0 0,0 0 0 0 0,-1 0 0 0 0,1 0 0 0 0,0 0 0 0 0,0 0 0 0 0,0 0 0 0 0,0 0 0 0 0,0 0 0 0 0,0-1 0 0 0,1-1 0 0 0,0 1 64 0 0,0-1 1 0 0,0 1-1 0 0,1-1 1 0 0,-1 1-1 0 0,1 0 0 0 0,-1-1 1 0 0,1 1-1 0 0,0 0 0 0 0,2-2 1 0 0,7-6 602 0 0,0 1 0 0 0,23-14 1 0 0,-25 18-258 0 0,5-5 289 0 0,29-17 1466 0 0,-40 25-2160 0 0,-1 1 1 0 0,0 0-1 0 0,1 0 0 0 0,-1 0 0 0 0,1 0 1 0 0,-1 0-1 0 0,1 0 0 0 0,0 1 1 0 0,-1-1-1 0 0,1 1 0 0 0,0 0 1 0 0,-1 0-1 0 0,1 0 0 0 0,4 0 1 0 0,-6 1-120 0 0,0 0 0 0 0,1 0 0 0 0,-1 0 0 0 0,0 0 0 0 0,1 0 0 0 0,-1 0 0 0 0,0 1 0 0 0,0-1 0 0 0,0 0 0 0 0,0 1 1 0 0,0-1-1 0 0,0 1 0 0 0,-1-1 0 0 0,1 1 0 0 0,0-1 0 0 0,-1 1 0 0 0,1-1 0 0 0,-1 1 0 0 0,1 0 0 0 0,-1-1 1 0 0,0 1-1 0 0,0 0 0 0 0,0-1 0 0 0,0 4 0 0 0,-2 47-161 0 0,1-44 113 0 0,-1 7 41 0 0,1-9-12 0 0,0 0 0 0 0,1 0 0 0 0,-1 0-1 0 0,1 1 1 0 0,1-1 0 0 0,0 7 0 0 0,-1-12 4 0 0,1 0 0 0 0,-1 0-1 0 0,1 1 1 0 0,-1-1 0 0 0,1 0 0 0 0,-1 0 0 0 0,1 0 0 0 0,0 0 0 0 0,-1 0 0 0 0,1 0 0 0 0,0 0 0 0 0,0 0-1 0 0,0-1 1 0 0,0 1 0 0 0,0 0 0 0 0,0 0 0 0 0,0-1 0 0 0,0 1 0 0 0,0 0 0 0 0,0-1 0 0 0,0 1-1 0 0,0-1 1 0 0,0 0 0 0 0,1 1 0 0 0,-1-1 0 0 0,0 0 0 0 0,0 0 0 0 0,0 1 0 0 0,1-1 0 0 0,-1 0 0 0 0,0 0-1 0 0,0-1 1 0 0,1 1 0 0 0,-1 0 0 0 0,0 0 0 0 0,2-1 0 0 0,3 0 69 0 0,1 0 0 0 0,0 0 0 0 0,0 1 0 0 0,0 0 0 0 0,0 1 1 0 0,-1-1-1 0 0,1 1 0 0 0,11 3 0 0 0,-16-3-47 0 0,0 0-1 0 0,0 0 1 0 0,0 0-1 0 0,0 0 1 0 0,0 1 0 0 0,0-1-1 0 0,0 0 1 0 0,-1 1 0 0 0,1-1-1 0 0,-1 1 1 0 0,1 0-1 0 0,-1 0 1 0 0,0-1 0 0 0,0 1-1 0 0,1 0 1 0 0,-1 0-1 0 0,0 0 1 0 0,-1 0 0 0 0,1 0-1 0 0,0 0 1 0 0,-1 1 0 0 0,1-1-1 0 0,-1 0 1 0 0,1 0-1 0 0,-1 0 1 0 0,0 1 0 0 0,0-1-1 0 0,0 0 1 0 0,0 0-1 0 0,-1 4 1 0 0,0 3-174 0 0,-1 0 0 0 0,0-1 0 0 0,0 1 0 0 0,-1 0 0 0 0,0-1 0 0 0,0 0 0 0 0,-1 0 0 0 0,-8 14 0 0 0,-2-1-1923 0 0,-29 34 1 0 0</inkml:trace>
</inkml:ink>
</file>

<file path=ppt/ink/ink1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4:31.4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13827 0 0,'0'0'1407'0'0,"9"17"-8"0"0,15 42 829 0 0,19 70 0 0 0,-24-68-4208 0 0,2-1-3281 0 0,-14-42-697 0 0</inkml:trace>
</inkml:ink>
</file>

<file path=ppt/ink/ink1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4:31.6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2 109 6449 0 0,'-1'-4'291'0'0,"1"0"0"0"0,-1 0 1 0 0,1 0-1 0 0,0 0 0 0 0,0 0 0 0 0,0 1 0 0 0,1-1 0 0 0,-1 0 0 0 0,1 0 0 0 0,0 0 0 0 0,0 0 0 0 0,1 1 0 0 0,-1-1 0 0 0,1 0 0 0 0,-1 1 0 0 0,1-1 0 0 0,0 1 0 0 0,1 0 0 0 0,-1-1 0 0 0,0 1 0 0 0,1 0 0 0 0,0 1 0 0 0,0-1 0 0 0,0 0 0 0 0,0 1 0 0 0,0 0 1 0 0,0-1-1 0 0,1 1 0 0 0,-1 0 0 0 0,1 1 0 0 0,-1-1 0 0 0,1 1 0 0 0,4-2 0 0 0,-2 2-53 0 0,-1 1 0 0 0,1 0 0 0 0,-1 0 1 0 0,0 0-1 0 0,1 0 0 0 0,-1 1 0 0 0,0 0 1 0 0,1 0-1 0 0,-1 0 0 0 0,0 1 0 0 0,0 0 0 0 0,0 0 1 0 0,0 0-1 0 0,0 0 0 0 0,0 1 0 0 0,-1 0 1 0 0,1 0-1 0 0,-1 0 0 0 0,7 7 0 0 0,9 7 110 0 0,-2 1 1 0 0,27 33-1 0 0,-19-17-614 0 0,27 47-1 0 0,-16-23-6696 0 0,-25-40 651 0 0</inkml:trace>
</inkml:ink>
</file>

<file path=ppt/ink/ink1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4:31.8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22 112 10594 0 0,'-21'-1'1110'0'0,"21"0"-1085"0"0,0 1-1 0 0,0 0 0 0 0,0-1 1 0 0,0 1-1 0 0,0 0 1 0 0,0-1-1 0 0,0 1 1 0 0,0-1-1 0 0,0 1 1 0 0,0 0-1 0 0,0-1 0 0 0,1 1 1 0 0,-1 0-1 0 0,0-1 1 0 0,0 1-1 0 0,0 0 1 0 0,0 0-1 0 0,1-1 1 0 0,-1 1-1 0 0,0 0 0 0 0,0-1 1 0 0,1 1-1 0 0,-1 0 1 0 0,0 0-1 0 0,1-1 1 0 0,-1 1-1 0 0,0 0 1 0 0,0 0-1 0 0,1 0 0 0 0,0-1 1 0 0,38-23 708 0 0,-34 22-677 0 0,19-11-523 0 0,0 1 0 0 0,0 2 1 0 0,1 0-1 0 0,0 2 0 0 0,52-10 0 0 0,-51 14 435 0 0</inkml:trace>
</inkml:ink>
</file>

<file path=ppt/ink/ink1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4:24.4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33 4161 0 0,'-2'-5'220'0'0,"1"4"-208"0"0,1 0-1 0 0,-1 0 1 0 0,1 0 0 0 0,0-1-1 0 0,-1 1 1 0 0,1 0-1 0 0,0 0 1 0 0,0 0-1 0 0,0-1 1 0 0,-1 1 0 0 0,1 0-1 0 0,1 0 1 0 0,-1 0-1 0 0,0-1 1 0 0,0 1-1 0 0,0 0 1 0 0,1 0-1 0 0,0-2 1 0 0,-2 0-12 0 0,-1 3 0 0 0</inkml:trace>
</inkml:ink>
</file>

<file path=ppt/ink/ink1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4:26.1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8 1376 0 0,'3'-7'3473'0'0,"1"23"-948"0"0,-2-10-2361 0 0,0 5 89 0 0,-1 0 0 0 0,0 1 1 0 0,0 13-1 0 0,4-45-410 0 0,-4 18 211 0 0,0-1 1 0 0,0 1-1 0 0,-1 0 1 0 0,1-1-1 0 0,-1 1 1 0 0,1 0 0 0 0,-1-1-1 0 0,0 1 1 0 0,0-1-1 0 0,0-4 1 0 0,-7-12 1375 0 0,3 17 154 0 0,2 12 59 0 0,6 10-1567 0 0,-4-9 642 0 0,-5-12 362 0 0,-8-17-3 0 0,10 13-1945 0 0</inkml:trace>
</inkml:ink>
</file>

<file path=ppt/ink/ink1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4:33.3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44 920 0 0,'-3'-3'189'0'0,"-3"-3"1934"0"0,0 0 0 0 0,1 0-1 0 0,0-16 7112 0 0,30 22-6014 0 0,-17 2-2843 0 0,0-1 1 0 0,0 1-1 0 0,-1 1 1 0 0,1-1-1 0 0,-1 1 0 0 0,0 1 1 0 0,11 6-1 0 0,46 33 19 0 0,-61-41-346 0 0,74 60-53 0 0,71 74 0 0 0,-71-62-3415 0 0</inkml:trace>
</inkml:ink>
</file>

<file path=ppt/ink/ink1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4:33.6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146 106 1376 0 0,'-1'-5'749'0'0,"0"0"1"0"0,0 0-1 0 0,0-1 0 0 0,1 1 0 0 0,0 0 0 0 0,0-1 0 0 0,0 1 0 0 0,1 0 1 0 0,0-1-1 0 0,2-7 0 0 0,-1-27 6504 0 0,-9 48-6385 0 0,-4 8-94 0 0,-14 30-75 0 0,-6 9-383 0 0,-36 94 0 0 0,61-124-1769 0 0,4-9-2451 0 0</inkml:trace>
</inkml:ink>
</file>

<file path=ppt/ink/ink1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4:34.1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205 169 456 0 0,'4'-14'1071'0'0,"0"-1"0"0"0,1 1 0 0 0,0 0 0 0 0,11-17 0 0 0,5-16 2561 0 0,-20 44-3236 0 0,0 1-1 0 0,0 0 0 0 0,-1 0 1 0 0,1-1-1 0 0,-1 1 0 0 0,1 0 1 0 0,-1-1-1 0 0,0 1 0 0 0,1-1 1 0 0,-2-4-1 0 0,1 7-332 0 0,0 0 1 0 0,-1-2 506 0 0,1 2-507 0 0,0 0 1 0 0,0 0-1 0 0,-1 0 1 0 0,1 0-1 0 0,0 0 0 0 0,0 0 1 0 0,0 0-1 0 0,0 0 0 0 0,-1 0 1 0 0,1 0-1 0 0,0 0 0 0 0,0-1 1 0 0,0 1-1 0 0,-1 0 1 0 0,1 0-1 0 0,0 0 0 0 0,0 0 1 0 0,0 0-1 0 0,0 0 0 0 0,-1 1 1 0 0,1-1-1 0 0,0 0 0 0 0,0 0 1 0 0,0 0-1 0 0,-1 0 0 0 0,1 0 1 0 0,0 0-1 0 0,0 0 1 0 0,0 0-1 0 0,-1 0 0 0 0,-13 13 1057 0 0,4-1-943 0 0,1 0 0 0 0,0 1 0 0 0,1-1-1 0 0,1 2 1 0 0,-9 19 0 0 0,-24 77-569 0 0,17-44 307 0 0,-39 125-2079 0 0,57-174-1584 0 0,10-26 1552 0 0,12-35 599 0 0,-15 40 1483 0 0,43-108 1927 0 0,62-105 0 0 0,-100 200-19 0 0,-14 23 966 0 0,-16 27-371 0 0,-61 120-1088 0 0,-17 30 104 0 0,99-180-1430 0 0,-1 0-158 0 0,1 0-1 0 0,0 0 1 0 0,0 1-1 0 0,0-1 1 0 0,0 1-1 0 0,1 0 1 0 0,-1-1-1 0 0,1 1 0 0 0,0 0 1 0 0,0 0-1 0 0,0 0 1 0 0,1 0-1 0 0,-1 8 1 0 0,4-8-776 0 0</inkml:trace>
</inkml:ink>
</file>

<file path=ppt/ink/ink1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4:34.4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2 3201 0 0,'0'0'66'0'0,"0"0"1"0"0,-1-1-1 0 0,1 1 1 0 0,0 0-1 0 0,0 0 1 0 0,-1 0-1 0 0,1 0 1 0 0,0 0-1 0 0,0-1 1 0 0,-1 1-1 0 0,1 0 1 0 0,0 0-1 0 0,0 0 1 0 0,-1 0 0 0 0,1 0-1 0 0,0 0 1 0 0,-1 0-1 0 0,1 0 1 0 0,0 0-1 0 0,0 0 1 0 0,-1 0-1 0 0,1 0 1 0 0,0 0-1 0 0,0 0 1 0 0,-1 0-1 0 0,1 1 1 0 0,0-1-1 0 0,-1 0 1 0 0,1 0-1 0 0,0 0 1 0 0,0 0-1 0 0,0 0 1 0 0,-1 1-1 0 0,1-1 1 0 0,0 0-1 0 0,0 0 1 0 0,0 0 0 0 0,-1 1-1 0 0,1 12 4973 0 0,6 8 212 0 0,-2-12-4519 0 0,-2-5-188 0 0,2 3 812 0 0</inkml:trace>
</inkml:ink>
</file>

<file path=ppt/ink/ink1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4:56.8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70 920 0 0,'33'-1'630'0'0,"3"1"89"0"0,0 1-1 0 0,0 1 0 0 0,40 8 1 0 0,-1 4 569 0 0,1-4 1 0 0,120 1-1 0 0,154-25 1084 0 0,-108 3-571 0 0,-120 8-1434 0 0,228-34 0 0 0,-299 26-550 0 0,140-23 737 0 0,-159 30-191 0 0,0 2 0 0 0,1 1 0 0 0,61 6 0 0 0,-72 0-1077 0 0,1 1-1 0 0,-1 1 0 0 0,0 1 1 0 0,30 15-1 0 0,-36-15-722 0 0,-2-2 366 0 0</inkml:trace>
</inkml:ink>
</file>

<file path=ppt/ink/ink1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4:59.7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63 31 6449 0 0,'-3'-1'212'0'0,"-1"0"0"0"0,1 1-1 0 0,0-1 1 0 0,-1 1-1 0 0,1 0 1 0 0,0 0 0 0 0,-1 0-1 0 0,1 0 1 0 0,-4 1-1 0 0,-18 6 7457 0 0,32-5-6754 0 0,9 1-129 0 0,14-5 436 0 0,42-6-1 0 0,-41 3-479 0 0,43-1-1 0 0,8 8-484 0 0,53-2-499 0 0,-110-2-1327 0 0,41-8 0 0 0,-32 1-5290 0 0</inkml:trace>
</inkml:ink>
</file>

<file path=ppt/ink/ink1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5:00.0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63 8754 0 0,'0'0'29'0'0,"0"0"0"0"0,0 0 1 0 0,0 0-1 0 0,0 0 0 0 0,1 0 0 0 0,-1 0 1 0 0,0 0-1 0 0,0-1 0 0 0,0 1 0 0 0,0 0 1 0 0,0 0-1 0 0,0 0 0 0 0,0 0 0 0 0,0 0 1 0 0,0 0-1 0 0,0 0 0 0 0,1 0 0 0 0,-1 0 1 0 0,0 0-1 0 0,0 0 0 0 0,0 0 0 0 0,0 0 1 0 0,0-1-1 0 0,0 1 0 0 0,0 0 1 0 0,0 0-1 0 0,0 0 0 0 0,0 0 0 0 0,0 0 1 0 0,0 0-1 0 0,0 0 0 0 0,0 0 0 0 0,0-1 1 0 0,0 1-1 0 0,0 0 0 0 0,0 0 0 0 0,0 0 1 0 0,0 0-1 0 0,0 0 0 0 0,0 0 0 0 0,0 0 1 0 0,0 0-1 0 0,0 0 0 0 0,0-1 0 0 0,0 1 1 0 0,0 0-1 0 0,0 0 0 0 0,0 0 0 0 0,0 0 1 0 0,0 0-1 0 0,0 0 0 0 0,-1 0 0 0 0,1 0 1 0 0,0 0-1 0 0,0 0 0 0 0,0 0 0 0 0,0-1 1 0 0,0 1-1 0 0,0 0 0 0 0,0 0 0 0 0,0 0 1 0 0,0 0-1 0 0,0 0 0 0 0,-1 0 0 0 0,17-7 1107 0 0,18-3 324 0 0,14 0 1116 0 0,81-7 0 0 0,-31 7-3647 0 0,-79 7-114 0 0</inkml:trace>
</inkml:ink>
</file>

<file path=ppt/ink/ink1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5:00.4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 17 456 0 0,'-11'-16'14308'0'0,"10"29"-14293"0"0,-5 24 1886 0 0,-2 31-648 0 0,7-62-1177 0 0,1 0 0 0 0,0 0-1 0 0,0 0 1 0 0,1 0 0 0 0,0 0 0 0 0,0-1-1 0 0,0 1 1 0 0,3 7 0 0 0,-3-11-74 0 0,0-1 0 0 0,0 0 1 0 0,0 1-1 0 0,0-1 0 0 0,0 0 1 0 0,1 1-1 0 0,-1-1 0 0 0,0 0 1 0 0,1 0-1 0 0,-1 0 0 0 0,1 0 1 0 0,-1 0-1 0 0,1-1 0 0 0,-1 1 1 0 0,1 0-1 0 0,0-1 0 0 0,-1 1 1 0 0,1-1-1 0 0,0 1 0 0 0,0-1 1 0 0,-1 0-1 0 0,1 0 0 0 0,0 0 1 0 0,0 0-1 0 0,2 0 0 0 0,53-8-27 0 0,-38 4-17 0 0,-9 3-32 0 0,0 0 0 0 0,0 1-1 0 0,0 0 1 0 0,0 0 0 0 0,0 1 0 0 0,0 1 0 0 0,0 0 0 0 0,-1 0-1 0 0,1 0 1 0 0,11 6 0 0 0,-18-7-35 0 0,1 1-1 0 0,-1-1 1 0 0,0 1 0 0 0,1 0-1 0 0,-1 0 1 0 0,0 1 0 0 0,0-1-1 0 0,0 0 1 0 0,-1 1-1 0 0,1 0 1 0 0,0 0 0 0 0,-1-1-1 0 0,0 2 1 0 0,0-1 0 0 0,0 0-1 0 0,0 0 1 0 0,0 1-1 0 0,-1-1 1 0 0,1 1 0 0 0,-1-1-1 0 0,0 1 1 0 0,0-1 0 0 0,0 1-1 0 0,-1 0 1 0 0,1 0 0 0 0,-1-1-1 0 0,0 1 1 0 0,0 0-1 0 0,0 0 1 0 0,-2 4 0 0 0,1 2 81 0 0,-2-1 1 0 0,0 0-1 0 0,0 0 1 0 0,0 0-1 0 0,-1-1 1 0 0,0 1-1 0 0,-1-1 1 0 0,0 0-1 0 0,0 0 1 0 0,-8 8-1 0 0,3-5-292 0 0</inkml:trace>
</inkml:ink>
</file>

<file path=ppt/ink/ink1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5:00.8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0 219 6913 0 0,'0'0'529'0'0,"27"18"4496"0"0,-12-3-3785 0 0,0 0 0 0 0,0 2-1 0 0,13 19 1 0 0,-20-24-897 0 0,1 0 0 0 0,1 0-1 0 0,0-1 1 0 0,0 0-1 0 0,1-1 1 0 0,0 0 0 0 0,1 0-1 0 0,20 11 1 0 0,-31-20-279 0 0,0-1 0 0 0,0 1 0 0 0,0-1 0 0 0,0 1 0 0 0,0-1 0 0 0,0 1 0 0 0,1-1 0 0 0,-1 0 1 0 0,0 0-1 0 0,0 0 0 0 0,0 1 0 0 0,1-1 0 0 0,-1 0 0 0 0,0 0 0 0 0,0 0 0 0 0,1-1 0 0 0,-1 1 0 0 0,0 0 0 0 0,0 0 1 0 0,0-1-1 0 0,0 1 0 0 0,1-1 0 0 0,-1 1 0 0 0,0-1 0 0 0,2 0 0 0 0,-2-1 7 0 0,1 0 0 0 0,0 0 0 0 0,-1 0 0 0 0,1 0-1 0 0,-1 0 1 0 0,0 0 0 0 0,0 0 0 0 0,0 0 0 0 0,0-1 0 0 0,0 1 0 0 0,0 0-1 0 0,0-3 1 0 0,2-9 133 0 0,-1 1 0 0 0,-1 0 0 0 0,0-21 0 0 0,-1 34-201 0 0,-7-106 628 0 0,4 78-817 0 0,0 0 1 0 0,2 0 0 0 0,1 1-1 0 0,8-54 1 0 0,-4 67-593 0 0,1 1-171 0 0</inkml:trace>
</inkml:ink>
</file>

<file path=ppt/ink/ink1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5:02.4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89 2761 0 0,'0'0'206'0'0,"8"29"5060"0"0,-8-28-5082 0 0,1 0-1 0 0,-1 0 1 0 0,0-1 0 0 0,0 1-1 0 0,0 0 1 0 0,1 0-1 0 0,-1-1 1 0 0,0 1-1 0 0,1 0 1 0 0,-1-1 0 0 0,1 1-1 0 0,-1 0 1 0 0,1-1-1 0 0,-1 1 1 0 0,1-1 0 0 0,-1 1-1 0 0,1-1 1 0 0,0 1-1 0 0,-1-1 1 0 0,1 1-1 0 0,0-1 1 0 0,-1 1 0 0 0,1-1-1 0 0,0 0 1 0 0,-1 0-1 0 0,1 1 1 0 0,0-1 0 0 0,0 0-1 0 0,-1 0 1 0 0,1 0-1 0 0,0 0 1 0 0,0 0 0 0 0,1 0-1 0 0,-1-1-95 0 0,-1 0 0 0 0,1 0 0 0 0,0 0-1 0 0,-1 0 1 0 0,1-1 0 0 0,-1 1 0 0 0,1 0 0 0 0,-1 0 0 0 0,0-1-1 0 0,1 1 1 0 0,-1 0 0 0 0,0-1 0 0 0,0 1 0 0 0,0 0 0 0 0,0-1 0 0 0,0 1-1 0 0,-1-2 1 0 0,-2-26 1816 0 0,3 29-1895 0 0,-5-29 965 0 0,4 41-626 0 0,1-10-336 0 0,-1 0 1 0 0,1-1 0 0 0,0 1-1 0 0,0 0 1 0 0,0 0-1 0 0,0-1 1 0 0,0 1 0 0 0,0 0-1 0 0,0 0 1 0 0,0-1-1 0 0,1 1 1 0 0,-1 0 0 0 0,1 0-1 0 0,-1-1 1 0 0,1 1-1 0 0,0-1 1 0 0,0 1 0 0 0,0 0-1 0 0,1 1 1 0 0,-2-3-2 0 0,1 0 0 0 0,-1 0 1 0 0,0 0-1 0 0,1-1 0 0 0,-1 1 0 0 0,0 0 1 0 0,1 0-1 0 0,-1 0 0 0 0,0-1 0 0 0,0 1 1 0 0,1 0-1 0 0,-1 0 0 0 0,0 0 0 0 0,1-1 1 0 0,-1 1-1 0 0,0 0 0 0 0,0-1 1 0 0,0 1-1 0 0,1 0 0 0 0,-1-1 0 0 0,0 1 1 0 0,0 0-1 0 0,0-1 0 0 0,0 1 0 0 0,0 0 1 0 0,0-1-1 0 0,0 1 0 0 0,0 0 0 0 0,0-1 1 0 0,0 1-1 0 0,0-1 0 0 0,0 1 0 0 0,0 0 1 0 0,0-1-1 0 0,4-18 298 0 0,-4 18-399 0 0,-3-49 90 0 0,3 54-34 0 0,0 0 0 0 0,1 0 0 0 0,0 0 0 0 0,0 0 0 0 0,0 0 0 0 0,0 0 0 0 0,0 0 0 0 0,1-1 0 0 0,0 1 0 0 0,0-1 0 0 0,3 6 0 0 0,-4-8 30 0 0,0 0 0 0 0,0 1 0 0 0,0-1-1 0 0,0 0 1 0 0,0 0 0 0 0,1 1 0 0 0,-1-1 0 0 0,0 0 0 0 0,1 0-1 0 0,-1 0 1 0 0,0-1 0 0 0,1 1 0 0 0,-1 0 0 0 0,1 0 0 0 0,-1-1-1 0 0,1 1 1 0 0,0-1 0 0 0,-1 1 0 0 0,1-1 0 0 0,0 0 0 0 0,-1 0-1 0 0,1 0 1 0 0,0 0 0 0 0,-1 0 0 0 0,1 0 0 0 0,0 0 0 0 0,-1 0-1 0 0,1-1 1 0 0,0 1 0 0 0,-1-1 0 0 0,2 0 0 0 0,-1 0 40 0 0,-1 0 1 0 0,0 0-1 0 0,0 0 0 0 0,1 0 1 0 0,-1-1-1 0 0,0 1 0 0 0,0 0 1 0 0,-1-1-1 0 0,1 1 1 0 0,0-1-1 0 0,0 1 0 0 0,-1-1 1 0 0,1 1-1 0 0,0-1 0 0 0,-1 1 1 0 0,0-1-1 0 0,1 0 1 0 0,-1 1-1 0 0,0-1 0 0 0,0 1 1 0 0,0-1-1 0 0,0 0 1 0 0,0 1-1 0 0,0-1 0 0 0,0 0 1 0 0,-1 1-1 0 0,1-1 0 0 0,-2-2 1 0 0,2 2 12 0 0,0-1 1 0 0,-1 1-1 0 0,0 0 1 0 0,1 0-1 0 0,-1-1 1 0 0,0 1-1 0 0,0 0 1 0 0,0 0-1 0 0,0 0 0 0 0,-1 0 1 0 0,1 0-1 0 0,0 0 1 0 0,-1 1-1 0 0,1-1 1 0 0,-1 0-1 0 0,0 1 1 0 0,0-1-1 0 0,1 1 1 0 0,-1 0-1 0 0,-3-2 1 0 0,-17 14-7120 0 0</inkml:trace>
</inkml:ink>
</file>

<file path=ppt/ink/ink1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5:03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45 46 3225 0 0,'-44'-17'12187'0'0,"64"11"-10946"0"0,-18 5-956 0 0,21-5 124 0 0,0 1-1 0 0,0 1 1 0 0,1 1-1 0 0,43-1 0 0 0,-45 5-1010 0 0,0 1 0 0 0,41 8 0 0 0,-45-6-5570 0 0</inkml:trace>
</inkml:ink>
</file>

<file path=ppt/ink/ink1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5:05.2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 6 6913 0 0,'-1'0'114'0'0,"1"-1"0"0"0,0 1 0 0 0,-1-1-1 0 0,1 1 1 0 0,-1-1 0 0 0,1 1 0 0 0,-1 0-1 0 0,1-1 1 0 0,-1 1 0 0 0,1 0-1 0 0,-1-1 1 0 0,1 1 0 0 0,-1 0 0 0 0,0 0-1 0 0,1 0 1 0 0,-1-1 0 0 0,1 1-1 0 0,-1 0 1 0 0,0 0 0 0 0,1 0 0 0 0,-1 0-1 0 0,-1 0 1 0 0,2 13 4590 0 0,0 3-4530 0 0,2 55 1270 0 0,2-1 0 0 0,16 81 0 0 0,-9-74-1279 0 0,9 48-2472 0 0,-14-90-3720 0 0</inkml:trace>
</inkml:ink>
</file>

<file path=ppt/ink/ink1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5:05.6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24 10138 0 0,'0'0'26'0'0,"-1"0"0"0"0,1 0 0 0 0,-1 1 0 0 0,1-1 0 0 0,-1 0 0 0 0,1 0 0 0 0,0 1 0 0 0,-1-1 0 0 0,1 0 0 0 0,-1 1-1 0 0,1-1 1 0 0,0 0 0 0 0,-1 1 0 0 0,1-1 0 0 0,0 0 0 0 0,-1 1 0 0 0,1-1 0 0 0,0 1 0 0 0,-1-1 0 0 0,1 1 0 0 0,0-1 0 0 0,0 1 0 0 0,0-1 0 0 0,0 1 0 0 0,-1-1-1 0 0,1 1 1 0 0,0-1 0 0 0,0 1 0 0 0,0-1 0 0 0,0 1 0 0 0,0-1 0 0 0,0 1 0 0 0,0-1 0 0 0,0 1 0 0 0,1-1 0 0 0,-1 2 0 0 0,0 28 758 0 0,0-22-374 0 0,0 15-239 0 0,1-1 1 0 0,2 1-1 0 0,0-1 0 0 0,1 1 0 0 0,1-1 1 0 0,1-1-1 0 0,1 1 0 0 0,18 38 1 0 0,-21-53-323 0 0,0 1 0 0 0,0-1 0 0 0,1 0 0 0 0,0 0 1 0 0,0 0-1 0 0,1 0 0 0 0,0-1 0 0 0,0 0 0 0 0,0-1 1 0 0,1 1-1 0 0,0-1 0 0 0,0 0 0 0 0,0-1 0 0 0,0 0 1 0 0,1 0-1 0 0,0 0 0 0 0,0-1 0 0 0,0 0 0 0 0,0-1 1 0 0,0 0-1 0 0,1 0 0 0 0,-1-1 0 0 0,1 0 0 0 0,-1 0 1 0 0,1-1-1 0 0,10-1 0 0 0,-14 1 171 0 0,0-1 0 0 0,-1 0 0 0 0,1 0 1 0 0,-1 0-1 0 0,0-1 0 0 0,1 0 0 0 0,-1 0 0 0 0,0 0 0 0 0,0 0 0 0 0,0 0 1 0 0,0-1-1 0 0,0 0 0 0 0,5-5 0 0 0,-3 2 98 0 0,0 0 1 0 0,-1-1-1 0 0,0 0 1 0 0,0 0-1 0 0,0-1 1 0 0,-1 1-1 0 0,4-10 1 0 0,-3 7 17 0 0,-1 0 1 0 0,-1-1 0 0 0,0 1 0 0 0,0-1 0 0 0,-1 0-1 0 0,0 0 1 0 0,-1 0 0 0 0,0 0 0 0 0,-1 0 0 0 0,-1-1 0 0 0,-2-20-1 0 0,-1 22 66 0 0,1-1 0 0 0,-2 1-1 0 0,0 0 1 0 0,0 1 0 0 0,0-1-1 0 0,-1 1 1 0 0,-1 0-1 0 0,0 0 1 0 0,0 1 0 0 0,-1 0-1 0 0,1 0 1 0 0,-2 0 0 0 0,-12-8-1 0 0,13 10 0 0 0,1 1 1 0 0,-1 0-1 0 0,0 0 0 0 0,-1 1 0 0 0,1 0 0 0 0,-1 0 0 0 0,1 1 1 0 0,-1 0-1 0 0,0 1 0 0 0,0 0 0 0 0,0 0 0 0 0,-1 1 0 0 0,1 0 1 0 0,0 1-1 0 0,-1 0 0 0 0,-11 1 0 0 0,17 0-408 0 0,1 0-1 0 0,-1 0 0 0 0,0 0 1 0 0,0 0-1 0 0,1 1 1 0 0,-1 0-1 0 0,1-1 1 0 0,-1 1-1 0 0,1 1 1 0 0,0-1-1 0 0,-1 0 1 0 0,-3 5-1 0 0,3 0-831 0 0</inkml:trace>
</inkml:ink>
</file>

<file path=ppt/ink/ink1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5:06.0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51 456 0 0,'-16'7'6694'0'0,"25"-9"-3769"0"0,19-5-486 0 0,46-18 0 0 0,-24 7-2928 0 0,-36 12-316 0 0</inkml:trace>
</inkml:ink>
</file>

<file path=ppt/ink/ink1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5:06.2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1 10594 0 0,'-3'-1'5581'0'0,"0"10"-2273"0"0,2 28-1407 0 0,5 47-2248 0 0,0-32 120 0 0,0 17-928 0 0,1-24-4024 0 0,1-11-1055 0 0</inkml:trace>
</inkml:ink>
</file>

<file path=ppt/ink/ink1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5:06.6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57 4609 0 0,'0'-2'381'0'0,"0"-1"-1"0"0,0 1 1 0 0,1-1 0 0 0,-1 1 0 0 0,1 0-1 0 0,-1-1 1 0 0,1 1 0 0 0,0 0 0 0 0,0-1-1 0 0,0 1 1 0 0,1 0 0 0 0,-1 0 0 0 0,0 0-1 0 0,1 0 1 0 0,-1 0 0 0 0,1 0 0 0 0,0 0-1 0 0,0 1 1 0 0,-1-1 0 0 0,1 0 0 0 0,0 1-1 0 0,0 0 1 0 0,1-1 0 0 0,-1 1 0 0 0,0 0-1 0 0,0 0 1 0 0,1 0 0 0 0,-1 1 0 0 0,0-1-1 0 0,4 0 1 0 0,-4 0-224 0 0,0 1-1 0 0,1 0 1 0 0,-1 0-1 0 0,0 0 1 0 0,0 0-1 0 0,1 0 1 0 0,-1 1-1 0 0,0-1 1 0 0,0 1-1 0 0,1-1 1 0 0,-1 1-1 0 0,0 0 1 0 0,0 0-1 0 0,0 0 1 0 0,0 0-1 0 0,0 0 1 0 0,0 0-1 0 0,0 0 0 0 0,0 1 1 0 0,0-1-1 0 0,1 3 1 0 0,3 3-150 0 0,0 0 1 0 0,0 1-1 0 0,-1 0 1 0 0,-1 0-1 0 0,1 0 1 0 0,-1 1-1 0 0,0-1 1 0 0,-1 1-1 0 0,0 0 0 0 0,-1 0 1 0 0,0 0-1 0 0,2 11 1 0 0,-2 11-441 0 0,0 0 0 0 0,-4 41 0 0 0,1 21 208 0 0,1-92 276 0 0,0 1 0 0 0,0 0 0 0 0,0-1-1 0 0,1 1 1 0 0,-1-1 0 0 0,0 1 0 0 0,1-1 0 0 0,-1 1 0 0 0,1-1 0 0 0,-1 0 0 0 0,1 1 0 0 0,0-1-1 0 0,-1 1 1 0 0,1-1 0 0 0,0 0 0 0 0,0 0 0 0 0,0 0 0 0 0,0 1 0 0 0,0-1 0 0 0,0 0 0 0 0,1 0-1 0 0,-1 0 1 0 0,0-1 0 0 0,2 2 0 0 0,0-1 23 0 0,0 0 0 0 0,0 0 1 0 0,0-1-1 0 0,0 1 0 0 0,0-1 0 0 0,0 0 1 0 0,-1 0-1 0 0,1 0 0 0 0,0 0 0 0 0,0 0 0 0 0,0-1 1 0 0,3 0-1 0 0,9-4 146 0 0,0 0 1 0 0,-1 0 0 0 0,24-13-1 0 0,-37 17-218 0 0,39-20 175 0 0,-16 7-1096 0 0,1 1-1 0 0,37-13 1 0 0,-42 21-5982 0 0</inkml:trace>
</inkml:ink>
</file>

<file path=ppt/ink/ink1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5:31.7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8754 0 0,'3'11'7724'0'0,"-1"-3"-7608"0"0,-1-1 0 0 0,1 1 0 0 0,-1-1 0 0 0,-1 16 0 0 0,5 22-1612 0 0,-4-39 505 0 0</inkml:trace>
</inkml:ink>
</file>

<file path=ppt/ink/ink1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5:32.1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70 10594 0 0,'4'-36'1139'0'0,"-2"16"352"0"0,-1 6 2459 0 0,0 23-3200 0 0,0 0-1 0 0,1-1 1 0 0,0 1-1 0 0,4 10 0 0 0,4 18-556 0 0,29 152-131 0 0,-7-65-4605 0 0,-24-98-1624 0 0</inkml:trace>
</inkml:ink>
</file>

<file path=ppt/ink/ink1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5:30.8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0 4041 0 0,'-2'42'432'0'0,"2"-40"-432"0"0,1-1 0 0 0,-1 1 0 0 0,1 0 0 0 0,0 0 0 0 0,0-1 0 0 0,0 1 0 0 0,0-1 0 0 0,0 1 0 0 0,0 0 0 0 0,0-1 0 0 0,3 3 0 0 0,-3-3 0 0 0,1 1 0 0 0,-1-1 0 0 0,0 1 0 0 0,1 0 0 0 0,-1-1 0 0 0,0 1 0 0 0,0 0 0 0 0,0 0 0 0 0,1 3 0 0 0,-1-2 0 0 0</inkml:trace>
</inkml:ink>
</file>

<file path=ppt/ink/ink1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5:31.1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64 166 5057 0 0,'-2'-9'105'0'0,"-1"0"0"0"0,0 0 0 0 0,0 0 0 0 0,-7-12 1 0 0,-8-21 420 0 0,5 1 1244 0 0,2 16 2267 0 0,19 51 969 0 0,-1 23-4446 0 0,-3-23-144 0 0,26 312-295 0 0,-29-281-544 0 0</inkml:trace>
</inkml:ink>
</file>

<file path=ppt/ink/ink1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5:33.9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0 456 0 0,'1'3'266'0'0,"0"-1"0"0"0,0 1-1 0 0,0 0 1 0 0,0 0 0 0 0,-1-1 0 0 0,0 1-1 0 0,1 0 1 0 0,-1 0 0 0 0,0 5 0 0 0,19 26 11448 0 0,-19-35-11563 0 0,-6-6-116 0 0,-5 1 62 0 0,11 7 106 0 0,0 0-192 0 0,0-1-1 0 0,0 0 1 0 0,0 1 0 0 0,0-1 0 0 0,0 0 0 0 0,0 1-1 0 0,-1-1 1 0 0,1 0 0 0 0,0 1 0 0 0,0-1 0 0 0,0 0-1 0 0,0 1 1 0 0,0-1 0 0 0,0 1 0 0 0,0-1 0 0 0,0 0 0 0 0,1 1-1 0 0,-1-1 1 0 0,0 0 0 0 0,0 1 0 0 0,0-1 0 0 0,0 0-1 0 0,0 1 1 0 0,1-1 0 0 0,-1 0 0 0 0,0 0 0 0 0,0 1-1 0 0,0-1 1 0 0,1 0 0 0 0,-1 1 0 0 0,0-1 0 0 0,0 0 0 0 0,1 0-1 0 0,-1 0 1 0 0,0 1 0 0 0,1-1 0 0 0,-1 0 0 0 0,0 0-1 0 0,1 0 1 0 0,-1 0 0 0 0,0 0 0 0 0,1 1 0 0 0,-1-1-1 0 0,0 0 1 0 0,1 0 0 0 0,-1 0 0 0 0,1 0 0 0 0,0-1-10 0 0,18-8 257 0 0,-18 9-215 0 0,-1 0-1 0 0,0 0 1 0 0,0 0 0 0 0,1 0 0 0 0,-1 0 0 0 0,0 0 0 0 0,0 0-1 0 0,1-1 1 0 0,-1 1 0 0 0,0 0 0 0 0,0 0 0 0 0,1 0 0 0 0,-1 0-1 0 0,0-1 1 0 0,0 1 0 0 0,1 0 0 0 0,-1 0 0 0 0,0 0-1 0 0,0-1 1 0 0,0 1 0 0 0,0 0 0 0 0,1 0 0 0 0,-1 0 0 0 0,0-1-1 0 0,0 1 1 0 0,0 0 0 0 0,0-1 0 0 0,0 1 0 0 0,0 0 0 0 0,0 0-1 0 0,0-1 1 0 0,0 1 0 0 0,1 0 0 0 0,-1 0 0 0 0,0-1-1 0 0,-1 1 1 0 0,1 0 0 0 0,0-1 0 0 0,0 1 0 0 0,0 0 0 0 0,0 0-1 0 0,0-1 1 0 0,0 1 0 0 0,0 0 0 0 0,0-1 0 0 0,0 1-1 0 0,0 0 1 0 0,-1 0 0 0 0,1 0 0 0 0,0-1 0 0 0,0 1 0 0 0,0 0-1 0 0,-1 0 1 0 0,1 0 0 0 0,0-1 0 0 0,0 1 0 0 0,0 0 0 0 0,-1 0-1 0 0,1 0 1 0 0,-1-1 0 0 0,0 2 29 0 0,0-1 0 0 0,-1 0-1 0 0,1 1 1 0 0,0-1 0 0 0,-1 1 0 0 0,1-1 0 0 0,0 1 0 0 0,-1 0-1 0 0,1-1 1 0 0,0 1 0 0 0,0 0 0 0 0,0 0 0 0 0,0 0 0 0 0,0 0-1 0 0,0 0 1 0 0,0 0 0 0 0,0 0 0 0 0,0 0 0 0 0,0 0-1 0 0,-1 2 1 0 0,1 1-30 0 0,1 0 0 0 0,-1 0 0 0 0,0 0 0 0 0,1 0 0 0 0,0 0 0 0 0,0 0 0 0 0,1 8 0 0 0,-1-11-114 0 0,0-1 0 0 0,0 1 0 0 0,0 0 0 0 0,0-1 0 0 0,0 1 0 0 0,0-1 0 0 0,0 1 0 0 0,0-1 0 0 0,0 1 0 0 0,0-1 0 0 0,0 1 0 0 0,1 0 0 0 0,-1-1 0 0 0,0 1 0 0 0,0-1 0 0 0,1 1 0 0 0,-1-1 0 0 0,0 1 0 0 0,1-1 0 0 0,-1 0 0 0 0,0 1 0 0 0,1-1 0 0 0,-1 1 0 0 0,0-1 0 0 0,1 0 0 0 0,-1 1 0 0 0,1-1 0 0 0,-1 0 0 0 0,1 1-1 0 0,-1-1 1 0 0,1 0 0 0 0,-1 0 0 0 0,1 0 0 0 0,-1 1 0 0 0,1-1 0 0 0,-1 0 0 0 0,1 0 0 0 0,0 0 0 0 0,-1 0 0 0 0,1 0 0 0 0,-1 0 0 0 0,1 0 0 0 0,-1 0 0 0 0,1 0 0 0 0,0 0 0 0 0,-1 0 0 0 0,1-1 0 0 0,-1 1 0 0 0,1 0 0 0 0,-1 0 0 0 0,1 0 0 0 0,-1-1 0 0 0,1 1 0 0 0,-1 0 0 0 0,1-1 0 0 0,-1 1 0 0 0,0 0 0 0 0,1-1 0 0 0,-1 1 0 0 0,1-1 0 0 0,-1 1 0 0 0,0 0 0 0 0,1-1 0 0 0,-1 1 0 0 0,0-1 0 0 0,1 0 0 0 0,4-6-2767 0 0</inkml:trace>
</inkml:ink>
</file>

<file path=ppt/ink/ink1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5:36.0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12 1376 0 0,'-13'-3'-519'0'0,"-17"-6"9304"0"0,47 13-7179 0 0,9-1-1048 0 0,-1 0 0 0 0,1-2 0 0 0,-1-1 1 0 0,33-4-1 0 0,43 1 658 0 0,-30 7-592 0 0,-2 1-1739 0 0,120-9 1 0 0,-150-1-3878 0 0</inkml:trace>
</inkml:ink>
</file>

<file path=ppt/ink/ink1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5:36.8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90 4145 0 0,'4'-9'752'0'0,"-1"0"1"0"0,0-1-1 0 0,-1 1 1 0 0,0-1-1 0 0,-1 0 1 0 0,0 0-1 0 0,0-12 1 0 0,4 95 3714 0 0,-2-50-4307 0 0,1 0-1 0 0,1-1 0 0 0,2 1 1 0 0,0-1-1 0 0,1 0 0 0 0,12 23 0 0 0,-19-42-142 0 0,1-1 0 0 0,-1 1-1 0 0,1 0 1 0 0,0-1 0 0 0,0 1-1 0 0,0-1 1 0 0,0 1 0 0 0,0-1-1 0 0,0 0 1 0 0,1 0 0 0 0,-1 0-1 0 0,1 0 1 0 0,0 0 0 0 0,-1-1-1 0 0,1 1 1 0 0,0-1-1 0 0,0 1 1 0 0,0-1 0 0 0,0 0-1 0 0,0-1 1 0 0,0 1 0 0 0,0 0-1 0 0,0-1 1 0 0,1 0 0 0 0,-1 1-1 0 0,5-2 1 0 0,-1 0-144 0 0,0 0 0 0 0,0-1 0 0 0,0-1 0 0 0,-1 1 0 0 0,1-1 0 0 0,-1 0 0 0 0,1 0 0 0 0,-1-1 0 0 0,0 0 0 0 0,9-7 0 0 0,19-5-3744 0 0,-24 12 2640 0 0,-4 2 407 0 0</inkml:trace>
</inkml:ink>
</file>

<file path=ppt/ink/ink1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5:37.0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0 1840 0 0,'-24'7'14025'0'0,"29"3"-12826"0"0,4 5-645 0 0,-1 0 0 0 0,0 1 0 0 0,-1 0 1 0 0,-1 1-1 0 0,7 26 0 0 0,9 26-1814 0 0,-18-59 207 0 0,1 0 0 0 0,0 1 0 0 0,0-2 0 0 0,10 14 0 0 0</inkml:trace>
</inkml:ink>
</file>

<file path=ppt/ink/ink1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5:37.5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31 4609 0 0,'-18'-30'11253'0'0,"18"30"-11129"0"0,6 1 113 0 0,-1 0 0 0 0,0 1 0 0 0,0 0 1 0 0,0 0-1 0 0,0 1 0 0 0,0-1 0 0 0,0 1 0 0 0,-1 0 0 0 0,1 1 0 0 0,4 3 1 0 0,7 4 154 0 0,3 3 68 0 0,29 28 1 0 0,-30-26-800 0 0,32 23-1 0 0,-43-34-461 0 0,1-1-1 0 0,0 0 0 0 0,0 0 0 0 0,13 4 1 0 0</inkml:trace>
</inkml:ink>
</file>

<file path=ppt/ink/ink1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5:37.7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7 2304 0 0,'-8'-7'8390'0'0,"7"13"-7197"0"0,-2 26 269 0 0,-12 125 2407 0 0,14-129-4888 0 0,1 0 1 0 0,1 1 0 0 0,9 45-1 0 0,-7-59-306 0 0</inkml:trace>
</inkml:ink>
</file>

<file path=ppt/ink/ink1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5:38.0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2761 0 0,'-1'10'7439'0'0,"2"-9"-7253"0"0,7 23 1190 0 0,-5-15-559 0 0,7 19 156 0 0,1 6 847 0 0,20 39 0 0 0,-2-25-2432 0 0,-23-41-214 0 0,-1-1-1 0 0,1 0 1 0 0,0 0-1 0 0,11 8 1 0 0,-5-4-4524 0 0</inkml:trace>
</inkml:ink>
</file>

<file path=ppt/ink/ink1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5:38.3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0 9674 0 0,'-1'0'157'0'0,"0"1"-1"0"0,0-1 0 0 0,-1 1 1 0 0,1 0-1 0 0,0-1 1 0 0,0 1-1 0 0,-1 0 1 0 0,1-1-1 0 0,0 1 1 0 0,0 0-1 0 0,0 0 1 0 0,0 0-1 0 0,0 0 1 0 0,1 0-1 0 0,-1 0 1 0 0,0 0-1 0 0,0 1 1 0 0,1-1-1 0 0,-1 0 0 0 0,0 0 1 0 0,1 1-1 0 0,-1-1 1 0 0,1 0-1 0 0,0 1 1 0 0,-1-1-1 0 0,1 0 1 0 0,0 1-1 0 0,0-1 1 0 0,0 0-1 0 0,0 3 1 0 0,0 46 1405 0 0,2-37-1528 0 0,0-1-1 0 0,1 1 1 0 0,0-1-1 0 0,0 0 1 0 0,2 0-1 0 0,-1 0 1 0 0,10 15-1 0 0,-12-23-64 0 0,0 0-1 0 0,0-1 0 0 0,0 1 1 0 0,1-1-1 0 0,-1 1 0 0 0,1-1 0 0 0,0 0 1 0 0,0 0-1 0 0,0 0 0 0 0,1-1 1 0 0,-1 1-1 0 0,0-1 0 0 0,1 0 0 0 0,0 0 1 0 0,0 0-1 0 0,-1 0 0 0 0,1-1 1 0 0,0 1-1 0 0,0-1 0 0 0,1 0 1 0 0,-1 0-1 0 0,0-1 0 0 0,0 1 0 0 0,0-1 1 0 0,0 0-1 0 0,5 0 0 0 0,-6 0-12 0 0,0-1 0 0 0,-1 1-1 0 0,1-1 1 0 0,0 1-1 0 0,0-1 1 0 0,-1 0 0 0 0,1 0-1 0 0,-1 0 1 0 0,1 0-1 0 0,-1-1 1 0 0,1 1 0 0 0,-1-1-1 0 0,0 1 1 0 0,1-1-1 0 0,-1 0 1 0 0,0 0 0 0 0,0 0-1 0 0,-1 0 1 0 0,1 0-1 0 0,2-4 1 0 0,-2 2 57 0 0,-1 1 0 0 0,1-1 0 0 0,-1 0 0 0 0,0 0 1 0 0,-1 1-1 0 0,1-1 0 0 0,0 0 0 0 0,-1 0 0 0 0,0 0 0 0 0,0 0 0 0 0,0 0 0 0 0,-1 0 1 0 0,0-4-1 0 0,-1-1 153 0 0,0 0 1 0 0,-1 0-1 0 0,0 0 0 0 0,0 1 1 0 0,-1-1-1 0 0,0 1 1 0 0,-1 0-1 0 0,0 0 0 0 0,0 1 1 0 0,0-1-1 0 0,-13-11 1 0 0,-21-8-2042 0 0</inkml:trace>
</inkml:ink>
</file>

<file path=ppt/ink/ink1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5:38.6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87 6449 0 0,'58'-32'6634'0'0,"-53"29"-6504"0"0,46-30 2451 0 0,-13 17-7081 0 0,-30 13 2224 0 0</inkml:trace>
</inkml:ink>
</file>

<file path=ppt/ink/ink1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5:38.9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0 6913 0 0,'-3'4'3635'0'0,"5"8"-1497"0"0,7 18-136 0 0,-7-23-1261 0 0,23 94 1882 0 0,-15-55-3509 0 0,2-1-3708 0 0,-4-20-816 0 0</inkml:trace>
</inkml:ink>
</file>

<file path=ppt/ink/ink1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5:39.1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3 10594 0 0,'-11'-2'4885'0'0,"11"2"-4771"0"0,0 1 1 0 0,0-1-1 0 0,0 0 0 0 0,0 0 1 0 0,-1 1-1 0 0,1-1 1 0 0,0 0-1 0 0,0 1 1 0 0,0-1-1 0 0,0 0 1 0 0,0 0-1 0 0,0 1 1 0 0,0-1-1 0 0,0 0 1 0 0,0 1-1 0 0,0-1 1 0 0,0 0-1 0 0,2 3 1031 0 0,-2-3-1030 0 0,7 26 414 0 0,2-1 0 0 0,11 25 0 0 0,14 17-3474 0 0,-25-52-3422 0 0</inkml:trace>
</inkml:ink>
</file>

<file path=ppt/ink/ink1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5:39.6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62 6913 0 0,'13'-61'10707'0'0,"-14"158"-8614"0"0,3 117-198 0 0,1-183-2934 0 0,1-1-1 0 0,1 0 0 0 0,1 0 1 0 0,21 57-1 0 0,-23-78-962 0 0</inkml:trace>
</inkml:ink>
</file>

<file path=ppt/ink/ink1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5:39.8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10 185 2761 0 0,'-3'-14'820'0'0,"0"0"0"0"0,1 0 0 0 0,1 0 0 0 0,0 0 0 0 0,1 0 1 0 0,1-1-1 0 0,0 1 0 0 0,6-28 0 0 0,-7 41-576 0 0,0-1 0 0 0,1 1 0 0 0,-1-1 0 0 0,1 1-1 0 0,-1 0 1 0 0,1-1 0 0 0,0 1 0 0 0,-1-1 0 0 0,1 1 0 0 0,0 0 0 0 0,0 0-1 0 0,0-1 1 0 0,0 1 0 0 0,0 0 0 0 0,0 0 0 0 0,0 0 0 0 0,0 0 0 0 0,1 0-1 0 0,-1 1 1 0 0,0-1 0 0 0,1 0 0 0 0,-1 0 0 0 0,0 1 0 0 0,3-1 0 0 0,-1 0 6 0 0,-1 1 1 0 0,1 0-1 0 0,0 0 0 0 0,0 0 1 0 0,0 0-1 0 0,-1 1 1 0 0,1-1-1 0 0,0 1 1 0 0,-1 0-1 0 0,1-1 1 0 0,0 1-1 0 0,3 3 0 0 0,2 0-74 0 0,0 0 0 0 0,0 1 0 0 0,-1 0 0 0 0,0 1 0 0 0,0 0 0 0 0,0 0 0 0 0,7 9 0 0 0,31 48-11 0 0,-14-17-2138 0 0,-9-17-3313 0 0,-10-14-672 0 0</inkml:trace>
</inkml:ink>
</file>

<file path=ppt/ink/ink1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5:40.0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93 5985 0 0,'5'-6'8126'0'0,"14"-10"-4647"0"0,0 0-3747 0 0,0 1 0 0 0,29-16 0 0 0,-30 22-5748 0 0</inkml:trace>
</inkml:ink>
</file>

<file path=ppt/ink/ink1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5:48.59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162 9360 3225 0 0,'-28'1'1068'0'0,"0"1"1"0"0,-35 6 0 0 0,20-3 8756 0 0,46-7-9574 0 0,0-1-1 0 0,-1 1 0 0 0,1 0 0 0 0,0 0 1 0 0,1 0-1 0 0,-1 0 0 0 0,5-1 1 0 0,141-51 2268 0 0,16-4-1124 0 0,-24 14-1134 0 0,29-8 38 0 0,-99 42-213 0 0,-54 8-52 0 0,0 0 0 0 0,0-1 0 0 0,0-1 0 0 0,25-8 0 0 0,75-42-1 0 0,-64 28 14 0 0,74-25 1 0 0,-79 33 9 0 0,0-1 0 0 0,-1-3 0 0 0,-1-1 0 0 0,-2-3-1 0 0,75-56 1 0 0,-26 16-144 0 0,-45 33 110 0 0,-1-1-1 0 0,-2-3 1 0 0,69-72-1 0 0,-55 47 88 0 0,106-88 0 0 0,-128 118-98 0 0,20-14-12 0 0,-25 20 0 0 0,0-1 0 0 0,40-45 0 0 0,19-23 40 0 0,-60 67-14 0 0,-2-2 0 0 0,28-38-1 0 0,-4 2 11 0 0,-35 45-4 0 0,-1-1 0 0 0,0-1-1 0 0,19-36 1 0 0,24-47-8 0 0,-34 63 72 0 0,27-60 0 0 0,-42 71-87 0 0,-2-1 0 0 0,0-1 0 0 0,-3 0 0 0 0,4-41-1 0 0,12-60 28 0 0,0 40-36 0 0,89-331 0 0 0,-20 51 70 0 0,-12 43-12 0 0,43-223-58 0 0,-90 385 0 0 0,36-276-67 0 0,-41 237 46 0 0,-6-30-15 0 0,3-19 18 0 0,5 51-149 0 0,46-242 172 0 0,-27 192 153 0 0,-29 140-21 0 0,39-135 0 0 0,-56 247-137 0 0,102-348 286 0 0,-24-6 28 0 0,-43 150-108 0 0,22-151 188 0 0,25-213-348 0 0,-26 326-33 0 0,-1-3-15 0 0,-45 114-543 0 0,0-5-143 0 0,1 88-527 0 0,-3 32-5311 0 0</inkml:trace>
</inkml:ink>
</file>

<file path=ppt/ink/ink1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5:53.02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8447 36 2304 0 0,'19'-18'4337'0'0,"-17"16"-4385"0"0,0 1 1 0 0,0-1-1 0 0,0 0 1 0 0,0 1-1 0 0,1-1 0 0 0,-1 1 1 0 0,0 0-1 0 0,1 0 1 0 0,-1 0-1 0 0,1 0 1 0 0,-1 0-1 0 0,4 0 1 0 0,-5 1 212 0 0,-1 0 0 0 0,1 0 0 0 0,0 0 0 0 0,-1 0 0 0 0,1 1 0 0 0,-1-1 0 0 0,1 0 0 0 0,-1 0 1 0 0,1 1-1 0 0,-1-1 0 0 0,1 0 0 0 0,-1 1 0 0 0,1-1 0 0 0,-1 0 0 0 0,1 1 0 0 0,-1-1 0 0 0,1 1 0 0 0,-1-1 1 0 0,0 1-1 0 0,1-1 0 0 0,-1 1 0 0 0,0-1 0 0 0,0 1 0 0 0,1 0 0 0 0,-1 0-339 0 0,1 0 1 0 0,-1 0-1 0 0,1 0 0 0 0,-1 0 1 0 0,1 0-1 0 0,0-1 0 0 0,-1 1 1 0 0,1 0-1 0 0,0 0 0 0 0,0-1 0 0 0,0 1 1 0 0,-1 0-1 0 0,1-1 0 0 0,0 1 1 0 0,2 0-1 0 0,-3-1 247 0 0,0 0 0 0 0,1 1 0 0 0,-1-1 1 0 0,0 0-1 0 0,1 0 0 0 0,-1 1 0 0 0,0-1 0 0 0,0 0 0 0 0,0 1 1 0 0,1-1-1 0 0,-1 0 0 0 0,0 1 0 0 0,0-1 0 0 0,0 0 0 0 0,0 1 1 0 0,1-1-1 0 0,-1 1 0 0 0,0-1 0 0 0,0 0 0 0 0,0 1 0 0 0,0-1 1 0 0,0 0-1 0 0,0 1 0 0 0,0-1 0 0 0,0 1 0 0 0,0-1 0 0 0,0 0 0 0 0,0 1 1 0 0,-1-1-1 0 0,1 1 0 0 0,0-1 0 0 0,0 0 0 0 0,0 1 0 0 0,-1 0 1 0 0,-5 11 2371 0 0,5-8-3067 0 0,0 0 708 0 0,0-1 0 0 0,0 1 0 0 0,-1-1 0 0 0,1 0 0 0 0,-1 1 0 0 0,0-1-1 0 0,0 0 1 0 0,0 0 0 0 0,0 0 0 0 0,-1 0 0 0 0,1-1 0 0 0,-1 1 0 0 0,1-1 0 0 0,-1 1 0 0 0,0-1 0 0 0,0 0-1 0 0,0 0 1 0 0,-1 0 0 0 0,1 0 0 0 0,0-1 0 0 0,-1 1 0 0 0,-5 1 0 0 0,-12 2 570 0 0,-8 3-488 0 0,0-1 0 0 0,0-1 0 0 0,-1-2 0 0 0,0-1 0 0 0,-36 0 0 0 0,30-4-263 0 0,0 3-1 0 0,-54 9 1 0 0,25-3 21 0 0,-374 19-246 0 0,370-23 401 0 0,-114 19 0 0 0,-27 3-464 0 0,142-27 480 0 0,0-2-1 0 0,0-3 1 0 0,1-4 0 0 0,-86-22 0 0 0,112 24-42 0 0,-1 2-1 0 0,0 1 1 0 0,-1 3 0 0 0,-46 3 0 0 0,-168 25 98 0 0,164-15-331 0 0,28-1 68 0 0,1 3 0 0 0,1 3 0 0 0,-84 32 0 0 0,-2-5 1069 0 0,46-14-406 0 0,58-18-322 0 0,-69 9-1 0 0,9-2 14 0 0,-70 3-292 0 0,160-20 42 0 0,-80 10 45 0 0,-110 28 0 0 0,170-31 55 0 0,-188 24-19 0 0,14-2-356 0 0,168-24 465 0 0,0-2 0 0 0,-72-2 1 0 0,66-3-162 0 0,-82 10 1 0 0,91-3 247 0 0,-26 6-233 0 0,-2-4 1 0 0,1-2-1 0 0,-71-3 0 0 0,51-4-46 0 0,-149 19 0 0 0,30-1 0 0 0,-166 20 944 0 0,177-27-960 0 0,33-3-579 0 0,94-4 561 0 0,-88-7-1 0 0,94 1 62 0 0,0 2-1 0 0,-62 7 1 0 0,-221 30-19 0 0,32-7 840 0 0,-12 28 0 0 0,275-45-908 0 0,0-4 0 0 0,-1-1 0 0 0,-97 1 0 0 0,6 2 68 0 0,55-2 0 0 0,16-1 467 0 0,-38 1 434 0 0,19-23-708 0 0,41 7-4780 0 0</inkml:trace>
</inkml:ink>
</file>

<file path=ppt/ink/ink1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5:54.34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8 154 920 0 0,'-8'2'7623'0'0,"24"-6"-3838"0"0,-4 1-5224 0 0,103-20 1986 0 0,-52 9 296 0 0,112-10 1 0 0,-63 14-271 0 0,186-39 1 0 0,-261 43-1464 0 0,1 1-1 0 0,52 1 1 0 0,-47 3-178 0 0,60-8 0 0 0,-88 6-2338 0 0</inkml:trace>
</inkml:ink>
</file>

<file path=ppt/ink/ink1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4:39.5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273 142 3225 0 0,'-70'-17'421'0'0,"50"10"293"0"0,-2 2 1 0 0,-40-5 0 0 0,57 9-262 0 0,-1 1 0 0 0,0 0 1 0 0,0 0-1 0 0,0 1 0 0 0,1-1 1 0 0,-1 1-1 0 0,0 1 0 0 0,1-1 1 0 0,-1 1-1 0 0,1 0 0 0 0,-1 0 1 0 0,1 1-1 0 0,0-1 0 0 0,0 1 0 0 0,-10 8 2617 0 0,31-18-1872 0 0,49-7-884 0 0,2 2-1 0 0,-1 4 1 0 0,89-1-1 0 0,11-1 301 0 0,51-6 143 0 0,145-18 173 0 0,-312 25-674 0 0,1 3 0 0 0,0 2 1 0 0,0 2-1 0 0,1 2 0 0 0,82 11 0 0 0,-113-6-279 0 0,0 1 0 0 0,-1 0 1 0 0,35 17-1 0 0,-9 1-2470 0 0</inkml:trace>
</inkml:ink>
</file>

<file path=ppt/ink/ink1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4:41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75 110 3225 0 0,'-6'2'220'0'0,"0"1"0"0"0,0 0 0 0 0,0 1 1 0 0,0-1-1 0 0,-7 7 0 0 0,-10 13 5229 0 0,22-22-5387 0 0,1-1 1 0 0,-1 1-1 0 0,0 0 0 0 0,0 0 0 0 0,1 0 0 0 0,-1 0 0 0 0,1 0 0 0 0,-1 0 0 0 0,1 0 0 0 0,-1 0 0 0 0,1 0 0 0 0,0 0 0 0 0,-1 0 0 0 0,1 1 0 0 0,0-1 0 0 0,0 0 0 0 0,0 0 0 0 0,0 0 0 0 0,0 0 0 0 0,0 0 0 0 0,0 1 0 0 0,0-1 0 0 0,0 0 0 0 0,0 0 0 0 0,1 0 0 0 0,-1 0 0 0 0,0 0 0 0 0,1 0 0 0 0,-1 0 0 0 0,1 0 0 0 0,0 0 0 0 0,-1 0 0 0 0,1 0 0 0 0,0 0 0 0 0,-1 0 0 0 0,1 0 0 0 0,0 0 0 0 0,0-1 0 0 0,0 1 0 0 0,0 0 0 0 0,-1-1 0 0 0,1 1 0 0 0,0 0 0 0 0,0-1 0 0 0,1 1 0 0 0,-1-1 0 0 0,0 0 1 0 0,0 1-1 0 0,1-1 0 0 0,4 2-38 0 0,1 0 0 0 0,-1 0 0 0 0,1-1 1 0 0,-1 0-1 0 0,1 0 0 0 0,0 0 1 0 0,6-1-1 0 0,41-6 365 0 0,-1-3 0 0 0,82-23 0 0 0,27-5 134 0 0,123-25 408 0 0,-1 0 1025 0 0,-277 61-1884 0 0,28-2 607 0 0,-34 3-696 0 0,-1 0-1 0 0,1 0 1 0 0,0 0-1 0 0,0 0 0 0 0,0 0 1 0 0,-1 1-1 0 0,1-1 0 0 0,0 0 1 0 0,0 1-1 0 0,-1-1 1 0 0,1 1-1 0 0,0-1 0 0 0,-1 0 1 0 0,1 1-1 0 0,0-1 1 0 0,-1 1-1 0 0,1 0 0 0 0,-1-1 1 0 0,1 1-1 0 0,-1 0 0 0 0,1-1 1 0 0,-1 1-1 0 0,1 0 1 0 0,-1-1-1 0 0,0 1 0 0 0,1 0 1 0 0,-1 0-1 0 0,0-1 1 0 0,0 1-1 0 0,1 0 0 0 0,-1 0 1 0 0,0 0-1 0 0,0-1 0 0 0,0 1 1 0 0,0 1-1 0 0,1 4-1102 0 0</inkml:trace>
</inkml:ink>
</file>

<file path=ppt/ink/ink1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4:43.4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31 164 1376 0 0,'-1'0'-44'0'0,"-28"6"11617"0"0,40 2-10600 0 0,-7-6-973 0 0,0-1 1 0 0,0-1 0 0 0,0 1 0 0 0,0-1-1 0 0,1 0 1 0 0,-1 1 0 0 0,0-2 0 0 0,0 1-1 0 0,0 0 1 0 0,0-1 0 0 0,8-2 0 0 0,3 0-97 0 0,95-3 115 0 0,-62 4 214 0 0,57-8 0 0 0,33-13 144 0 0,167-6 0 0 0,-221 27-660 0 0,20 0 246 0 0,-1-4-1 0 0,158-30 1 0 0,-258 36 37 0 0,282-53 724 0 0,-250 50-624 0 0,0 1 0 0 0,0 2 0 0 0,1 1 0 0 0,-1 2 0 0 0,0 1 0 0 0,42 11 0 0 0,-40-5 195 0 0,39 10 1205 0 0,-70-19-1378 0 0,1 0-1 0 0,0-1 1 0 0,0 1-1 0 0,0-2 1 0 0,0 1-1 0 0,0-1 1 0 0,0 1 0 0 0,12-5-1 0 0,-18 5-120 0 0,-1 0 0 0 0,1 0 1 0 0,0-1-1 0 0,-1 1 0 0 0,1 0 0 0 0,-1 0 0 0 0,1-1 0 0 0,0 1 1 0 0,-1 0-1 0 0,1-1 0 0 0,-1 1 0 0 0,0-1 0 0 0,1 1 1 0 0,-1-1-1 0 0,1 1 0 0 0,-1-1 0 0 0,1 1 0 0 0,-1-1 0 0 0,0 1 1 0 0,0-1-1 0 0,1 1 0 0 0,-1-1 0 0 0,0 0 0 0 0,0 1 0 0 0,1-1 1 0 0,-1 1-1 0 0,0-1 0 0 0,0 0 0 0 0,0 1 0 0 0,0-1 1 0 0,0 0-1 0 0,0 1 0 0 0,0-1 0 0 0,0 1 0 0 0,0-1 0 0 0,-1 0 1 0 0</inkml:trace>
</inkml:ink>
</file>

<file path=ppt/ink/ink1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5:15.9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14 265 7922 0 0,'-14'-1'1034'0'0,"20"8"-221"0"0,-2-5-774 0 0,0 1 1 0 0,1-1-1 0 0,-1 0 0 0 0,0 0 0 0 0,1 0 0 0 0,4 1 0 0 0,10-2 300 0 0,1 0 0 0 0,0-1 0 0 0,-1-1 0 0 0,0-1 0 0 0,1 0-1 0 0,20-6 1 0 0,25-3 672 0 0,91-2 912 0 0,70-10 114 0 0,370-74 93 0 0,-449 70-1286 0 0,149-47 1 0 0,-269 66-694 0 0,-1 0 0 0 0,1 2 0 0 0,30-3 0 0 0,3 10-6298 0 0,-36 3-577 0 0</inkml:trace>
</inkml:ink>
</file>

<file path=ppt/ink/ink1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7T22:45:17.8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49 40 1376 0 0,'-11'4'235'0'0,"9"-4"20"0"0,-1 1-1 0 0,1 0 1 0 0,0-1-1 0 0,0 1 1 0 0,-1 0-1 0 0,1 0 1 0 0,0 0-1 0 0,0 0 1 0 0,0 1-1 0 0,0-1 1 0 0,0 1-1 0 0,0-1 1 0 0,0 1-1 0 0,1-1 1 0 0,-1 1-1 0 0,1 0 0 0 0,-2 2 1 0 0,5-3-90 0 0,0-1 0 0 0,1 0-1 0 0,-1 0 1 0 0,0 0 0 0 0,1 0 0 0 0,-1 0-1 0 0,1 0 1 0 0,-1-1 0 0 0,0 1 0 0 0,1-1-1 0 0,-1 1 1 0 0,0-1 0 0 0,3-1 0 0 0,1 0 2 0 0,38-6 825 0 0,0 1 1 0 0,1 3-1 0 0,-1 2 1 0 0,1 2-1 0 0,53 6 1 0 0,219 46-140 0 0,-226-35-516 0 0,179 18 158 0 0,-90-15-21 0 0,-81-10-423 0 0,1-4 0 0 0,152-10 0 0 0,198-43-62 0 0,-4 0 942 0 0,-23 6 292 0 0,-182 15-708 0 0,-165 18-500 0 0,-11 0 255 0 0,0 3 1 0 0,112 5 0 0 0,-162 2-461 0 0,48 3 56 0 0,-20-2-5155 0 0,-12-2-1066 0 0</inkml:trace>
</inkml:ink>
</file>

<file path=ppt/ink/ink1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28.2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214 495 920 0 0,'-6'7'190'0'0,"-1"-1"-1"0"0,0 1 0 0 0,0-1 1 0 0,-1-1-1 0 0,1 0 1 0 0,-1 0-1 0 0,-13 6 0 0 0,16-8-119 0 0,0-1 229 0 0,1 1 1 0 0,-1-1-1 0 0,0 0 1 0 0,0 0-1 0 0,0 0 1 0 0,0 0-1 0 0,0-1 1 0 0,0 0-1 0 0,0 0 1 0 0,0-1-1 0 0,-8 1 1 0 0,10-2-136 0 0,0 1 1 0 0,0-1-1 0 0,1 0 0 0 0,-1 0 1 0 0,0 0-1 0 0,1 0 1 0 0,-1-1-1 0 0,1 1 1 0 0,-1-1-1 0 0,1 1 0 0 0,0-1 1 0 0,-1 0-1 0 0,1 0 1 0 0,0 0-1 0 0,0 0 1 0 0,1 0-1 0 0,-1 0 1 0 0,0-1-1 0 0,1 1 0 0 0,-1-1 1 0 0,1 1-1 0 0,-2-4 1 0 0,0-3-117 0 0,-1 0 1 0 0,1 0-1 0 0,1 0 1 0 0,0 0-1 0 0,0-1 0 0 0,1 1 1 0 0,0-17-1 0 0,5-73 127 0 0,-1 60-20 0 0,-2 15-24 0 0,1 0 0 0 0,1 0 0 0 0,1 0 0 0 0,1 0 0 0 0,1 0 0 0 0,1 1 0 0 0,1 0 0 0 0,1 0 0 0 0,1 1 0 0 0,13-21 0 0 0,-22 42-96 0 0,-1 0 1 0 0,1 0-1 0 0,-1 0 1 0 0,1 0-1 0 0,0 0 1 0 0,-1 0 0 0 0,1 1-1 0 0,0-1 1 0 0,0 0-1 0 0,-1 0 1 0 0,1 1-1 0 0,0-1 1 0 0,0 1-1 0 0,0-1 1 0 0,0 1 0 0 0,0-1-1 0 0,0 1 1 0 0,0-1-1 0 0,0 1 1 0 0,0 0-1 0 0,0-1 1 0 0,0 1 0 0 0,0 0-1 0 0,0 0 1 0 0,0 0-1 0 0,1 0 1 0 0,0 1 17 0 0,-1-1-1 0 0,1 1 1 0 0,-1 0 0 0 0,1 0 0 0 0,-1-1-1 0 0,1 1 1 0 0,-1 1 0 0 0,0-1 0 0 0,0 0 0 0 0,1 0-1 0 0,-1 0 1 0 0,0 0 0 0 0,0 1 0 0 0,1 2 0 0 0,5 7 200 0 0,-1 1 0 0 0,-1-1 0 0 0,6 18 0 0 0,-9-22-167 0 0,4 12 76 0 0,-1 0 1 0 0,-1 1 0 0 0,3 34 0 0 0,-6-36-179 0 0,1 0 1 0 0,1 1-1 0 0,1-1 1 0 0,10 27-1 0 0,-11-38 0 0 0,0 0 1 0 0,0 0-1 0 0,1 0 1 0 0,0-1-1 0 0,0 0 1 0 0,1 0-1 0 0,0 0 1 0 0,0 0-1 0 0,0-1 1 0 0,1 0-1 0 0,9 7 1 0 0,-12-10-4 0 0,0 0-1 0 0,0-1 1 0 0,0 1-1 0 0,0-1 1 0 0,0 0 0 0 0,0 0-1 0 0,0 0 1 0 0,0 0-1 0 0,1-1 1 0 0,-1 1 0 0 0,0-1-1 0 0,1 0 1 0 0,-1 0 0 0 0,0 0-1 0 0,1 0 1 0 0,-1-1-1 0 0,0 1 1 0 0,0-1 0 0 0,1 0-1 0 0,-1 0 1 0 0,0 0-1 0 0,0 0 1 0 0,0 0 0 0 0,0-1-1 0 0,0 1 1 0 0,0-1 0 0 0,0 0-1 0 0,2-3 1 0 0,9-8-97 0 0,-1 0 1 0 0,-1-1-1 0 0,0-1 0 0 0,-1 0 1 0 0,0-1-1 0 0,15-33 1 0 0,0 5 58 0 0,-11 19 39 0 0,15-23 123 0 0,32-72-1 0 0,-61 119-93 0 0,-1 0 1 0 0,1-1-1 0 0,-1 1 0 0 0,0 0 1 0 0,1-1-1 0 0,0 1 0 0 0,-1 0 0 0 0,1 0 1 0 0,0 0-1 0 0,0-1 0 0 0,0 1 1 0 0,0 0-1 0 0,0 0 0 0 0,0 0 1 0 0,0 0-1 0 0,0 1 0 0 0,0-1 1 0 0,0 0-1 0 0,0 0 0 0 0,0 1 1 0 0,1-1-1 0 0,-1 0 0 0 0,0 1 0 0 0,1-1 1 0 0,-1 1-1 0 0,0 0 0 0 0,1 0 1 0 0,-1-1-1 0 0,1 1 0 0 0,-1 0 1 0 0,0 0-1 0 0,1 0 0 0 0,-1 0 1 0 0,1 0-1 0 0,-1 1 0 0 0,0-1 1 0 0,1 0-1 0 0,-1 1 0 0 0,0-1 0 0 0,1 1 1 0 0,1 0-1 0 0,0 1 22 0 0,0 0-1 0 0,1 1 1 0 0,-1-1 0 0 0,0 1-1 0 0,-1-1 1 0 0,1 1 0 0 0,0 0-1 0 0,-1 0 1 0 0,0 0 0 0 0,0 1-1 0 0,0-1 1 0 0,0 1 0 0 0,3 6-1 0 0,24 102-29 0 0,-25-89-3 0 0,1 0 1 0 0,1 0 0 0 0,1 0 0 0 0,1-1 0 0 0,1-1-1 0 0,18 34 1 0 0,-21-47 77 0 0,0-1 1 0 0,1 1-1 0 0,-1-1 0 0 0,2 0 0 0 0,-1-1 0 0 0,1 0 1 0 0,0 0-1 0 0,0-1 0 0 0,0 0 0 0 0,14 6 0 0 0,-20-11-103 0 0,0 1-1 0 0,0-1 0 0 0,0 0 0 0 0,0 0 0 0 0,0-1 1 0 0,0 1-1 0 0,0 0 0 0 0,0-1 0 0 0,0 1 1 0 0,0-1-1 0 0,0 0 0 0 0,0 1 0 0 0,0-1 0 0 0,0 0 1 0 0,-1 0-1 0 0,1 0 0 0 0,0 0 0 0 0,-1-1 1 0 0,1 1-1 0 0,2-3 0 0 0,31-34-180 0 0,-31 33 275 0 0,11-16 89 0 0,-1-1 0 0 0,22-45 0 0 0,-28 50-230 0 0,-1 1 0 0 0,2 1 0 0 0,0 0 0 0 0,1 0 0 0 0,0 0 0 0 0,1 1 0 0 0,1 1 0 0 0,19-18 0 0 0,-29 30 83 0 0,0-1 1 0 0,0 1-1 0 0,1 0 0 0 0,-1 1 0 0 0,0-1 1 0 0,1 0-1 0 0,-1 1 0 0 0,0-1 0 0 0,1 1 1 0 0,-1-1-1 0 0,1 1 0 0 0,-1 0 0 0 0,1 0 1 0 0,-1 1-1 0 0,0-1 0 0 0,1 0 0 0 0,-1 1 1 0 0,1-1-1 0 0,-1 1 0 0 0,0 0 0 0 0,1 0 0 0 0,-1 0 1 0 0,0 0-1 0 0,0 0 0 0 0,0 0 0 0 0,0 1 1 0 0,0-1-1 0 0,0 1 0 0 0,2 1 0 0 0,8 8 149 0 0,0-1 0 0 0,0 2 0 0 0,12 16 0 0 0,-14-16-209 0 0,38 51 119 0 0,-35-45-52 0 0,0-1 0 0 0,1 0 0 0 0,1 0 0 0 0,23 19 0 0 0,-37-36-11 0 0,0 1 0 0 0,-1 0 0 0 0,1 0 0 0 0,0-1-1 0 0,0 1 1 0 0,1-1 0 0 0,-1 1 0 0 0,0-1 0 0 0,0 0-1 0 0,0 1 1 0 0,0-1 0 0 0,0 0 0 0 0,0 0-1 0 0,1 0 1 0 0,-1 1 0 0 0,0-1 0 0 0,0-1 0 0 0,0 1-1 0 0,0 0 1 0 0,1 0 0 0 0,-1 0 0 0 0,0 0-1 0 0,1-1 1 0 0,0 0-19 0 0,1-1-1 0 0,-1 1 1 0 0,0-1-1 0 0,0 1 0 0 0,1-1 1 0 0,-1 1-1 0 0,-1-1 1 0 0,1 0-1 0 0,0 0 1 0 0,1-3-1 0 0,5-6-133 0 0,0-1 1 0 0,-2-1-1 0 0,7-15 1 0 0,-8 17 46 0 0,8-15-205 0 0,-2 0 0 0 0,-1-1 0 0 0,-2-1 0 0 0,0 0 0 0 0,6-50 0 0 0,-14 78 319 0 0,0-1 1 0 0,0 0-1 0 0,0 1 0 0 0,0-1 1 0 0,0 1-1 0 0,0-1 0 0 0,1 0 1 0 0,-1 1-1 0 0,0-1 0 0 0,0 1 1 0 0,0-1-1 0 0,1 0 1 0 0,-1 1-1 0 0,0-1 0 0 0,1 1 1 0 0,-1-1-1 0 0,1 1 0 0 0,-1-1 1 0 0,0 1-1 0 0,1-1 0 0 0,-1 1 1 0 0,1 0-1 0 0,-1-1 0 0 0,1 1 1 0 0,-1 0-1 0 0,1-1 1 0 0,0 1-1 0 0,0-1 0 0 0,0 1 47 0 0,1 0 1 0 0,-1 0-1 0 0,0 1 0 0 0,0-1 0 0 0,0 0 0 0 0,1 0 1 0 0,-1 1-1 0 0,0-1 0 0 0,0 0 0 0 0,0 1 0 0 0,0-1 1 0 0,0 1-1 0 0,0 0 0 0 0,1 0 0 0 0,3 2 162 0 0,-1 1 0 0 0,0-1-1 0 0,0 1 1 0 0,0 0 0 0 0,6 8-1 0 0,22 41-279 0 0,-24-37 22 0 0,1-1 0 0 0,0 0 0 0 0,1 0 0 0 0,1-1 0 0 0,0-1 0 0 0,1 0 0 0 0,23 21 0 0 0,-29-30 32 0 0,5 5 0 0 0,1-1 1 0 0,0 0 0 0 0,0-1-1 0 0,21 9 1 0 0,-31-15 10 0 0,1 0 1 0 0,0 0-1 0 0,-1 0 0 0 0,1 0 1 0 0,0-1-1 0 0,0 1 0 0 0,0-1 1 0 0,0 0-1 0 0,-1 0 0 0 0,1 0 1 0 0,0 0-1 0 0,0 0 0 0 0,0-1 1 0 0,0 1-1 0 0,-1-1 0 0 0,1 0 1 0 0,0 1-1 0 0,-1-1 0 0 0,1-1 1 0 0,0 1-1 0 0,-1 0 0 0 0,1-1 1 0 0,-1 1-1 0 0,0-1 0 0 0,1 0 1 0 0,-1 1-1 0 0,0-1 0 0 0,0 0 1 0 0,2-3-1 0 0,12-18 187 0 0,23-43-1 0 0,-30 49-103 0 0,0 1 0 0 0,0 0-1 0 0,2 0 1 0 0,0 1 0 0 0,0 1 0 0 0,19-18 0 0 0,-24 27 18 0 0,-1 0-1 0 0,1 1 1 0 0,-1 0 0 0 0,1 0 0 0 0,0 1 0 0 0,0-1 0 0 0,1 1-1 0 0,-1 1 1 0 0,1-1 0 0 0,12-2 0 0 0,-16 5-52 0 0,1-1 0 0 0,0 1-1 0 0,-1 0 1 0 0,1 1 0 0 0,0-1 0 0 0,-1 1 0 0 0,1-1 0 0 0,0 1-1 0 0,-1 0 1 0 0,1 0 0 0 0,-1 1 0 0 0,0-1 0 0 0,1 1 0 0 0,-1 0-1 0 0,0 0 1 0 0,0 0 0 0 0,0 0 0 0 0,0 0 0 0 0,0 1 0 0 0,-1-1-1 0 0,5 6 1 0 0,0 0-45 0 0,-5-5-154 0 0,-1-1-1 0 0,1 0 1 0 0,-1-1-1 0 0,1 1 1 0 0,0 0-1 0 0,0 0 1 0 0,0-1-1 0 0,0 1 1 0 0,3 1 0 0 0,7 1-426 0 0</inkml:trace>
</inkml:ink>
</file>

<file path=ppt/ink/ink1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34.7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3542 4609 0 0,'0'0'54'0'0,"0"-1"0"0"0,0 1-1 0 0,0 0 1 0 0,0 0 0 0 0,0 0 0 0 0,1-1 0 0 0,-1 1 0 0 0,0 0-1 0 0,0 0 1 0 0,0 0 0 0 0,0-1 0 0 0,0 1 0 0 0,1 0 0 0 0,-1 0-1 0 0,0 0 1 0 0,0 0 0 0 0,0 0 0 0 0,1-1 0 0 0,-1 1 0 0 0,0 0-1 0 0,0 0 1 0 0,0 0 0 0 0,1 0 0 0 0,-1 0 0 0 0,0 0 0 0 0,0 0-1 0 0,1 0 1 0 0,-1 0 0 0 0,0 0 0 0 0,0 0 0 0 0,1 0-1 0 0,-1 0 1 0 0,0 0 0 0 0,0 0 0 0 0,1 0 0 0 0,-1 0 0 0 0,0 0-1 0 0,0 0 1 0 0,0 0 0 0 0,1 0 0 0 0,-1 1 0 0 0,0-1 0 0 0,0 0-1 0 0,0 0 1 0 0,1 0 0 0 0,-1 0 0 0 0,0 0 0 0 0,0 1 0 0 0,0-1-1 0 0,0 0 1 0 0,1 0 0 0 0,-1 0 0 0 0,0 1 0 0 0,0-1 0 0 0,0 0-1 0 0,3-29-629 0 0,-2 22 689 0 0,80-535 372 0 0,-18 150-352 0 0,32-165-590 0 0,-61 411 366 0 0,94-249 0 0 0,24 39 1221 0 0,-106 251-804 0 0,99-193-153 0 0,-117 251-503 0 0,1 1 1 0 0,2 2 0 0 0,2 1 0 0 0,41-42 0 0 0,-66 78 224 0 0,0-1 1 0 0,0 1-1 0 0,0 0 1 0 0,1 0 0 0 0,1 1-1 0 0,13-7 1 0 0,-21 12 82 0 0,1 0 1 0 0,-1 0-1 0 0,1 0 1 0 0,0 0 0 0 0,-1 1-1 0 0,1-1 1 0 0,0 1-1 0 0,0-1 1 0 0,0 1-1 0 0,-1 0 1 0 0,1 0 0 0 0,0 0-1 0 0,0 1 1 0 0,0-1-1 0 0,-1 1 1 0 0,1-1-1 0 0,0 1 1 0 0,-1 0 0 0 0,1 0-1 0 0,0 0 1 0 0,-1 1-1 0 0,1-1 1 0 0,-1 0-1 0 0,0 1 1 0 0,1 0 0 0 0,-1-1-1 0 0,0 1 1 0 0,0 0-1 0 0,3 5 1 0 0,3 3-7 0 0,-1 0 0 0 0,0 1 0 0 0,0 0 0 0 0,-1 0 1 0 0,-1 1-1 0 0,7 21 0 0 0,17 80-228 0 0,-20-73 224 0 0,59 292 431 0 0,34 127 340 0 0,47 99 167 0 0,-32 12-696 0 0,118 620-197 0 0,-71-659 84 0 0,-101-337 590 0 0,72 190 904 0 0,-99-295-1322 0 0,4-3-1 0 0,64 103 0 0 0,-90-167-331 0 0,1-1 1 0 0,1 0 0 0 0,1-1 0 0 0,0-1 0 0 0,2-1 0 0 0,0 0 0 0 0,1-1-1 0 0,0-1 1 0 0,34 18 0 0 0,-52-32 30 0 0,0-1-1 0 0,1 0 1 0 0,-1 0 0 0 0,1 0-1 0 0,-1 0 1 0 0,1 0 0 0 0,-1-1-1 0 0,1 1 1 0 0,0-1-1 0 0,-1 0 1 0 0,1 1 0 0 0,0-1-1 0 0,-1-1 1 0 0,1 1 0 0 0,0 0-1 0 0,-1-1 1 0 0,1 1-1 0 0,0-1 1 0 0,2-1 0 0 0,-2 1-7 0 0,1-1 1 0 0,-1 0-1 0 0,0-1 1 0 0,0 1-1 0 0,0-1 1 0 0,0 1 0 0 0,0-1-1 0 0,0 0 1 0 0,-1 0-1 0 0,0 0 1 0 0,4-6-1 0 0,3-8-70 0 0,-1-1-1 0 0,0 1 0 0 0,-2-1 0 0 0,6-25 1 0 0,-10 35 78 0 0,58-235-1008 0 0,41-366 0 0 0,-44-259 1893 0 0,8-155 133 0 0,56 6 697 0 0,-26 424-618 0 0,-58 423-706 0 0,84-237-1 0 0,-100 350-171 0 0,41-80 0 0 0,-53 120-97 0 0,0 1-1 0 0,1 1 1 0 0,1 0-1 0 0,0 1 1 0 0,2-1-1 0 0,-1 2 0 0 0,1 0 1 0 0,1 1-1 0 0,21-15 1 0 0,-32 25-77 0 0,0 0 1 0 0,1 0 0 0 0,-1 0-1 0 0,1 0 1 0 0,0 0 0 0 0,0 1-1 0 0,0 0 1 0 0,0 0 0 0 0,0 0-1 0 0,0 0 1 0 0,0 1-1 0 0,0-1 1 0 0,0 1 0 0 0,0 0-1 0 0,0 0 1 0 0,0 0 0 0 0,0 1-1 0 0,4 0 1 0 0,-3 1-35 0 0,0 0 1 0 0,0 1 0 0 0,0-1-1 0 0,0 1 1 0 0,0 0 0 0 0,-1 0-1 0 0,1 0 1 0 0,-1 1-1 0 0,0-1 1 0 0,0 1 0 0 0,6 8-1 0 0,4 7-138 0 0,-2 1 0 0 0,0 0-1 0 0,-1 1 1 0 0,-1 0 0 0 0,7 24 0 0 0,16 49-267 0 0,30 145 1 0 0,0 107 529 0 0,-34-181 78 0 0,306 1761 986 0 0,-255-1508-860 0 0,159 483 0 0 0,-190-746-28 0 0,140 408 472 0 0,-159-483-652 0 0,67 124 1 0 0,-79-172 57 0 0,1-2 0 0 0,2 0 0 0 0,1-2 0 0 0,1 0 0 0 0,1-1 0 0 0,43 35 0 0 0,-61-56-177 0 0,0-1 1 0 0,1-1-1 0 0,0 1 0 0 0,0-1 0 0 0,0 0 0 0 0,0-1 0 0 0,1 1 0 0 0,-1-2 1 0 0,1 1-1 0 0,12 2 0 0 0,-17-5-80 0 0,1 0 1 0 0,0 0-1 0 0,-1 0 1 0 0,1 0 0 0 0,0 0-1 0 0,-1-1 1 0 0,1 0-1 0 0,0 0 1 0 0,-1 0-1 0 0,1 0 1 0 0,-1 0 0 0 0,0-1-1 0 0,1 1 1 0 0,-1-1-1 0 0,0 0 1 0 0,0 0-1 0 0,0 0 1 0 0,0-1-1 0 0,0 1 1 0 0,-1-1 0 0 0,1 0-1 0 0,-1 1 1 0 0,1-1-1 0 0,2-6 1 0 0,7-9-365 0 0,-2-1-1 0 0,0 0 1 0 0,-2 0 0 0 0,12-35 0 0 0,16-88-555 0 0,-30 112 939 0 0,38-193 655 0 0,16-256 1 0 0,-20-234 1174 0 0,-21 308-1245 0 0,31-336 170 0 0,44 4-858 0 0,61-17 6 0 0,-111 590 500 0 0,7 3 0 0 0,109-237 0 0 0,-155 385-572 0 0,2 1-1 0 0,-1 0 1 0 0,2 0 0 0 0,0 1-1 0 0,0 0 1 0 0,18-19 0 0 0,-24 28 135 0 0,0 0 1 0 0,1 0-1 0 0,-1 1 1 0 0,1-1-1 0 0,0 1 0 0 0,0-1 1 0 0,-1 1-1 0 0,1 0 1 0 0,0 0-1 0 0,0 0 1 0 0,0 0-1 0 0,0 0 1 0 0,0 1-1 0 0,6-1 1 0 0,-5 1 42 0 0,-1 1 0 0 0,0 0-1 0 0,1 0 1 0 0,-1 0 0 0 0,0 0 0 0 0,1 0 0 0 0,-1 0 0 0 0,0 1 0 0 0,0 0-1 0 0,0 0 1 0 0,0-1 0 0 0,-1 2 0 0 0,1-1 0 0 0,0 0 0 0 0,-1 0 0 0 0,3 4-1 0 0,7 8 160 0 0,-2 0-1 0 0,1 0 0 0 0,-2 1 1 0 0,0 0-1 0 0,-1 0 0 0 0,10 27 1 0 0,29 105 990 0 0,-41-126-967 0 0,208 940 2681 0 0,-83-328-2595 0 0,236 1064-26 0 0,-227-1131-225 0 0,-90-411 20 0 0,108 233-1 0 0,-147-366 98 0 0,1-1 0 0 0,1 0 0 0 0,20 25 0 0 0,-27-38 15 0 0,1 0 0 0 0,0-1-1 0 0,0 0 1 0 0,1 0 0 0 0,0 0-1 0 0,0-1 1 0 0,0 0-1 0 0,1-1 1 0 0,0 0 0 0 0,13 5-1 0 0,-17-8-87 0 0,0-1 0 0 0,1 0 0 0 0,-1-1 0 0 0,0 1 0 0 0,0-1 0 0 0,1 0 0 0 0,-1-1 0 0 0,0 1 0 0 0,0-1 0 0 0,1 0 0 0 0,-1 0 0 0 0,0-1 0 0 0,0 1 0 0 0,0-1 0 0 0,0 0 0 0 0,-1-1 0 0 0,1 1 0 0 0,0-1 0 0 0,-1 0 0 0 0,0 0 0 0 0,0 0 0 0 0,0 0 0 0 0,0-1 0 0 0,4-4-1 0 0,5-7-11 0 0,0 0 0 0 0,0-1 0 0 0,-2 0-1 0 0,0 0 1 0 0,9-20 0 0 0,4-14 266 0 0,-3-1 1 0 0,-2-1-1 0 0,-2-1 1 0 0,17-90 0 0 0,14-224 787 0 0,-8-574-215 0 0,-33 586-662 0 0,-1 87-141 0 0,29-598 163 0 0,-15 647-123 0 0,93-416 1 0 0,-63 470-349 0 0,77-170-1 0 0,-80 218 290 0 0,-43 107-15 0 0,30-66 74 0 0,-31 70-78 0 0,0 0 0 0 0,1 1 0 0 0,-1 0 1 0 0,1 0-1 0 0,0 0 0 0 0,0 0 0 0 0,1 1 0 0 0,-1-1 0 0 0,1 1 0 0 0,8-5 0 0 0,-12 8 18 0 0,0 0-1 0 0,1 1 1 0 0,-1-1-1 0 0,0 1 1 0 0,1-1-1 0 0,-1 1 1 0 0,1 0-1 0 0,-1-1 1 0 0,1 1-1 0 0,-1 0 1 0 0,1 0-1 0 0,-1 0 1 0 0,0 0-1 0 0,1 0 1 0 0,-1 1-1 0 0,1-1 1 0 0,-1 0-1 0 0,1 1 1 0 0,-1-1-1 0 0,0 1 1 0 0,2 0-1 0 0,0 1 9 0 0,0-1 0 0 0,0 1 0 0 0,0 1 0 0 0,-1-1 0 0 0,1 0 0 0 0,-1 1-1 0 0,1-1 1 0 0,2 5 0 0 0,3 5-16 0 0,-1-1 1 0 0,-1 1-1 0 0,7 18 1 0 0,17 54-90 0 0,-5 0 0 0 0,22 125 0 0 0,-20-78-99 0 0,266 1108-1001 0 0,-93-441 1201 0 0,-91-382 0 0 0,-49-190 833 0 0,169 413-1 0 0,-174-509-154 0 0,-28-61-597 0 0,2-2 0 0 0,4 0 0 0 0,53 80 1 0 0,-81-140-133 0 0,1-1 0 0 0,-1 1 0 0 0,1-1 0 0 0,1 0 0 0 0,-1 0 0 0 0,1-1 0 0 0,0 0 0 0 0,0 0 0 0 0,1-1 0 0 0,-1 0 0 0 0,1 0 0 0 0,0-1 0 0 0,11 4 0 0 0,-15-6 29 0 0,0 0 1 0 0,-1 0-1 0 0,1-1 0 0 0,0 1 0 0 0,0-1 0 0 0,0 0 1 0 0,0 0-1 0 0,0-1 0 0 0,-1 1 0 0 0,1-1 0 0 0,0 1 1 0 0,0-1-1 0 0,-1-1 0 0 0,1 1 0 0 0,0 0 1 0 0,-1-1-1 0 0,1 0 0 0 0,-1 0 0 0 0,0 0 0 0 0,1 0 1 0 0,-1 0-1 0 0,0-1 0 0 0,-1 1 0 0 0,1-1 0 0 0,0 0 1 0 0,-1 0-1 0 0,1 0 0 0 0,-1 0 0 0 0,0 0 0 0 0,0 0 1 0 0,2-5-1 0 0,15-35-673 0 0,-2-1 0 0 0,-1 0 0 0 0,9-48 0 0 0,5-13-518 0 0,125-471-2636 0 0,-144 517 3833 0 0</inkml:trace>
</inkml:ink>
</file>

<file path=ppt/ink/ink1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38.1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145 43 5065 0 0,'1'-1'143'0'0,"-1"-1"0"0"0,1 1 0 0 0,-1 0 0 0 0,0-1 0 0 0,1 1 0 0 0,-1 0 0 0 0,0-1 0 0 0,0 1 0 0 0,0 0 0 0 0,0-1 0 0 0,0 1 0 0 0,0-1 0 0 0,0 1 0 0 0,0 0 0 0 0,-1-1 0 0 0,1 1 0 0 0,-1 0 0 0 0,1-1 0 0 0,-1 1 0 0 0,1 0 0 0 0,-1 0 0 0 0,0-1 0 0 0,1 1 0 0 0,-3-2 0 0 0,3 2-63 0 0,-1 1 0 0 0,0-1 0 0 0,1 1 0 0 0,-1-1 0 0 0,0 0 0 0 0,0 1 0 0 0,1-1 0 0 0,-1 1 0 0 0,0 0 0 0 0,0-1 0 0 0,0 1 0 0 0,0 0 0 0 0,0 0 0 0 0,1-1 0 0 0,-1 1 0 0 0,0 0 0 0 0,0 0 0 0 0,0 0 0 0 0,0 0 1 0 0,0 0-1 0 0,0 0 0 0 0,0 0 0 0 0,0 0 0 0 0,1 1 0 0 0,-1-1 0 0 0,0 0 0 0 0,0 0 0 0 0,0 1 0 0 0,0-1 0 0 0,1 0 0 0 0,-1 1 0 0 0,0-1 0 0 0,0 1 0 0 0,1 0 0 0 0,-1-1 0 0 0,0 1 0 0 0,1-1 0 0 0,-2 2 0 0 0,-6 7 98 0 0,1 1-1 0 0,0-1 1 0 0,0 1-1 0 0,1 0 1 0 0,0 1-1 0 0,1-1 1 0 0,-7 23-1 0 0,-20 85-148 0 0,26-93 149 0 0,3-13-109 0 0,0-1 0 0 0,1 1 0 0 0,1 0 0 0 0,-1-1 1 0 0,2 1-1 0 0,1 15 0 0 0,-1-25-66 0 0,0 0 1 0 0,1 0 0 0 0,-1 1 0 0 0,1-1-1 0 0,0 0 1 0 0,-1 0 0 0 0,1 0-1 0 0,0 1 1 0 0,0-1 0 0 0,1 0-1 0 0,-1 0 1 0 0,0-1 0 0 0,1 1 0 0 0,-1 0-1 0 0,1 0 1 0 0,-1-1 0 0 0,1 1-1 0 0,0-1 1 0 0,0 1 0 0 0,0-1 0 0 0,0 0-1 0 0,0 1 1 0 0,0-1 0 0 0,0 0-1 0 0,0-1 1 0 0,0 1 0 0 0,1 0 0 0 0,-1-1-1 0 0,0 1 1 0 0,0-1 0 0 0,1 1-1 0 0,-1-1 1 0 0,0 0 0 0 0,1 0-1 0 0,-1 0 1 0 0,0-1 0 0 0,1 1 0 0 0,2-1-1 0 0,13-2-37 0 0,0-1 0 0 0,0 0-1 0 0,0-2 1 0 0,-1 0-1 0 0,18-9 1 0 0,-19 8 34 0 0,0 0 0 0 0,0 1 0 0 0,1 1 1 0 0,0 0-1 0 0,-1 2 0 0 0,19-3 0 0 0,-33 6-1 0 0,0 0 1 0 0,0 0-1 0 0,0 0 1 0 0,0 0-1 0 0,0 0 1 0 0,0 0-1 0 0,0 0 0 0 0,0 1 1 0 0,0-1-1 0 0,0 1 1 0 0,0-1-1 0 0,0 1 1 0 0,0 0-1 0 0,0 0 0 0 0,-1 0 1 0 0,1 0-1 0 0,0 0 1 0 0,-1 0-1 0 0,1 1 1 0 0,-1-1-1 0 0,1 0 0 0 0,1 3 1 0 0,-1-1-14 0 0,-1 0 1 0 0,0 0-1 0 0,0-1 1 0 0,0 1-1 0 0,0 0 1 0 0,0 0-1 0 0,-1 0 0 0 0,1 0 1 0 0,-1 0-1 0 0,0 0 1 0 0,0 0-1 0 0,0 1 1 0 0,-1 3-1 0 0,-2 11-290 0 0,-1-1 0 0 0,0 0 0 0 0,-2 1 0 0 0,-7 15-1 0 0,10-24-22 0 0,-7 14-1504 0 0,5-13-1841 0 0</inkml:trace>
</inkml:ink>
</file>

<file path=ppt/ink/ink1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38.7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1 257 6913 0 0,'3'-4'104'0'0,"0"1"0"0"0,0 0 0 0 0,1 0-1 0 0,-1 1 1 0 0,1-1 0 0 0,0 1-1 0 0,0 0 1 0 0,0 0 0 0 0,0 0 0 0 0,0 0-1 0 0,0 1 1 0 0,0-1 0 0 0,1 1-1 0 0,-1 0 1 0 0,0 1 0 0 0,1-1-1 0 0,-1 1 1 0 0,1 0 0 0 0,-1 0 0 0 0,5 0-1 0 0,-4 1 64 0 0,0 1 0 0 0,0-1 1 0 0,0 1-1 0 0,-1 0 0 0 0,1 0 0 0 0,0 0 0 0 0,-1 1 0 0 0,0 0 0 0 0,0 0 0 0 0,1 0 0 0 0,-2 0 0 0 0,1 0 0 0 0,0 1 0 0 0,-1 0 0 0 0,0 0 0 0 0,1 0 1 0 0,2 6-1 0 0,2 2 18 0 0,-2-1 1 0 0,1 2 0 0 0,7 22 0 0 0,-12-30-221 0 0,0 1 0 0 0,0 0 0 0 0,-1 0 0 0 0,0 0 1 0 0,0 0-1 0 0,-1 0 0 0 0,0 1 0 0 0,0-1 0 0 0,0 0 0 0 0,-3 11 1 0 0,1-92-1007 0 0,2 73 1011 0 0,0-39-126 0 0,2 0 0 0 0,2 0-1 0 0,1 1 1 0 0,19-69-1 0 0,-24 108 225 0 0,0-1 0 0 0,1 1 0 0 0,-1-1 0 0 0,0 1 0 0 0,1-1 0 0 0,0 1 0 0 0,-1 0 0 0 0,1-1 0 0 0,0 1 0 0 0,0 0 0 0 0,0-1 0 0 0,0 1 0 0 0,0 0 0 0 0,0 0 0 0 0,0 0 0 0 0,0 0 0 0 0,0 0 0 0 0,0 0 0 0 0,1 0 0 0 0,-1 0 0 0 0,3 0 0 0 0,-3 1 12 0 0,0 0-1 0 0,0 0 1 0 0,0 0-1 0 0,0 1 1 0 0,0-1-1 0 0,1 0 1 0 0,-1 1 0 0 0,0-1-1 0 0,0 1 1 0 0,0-1-1 0 0,0 1 1 0 0,0 0-1 0 0,0-1 1 0 0,-1 1-1 0 0,1 0 1 0 0,0 0 0 0 0,0-1-1 0 0,0 1 1 0 0,-1 0-1 0 0,1 0 1 0 0,0 1-1 0 0,6 9 150 0 0,-1-1-1 0 0,-1 0 1 0 0,0 1 0 0 0,4 12-1 0 0,2 8-197 0 0,23 67-629 0 0,-31-85 335 0 0,0 0 0 0 0,0 0 0 0 0,-1 0 1 0 0,-1 0-1 0 0,0 21 0 0 0,-4-23-100 0 0,-1-30 231 0 0,-2-33-373 0 0,6 20 603 0 0,2 1 0 0 0,0-1 0 0 0,2 1 1 0 0,2 0-1 0 0,1 0 0 0 0,16-46 1 0 0,-22 75-58 0 0,-1 1 0 0 0,0-1 1 0 0,1 0-1 0 0,0 1 0 0 0,-1-1 1 0 0,1 1-1 0 0,0-1 0 0 0,-1 1 1 0 0,1 0-1 0 0,0-1 0 0 0,0 1 1 0 0,0 0-1 0 0,1-1 0 0 0,-1 1 1 0 0,0 0-1 0 0,0 0 0 0 0,1 0 1 0 0,-1 0-1 0 0,0 0 0 0 0,1 0 1 0 0,-1 1-1 0 0,1-1 0 0 0,-1 0 1 0 0,1 1-1 0 0,-1-1 0 0 0,3 0 1 0 0,-2 2 31 0 0,1 0 1 0 0,-1-1-1 0 0,0 1 1 0 0,0 0-1 0 0,0 0 1 0 0,0 0-1 0 0,0 0 1 0 0,0 1-1 0 0,-1-1 1 0 0,1 0-1 0 0,0 1 1 0 0,-1-1-1 0 0,1 1 1 0 0,-1 0-1 0 0,1 0 1 0 0,-1-1-1 0 0,0 1 1 0 0,2 4-1 0 0,24 38 106 0 0,-20-31-831 0 0,0 0 0 0 0,1-1 0 0 0,1 0 1 0 0,-1 0-1 0 0,2-1 0 0 0,0 0 0 0 0,0-1 0 0 0,20 16 0 0 0,-17-17-2846 0 0</inkml:trace>
</inkml:ink>
</file>

<file path=ppt/ink/ink1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39.1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121 4 6449 0 0,'0'0'35'0'0,"0"0"-1"0"0,0 0 0 0 0,0 0 0 0 0,0 0 0 0 0,0 0 0 0 0,0-1 1 0 0,0 1-1 0 0,0 0 0 0 0,0 0 0 0 0,0 0 0 0 0,0 0 0 0 0,0 0 1 0 0,0-1-1 0 0,0 1 0 0 0,0 0 0 0 0,0 0 0 0 0,0 0 1 0 0,0 0-1 0 0,-1 0 0 0 0,1 0 0 0 0,0 0 0 0 0,0-1 0 0 0,0 1 1 0 0,0 0-1 0 0,0 0 0 0 0,0 0 0 0 0,0 0 0 0 0,-1 0 0 0 0,1 0 1 0 0,0 0-1 0 0,0 0 0 0 0,0 0 0 0 0,0 0 0 0 0,0 0 1 0 0,-1 0-1 0 0,1 0 0 0 0,0 0 0 0 0,0 0 0 0 0,0 0 0 0 0,0 0 1 0 0,0 0-1 0 0,-1 0 0 0 0,1 0 0 0 0,0 0 0 0 0,0 0 0 0 0,0 0 1 0 0,0 0-1 0 0,0 0 0 0 0,-1 0 0 0 0,1 0 0 0 0,-11 6 1109 0 0,-7 10 540 0 0,8-4-1491 0 0,1 0 0 0 0,1 1 0 0 0,0 1 0 0 0,1-1-1 0 0,0 1 1 0 0,1 0 0 0 0,1 1 0 0 0,-6 21 0 0 0,6-13 64 0 0,1 0 1 0 0,1 0-1 0 0,0 0 1 0 0,3 45-1 0 0,1-59-348 0 0,0 0 0 0 0,1 0-1 0 0,0-1 1 0 0,1 1 0 0 0,0-1 0 0 0,0 1 0 0 0,6 8 0 0 0,-8-15 56 0 0,0 0 0 0 0,0 0 0 0 0,0 0 0 0 0,0-1 1 0 0,1 1-1 0 0,-1 0 0 0 0,1-1 0 0 0,-1 1 1 0 0,1-1-1 0 0,-1 0 0 0 0,1 1 0 0 0,0-1 1 0 0,0 0-1 0 0,0 0 0 0 0,2 1 0 0 0,-2-2 20 0 0,-1 0 0 0 0,1 0 1 0 0,-1 0-1 0 0,1 0 0 0 0,-1 0 0 0 0,1 0 0 0 0,-1-1 0 0 0,0 1 0 0 0,1 0 0 0 0,-1-1 0 0 0,1 1 1 0 0,-1-1-1 0 0,0 1 0 0 0,1-1 0 0 0,-1 0 0 0 0,0 0 0 0 0,1 0 0 0 0,-1 0 0 0 0,0 0 0 0 0,0 0 1 0 0,0 0-1 0 0,0 0 0 0 0,0 0 0 0 0,1-2 0 0 0,5-6-225 0 0,-1-1-1 0 0,0 1 1 0 0,0-1 0 0 0,-1 0 0 0 0,0-1-1 0 0,-1 1 1 0 0,0-1 0 0 0,-1 0-1 0 0,0 0 1 0 0,2-22 0 0 0,-1-10 835 0 0,-2-66 1 0 0,-2 73-25 0 0,3 24 2500 0 0,5 19-1449 0 0,15 37-874 0 0,-5-10-373 0 0,-14-30-468 0 0,0 1 0 0 0,0-1 0 0 0,1 1 1 0 0,-1-1-1 0 0,1-1 0 0 0,0 1 0 0 0,0-1 0 0 0,1 0 0 0 0,-1 0 1 0 0,9 4-1 0 0,-11-6-131 0 0,0 0 0 0 0,0 0 0 0 0,0 0-1 0 0,0-1 1 0 0,0 1 0 0 0,0-1 0 0 0,0 1 0 0 0,0-1 0 0 0,0 0 0 0 0,0 0 0 0 0,0-1 0 0 0,0 1 0 0 0,0 0 0 0 0,0-1 0 0 0,0 0 0 0 0,0 0 0 0 0,0 0 0 0 0,0 0 0 0 0,-1 0 0 0 0,1 0 0 0 0,0-1 0 0 0,-1 0 0 0 0,4-2 0 0 0,4-11-2425 0 0,-7 6-487 0 0</inkml:trace>
</inkml:ink>
</file>

<file path=ppt/ink/ink1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39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138 375 3225 0 0,'-72'-217'2399'0'0,"17"75"4749"0"0,47 127-5236 0 0,6 20 602 0 0,8 28-508 0 0,2-9-1820 0 0,2-1-1 0 0,1 1 1 0 0,0-2 0 0 0,2 0-1 0 0,0 0 1 0 0,2-1-1 0 0,26 29 1 0 0,-23-31-1611 0 0,1 0 0 0 0,0-2 0 0 0,2 0 0 0 0,24 15 0 0 0,-19-16-4417 0 0</inkml:trace>
</inkml:ink>
</file>

<file path=ppt/ink/ink1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39.6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0 2761 0 0,'-2'2'229'0'0,"1"0"0"0"0,0 1 0 0 0,0-1 0 0 0,0 0 0 0 0,0 0 0 0 0,0 0 0 0 0,0 1 0 0 0,1-1 0 0 0,-1 0 0 0 0,1 1 0 0 0,-1-1 0 0 0,1 1 0 0 0,0-1 1 0 0,0 0-1 0 0,0 1 0 0 0,0-1 0 0 0,1 1 0 0 0,0 2 0 0 0,11 42 3036 0 0,0-17-2133 0 0,2-1 0 0 0,2-1 0 0 0,0 0 0 0 0,33 41 0 0 0,-27-38-566 0 0,28 41 452 0 0,59 81-1210 0 0,-88-127-522 0 0</inkml:trace>
</inkml:ink>
</file>

<file path=ppt/ink/ink1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42.9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78 5529 0 0,'-17'-34'1368'0'0,"14"31"-768"0"0,1 0 1 0 0,0-1-1 0 0,0 1 0 0 0,0-1 1 0 0,0 1-1 0 0,0-1 0 0 0,1 0 0 0 0,0 1 1 0 0,0-1-1 0 0,-1-4 476 0 0,7 30 542 0 0,7 63-499 0 0,39 198 44 0 0,-43-252-1166 0 0,1-1 0 0 0,2 1 0 0 0,1-2 0 0 0,1 1 0 0 0,2-2 0 0 0,33 49-1 0 0,-42-68 17 0 0,1-1-1 0 0,0 0 0 0 0,0 0 0 0 0,1-1 0 0 0,0 0 1 0 0,1 0-1 0 0,-1-1 0 0 0,1 0 0 0 0,0-1 0 0 0,1 1 0 0 0,11 3 1 0 0,-16-7 63 0 0,1 0 1 0 0,0-1 0 0 0,0 1 0 0 0,-1-1 0 0 0,1-1 0 0 0,0 1-1 0 0,0-1 1 0 0,0 0 0 0 0,0 0 0 0 0,0-1 0 0 0,0 0 0 0 0,-1 0-1 0 0,1 0 1 0 0,0-1 0 0 0,-1 1 0 0 0,1-2 0 0 0,-1 1 0 0 0,1 0-1 0 0,-1-1 1 0 0,0 0 0 0 0,8-6 0 0 0,3-5-22 0 0,-1-1-1 0 0,0 0 1 0 0,-1 0-1 0 0,-1-2 1 0 0,22-35 0 0 0,-16 24-2143 0 0,22-27 0 0 0,-37 51 1038 0 0,1 0-1 0 0,-1 0 0 0 0,1 0 0 0 0,0 1 0 0 0,0 0 1 0 0,0 0-1 0 0,0 0 0 0 0,11-4 0 0 0,-10 4-291 0 0,-1 1 499 0 0</inkml:trace>
</inkml:ink>
</file>

<file path=ppt/ink/ink1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43.3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51 6449 0 0,'-13'-10'156'0'0,"6"5"506"0"0,0 1 0 0 0,0-1-1 0 0,0 1 1 0 0,0 0 0 0 0,-1 0 0 0 0,-9-2 0 0 0,16 6-572 0 0,-1-1 0 0 0,0 1 0 0 0,0 0 0 0 0,0 0 0 0 0,1 0 0 0 0,-1 0 0 0 0,0 0 0 0 0,0 0 0 0 0,0 0 0 0 0,1 1 0 0 0,-1-1 0 0 0,0 1 0 0 0,0-1 0 0 0,1 1 0 0 0,-1 0 0 0 0,0-1 0 0 0,1 1 0 0 0,-1 0 0 0 0,1 0 0 0 0,-1 0 0 0 0,1 0 1 0 0,-1 1-1 0 0,1-1 0 0 0,0 0 0 0 0,0 1 0 0 0,-1-1 0 0 0,1 1 0 0 0,0-1 0 0 0,0 1 0 0 0,1-1 0 0 0,-1 1 0 0 0,0-1 0 0 0,-1 5 0 0 0,-1 2-59 0 0,0 1 1 0 0,1-1-1 0 0,0 1 0 0 0,0 0 0 0 0,1 0 1 0 0,0 0-1 0 0,0 0 0 0 0,1-1 1 0 0,0 1-1 0 0,1 0 0 0 0,0 0 0 0 0,0 0 1 0 0,1 0-1 0 0,5 14 0 0 0,-6-19-170 0 0,0 0-1 0 0,1 0 0 0 0,0 0 0 0 0,0 0 1 0 0,0 0-1 0 0,0 0 0 0 0,1-1 0 0 0,-1 1 1 0 0,1-1-1 0 0,0 1 0 0 0,0-1 1 0 0,0 0-1 0 0,1 0 0 0 0,-1 0 0 0 0,1-1 1 0 0,-1 1-1 0 0,1-1 0 0 0,0 0 0 0 0,0 0 1 0 0,0 0-1 0 0,0-1 0 0 0,0 0 0 0 0,1 1 1 0 0,-1-1-1 0 0,0 0 0 0 0,1-1 1 0 0,-1 1-1 0 0,0-1 0 0 0,1 0 0 0 0,-1 0 1 0 0,7-1-1 0 0,-4-1-64 0 0,1 0 1 0 0,-1 0 0 0 0,0 0-1 0 0,0-1 1 0 0,0 0 0 0 0,0-1-1 0 0,0 1 1 0 0,-1-1-1 0 0,0 0 1 0 0,0-1 0 0 0,0 0-1 0 0,0 0 1 0 0,-1 0-1 0 0,1 0 1 0 0,-1-1 0 0 0,-1 0-1 0 0,8-11 1 0 0,-5 6 393 0 0,-1-1 0 0 0,0 1 0 0 0,-1-1 0 0 0,0 0 0 0 0,-1 0-1 0 0,0 0 1 0 0,-1-1 0 0 0,0 1 0 0 0,1-21 0 0 0,-3 27-292 0 0,4-23 5020 0 0,-5 29-4863 0 0,0 0 0 0 0,0 0 0 0 0,0 0 0 0 0,4 1 1426 0 0,-4 0-1426 0 0,10 13 920 0 0,2 10-684 0 0,1-1 0 0 0,1-1 0 0 0,24 29 0 0 0,-32-45-611 0 0,0 1 1 0 0,1-1-1 0 0,0 0 1 0 0,0-1-1 0 0,0 0 0 0 0,1 0 1 0 0,-1 0-1 0 0,1-1 1 0 0,0 0-1 0 0,1 0 1 0 0,-1-1-1 0 0,1-1 1 0 0,15 4-1 0 0,-1-3-4442 0 0</inkml:trace>
</inkml:ink>
</file>

<file path=ppt/ink/ink1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43.6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64 4609 0 0,'13'6'4756'0'0,"28"18"-2575"0"0,-4 3-371 0 0,-12-9 661 0 0,40 36-1 0 0,-67-60-2235 0 0,-1 0 0 0 0,1-1 0 0 0,1 1 0 0 0,-1 0-1 0 0,1-1 1 0 0,0 1 0 0 0,0-1 0 0 0,1 1 0 0 0,0-8 0 0 0,1 2-868 0 0,-1 0 1 0 0,2 0-1 0 0,0 0 1 0 0,0 0-1 0 0,1 0 1 0 0,6-16-1 0 0,1 6-5391 0 0</inkml:trace>
</inkml:ink>
</file>

<file path=ppt/ink/ink1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44.1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200 48 1376 0 0,'-2'-3'567'0'0,"1"0"0"0"0,-1 0 0 0 0,0 0 0 0 0,1 0 0 0 0,-1 0 0 0 0,-1 1-1 0 0,1-1 1 0 0,0 1 0 0 0,-1-1 0 0 0,1 1 0 0 0,-1 0 0 0 0,0 0 0 0 0,0 0 0 0 0,0 0-1 0 0,0 0 1 0 0,0 1 0 0 0,0-1 0 0 0,0 1 0 0 0,-7-2 0 0 0,7 3-377 0 0,0 0 1 0 0,-1 0-1 0 0,1 0 1 0 0,0 1 0 0 0,0-1-1 0 0,0 1 1 0 0,-1-1-1 0 0,1 1 1 0 0,0 0-1 0 0,0 0 1 0 0,0 1 0 0 0,0-1-1 0 0,1 1 1 0 0,-1-1-1 0 0,0 1 1 0 0,1 0-1 0 0,-1 0 1 0 0,1 0 0 0 0,-1 0-1 0 0,1 0 1 0 0,-4 5-1 0 0,-5 7 111 0 0,0 0-1 0 0,1 1 0 0 0,-13 24 1 0 0,20-32-297 0 0,0-1 1 0 0,0 0 0 0 0,0 1 0 0 0,1 0 0 0 0,0-1 0 0 0,0 1 0 0 0,1 0 0 0 0,0 0 0 0 0,0 0 0 0 0,1 0 0 0 0,0 14 0 0 0,0-19-86 0 0,0 0 0 0 0,1 0 1 0 0,-1 0-1 0 0,1 0 0 0 0,-1 0 1 0 0,1 0-1 0 0,0-1 0 0 0,0 1 1 0 0,-1 0-1 0 0,1 0 0 0 0,1-1 1 0 0,-1 1-1 0 0,0 0 0 0 0,0-1 0 0 0,1 1 1 0 0,-1-1-1 0 0,0 1 0 0 0,1-1 1 0 0,0 0-1 0 0,-1 0 0 0 0,1 0 1 0 0,2 1-1 0 0,-2-1-106 0 0,1 0 0 0 0,0 0 0 0 0,0-1 0 0 0,-1 0 0 0 0,1 0 0 0 0,0 1 0 0 0,0-2 0 0 0,0 1 0 0 0,0 0 0 0 0,0 0 1 0 0,-1-1-1 0 0,1 0 0 0 0,4-1 0 0 0,6-3-487 0 0,0-1 0 0 0,0-1 0 0 0,-1 0 0 0 0,21-16 0 0 0,-30 21 686 0 0,-1 0 1 0 0,1 0-1 0 0,0 0 1 0 0,-1 1-1 0 0,1-1 1 0 0,0 1 0 0 0,0-1-1 0 0,0 1 1 0 0,0 0-1 0 0,0 0 1 0 0,0 0-1 0 0,0 1 1 0 0,1-1 0 0 0,-1 1-1 0 0,0 0 1 0 0,0-1-1 0 0,0 2 1 0 0,5-1-1 0 0,-5 1 114 0 0,0 1-1 0 0,0-1 0 0 0,0 1 0 0 0,-1-1 0 0 0,1 1 0 0 0,0 0 0 0 0,-1 0 1 0 0,1 0-1 0 0,-1 0 0 0 0,0 0 0 0 0,0 1 0 0 0,0-1 0 0 0,0 1 0 0 0,0 0 1 0 0,0-1-1 0 0,-1 1 0 0 0,1 0 0 0 0,1 5 0 0 0,13 27 620 0 0,-2 0-1 0 0,10 43 1 0 0,-19-61-678 0 0,-2 0 0 0 0,0 1 0 0 0,0-1 0 0 0,-2 1 0 0 0,0 0 0 0 0,-4 32 0 0 0,2-42-4 0 0,-1 0 1 0 0,0-1-1 0 0,0 1 0 0 0,-1-1 0 0 0,0 0 0 0 0,-6 10 0 0 0,8-15-113 0 0,1-1-1 0 0,-1 1 0 0 0,0-1 1 0 0,1 0-1 0 0,-1 1 1 0 0,0-1-1 0 0,0 0 0 0 0,0 1 1 0 0,0-1-1 0 0,-1 0 0 0 0,1 0 1 0 0,0 0-1 0 0,0 0 1 0 0,-1 0-1 0 0,1 0 0 0 0,0 0 1 0 0,-1-1-1 0 0,1 1 0 0 0,-1 0 1 0 0,1-1-1 0 0,-1 1 1 0 0,1-1-1 0 0,-1 0 0 0 0,0 1 1 0 0,1-1-1 0 0,-1 0 1 0 0,1 0-1 0 0,-1 0 0 0 0,0 0 1 0 0,1 0-1 0 0,-1-1 0 0 0,0 1 1 0 0,1 0-1 0 0,-1-1 1 0 0,1 1-1 0 0,-1-1 0 0 0,-2-1 1 0 0,-3-3-1125 0 0</inkml:trace>
</inkml:ink>
</file>

<file path=ppt/ink/ink1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50.0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0 382 10594 0 0,'1'1'229'0'0,"0"0"-1"0"0,0 0 1 0 0,0 0 0 0 0,0 0-1 0 0,0 0 1 0 0,1-1-1 0 0,-1 1 1 0 0,0 0 0 0 0,0 0-1 0 0,1-1 1 0 0,-1 1-1 0 0,0-1 1 0 0,1 1-1 0 0,-1-1 1 0 0,0 0 0 0 0,1 1-1 0 0,-1-1 1 0 0,1 0-1 0 0,-1 0 1 0 0,0 0 0 0 0,1 0-1 0 0,2 0 1 0 0,-2-1-72 0 0,0 0 1 0 0,0 0 0 0 0,0 0-1 0 0,0 0 1 0 0,-1 0 0 0 0,1-1 0 0 0,0 1-1 0 0,0 0 1 0 0,-1-1 0 0 0,1 1-1 0 0,-1-1 1 0 0,1 0 0 0 0,1-2-1 0 0,4-7 18 0 0,0-1-1 0 0,-1 0 0 0 0,9-24 1 0 0,-10 25 176 0 0,7-19-212 0 0,34-87-203 0 0,-41 101-175 0 0,0-1 0 0 0,-1 0 0 0 0,-1 0-1 0 0,-1 0 1 0 0,1-19 0 0 0,-3 35 226 0 0,0 0 0 0 0,0 0 1 0 0,0 0-1 0 0,0 0 0 0 0,0 0 0 0 0,0 0 1 0 0,0 0-1 0 0,0 0 0 0 0,0 0 0 0 0,0 0 1 0 0,-1 0-1 0 0,1 0 0 0 0,0 0 1 0 0,-1 1-1 0 0,1-1 0 0 0,0 0 0 0 0,-1 0 1 0 0,1 0-1 0 0,-1 0 0 0 0,0 0 0 0 0,1 1 1 0 0,-1-1-1 0 0,0 0 0 0 0,0 0 0 0 0,0 1-5 0 0,0 0-1 0 0,0 0 0 0 0,0 0 0 0 0,0 0 1 0 0,0 0-1 0 0,0 0 0 0 0,0 0 0 0 0,0 0 1 0 0,1 1-1 0 0,-1-1 0 0 0,0 0 0 0 0,0 1 1 0 0,0-1-1 0 0,0 1 0 0 0,0-1 0 0 0,1 1 1 0 0,-1-1-1 0 0,0 1 0 0 0,-1 1 1 0 0,-3 3-43 0 0,-1 0 1 0 0,1 0-1 0 0,0 1 1 0 0,1 0-1 0 0,-5 7 1 0 0,3-2 25 0 0,-40 75-182 0 0,42-77 214 0 0,0 1-1 0 0,0 0 0 0 0,1-1 1 0 0,1 1-1 0 0,0 0 1 0 0,0 0-1 0 0,0 14 0 0 0,2-20 69 0 0,0 0 0 0 0,1 0 0 0 0,-1 0 0 0 0,1 0 0 0 0,0 0 0 0 0,0-1 0 0 0,0 1 0 0 0,1 0 0 0 0,-1 0 0 0 0,1-1 0 0 0,0 1-1 0 0,0-1 1 0 0,0 0 0 0 0,0 1 0 0 0,1-1 0 0 0,0 0 0 0 0,-1 0 0 0 0,1-1 0 0 0,0 1 0 0 0,0 0 0 0 0,0-1 0 0 0,1 0-1 0 0,-1 0 1 0 0,1 0 0 0 0,-1 0 0 0 0,1 0 0 0 0,-1-1 0 0 0,1 1 0 0 0,0-1 0 0 0,0 0 0 0 0,4 0 0 0 0,5 2 17 0 0,0-2 1 0 0,-1 1 0 0 0,1-1 0 0 0,0-1-1 0 0,0-1 1 0 0,-1 0 0 0 0,1 0 0 0 0,18-5-1 0 0,39-17-1119 0 0,-32 8-171 0 0</inkml:trace>
</inkml:ink>
</file>

<file path=ppt/ink/ink1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50.7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220 1 6449 0 0,'-7'3'209'0'0,"1"1"-1"0"0,-1 0 1 0 0,1 0-1 0 0,-1 1 1 0 0,2-1-1 0 0,-1 1 1 0 0,0 1-1 0 0,-5 6 1 0 0,-38 51 1431 0 0,38-48-1236 0 0,-11 15 401 0 0,-18 35 0 0 0,34-54-643 0 0,0 1 1 0 0,1 0-1 0 0,1 0 0 0 0,0 0 1 0 0,0 1-1 0 0,-3 22 0 0 0,7-31-120 0 0,0 1 0 0 0,0-1 0 0 0,0 1 1 0 0,0-1-1 0 0,1 0 0 0 0,0 1 0 0 0,0-1 0 0 0,0 0 0 0 0,0 1 0 0 0,1-1 0 0 0,0 0 0 0 0,-1 0 0 0 0,2 0 1 0 0,-1 0-1 0 0,0-1 0 0 0,1 1 0 0 0,0-1 0 0 0,-1 1 0 0 0,1-1 0 0 0,1 0 0 0 0,-1 0 0 0 0,0 0 0 0 0,1-1 1 0 0,0 1-1 0 0,-1-1 0 0 0,6 3 0 0 0,11 5 322 0 0,1-1 0 0 0,0 0 1 0 0,44 10-1 0 0,-21-6 159 0 0,-34-10-478 0 0,70 27 375 0 0,-74-27-394 0 0,0 0-1 0 0,0 0 1 0 0,0 1 0 0 0,0 0 0 0 0,-1 0 0 0 0,0 0-1 0 0,1 0 1 0 0,-1 1 0 0 0,7 10 0 0 0,-10-13-62 0 0,-1 0 1 0 0,0 0 0 0 0,-1 1 0 0 0,1-1-1 0 0,0 1 1 0 0,-1-1 0 0 0,1 1 0 0 0,-1-1-1 0 0,0 1 1 0 0,0-1 0 0 0,0 1 0 0 0,0-1-1 0 0,0 0 1 0 0,0 1 0 0 0,-1-1 0 0 0,1 1-1 0 0,-1-1 1 0 0,0 1 0 0 0,0-1-1 0 0,0 0 1 0 0,0 1 0 0 0,0-1 0 0 0,0 0-1 0 0,-1 0 1 0 0,1 0 0 0 0,-1 0 0 0 0,-2 3-1 0 0,1-2-56 0 0,0 1 0 0 0,0-1-1 0 0,0 0 1 0 0,0 0 0 0 0,-1 0-1 0 0,1-1 1 0 0,-1 1 0 0 0,0-1-1 0 0,0 0 1 0 0,0 0 0 0 0,0 0-1 0 0,0 0 1 0 0,0-1-1 0 0,-9 3 1 0 0,13-4 1 0 0,-1 0-1 0 0,0 0 1 0 0,1 0-1 0 0,-1 0 1 0 0,1 0 0 0 0,-1 0-1 0 0,0 0 1 0 0,1 0-1 0 0,-1 0 1 0 0,1-1-1 0 0,-1 1 1 0 0,0 0 0 0 0,1 0-1 0 0,-1 0 1 0 0,1-1-1 0 0,-1 1 1 0 0,1 0-1 0 0,-1 0 1 0 0,1-1 0 0 0,-1 1-1 0 0,1-1 1 0 0,-1 1-1 0 0,1 0 1 0 0,0-1-1 0 0,-1 1 1 0 0,1-1 0 0 0,-1 1-1 0 0,1-1 1 0 0,0 1-1 0 0,0-1 1 0 0,-1 1 0 0 0,1-2-1 0 0,1-23-2564 0 0,18-23-1318 0 0,-10 34 3349 0 0,1-1 0 0 0,1 2 1 0 0,0-1-1 0 0,0 1 0 0 0,1 1 0 0 0,15-12 1 0 0,-12 12 1868 0 0,0 1-1 0 0,1 0 1 0 0,1 1 0 0 0,0 0 0 0 0,22-9 0 0 0,-36 18-895 0 0,-1 1 0 0 0,0-1 0 0 0,1 0 0 0 0,-1 1 1 0 0,1-1-1 0 0,-1 1 0 0 0,0-1 0 0 0,1 1 0 0 0,-1 0 0 0 0,1 0 0 0 0,-1 0 1 0 0,1 1-1 0 0,-1-1 0 0 0,1 1 0 0 0,-1-1 0 0 0,1 1 0 0 0,-1 0 1 0 0,0 0-1 0 0,5 2 0 0 0,-4-1-28 0 0,1 1 0 0 0,-1 0 0 0 0,0-1 0 0 0,0 1 0 0 0,0 1 0 0 0,-1-1 0 0 0,1 0 0 0 0,-1 1 0 0 0,0-1 0 0 0,0 1 0 0 0,2 3 0 0 0,2 7 49 0 0,-1 0 1 0 0,-1 1-1 0 0,0-1 0 0 0,-1 1 1 0 0,2 23-1 0 0,4 74-2774 0 0,-5-93-4360 0 0</inkml:trace>
</inkml:ink>
</file>

<file path=ppt/ink/ink1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50.9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18 17972 0 0,'-25'-18'1666'0'0,"25"24"-2024"0"0,1-1 0 0 0,-1 1 1 0 0,1-1-1 0 0,0 1 1 0 0,2 5-1 0 0,-2-10 516 0 0,2 8-389 0 0,1 0 1 0 0,1 0-1 0 0,8 12 0 0 0,0 2 76 0 0,-2-2 155 0 0</inkml:trace>
</inkml:ink>
</file>

<file path=ppt/ink/ink1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51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215 40 920 0 0,'0'-1'153'0'0,"0"-1"0"0"0,0 0 0 0 0,-1 1 0 0 0,1-1 0 0 0,0 1 0 0 0,-1-1-1 0 0,1 0 1 0 0,-1 1 0 0 0,1-1 0 0 0,-1 1 0 0 0,0-1 0 0 0,1 1 0 0 0,-1-1 0 0 0,0 1 0 0 0,0-1 0 0 0,0 1-1 0 0,0 0 1 0 0,0 0 0 0 0,-1 0 0 0 0,1-1 0 0 0,0 1 0 0 0,-1 0 0 0 0,1 0 0 0 0,0 1 0 0 0,-1-1-1 0 0,1 0 1 0 0,-1 0 0 0 0,1 1 0 0 0,-1-1 0 0 0,0 1 0 0 0,1-1 0 0 0,-1 1 0 0 0,0 0 0 0 0,1 0-1 0 0,-1-1 1 0 0,0 1 0 0 0,1 0 0 0 0,-1 0 0 0 0,0 1 0 0 0,1-1 0 0 0,-4 1 0 0 0,-1 0 343 0 0,0 0 0 0 0,0 0 1 0 0,0 1-1 0 0,1 0 0 0 0,-1 0 1 0 0,0 0-1 0 0,1 0 0 0 0,-1 1 1 0 0,1 0-1 0 0,-9 7 0 0 0,2 1-31 0 0,2 1 0 0 0,-1 0 0 0 0,2 0-1 0 0,-10 15 1 0 0,15-21-457 0 0,0 1-1 0 0,0 0 1 0 0,0 0 0 0 0,1 0 0 0 0,0 1-1 0 0,1-1 1 0 0,0 1 0 0 0,0-1-1 0 0,0 1 1 0 0,0 8 0 0 0,2-16-46 0 0,0 1 1 0 0,0-1-1 0 0,0 1 1 0 0,0-1 0 0 0,0 1-1 0 0,0-1 1 0 0,0 1-1 0 0,0-1 1 0 0,0 1-1 0 0,0-1 1 0 0,0 1-1 0 0,0-1 1 0 0,0 1-1 0 0,1-1 1 0 0,-1 1-1 0 0,0-1 1 0 0,0 1-1 0 0,0-1 1 0 0,1 1-1 0 0,-1-1 1 0 0,0 0-1 0 0,1 1 1 0 0,-1-1-1 0 0,0 1 1 0 0,1-1-1 0 0,-1 0 1 0 0,0 1-1 0 0,1-1 1 0 0,-1 0 0 0 0,1 0-1 0 0,-1 1 1 0 0,0-1-1 0 0,2 0 1 0 0,14-7-1424 0 0,14-22-17 0 0,-30 29 1490 0 0,21-28 203 0 0,14-18 1260 0 0,-33 44-1318 0 0,0 0 1 0 0,0 0-1 0 0,0 0 0 0 0,0 0 1 0 0,1 0-1 0 0,-1 1 1 0 0,1-1-1 0 0,-1 1 1 0 0,1 0-1 0 0,-1 0 1 0 0,1 0-1 0 0,-1 0 0 0 0,1 0 1 0 0,0 0-1 0 0,0 1 1 0 0,3-1-1 0 0,-3 1-61 0 0,-1 1-1 0 0,1 0 1 0 0,0 0-1 0 0,0 0 0 0 0,0 0 1 0 0,-1 0-1 0 0,1 0 1 0 0,-1 1-1 0 0,1-1 1 0 0,-1 1-1 0 0,1 0 0 0 0,-1 0 1 0 0,0 0-1 0 0,0 0 1 0 0,0 0-1 0 0,0 0 1 0 0,3 5-1 0 0,27 44 560 0 0,-30-48-607 0 0,6 12 6 0 0,-1 0 0 0 0,-1 0 0 0 0,0 1 0 0 0,0 0 0 0 0,-2 0 0 0 0,0 0 0 0 0,-1 1 0 0 0,1 20 0 0 0,-3-27-177 0 0,-1-1-1 0 0,-1 0 1 0 0,1 0 0 0 0,-1 0-1 0 0,-1 0 1 0 0,0 0-1 0 0,0 0 1 0 0,-1 0-1 0 0,0 0 1 0 0,0-1-1 0 0,-1 1 1 0 0,0-1-1 0 0,0 0 1 0 0,-1 0-1 0 0,0-1 1 0 0,-11 13-1 0 0</inkml:trace>
</inkml:ink>
</file>

<file path=ppt/ink/ink1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5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2304 0 0,'0'-1'8653'0'0,"6"0"-6754"0"0,11 2-6381 0 0</inkml:trace>
</inkml:ink>
</file>

<file path=ppt/ink/ink1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52.6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96 920 0 0,'-6'-8'7403'0'0,"7"-21"-914"0"0,-1 29-6396 0 0,11 5 1724 0 0,7 8-1306 0 0,-18-13-484 0 0,9 11 160 0 0,0 0-1 0 0,-1 1 1 0 0,-1 0 0 0 0,0 0 0 0 0,0 1 0 0 0,-1 0 0 0 0,-1 0-1 0 0,5 16 1 0 0,11 23-251 0 0,-13-38-159 0 0,-3-16-27 0 0,0-25-137 0 0,-4 14 342 0 0,2-6 6 0 0,1 1 1 0 0,1 1 0 0 0,0-1-1 0 0,1 1 1 0 0,10-20 0 0 0,-12 29 138 0 0,1 0 0 0 0,-1 0 0 0 0,1 1 0 0 0,0-1 0 0 0,1 1 0 0 0,0 0 0 0 0,0 0 0 0 0,0 1 0 0 0,1 0 1 0 0,0 0-1 0 0,0 0 0 0 0,11-5 0 0 0,-17 10-76 0 0,1 0 0 0 0,-1 1 0 0 0,0-1-1 0 0,1 1 1 0 0,-1-1 0 0 0,0 1 0 0 0,1-1 0 0 0,-1 1 0 0 0,1 0 0 0 0,-1 0 0 0 0,1 0 0 0 0,-1 0 0 0 0,0 0 0 0 0,1 0 0 0 0,-1 0 0 0 0,1 0 0 0 0,-1 0-1 0 0,1 1 1 0 0,-1-1 0 0 0,0 1 0 0 0,1-1 0 0 0,-1 1 0 0 0,0-1 0 0 0,1 1 0 0 0,-1 0 0 0 0,0 0 0 0 0,0-1 0 0 0,0 1 0 0 0,0 0 0 0 0,0 0 0 0 0,0 0 0 0 0,2 3-1 0 0,2 3-88 0 0,-1 0 0 0 0,0 0 0 0 0,0 0-1 0 0,5 17 1 0 0,7 12-1100 0 0,3-12-899 0 0,-3-10-2462 0 0,-3-3-560 0 0</inkml:trace>
</inkml:ink>
</file>

<file path=ppt/ink/ink1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53.1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98 617 2304 0 0,'5'-9'236'0'0,"-2"1"-1"0"0,1-1 1 0 0,4-17-1 0 0,-5 12 859 0 0,-1 1-1 0 0,0-1 1 0 0,-1 0-1 0 0,-1 1 1 0 0,0-1-1 0 0,-1 0 1 0 0,-4-23 0 0 0,5 35-949 0 0,0 1 1 0 0,0-1 0 0 0,-1 1 0 0 0,1-1-1 0 0,0 1 1 0 0,-1-1 0 0 0,1 1 0 0 0,-1-1 0 0 0,0 1-1 0 0,1 0 1 0 0,-1-1 0 0 0,0 1 0 0 0,0 0-1 0 0,0 0 1 0 0,0-1 0 0 0,0 1 0 0 0,0 0 0 0 0,0 0-1 0 0,-2-1 1 0 0,2 2-70 0 0,0 0 0 0 0,0 0 0 0 0,0 0 0 0 0,1 0-1 0 0,-1 0 1 0 0,0 0 0 0 0,0 0 0 0 0,0 0 0 0 0,0 0 0 0 0,0 1-1 0 0,0-1 1 0 0,1 0 0 0 0,-1 0 0 0 0,0 1 0 0 0,0-1 0 0 0,0 1-1 0 0,1-1 1 0 0,-1 1 0 0 0,0-1 0 0 0,1 1 0 0 0,-1-1 0 0 0,0 1 0 0 0,0 1-1 0 0,-4 4 115 0 0,0 0 0 0 0,0 1 0 0 0,0-1 0 0 0,1 1-1 0 0,-6 13 1 0 0,-2 8-137 0 0,-17 59 0 0 0,26-76-73 0 0,1-1 0 0 0,0 2 0 0 0,0-1 1 0 0,1 0-1 0 0,1 0 0 0 0,0 0 0 0 0,1 0 0 0 0,3 22 0 0 0,-3-30-20 0 0,0 0 0 0 0,0 0 0 0 0,0 1 0 0 0,0-1 0 0 0,0 0 0 0 0,0 0 0 0 0,1-1 0 0 0,-1 1 0 0 0,1 0 0 0 0,0 0 0 0 0,0-1 0 0 0,0 1 0 0 0,0-1 0 0 0,1 0 0 0 0,-1 1 0 0 0,1-1 0 0 0,-1 0 0 0 0,1 0 0 0 0,0-1 0 0 0,0 1 0 0 0,-1-1-1 0 0,1 1 1 0 0,0-1 0 0 0,1 0 0 0 0,-1 0 0 0 0,0 0 0 0 0,3 0 0 0 0,-2-1-70 0 0,0 0 0 0 0,1 0 0 0 0,-1 0 0 0 0,0 0-1 0 0,0-1 1 0 0,0 0 0 0 0,0 0 0 0 0,-1 0 0 0 0,1 0-1 0 0,0-1 1 0 0,0 1 0 0 0,-1-1 0 0 0,1 0 0 0 0,-1 0-1 0 0,1-1 1 0 0,-1 1 0 0 0,0-1 0 0 0,0 1 0 0 0,0-1-1 0 0,0 0 1 0 0,3-4 0 0 0,5-9 119 0 0,0-1 0 0 0,-2 0 0 0 0,1-1 0 0 0,-2 0 0 0 0,6-20 0 0 0,-6 17 601 0 0,1 0 1 0 0,0 1 0 0 0,17-26 0 0 0,-26 46-570 0 0,1-1 0 0 0,-1 0 0 0 0,0 1 1 0 0,1-1-1 0 0,-1 0 0 0 0,0 1 0 0 0,1-1 1 0 0,-1 0-1 0 0,1 1 0 0 0,-1-1 0 0 0,1 1 1 0 0,-1-1-1 0 0,1 1 0 0 0,0-1 0 0 0,-1 1 0 0 0,1 0 1 0 0,0-1-1 0 0,-1 1 0 0 0,1 0 0 0 0,0-1 1 0 0,-1 1-1 0 0,1 0 0 0 0,0 0 0 0 0,-1-1 1 0 0,1 1-1 0 0,0 0 0 0 0,0 0 0 0 0,-1 0 1 0 0,1 0-1 0 0,0 0 0 0 0,0 0 0 0 0,-1 0 1 0 0,1 1-1 0 0,0-1 0 0 0,0 0 0 0 0,-1 0 1 0 0,1 0-1 0 0,0 1 0 0 0,-1-1 0 0 0,1 0 1 0 0,0 1-1 0 0,-1-1 0 0 0,1 1 0 0 0,0-1 1 0 0,-1 1-1 0 0,1-1 0 0 0,0 2 0 0 0,4 3 148 0 0,-1 1 0 0 0,0 0 0 0 0,-1 0-1 0 0,6 11 1 0 0,5 10 104 0 0,-12-26-313 0 0,-1 1-1 0 0,1 0 1 0 0,0 0 0 0 0,0-1-1 0 0,0 1 1 0 0,0-1-1 0 0,0 1 1 0 0,0-1-1 0 0,0 0 1 0 0,0 0 0 0 0,0 0-1 0 0,0 0 1 0 0,1 0-1 0 0,-1 0 1 0 0,0-1-1 0 0,1 1 1 0 0,-1-1 0 0 0,1 0-1 0 0,-1 1 1 0 0,1-1-1 0 0,2-1 1 0 0,0 1-140 0 0,-1-1-1 0 0,0-1 1 0 0,1 1-1 0 0,-1-1 1 0 0,0 0 0 0 0,0 1-1 0 0,0-2 1 0 0,0 1 0 0 0,0 0-1 0 0,6-6 1 0 0,1-2-414 0 0,-1 0 0 0 0,0-1 0 0 0,-1 0 0 0 0,0 0 0 0 0,0-1-1 0 0,8-17 1 0 0,-8 10 358 0 0,-1 0 0 0 0,-1-1 0 0 0,-1 0 0 0 0,-1 0 0 0 0,-1 0 0 0 0,0-1-1 0 0,-2 1 1 0 0,1-33 0 0 0,-4 9 2227 0 0,-1-1-1 0 0,-16-83 0 0 0,13 109-920 0 0,3 9 976 0 0,7 24-897 0 0,0 4-926 0 0,-1 1-1 0 0,3 36 1 0 0,2 13-13 0 0,53 169-263 0 0,-47-195-206 0 0</inkml:trace>
</inkml:ink>
</file>

<file path=ppt/ink/ink1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53.3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16588 0 0,'5'3'1472'0'0,"-4"0"-1176"0"0,2 0-232 0 0,5 5 3073 0 0,-5-4-2945 0 0,-1 0-120 0 0,3 0-72 0 0,-3-2 80 0 0,3-4-80 0 0</inkml:trace>
</inkml:ink>
</file>

<file path=ppt/ink/ink1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05.96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63 18 6449 0 0,'-1'-1'76'0'0,"1"0"-1"0"0,0 0 1 0 0,-1 0 0 0 0,1 0-1 0 0,-1 1 1 0 0,1-1-1 0 0,-1 0 1 0 0,1 0-1 0 0,-1 0 1 0 0,0 0-1 0 0,1 1 1 0 0,-1-1-1 0 0,0 0 1 0 0,0 0-1 0 0,0 1 1 0 0,0-1-1 0 0,1 1 1 0 0,-1-1 0 0 0,0 1-1 0 0,0-1 1 0 0,0 1-1 0 0,0 0 1 0 0,0-1-1 0 0,0 1 1 0 0,0 0-1 0 0,0 0 1 0 0,0 0-1 0 0,-1-1 1 0 0,1 1-1 0 0,0 0 1 0 0,0 1 0 0 0,0-1-1 0 0,0 0 1 0 0,0 0-1 0 0,0 0 1 0 0,-1 1-1 0 0,0 0 15 0 0,0 0-1 0 0,1 0 1 0 0,-1 1-1 0 0,1-1 1 0 0,-1 0-1 0 0,1 1 1 0 0,-1-1-1 0 0,1 1 1 0 0,0-1-1 0 0,0 1 1 0 0,0-1-1 0 0,0 1 1 0 0,0 0-1 0 0,0 0 1 0 0,1-1-1 0 0,-1 1 1 0 0,0 0-1 0 0,1 0 1 0 0,-1 0-1 0 0,1 2 1 0 0,-5 55 959 0 0,3 1 1 0 0,7 90-1 0 0,0-54-543 0 0,10 199 522 0 0,85 470 0 0 0,-44-464 745 0 0,23 407 0 0 0,-73-601-2394 0 0,0-14-2547 0 0,-7 118 1 0 0,-1-195-2623 0 0</inkml:trace>
</inkml:ink>
</file>

<file path=ppt/ink/ink1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06.34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2127 0 10594 0 0,'-19'2'305'0'0,"0"1"0"0"0,0 1-1 0 0,0 0 1 0 0,1 2 0 0 0,-35 14-1 0 0,0 0 5 0 0,-237 67 1486 0 0,197-64-634 0 0,-112 13 0 0 0,-376 21 19 0 0,117 18-3501 0 0,428-68 2171 0 0,24-4 104 0 0,-112 27-2 0 0,110-26 23 0 0,1 1 0 0 0,0 0 0 0 0,0 1 1 0 0,0 0-1 0 0,0 1 0 0 0,-19 15 0 0 0,21-8-4388 0 0</inkml:trace>
</inkml:ink>
</file>

<file path=ppt/ink/ink1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06.70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23 1 7370 0 0,'-2'0'211'0'0,"1"1"0"0"0,0-1 0 0 0,0 1 0 0 0,0-1 0 0 0,0 1 0 0 0,0-1 0 0 0,0 1 0 0 0,1 0 0 0 0,-1-1 0 0 0,0 1 0 0 0,0 0 0 0 0,0 0 0 0 0,1 0 0 0 0,-1 0 0 0 0,0 0 0 0 0,1 0 0 0 0,-1 0 0 0 0,1 0 1 0 0,-1 0-1 0 0,1 0 0 0 0,-1 0 0 0 0,1 0 0 0 0,0 0 0 0 0,-1 0 0 0 0,1 0 0 0 0,0 1 0 0 0,0-1 0 0 0,0 2 0 0 0,-3 38 1134 0 0,3-36-899 0 0,0 124 252 0 0,19 154 0 0 0,39 127 1318 0 0,-5-38-1113 0 0,-51-351-906 0 0,38 378-1366 0 0,-36-299-679 0 0,-15 199 0 0 0,7-264-4022 0 0</inkml:trace>
</inkml:ink>
</file>

<file path=ppt/ink/ink1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07.03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95 2761 0 0,'45'-2'3900'0'0,"68"-13"0"0"0,14-1-1634 0 0,51 3 94 0 0,283-10 468 0 0,-120 17-2826 0 0,-131 1 46 0 0,-41-2-273 0 0,-96 0-6549 0 0,-62 6 1989 0 0</inkml:trace>
</inkml:ink>
</file>

<file path=ppt/ink/ink1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07.41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6913 0 0,'15'46'5778'0'0,"-10"-14"-3398"0"0,1 37 0 0 0,-5 86-351 0 0,-2-55-1442 0 0,60 825 543 0 0,12-416-1153 0 0,29-4-17 0 0,16 94 25 0 0,-95-477 21 0 0,42 280 98 0 0,-50-280-109 0 0,-2 160 0 0 0,-12-268-466 0 0,0 0 0 0 0,0 0 0 0 0,-6 21 0 0 0,0-18-6469 0 0</inkml:trace>
</inkml:ink>
</file>

<file path=ppt/ink/ink1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08.28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77 2304 0 0,'2'-7'551'0'0,"0"0"0"0"0,1 0 0 0 0,0 0 0 0 0,0 0 0 0 0,1 0 0 0 0,-1 0 0 0 0,2 1 0 0 0,-1 0 0 0 0,9-10 0 0 0,-13 16-424 0 0,1 0 1 0 0,0 0 0 0 0,-1 1 0 0 0,1-1 0 0 0,-1 0-1 0 0,1 0 1 0 0,-1 0 0 0 0,1 0 0 0 0,-1 0-1 0 0,1 0 1 0 0,-1 1 0 0 0,1-1 0 0 0,-1 0 0 0 0,0 0-1 0 0,1 1 1 0 0,-1-1 0 0 0,1 0 0 0 0,-1 1-1 0 0,1-1 1 0 0,-1 0 0 0 0,0 1 0 0 0,1-1 0 0 0,-1 1-1 0 0,0-1 1 0 0,0 1 0 0 0,1-1 0 0 0,-1 1-1 0 0,0-1 1 0 0,0 1 0 0 0,0-1 0 0 0,1 1-1 0 0,-1-1 1 0 0,0 1 0 0 0,11 24 1312 0 0,-10-20-931 0 0,25 66 971 0 0,18 84 0 0 0,-25-81-1222 0 0,86 402 944 0 0,-73-313-853 0 0,65 631 2109 0 0,-88-690-1891 0 0,-8-69-525 0 0,-1-25-19 0 0,0 0 0 0 0,0 0-1 0 0,1 0 1 0 0,1 0 0 0 0,-1 0-1 0 0,2 0 1 0 0,-1 0 0 0 0,1-1-1 0 0,8 17 1 0 0,1-14-221 0 0</inkml:trace>
</inkml:ink>
</file>

<file path=ppt/ink/ink1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08.84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1580 79 4609 0 0,'-2'-2'210'0'0,"0"1"0"0"0,1-1-1 0 0,-1 1 1 0 0,1-1 0 0 0,-1 0 0 0 0,1 0-1 0 0,0 0 1 0 0,0 0 0 0 0,0 0 0 0 0,0 0-1 0 0,-1-4 1 0 0,1 4 174 0 0,0-1 0 0 0,-1 0 0 0 0,1 1 0 0 0,0-1-1 0 0,-1 1 1 0 0,1 0 0 0 0,-1-1 0 0 0,-2-1 0 0 0,-1 0 0 0 0,0 1 1 0 0,0 0-1 0 0,0 0 0 0 0,0 0 0 0 0,0 1 1 0 0,-1 0-1 0 0,1 0 0 0 0,-1 0 1 0 0,0 1-1 0 0,1 0 0 0 0,-1 0 0 0 0,0 0 1 0 0,0 1-1 0 0,-6 0 0 0 0,-13 1 231 0 0,-47 7-1 0 0,67-8-490 0 0,-399 46 2289 0 0,-92-37-1119 0 0,308 0-1040 0 0,123-4-168 0 0,-119-5 0 0 0,176 0 145 0 0,-5-1-1834 0 0</inkml:trace>
</inkml:ink>
</file>

<file path=ppt/ink/ink1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09.58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279 53 920 0 0,'-32'-11'1932'0'0,"29"9"-1610"0"0,1 1 0 0 0,-1-1 0 0 0,1 1 0 0 0,-1 0 0 0 0,0 0 1 0 0,0 0-1 0 0,1 0 0 0 0,-1 0 0 0 0,0 1 0 0 0,0 0 0 0 0,0-1 0 0 0,0 1 0 0 0,0 0 0 0 0,1 0 0 0 0,-1 0 0 0 0,0 1 1 0 0,0-1-1 0 0,0 1 0 0 0,0 0 0 0 0,1-1 0 0 0,-1 1 0 0 0,0 0 0 0 0,1 1 0 0 0,-1-1 0 0 0,0 0 0 0 0,1 1 0 0 0,0 0 1 0 0,-1-1-1 0 0,-1 3 0 0 0,-4 4-139 0 0,0 0 1 0 0,1 0 0 0 0,0 1 0 0 0,1 0 0 0 0,0 0 0 0 0,0 0-1 0 0,1 1 1 0 0,-5 13 0 0 0,8-19-135 0 0,0 0 0 0 0,1 0-1 0 0,-1 0 1 0 0,1 0 0 0 0,0 0 0 0 0,0 0-1 0 0,0 1 1 0 0,1-1 0 0 0,0 0 0 0 0,0 1-1 0 0,0-1 1 0 0,0 0 0 0 0,0 1 0 0 0,1-1-1 0 0,0 0 1 0 0,0 1 0 0 0,0-1 0 0 0,1 0-1 0 0,-1 0 1 0 0,1 0 0 0 0,0 0 0 0 0,0 0 0 0 0,4 5-1 0 0,-4-7-44 0 0,1 0 0 0 0,-1-1 0 0 0,0 1 0 0 0,1 0 0 0 0,0-1 0 0 0,-1 0 0 0 0,1 0 0 0 0,0 1 0 0 0,0-2 0 0 0,-1 1 0 0 0,1 0 0 0 0,0 0 0 0 0,0-1 0 0 0,0 0 0 0 0,0 0 0 0 0,0 1 0 0 0,0-2 0 0 0,0 1 0 0 0,0 0 0 0 0,0-1 0 0 0,0 1 0 0 0,0-1 0 0 0,0 0 0 0 0,-1 0 0 0 0,1 0 0 0 0,0 0 0 0 0,4-3 0 0 0,1 0 10 0 0,0 0 0 0 0,0 0 0 0 0,0-1 0 0 0,-1-1 0 0 0,0 1 0 0 0,0-1 0 0 0,11-12 0 0 0,-15 13-3 0 0,0 1-1 0 0,-1-1 1 0 0,1 0-1 0 0,-1 0 1 0 0,0 0-1 0 0,-1 0 1 0 0,1 0 0 0 0,-1 0-1 0 0,0 0 1 0 0,-1-1-1 0 0,1 1 1 0 0,-1 0-1 0 0,0 0 1 0 0,0-1-1 0 0,-1 1 1 0 0,1 0-1 0 0,-1-1 1 0 0,0 1-1 0 0,-1 0 1 0 0,1 0-1 0 0,-1 0 1 0 0,-3-7-1 0 0,3 8 1 0 0,1 0 0 0 0,-1 0-1 0 0,0 0 1 0 0,0 1 0 0 0,-1-1 0 0 0,1 1-1 0 0,-1-1 1 0 0,0 1 0 0 0,0 0-1 0 0,0 0 1 0 0,0 0 0 0 0,0 0-1 0 0,0 1 1 0 0,-1-1 0 0 0,0 1-1 0 0,1 0 1 0 0,-1 0 0 0 0,0 0 0 0 0,0 0-1 0 0,0 1 1 0 0,0 0 0 0 0,0-1-1 0 0,0 2 1 0 0,-1-1 0 0 0,1 0-1 0 0,0 1 1 0 0,0 0 0 0 0,-6 0-1 0 0,7 1 32 0 0,0 0-1 0 0,-1 0 0 0 0,1 0 1 0 0,0 1-1 0 0,0-1 0 0 0,0 1 1 0 0,0 0-1 0 0,0 0 0 0 0,0 0 1 0 0,0 0-1 0 0,1 0 0 0 0,-1 1 1 0 0,1-1-1 0 0,-1 1 0 0 0,1-1 0 0 0,0 1 1 0 0,0 0-1 0 0,0 0 0 0 0,1 0 1 0 0,-1 0-1 0 0,1 1 0 0 0,0-1 1 0 0,-1 0-1 0 0,1 0 0 0 0,1 1 1 0 0,-2 4-1 0 0,2-5-49 0 0,-1 0 0 0 0,1 0 0 0 0,-1 0 1 0 0,1 0-1 0 0,0 0 0 0 0,0 0 0 0 0,0 0 0 0 0,1 0 0 0 0,-1-1 0 0 0,1 1 1 0 0,-1 0-1 0 0,1 0 0 0 0,0 0 0 0 0,0-1 0 0 0,1 1 0 0 0,-1 0 0 0 0,0-1 1 0 0,1 1-1 0 0,-1-1 0 0 0,1 1 0 0 0,0-1 0 0 0,0 0 0 0 0,0 0 0 0 0,0 0 1 0 0,0 0-1 0 0,1 0 0 0 0,-1 0 0 0 0,1-1 0 0 0,-1 1 0 0 0,1-1 0 0 0,4 2 1 0 0,-2-1 6 0 0,-1-1 1 0 0,1 0 0 0 0,0-1 0 0 0,-1 1-1 0 0,1-1 1 0 0,0 0 0 0 0,0 0 0 0 0,0 0 0 0 0,-1-1-1 0 0,1 1 1 0 0,0-1 0 0 0,-1 0 0 0 0,1-1-1 0 0,0 1 1 0 0,-1-1 0 0 0,5-2 0 0 0,-7 3 0 0 0,0-1 1 0 0,0 1 0 0 0,0 0 0 0 0,-1 0-1 0 0,1-1 1 0 0,-1 1 0 0 0,1-1-1 0 0,-1 1 1 0 0,1-1 0 0 0,-1 0 0 0 0,0 0-1 0 0,0 1 1 0 0,0-1 0 0 0,0 0-1 0 0,0 0 1 0 0,0 0 0 0 0,-1 0 0 0 0,1 0-1 0 0,-1 0 1 0 0,1 0 0 0 0,-1 0-1 0 0,0 0 1 0 0,0-1 0 0 0,0 1 0 0 0,0 0-1 0 0,0 0 1 0 0,0 0 0 0 0,0 0-1 0 0,-1 0 1 0 0,1 0 0 0 0,-1 0 0 0 0,0 0-1 0 0,1 0 1 0 0,-1 0 0 0 0,0 0 0 0 0,0 0-1 0 0,0 0 1 0 0,-2-2 0 0 0,-1-2 3 0 0,0 1 1 0 0,0-1-1 0 0,0 1 0 0 0,-1-1 1 0 0,1 1-1 0 0,-2 0 1 0 0,1 1-1 0 0,0 0 1 0 0,-1-1-1 0 0,0 2 1 0 0,0-1-1 0 0,0 1 0 0 0,0 0 1 0 0,0 0-1 0 0,-1 0 1 0 0,1 1-1 0 0,-10-2 1 0 0,11 3-3 0 0,1 0 1 0 0,-1 1 0 0 0,1 0 0 0 0,-1-1-1 0 0,1 2 1 0 0,-1-1 0 0 0,1 0 0 0 0,0 1-1 0 0,-1 0 1 0 0,1 0 0 0 0,-1 0 0 0 0,1 1 0 0 0,0-1-1 0 0,0 1 1 0 0,0 0 0 0 0,0 0 0 0 0,0 1-1 0 0,0-1 1 0 0,1 1 0 0 0,-1 0 0 0 0,1-1-1 0 0,0 2 1 0 0,-1-1 0 0 0,1 0 0 0 0,1 1-1 0 0,-1-1 1 0 0,1 1 0 0 0,-3 4 0 0 0,3-6-8 0 0,1 0 0 0 0,0 0 0 0 0,-1 0 0 0 0,1 1 1 0 0,0-1-1 0 0,0 0 0 0 0,0 1 0 0 0,1-1 0 0 0,-1 0 0 0 0,0 1 1 0 0,1-1-1 0 0,0 1 0 0 0,-1-1 0 0 0,1 1 0 0 0,0-1 1 0 0,0 1-1 0 0,1-1 0 0 0,-1 1 0 0 0,0-1 0 0 0,1 1 0 0 0,0-1 1 0 0,-1 1-1 0 0,1-1 0 0 0,0 0 0 0 0,0 1 0 0 0,0-1 0 0 0,1 0 1 0 0,-1 0-1 0 0,0 0 0 0 0,1 0 0 0 0,0 0 0 0 0,-1 0 1 0 0,1 0-1 0 0,0 0 0 0 0,0-1 0 0 0,0 1 0 0 0,0-1 0 0 0,4 3 1 0 0,1-1-11 0 0,0 0 1 0 0,-1 0-1 0 0,1-1 1 0 0,0 0-1 0 0,0 0 1 0 0,0-1-1 0 0,0 1 1 0 0,1-2-1 0 0,-1 1 1 0 0,0-1 0 0 0,0 0-1 0 0,11-2 1 0 0,-11 1 8 0 0,-1 0 0 0 0,1-1 0 0 0,0 0 0 0 0,0-1 0 0 0,8-4 0 0 0,-12 6 2 0 0,0-1 1 0 0,-1 1-1 0 0,1-1 1 0 0,0 0-1 0 0,-1 0 1 0 0,0 0-1 0 0,1 0 1 0 0,-1-1-1 0 0,0 1 1 0 0,0 0-1 0 0,0-1 1 0 0,0 0 0 0 0,-1 1-1 0 0,3-4 1 0 0,-4 4 14 0 0,0 1 1 0 0,0 0 0 0 0,0-1 0 0 0,0 1-1 0 0,0-1 1 0 0,0 1 0 0 0,0 0 0 0 0,0-1-1 0 0,0 1 1 0 0,-1 0 0 0 0,1-1 0 0 0,-1 1-1 0 0,1 0 1 0 0,-1 0 0 0 0,1-1 0 0 0,-1 1-1 0 0,0 0 1 0 0,1 0 0 0 0,-1 0 0 0 0,0 0-1 0 0,0 0 1 0 0,0 0 0 0 0,0 0 0 0 0,0 0-1 0 0,0 0 1 0 0,0 0 0 0 0,0 0 0 0 0,0 1-1 0 0,-1-1 1 0 0,1 1 0 0 0,0-1 0 0 0,-3 0-1 0 0,-2-2 102 0 0,1 1-1 0 0,-1 0 0 0 0,0 0 0 0 0,0 0 1 0 0,0 1-1 0 0,-6-1 0 0 0,4 1 123 0 0,0 1 1 0 0,0 0-1 0 0,0 1 0 0 0,0 0 1 0 0,0 0-1 0 0,0 1 0 0 0,0 0 0 0 0,1 0 1 0 0,-1 1-1 0 0,1 0 0 0 0,-9 5 1 0 0,11-6-283 0 0,1 1 1 0 0,-1 0 0 0 0,1 0 0 0 0,0 1 0 0 0,0-1 0 0 0,0 1-1 0 0,0 0 1 0 0,1 0 0 0 0,-1 0 0 0 0,1 0 0 0 0,0 1 0 0 0,1-1-1 0 0,-1 1 1 0 0,1 0 0 0 0,-1 0 0 0 0,1 0 0 0 0,-2 9 0 0 0</inkml:trace>
</inkml:ink>
</file>

<file path=ppt/ink/ink1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10.91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131 195 6913 0 0,'-1'-12'409'0'0,"0"1"0"0"0,1-1 0 0 0,2-15 0 0 0,-1-25 1161 0 0,-2 39-952 0 0,1 8-162 0 0,0-1 1 0 0,0 1-1 0 0,-1 0 0 0 0,1 0 0 0 0,-1 0 0 0 0,-1 0 1 0 0,1 0-1 0 0,-1 0 0 0 0,0 0 0 0 0,-4-8 0 0 0,6 13-393 0 0,-1-1-1 0 0,0 1 1 0 0,1-1-1 0 0,-1 1 1 0 0,1 0-1 0 0,-1 0 1 0 0,0-1-1 0 0,1 1 1 0 0,-1 0-1 0 0,0 0 1 0 0,1 0-1 0 0,-1 0 1 0 0,0-1-1 0 0,1 1 1 0 0,-1 0-1 0 0,0 0 1 0 0,1 0-1 0 0,-1 1 1 0 0,0-1-1 0 0,1 0 1 0 0,-1 0-1 0 0,0 0 1 0 0,1 0-1 0 0,-1 1 1 0 0,0-1-1 0 0,1 0 1 0 0,-1 1-1 0 0,1-1 1 0 0,-1 0-1 0 0,1 1 1 0 0,-1-1-1 0 0,0 1 1 0 0,1-1-1 0 0,0 1 1 0 0,-1-1-1 0 0,1 1 1 0 0,-1-1-1 0 0,0 2 1 0 0,-16 21 436 0 0,4 2-492 0 0,2 0 1 0 0,1 0-1 0 0,0 1 1 0 0,2 1-1 0 0,2 0 1 0 0,0 0-1 0 0,1 0 1 0 0,2 0-1 0 0,1 1 1 0 0,1-1-1 0 0,5 50 1 0 0,-2-60-94 0 0,1 0 0 0 0,1 0 0 0 0,1 0 0 0 0,0-1 0 0 0,1 0-1 0 0,0 0 1 0 0,2 0 0 0 0,15 24 0 0 0,-15-29-87 0 0,0 0 0 0 0,1-1-1 0 0,0 0 1 0 0,1 0 0 0 0,0-1-1 0 0,0-1 1 0 0,1 0 0 0 0,0 0-1 0 0,1-1 1 0 0,-1 0 0 0 0,1-1-1 0 0,14 5 1 0 0,-18-8-14 0 0,0-1 1 0 0,0 0-1 0 0,0 0 1 0 0,0-1-1 0 0,1 0 0 0 0,-1 0 1 0 0,0-1-1 0 0,1 0 1 0 0,-1 0-1 0 0,0-1 0 0 0,0 0 1 0 0,1-1-1 0 0,12-4 1 0 0,-18 5 216 0 0,1 0 0 0 0,-1-1 0 0 0,0 1 0 0 0,0-1 0 0 0,0 0 0 0 0,0 0 0 0 0,0 0 0 0 0,0 0 0 0 0,0 0 0 0 0,-1-1 0 0 0,1 1 0 0 0,-1-1 0 0 0,0 1 0 0 0,0-1 0 0 0,0 0 0 0 0,0 0 0 0 0,0 0 0 0 0,0-1 0 0 0,-1 1 0 0 0,0 0 0 0 0,1 0 0 0 0,-1-1 0 0 0,0 1 0 0 0,-1-1 0 0 0,1 1 0 0 0,-1-1 0 0 0,1 1 0 0 0,-1-1 0 0 0,0 1 0 0 0,-1-1 0 0 0,1 1 0 0 0,0-1 0 0 0,-1 1 0 0 0,-1-5 0 0 0,0 0 40 0 0,-1 0 1 0 0,1 0-1 0 0,-1 1 0 0 0,-1-1 0 0 0,0 1 0 0 0,0 0 0 0 0,0 0 0 0 0,-1 0 0 0 0,0 1 1 0 0,-11-12-1 0 0,-5-2-83 0 0,-43-30 0 0 0,-4-3-30 0 0,67 52 42 0 0,0 0 0 0 0,0 0 1 0 0,0 0-1 0 0,0 0 0 0 0,0 0 0 0 0,1 0 0 0 0,-1 0 0 0 0,0 0 1 0 0,0-1-1 0 0,1 1 0 0 0,-1 0 0 0 0,1 0 0 0 0,-1-1 0 0 0,1 1 0 0 0,-1-1 1 0 0,1 1-1 0 0,0 0 0 0 0,0-1 0 0 0,-1 1 0 0 0,1-1 0 0 0,0 1 1 0 0,1 0-1 0 0,-1-1 0 0 0,0 1 0 0 0,1-2 0 0 0,0 0-1 0 0,0 0 0 0 0,0 0-1 0 0,1 0 1 0 0,0 1 0 0 0,-1-1 0 0 0,1 0-1 0 0,0 1 1 0 0,0 0 0 0 0,1-1-1 0 0,4-3 1 0 0,6-3-5 0 0,0 0 0 0 0,0 1-1 0 0,22-10 1 0 0,-13 8 22 0 0,1 1 1 0 0,0 2-1 0 0,0 0 0 0 0,0 2 0 0 0,1 0 0 0 0,0 2 1 0 0,0 0-1 0 0,0 2 0 0 0,27 1 0 0 0,-44 1-11 0 0,-1 0 1 0 0,1 0-1 0 0,-1 1 0 0 0,0 0 1 0 0,1 0-1 0 0,-1 0 0 0 0,0 1 0 0 0,0 0 1 0 0,0 0-1 0 0,-1 0 0 0 0,1 1 0 0 0,-1 0 1 0 0,0 0-1 0 0,0 1 0 0 0,0-1 0 0 0,0 1 1 0 0,-1 0-1 0 0,0 0 0 0 0,0 0 0 0 0,0 1 1 0 0,-1 0-1 0 0,6 11 0 0 0,2 9 491 0 0,-1 2 0 0 0,-1-1 0 0 0,10 56-1 0 0,-12-52 302 0 0,-3-10-451 0 0,-1 1 1 0 0,0-1 0 0 0,-2 1-1 0 0,0-1 1 0 0,-4 35 0 0 0,1-45-620 0 0</inkml:trace>
</inkml:ink>
</file>

<file path=ppt/ink/ink1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11.72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233 128 3225 0 0,'7'-24'1161'0'0,"7"-28"1492"0"0,-13 49-2391 0 0,-1 1-1 0 0,1-1 1 0 0,-1 1-1 0 0,0 0 1 0 0,0-1-1 0 0,0 1 1 0 0,-1-1-1 0 0,1 1 1 0 0,0-1-1 0 0,-1 1 1 0 0,0-1-1 0 0,1 1 1 0 0,-1 0-1 0 0,0-1 1 0 0,0 1-1 0 0,-1 0 1 0 0,0-2 0 0 0,1 3-143 0 0,1 0 1 0 0,-1 1-1 0 0,0-1 1 0 0,1 1 0 0 0,-1 0-1 0 0,1-1 1 0 0,-1 1 0 0 0,0-1-1 0 0,1 1 1 0 0,-1 0 0 0 0,0 0-1 0 0,1-1 1 0 0,-1 1 0 0 0,0 0-1 0 0,0 0 1 0 0,1 0-1 0 0,-1 0 1 0 0,0 0 0 0 0,0 0-1 0 0,1 0 1 0 0,-1 0 0 0 0,0 0-1 0 0,0 0 1 0 0,-1 0 0 0 0,-21 12 1525 0 0,-15 23 33 0 0,37-34-1607 0 0,-24 26 270 0 0,1 1 1 0 0,-27 40-1 0 0,41-52-243 0 0,1 0 1 0 0,0 0-1 0 0,1 1 0 0 0,1 0 1 0 0,0 0-1 0 0,-6 29 0 0 0,13-43-123 0 0,-1-1 0 0 0,1 1 1 0 0,0 0-1 0 0,0 0 0 0 0,0 0 0 0 0,0 0 0 0 0,0 0 0 0 0,1 0 0 0 0,-1 0 0 0 0,1 0 1 0 0,0 0-1 0 0,0 0 0 0 0,0-1 0 0 0,0 1 0 0 0,0 0 0 0 0,1-1 0 0 0,-1 1 0 0 0,1-1 1 0 0,0 1-1 0 0,-1-1 0 0 0,1 0 0 0 0,0 0 0 0 0,1 0 0 0 0,-1 0 0 0 0,0 0 0 0 0,1 0 1 0 0,-1 0-1 0 0,1-1 0 0 0,-1 1 0 0 0,1-1 0 0 0,-1 0 0 0 0,1 0 0 0 0,0 0 0 0 0,4 1 0 0 0,10 3-207 0 0,1-1 0 0 0,0-1 0 0 0,0 0 0 0 0,24 0 0 0 0,-32-2 179 0 0,30 0-138 0 0,-16 0-52 0 0,0 0 0 0 0,35 7 0 0 0,-53-7 218 0 0,-1 1 0 0 0,0-1 0 0 0,1 1-1 0 0,-1 0 1 0 0,0 0 0 0 0,0 0 0 0 0,0 1 0 0 0,0 0-1 0 0,-1 0 1 0 0,1 0 0 0 0,-1 0 0 0 0,0 1-1 0 0,0-1 1 0 0,0 1 0 0 0,0 1 0 0 0,4 4 0 0 0,-7-6 60 0 0,0 0 0 0 0,0 0 0 0 0,0 1 0 0 0,0-1 0 0 0,0 0 0 0 0,-1 0 0 0 0,1 1 0 0 0,-1-1 0 0 0,0 0 0 0 0,0 1 0 0 0,0-1 0 0 0,0 0 0 0 0,-1 1 0 0 0,1-1 0 0 0,-1 0 0 0 0,0 0 0 0 0,0 0 0 0 0,0 1 0 0 0,0-1 0 0 0,-1 0 0 0 0,1 0 0 0 0,-1-1 1 0 0,0 1-1 0 0,0 0 0 0 0,0 0 0 0 0,-3 2 0 0 0,-7 10 288 0 0,0-1 1 0 0,-1-1-1 0 0,-18 14 1 0 0,6-5 545 0 0,-45 28 1 0 0,61-44-1049 0 0,-1-1 0 0 0,1 0-1 0 0,-1 0 1 0 0,-1-1 0 0 0,1 0 0 0 0,-1-1 0 0 0,1 0 0 0 0,-19 3 0 0 0,12-7-6573 0 0</inkml:trace>
</inkml:ink>
</file>

<file path=ppt/ink/ink1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12.48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1 275 10594 0 0,'2'0'91'0'0,"0"1"0"0"0,0-1-1 0 0,0 0 1 0 0,-1 0 0 0 0,1 0-1 0 0,0 0 1 0 0,0 0 0 0 0,0-1-1 0 0,0 1 1 0 0,0-1 0 0 0,0 1-1 0 0,-1-1 1 0 0,1 1 0 0 0,0-1-1 0 0,0 0 1 0 0,1-1 0 0 0,3-1 464 0 0,56-22 2186 0 0,-2-3 0 0 0,103-63 0 0 0,-32 15-2266 0 0,-69 46-2507 0 0,-19 15-2901 0 0</inkml:trace>
</inkml:ink>
</file>

<file path=ppt/ink/ink1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13.32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69 1 5529 0 0,'-9'2'229'0'0,"-27"8"3498"0"0,34-10-3454 0 0,1 1-1 0 0,0-1 1 0 0,-1 1 0 0 0,1-1-1 0 0,0 1 1 0 0,-1 0 0 0 0,1 0-1 0 0,0-1 1 0 0,0 1 0 0 0,0 0-1 0 0,0 0 1 0 0,0 0 0 0 0,0 0-1 0 0,0 0 1 0 0,0 1 0 0 0,0-1 0 0 0,0 0-1 0 0,1 0 1 0 0,-1 1 0 0 0,0 0-1 0 0,2 1-3 0 0,0 0 0 0 0,0 0 0 0 0,0 0 0 0 0,0 0 0 0 0,0 0 0 0 0,1-1 0 0 0,0 1 0 0 0,-1-1 0 0 0,1 1 0 0 0,0-1 0 0 0,0 0 0 0 0,0 1 0 0 0,5 2 0 0 0,4 7 374 0 0,19 29-31 0 0,-3 2 1 0 0,-1 1-1 0 0,-2 1 0 0 0,32 86 0 0 0,43 201-1387 0 0,-97-326 203 0 0,4 18-107 0 0,0-8-5961 0 0</inkml:trace>
</inkml:ink>
</file>

<file path=ppt/ink/ink1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13.79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131 73 1808 0 0,'-64'10'236'0'0,"30"-12"1552"0"0,7-7 3454 0 0,26 9-5115 0 0,1 0-1 0 0,0 0 1 0 0,-1-1 0 0 0,1 1 0 0 0,0 0-1 0 0,-1 0 1 0 0,1-1 0 0 0,0 1-1 0 0,-1 0 1 0 0,1-1 0 0 0,0 1 0 0 0,0 0-1 0 0,-1-1 1 0 0,1 1 0 0 0,0 0 0 0 0,0-1-1 0 0,0 1 1 0 0,0 0 0 0 0,-1-1-1 0 0,1 1 1 0 0,0-1 0 0 0,0 1 0 0 0,0 0-1 0 0,0-1 1 0 0,0 1 0 0 0,0-1-1 0 0,0 1 1 0 0,0 0 0 0 0,0-1 0 0 0,0 1-1 0 0,0-1 1 0 0,0 1 0 0 0,0 0 0 0 0,1-1-1 0 0,-1 0 1 0 0,13-14 1987 0 0,20-5-378 0 0,-15 14-1549 0 0,-1 1-1 0 0,1 1 1 0 0,0 1-1 0 0,1 0 1 0 0,-1 2-1 0 0,0 0 1 0 0,1 1-1 0 0,-1 0 1 0 0,0 2-1 0 0,1 0 1 0 0,22 6-1 0 0,-30-5-198 0 0,1 1 1 0 0,0 0-1 0 0,-1 1 0 0 0,0 1 1 0 0,0-1-1 0 0,0 1 0 0 0,-1 1 0 0 0,0 0 1 0 0,0 1-1 0 0,0 0 0 0 0,-1 0 0 0 0,-1 1 1 0 0,1 0-1 0 0,13 20 0 0 0,-17-21 3 0 0,0 1 0 0 0,0 0-1 0 0,-1 0 1 0 0,0 0 0 0 0,-1 0 0 0 0,0 1-1 0 0,0-1 1 0 0,-1 1 0 0 0,0 0 0 0 0,-1 0-1 0 0,0 0 1 0 0,0 0 0 0 0,-1-1-1 0 0,-1 1 1 0 0,1 0 0 0 0,-2 0 0 0 0,1 0-1 0 0,-6 17 1 0 0,0-8 110 0 0,0-1 1 0 0,-2 0-1 0 0,0 0 1 0 0,0-1-1 0 0,-20 25 0 0 0,21-30-31 0 0,-2-1 0 0 0,1 0 0 0 0,-2-1 0 0 0,1 0 0 0 0,-1-1 0 0 0,-1 0 0 0 0,1-1 0 0 0,-19 10 0 0 0,17-16-2725 0 0,14-4 1656 0 0</inkml:trace>
</inkml:ink>
</file>

<file path=ppt/ink/ink1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14.04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16 0 3177 0 0,'-6'6'136'0'0,"2"-4"40"0"0,1 0-176 0 0,2-1 0 0 0,1 0 0 0 0,-1 1 0 0 0</inkml:trace>
</inkml:ink>
</file>

<file path=ppt/ink/ink1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35.1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306 1292 5465 0 0,'7'13'28'0'0,"-6"-12"-26"0"0,0 0 1 0 0,0 0-1 0 0,0-1 0 0 0,0 1 0 0 0,-1 0 0 0 0,1 0 0 0 0,0 0 0 0 0,-1 0 0 0 0,1 0 0 0 0,-1 0 1 0 0,1 1-1 0 0,-1-1 0 0 0,1 0 0 0 0,-1 0 0 0 0,0 0 0 0 0,0 2 0 0 0,-2 9 1617 0 0,-5-27 1970 0 0,-4-32 1897 0 0,-4-56-3017 0 0,-14-72-277 0 0,-59-229-1057 0 0,52 240-783 0 0,-33-127-537 0 0,63 271 155 0 0,-1 1 1 0 0,-1 0-1 0 0,-12-21 0 0 0,-5 1-7443 0 0</inkml:trace>
</inkml:ink>
</file>

<file path=ppt/ink/ink1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35.74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552 601 1840 0 0,'-536'101'5586'0'0,"520"-100"-2909"0"0,45-9-85 0 0,-5 1-2558 0 0,451-119 1635 0 0,-242 72-1421 0 0,-71 14-177 0 0,217-59 93 0 0,-216 54-81 0 0,202-64 228 0 0,231-68 1090 0 0,-560 166-1211 0 0,0 3 0 0 0,1 1 0 0 0,74-5 0 0 0,-110 12-190 0 0,-1 0 0 0 0,0 0-1 0 0,0 0 1 0 0,0 0 0 0 0,1 0 0 0 0,-1 0 0 0 0,0 0 0 0 0,0 0 0 0 0,0 1 0 0 0,0-1 0 0 0,1 0 0 0 0,-1 0-1 0 0,0 0 1 0 0,0 0 0 0 0,0 0 0 0 0,1 0 0 0 0,-1 0 0 0 0,0 1 0 0 0,0-1 0 0 0,0 0 0 0 0,0 0 0 0 0,0 0-1 0 0,0 0 1 0 0,1 1 0 0 0,-1-1 0 0 0,0 0 0 0 0,0 0 0 0 0,0 0 0 0 0,0 0 0 0 0,0 1 0 0 0,0-1 0 0 0,0 0 0 0 0,0 0-1 0 0,0 0 1 0 0,0 1 0 0 0,0-1 0 0 0,0 0 0 0 0,0 0 0 0 0,0 0 0 0 0,0 1 0 0 0,0-1 0 0 0,0 0 0 0 0,0 0-1 0 0,0 0 1 0 0,0 1 0 0 0,0-1 0 0 0,0 0 0 0 0,-1 0 0 0 0,-7 17-134 0 0,-14 15-1543 0 0,21-31 1474 0 0,-14 18-5380 0 0</inkml:trace>
</inkml:ink>
</file>

<file path=ppt/ink/ink1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37.27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3681 0 0,'4'12'455'0'0,"0"-1"0"0"0,-1 0 0 0 0,0 1 0 0 0,2 13 0 0 0,2 11 536 0 0,21 67 1343 0 0,31 136 560 0 0,-54-210-2954 0 0</inkml:trace>
</inkml:ink>
</file>

<file path=ppt/ink/ink1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40.46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0 281 456 0 0,'0'-2'20'0'0,"2"1"58"0"0,-1-1-1 0 0,1 0 0 0 0,0 0 1 0 0,0 1-1 0 0,0-1 1 0 0,1 1-1 0 0,-1 0 0 0 0,0 0 1 0 0,0-1-1 0 0,1 1 1 0 0,-1 1-1 0 0,0-1 0 0 0,1 0 1 0 0,2 0-1 0 0,4-2 118 0 0,11-5 101 0 0,0 1 0 0 0,0 1 0 0 0,0 0 0 0 0,26-2-1 0 0,88-5 1169 0 0,-40 5-598 0 0,177-6 81 0 0,-184 12-469 0 0,-41-1-304 0 0,-1-1 1 0 0,1-3 0 0 0,44-12-1 0 0,129-48 1643 0 0,-185 56-1368 0 0,169-46 1793 0 0,-176 51-1850 0 0,1 2 0 0 0,-1 0 0 0 0,1 2 0 0 0,0 1-1 0 0,45 5 1 0 0,-72-4-420 0 0,1 0 0 0 0,-1 0-1 0 0,1 0 1 0 0,-1 1 0 0 0,0-1 0 0 0,1 1 0 0 0,-1-1-1 0 0,1 0 1 0 0,-1 1 0 0 0,0 0 0 0 0,1-1-1 0 0,-1 1 1 0 0,0 0 0 0 0,0 0 0 0 0,0 0-1 0 0,0 0 1 0 0,0 0 0 0 0,0 0 0 0 0,0 0 0 0 0,0 0-1 0 0,0 0 1 0 0,0 0 0 0 0,0 1 0 0 0,-1-1-1 0 0,1 0 1 0 0,0 0 0 0 0,-1 1 0 0 0,1-1-1 0 0,-1 1 1 0 0,0-1 0 0 0,1 0 0 0 0,-1 1 0 0 0,0-1-1 0 0,0 1 1 0 0,0-1 0 0 0,0 1 0 0 0,0-1-1 0 0,0 0 1 0 0,0 1 0 0 0,0-1 0 0 0,-2 3 0 0 0</inkml:trace>
</inkml:ink>
</file>

<file path=ppt/ink/ink1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48.58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168 1 4145 0 0,'-10'5'712'0'0,"1"1"1"0"0,0 0-1 0 0,0 0 1 0 0,1 1-1 0 0,0 0 1 0 0,0 0-1 0 0,-12 15 1 0 0,12-12-138 0 0,5-7-325 0 0,-1 0 1 0 0,1 0 0 0 0,0 1 0 0 0,1-1 0 0 0,-1 1-1 0 0,0 0 1 0 0,-3 8 0 0 0,6-11-182 0 0,0 0 0 0 0,0 0-1 0 0,0 0 1 0 0,0 1 0 0 0,0-1 0 0 0,1 0-1 0 0,-1 0 1 0 0,0 0 0 0 0,1 0-1 0 0,-1 1 1 0 0,0-1 0 0 0,1 0 0 0 0,-1 0-1 0 0,1 0 1 0 0,0 0 0 0 0,-1 0 0 0 0,1 0-1 0 0,0 0 1 0 0,0 0 0 0 0,-1-1 0 0 0,1 1-1 0 0,0 0 1 0 0,0 0 0 0 0,0-1 0 0 0,0 1-1 0 0,0 0 1 0 0,0-1 0 0 0,0 1-1 0 0,0-1 1 0 0,0 1 0 0 0,1-1 0 0 0,-1 0-1 0 0,2 1 1 0 0,12 5 208 0 0,0 0 0 0 0,1-1 0 0 0,0-1 0 0 0,0 0-1 0 0,0-2 1 0 0,0 1 0 0 0,0-2 0 0 0,1 0 0 0 0,-1-1 0 0 0,0-1-1 0 0,27-4 1 0 0,-36 4-270 0 0,-2 0-17 0 0,1 1-1 0 0,-1-1 0 0 0,0 1 0 0 0,1 0 0 0 0,6 1 0 0 0,-11-1 9 0 0,0 1 0 0 0,-1-1 0 0 0,1 0 0 0 0,-1 0-1 0 0,1 0 1 0 0,-1 1 0 0 0,1-1 0 0 0,-1 0 0 0 0,1 0 0 0 0,-1 1 0 0 0,1-1 0 0 0,-1 0 0 0 0,1 1-1 0 0,-1-1 1 0 0,1 1 0 0 0,-1-1 0 0 0,0 1 0 0 0,1-1 0 0 0,-1 1 0 0 0,0-1 0 0 0,1 1-1 0 0,-1 0 1 0 0,0 0 1 0 0,0 0 0 0 0,0 0-1 0 0,0 0 1 0 0,0 1 0 0 0,0-1-1 0 0,0 0 1 0 0,0 0 0 0 0,0 0-1 0 0,-1 0 1 0 0,1 0 0 0 0,0 0-1 0 0,-1 0 1 0 0,1 0 0 0 0,-1 0-1 0 0,0 0 1 0 0,0 2 0 0 0,-25 35 70 0 0,-1-2 1 0 0,-2 0-1 0 0,-46 43 0 0 0,-16 20 126 0 0,79-87-18 0 0,9-10-137 0 0,0 1 0 0 0,0 0 1 0 0,1 0-1 0 0,-1 0 0 0 0,1 0 0 0 0,-1 0 0 0 0,1 0 0 0 0,0 1 0 0 0,0-1 0 0 0,1 1 0 0 0,-1-1 1 0 0,1 1-1 0 0,-2 6 0 0 0,3-9-41 0 0,1 0 1 0 0,-1 0-1 0 0,0-1 1 0 0,1 1-1 0 0,-1 0 1 0 0,1 0-1 0 0,-1 0 1 0 0,1-1-1 0 0,0 1 1 0 0,-1 0-1 0 0,1-1 1 0 0,0 1-1 0 0,-1-1 1 0 0,1 1-1 0 0,0-1 1 0 0,0 1-1 0 0,0-1 0 0 0,-1 1 1 0 0,1-1-1 0 0,0 0 1 0 0,0 1-1 0 0,0-1 1 0 0,0 0-1 0 0,0 0 1 0 0,0 0-1 0 0,0 1 1 0 0,1-1-1 0 0,32 3-41 0 0,-30-3 40 0 0,45 0-26 0 0,-35-1 14 0 0,-1 0-1 0 0,1 2 1 0 0,0-1-1 0 0,-1 2 1 0 0,1 0-1 0 0,-1 0 1 0 0,19 7-1 0 0,-30-8 15 0 0,-1-1 0 0 0,0 1 0 0 0,0 0 0 0 0,1 0 0 0 0,-1-1 0 0 0,0 1 0 0 0,0 0 0 0 0,0 0-1 0 0,0 0 1 0 0,0 1 0 0 0,0-1 0 0 0,0 0 0 0 0,0 0 0 0 0,0 1 0 0 0,0-1 0 0 0,-1 0 0 0 0,1 1 0 0 0,-1-1 0 0 0,1 0 0 0 0,-1 1 0 0 0,1-1 0 0 0,-1 1 0 0 0,0-1 0 0 0,0 1-1 0 0,1-1 1 0 0,-1 1 0 0 0,0-1 0 0 0,-1 1 0 0 0,1-1 0 0 0,0 1 0 0 0,0-1 0 0 0,-1 1 0 0 0,1-1 0 0 0,-1 1 0 0 0,1-1 0 0 0,-1 0 0 0 0,1 1 0 0 0,-1-1 0 0 0,0 0 0 0 0,-1 3-1 0 0,-5 7 3 0 0,0 0 0 0 0,-1 0 0 0 0,-15 16 0 0 0,15-17 4 0 0,-91 99 132 0 0,54-62-53 0 0,-58 78 1 0 0,103-125-87 0 0,0 1 1 0 0,-1-1-1 0 0,1 0 1 0 0,0 1-1 0 0,0-1 0 0 0,-1 0 1 0 0,1 1-1 0 0,0-1 0 0 0,0 1 1 0 0,0-1-1 0 0,-1 1 1 0 0,1-1-1 0 0,0 0 0 0 0,0 1 1 0 0,0-1-1 0 0,0 1 0 0 0,0-1 1 0 0,0 1-1 0 0,0-1 0 0 0,0 1 1 0 0,0-1-1 0 0,0 0 1 0 0,0 1-1 0 0,1-1 0 0 0,-1 1 1 0 0,0-1-1 0 0,0 1 0 0 0,0-1 1 0 0,0 0-1 0 0,1 1 0 0 0,14 7-45 0 0,32-4-59 0 0,-30-4 84 0 0,27 6 21 0 0,0 0 3 0 0,65 16-1 0 0,-97-19-2 0 0,0 1 0 0 0,0 0 1 0 0,-1 1-1 0 0,0 0 0 0 0,0 1 1 0 0,-1 0-1 0 0,1 0 0 0 0,-1 1 1 0 0,0 1-1 0 0,11 11 0 0 0,-18-16 3 0 0,-1 0 0 0 0,1 1 0 0 0,-1-1 0 0 0,0 0 0 0 0,0 1 0 0 0,0-1 0 0 0,-1 1 0 0 0,1-1 0 0 0,-1 1-1 0 0,0 0 1 0 0,0 0 0 0 0,0-1 0 0 0,0 1 0 0 0,-1 0 0 0 0,1 0 0 0 0,-1 0 0 0 0,0 0 0 0 0,0 0 0 0 0,-1 0 0 0 0,1 0 0 0 0,-1 0 0 0 0,0-1 0 0 0,0 1 0 0 0,0 0 0 0 0,-1 0 0 0 0,-1 4-1 0 0,-6 9 15 0 0,0 0-1 0 0,-2-1 1 0 0,1 0-1 0 0,-17 18 1 0 0,-1 2-40 0 0,11-2-823 0 0,16-33 710 0 0,1-1 0 0 0,0 1-1 0 0,-1-1 1 0 0,1 1 0 0 0,0 0-1 0 0,0-1 1 0 0,0 1 0 0 0,-1-1-1 0 0,1 1 1 0 0,0 0 0 0 0,0-1-1 0 0,0 1 1 0 0,0 0-1 0 0,0-1 1 0 0,0 1 0 0 0,0 0-1 0 0,0-1 1 0 0,1 1 0 0 0,-1 0-1 0 0,0-1 1 0 0,0 1 0 0 0,0 0-1 0 0,1-1 1 0 0,-1 1 0 0 0,0-1-1 0 0,1 1 1 0 0,-1 0 0 0 0,0-1-1 0 0,1 1 1 0 0,-1-1 0 0 0,1 1-1 0 0,-1-1 1 0 0,1 0 0 0 0,-1 1-1 0 0,1-1 1 0 0,-1 1 0 0 0,1-1-1 0 0,0 0 1 0 0,-1 1 0 0 0,1-1-1 0 0,-1 0 1 0 0,1 0 0 0 0,0 0-1 0 0,-1 1 1 0 0,1-1-1 0 0,0 0 1 0 0,-1 0 0 0 0,1 0-1 0 0,0 0 1 0 0,0 0 0 0 0</inkml:trace>
</inkml:ink>
</file>

<file path=ppt/ink/ink1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48.96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10 2745 0 0,'11'-10'10869'0'0,"-10"10"-10699"0"0,1 0-1 0 0,0 0 1 0 0,0 0 0 0 0,-1 0 0 0 0,1 1 0 0 0,0-1 0 0 0,-1 1 0 0 0,1-1 0 0 0,0 1 0 0 0,-1-1 0 0 0,1 1 0 0 0,-1 0 0 0 0,1 0 0 0 0,-1 0 0 0 0,0 0 0 0 0,1 0-1 0 0,1 1 1 0 0,0 2 254 0 0,1 0-1 0 0,-1 0 0 0 0,0 0 0 0 0,-1 0 0 0 0,1 0 1 0 0,1 5-1 0 0,4 12-17 0 0,-1-1 0 0 0,-1 1 0 0 0,-1 1 1 0 0,-1-1-1 0 0,-1 1 0 0 0,1 27 0 0 0,5 30 33 0 0,24 101-419 0 0,67 206 0 0 0,-86-344-32 0 0,-7-23-32 0 0,0 0 1 0 0,-1 1 0 0 0,-1 0-1 0 0,-1 0 1 0 0,-1 1-1 0 0,0-1 1 0 0,-2 1 0 0 0,-1 28-1 0 0,0-40-754 0 0</inkml:trace>
</inkml:ink>
</file>

<file path=ppt/ink/ink1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49.30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93 0 3225 0 0,'-93'43'8538'0'0,"111"-43"-3919"0"0,14-1-3552 0 0,52-2 104 0 0,-1 4 0 0 0,144 20 0 0 0,42 2 600 0 0,-96-24-5735 0 0</inkml:trace>
</inkml:ink>
</file>

<file path=ppt/ink/ink1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49.60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8290 0 0,'34'12'5438'0'0,"-6"-3"-3474"0"0,-1 1-1 0 0,49 26 0 0 0,-49-20-1426 0 0,0 1-1 0 0,-2 2 1 0 0,0 0-1 0 0,39 40 1 0 0,-2 8-564 0 0,37 37 352 0 0,-82-89-957 0 0,1 0 0 0 0,0-1 0 0 0,0-1 0 0 0,25 13 0 0 0,-40-24 60 0 0,1 0 1 0 0,-1-1-1 0 0,1 0 1 0 0,-1 1-1 0 0,1-1 1 0 0,0-1-1 0 0,-1 1 1 0 0,9 0-1 0 0</inkml:trace>
</inkml:ink>
</file>

<file path=ppt/ink/ink1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49.85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342 9 2761 0 0,'-1'-1'300'0'0,"-1"0"1"0"0,1 1-1 0 0,0-1 1 0 0,-1 0-1 0 0,1 0 1 0 0,-1 1-1 0 0,0-1 1 0 0,1 0-1 0 0,-1 1 1 0 0,0 0-1 0 0,1-1 1 0 0,-1 1-1 0 0,0 0 1 0 0,1 0-1 0 0,-1 0 1 0 0,0 0-1 0 0,1 0 1 0 0,-1 0-1 0 0,0 1 1 0 0,1-1-1 0 0,-1 0 1 0 0,0 1-1 0 0,1 0 1 0 0,-1-1-1 0 0,1 1 1 0 0,-1 0-1 0 0,1 0 1 0 0,-1-1-1 0 0,1 1 1 0 0,-2 2-1 0 0,-2 0 410 0 0,-1 1 1 0 0,1 0-1 0 0,0 1 0 0 0,0-1 0 0 0,1 1 0 0 0,-7 8 1 0 0,-5 14 38 0 0,1 1 1 0 0,1 0 0 0 0,2 1 0 0 0,-11 36 0 0 0,0-2-313 0 0,-40 82 266 0 0,-15 38-938 0 0,72-166-230 0 0</inkml:trace>
</inkml:ink>
</file>

<file path=ppt/ink/ink1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1:30.00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3457 186 9218 0 0,'-6'-11'160'0'0,"-1"1"0"0"0,0 1 0 0 0,0-1 0 0 0,-1 1 0 0 0,0 0 0 0 0,-1 1 0 0 0,0 0 0 0 0,0 0 0 0 0,0 1 0 0 0,-1 0 0 0 0,-20-10 0 0 0,8 8-571 0 0,0 0-1 0 0,-1 1 1 0 0,0 2-1 0 0,-45-8 1 0 0,-37 1 54 0 0,-1 4 0 0 0,0 4-1 0 0,0 6 1 0 0,-110 14 0 0 0,-417 86 1028 0 0,-210 59 981 0 0,743-139-1297 0 0,1 4 0 0 0,-131 52 1 0 0,153-46 75 0 0,15-7 47 0 0,-71 38 1 0 0,113-51-423 0 0,0 2 0 0 0,1-1 0 0 0,1 2 0 0 0,0 1 1 0 0,1 0-1 0 0,1 1 0 0 0,-21 26 0 0 0,16-12-28 0 0,2 0-1 0 0,0 2 1 0 0,2 0-1 0 0,-18 48 1 0 0,-34 144-212 0 0,63-200 153 0 0,2 0 0 0 0,0 1 0 0 0,1 0 0 0 0,2-1 0 0 0,1 1 0 0 0,0 0 0 0 0,2 0 0 0 0,1 0 0 0 0,1-1 0 0 0,1 1 1 0 0,1-1-1 0 0,1 0 0 0 0,2-1 0 0 0,0 0 0 0 0,24 44 0 0 0,8 8-33 0 0,3-1 0 0 0,3-3 1 0 0,3-2-1 0 0,104 112 0 0 0,-110-141-17 0 0,1-1 0 0 0,58 36-1 0 0,107 56-174 0 0,-194-121 257 0 0,137 76-31 0 0,4-6-1 0 0,2-7 1 0 0,4-7-1 0 0,3-8 1 0 0,2-6-1 0 0,2-8 1 0 0,2-8-1 0 0,1-7 1 0 0,210 8-1 0 0,-182-32 343 0 0,1-9-1 0 0,-1-9 1 0 0,-1-9-1 0 0,294-69 1 0 0,-391 65-155 0 0,-2-4 0 0 0,-1-5 1 0 0,-2-4-1 0 0,-2-4 0 0 0,-1-4 1 0 0,88-61-1 0 0,-92 48 352 0 0,-3-4 0 0 0,-2-4-1 0 0,-4-3 1 0 0,114-127-1 0 0,-179 178-410 0 0,-1 0 0 0 0,-1-1 0 0 0,0-1-1 0 0,-2 0 1 0 0,-1-1 0 0 0,0-1-1 0 0,-2 0 1 0 0,0 0 0 0 0,-2-1-1 0 0,-1 0 1 0 0,-1 0 0 0 0,-1-1 0 0 0,-1 1-1 0 0,-1-1 1 0 0,-2 0 0 0 0,0 0-1 0 0,-2 0 1 0 0,-5-34 0 0 0,0 25-43 0 0,-2 1 0 0 0,-1 1 0 0 0,-2-1 0 0 0,-1 2 0 0 0,-2-1 0 0 0,0 2 0 0 0,-3 0 0 0 0,0 1-1 0 0,-2 0 1 0 0,-1 2 0 0 0,-2 0 0 0 0,0 1 0 0 0,-2 2 0 0 0,-1 0 0 0 0,-1 2 0 0 0,-1 0 0 0 0,-1 2 0 0 0,-40-23 0 0 0,-47-22-18 0 0,-129-54 1 0 0,-133-30-342 0 0,-531-153-2225 0 0,845 287 1459 0 0,0 2 0 0 0,-1 2 0 0 0,-87-3 1 0 0,85 14-3380 0 0</inkml:trace>
</inkml:ink>
</file>

<file path=ppt/ink/ink1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1:30.50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41 39 13363 0 0,'-40'-39'207'0'0,"61"64"-1221"0"0,0 0 1 0 0,18 31 0 0 0,7 9 845 0 0,236 259-1485 0 0,-204-239 1586 0 0,23 15 64 0 0,171 131 0 0 0,-114-102 217 0 0,175 141 1294 0 0,226 201 1417 0 0,216 261-1166 0 0,-447-422 356 0 0,-262-246-2164 0 0,119 88 1 0 0,-168-141-641 0 0</inkml:trace>
</inkml:ink>
</file>

<file path=ppt/ink/ink1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1:30.96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3631 112 17508 0 0,'-23'-28'1827'0'0,"-36"-40"-4464"0"0,56 66 2511 0 0,1 1-1 0 0,-1-1 0 0 0,0 0 1 0 0,1 1-1 0 0,-1 0 0 0 0,0-1 1 0 0,0 1-1 0 0,0 0 0 0 0,0 1 1 0 0,0-1-1 0 0,0 0 0 0 0,0 1 1 0 0,0 0-1 0 0,0-1 0 0 0,0 1 1 0 0,0 1-1 0 0,0-1 0 0 0,0 0 1 0 0,0 1-1 0 0,0-1 0 0 0,0 1 1 0 0,0 0-1 0 0,0 0 0 0 0,-3 2 1 0 0,-8 3-282 0 0,0 0 1 0 0,0 2 0 0 0,-18 12-1 0 0,26-16 237 0 0,-263 201-1460 0 0,17 22 1336 0 0,237-213 264 0 0,-566 554-359 0 0,425-411 591 0 0,-303 297-288 0 0,-110 96-66 0 0,385-384 20 0 0,-90 87-69 0 0,198-177 456 0 0,-217 235 3705 0 0,250-258-3349 0 0,1 1 0 0 0,4 2 0 0 0,1 2 0 0 0,-34 76 0 0 0,46-74-486 0 0,17-31-454 0 0</inkml:trace>
</inkml:ink>
</file>

<file path=ppt/ink/ink1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03.60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424 67 6913 0 0,'-335'-50'1465'0'0,"332"49"-1424"0"0,-42-5 742 0 0,43 5-683 0 0,-1 1 0 0 0,1 0 0 0 0,0 0 1 0 0,-1 0-1 0 0,1 0 0 0 0,-1 0 0 0 0,1 1 0 0 0,0-1 1 0 0,-1 1-1 0 0,1-1 0 0 0,0 1 0 0 0,0 0 0 0 0,-1 0 1 0 0,1 0-1 0 0,-3 2 0 0 0,5-2-46 0 0,0-1 0 0 0,0 1 0 0 0,0-1 0 0 0,0 1 0 0 0,0-1 0 0 0,0 1 1 0 0,1-1-1 0 0,-1 1 0 0 0,0-1 0 0 0,0 1 0 0 0,0-1 0 0 0,1 1 0 0 0,-1-1 0 0 0,0 0 0 0 0,1 1 0 0 0,-1-1 0 0 0,0 1 1 0 0,1-1-1 0 0,-1 0 0 0 0,0 1 0 0 0,1-1 0 0 0,-1 0 0 0 0,1 0 0 0 0,-1 1 0 0 0,0-1 0 0 0,1 0 0 0 0,-1 0 0 0 0,1 0 0 0 0,-1 1 1 0 0,1-1-1 0 0,-1 0 0 0 0,1 0 0 0 0,0 0 0 0 0,18 7 343 0 0,15 0-160 0 0,0-2 0 0 0,0-2 0 0 0,62-1 0 0 0,-25-2-71 0 0,1634 0 102 0 0,-283-12 536 0 0,-1167 16-795 0 0,910-12 110 0 0,-1007-1 158 0 0,419-13 1003 0 0,-539 24-1281 0 0,-25-1-241 0 0,0-1 0 0 0,0 0-1 0 0,-1-1 1 0 0,1 0 0 0 0,21-5 0 0 0,-22 5-2589 0 0</inkml:trace>
</inkml:ink>
</file>

<file path=ppt/ink/ink1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10.50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217 13 1376 0 0,'7'6'4871'0'0,"12"-16"-3681"0"0,-5 2 2366 0 0,-26 19-1206 0 0,-164 135 949 0 0,172-143-3287 0 0,-4 4 43 0 0,0 0-1 0 0,1 0 1 0 0,0 0-1 0 0,0 1 0 0 0,-5 9 1 0 0,11-16-49 0 0,0 0 0 0 0,0 1 0 0 0,1-1 1 0 0,-1 1-1 0 0,0-1 0 0 0,1 1 0 0 0,-1-1 0 0 0,1 1 0 0 0,-1-1 1 0 0,1 1-1 0 0,0-1 0 0 0,0 1 0 0 0,0-1 0 0 0,0 1 0 0 0,0 0 1 0 0,0-1-1 0 0,0 1 0 0 0,0-1 0 0 0,1 1 0 0 0,-1-1 0 0 0,0 1 1 0 0,1 0-1 0 0,0-1 0 0 0,-1 0 0 0 0,1 1 0 0 0,0-1 0 0 0,0 1 1 0 0,0-1-1 0 0,-1 0 0 0 0,2 0 0 0 0,-1 1 0 0 0,0-1 0 0 0,0 0 1 0 0,0 0-1 0 0,0 0 0 0 0,1 0 0 0 0,-1 0 0 0 0,0-1 1 0 0,3 2-1 0 0,8 4-17 0 0,0-1 0 0 0,0-1 0 0 0,1 0 0 0 0,-1 0 0 0 0,1-2 0 0 0,0 1 1 0 0,21 0-1 0 0,-16-1-23 0 0,1 1 0 0 0,34 9-1 0 0,-47-10 32 0 0,-1 0-1 0 0,1 0 1 0 0,-1 1-1 0 0,0 0 0 0 0,0 0 1 0 0,0 0-1 0 0,0 1 0 0 0,0 0 1 0 0,-1 0-1 0 0,0 0 1 0 0,0 0-1 0 0,0 0 0 0 0,5 8 1 0 0,-8-9 19 0 0,1 0 1 0 0,-1-1 0 0 0,0 1-1 0 0,0 0 1 0 0,0 0 0 0 0,-1 1-1 0 0,1-1 1 0 0,-1 0 0 0 0,0 0-1 0 0,0 0 1 0 0,0 0 0 0 0,0 0-1 0 0,0 0 1 0 0,-1 0 0 0 0,1 1-1 0 0,-1-1 1 0 0,0 0-1 0 0,0 0 1 0 0,0 0 0 0 0,0-1-1 0 0,0 1 1 0 0,-1 0 0 0 0,1 0-1 0 0,-1-1 1 0 0,0 1 0 0 0,0-1-1 0 0,-3 4 1 0 0,-8 9 130 0 0,0-1-1 0 0,0-1 0 0 0,-20 15 1 0 0,27-24-128 0 0,-19 17 81 0 0,-1-2 1 0 0,-45 23 0 0 0,44-28-2553 0 0,-35 12-1 0 0,55-24 2437 0 0,3 0 83 0 0</inkml:trace>
</inkml:ink>
</file>

<file path=ppt/ink/ink1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10.73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0 10138 0 0,'8'20'1065'0'0,"-2"1"0"0"0,0 0 1 0 0,-1 0-1 0 0,-1 0 0 0 0,-1 1 0 0 0,-1-1 0 0 0,-1 1 0 0 0,-3 34 0 0 0,1-6-4321 0 0</inkml:trace>
</inkml:ink>
</file>

<file path=ppt/ink/ink1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10.92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11 0 10138 0 0,'-5'4'448'0'0,"2"-2"96"0"0,1 0-440 0 0,1 0-104 0 0,1-1 0 0 0,1 1 256 0 0,1 0 25 0 0,-1 1 7 0 0,3 1 0 0 0,0 0-368 0 0,3-1-72 0 0,2 0-8 0 0,0-2-8 0 0,4 2 168 0 0,-2-2 0 0 0,-2 2 0 0 0,1 0 88 0 0</inkml:trace>
</inkml:ink>
</file>

<file path=ppt/ink/ink1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11.17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 1 7834 0 0,'-1'1'113'0'0,"1"0"0"0"0,-1 0 0 0 0,1 0 0 0 0,0 1 1 0 0,-1-1-1 0 0,1 0 0 0 0,0 0 0 0 0,0 1 0 0 0,0-1 1 0 0,0 0-1 0 0,0 0 0 0 0,0 1 0 0 0,0-1 0 0 0,0 0 0 0 0,0 0 1 0 0,0 1-1 0 0,1-1 0 0 0,0 1 0 0 0,9 31 1122 0 0,-5-19-287 0 0,47 196 5955 0 0,-9 3-5840 0 0,-27-127-2875 0 0,-10-60-2739 0 0,-1-1-1385 0 0</inkml:trace>
</inkml:ink>
</file>

<file path=ppt/ink/ink1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11.39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 8754 0 0,'2'15'6986'0'0,"-1"-14"-6706"0"0,17 24 2041 0 0,-7-8-963 0 0,-2 0-672 0 0,-1 1 1 0 0,-1 0-1 0 0,7 27 0 0 0,2 24-4001 0 0,-10-44-456 0 0,-2-9-2833 0 0</inkml:trace>
</inkml:ink>
</file>

<file path=ppt/ink/ink1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11.61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 0 9674 0 0,'-2'0'864'0'0,"1"0"-696"0"0,2 3 424 0 0,-1 0-280 0 0,2 0 1 0 0,-1 1-754 0 0,0 3-143 0 0,4 2-32 0 0,0 4-8 0 0,1 0 560 0 0,0 4 64 0 0,3 2 96 0 0,0 2-16 0 0,2 1-80 0 0,2 3 0 0 0</inkml:trace>
</inkml:ink>
</file>

<file path=ppt/ink/ink1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11.89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110 17 5985 0 0,'0'0'83'0'0,"0"-1"1"0"0,0 1-1 0 0,0 0 0 0 0,1-1 0 0 0,-1 1 0 0 0,0-1 1 0 0,0 1-1 0 0,0-1 0 0 0,0 1 0 0 0,1 0 0 0 0,-1-1 1 0 0,0 1-1 0 0,0-1 0 0 0,0 1 0 0 0,0-1 0 0 0,0 1 1 0 0,0-1-1 0 0,0 1 0 0 0,-1 0 0 0 0,1-1 0 0 0,0 1 1 0 0,0-1-1 0 0,0 1 0 0 0,0-1 0 0 0,0 1 0 0 0,-1 0 1 0 0,1-1-1 0 0,0 1 0 0 0,0 0 0 0 0,-1-1 0 0 0,1 1 1 0 0,0-1-1 0 0,-1 1 0 0 0,1 0 0 0 0,0 0 0 0 0,-1-1 1 0 0,1 1-1 0 0,0 0 0 0 0,-1 0 0 0 0,1-1 0 0 0,-1 1 1 0 0,1 0-1 0 0,0 0 0 0 0,-1 0 0 0 0,1 0 0 0 0,-1 0 1 0 0,1 0-1 0 0,-1-1 0 0 0,1 1 0 0 0,0 0 0 0 0,-1 0 1 0 0,1 0-1 0 0,-1 0 0 0 0,1 1 0 0 0,-1-1 0 0 0,1 0 1 0 0,-1 0-1 0 0,1 0 0 0 0,0 0 0 0 0,-1 0 0 0 0,1 1 1 0 0,-1-1-1 0 0,-27 13 3884 0 0,22-8-3664 0 0,0 0-1 0 0,1 1 1 0 0,-1 0 0 0 0,1 0-1 0 0,0 0 1 0 0,1 1 0 0 0,0-1-1 0 0,0 1 1 0 0,0 0 0 0 0,1 1-1 0 0,0-1 1 0 0,0 0-1 0 0,1 1 1 0 0,0 0 0 0 0,0-1-1 0 0,1 1 1 0 0,-1 0 0 0 0,2 0-1 0 0,0 0 1 0 0,0 0 0 0 0,1 14-1 0 0,1-12-345 0 0,0-1-1 0 0,0 1 0 0 0,0 0 1 0 0,1-1-1 0 0,1 0 0 0 0,0 0 1 0 0,7 14-1 0 0,-6-16-548 0 0,0 1 1 0 0,0-1-1 0 0,1 0 1 0 0,0 0-1 0 0,0-1 1 0 0,1 0-1 0 0,-1 0 1 0 0,13 8-1 0 0,-1-4-5473 0 0</inkml:trace>
</inkml:ink>
</file>

<file path=ppt/ink/ink1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12.77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138 23 8754 0 0,'-4'-1'360'0'0,"1"0"1"0"0,-1 0-1 0 0,0 0 1 0 0,0 0-1 0 0,1 1 0 0 0,-1-1 1 0 0,0 1-1 0 0,0 0 1 0 0,0 0-1 0 0,0 0 1 0 0,1 1-1 0 0,-1 0 0 0 0,0-1 1 0 0,0 1-1 0 0,1 0 1 0 0,-1 1-1 0 0,-6 2 1 0 0,6-1-140 0 0,0 0 1 0 0,0 0 0 0 0,0 0 0 0 0,1 0-1 0 0,0 1 1 0 0,-1-1 0 0 0,1 1 0 0 0,0 0-1 0 0,1 0 1 0 0,-1 0 0 0 0,1 0 0 0 0,-3 8 0 0 0,1-2-92 0 0,0 1 1 0 0,1-1-1 0 0,0 1 1 0 0,1 0 0 0 0,1 0-1 0 0,0 0 1 0 0,0 0 0 0 0,1 0-1 0 0,0 0 1 0 0,1 1 0 0 0,3 15-1 0 0,-3-21-116 0 0,1-1-1 0 0,0 1 0 0 0,-1-1 1 0 0,2 1-1 0 0,-1-1 1 0 0,1 0-1 0 0,0 0 0 0 0,0 0 1 0 0,0 0-1 0 0,1-1 0 0 0,-1 1 1 0 0,1-1-1 0 0,0 0 1 0 0,1 0-1 0 0,-1 0 0 0 0,1 0 1 0 0,-1-1-1 0 0,9 4 1 0 0,-7-4 19 0 0,0-1 0 0 0,1 1 0 0 0,0-1 1 0 0,-1-1-1 0 0,1 1 0 0 0,0-1 0 0 0,0 0 1 0 0,0-1-1 0 0,0 0 0 0 0,0 0 1 0 0,0 0-1 0 0,-1-1 0 0 0,14-3 0 0 0,-13 3-11 0 0,0-1 0 0 0,0 0-1 0 0,0 0 1 0 0,0-1-1 0 0,0 0 1 0 0,-1 0 0 0 0,1-1-1 0 0,-1 0 1 0 0,0 0-1 0 0,0 0 1 0 0,0-1 0 0 0,-1 0-1 0 0,0 0 1 0 0,0 0-1 0 0,0-1 1 0 0,0 1 0 0 0,-1-1-1 0 0,0 0 1 0 0,0-1-1 0 0,-1 1 1 0 0,1-1 0 0 0,-1 1-1 0 0,-1-1 1 0 0,1 0-1 0 0,-1 0 1 0 0,-1-1 0 0 0,1 1-1 0 0,-1 0 1 0 0,0-11-1 0 0,-1 9-394 0 0,-1 1-1 0 0,0-1 1 0 0,0 1-1 0 0,-1-1 1 0 0,-1 1-1 0 0,1 0 1 0 0,-1 0-1 0 0,0 0 1 0 0,-1 0-1 0 0,0 0 0 0 0,0 1 1 0 0,-1 0-1 0 0,0 0 1 0 0,0 0-1 0 0,0 0 1 0 0,-1 1-1 0 0,0 0 1 0 0,0 0-1 0 0,-14-9 1 0 0,1 6-5495 0 0</inkml:trace>
</inkml:ink>
</file>

<file path=ppt/ink/ink1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13.15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91 7834 0 0,'1'0'41'0'0,"6"2"838"0"0,0 0 0 0 0,0 1 0 0 0,0 0 0 0 0,0 0 0 0 0,10 8-1 0 0,-14-9-765 0 0,-1 0-1 0 0,0 0 1 0 0,0 0-1 0 0,0 1 1 0 0,0-1-1 0 0,0 1 1 0 0,-1-1-1 0 0,1 1 1 0 0,-1 0-1 0 0,0 0 0 0 0,0-1 1 0 0,0 1-1 0 0,0 0 1 0 0,0 0-1 0 0,0 0 1 0 0,-1 0-1 0 0,1 4 1 0 0,-1 3 94 0 0,0 0 0 0 0,0-1 0 0 0,-1 1 0 0 0,-2 9 0 0 0,-1 24 141 0 0,33-79-412 0 0,3-14-11 0 0,-15 23 394 0 0,1 0 0 0 0,1 1 0 0 0,2 1 0 0 0,35-34 0 0 0,-55 57-217 0 0,1 1 0 0 0,0-1 0 0 0,-1 1 0 0 0,1 0 0 0 0,0-1 0 0 0,0 1 0 0 0,0 0 0 0 0,0 0 0 0 0,0 0 0 0 0,0 1 0 0 0,0-1 0 0 0,0 0 0 0 0,1 1 0 0 0,-1-1 0 0 0,0 1 0 0 0,0 0 0 0 0,0 0 0 0 0,1 0 0 0 0,2 0 0 0 0,-3 1-18 0 0,-1-1 0 0 0,1 1 1 0 0,0 0-1 0 0,0 0 0 0 0,-1 0 1 0 0,1 0-1 0 0,-1 1 0 0 0,1-1 1 0 0,-1 0-1 0 0,1 1 1 0 0,-1-1-1 0 0,0 1 0 0 0,0-1 1 0 0,0 1-1 0 0,0 0 0 0 0,0 0 1 0 0,0-1-1 0 0,0 1 0 0 0,0 0 1 0 0,-1 0-1 0 0,2 3 0 0 0,1 5 52 0 0,23 57 836 0 0,-23-62-1145 0 0,0 0 1 0 0,0 0-1 0 0,0-1 0 0 0,0 1 1 0 0,1-1-1 0 0,-1 0 1 0 0,1 0-1 0 0,0 0 1 0 0,1-1-1 0 0,8 7 1 0 0,6 0-7398 0 0</inkml:trace>
</inkml:ink>
</file>

<file path=ppt/ink/ink1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14.90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944 0 2304 0 0,'14'14'10187'0'0,"4"10"-8894"0"0,0 0-1 0 0,13 26 1 0 0,-8 5-937 0 0,-3 1-1 0 0,-2 0 1 0 0,17 100 0 0 0,-30-121-355 0 0,-1 1 0 0 0,-2 0 0 0 0,-2 0 0 0 0,-1 0 0 0 0,-2 0 0 0 0,-11 52 0 0 0,-3-10-7 0 0,-51 138 1 0 0,52-179 41 0 0,-1 0-1 0 0,-2 0 1 0 0,-37 53 0 0 0,12-30 62 0 0,-56 59 1 0 0,67-86 206 0 0,-2-1 0 0 0,-1-1 1 0 0,-1-3-1 0 0,-2 0 0 0 0,0-3 0 0 0,-2-1 1 0 0,-1-2-1 0 0,-1-2 0 0 0,-53 17 1 0 0,-92 41 579 0 0,63-25-554 0 0,102-42-2988 0 0</inkml:trace>
</inkml:ink>
</file>

<file path=ppt/ink/ink1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18.00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327 0 2761 0 0,'-13'5'2716'0'0,"-16"13"-2368"0"0,12-5 12 0 0,0 2 0 0 0,1 0 0 0 0,1 2 0 0 0,-23 29-1 0 0,-45 78 626 0 0,77-115-946 0 0,1 0 0 0 0,0 0 1 0 0,0 0-1 0 0,1 0 1 0 0,0 1-1 0 0,-4 17 0 0 0,8-25-29 0 0,-1 1 0 0 0,1 0 0 0 0,0 0 0 0 0,0 0 0 0 0,0 0 0 0 0,0 0 0 0 0,1 0 0 0 0,-1 0 0 0 0,1-1 0 0 0,-1 1 0 0 0,1 0 0 0 0,0 0 0 0 0,0-1 0 0 0,0 1 0 0 0,1 0-1 0 0,-1-1 1 0 0,1 1 0 0 0,-1-1 0 0 0,1 0 0 0 0,0 1 0 0 0,0-1 0 0 0,0 0 0 0 0,0 0 0 0 0,0 0 0 0 0,0-1 0 0 0,1 1 0 0 0,-1 0 0 0 0,3 1 0 0 0,14 6 157 0 0,0-1 0 0 0,1 0 0 0 0,-1-1 1 0 0,1-1-1 0 0,30 5 0 0 0,-32-8-41 0 0,-1 0-1 0 0,0 2 1 0 0,0 0 0 0 0,0 1-1 0 0,0 1 1 0 0,-1 0-1 0 0,0 1 1 0 0,17 12-1 0 0,-31-19-112 0 0,-1 0-1 0 0,1 0 0 0 0,0 1 0 0 0,-1-1 0 0 0,1 1 1 0 0,0 0-1 0 0,-1-1 0 0 0,0 1 0 0 0,1 0 1 0 0,-1 0-1 0 0,0 0 0 0 0,0 0 0 0 0,0 0 0 0 0,0 0 1 0 0,-1 0-1 0 0,1 0 0 0 0,0 1 0 0 0,-1-1 0 0 0,0 0 1 0 0,1 0-1 0 0,-1 0 0 0 0,0 5 0 0 0,-1-3 37 0 0,0 0 0 0 0,0 0-1 0 0,-1-1 1 0 0,1 1 0 0 0,-1 0 0 0 0,1-1-1 0 0,-1 1 1 0 0,0-1 0 0 0,-1 0-1 0 0,1 0 1 0 0,-1 1 0 0 0,-2 2 0 0 0,-6 3 104 0 0,1 1-1 0 0,-1-1 1 0 0,0-1 0 0 0,-1 0 0 0 0,0 0 0 0 0,-17 7 0 0 0,14-9 243 0 0,-1 0 0 0 0,-1-1 0 0 0,1 0 0 0 0,-1-2 0 0 0,0 0 0 0 0,-33 2 0 0 0,-25-8-273 0 0,-2-7-4465 0 0,64 8-749 0 0</inkml:trace>
</inkml:ink>
</file>

<file path=ppt/ink/ink1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16.16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10 8 1840 0 0,'0'-8'12102'0'0,"-2"27"-11149"0"0,-1 14-526 0 0,1-10-248 0 0,0 0-1 0 0,2 0 1 0 0,1 0-1 0 0,6 43 1 0 0,29 92-244 0 0,-5-23 140 0 0,-2 76 129 0 0,-21-130 19 0 0,4-1-1 0 0,35 126 1 0 0,-36-178-137 0 0,2 0-1 0 0,2 0 1 0 0,0-2 0 0 0,2 0-1 0 0,0 0 1 0 0,2-2 0 0 0,1 0-1 0 0,42 39 1 0 0,-44-47-28 0 0,1-1 0 0 0,0-1-1 0 0,1 0 1 0 0,0-1 0 0 0,1-1 0 0 0,1-1 0 0 0,0-1 0 0 0,23 7-1 0 0,-16-8-49 0 0,1-2-1 0 0,0-1 1 0 0,1-1-1 0 0,-1-2 1 0 0,57 0-1 0 0,329-38 183 0 0,-3-31 1398 0 0,-392 62-1383 0 0,45-8-278 0 0,-53 10-354 0 0</inkml:trace>
</inkml:ink>
</file>

<file path=ppt/ink/ink1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18.86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32 25 3681 0 0,'-6'-7'320'0'0,"5"5"-1"0"0,0 1 0 0 0,0 0 0 0 0,0 0 0 0 0,0-1 0 0 0,0 1 0 0 0,0 0 0 0 0,0 0 0 0 0,0 0 0 0 0,-1 0-1 0 0,1 0 1 0 0,0 1 0 0 0,-1-1 0 0 0,1 0 0 0 0,-1 0 0 0 0,1 1 0 0 0,-1-1 0 0 0,-2 0 0 0 0,29 40 3977 0 0,-11-11-3972 0 0,-1 1 1 0 0,-1 1 0 0 0,-1 0 0 0 0,-2 0-1 0 0,6 32 1 0 0,-5-21 54 0 0,1 0 0 0 0,19 42 1 0 0,26 26-1039 0 0,4 8-619 0 0,-54-104 182 0 0</inkml:trace>
</inkml:ink>
</file>

<file path=ppt/ink/ink1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19.62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70 14 1840 0 0,'-7'-3'728'0'0,"0"1"0"0"0,-1-1 0 0 0,1 1 0 0 0,-1 1 0 0 0,0 0-1 0 0,0 0 1 0 0,-9 0 0 0 0,79 5 4188 0 0,-36 0-4764 0 0,-1 0 0 0 0,0 2 0 0 0,0 1 0 0 0,29 12 0 0 0,-47-16-124 0 0,22 9 3 0 0,-1 0 1 0 0,34 22 0 0 0,-54-28-35 0 0,0 0 0 0 0,0 0-1 0 0,0 1 1 0 0,0 0 0 0 0,-1 0 0 0 0,-1 1 0 0 0,1-1-1 0 0,-1 2 1 0 0,0-1 0 0 0,8 18 0 0 0,-6-10-1 0 0,-2-1 1 0 0,0 1 0 0 0,6 22-1 0 0,-11-30 62 0 0,0 0 0 0 0,0 0 0 0 0,0 0-1 0 0,-1 0 1 0 0,0 0 0 0 0,-1 0 0 0 0,0 0-1 0 0,0 0 1 0 0,-3 9 0 0 0,2-11 108 0 0,0 0 0 0 0,-1 1 0 0 0,1-1 1 0 0,-1 0-1 0 0,-1 0 0 0 0,1 0 0 0 0,-1-1 0 0 0,0 1 0 0 0,0-1 1 0 0,-1 0-1 0 0,0 0 0 0 0,0-1 0 0 0,0 1 0 0 0,-11 7 0 0 0,-3-1 161 0 0,-1-1-1 0 0,-1 0 1 0 0,-25 8-1 0 0,23-9-620 0 0,0 0 0 0 0,-26 16 1 0 0</inkml:trace>
</inkml:ink>
</file>

<file path=ppt/ink/ink1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22.58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30 507 1376 0 0,'-29'9'10223'0'0,"29"-19"-10164"0"0,1 3 461 0 0,0 0-1 0 0,-1 0 0 0 0,0-1 0 0 0,-1-11 1 0 0,0-19 984 0 0,23-211 2660 0 0,-21 224-4074 0 0,4-54 11 0 0,7 28-3365 0 0,-7 36-2920 0 0</inkml:trace>
</inkml:ink>
</file>

<file path=ppt/ink/ink1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23.78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27 109 1840 0 0,'-23'-3'1408'0'0,"19"0"10"0"0,15-3-899 0 0,34 2 2332 0 0,-19-2-2588 0 0,0 2 0 0 0,1 1 1 0 0,37 1-1 0 0,32-4 1513 0 0,-65 3-1251 0 0,0 2 0 0 0,40 3 0 0 0,-34 0-185 0 0,39-4-1 0 0,41-5 794 0 0,85-10 402 0 0,-127 10-1499 0 0,99 5 0 0 0,-105 2 147 0 0,185-12 1107 0 0,-198 10-1212 0 0,104 11 0 0 0,28-1-2 0 0,234-12 123 0 0,-310 4-164 0 0,-65-1 723 0 0,89-15-1 0 0,-112 11-573 0 0,-23 4-204 0 0,0 1 0 0 0,0 0 0 0 0,0 0 0 0 0,-1 0 0 0 0,1-1-1 0 0,0 1 1 0 0,0-1 0 0 0,0 1 0 0 0,0 0 0 0 0,-1-1 0 0 0,1 1 0 0 0,0-1 0 0 0,-1 0 0 0 0,1 1 0 0 0,0-1 0 0 0,-1 0 0 0 0,1 1 0 0 0,0-1 0 0 0,-1 0 0 0 0,1 0 0 0 0,-1 1 0 0 0,1-3 0 0 0,-26 3-7718 0 0</inkml:trace>
</inkml:ink>
</file>

<file path=ppt/ink/ink1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24.25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0 3225 0 0,'8'6'12401'0'0,"-1"8"-12632"0"0,24 48 2966 0 0,-18-33-2702 0 0,-1-1 1 0 0,14 60 0 0 0,-22-76 47 0 0,0 0 0 0 0,0-1 0 0 0,11 18 0 0 0,8 24 160 0 0,-23-49-215 0 0,1-1 0 0 0,0 0 0 0 0,-1 1 0 0 0,0-1 1 0 0,0 1-1 0 0,0-1 0 0 0,0 1 0 0 0,-1-1 0 0 0,1 0 0 0 0,-1 1 0 0 0,0-1 0 0 0,0 0 0 0 0,0 1 0 0 0,0-1 1 0 0,0 0-1 0 0,-1 0 0 0 0,0 0 0 0 0,-2 4 0 0 0,-10 22 115 0 0,14-28-203 0 0,0 0 1 0 0,0-1-1 0 0,0 1 0 0 0,0-1 0 0 0,0 1 0 0 0,0-1 0 0 0,0 1 0 0 0,0-1 0 0 0,0 1 0 0 0,0-1 0 0 0,1 1 0 0 0,-1 0 0 0 0,0-1 0 0 0,0 1 0 0 0,1-1 0 0 0,-1 0 0 0 0,0 1 0 0 0,1-1 0 0 0,-1 1 0 0 0,0-1 0 0 0,1 1 0 0 0</inkml:trace>
</inkml:ink>
</file>

<file path=ppt/ink/ink1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24.92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1 364 3225 0 0,'21'-6'2520'0'0,"127"-53"6192"0"0,-46 17-6353 0 0,328-161 1301 0 0,-360 165-5055 0 0,-70 38 1319 0 0,0 0-1 0 0,1 0 1 0 0,-1 0-1 0 0,0 0 1 0 0,0 0-1 0 0,1 0 1 0 0,-1 0-1 0 0,0 0 1 0 0,0 0-1 0 0,0 0 1 0 0,0-1-1 0 0,1 1 1 0 0,-1 0-1 0 0,2-4-1607 0 0,-2 4 1608 0 0,0 0-1 0 0,0 0 1 0 0,0 0-1 0 0,0-1 1 0 0,0 1-1 0 0,0 0 1 0 0,0 0-1 0 0,0-1 1 0 0,0 1-1 0 0,0 0 0 0 0,-1 0 1 0 0,1-1-1 0 0,-11-1-3450 0 0,4 1 3830 0 0,-2-3-303 0 0</inkml:trace>
</inkml:ink>
</file>

<file path=ppt/ink/ink1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25.80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118 152 1376 0 0,'2'-7'715'0'0,"-1"-1"0"0"0,1 1 0 0 0,-1-1-1 0 0,-1 1 1 0 0,0-1 0 0 0,0 1-1 0 0,0-1 1 0 0,-1 1 0 0 0,0-1 0 0 0,0 1-1 0 0,-1-1 1 0 0,0 1 0 0 0,0 0 0 0 0,-1 0-1 0 0,0 0 1 0 0,-5-8 0 0 0,7 14-665 0 0,0-1 0 0 0,0 1 0 0 0,0 0 0 0 0,0-1 0 0 0,0 1 0 0 0,-1 0 0 0 0,1 0 0 0 0,-1 0 0 0 0,1 0 0 0 0,-1 0 0 0 0,1 0 0 0 0,-1 1 0 0 0,1-1 0 0 0,-1 0 0 0 0,0 1 0 0 0,1-1 0 0 0,-1 1 0 0 0,0 0 1 0 0,0 0-1 0 0,1-1 0 0 0,-1 1 0 0 0,0 0 0 0 0,0 0 0 0 0,1 1 0 0 0,-1-1 0 0 0,0 0 0 0 0,1 0 0 0 0,-1 1 0 0 0,0-1 0 0 0,1 1 0 0 0,-1 0 0 0 0,0-1 0 0 0,1 1 0 0 0,-1 0 0 0 0,1 0 0 0 0,-1 0 0 0 0,1 0 0 0 0,0 0 0 0 0,-1 0 0 0 0,1 1 0 0 0,0-1 0 0 0,0 0 0 0 0,0 1 0 0 0,-1 1 0 0 0,-2 1 106 0 0,0 1-1 0 0,1-1 0 0 0,0 1 0 0 0,0 0 0 0 0,0 0 0 0 0,1 0 1 0 0,-1 0-1 0 0,1 1 0 0 0,0-1 0 0 0,1 1 0 0 0,-1-1 1 0 0,0 10-1 0 0,3-3-267 0 0,0 1 0 0 0,0 0 0 0 0,2-1 0 0 0,-1 1 0 0 0,1-1 0 0 0,1 0 0 0 0,1 0 0 0 0,-1 0 0 0 0,2 0 0 0 0,10 17 0 0 0,-10-20 2 0 0,0 0 0 0 0,0-1 1 0 0,1 0-1 0 0,0 0 1 0 0,1 0-1 0 0,0-1 1 0 0,0 0-1 0 0,0 0 0 0 0,1-1 1 0 0,0 0-1 0 0,0-1 1 0 0,19 9-1 0 0,-21-12 36 0 0,0 0 0 0 0,0 0 0 0 0,0 0-1 0 0,0-1 1 0 0,1 0 0 0 0,-1-1 0 0 0,0 0-1 0 0,1 0 1 0 0,-1 0 0 0 0,0-1 0 0 0,0 0-1 0 0,14-4 1 0 0,-18 4 188 0 0,0 0 0 0 0,0 0 0 0 0,0 0 0 0 0,0-1 1 0 0,0 0-1 0 0,0 1 0 0 0,0-1 0 0 0,-1 0 0 0 0,1 0 0 0 0,-1 0 0 0 0,1-1 0 0 0,-1 1 0 0 0,0-1 0 0 0,0 1 0 0 0,0-1 0 0 0,0 0 0 0 0,-1 1 1 0 0,1-1-1 0 0,-1 0 0 0 0,1 0 0 0 0,-1 0 0 0 0,0 0 0 0 0,0-1 0 0 0,0 1 0 0 0,-1 0 0 0 0,1 0 0 0 0,-1 0 0 0 0,0-1 0 0 0,0 1 0 0 0,0-4 0 0 0,-1-3 199 0 0,-1 0-1 0 0,0 1 0 0 0,-1-1 0 0 0,0 1 0 0 0,0-1 0 0 0,-1 1 1 0 0,0 0-1 0 0,-1 0 0 0 0,-10-14 0 0 0,-8-9 75 0 0,-28-31 0 0 0,39 49-364 0 0,-4-4-88 0 0,-3-4-546 0 0,8 7-5510 0 0</inkml:trace>
</inkml:ink>
</file>

<file path=ppt/ink/ink1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26.05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2 4609 0 0,'32'-2'1348'0'0,"-1"3"0"0"0,1 0 0 0 0,-1 2 0 0 0,1 2 0 0 0,-1 0-1 0 0,56 19 1 0 0,-38-3-1769 0 0,-32-8-6954 0 0,-18-14 7232 0 0</inkml:trace>
</inkml:ink>
</file>

<file path=ppt/ink/ink1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26.25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 2 4609 0 0,'0'0'154'0'0,"1"-1"1"0"0,0 1-1 0 0,0 0 0 0 0,0 0 0 0 0,0 0 1 0 0,0-1-1 0 0,0 1 0 0 0,0 0 0 0 0,-1 0 1 0 0,1 0-1 0 0,0 0 0 0 0,0 1 1 0 0,0-1-1 0 0,0 0 0 0 0,0 0 0 0 0,0 0 1 0 0,0 1-1 0 0,-1-1 0 0 0,1 0 0 0 0,0 1 1 0 0,0-1-1 0 0,0 1 0 0 0,-1-1 1 0 0,1 1-1 0 0,0-1 0 0 0,0 1 0 0 0,-1 0 1 0 0,1-1-1 0 0,-1 1 0 0 0,1 0 0 0 0,-1 0 1 0 0,1-1-1 0 0,-1 1 0 0 0,1 0 0 0 0,-1 0 1 0 0,1 0-1 0 0,-1 0 0 0 0,0-1 1 0 0,0 1-1 0 0,1 0 0 0 0,-1 0 0 0 0,0 0 1 0 0,0 0-1 0 0,0 1 0 0 0,2 4 443 0 0,-1 1 0 0 0,0-1 0 0 0,0 1 0 0 0,-1 11 0 0 0,-2 1-426 0 0,-1 0 0 0 0,-1 0-1 0 0,-7 19 1 0 0,-4 21-2523 0 0,11-42-2353 0 0</inkml:trace>
</inkml:ink>
</file>

<file path=ppt/ink/ink1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26.51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14 5041 0 0,'1'-1'136'0'0,"-1"0"0"0"0,1 0 1 0 0,-1 1-1 0 0,1-1 0 0 0,0 0 0 0 0,-1 0 0 0 0,1 0 1 0 0,0 1-1 0 0,-1-1 0 0 0,1 0 0 0 0,0 1 0 0 0,0-1 0 0 0,0 1 1 0 0,0-1-1 0 0,0 1 0 0 0,0-1 0 0 0,0 1 0 0 0,0 0 1 0 0,0-1-1 0 0,0 1 0 0 0,0 0 0 0 0,0 0 0 0 0,0 0 1 0 0,0 0-1 0 0,0-1 0 0 0,2 2 0 0 0,-1-1 183 0 0,0 1 0 0 0,0 0-1 0 0,0 0 1 0 0,-1 0 0 0 0,1 0 0 0 0,0 0-1 0 0,0 0 1 0 0,-1 1 0 0 0,1-1 0 0 0,-1 1-1 0 0,1-1 1 0 0,1 3 0 0 0,5 7 616 0 0,-1-1 0 0 0,0 1 0 0 0,7 16 0 0 0,-12-24-1239 0 0,18 34-1730 0 0,-13-24-3148 0 0</inkml:trace>
</inkml:ink>
</file>

<file path=ppt/ink/ink1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26.69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14 26 4145 0 0,'-6'-6'368'0'0,"-2"-4"2153"0"0,8 9-1937 0 0,2 0-8 0 0,2-2-8 0 0,0 2 0 0 0,3-1-1528 0 0,0 1-312 0 0,1 1-57 0 0,0 0-15 0 0</inkml:trace>
</inkml:ink>
</file>

<file path=ppt/ink/ink1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27.18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107 175 3889 0 0,'-13'7'577'0'0,"2"0"0"0"0,-1 0 0 0 0,1 1 0 0 0,-11 10 0 0 0,19-16-432 0 0,0 1-1 0 0,0 0 1 0 0,0 0 0 0 0,0 0-1 0 0,1 0 1 0 0,-1 0 0 0 0,1 0-1 0 0,0 1 1 0 0,0-1 0 0 0,0 1-1 0 0,0 0 1 0 0,1-1 0 0 0,-1 1-1 0 0,1 0 1 0 0,0 0 0 0 0,0 0-1 0 0,0 8 1 0 0,2-9-57 0 0,-1 1-1 0 0,2-1 1 0 0,-1 1-1 0 0,0-1 1 0 0,1 0-1 0 0,-1 0 1 0 0,1 0-1 0 0,0 1 1 0 0,0-2-1 0 0,0 1 1 0 0,0 0-1 0 0,1 0 1 0 0,-1-1-1 0 0,1 1 1 0 0,0-1 0 0 0,-1 0-1 0 0,1 0 1 0 0,0 0-1 0 0,0 0 1 0 0,1 0-1 0 0,-1-1 1 0 0,0 1-1 0 0,7 1 1 0 0,-1 0-199 0 0,1 0 1 0 0,0 0-1 0 0,-1-1 1 0 0,1 0-1 0 0,0-1 0 0 0,1 0 1 0 0,12-1-1 0 0,-21 0 104 0 0,0 0 0 0 0,0 0 0 0 0,0 0 0 0 0,0-1 0 0 0,-1 1 0 0 0,1-1 0 0 0,0 0 0 0 0,0 0 0 0 0,0 1 0 0 0,0-1 0 0 0,-1 0 0 0 0,1 0 0 0 0,-1-1 0 0 0,1 1 0 0 0,0 0 0 0 0,-1 0 0 0 0,0-1 0 0 0,1 1 0 0 0,-1-1 0 0 0,0 1 0 0 0,0-1 0 0 0,0 0 0 0 0,0 1 0 0 0,0-1 0 0 0,0 0 0 0 0,0 0 0 0 0,-1 0 0 0 0,1 1 0 0 0,-1-1 0 0 0,1 0 0 0 0,-1 0 0 0 0,0 0 0 0 0,0 0 0 0 0,1 0 0 0 0,-1 0 0 0 0,-1 0 0 0 0,1-3 0 0 0,-1-10 52 0 0,-1 1 1 0 0,-1-1-1 0 0,0 1 1 0 0,-5-15 0 0 0,3 10 80 0 0,-6-27 346 0 0,6 22 689 0 0,0 0 1 0 0,-2 1 0 0 0,0 0-1 0 0,-2 1 1 0 0,-13-26 0 0 0,19 56-766 0 0,1 0 0 0 0,0 0 0 0 0,0 1 0 0 0,-1 14 0 0 0,3-14-369 0 0,0-1 0 0 0,1 1-1 0 0,0-1 1 0 0,0 1 0 0 0,1-1 0 0 0,0 0-1 0 0,0 0 1 0 0,1 0 0 0 0,0 0 0 0 0,8 14-1 0 0,-1-6-247 0 0,0 0-1 0 0,1-1 1 0 0,25 26-1 0 0,-22-26-558 0 0</inkml:trace>
</inkml:ink>
</file>

<file path=ppt/ink/ink1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27.55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76 217 920 0 0,'0'-2'535'0'0,"1"-1"1"0"0,0 0-1 0 0,0 1 0 0 0,0-1 0 0 0,0 0 0 0 0,0 1 1 0 0,1-1-1 0 0,-1 1 0 0 0,1 0 0 0 0,0 0 0 0 0,2-3 1 0 0,6-9 2058 0 0,-7 5-2138 0 0,0 1 0 0 0,0-1 0 0 0,-1 1 0 0 0,0-1 0 0 0,-1 0 0 0 0,0 0 0 0 0,0 0 0 0 0,-1 0 0 0 0,0 0 0 0 0,-1 0 0 0 0,-2-13 0 0 0,3 19-350 0 0,-1 0 0 0 0,0 0 0 0 0,0 0-1 0 0,0 0 1 0 0,0 1 0 0 0,0-1 0 0 0,0 0 0 0 0,-1 0-1 0 0,1 1 1 0 0,-1-1 0 0 0,0 1 0 0 0,0-1 0 0 0,0 1 0 0 0,0 0-1 0 0,-4-3 1 0 0,4 4-37 0 0,0 0 0 0 0,-1 0 0 0 0,1 0 0 0 0,-1 0 0 0 0,1 1 0 0 0,0-1 0 0 0,-1 1 0 0 0,1-1 0 0 0,-1 1 0 0 0,0 0 0 0 0,1 0 0 0 0,-1 0 0 0 0,1 0 0 0 0,-1 1 0 0 0,1-1 0 0 0,-1 1 0 0 0,1-1 0 0 0,0 1 0 0 0,-1 0 0 0 0,1 0 0 0 0,-4 2 0 0 0,3-1-63 0 0,1-1 0 0 0,0 1 0 0 0,0 0 0 0 0,-1 0 0 0 0,1 0 0 0 0,0 0-1 0 0,1 0 1 0 0,-1 0 0 0 0,0 1 0 0 0,1-1 0 0 0,-1 1 0 0 0,1-1 0 0 0,0 1 0 0 0,0-1 0 0 0,0 1 0 0 0,0 0 0 0 0,0-1 0 0 0,0 1 0 0 0,1 0 0 0 0,-1 0-1 0 0,1 0 1 0 0,0 0 0 0 0,0-1 0 0 0,0 1 0 0 0,0 0 0 0 0,2 5 0 0 0,-2 0 5 0 0,2 0-1 0 0,-1-1 1 0 0,1 1 0 0 0,0 0-1 0 0,1 0 1 0 0,-1-1 0 0 0,2 1-1 0 0,4 9 1 0 0,-4-12-208 0 0,1 1 0 0 0,-1-1 0 0 0,1 0 0 0 0,0 0 1 0 0,1 0-1 0 0,-1-1 0 0 0,1 0 0 0 0,0 0 0 0 0,0 0 0 0 0,0-1 0 0 0,0 1 0 0 0,1-2 0 0 0,7 4 0 0 0,7 0-5680 0 0</inkml:trace>
</inkml:ink>
</file>

<file path=ppt/ink/ink1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30.47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216 1619 1376 0 0,'-20'31'3849'0'0,"20"-30"-3861"0"0,0-1-1 0 0,0 0 1 0 0,0 1 0 0 0,0-1 0 0 0,0 0-1 0 0,0 1 1 0 0,0-1 0 0 0,0 0-1 0 0,0 1 1 0 0,0-1 0 0 0,0 0-1 0 0,0 1 1 0 0,1-1 0 0 0,-1 0-1 0 0,0 1 1 0 0,0-1 0 0 0,0 0 0 0 0,0 1-1 0 0,1-1 1 0 0,-1 0 0 0 0,0 0-1 0 0,19-1 8150 0 0,-19 1-8140 0 0,-1 0 80 0 0,-1 0 1 0 0,1 0 0 0 0,0 0 0 0 0,0-1 0 0 0,0 1-1 0 0,0 0 1 0 0,0-1 0 0 0,0 1 0 0 0,0-1 0 0 0,0 1-1 0 0,0-1 1 0 0,0 1 0 0 0,0-1 0 0 0,0 0 0 0 0,0 1-1 0 0,0-1 1 0 0,0 0 0 0 0,1 0 0 0 0,-1 0 0 0 0,0 0-1 0 0,1 0 1 0 0,-1 0 0 0 0,1 0 0 0 0,-1 0 0 0 0,1 0-1 0 0,-1 0 1 0 0,1 0 0 0 0,-1 0 0 0 0,1 0 0 0 0,0 0-1 0 0,0 0 1 0 0,0 0 0 0 0,-1-2 0 0 0,-7-32 1175 0 0,-1 1 0 0 0,-3 0 0 0 0,-15-33 1 0 0,11 28-679 0 0,11 26-456 0 0,-11-24 170 0 0,2 0 0 0 0,2-1 1 0 0,-11-60-1 0 0,-9-293 39 0 0,24 291-306 0 0,3 58-1 0 0,2-69 0 0 0,6 82 15 0 0,8-38 1 0 0,2-8 29 0 0,-12 66-63 0 0,1 0 1 0 0,0 0-1 0 0,0 0 0 0 0,1 0 1 0 0,0 1-1 0 0,0-1 1 0 0,1 1-1 0 0,0 0 1 0 0,1 0-1 0 0,-1 0 1 0 0,2 0-1 0 0,-1 1 1 0 0,1 0-1 0 0,0 0 1 0 0,0 0-1 0 0,11-7 0 0 0,0 2-5 0 0,1 0 0 0 0,0 1-1 0 0,1 1 1 0 0,0 0-1 0 0,40-12 1 0 0,63-15-123 0 0,1 5 1 0 0,2 5 0 0 0,253-19-1 0 0,-166 43-190 0 0,-133 3 195 0 0,153 15-118 0 0,-166-7 127 0 0,1-4 0 0 0,-1-2 0 0 0,99-10 0 0 0,-99-2 111 0 0,119-14 0 0 0,-152 22 0 0 0,0 1 0 0 0,0 1 0 0 0,51 8 0 0 0,9 15 0 0 0,-24-4 0 0 0,-66-18-8 0 0,-1-1 0 0 0,0 1 0 0 0,0 0 0 0 0,0 0-1 0 0,1 1 1 0 0,-1-1 0 0 0,0 0 0 0 0,0 1 0 0 0,-1 0 0 0 0,1-1 0 0 0,0 1 0 0 0,0 0 0 0 0,-1 0 0 0 0,1 0 0 0 0,-1 0 0 0 0,0 0 0 0 0,1 0 0 0 0,-1 0 0 0 0,0 0 0 0 0,0 0 0 0 0,-1 1 0 0 0,2 2 0 0 0,1 8-88 0 0,1 0-1 0 0,1 26 1 0 0,-1-12 37 0 0,1 14 9 0 0,1 43-1 0 0,-1 0 66 0 0,-1 37-41 0 0,-4-78 20 0 0,6 50 0 0 0,-3-22 6 0 0,0 1 0 0 0,3-35 0 0 0,-3-24 0 0 0,0 0 0 0 0,-2 1 0 0 0,1 0 0 0 0,-2 23 0 0 0,-11 128 0 0 0,10-155 0 0 0,1 1 0 0 0,0-1 0 0 0,0 0 0 0 0,1 0 0 0 0,0 0 0 0 0,1 1 0 0 0,6 16 0 0 0,-4-10 0 0 0,-3-12 0 0 0,0 1 0 0 0,-1-1 0 0 0,0 1 0 0 0,0-1 0 0 0,-1 11 0 0 0,0-11 0 0 0,1 0 0 0 0,0 0 0 0 0,0 0 0 0 0,0 0 0 0 0,0 0 0 0 0,1 0 0 0 0,2 9 0 0 0,0-2 7 0 0,0 1-1 0 0,-1-1 1 0 0,-1 0-1 0 0,1 15 0 0 0,-2-12 9 0 0,1-1-1 0 0,7 27 0 0 0,-5-25 10 0 0,0 1-1 0 0,-1-1 1 0 0,-1 1-1 0 0,-1 20 1 0 0,10-9-5926 0 0</inkml:trace>
</inkml:ink>
</file>

<file path=ppt/ink/ink1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34.7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109 10 1840 0 0,'-36'-9'6226'0'0,"34"9"-5967"0"0,-1 0 0 0 0,0 0 1 0 0,1 1-1 0 0,-1-1 0 0 0,0 1 0 0 0,1 0 1 0 0,-1-1-1 0 0,0 1 0 0 0,1 0 1 0 0,-1 1-1 0 0,1-1 0 0 0,0 0 0 0 0,-1 1 1 0 0,1-1-1 0 0,0 1 0 0 0,0 0 0 0 0,0 0 1 0 0,0 0-1 0 0,0 0 0 0 0,0 0 1 0 0,1 0-1 0 0,-1 0 0 0 0,1 1 0 0 0,0-1 1 0 0,-1 0-1 0 0,1 1 0 0 0,0-1 1 0 0,0 1-1 0 0,-1 5 0 0 0,-1 6-66 0 0,0 1-1 0 0,1-1 0 0 0,1 1 1 0 0,0 20-1 0 0,1-14 190 0 0,0 21 34 0 0,3 0 0 0 0,11 65 0 0 0,-6-60-158 0 0,2 77 0 0 0,-8-96-72 0 0,1 0-1 0 0,1 0 1 0 0,2-1-1 0 0,11 36 1 0 0,-8-34 21 0 0,-2 1 0 0 0,-1 0 0 0 0,4 46 0 0 0,-10-60-31 0 0,1 1 0 0 0,1 0-1 0 0,7 27 1 0 0,-7-36-94 0 0,1 0 0 0 0,1 0 0 0 0,-1 0 0 0 0,1-1 0 0 0,1 1 0 0 0,-1-1 0 0 0,1 0 0 0 0,12 13 0 0 0,-12-14-50 0 0,0-1 1 0 0,-1 1-1 0 0,0 0 1 0 0,0 0 0 0 0,0 1-1 0 0,0-1 1 0 0,-1 1-1 0 0,0 0 1 0 0,2 8 0 0 0,-2-2-33 0 0,-1 0 0 0 0,0 0 1 0 0,-1 0-1 0 0,-1 17 1 0 0,0 8-2168 0 0</inkml:trace>
</inkml:ink>
</file>

<file path=ppt/ink/ink1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37.1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23 255 3761 0 0,'-3'-2'287'0'0,"1"-1"0"0"0,-1 1 0 0 0,1-1 0 0 0,0 0 0 0 0,0 1 0 0 0,1-1 0 0 0,-1 0 0 0 0,0 0 0 0 0,1-1 0 0 0,-1-2-1 0 0,1 5-209 0 0,1 0 0 0 0,0 0-1 0 0,0 0 1 0 0,0 0 0 0 0,0 0-1 0 0,0 0 1 0 0,0 0 0 0 0,0 0-1 0 0,1 0 1 0 0,-1 0-1 0 0,0 0 1 0 0,1 0 0 0 0,-1 0-1 0 0,0 0 1 0 0,1 0 0 0 0,-1 0-1 0 0,1 1 1 0 0,-1-1-1 0 0,1 0 1 0 0,0 0 0 0 0,-1 0-1 0 0,1 1 1 0 0,0-1 0 0 0,0 0-1 0 0,-1 1 1 0 0,1-1 0 0 0,0 1-1 0 0,0-1 1 0 0,0 1-1 0 0,0-1 1 0 0,0 1 0 0 0,0 0-1 0 0,-1-1 1 0 0,1 1 0 0 0,0 0-1 0 0,0 0 1 0 0,0-1-1 0 0,2 1 1 0 0,191-63 1035 0 0,-136 41-499 0 0,1 2-1 0 0,87-16 1 0 0,252-15 1426 0 0,-144 52-11 0 0,-50 2-1643 0 0,-122-4-109 0 0,85 10 1 0 0,111-1 324 0 0,-231-8-512 0 0,33-1 78 0 0,-24-1 96 0 0,75 8 0 0 0,-7 12 25 0 0,-101-20-264 0 0,3 0 28 0 0,-25 2-50 0 0,-1 0-1 0 0,1 0 1 0 0,0 0-1 0 0,0 0 1 0 0,-1 1-1 0 0,1-1 1 0 0,0 0-1 0 0,0 1 1 0 0,-1-1-1 0 0,1 1 1 0 0,0-1-1 0 0,-1 1 1 0 0,1-1-1 0 0,-1 1 0 0 0,1-1 1 0 0,0 1-1 0 0,-1 0 1 0 0,1-1-1 0 0,-1 1 1 0 0,0 0-1 0 0,1-1 1 0 0,-1 1-1 0 0,1 0 1 0 0,-1-1-1 0 0,0 1 1 0 0,0 0-1 0 0,1 1 1 0 0,1 4 106 0 0,1 0-1 0 0,0-1 1 0 0,1 1 0 0 0,-1-1 0 0 0,1 1 0 0 0,9 8 0 0 0,5 9 43 0 0,-9-8-113 0 0,-2 1 0 0 0,0-1-1 0 0,-1 1 1 0 0,0 0-1 0 0,4 25 1 0 0,0-2 248 0 0,0 2-264 0 0,-3 0 0 0 0,-1 1-1 0 0,1 50 1 0 0,-4-42-1 0 0,15 85 0 0 0,0-34-4 0 0,-13-68-8 0 0,0-1 1 0 0,2 0-1 0 0,2-1 0 0 0,12 32 1 0 0,-12-41-10 0 0,-1 1 0 0 0,0 1 0 0 0,-2 0 0 0 0,-1 0 0 0 0,-1 0 0 0 0,-1 0 0 0 0,-1 1 0 0 0,-1-1 0 0 0,-2 1 0 0 0,0-1 0 0 0,-6 31 0 0 0,7-50 9 0 0,-1 0 1 0 0,0 1 0 0 0,0-1 0 0 0,0 0 0 0 0,-1 0 0 0 0,0 0-1 0 0,0 0 1 0 0,0 0 0 0 0,-1 0 0 0 0,0 0 0 0 0,0-1 0 0 0,-5 7 0 0 0,3-5 36 0 0,0 0 0 0 0,0 1 0 0 0,0 0 1 0 0,1-1-1 0 0,0 1 0 0 0,0 1 0 0 0,1-1 0 0 0,0 1 1 0 0,0-1-1 0 0,1 1 0 0 0,-3 14 0 0 0,6-16-22 0 0,0-1 0 0 0,0 1 1 0 0,1-1-1 0 0,-1 1 0 0 0,1-1 0 0 0,0 0 0 0 0,1 0 0 0 0,-1 1 0 0 0,7 8 0 0 0,3 7-11 0 0,-17-23 5 0 0,1 1-1 0 0,-1 0 1 0 0,0-1 0 0 0,0 2 0 0 0,0-1 0 0 0,-9 0 0 0 0,6 1-15 0 0,-62-6 80 0 0,16 2 80 0 0,-63-13-1 0 0,73 10-162 0 0,-1 2 0 0 0,0 2 0 0 0,-52 4 0 0 0,35 0 0 0 0,-40-3 0 0 0,41 0 0 0 0,-113 10 0 0 0,96 3-142 0 0,0-3 1 0 0,-104-3 0 0 0,148-5-165 0 0,-1 2 0 0 0,1 1 1 0 0,-48 11-1 0 0,52-8 26 0 0,-1-1-1 0 0,0-1 1 0 0,0-1 0 0 0,-48-3-1 0 0,40-4 281 0 0,0 2 0 0 0,-1 2 0 0 0,1 2 0 0 0,-45 7 0 0 0,1-2-269 0 0,65-7 172 0 0,0 1 0 0 0,0 1 0 0 0,0 1 0 0 0,0 0 0 0 0,-25 9 0 0 0,27-7-3 0 0,0 0 0 0 0,0 0 0 0 0,-1-2 0 0 0,0 0-1 0 0,0 0 1 0 0,-27-1 0 0 0,29-1-427 0 0</inkml:trace>
</inkml:ink>
</file>

<file path=ppt/ink/ink1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37.7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336 5 456 0 0,'3'-1'1128'0'0,"0"0"1"0"0,0 0-1 0 0,0 1 0 0 0,1-1 0 0 0,-1 1 1 0 0,0-1-1 0 0,0 1 0 0 0,0 0 0 0 0,5 1 1 0 0,4-1-859 0 0,-12 1-207 0 0,0-1 1 0 0,1 1-1 0 0,-1-1 0 0 0,0 1 0 0 0,0-1 0 0 0,0 1 0 0 0,0-1 0 0 0,0 1 1 0 0,0 0-1 0 0,0-1 0 0 0,0 1 0 0 0,0-1 0 0 0,0 1 0 0 0,0-1 1 0 0,0 1-1 0 0,-1-1 0 0 0,1 1 0 0 0,0-1 0 0 0,0 1 0 0 0,0-1 1 0 0,-1 0-1 0 0,1 1 0 0 0,0-1 0 0 0,-1 1 0 0 0,1-1 0 0 0,0 1 0 0 0,-1-1 1 0 0,0 1-1 0 0,-12 20 215 0 0,12-19-137 0 0,-39 59 650 0 0,-225 324-787 0 0,249-366-311 0 0,-9 14-630 0 0,11-10-3216 0 0,8-11-16 0 0</inkml:trace>
</inkml:ink>
</file>

<file path=ppt/ink/ink1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37.9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529 12 1784 0 0,'15'-11'822'0'0,"-21"14"1051"0"0,-25 20 1482 0 0,-18 22-1725 0 0,3 3 0 0 0,-55 72 0 0 0,-69 118-2307 0 0,77-103 481 0 0,86-125-96 0 0,-18 26 391 0 0,13-11-3501 0 0,9-15-149 0 0</inkml:trace>
</inkml:ink>
</file>

<file path=ppt/ink/ink1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38.2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619 53 3225 0 0,'17'-12'23'0'0,"-9"6"671"0"0,-1 0 1 0 0,1 1-1 0 0,0 0 0 0 0,0 0 1 0 0,1 0-1 0 0,12-4 0 0 0,-21 9-609 0 0,1 1 0 0 0,-1-1-1 0 0,0 0 1 0 0,0 0 0 0 0,0 1-1 0 0,0-1 1 0 0,0 0 0 0 0,0 0-1 0 0,1 1 1 0 0,-1-1 0 0 0,0 0-1 0 0,0 0 1 0 0,0 1-1 0 0,0-1 1 0 0,0 0 0 0 0,0 0-1 0 0,0 1 1 0 0,0-1 0 0 0,0 0-1 0 0,0 0 1 0 0,0 1 0 0 0,0-1-1 0 0,0 0 1 0 0,0 0 0 0 0,-1 1-1 0 0,1-1 1 0 0,0 0-1 0 0,0 0 1 0 0,0 1 0 0 0,0-1-1 0 0,0 0 1 0 0,-1 1 254 0 0,1-1-255 0 0,0 0 1 0 0,-1 0 0 0 0,1 0-1 0 0,0 1 1 0 0,0-1 0 0 0,-1 0-1 0 0,1 0 1 0 0,-10 14 921 0 0,-253 306 3758 0 0,-71 96-5915 0 0,318-394 682 0 0,0 0 0 0 0,2 2 1 0 0,1 0-1 0 0,-18 42 0 0 0,25-49-4637 0 0</inkml:trace>
</inkml:ink>
</file>

<file path=ppt/ink/ink1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38.5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725 34 1840 0 0,'15'-8'221'0'0,"28"-14"-139"0"0,-41 21 181 0 0,1 1-1 0 0,-1-1 1 0 0,0 1 0 0 0,0-1 0 0 0,0 1 0 0 0,0 0 0 0 0,0 0 0 0 0,0 0 0 0 0,0 0 0 0 0,4 0-1 0 0,-5 0-192 0 0,-1 1 0 0 0,0-1 0 0 0,0 0 0 0 0,1 0-1 0 0,-1 1 1 0 0,0-1 0 0 0,0 0 0 0 0,0 0 0 0 0,1 1-1 0 0,-1-1 1 0 0,0 0 0 0 0,0 1 0 0 0,0-1 0 0 0,0 0 0 0 0,1 1-1 0 0,-1-1 1 0 0,0 0 0 0 0,0 1 0 0 0,0-1 0 0 0,0 0-1 0 0,0 1 1 0 0,0-1 0 0 0,0 0 0 0 0,0 1 0 0 0,0-1-1 0 0,0 0 1 0 0,0 1 0 0 0,0-1 0 0 0,0 0 0 0 0,-1 1-1 0 0,1-1 1 0 0,0 0 0 0 0,0 1 0 0 0,0-1 0 0 0,0 0-1 0 0,0 0 1 0 0,-1 1 0 0 0,1-1 0 0 0,0 0 0 0 0,0 1-1 0 0,-1-1 1 0 0,-9 15 1375 0 0,-109 114 3306 0 0,15-18-4050 0 0,-46 75-648 0 0,-69 78-518 0 0,191-234 350 0 0,-16 17-1184 0 0,-67 90-1 0 0,85-98-3011 0 0</inkml:trace>
</inkml:ink>
</file>

<file path=ppt/ink/ink1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38.7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779 27 3681 0 0,'14'-9'132'0'0,"19"-9"188"0"0,-33 18-246 0 0,0 1-1 0 0,0-1 1 0 0,0 0 0 0 0,1 1 0 0 0,-1-1-1 0 0,0 0 1 0 0,0 1 0 0 0,0-1-1 0 0,0 1 1 0 0,0-1 0 0 0,0 0 0 0 0,0 1-1 0 0,0-1 1 0 0,0 0 0 0 0,0 1 0 0 0,0-1-1 0 0,0 1 1 0 0,0-1 0 0 0,0 0 0 0 0,0 1-1 0 0,0-1 1 0 0,-1 0 0 0 0,1 1-1 0 0,0-1 1 0 0,0 0 0 0 0,0 1 0 0 0,0-1-1 0 0,-1 0 1 0 0,1 1 0 0 0,0-1 0 0 0,0 0-1 0 0,-1 1 1 0 0,1-1 0 0 0,-9 16 1052 0 0,-62 78 3117 0 0,-50 41-2781 0 0,26-30-1079 0 0,-210 270-700 0 0,117-113-2858 0 0,153-213-674 0 0</inkml:trace>
</inkml:ink>
</file>

<file path=ppt/ink/ink1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39.0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844 11 4145 0 0,'10'-4'44'0'0,"12"-2"742"0"0,-18 10 255 0 0,-10 9 634 0 0,-11 9-71 0 0,-1 0 1 0 0,-36 33-1 0 0,4-4-138 0 0,-346 433 710 0 0,299-359-2109 0 0,-120 196-3385 0 0,193-281-1447 0 0</inkml:trace>
</inkml:ink>
</file>

<file path=ppt/ink/ink1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39.2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606 43 6913 0 0,'12'-10'498'0'0,"-8"6"-174"0"0,1 0 0 0 0,0 1-1 0 0,0-1 1 0 0,0 1-1 0 0,0 0 1 0 0,1 0-1 0 0,-1 1 1 0 0,9-3 0 0 0,-14 4-272 0 0,0 1 1 0 0,0 0 0 0 0,1 0 0 0 0,-1 0 0 0 0,0 0-1 0 0,0 0 1 0 0,1 0 0 0 0,-1 0 0 0 0,0 0 0 0 0,0 0 0 0 0,0 0-1 0 0,1 0 1 0 0,-1 0 0 0 0,0 0 0 0 0,0 0 0 0 0,1 0-1 0 0,-1 0 1 0 0,0 0 0 0 0,0 0 0 0 0,1 0 0 0 0,-1 1 0 0 0,0-1-1 0 0,0 0 1 0 0,0 0 0 0 0,1 0 0 0 0,-1 0 0 0 0,0 0-1 0 0,0 1 1 0 0,0-1 0 0 0,0 0 0 0 0,1 0 0 0 0,-1 0-1 0 0,0 1 1 0 0,0-1 0 0 0,0 0 0 0 0,0 0 0 0 0,0 0 0 0 0,0 1-1 0 0,1-1 1 0 0,-1 0 0 0 0,-3 14 1232 0 0,-11 13 312 0 0,-33 48 138 0 0,-81 95-1 0 0,-72 57-1506 0 0,-43 53-4588 0 0,198-222-1106 0 0</inkml:trace>
</inkml:ink>
</file>

<file path=ppt/ink/ink1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39.4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682 0 6449 0 0,'0'0'18'0'0,"1"0"-1"0"0,-1 0 0 0 0,1 0 1 0 0,-1 0-1 0 0,0 1 1 0 0,1-1-1 0 0,-1 0 0 0 0,0 0 1 0 0,1 0-1 0 0,-1 0 0 0 0,0 1 1 0 0,1-1-1 0 0,-1 0 0 0 0,0 0 1 0 0,0 1-1 0 0,1-1 0 0 0,-1 0 1 0 0,0 0-1 0 0,0 1 1 0 0,1-1-1 0 0,-1 0 0 0 0,0 1 1 0 0,0-1-1 0 0,0 0 0 0 0,0 1 1 0 0,1-1-1 0 0,-1 0 0 0 0,0 1 1 0 0,0-1-1 0 0,0 1 0 0 0,0-1 1 0 0,0 0-1 0 0,0 1 1 0 0,-5 16 1031 0 0,-21 21 1106 0 0,20-30-1795 0 0,-71 88 870 0 0,-4-3 0 0 0,-101 88 1 0 0,3-2-3454 0 0,158-156 1347 0 0,0 0 0 0 0,2 2 0 0 0,0 0 0 0 0,-21 38 0 0 0,27-34 834 0 0</inkml:trace>
</inkml:ink>
</file>

<file path=ppt/ink/ink1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39.6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489 1 1376 0 0,'-1'2'268'0'0,"0"1"0"0"0,-1 0 0 0 0,1-1-1 0 0,0 1 1 0 0,-1-1 0 0 0,0 0 0 0 0,1 1-1 0 0,-1-1 1 0 0,-4 4 0 0 0,2-2 72 0 0,-195 214 4566 0 0,-18-18-6966 0 0,213-196 1934 0 0,-37 35-525 0 0,36-30 597 0 0</inkml:trace>
</inkml:ink>
</file>

<file path=ppt/ink/ink1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39.8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326 1 2905 0 0,'6'-1'19'0'0,"12"2"132"0"0,-17-1-140 0 0,-1 0-1 0 0,0 0 1 0 0,1 1-1 0 0,-1-1 1 0 0,0 1-1 0 0,0-1 1 0 0,1 0-1 0 0,-1 1 1 0 0,0-1-1 0 0,0 1 1 0 0,1-1 0 0 0,-1 0-1 0 0,0 1 1 0 0,0-1-1 0 0,0 1 1 0 0,0-1-1 0 0,0 1 1 0 0,0-1-1 0 0,0 1 1 0 0,0-1-1 0 0,0 1 1 0 0,0-1-1 0 0,0 0 1 0 0,0 1 0 0 0,0-1-1 0 0,0 1 1 0 0,0-1-1 0 0,0 1 1 0 0,0-1-1 0 0,0 1 1 0 0,-1-1-1 0 0,1 0 1 0 0,0 1-1 0 0,0-1 1 0 0,-1 1-1 0 0,1-1 1 0 0,0 0 0 0 0,-1 1-1 0 0,-11 23 1828 0 0,-2-1 0 0 0,0 0 0 0 0,-2-1-1 0 0,-33 38 1 0 0,-87 72-1129 0 0,46-48-1390 0 0,70-64 109 0 0</inkml:trace>
</inkml:ink>
</file>

<file path=ppt/ink/ink1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39.9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106 0 1840 0 0,'7'2'160'0'0,"-1"-1"-160"0"0,-5 2 0 0 0,-2 1 0 0 0,-1-1 985 0 0,0 2 159 0 0,-1 3 32 0 0,-1 8 8 0 0,-6 4-111 0 0,-5 4-17 0 0,-3 0-8 0 0,-14 7-3488 0 0,-1-8-697 0 0</inkml:trace>
</inkml:ink>
</file>

<file path=ppt/ink/ink1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40.9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167 1 6449 0 0,'0'0'499'0'0,"-21"31"3947"0"0,0 2-4214 0 0,2 1 1 0 0,1 0-1 0 0,2 2 0 0 0,2 0 0 0 0,1 1 0 0 0,1 0 0 0 0,3 1 0 0 0,1 0 0 0 0,1 1 0 0 0,-1 60 0 0 0,8-91-196 0 0,0 0-1 0 0,1 0 1 0 0,0 0-1 0 0,0-1 1 0 0,1 1 0 0 0,0 0-1 0 0,0-1 1 0 0,1 1-1 0 0,0-1 1 0 0,0 0 0 0 0,1 0-1 0 0,0 0 1 0 0,0-1 0 0 0,1 1-1 0 0,8 8 1 0 0,-8-10 20 0 0,0 0 0 0 0,0-1 0 0 0,0 0-1 0 0,1 0 1 0 0,0 0 0 0 0,0-1 0 0 0,0 0 0 0 0,0 0 0 0 0,0 0 0 0 0,1-1 0 0 0,-1 0 0 0 0,1 0 0 0 0,0-1 0 0 0,-1 0 0 0 0,1 0 0 0 0,0 0-1 0 0,0-1 1 0 0,9-1 0 0 0,-9 0-39 0 0,1 0-1 0 0,-1 0 1 0 0,1-1-1 0 0,-1 0 1 0 0,0 0-1 0 0,0-1 1 0 0,0 0 0 0 0,0 0-1 0 0,0-1 1 0 0,0 0-1 0 0,-1 0 1 0 0,11-9-1 0 0,-14 11-20 0 0,-1 0-1 0 0,0 0 1 0 0,-1 0-1 0 0,1 0 1 0 0,0-1-1 0 0,-1 1 1 0 0,1 0-1 0 0,-1-1 1 0 0,1 1 0 0 0,-1-1-1 0 0,0 0 1 0 0,0 1-1 0 0,-1-1 1 0 0,1 0-1 0 0,0 1 1 0 0,-1-1-1 0 0,0 0 1 0 0,1 0-1 0 0,-1 0 1 0 0,0 1-1 0 0,-1-1 1 0 0,1 0 0 0 0,0 0-1 0 0,-1 0 1 0 0,1 1-1 0 0,-1-1 1 0 0,0 0-1 0 0,0 1 1 0 0,0-1-1 0 0,0 1 1 0 0,-1-1-1 0 0,1 1 1 0 0,-1-1 0 0 0,1 1-1 0 0,-1 0 1 0 0,0 0-1 0 0,-3-3 1 0 0,-1-1-88 0 0,0 1 0 0 0,-1-1 0 0 0,0 1 0 0 0,0 1 0 0 0,-14-8 0 0 0,15 9-12 0 0,0 0 0 0 0,0 0 0 0 0,1-1 0 0 0,-1 0 0 0 0,1 0-1 0 0,0 0 1 0 0,0-1 0 0 0,-9-9 0 0 0,14 13 108 0 0,-1 0 0 0 0,1-1-1 0 0,-1 1 1 0 0,1 0-1 0 0,-1 0 1 0 0,1 0-1 0 0,-1 0 1 0 0,1-1 0 0 0,0 1-1 0 0,0 0 1 0 0,0 0-1 0 0,0 0 1 0 0,0-1 0 0 0,0 1-1 0 0,0 0 1 0 0,0 0-1 0 0,0-1 1 0 0,0 1-1 0 0,1 0 1 0 0,-1 0 0 0 0,1-2-1 0 0,1 0 7 0 0,0 0-1 0 0,0 0 0 0 0,-1 0 1 0 0,2 1-1 0 0,-1-1 0 0 0,0 1 1 0 0,0-1-1 0 0,4-1 1 0 0,5-5 32 0 0,1 1 0 0 0,24-12 1 0 0,-33 18-38 0 0,18-8 161 0 0,1-1-1 0 0,-1 2 0 0 0,2 1 0 0 0,-1 1 0 0 0,1 1 0 0 0,0 1 0 0 0,0 1 0 0 0,1 0 0 0 0,30 1 0 0 0,-52 3-102 0 0,0 1-1 0 0,0-1 0 0 0,0 1 0 0 0,0-1 0 0 0,0 1 0 0 0,-1 0 1 0 0,1-1-1 0 0,0 1 0 0 0,0 0 0 0 0,0 0 0 0 0,-1 1 1 0 0,1-1-1 0 0,0 0 0 0 0,-1 0 0 0 0,1 1 0 0 0,-1-1 0 0 0,0 1 1 0 0,1 0-1 0 0,-1-1 0 0 0,0 1 0 0 0,0 0 0 0 0,0 0 0 0 0,0-1 1 0 0,0 1-1 0 0,-1 0 0 0 0,1 0 0 0 0,0 0 0 0 0,0 3 0 0 0,1 7 276 0 0,0 1 0 0 0,-1-1 1 0 0,0 21-1 0 0,0-12-1 0 0,0 41 239 0 0,2 25 6 0 0,9-30-6427 0 0</inkml:trace>
</inkml:ink>
</file>

<file path=ppt/ink/ink1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41.3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156 8 920 0 0,'0'-1'55'0'0,"0"1"0"0"0,-1-1 0 0 0,1 1 0 0 0,0 0-1 0 0,0-1 1 0 0,0 1 0 0 0,-1 0 0 0 0,1-1 0 0 0,0 1-1 0 0,0 0 1 0 0,-1-1 0 0 0,1 1 0 0 0,0 0 0 0 0,-1-1 0 0 0,1 1-1 0 0,0 0 1 0 0,-1 0 0 0 0,1-1 0 0 0,0 1 0 0 0,-1 0 0 0 0,1 0-1 0 0,-1 0 1 0 0,1 0 0 0 0,0 0 0 0 0,-1-1 0 0 0,1 1 0 0 0,-1 0-1 0 0,1 0 1 0 0,0 0 0 0 0,-1 0 0 0 0,1 0 0 0 0,-1 0-1 0 0,1 0 1 0 0,-1 1 0 0 0,0-1 0 0 0,-19 10 1915 0 0,-14 20 946 0 0,23-18-2442 0 0,2 1 0 0 0,0 0 0 0 0,0 0 0 0 0,1 0 1 0 0,1 1-1 0 0,0 1 0 0 0,1-1 0 0 0,0 1 0 0 0,2 0 0 0 0,-7 30 0 0 0,11-43-445 0 0,-1 0 1 0 0,1 0-1 0 0,0 0 0 0 0,0 0 1 0 0,0 0-1 0 0,0-1 1 0 0,0 1-1 0 0,0 0 0 0 0,0 0 1 0 0,0 0-1 0 0,1 0 1 0 0,-1 0-1 0 0,1-1 0 0 0,-1 1 1 0 0,1 0-1 0 0,0 0 0 0 0,0-1 1 0 0,0 1-1 0 0,0 0 1 0 0,0-1-1 0 0,0 1 0 0 0,0-1 1 0 0,2 2-1 0 0,-1-2-24 0 0,0 0-1 0 0,0-1 1 0 0,0 1-1 0 0,0 0 1 0 0,0-1-1 0 0,0 0 1 0 0,0 1-1 0 0,0-1 1 0 0,0 0-1 0 0,0 0 1 0 0,0 0-1 0 0,0-1 1 0 0,0 1-1 0 0,0 0 1 0 0,0-1-1 0 0,0 1 1 0 0,3-2-1 0 0,7-2-99 0 0,-1-1 0 0 0,0-1 0 0 0,0 0 0 0 0,-1 0 0 0 0,17-13 0 0 0,-19 11 76 0 0,-1-1 1 0 0,1 0-1 0 0,-1-1 0 0 0,-1 1 1 0 0,0-1-1 0 0,0 0 0 0 0,-1-1 1 0 0,0 1-1 0 0,0-1 0 0 0,-2 0 1 0 0,4-15-1 0 0,7-15 1420 0 0,-14 42-1372 0 0,0-1 0 0 0,0 0 0 0 0,0 0 0 0 0,0 0 0 0 0,1 0 0 0 0,-1 0 0 0 0,0 0 0 0 0,0 0 0 0 0,0 0 0 0 0,0 0 0 0 0,0 0 0 0 0,0 0 0 0 0,0 0 0 0 0,0 0-1 0 0,0 0 1 0 0,0 0 0 0 0,1 0 0 0 0,-1 0 0 0 0,0 0 0 0 0,0 0 0 0 0,0 0 0 0 0,0 0 0 0 0,0 0 0 0 0,0 0 0 0 0,0 0 0 0 0,0 0 0 0 0,1 0 0 0 0,-1 0 0 0 0,0 0-1 0 0,0 0 1 0 0,0 0 0 0 0,0 0 0 0 0,0 0 0 0 0,0 0 0 0 0,0 0 0 0 0,0 0 0 0 0,0 0 0 0 0,0 0 0 0 0,1 0 0 0 0,-1 0 0 0 0,0 0 0 0 0,0 0 0 0 0,0 0 0 0 0,0 0 0 0 0,0-1-1 0 0,0 1 1 0 0,0 0 0 0 0,0 0 0 0 0,0 0 0 0 0,0 0 0 0 0,0 0 0 0 0,0 0 0 0 0,0 0 0 0 0,0 0 0 0 0,0-1 0 0 0,0 1 0 0 0,0 0 0 0 0,0 0 0 0 0,0 0 0 0 0,0 0-1 0 0,0 0 1 0 0,0 0 0 0 0,0 0 0 0 0,0 0 0 0 0,0 0 0 0 0,0-1 0 0 0,0 1 0 0 0,0 0 0 0 0,0 0 0 0 0,2 12 965 0 0,0 19-239 0 0,-2-28-593 0 0,1 8-10 0 0,0 0 0 0 0,1 0-1 0 0,0 0 1 0 0,0 0 0 0 0,1 0-1 0 0,1 0 1 0 0,-1-1 0 0 0,2 0 0 0 0,0 1-1 0 0,11 16 1 0 0,-13-22-389 0 0,1-1 1 0 0,-1 1-1 0 0,1-1 0 0 0,1 0 0 0 0,-1-1 1 0 0,0 1-1 0 0,1-1 0 0 0,-1 1 1 0 0,1-2-1 0 0,6 4 0 0 0,-6-4-375 0 0,-1 0 1 0 0,1-1-1 0 0,0 0 0 0 0,1 0 0 0 0,-1 0 0 0 0,0 0 1 0 0,0-1-1 0 0,0 1 0 0 0,1-2 0 0 0,-1 1 0 0 0,0 0 0 0 0,7-2 1 0 0,5-3-3489 0 0</inkml:trace>
</inkml:ink>
</file>

<file path=ppt/ink/ink1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41.5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60 103 456 0 0,'1'-7'-513'0'0,"0"-4"1042"0"0,0 1 1 0 0,0-1 1 0 0,-2-14-1 0 0,1 23-210 0 0,0 1 1 0 0,0-1-1 0 0,0 1 0 0 0,0-1 1 0 0,-1 1-1 0 0,1-1 0 0 0,0 0 0 0 0,-1 1 1 0 0,1-1-1 0 0,-1 1 0 0 0,0 0 0 0 0,1-1 1 0 0,-1 1-1 0 0,0-1 0 0 0,0 1 1 0 0,0 0-1 0 0,0 0 0 0 0,0 0 0 0 0,0-1 1 0 0,0 1-1 0 0,0 0 0 0 0,-1 0 0 0 0,1 0 1 0 0,0 1-1 0 0,0-1 0 0 0,-1 0 1 0 0,1 0-1 0 0,-1 1 0 0 0,1-1 0 0 0,-1 1 1 0 0,-1-1-1 0 0,1 1-169 0 0,1 0 1 0 0,0 0-1 0 0,-1 1 0 0 0,1-1 1 0 0,-1 0-1 0 0,1 1 0 0 0,0-1 0 0 0,-1 1 1 0 0,1-1-1 0 0,0 1 0 0 0,0 0 1 0 0,-1 0-1 0 0,1-1 0 0 0,0 1 1 0 0,0 0-1 0 0,0 0 0 0 0,0 0 1 0 0,0 0-1 0 0,0 0 0 0 0,0 0 0 0 0,1 1 1 0 0,-1-1-1 0 0,0 0 0 0 0,1 0 1 0 0,-1 1-1 0 0,0-1 0 0 0,1 0 1 0 0,0 1-1 0 0,-1-1 0 0 0,1 0 1 0 0,0 1-1 0 0,0-1 0 0 0,-1 1 0 0 0,1 1 1 0 0,-1 6 281 0 0,0 0-1 0 0,1 0 1 0 0,1 17 0 0 0,7 24 131 0 0,2-1 1 0 0,2-1-1 0 0,2 0 0 0 0,29 64 1 0 0,-26-74-1305 0 0,26 40 0 0 0,-9-17-5483 0 0,-28-48 679 0 0</inkml:trace>
</inkml:ink>
</file>

<file path=ppt/ink/ink1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41.7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43 123 5065 0 0,'-19'2'-826'0'0,"-5"-3"9269"0"0,40-9-5600 0 0,29-12-1290 0 0,-3 0-1090 0 0,56-21-1 0 0,-79 37-2047 0 0,1 0 0 0 0,0 2 1 0 0,23-4-1 0 0,-12 5-3446 0 0</inkml:trace>
</inkml:ink>
</file>

<file path=ppt/ink/ink1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42.1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35 263 4145 0 0,'-1'1'144'0'0,"-1"0"1"0"0,1 1 0 0 0,-1-1-1 0 0,1 1 1 0 0,-1 0-1 0 0,1-1 1 0 0,0 1 0 0 0,0 0-1 0 0,0 0 1 0 0,0 0-1 0 0,0-1 1 0 0,0 1-1 0 0,0 0 1 0 0,1 0 0 0 0,-1 1-1 0 0,0 3 1 0 0,1-5-59 0 0,1 0 1 0 0,-1 0 0 0 0,0 0-1 0 0,0-1 1 0 0,1 1-1 0 0,-1 0 1 0 0,1 0 0 0 0,-1 0-1 0 0,1 0 1 0 0,-1 0 0 0 0,1 0-1 0 0,-1 0 1 0 0,1-1-1 0 0,0 1 1 0 0,-1 0 0 0 0,1-1-1 0 0,0 1 1 0 0,0 0-1 0 0,-1-1 1 0 0,1 1 0 0 0,0-1-1 0 0,0 1 1 0 0,0-1 0 0 0,0 1-1 0 0,0-1 1 0 0,0 0-1 0 0,0 1 1 0 0,0-1 0 0 0,0 0-1 0 0,0 0 1 0 0,0 0-1 0 0,0 0 1 0 0,0 0 0 0 0,0 0-1 0 0,0 0 1 0 0,0 0 0 0 0,1-1-1 0 0,5 1 58 0 0,-1-1 1 0 0,1 0-1 0 0,-1 0 0 0 0,0 0 1 0 0,0-1-1 0 0,0 0 1 0 0,0 0-1 0 0,0-1 0 0 0,0 0 1 0 0,0 0-1 0 0,-1 0 0 0 0,1-1 1 0 0,-1 1-1 0 0,0-1 0 0 0,0-1 1 0 0,-1 1-1 0 0,1-1 0 0 0,-1 0 1 0 0,0 1-1 0 0,0-2 0 0 0,0 1 1 0 0,-1 0-1 0 0,0-1 0 0 0,3-6 1 0 0,2-6-52 0 0,-1 0 1 0 0,0 0 0 0 0,-1 0 0 0 0,-1-1 0 0 0,-1 0-1 0 0,3-35 1 0 0,-7 52-68 0 0,1 0 0 0 0,-1-1 0 0 0,0 1-1 0 0,0 0 1 0 0,0-1 0 0 0,0 1 0 0 0,0 0 0 0 0,-1-1 0 0 0,1 1-1 0 0,-1 0 1 0 0,1 0 0 0 0,-1-1 0 0 0,0 1 0 0 0,0 0-1 0 0,0 0 1 0 0,0 0 0 0 0,0 0 0 0 0,-1 0 0 0 0,1 0 0 0 0,-1 0-1 0 0,1 1 1 0 0,-1-1 0 0 0,1 0 0 0 0,-1 1 0 0 0,0-1 0 0 0,-2-1-1 0 0,1 2 49 0 0,0 0-1 0 0,0 0 0 0 0,0 1 1 0 0,0-1-1 0 0,0 1 1 0 0,0 0-1 0 0,0 0 0 0 0,0 0 1 0 0,0 0-1 0 0,0 0 0 0 0,0 1 1 0 0,0-1-1 0 0,0 1 0 0 0,0 0 1 0 0,0-1-1 0 0,0 2 0 0 0,0-1 1 0 0,0 0-1 0 0,1 0 0 0 0,-4 3 1 0 0,-4 2 64 0 0,0 1 1 0 0,0 0-1 0 0,1 0 1 0 0,0 1-1 0 0,0 1 1 0 0,0 0-1 0 0,1 0 1 0 0,1 0-1 0 0,0 1 1 0 0,0 0-1 0 0,0 0 1 0 0,2 1-1 0 0,-6 12 1 0 0,9-18-116 0 0,0 0 1 0 0,0 1-1 0 0,0 0 0 0 0,1-1 1 0 0,0 1-1 0 0,0 0 0 0 0,0-1 0 0 0,1 1 1 0 0,0 0-1 0 0,0 0 0 0 0,0 0 1 0 0,1-1-1 0 0,0 1 0 0 0,0 0 1 0 0,0 0-1 0 0,1-1 0 0 0,0 1 1 0 0,0-1-1 0 0,0 0 0 0 0,1 1 1 0 0,0-1-1 0 0,0 0 0 0 0,0-1 0 0 0,0 1 1 0 0,1 0-1 0 0,0-1 0 0 0,0 0 1 0 0,8 7-1 0 0,1-1-222 0 0,1-1 0 0 0,0-1 0 0 0,0 0 0 0 0,1-1 0 0 0,0-1-1 0 0,0 0 1 0 0,0-1 0 0 0,1 0 0 0 0,21 3 0 0 0,3-2-5964 0 0</inkml:trace>
</inkml:ink>
</file>

<file path=ppt/ink/ink1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3:19.13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105 91 920 0 0,'-15'3'5609'0'0,"26"-16"-4108"0"0,-21 17-753 0 0,4 0-744 0 0,-1-1 0 0 0,-1 0 0 0 0,1 0 0 0 0,0-1 0 0 0,-1 0 0 0 0,1-1 0 0 0,-1 1 0 0 0,1-2 0 0 0,-1 1 0 0 0,-9-1 0 0 0,48-3 548 0 0,0-1 0 0 0,1-1 0 0 0,51-16 0 0 0,16-4-40 0 0,-45 15-380 0 0,0 2 1 0 0,1 2-1 0 0,-1 3 0 0 0,87 6 0 0 0,-66 0-100 0 0,78-6 0 0 0,-83 0 4 0 0,104 8 0 0 0,-144-3-17 0 0,1-2 1 0 0,0-1 0 0 0,42-7 0 0 0,47-3 29 0 0,80 6-49 0 0,95 2 0 0 0,-169 12 0 0 0,-57-3 0 0 0,-1-3 0 0 0,80-7 0 0 0,82-4 632 0 0,-350 10 944 0 0,60 1-2221 0 0,-60 10 0 0 0,-45 3-505 0 0,-31-14 748 0 0,-192 10 133 0 0,331-7 186 0 0,-19 2-253 0 0,-122-3 1 0 0,121-9 128 0 0,-1 3 0 0 0,-131 13 0 0 0,158-6 113 0 0,-59-2 0 0 0,67-3 172 0 0,1 2-1 0 0,-62 9 1 0 0,54 7-1354 0 0</inkml:trace>
</inkml:ink>
</file>

<file path=ppt/ink/ink1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3:06.0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52 1 3681 0 0,'-9'4'4298'0'0,"-3"11"-2978"0"0,6-7-1049 0 0,3-4 47 0 0,0 1 1 0 0,0-1-1 0 0,1 1 0 0 0,0-1 0 0 0,0 1 1 0 0,0 0-1 0 0,0 0 0 0 0,1 0 0 0 0,-1 0 1 0 0,1 0-1 0 0,1 0 0 0 0,-1 10 0 0 0,1 7 1153 0 0,4 38 0 0 0,-1-27-894 0 0,28 654 1924 0 0,-26-553-2403 0 0,24 142 0 0 0,-4-4 558 0 0,-18-155-255 0 0,46 227 0 0 0,-37-269-311 0 0,-4 0 0 0 0,-3 0 0 0 0,0 94 0 0 0,22 244 344 0 0,-3-82-103 0 0,-21-247-146 0 0,1 31 186 0 0,-8-114-452 0 0,0-1 20 0 0,0 1 1 0 0,0-1-1 0 0,0 0 0 0 0,0 1 0 0 0,0-1 0 0 0,0 0 1 0 0,0 0-1 0 0,0 1 0 0 0,0-1 0 0 0,0 0 0 0 0,0 1 1 0 0,0-1-1 0 0,0 0 0 0 0,0 1 0 0 0,0-1 0 0 0,1 0 1 0 0,-1 1-1 0 0,0-1 0 0 0,0 0 0 0 0,0 0 0 0 0,1 1 1 0 0,-1-1-1 0 0,0 0 0 0 0,0 0 0 0 0,0 1 0 0 0,1-1 1 0 0,-1 0-1 0 0,0 0 0 0 0,1 0 0 0 0,-1 1 1 0 0</inkml:trace>
</inkml:ink>
</file>

<file path=ppt/ink/ink1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3:06.9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102 530 4609 0 0,'-17'5'1006'0'0,"0"1"0"0"0,1 1 0 0 0,-21 11-1 0 0,22-10 1061 0 0,28-11 1806 0 0,17 3-2799 0 0,0-1-897 0 0,18-8-90 0 0,-1-2-1 0 0,66-25 1 0 0,30-7 45 0 0,459-56 507 0 0,-223 46-311 0 0,-38 12 325 0 0,-109 17-288 0 0,211-23 99 0 0,263-40 666 0 0,107-18-905 0 0,-249 91-224 0 0,-94 64 36 0 0,-407-41-8 0 0,32 4-59 0 0,246 27 897 0 0,-193-29-227 0 0,419 35 164 0 0,-348-34-1505 0 0,-155-10-5764 0 0,-45-1-69 0 0</inkml:trace>
</inkml:ink>
</file>

<file path=ppt/ink/ink1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3:07.7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5 920 0 0,'-5'-1'7910'0'0,"25"-1"-6699"0"0,32 0-1706 0 0,111 7 1903 0 0,98 7-1846 0 0,-260-12 285 0 0,0 0 1 0 0,0 1-1 0 0,0-1 1 0 0,-1 0 0 0 0,1 0-1 0 0,0 1 1 0 0,0-1 0 0 0,-1 0-1 0 0,1 1 1 0 0,0-1-1 0 0,0 0 1 0 0,-1 1 0 0 0,1-1-1 0 0,0 1 1 0 0,-1 0-1 0 0,1-1 1 0 0,-1 1 0 0 0,1 0-1 0 0</inkml:trace>
</inkml:ink>
</file>

<file path=ppt/ink/ink1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3:08.8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80 1 1376 0 0,'-10'0'111'0'0,"-31"1"1081"0"0,39-1-1001 0 0,1 0 1 0 0,0 0-1 0 0,0 0 1 0 0,-1 0-1 0 0,1 1 1 0 0,0-1-1 0 0,-1 0 1 0 0,1 1-1 0 0,0-1 1 0 0,0 1-1 0 0,-1-1 1 0 0,1 1 0 0 0,0 0-1 0 0,0 0 1 0 0,0-1-1 0 0,0 1 1 0 0,0 0-1 0 0,0 0 1 0 0,0 0-1 0 0,0 0 1 0 0,0 0-1 0 0,1 0 1 0 0,-1 0-1 0 0,-1 2 1 0 0,2 0 218 0 0,1-1 0 0 0,-1 1-1 0 0,0-1 1 0 0,1 0 0 0 0,-1 1 0 0 0,1-1-1 0 0,0 1 1 0 0,0-1 0 0 0,0 0 0 0 0,0 0 0 0 0,0 1-1 0 0,1-1 1 0 0,1 2 0 0 0,10 26 1717 0 0,-12 2-1141 0 0,-1 1 0 0 0,-6 48 1 0 0,2-44-658 0 0,2 59 1 0 0,-2 331 1806 0 0,3-342-1969 0 0,15 139 1 0 0,-6-140-127 0 0,0 147 497 0 0,-5-104-304 0 0,-3-48-171 0 0,0-36 7 0 0,8 71 1 0 0,4-14 18 0 0,-4 0 0 0 0,-6 120 0 0 0,-3-205-81 0 0,-1 56 46 0 0,9 111 1 0 0,-4-139 24 0 0,-3 55 1 0 0,-1-64-41 0 0,1 0 1 0 0,1 0 0 0 0,7 36-1 0 0,15 17 213 0 0,-13-54-92 0 0,7 40-1 0 0,28 129-159 0 0,-38-150 17 0 0,-5-29-1 0 0,1-1-1 0 0,11 37 1 0 0,-13-54-160 0 0,0-1 0 0 0,0 1 1 0 0,-1-1-1 0 0,0 1 0 0 0,0-1 0 0 0,0 6 0 0 0,1 21-988 0 0,-1-28 430 0 0</inkml:trace>
</inkml:ink>
</file>

<file path=ppt/ink/ink1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3:24.1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3054 0 1376 0 0,'0'0'107'0'0,"-1"1"-66"0"0,-23 27 1649 0 0,1 0-1 0 0,1 2 0 0 0,2 0 1 0 0,-19 39-1 0 0,-32 47 215 0 0,-34 48 13 0 0,-96 204 1 0 0,182-331-1823 0 0,-78 146 176 0 0,-52 104-240 0 0,94-175-31 0 0,-184 373 0 0 0,96-250 0 0 0,42-74 0 0 0,-322 494 337 0 0,371-585-204 0 0,-15 19 176 0 0,-67 119 1 0 0,-9 76 719 0 0,54-104-217 0 0,-233 487 694 0 0,112-247 101 0 0,136-281-1283 0 0,28-43-241 0 0,28-56-39 0 0,-1-1 0 0 0,-2-1 0 0 0,-32 44 0 0 0,42-66-789 0 0,1 0 1 0 0,0 1 0 0 0,-9 25-1 0 0,1-5-338 0 0,13-27 71 0 0</inkml:trace>
</inkml:ink>
</file>

<file path=ppt/ink/ink1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3:24.9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181 107 3225 0 0,'0'-6'429'0'0,"-1"0"1"0"0,0 0 0 0 0,0 0-1 0 0,0 0 1 0 0,-1 0 0 0 0,0 1-1 0 0,0-1 1 0 0,0 0 0 0 0,-1 1-1 0 0,0-1 1 0 0,0 1-1 0 0,0 0 1 0 0,-8-8 0 0 0,10 11-225 0 0,0 1-1 0 0,-1-1 1 0 0,1 1 0 0 0,-1-1 0 0 0,0 1-1 0 0,1-1 1 0 0,-1 1 0 0 0,0 0 0 0 0,0 0 0 0 0,0 0-1 0 0,0 0 1 0 0,0 0 0 0 0,0 1 0 0 0,0-1-1 0 0,0 0 1 0 0,0 1 0 0 0,0 0 0 0 0,0-1 0 0 0,-1 1-1 0 0,1 0 1 0 0,0 0 0 0 0,0 0 0 0 0,0 0 0 0 0,0 1-1 0 0,-1-1 1 0 0,1 1 0 0 0,0-1 0 0 0,0 1-1 0 0,0 0 1 0 0,0-1 0 0 0,0 1 0 0 0,0 0 0 0 0,0 0-1 0 0,0 1 1 0 0,1-1 0 0 0,-1 0 0 0 0,0 1-1 0 0,1-1 1 0 0,-1 1 0 0 0,-1 1 0 0 0,-4 6-55 0 0,-1 0 0 0 0,2 1 0 0 0,-1 0 0 0 0,2 0 1 0 0,-1 0-1 0 0,1 0 0 0 0,1 1 0 0 0,0 0 0 0 0,0 0 0 0 0,1 0 0 0 0,0 1 1 0 0,1-1-1 0 0,1 1 0 0 0,0-1 0 0 0,0 16 0 0 0,1-6-93 0 0,1-1 0 0 0,1 0 0 0 0,1 1-1 0 0,0-1 1 0 0,2 0 0 0 0,0-1 0 0 0,16 38-1 0 0,-17-49-47 0 0,0 0 0 0 0,0 0 0 0 0,1-1 0 0 0,0 1 0 0 0,1-1 0 0 0,-1 0 0 0 0,1 0 0 0 0,1-1 0 0 0,-1 0 0 0 0,1 0 0 0 0,0 0 0 0 0,1-1 0 0 0,-1 0 0 0 0,17 8 0 0 0,-18-11-105 0 0,1 0 0 0 0,-1 0 0 0 0,0-1 0 0 0,0 1 1 0 0,1-1-1 0 0,-1-1 0 0 0,1 1 0 0 0,-1-1 0 0 0,1 0 0 0 0,-1-1 0 0 0,0 0 0 0 0,1 0 0 0 0,-1 0 0 0 0,0 0 1 0 0,1-1-1 0 0,-1 0 0 0 0,0-1 0 0 0,0 1 0 0 0,-1-1 0 0 0,1 0 0 0 0,10-8 0 0 0,-4 1-851 0 0,1 0-1 0 0,-2-1 0 0 0,1 0 1 0 0,-2-1-1 0 0,1-1 0 0 0,11-18 1 0 0,45-86-2878 0 0,-61 104 3936 0 0,11-18-111 0 0</inkml:trace>
</inkml:ink>
</file>

<file path=ppt/ink/ink1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3:25.3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1 9218 0 0,'-1'1'112'0'0,"0"0"0"0"0,0 0 0 0 0,-1 0 1 0 0,1 1-1 0 0,0-1 0 0 0,0 0 0 0 0,1 0 0 0 0,-1 1 0 0 0,0-1 0 0 0,0 1 1 0 0,1-1-1 0 0,-1 1 0 0 0,1-1 0 0 0,-1 1 0 0 0,1-1 0 0 0,0 1 0 0 0,-1 3 0 0 0,2-2 137 0 0,-1 1 0 0 0,1-1 0 0 0,0 1 0 0 0,1-1-1 0 0,-1 0 1 0 0,0 1 0 0 0,3 3 0 0 0,49 87 2498 0 0,7 16-1283 0 0,-39-59-1121 0 0,-15-35-336 0 0,0-1 1 0 0,0 0-1 0 0,1-1 1 0 0,1 1-1 0 0,1-1 1 0 0,17 22-1 0 0,-22-39-334 0 0,-3-11-203 0 0,-1-12-409 0 0,-2 7 457 0 0,1 0 0 0 0,0 0 0 0 0,2 0 1 0 0,0 0-1 0 0,2 0 0 0 0,5-25 0 0 0,-7 39 631 0 0,1-1 0 0 0,-1 1 0 0 0,1 0 0 0 0,0 0 0 0 0,0 0 0 0 0,1 0-1 0 0,0 0 1 0 0,-1 1 0 0 0,2-1 0 0 0,-1 1 0 0 0,0 0 0 0 0,1 0 0 0 0,0 0-1 0 0,0 0 1 0 0,0 1 0 0 0,0-1 0 0 0,1 1 0 0 0,-1 0 0 0 0,1 0 0 0 0,0 1-1 0 0,0 0 1 0 0,0-1 0 0 0,0 2 0 0 0,0-1 0 0 0,1 0 0 0 0,7 0 0 0 0,-9 2-15 0 0,-1 0 1 0 0,0 0-1 0 0,0 0 0 0 0,0 0 1 0 0,1 1-1 0 0,-1 0 1 0 0,0 0-1 0 0,0-1 1 0 0,0 2-1 0 0,0-1 1 0 0,0 0-1 0 0,0 1 1 0 0,0-1-1 0 0,-1 1 1 0 0,1 0-1 0 0,0 0 1 0 0,-1 0-1 0 0,1 0 1 0 0,-1 0-1 0 0,0 1 1 0 0,3 3-1 0 0,5 7-170 0 0,0 1 0 0 0,-1 0-1 0 0,7 17 1 0 0,5 7-1006 0 0,-4-14-1787 0 0</inkml:trace>
</inkml:ink>
</file>

<file path=ppt/ink/ink1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3:25.8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65 65 4145 0 0,'-10'-41'2294'0'0,"0"22"601"0"0,9 19-2772 0 0,1-1 1 0 0,0 1-1 0 0,-1-1 1 0 0,1 1-1 0 0,-1 0 1 0 0,1 0-1 0 0,0-1 1 0 0,-1 1-1 0 0,1 0 1 0 0,-1 0-1 0 0,1-1 1 0 0,-1 1-1 0 0,1 0 1 0 0,-1 0-1 0 0,1 0 1 0 0,0 0-1 0 0,-1 0 1 0 0,1 0-1 0 0,-1 0 1 0 0,1 0-1 0 0,-1 0 1 0 0,1 0-1 0 0,-1 0 1 0 0,1 0-1 0 0,-1 0 1 0 0,1 0-1 0 0,-1 0 1 0 0,1 0-1 0 0,-1 0 1 0 0,1 1-1 0 0,-1-1 1 0 0,-1 2 131 0 0,0-1 1 0 0,0 1-1 0 0,0 0 1 0 0,1 0 0 0 0,-1 0-1 0 0,1 0 1 0 0,0 0 0 0 0,-1 0-1 0 0,1 0 1 0 0,0 0 0 0 0,0 0-1 0 0,0 1 1 0 0,0-1 0 0 0,1 0-1 0 0,-1 1 1 0 0,1-1-1 0 0,-1 3 1 0 0,-3 48 856 0 0,4-42-876 0 0,-1 5-192 0 0,0-3-2 0 0,0 0-1 0 0,1 0 1 0 0,0-1 0 0 0,1 1-1 0 0,1 0 1 0 0,0 0 0 0 0,7 23-1 0 0,-9-35-72 0 0,1 1-1 0 0,0-1 1 0 0,-1 1-1 0 0,1-1 1 0 0,0 1-1 0 0,0-1 1 0 0,0 0 0 0 0,0 1-1 0 0,0-1 1 0 0,0 0-1 0 0,1 0 1 0 0,-1 0-1 0 0,0 0 1 0 0,2 1-1 0 0,-2-1-16 0 0,0-1 0 0 0,0 0 0 0 0,-1 0 0 0 0,1 0 0 0 0,0 1 0 0 0,0-1 0 0 0,-1 0-1 0 0,1 0 1 0 0,0 0 0 0 0,0 0 0 0 0,-1 0 0 0 0,1-1 0 0 0,0 1 0 0 0,0 0 0 0 0,-1 0 0 0 0,1 0-1 0 0,0-1 1 0 0,0 1 0 0 0,-1 0 0 0 0,1-1 0 0 0,1 0 0 0 0,0-1-86 0 0,1 0 1 0 0,-1 0 0 0 0,0-1-1 0 0,0 1 1 0 0,0-1-1 0 0,0 0 1 0 0,-1 1 0 0 0,1-1-1 0 0,-1 0 1 0 0,1 0-1 0 0,-1 0 1 0 0,2-5-1 0 0,5-38-219 0 0,-7 37 934 0 0,1-1-1 0 0,-1 1 1 0 0,2 0-1 0 0,-1 0 1 0 0,1 0-1 0 0,7-14 1 0 0,-9 22-538 0 0,-1 1 1 0 0,1-1 0 0 0,-1 1-1 0 0,1 0 1 0 0,-1-1-1 0 0,1 1 1 0 0,0 0 0 0 0,-1 0-1 0 0,1 0 1 0 0,0-1 0 0 0,-1 1-1 0 0,1 0 1 0 0,0 0 0 0 0,-1 0-1 0 0,1 0 1 0 0,0 0-1 0 0,-1 0 1 0 0,1 0 0 0 0,0 0-1 0 0,-1 1 1 0 0,1-1 0 0 0,-1 0-1 0 0,1 0 1 0 0,0 0 0 0 0,-1 1-1 0 0,1-1 1 0 0,-1 0 0 0 0,1 1-1 0 0,0-1 1 0 0,-1 1-1 0 0,1-1 1 0 0,-1 0 0 0 0,1 1-1 0 0,-1-1 1 0 0,0 1 0 0 0,1-1-1 0 0,0 2 1 0 0,24 24 10 0 0,-20-21 77 0 0,11 11-14 0 0,0-2 1 0 0,1 0 0 0 0,23 15 0 0 0,-31-23-338 0 0,0-1 1 0 0,0-1-1 0 0,15 6 1 0 0,-16-8-534 0 0,-1 0 0 0 0,1 0 0 0 0,0-1 1 0 0,0 0-1 0 0,10 0 0 0 0</inkml:trace>
</inkml:ink>
</file>

<file path=ppt/ink/ink1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3:26.3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15 115 2817 0 0,'-1'0'79'0'0,"1"0"1"0"0,-1 0 0 0 0,1 0 0 0 0,-1 0 0 0 0,1 0 0 0 0,-1 0 0 0 0,1 0 0 0 0,-1 0 0 0 0,1 0-1 0 0,-1 0 1 0 0,1-1 0 0 0,-1 1 0 0 0,1 0 0 0 0,-1 0 0 0 0,1-1 0 0 0,-1 1 0 0 0,1 0 0 0 0,-1-1-1 0 0,1 1 1 0 0,0 0 0 0 0,-1-1 0 0 0,1 1 0 0 0,-1 0 0 0 0,1-1 0 0 0,0 1 0 0 0,0-1 0 0 0,-1 1-1 0 0,1-1 1 0 0,0 1 0 0 0,0-1 0 0 0,-1 1 0 0 0,1-1 0 0 0,0 1 0 0 0,0-1 0 0 0,0 1 0 0 0,0-1-1 0 0,0 1 1 0 0,0-1 0 0 0,0 1 0 0 0,0-1 0 0 0,0 1 0 0 0,0-1 0 0 0,0 1 0 0 0,0-1 0 0 0,0 0-1 0 0,1 1 1 0 0,-1-1 0 0 0,0 1 0 0 0,0 0 0 0 0,0-1 0 0 0,1 0 0 0 0,0-1 394 0 0,-1 1 1 0 0,1-1 0 0 0,0 1-1 0 0,0-1 1 0 0,-1 1-1 0 0,1-1 1 0 0,1 1 0 0 0,-1-1-1 0 0,0 1 1 0 0,0 0-1 0 0,0-1 1 0 0,1 1-1 0 0,-1 0 1 0 0,3-1 0 0 0,-2 1-209 0 0,0 0 0 0 0,0 1 0 0 0,0-1 0 0 0,0 1 0 0 0,0-1 0 0 0,1 1 1 0 0,-1 0-1 0 0,0 0 0 0 0,0 0 0 0 0,0 0 0 0 0,0 0 0 0 0,1 1 0 0 0,-1-1 1 0 0,0 0-1 0 0,0 1 0 0 0,0 0 0 0 0,0 0 0 0 0,4 1 0 0 0,-3 1-76 0 0,1-1-1 0 0,-1 1 1 0 0,0-1-1 0 0,0 1 1 0 0,0 0-1 0 0,0 1 0 0 0,0-1 1 0 0,-1 0-1 0 0,3 5 1 0 0,4 8-81 0 0,-1-1 1 0 0,-1 2-1 0 0,8 27 0 0 0,-14-40-17 0 0,8 22-377 0 0,18 40-1 0 0,-29-72-89 0 0,0-1 1 0 0,0 1-1 0 0,1 0 0 0 0,-1-13 0 0 0,-2-6-74 0 0,1 9 403 0 0,1 1 0 0 0,0-1 1 0 0,1 0-1 0 0,1 0 0 0 0,0 0 0 0 0,3-19 0 0 0,-2 30 111 0 0,0 0-1 0 0,0 0 1 0 0,0 0-1 0 0,0 1 1 0 0,1-1-1 0 0,-1 0 1 0 0,1 1-1 0 0,0-1 1 0 0,1 1-1 0 0,-1 0 1 0 0,1 0-1 0 0,0 0 0 0 0,0 0 1 0 0,0 0-1 0 0,0 1 1 0 0,1-1-1 0 0,-1 1 1 0 0,1 0-1 0 0,0 0 1 0 0,0 0-1 0 0,0 1 1 0 0,1-1-1 0 0,-1 1 0 0 0,8-3 1 0 0,-10 5 3 0 0,0 0 0 0 0,0-1 0 0 0,0 1 0 0 0,0 0 0 0 0,0 1 0 0 0,0-1 0 0 0,0 0 0 0 0,1 1 0 0 0,-1-1 0 0 0,0 1 0 0 0,0-1 0 0 0,-1 1 0 0 0,1 0 0 0 0,0 0 0 0 0,0 0 0 0 0,0 0 0 0 0,0 0 0 0 0,-1 0 1 0 0,1 1-1 0 0,0-1 0 0 0,-1 0 0 0 0,1 1 0 0 0,-1-1 0 0 0,2 3 0 0 0,5 7 83 0 0,0-1-1 0 0,11 21 1 0 0,-11-18-42 0 0,5 8-292 0 0,-1 1-1 0 0,-1 0 1 0 0,-1 0 0 0 0,-1 1 0 0 0,-1 1 0 0 0,-1-1-1 0 0,5 29 1 0 0,-13-44-2173 0 0</inkml:trace>
</inkml:ink>
</file>

<file path=ppt/ink/ink1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3:27.0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97 1376 0 0,'-2'-1'229'0'0,"0"0"0"0"0,0 0 0 0 0,1 0-1 0 0,-1-1 1 0 0,0 1 0 0 0,0-1 0 0 0,1 1 0 0 0,-1-1-1 0 0,1 0 1 0 0,-1 0 0 0 0,1 1 0 0 0,0-1 0 0 0,-1 0-1 0 0,1 0 1 0 0,0 0 0 0 0,0-1 0 0 0,1 1 0 0 0,-1 0-1 0 0,0 0 1 0 0,1 0 0 0 0,-1-4 0 0 0,2 4 118 0 0,-1-1 1 0 0,1 1 0 0 0,0-1-1 0 0,0 0 1 0 0,0 1-1 0 0,0 0 1 0 0,0-1 0 0 0,0 1-1 0 0,1 0 1 0 0,-1-1 0 0 0,1 1-1 0 0,0 0 1 0 0,0 0 0 0 0,-1 0-1 0 0,1 1 1 0 0,1-1 0 0 0,-1 0-1 0 0,4-2 1 0 0,-4 3-188 0 0,-1 0 0 0 0,1 0 0 0 0,0-1 0 0 0,0 1 0 0 0,0 1 0 0 0,0-1 0 0 0,0 0 1 0 0,0 0-1 0 0,0 1 0 0 0,0-1 0 0 0,0 1 0 0 0,0-1 0 0 0,0 1 0 0 0,0 0 0 0 0,0 0 0 0 0,0 0 1 0 0,1 0-1 0 0,-1 1 0 0 0,0-1 0 0 0,0 0 0 0 0,0 1 0 0 0,0-1 0 0 0,0 1 0 0 0,0 0 0 0 0,0 0 0 0 0,0 0 1 0 0,0 0-1 0 0,-1 0 0 0 0,1 0 0 0 0,0 0 0 0 0,0 1 0 0 0,-1-1 0 0 0,1 1 0 0 0,-1-1 0 0 0,0 1 0 0 0,1-1 1 0 0,-1 1-1 0 0,2 2 0 0 0,5 9 32 0 0,1 1 1 0 0,-2 0-1 0 0,0 0 0 0 0,7 18 1 0 0,-6-12 30 0 0,6 8-176 0 0,14 36 36 0 0,-26-60-80 0 0,-1 0 0 0 0,0 0-1 0 0,0-1 1 0 0,0 1 0 0 0,-1 0-1 0 0,1 0 1 0 0,-1 0 0 0 0,0 0 0 0 0,0 0-1 0 0,-1 0 1 0 0,1 0 0 0 0,-1 0 0 0 0,-1 7-1 0 0,2-11-5 0 0,0 0 0 0 0,0 0 0 0 0,0 0 0 0 0,0 0-1 0 0,0 1 1 0 0,0-1 0 0 0,0 0 0 0 0,-1 0 0 0 0,1 0 0 0 0,0 0-1 0 0,0 1 1 0 0,0-1 0 0 0,0 0 0 0 0,0 0 0 0 0,0 0-1 0 0,0 0 1 0 0,0 0 0 0 0,0 0 0 0 0,-1 0 0 0 0,1 1 0 0 0,0-1-1 0 0,0 0 1 0 0,0 0 0 0 0,0 0 0 0 0,0 0 0 0 0,-1 0-1 0 0,1 0 1 0 0,0 0 0 0 0,0 0 0 0 0,0 0 0 0 0,0 0 0 0 0,0 0-1 0 0,-1 0 1 0 0,1 0 0 0 0,0 0 0 0 0,0 0 0 0 0,0 0 0 0 0,0 0-1 0 0,-1 0 1 0 0,1 0 0 0 0,0 0 0 0 0,0 0 0 0 0,0 0-1 0 0,0 0 1 0 0,-1 0 0 0 0,-5-8-331 0 0,-1-11-271 0 0,5 0 531 0 0,2 0 1 0 0,0 0-1 0 0,2 0 0 0 0,0 0 1 0 0,1 0-1 0 0,0 1 1 0 0,2-1-1 0 0,0 1 0 0 0,12-26 1 0 0,-16 41 91 0 0,0 1 0 0 0,0 0 1 0 0,0 0-1 0 0,0 0 0 0 0,1 0 1 0 0,-1 1-1 0 0,0-1 0 0 0,1 0 1 0 0,0 0-1 0 0,-1 1 0 0 0,1-1 1 0 0,0 1-1 0 0,0 0 0 0 0,0-1 1 0 0,0 1-1 0 0,0 0 0 0 0,0 0 1 0 0,0 0-1 0 0,0 0 0 0 0,0 1 1 0 0,1-1-1 0 0,2 0 0 0 0,0 0 108 0 0,0 1 0 0 0,0 0 0 0 0,0 0 0 0 0,0 0 0 0 0,0 1 0 0 0,0 0-1 0 0,0 0 1 0 0,0 0 0 0 0,7 3 0 0 0,-8-3-104 0 0,-1 1-1 0 0,0-1 1 0 0,0 1 0 0 0,0 0-1 0 0,0 0 1 0 0,0 0 0 0 0,-1 0-1 0 0,1 0 1 0 0,0 1 0 0 0,-1-1-1 0 0,0 1 1 0 0,0 0 0 0 0,1 0-1 0 0,-2-1 1 0 0,1 2 0 0 0,2 3-1 0 0,1 5-162 0 0,-1 0-1 0 0,0 1 0 0 0,3 15 0 0 0,10 29-2054 0 0,-12-46 1188 0 0</inkml:trace>
</inkml:ink>
</file>

<file path=ppt/ink/ink1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3:27.7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14 513 7834 0 0,'0'2'238'0'0,"-1"-1"1"0"0,1 1 0 0 0,-1 0-1 0 0,1-1 1 0 0,0 1 0 0 0,-1 0-1 0 0,1-1 1 0 0,0 1 0 0 0,0 0-1 0 0,0-1 1 0 0,0 1 0 0 0,1 0-1 0 0,-1-1 1 0 0,1 3 0 0 0,7-3 2984 0 0,8-11-1378 0 0,-8 2-1698 0 0,0 0 0 0 0,-1 0 0 0 0,0-1 0 0 0,0 0 0 0 0,0 0 0 0 0,-1 0 0 0 0,-1-1 0 0 0,0 0 0 0 0,0 0 0 0 0,-1-1 0 0 0,0 1 0 0 0,2-13 0 0 0,-4 17-210 0 0,-1 0 0 0 0,0 0 0 0 0,-1 0 0 0 0,0 0 0 0 0,1 0 0 0 0,-2 0-1 0 0,1-1 1 0 0,-1 1 0 0 0,0 0 0 0 0,-3-9 0 0 0,3 11-89 0 0,-1 0 0 0 0,0 0 0 0 0,0 1 0 0 0,0-1 0 0 0,0 0 0 0 0,-1 1 0 0 0,0-1 0 0 0,1 1 0 0 0,-1 0 0 0 0,0 0 0 0 0,-1 0 0 0 0,1 0 0 0 0,0 1 0 0 0,-1-1 0 0 0,0 1 0 0 0,-4-3 0 0 0,7 5 119 0 0,0-1 0 0 0,0 1 0 0 0,0 0-1 0 0,0-1 1 0 0,0 1 0 0 0,0 0 0 0 0,0-1 0 0 0,0 1-1 0 0,0 0 1 0 0,0 0 0 0 0,0 0 0 0 0,0 0 0 0 0,0 0-1 0 0,0 0 1 0 0,0 0 0 0 0,-1 0 0 0 0,1 1-1 0 0,0-1 1 0 0,0 0 0 0 0,0 0 0 0 0,0 1 0 0 0,1-1-1 0 0,-1 1 1 0 0,0-1 0 0 0,-2 2 0 0 0,1 0 22 0 0,1 0 0 0 0,-1 0 1 0 0,0 0-1 0 0,1 0 0 0 0,-1 0 1 0 0,1 0-1 0 0,-1 1 0 0 0,1-1 1 0 0,0 0-1 0 0,-1 4 0 0 0,-2 6 81 0 0,1 1-1 0 0,0 0 1 0 0,-1 15-1 0 0,4-26-86 0 0,-2 12 46 0 0,1-1 0 0 0,0 1 0 0 0,1-1 0 0 0,1 0 0 0 0,0 1 0 0 0,1-1 0 0 0,1 0 0 0 0,0 0 0 0 0,5 15-1 0 0,-6-23-25 0 0,-1-2-1 0 0,1 1 1 0 0,0 0-1 0 0,0 0 0 0 0,1 0 1 0 0,-1-1-1 0 0,1 1 1 0 0,-1-1-1 0 0,1 0 0 0 0,0 0 1 0 0,1 0-1 0 0,-1 0 0 0 0,0-1 1 0 0,1 1-1 0 0,0-1 1 0 0,-1 0-1 0 0,1 0 0 0 0,0 0 1 0 0,0 0-1 0 0,0-1 1 0 0,0 0-1 0 0,0 1 0 0 0,1-2 1 0 0,-1 1-1 0 0,0 0 0 0 0,0-1 1 0 0,1 0-1 0 0,-1 0 1 0 0,0 0-1 0 0,1 0 0 0 0,-1-1 1 0 0,6-1-1 0 0,-1 0-175 0 0,0-1-1 0 0,0-1 1 0 0,-1 1 0 0 0,1-1-1 0 0,-1-1 1 0 0,0 1-1 0 0,0-1 1 0 0,0-1 0 0 0,0 0-1 0 0,-1 0 1 0 0,0 0-1 0 0,-1-1 1 0 0,1 0 0 0 0,-1 0-1 0 0,8-14 1 0 0,6-9-113 0 0,-2-1 0 0 0,25-58-1 0 0,-25 46 552 0 0,20-64-1 0 0,-34 93 37 0 0,-1-1 0 0 0,0 1 0 0 0,-1 0-1 0 0,0-1 1 0 0,-1 1 0 0 0,-1-1 0 0 0,0 1 0 0 0,-1-1-1 0 0,-3-14 1 0 0,4 28-186 0 0,0 1 1 0 0,0-1-1 0 0,0 0 1 0 0,-1 0-1 0 0,1 1 0 0 0,0-1 1 0 0,0 0-1 0 0,0 1 0 0 0,-1-1 1 0 0,1 0-1 0 0,0 1 0 0 0,-1-1 1 0 0,1 0-1 0 0,0 1 0 0 0,-1-1 1 0 0,1 0-1 0 0,-1 1 0 0 0,1-1 1 0 0,-1 1-1 0 0,1-1 0 0 0,-1 1 1 0 0,0-1-1 0 0,1 1 0 0 0,-1 0 1 0 0,1-1-1 0 0,-1 1 0 0 0,0 0 1 0 0,1-1-1 0 0,-1 1 0 0 0,0 0 1 0 0,0 0-1 0 0,1 0 0 0 0,-1-1 1 0 0,0 1-1 0 0,0 0 0 0 0,1 0 1 0 0,-1 0-1 0 0,0 0 0 0 0,1 0 1 0 0,-1 1-1 0 0,-1-1 1 0 0,1 1-23 0 0,0-1 1 0 0,0 1 0 0 0,1 0 0 0 0,-1-1 0 0 0,0 1-1 0 0,1 0 1 0 0,-1 0 0 0 0,0-1 0 0 0,1 1 0 0 0,-1 0-1 0 0,1 0 1 0 0,0 0 0 0 0,-1 0 0 0 0,1 0 0 0 0,0 0-1 0 0,-1 0 1 0 0,1 0 0 0 0,0 0 0 0 0,0 0 0 0 0,0 0-1 0 0,0 0 1 0 0,0 0 0 0 0,0 0 0 0 0,0 0 0 0 0,0 0-1 0 0,0 0 1 0 0,0 0 0 0 0,1 0 0 0 0,-1 0 0 0 0,0-1-1 0 0,1 1 1 0 0,-1 0 0 0 0,1 1 0 0 0,40 110 462 0 0,37 170 1 0 0,-50-172-2081 0 0,-24-95-3922 0 0</inkml:trace>
</inkml:ink>
</file>

<file path=ppt/ink/ink1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3:27.8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1 12899 0 0,'0'3'1152'0'0,"-2"2"1185"0"0,1-2-1177 0 0,0 0 8 0 0,-1-1-752 0 0,2 0-144 0 0,2-4 200 0 0</inkml:trace>
</inkml:ink>
</file>

<file path=ppt/ink/ink1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48.286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132 750 5529 0 0,'-15'-5'269'0'0,"1"-1"0"0"0,-1-1 0 0 0,1 0 1 0 0,1-1-1 0 0,-19-14 0 0 0,30 21-224 0 0,-1-1 1 0 0,1 0-1 0 0,0 0 1 0 0,0 1-1 0 0,0-1 0 0 0,1-1 1 0 0,-1 1-1 0 0,0 0 1 0 0,1 0-1 0 0,-1-1 1 0 0,1 1-1 0 0,0 0 1 0 0,0-1-1 0 0,0 0 1 0 0,0 1-1 0 0,0-1 0 0 0,1 1 1 0 0,-1-1-1 0 0,1 0 1 0 0,0 0-1 0 0,-1 1 1 0 0,1-1-1 0 0,0 0 1 0 0,1 0-1 0 0,-1 1 1 0 0,0-1-1 0 0,1 0 0 0 0,0 1 1 0 0,-1-1-1 0 0,1 0 1 0 0,0 1-1 0 0,1-1 1 0 0,-1 1-1 0 0,0 0 1 0 0,1-1-1 0 0,-1 1 1 0 0,1 0-1 0 0,0 0 0 0 0,2-4 1 0 0,12-9 145 0 0,1 0 0 0 0,0 0 0 0 0,1 2 0 0 0,0 0 0 0 0,34-17 0 0 0,12-9-49 0 0,40-30 330 0 0,184-90 0 0 0,-35 47 387 0 0,-183 86-718 0 0,124-29 0 0 0,-136 43-27 0 0,0 2 0 0 0,0 3 0 0 0,95 1 1 0 0,-127 7-112 0 0,-1 1 1 0 0,1 1 0 0 0,-1 1 0 0 0,1 1 0 0 0,-1 1 0 0 0,-1 2 0 0 0,1 0 0 0 0,-1 2 0 0 0,-1 0 0 0 0,39 24 0 0 0,-49-24 102 0 0,1 1 0 0 0,-2 0 0 0 0,0 1 0 0 0,0 0 0 0 0,-1 1 0 0 0,0 0 0 0 0,16 27 0 0 0,0 10 247 0 0,22 52-1 0 0,-22-43-244 0 0,209 560 965 0 0,-206-532-504 0 0,85 283 934 0 0,-78-272-1570 0 0</inkml:trace>
</inkml:ink>
</file>

<file path=ppt/ink/ink1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48.888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0 205 1840 0 0,'3'-23'6386'0'0,"-2"22"-6276"0"0,2 1 76 0 0,-1-1 0 0 0,1 1-1 0 0,-1-1 1 0 0,1 1-1 0 0,0 0 1 0 0,-1 0 0 0 0,1 0-1 0 0,-1 0 1 0 0,1 0 0 0 0,3 1-1 0 0,13 8 336 0 0,-1 0 0 0 0,-1 2 0 0 0,0 0 0 0 0,0 1 0 0 0,-1 0 0 0 0,27 28 0 0 0,-18-17-402 0 0,33 24 1 0 0,-16-19-63 0 0,57 30 0 0 0,-85-51-46 0 0,0-1-1 0 0,1 0 1 0 0,0 0 0 0 0,0-2 0 0 0,0 0 0 0 0,0-1-1 0 0,1 0 1 0 0,22 0 0 0 0,-30-3 98 0 0,0-1-1 0 0,0-1 0 0 0,-1 1 1 0 0,1-2-1 0 0,-1 1 1 0 0,1-1-1 0 0,-1 0 1 0 0,0 0-1 0 0,0-1 1 0 0,0 0-1 0 0,0 0 1 0 0,-1-1-1 0 0,0 1 1 0 0,0-1-1 0 0,0-1 1 0 0,-1 1-1 0 0,6-8 0 0 0,11-13 667 0 0,-2-1-1 0 0,27-46 1 0 0,-41 63-729 0 0,21-40 285 0 0,-2-1 0 0 0,22-68 0 0 0,-38 95-438 0 0,5-10-164 0 0</inkml:trace>
</inkml:ink>
</file>

<file path=ppt/ink/ink1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51.457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35 2505 5065 0 0,'-19'-23'1739'0'0,"16"17"-1644"0"0,0 0 1 0 0,1-1-1 0 0,0 1 0 0 0,0-1 0 0 0,1 1 1 0 0,0-1-1 0 0,0 0 0 0 0,0 1 1 0 0,1-1-1 0 0,0 0 0 0 0,0 1 0 0 0,1-1 1 0 0,0 0-1 0 0,3-11 0 0 0,3-10-11 0 0,2-1 0 0 0,13-28 0 0 0,-9 25 434 0 0,56-131 888 0 0,30-85 106 0 0,-25-85-607 0 0,-3 7-5 0 0,-51 269-773 0 0,2 1 0 0 0,3 0 1 0 0,1 2-1 0 0,4 1 0 0 0,1 1 1 0 0,3 2-1 0 0,44-51 0 0 0,-41 60-42 0 0,1 2 0 0 0,83-65 0 0 0,101-44 26 0 0,-154 107 120 0 0,19-13-169 0 0,3 4 1 0 0,154-63 0 0 0,-152 83-647 0 0,128-26-1 0 0</inkml:trace>
</inkml:ink>
</file>

<file path=ppt/ink/ink1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52.091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106 11 4145 0 0,'-19'0'1092'0'0,"-1"-2"0"0"0,1 0 1 0 0,-28-4 3069 0 0,65 25-3069 0 0,-5-14-662 0 0,0 0-1 0 0,0-1 1 0 0,26 5-1 0 0,-24-6-219 0 0,-1 0 0 0 0,0 1 0 0 0,17 7 0 0 0,-6 0-140 0 0,2-1 0 0 0,-1-1 1 0 0,1-1-1 0 0,1-2 0 0 0,-1 0 0 0 0,1-2 0 0 0,0-1 0 0 0,0-2 0 0 0,42-2 0 0 0,-63 1-21 0 0,-1 0 0 0 0,1 0 0 0 0,-1 0 0 0 0,0 1 0 0 0,1 0 0 0 0,-1 0 0 0 0,0 1 0 0 0,11 3 0 0 0,-16-4-28 0 0,0-1 0 0 0,0 1-1 0 0,1 0 1 0 0,-1 0-1 0 0,0-1 1 0 0,0 1-1 0 0,0 0 1 0 0,0 0 0 0 0,0 0-1 0 0,0 0 1 0 0,0 0-1 0 0,0 1 1 0 0,-1-1-1 0 0,1 0 1 0 0,0 0 0 0 0,-1 1-1 0 0,2 1 1 0 0,-2-1 73 0 0,0 0 1 0 0,0 0 0 0 0,0 0-1 0 0,0 1 1 0 0,0-1 0 0 0,0 0 0 0 0,0 0-1 0 0,-1 0 1 0 0,1 0 0 0 0,-1 0-1 0 0,1 0 1 0 0,-1 0 0 0 0,0-1 0 0 0,0 1-1 0 0,-2 3 1 0 0,-25 43 1244 0 0,-4 7-742 0 0,-26 60 0 0 0,-52 172-2626 0 0,97-248 744 0 0</inkml:trace>
</inkml:ink>
</file>

<file path=ppt/ink/ink1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56.40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1 200 3225 0 0,'142'-2'5859'0'0,"109"3"-1860"0"0,-193 1-3814 0 0,-16 1-27 0 0,0-2-1 0 0,0-3 1 0 0,63-8 0 0 0,33-13 577 0 0,161-7 1 0 0,-136 15-349 0 0,62-1-325 0 0,247-9 121 0 0,-136 2 90 0 0,-117 20-249 0 0,144-10 426 0 0,-63-9-25 0 0,-2 0-43 0 0,-474 25 2050 0 0,-284 61-2795 0 0,142-15-91 0 0,77-13 26 0 0,-39 4-15 0 0,-22 7 486 0 0,27-3-6 0 0,-24 7-37 0 0,52-7 0 0 0,234-42 0 0 0,-47 5-4 0 0,1 3 1 0 0,1 2-1 0 0,-78 28 0 0 0,136-40 3 0 0,-1 0 0 0 0,1 0 0 0 0,0 0 0 0 0,0 0 0 0 0,-1 0 0 0 0,1 0 0 0 0,0 0 0 0 0,0 0 0 0 0,-1 0 0 0 0,1 0 0 0 0,0 1 0 0 0,0-1-1 0 0,-1 0 1 0 0,1 0 0 0 0,0 0 0 0 0,0 0 0 0 0,-1 0 0 0 0,1 0 0 0 0,0 1 0 0 0,0-1 0 0 0,0 0 0 0 0,-1 0 0 0 0,1 0 0 0 0,0 1 0 0 0,0-1 0 0 0,0 0 0 0 0,0 0 0 0 0,-1 1-1 0 0,1-1 1 0 0,0 0 0 0 0,0 0 0 0 0,0 1 0 0 0,0-1 0 0 0,0 0 0 0 0,0 0 0 0 0,0 1 0 0 0,0-1 0 0 0,0 0 0 0 0,0 1 0 0 0,0-1 0 0 0,0 0 0 0 0,0 1 0 0 0,13 4-401 0 0,19-1-158 0 0,1098-74-72 0 0,-560-7 672 0 0,-400 60 90 0 0,339 8-1 0 0,-361 16-143 0 0,111 1 4 0 0,23 1 17 0 0,-275-9-3 0 0,-7 0-4 0 0,-1 1 0 0 0,1-1 0 0 0,0 0 1 0 0,0 0-1 0 0,0 0 0 0 0,0 0 0 0 0,0 0 1 0 0,0 0-1 0 0,0 1 0 0 0,0-1 0 0 0,0 0 1 0 0,0 0-1 0 0,0 0 0 0 0,0 0 0 0 0,0 0 1 0 0,0 0-1 0 0,0 1 0 0 0,0-1 0 0 0,0 0 1 0 0,0 0-1 0 0,0 0 0 0 0,0 0 0 0 0,1 0 0 0 0,-1 0 1 0 0,0 1-1 0 0,0-1 0 0 0,0 0 0 0 0,0 0 1 0 0,0 0-1 0 0,0 0 0 0 0,0 0 0 0 0,0 0 1 0 0,0 0-1 0 0,0 0 0 0 0,1 1 0 0 0,-29 6 124 0 0,-41 6-32 0 0,-510 32-21 0 0,277-29 251 0 0,-144 26 501 0 0,-304 13-1687 0 0,82-37 3078 0 0,435-18-2004 0 0,143-2-85 0 0,-1 3 1 0 0,-114 16-1 0 0,203-16-136 0 0,-2-1-312 0 0,0 1 0 0 0,-1 0 0 0 0,1 0 0 0 0,0 0-1 0 0,0 0 1 0 0,0 1 0 0 0,-5 2 0 0 0,9-3 237 0 0,-1-1 1 0 0,0 1 0 0 0,0 0-1 0 0,0 0 1 0 0,1-1 0 0 0,-1 1-1 0 0,0 0 1 0 0,1 0 0 0 0,-1 0-1 0 0,1 0 1 0 0,-1 0 0 0 0,1 0-1 0 0,-1 0 1 0 0,1 0-1 0 0,0 0 1 0 0,-1 1 0 0 0,1-1-1 0 0,0 0 1 0 0,0 0 0 0 0,0 0-1 0 0,0 0 1 0 0,0 0 0 0 0,0 0-1 0 0,0 1 1 0 0,0-1 0 0 0,1 0-1 0 0,-1 0 1 0 0,0 0 0 0 0,1 0-1 0 0,-1 0 1 0 0,1 0 0 0 0,-1 0-1 0 0,2 2 1 0 0</inkml:trace>
</inkml:ink>
</file>

<file path=ppt/ink/ink1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34.6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145 361 9218 0 0,'-38'-4'1016'0'0,"-69"0"0"0"0,169-1-438 0 0,99-23 0 0 0,-73 11-525 0 0,597-51 1440 0 0,-506 57-1217 0 0,886-55 1214 0 0,-256 18-148 0 0,804-34 235 0 0,-1175 72-1052 0 0,-238 7-185 0 0,689 17 1133 0 0,-253 0-934 0 0,73 0-174 0 0,-668-13-343 0 0,438-6 10 0 0,-286-12-966 0 0,-3-11-5158 0 0,-155 21 4548 0 0</inkml:trace>
</inkml:ink>
</file>

<file path=ppt/ink/ink1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35.6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904 0 9218 0 0,'7'3'410'0'0,"-1"-1"0"0"0,1 0 1 0 0,-1 1-1 0 0,12 8 0 0 0,-6-1 30 0 0,-1 2 0 0 0,-1 0 0 0 0,1 0 0 0 0,-2 0 0 0 0,0 2-1 0 0,-1-1 1 0 0,0 1 0 0 0,-1 0 0 0 0,0 0 0 0 0,-1 1 0 0 0,-1 0 0 0 0,5 22 0 0 0,3 23 336 0 0,10 112 0 0 0,-22-166-787 0 0,6 102 252 0 0,-10 161 0 0 0,-37 107 137 0 0,30-311-246 0 0,-3-1-1 0 0,-3 0 0 0 0,-3-2 0 0 0,-2 0 0 0 0,-3-1 0 0 0,-3-1 0 0 0,-2-1 0 0 0,-3-2 0 0 0,-68 93 0 0 0,40-72 442 0 0,-97 98 0 0 0,125-145-477 0 0,-1-2 1 0 0,-2-1 0 0 0,0-1 0 0 0,-2-2-1 0 0,-58 29 1 0 0,18-17-463 0 0,-108 35 0 0 0,160-65-484 0 0</inkml:trace>
</inkml:ink>
</file>

<file path=ppt/ink/ink1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36.2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23 8754 0 0,'3'-23'4478'0'0,"-1"31"-4143"0"0,0 0 0 0 0,-1-1 0 0 0,1 1 0 0 0,-2 0 0 0 0,1 0 0 0 0,-1-1 0 0 0,0 1 0 0 0,0 0 0 0 0,-1 0 0 0 0,-2 7 0 0 0,0 12 13 0 0,-4 84 481 0 0,-13 285 549 0 0,20-308-1251 0 0,5 1 0 0 0,22 129-1 0 0,-7-120-5 0 0,3 0 1 0 0,5-2-1 0 0,62 142 0 0 0,-68-191-19 0 0,2-1 0 0 0,1-1 0 0 0,3-2 0 0 0,2 0 0 0 0,1-2 0 0 0,2-2 0 0 0,2-1 0 0 0,68 58 0 0 0,-52-58-18 0 0,1-2-1 0 0,2-2 0 0 0,2-3 1 0 0,0-2-1 0 0,2-3 0 0 0,1-2 1 0 0,1-3-1 0 0,86 19 0 0 0,-65-24-111 0 0,1-4 0 0 0,0-3 0 0 0,1-4 0 0 0,-1-3 0 0 0,1-4 0 0 0,81-13 0 0 0,-106 7-134 0 0,-2-2 1 0 0,90-29 0 0 0,-89 18-232 0 0</inkml:trace>
</inkml:ink>
</file>

<file path=ppt/ink/ink1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36.9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270 0 9218 0 0,'-20'16'639'0'0,"0"1"-1"0"0,1 1 1 0 0,1 0 0 0 0,-16 22 0 0 0,14-17-362 0 0,9-11-114 0 0,-14 16 484 0 0,-38 55 1 0 0,58-75-585 0 0,0-1 1 0 0,1 1 0 0 0,-1 1 0 0 0,2-1-1 0 0,-1 0 1 0 0,1 1 0 0 0,1 0 0 0 0,-1 0-1 0 0,1 0 1 0 0,1 0 0 0 0,0 0 0 0 0,0 0-1 0 0,1 10 1 0 0,1-14-107 0 0,0 0-1 0 0,0-1 0 0 0,1 1 1 0 0,-1-1-1 0 0,1 1 0 0 0,0-1 1 0 0,1 0-1 0 0,-1 0 0 0 0,1 0 1 0 0,0 0-1 0 0,0 0 0 0 0,0 0 1 0 0,0-1-1 0 0,0 1 0 0 0,1-1 1 0 0,0 0-1 0 0,7 5 0 0 0,9 4-253 0 0,0-1-1 0 0,34 14 0 0 0,-7-3 245 0 0,3 3-18 0 0,-23-13 178 0 0,0 2-1 0 0,-1 1 1 0 0,-1 1-1 0 0,0 1 1 0 0,34 31-1 0 0,-57-46-39 0 0,0 0 0 0 0,0 0-1 0 0,0 0 1 0 0,0 0 0 0 0,-1 1 0 0 0,1-1 0 0 0,-1 1 0 0 0,1-1 0 0 0,-1 1-1 0 0,0 0 1 0 0,0-1 0 0 0,0 1 0 0 0,0 0 0 0 0,-1 0 0 0 0,1 0-1 0 0,-1 0 1 0 0,1-1 0 0 0,-1 1 0 0 0,0 0 0 0 0,0 0 0 0 0,-1 0-1 0 0,1 0 1 0 0,0 0 0 0 0,-1 0 0 0 0,0 0 0 0 0,0-1 0 0 0,0 1-1 0 0,0 0 1 0 0,0-1 0 0 0,0 1 0 0 0,-1-1 0 0 0,1 1 0 0 0,-1-1 0 0 0,0 1-1 0 0,0-1 1 0 0,0 0 0 0 0,0 0 0 0 0,-3 3 0 0 0,-5 4 361 0 0,-1-1 0 0 0,1 0 1 0 0,-1-1-1 0 0,-1 0 0 0 0,1 0 1 0 0,-1-1-1 0 0,-15 5 0 0 0,6-4 128 0 0,0-1 0 0 0,-38 5-1 0 0,-10-3-6585 0 0,38-5-641 0 0</inkml:trace>
</inkml:ink>
</file>

<file path=ppt/ink/ink1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37.48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87 24 920 0 0,'-17'-9'-167'0'0,"-19"-4"6854"0"0,35 13-6342 0 0,0 0 0 0 0,-1-1 0 0 0,1 1-1 0 0,0 0 1 0 0,0 0 0 0 0,-1 0 0 0 0,1 0-1 0 0,0 0 1 0 0,-1 0 0 0 0,1 0 0 0 0,0 0-1 0 0,0 0 1 0 0,-1 1 0 0 0,1-1 0 0 0,0 1-1 0 0,0-1 1 0 0,0 1 0 0 0,-1-1 0 0 0,1 1-1 0 0,0-1 1 0 0,-1 2 0 0 0,1-1-266 0 0,0 0 0 0 0,1 0 1 0 0,-1 0-1 0 0,1 0 0 0 0,-1 0 0 0 0,1 1 1 0 0,0-1-1 0 0,-1 0 0 0 0,1 0 0 0 0,0 0 1 0 0,0 0-1 0 0,-1 1 0 0 0,1-1 0 0 0,0 0 1 0 0,0 0-1 0 0,1 0 0 0 0,-1 2 1 0 0,7 36 671 0 0,1-2 0 0 0,2 1 0 0 0,23 56 1 0 0,-5-16 117 0 0,34 140 506 0 0,-38-124-4291 0 0,-12-44-1135 0 0,-7-31-2289 0 0</inkml:trace>
</inkml:ink>
</file>

<file path=ppt/ink/ink1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37.7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22 9218 0 0,'5'-3'259'0'0,"0"1"-1"0"0,0-1 1 0 0,1 1 0 0 0,-1 1 0 0 0,0-1 0 0 0,1 1-1 0 0,-1-1 1 0 0,1 2 0 0 0,-1-1 0 0 0,1 1-1 0 0,6 0 1 0 0,7-2 125 0 0,-3 0-183 0 0,0 2 0 0 0,0 0 1 0 0,0 0-1 0 0,-1 2 0 0 0,1 0 0 0 0,0 1 1 0 0,-1 0-1 0 0,1 1 0 0 0,-1 1 1 0 0,0 0-1 0 0,0 1 0 0 0,-1 1 0 0 0,0 0 1 0 0,0 1-1 0 0,-1 1 0 0 0,0 0 0 0 0,13 11 1 0 0,-17-12-140 0 0,-1-1 1 0 0,0 1-1 0 0,0 1 1 0 0,-1 0-1 0 0,0 0 1 0 0,-1 0 0 0 0,0 0-1 0 0,0 1 1 0 0,-1 0-1 0 0,0 1 1 0 0,-1-1-1 0 0,0 1 1 0 0,-1 0-1 0 0,0 0 1 0 0,0 0-1 0 0,-1 0 1 0 0,-1 0-1 0 0,0 0 1 0 0,-1 1-1 0 0,0-1 1 0 0,0 0 0 0 0,-1 1-1 0 0,-1-1 1 0 0,-4 18-1 0 0,1-16 176 0 0,0 0 0 0 0,0 0-1 0 0,-1 0 1 0 0,-1-1 0 0 0,0 0 0 0 0,-1 0-1 0 0,-14 16 1 0 0,2-6 200 0 0,0-1 1 0 0,-37 29-1 0 0,21-22-479 0 0</inkml:trace>
</inkml:ink>
</file>

<file path=ppt/ink/ink1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38.4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79 527 6913 0 0,'-3'0'346'0'0,"0"0"-1"0"0,0-1 1 0 0,0 1-1 0 0,0-1 0 0 0,0 0 1 0 0,0 0-1 0 0,0 0 1 0 0,1 0-1 0 0,-1 0 0 0 0,0-1 1 0 0,1 1-1 0 0,-1-1 1 0 0,1 0-1 0 0,-1 0 0 0 0,1 0 1 0 0,0 0-1 0 0,0 0 0 0 0,0 0 1 0 0,0 0-1 0 0,0-1 1 0 0,1 1-1 0 0,-1-1 0 0 0,1 1 1 0 0,-1-1-1 0 0,1 0 1 0 0,0 1-1 0 0,-1-4 0 0 0,-1-5 31 0 0,0 1 0 0 0,0 0-1 0 0,1-1 1 0 0,1 0-1 0 0,-1 1 1 0 0,2-14-1 0 0,13-194 138 0 0,4 73-4514 0 0,-15 130-7 0 0,0 3-1060 0 0</inkml:trace>
</inkml:ink>
</file>

<file path=ppt/ink/ink1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39.1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31 158 8290 0 0,'-31'-28'6912'0'0,"67"24"-5767"0"0,369 8-1457 0 0,-15 5 837 0 0,-77-3-327 0 0,667-32-176 0 0,-682-16 140 0 0,-6 0-4 0 0,-265 40-153 0 0,233-10 222 0 0,-103 15-284 0 0,106 6-110 0 0,-217-6 373 0 0,52-3 1 0 0,26 1 132 0 0,-109-1-733 0 0,-1 0 0 0 0,1 0 1 0 0,-1-2-1 0 0,1 0 0 0 0,-1 0 1 0 0,0-2-1 0 0,0 1 0 0 0,0-2 1 0 0,15-6-1 0 0,-14 5-2799 0 0,-12 5 2361 0 0</inkml:trace>
</inkml:ink>
</file>

<file path=ppt/ink/ink1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39.3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3225 0 0,'4'0'343'0'0,"-1"0"0"0"0,0 0 0 0 0,0 0 0 0 0,0 1 0 0 0,0-1 0 0 0,0 1 0 0 0,0 0 0 0 0,0 0 0 0 0,0 0 1 0 0,0 0-1 0 0,-1 1 0 0 0,1-1 0 0 0,0 1 0 0 0,-1 0 0 0 0,1-1 0 0 0,-1 1 0 0 0,1 0 0 0 0,-1 0 0 0 0,0 1 0 0 0,0-1 1 0 0,0 0-1 0 0,0 1 0 0 0,0 0 0 0 0,-1-1 0 0 0,1 1 0 0 0,-1 0 0 0 0,0 0 0 0 0,1-1 0 0 0,-1 1 0 0 0,-1 0 0 0 0,1 0 0 0 0,0 0 1 0 0,0 6-1 0 0,1 10 447 0 0,-1 0 0 0 0,-1 1 0 0 0,-1-1 0 0 0,-4 28 1 0 0,2-17-271 0 0,-3 38-48 0 0,0-19-710 0 0,2 0 0 0 0,6 82 0 0 0,3-90-6590 0 0</inkml:trace>
</inkml:ink>
</file>

<file path=ppt/ink/ink1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40.1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304 2112 4609 0 0,'-14'-30'3465'0'0,"-16"-50"0"0"0,0-35-754 0 0,-5-124-2714 0 0,20 124 839 0 0,-4-23-206 0 0,-41-343 1909 0 0,13 144-1668 0 0,24 204-821 0 0,-8-174 0 0 0,37 196-2959 0 0,-4 85 1886 0 0</inkml:trace>
</inkml:ink>
</file>

<file path=ppt/ink/ink1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40.9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1 567 2304 0 0,'10'-6'522'0'0,"0"-1"0"0"0,0 0 0 0 0,-1-1 0 0 0,13-12 0 0 0,11-9 505 0 0,23-9 319 0 0,3 2-1 0 0,0 3 1 0 0,98-39-1 0 0,-99 46-785 0 0,72-27 537 0 0,2 5 0 0 0,2 6 1 0 0,2 6-1 0 0,194-26 1 0 0,-108 36-867 0 0,1 11 1 0 0,228 13-1 0 0,-227 17-291 0 0,0 9 0 0 0,369 90 0 0 0,-519-94 43 0 0,0 2 1 0 0,-2 4-1 0 0,-1 3 1 0 0,101 56-1 0 0,-124-61 19 0 0,54 20-1 0 0,-62-28 98 0 0,-1 1-1 0 0,65 39 1 0 0,-93-48-2 0 0,0 1 0 0 0,-1 1 0 0 0,0 0 0 0 0,-1 0 0 0 0,0 0 0 0 0,0 2 0 0 0,12 21 0 0 0,42 90 1964 0 0,-62-120-2034 0 0,5 12 93 0 0,-1 0 0 0 0,0 0 0 0 0,-1 0 0 0 0,-1 1 0 0 0,0 0 0 0 0,1 21 0 0 0,-6 99 34 0 0,-1-96-71 0 0,2 1 0 0 0,6 44 0 0 0,13 237 240 0 0,-7-74-120 0 0,8-2-120 0 0,30 302 245 0 0,-48-542-453 0 0,12 158 1157 0 0,-19-82-2050 0 0,3-67-544 0 0,0 1 0 0 0,-1-1 0 0 0,-7 17 0 0 0</inkml:trace>
</inkml:ink>
</file>

<file path=ppt/ink/ink1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41.8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224 1 6449 0 0,'-6'2'610'0'0,"0"-1"-1"0"0,-1 2 1 0 0,1-1-1 0 0,0 1 0 0 0,1 0 1 0 0,-1 0-1 0 0,-10 8 0 0 0,6-4 112 0 0,-2 1-301 0 0,0 1 0 0 0,1 0 0 0 0,0 1 0 0 0,1 1 0 0 0,0-1 0 0 0,1 2 0 0 0,0-1 0 0 0,0 1 0 0 0,2 1 0 0 0,-1-1 0 0 0,2 1 0 0 0,0 0 0 0 0,0 1 0 0 0,1 0 0 0 0,1 0 0 0 0,-4 21 0 0 0,3-15-274 0 0,2 1 1 0 0,1 0-1 0 0,0 1 1 0 0,2-1-1 0 0,0 0 1 0 0,2 0-1 0 0,0 0 1 0 0,1 0-1 0 0,1 0 1 0 0,12 36-1 0 0,-10-44-109 0 0,0-1 1 0 0,1 0-1 0 0,0 0 0 0 0,1 0 0 0 0,0-1 0 0 0,1 0 0 0 0,0-1 0 0 0,1 0 0 0 0,0 0 0 0 0,0-1 0 0 0,1 0 0 0 0,19 11 0 0 0,-16-12-5 0 0,0 0 0 0 0,0-1 0 0 0,1 0-1 0 0,0-1 1 0 0,0-1 0 0 0,1 0 0 0 0,-1-1 0 0 0,1-1 0 0 0,0-1 0 0 0,25 2 0 0 0,-36-4-34 0 0,-1 0 1 0 0,0 0 0 0 0,0-1-1 0 0,0 1 1 0 0,0-1 0 0 0,0 0-1 0 0,0 0 1 0 0,0-1-1 0 0,0 1 1 0 0,0-1 0 0 0,0 0-1 0 0,-1 0 1 0 0,1 0 0 0 0,-1 0-1 0 0,1-1 1 0 0,-1 1 0 0 0,0-1-1 0 0,0 0 1 0 0,0 0 0 0 0,4-6-1 0 0,-5 6-3 0 0,-1 0 0 0 0,1 0 0 0 0,-1 0 0 0 0,1 0 1 0 0,-1-1-1 0 0,0 1 0 0 0,-1 0 0 0 0,1-1 0 0 0,-1 1 0 0 0,1-1 0 0 0,-1 1 0 0 0,0-1 0 0 0,0 1 0 0 0,0-1 0 0 0,-1 1 0 0 0,1-1 0 0 0,-1 1 0 0 0,0 0 0 0 0,0-1 0 0 0,0 1 0 0 0,-1 0 0 0 0,1 0 1 0 0,-1 0-1 0 0,-3-6 0 0 0,-30-36 1 0 0,28 37 5 0 0,0 0 0 0 0,0-1 1 0 0,1 0-1 0 0,0 0 0 0 0,0-1 1 0 0,-4-10-1 0 0,9 17-4 0 0,0-1 1 0 0,0 1-1 0 0,1 0 0 0 0,-1 0 1 0 0,1 0-1 0 0,0-1 0 0 0,0 1 1 0 0,0 0-1 0 0,0-1 0 0 0,1 1 1 0 0,-1 0-1 0 0,1 0 0 0 0,0 0 1 0 0,0-1-1 0 0,0 1 0 0 0,0 0 1 0 0,0 0-1 0 0,1 0 0 0 0,-1 0 1 0 0,1 1-1 0 0,0-1 0 0 0,0 0 1 0 0,0 1-1 0 0,0-1 0 0 0,3-2 1 0 0,3-2-6 0 0,0 0 1 0 0,1 0-1 0 0,0 1 1 0 0,0 0-1 0 0,0 1 1 0 0,1 0-1 0 0,0 0 1 0 0,0 1-1 0 0,0 0 1 0 0,14-3-1 0 0,-11 4 3 0 0,-1 0 0 0 0,1 1 0 0 0,0 1 0 0 0,0 0 0 0 0,-1 0 0 0 0,1 1 0 0 0,0 1 0 0 0,18 3 0 0 0,-23-2 5 0 0,1 0 1 0 0,-1 1 0 0 0,0 0 0 0 0,0 0 0 0 0,-1 1-1 0 0,1 0 1 0 0,-1 0 0 0 0,0 0 0 0 0,0 1 0 0 0,0 1 0 0 0,0-1-1 0 0,-1 1 1 0 0,0 0 0 0 0,0 0 0 0 0,-1 1 0 0 0,0 0-1 0 0,8 13 1 0 0,-1 4 78 0 0,0 2 0 0 0,-2 0 0 0 0,-1 0 0 0 0,6 30 0 0 0,-7-27 96 0 0,33 82 736 0 0,-11-32-742 0 0,-22-57-169 0 0</inkml:trace>
</inkml:ink>
</file>

<file path=ppt/ink/ink1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43.5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 94 4145 0 0,'0'-12'1107'0'0,"-1"0"0"0"0,0 1 1 0 0,-1 0-1 0 0,0-1 0 0 0,-1 1 1 0 0,-5-14-1 0 0,2 84 2899 0 0,16 675-3144 0 0,95 281-2645 0 0,-67-693 1801 0 0,-7 337 0 0 0,-31-562 64 0 0,29 885 4858 0 0,-1-482-4028 0 0,-17-249-2293 0 0,-7-205-1335 0 0,-1-28-3472 0 0</inkml:trace>
</inkml:ink>
</file>

<file path=ppt/ink/ink1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43.9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0 429 7834 0 0,'2'1'149'0'0,"1"0"-1"0"0,-1 0 1 0 0,1-1 0 0 0,-1 1 0 0 0,0-1 0 0 0,1 1 0 0 0,-1-1-1 0 0,1 0 1 0 0,-1 0 0 0 0,1 0 0 0 0,-1 0 0 0 0,5-1 0 0 0,-4 1 8 0 0,44-4 1437 0 0,49-11-1 0 0,16-2-764 0 0,721-11 1422 0 0,-469 25-1578 0 0,1629-111-294 0 0,-1250 22-348 0 0,168-16 929 0 0,962 57 208 0 0,-1676 59-1231 0 0,159 3 22 0 0,-176-15-562 0 0,-144 0 134 0 0</inkml:trace>
</inkml:ink>
</file>

<file path=ppt/ink/ink1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44.7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1 10594 0 0,'0'0'14'0'0,"-1"0"0"0"0,1 0 0 0 0,0 0 0 0 0,-1 0 0 0 0,1 0 0 0 0,-1 0 0 0 0,1 0 0 0 0,-1 0 0 0 0,1 0-1 0 0,-1 0 1 0 0,1 0 0 0 0,0 0 0 0 0,-1 0 0 0 0,1 0 0 0 0,-1 0 0 0 0,1 0 0 0 0,-1 0 0 0 0,1 1 0 0 0,0-1 0 0 0,-1 0 0 0 0,1 0-1 0 0,-1 1 1 0 0,1-1 0 0 0,0 0 0 0 0,-1 0 0 0 0,1 1 0 0 0,0-1 0 0 0,-1 0 0 0 0,1 1 0 0 0,0-1 0 0 0,0 1 0 0 0,-1-1 0 0 0,1 0-1 0 0,0 2 1 0 0,6 13-1564 0 0,1 0 2153 0 0,5 24-100 0 0,-2 1-1 0 0,-2 0 1 0 0,-2 0 0 0 0,3 65-1 0 0,1 11-116 0 0,81 327 696 0 0,-86-420-1026 0 0,70 426 1005 0 0,-39 8-489 0 0,-5-53-597 0 0,30 156 22 0 0,46 585 238 0 0,-83-306 2654 0 0,-15-355-150 0 0,-9-470-3024 0 0,-1-4-129 0 0</inkml:trace>
</inkml:ink>
</file>

<file path=ppt/ink/ink1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44.9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1 16131 0 0,'-1'4'1433'0'0,"1"-1"-1145"0"0,0-1-288 0 0,1 0 0 0 0,1-1 512 0 0,-1 0 40 0 0,2 4 16 0 0,0 0 0 0 0,2 3-1088 0 0,-1-3-216 0 0,-1-4-48 0 0,-3-4-8 0 0</inkml:trace>
</inkml:ink>
</file>

<file path=ppt/ink/ink1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59.2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1752 1 5985 0 0,'-9'32'2642'0'0,"-104"315"1950"0"0,-1-1-4392 0 0,-13 46 542 0 0,-44 147 295 0 0,67-157-622 0 0,-150 510 1176 0 0,19-47 358 0 0,35 9 265 0 0,195-829-2144 0 0,-156 597 989 0 0,49-201-566 0 0,94-351-484 0 0,-107 391 15 0 0,122-446-2644 0 0</inkml:trace>
</inkml:ink>
</file>

<file path=ppt/ink/ink1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59.8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154 103 920 0 0,'-2'-1'140'0'0,"1"1"1"0"0,0-1-1 0 0,-1 1 0 0 0,1-1 0 0 0,0 1 0 0 0,-1 0 1 0 0,1 0-1 0 0,-1 0 0 0 0,1 0 0 0 0,0 0 1 0 0,-1 0-1 0 0,1 0 0 0 0,-1 0 0 0 0,1 1 0 0 0,0-1 1 0 0,-1 0-1 0 0,1 1 0 0 0,0-1 0 0 0,-1 1 0 0 0,1 0 1 0 0,0-1-1 0 0,0 1 0 0 0,-1 0 0 0 0,1 0 0 0 0,-2 1 1 0 0,-32 26 1652 0 0,26-18-1575 0 0,0 1 0 0 0,1 0 0 0 0,0 1 1 0 0,0 0-1 0 0,1 0 0 0 0,1 1 0 0 0,0-1 1 0 0,1 1-1 0 0,0 1 0 0 0,-3 18 0 0 0,7-31-204 0 0,1-1 0 0 0,0 1 0 0 0,0-1 0 0 0,-1 1-1 0 0,1-1 1 0 0,0 1 0 0 0,0-1 0 0 0,0 1 0 0 0,0-1-1 0 0,0 1 1 0 0,0-1 0 0 0,0 1 0 0 0,0 0 0 0 0,0-1 0 0 0,0 1-1 0 0,0-1 1 0 0,0 1 0 0 0,0-1 0 0 0,0 1 0 0 0,1-1 0 0 0,-1 1-1 0 0,0-1 1 0 0,0 1 0 0 0,1-1 0 0 0,-1 1 0 0 0,0-1 0 0 0,0 1-1 0 0,1-1 1 0 0,-1 0 0 0 0,1 1 0 0 0,15-5 352 0 0,15-20 276 0 0,-4-10 36 0 0,32-49 1 0 0,-41 55-424 0 0,1 0 1 0 0,1 2-1 0 0,39-40 1 0 0,-58 65-184 0 0,0 0 1 0 0,0 0 0 0 0,0 0 0 0 0,0 0-1 0 0,0 1 1 0 0,0-1 0 0 0,1 0 0 0 0,-1 0-1 0 0,0 1 1 0 0,1-1 0 0 0,-1 1-1 0 0,0-1 1 0 0,1 1 0 0 0,-1-1 0 0 0,0 1-1 0 0,1 0 1 0 0,-1 0 0 0 0,1 0 0 0 0,-1 0-1 0 0,1 0 1 0 0,-1 0 0 0 0,0 0-1 0 0,3 1 1 0 0,-2 0 28 0 0,0 0 0 0 0,0 0 1 0 0,0 0-1 0 0,0 0 0 0 0,-1 1 0 0 0,1-1 0 0 0,0 0 0 0 0,-1 1 0 0 0,1 0 0 0 0,-1-1 1 0 0,0 1-1 0 0,1 0 0 0 0,1 3 0 0 0,3 8 369 0 0,0 0 0 0 0,-1 0 0 0 0,6 26 0 0 0,-9-31-290 0 0,4 14-139 0 0,12 39 715 0 0,-1-21-5765 0 0,-1-14-821 0 0</inkml:trace>
</inkml:ink>
</file>

<file path=ppt/ink/ink1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0.8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227 1 6449 0 0,'-4'0'360'0'0,"-1"0"0"0"0,1-1 0 0 0,-1 1 0 0 0,1 1-1 0 0,-1-1 1 0 0,1 1 0 0 0,0 0 0 0 0,-1 0-1 0 0,1 0 1 0 0,0 0 0 0 0,0 1 0 0 0,0-1 0 0 0,0 1-1 0 0,0 0 1 0 0,-5 4 0 0 0,0-1 27 0 0,0 2-1 0 0,1-1 1 0 0,-1 1-1 0 0,1 0 1 0 0,-8 10 0 0 0,6-3-172 0 0,0 0 1 0 0,1 1-1 0 0,0 0 0 0 0,1 0 1 0 0,1 1-1 0 0,0 0 0 0 0,-6 24 1 0 0,7-17 68 0 0,1 0-1 0 0,1 1 1 0 0,0-1 0 0 0,1 45 0 0 0,4-58-187 0 0,-1 0 0 0 0,2 0 0 0 0,-1 0 0 0 0,1 0 0 0 0,1 0-1 0 0,0 0 1 0 0,0-1 0 0 0,1 0 0 0 0,0 1 0 0 0,1-1 0 0 0,0 0 0 0 0,0-1 0 0 0,1 0 0 0 0,10 12 0 0 0,-11-15-41 0 0,0 0 0 0 0,0 0 0 0 0,0-1 0 0 0,1 0 1 0 0,-1 0-1 0 0,1-1 0 0 0,0 0 0 0 0,0 0 0 0 0,0 0 0 0 0,1 0 0 0 0,-1-1 0 0 0,1 0 0 0 0,-1-1 0 0 0,1 1 1 0 0,0-1-1 0 0,0-1 0 0 0,-1 1 0 0 0,1-1 0 0 0,0 0 0 0 0,0-1 0 0 0,0 1 0 0 0,9-3 0 0 0,-4-1-292 0 0,-1 1 0 0 0,0-2 0 0 0,0 1 0 0 0,0-1 0 0 0,0-1 0 0 0,-1 0-1 0 0,0-1 1 0 0,0 0 0 0 0,0 0 0 0 0,-1-1 0 0 0,0 0 0 0 0,-1-1 0 0 0,0 0-1 0 0,0 0 1 0 0,7-13 0 0 0,4-8-1196 0 0,-1-1-1 0 0,-1 0 0 0 0,22-63 1 0 0,-28 63-2511 0 0</inkml:trace>
</inkml:ink>
</file>

<file path=ppt/ink/ink1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1.34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6913 0 0,'12'4'10731'0'0,"-4"10"-10554"0"0,0 1-1 0 0,-1 1 1 0 0,-1-1 0 0 0,0 1 0 0 0,-2 0-1 0 0,6 26 1 0 0,-5-17 242 0 0,2-1 0 0 0,17 43 0 0 0,-21-61-379 0 0,0 1 0 0 0,1-1 0 0 0,0 0 1 0 0,0 0-1 0 0,0 0 0 0 0,1-1 0 0 0,0 1 0 0 0,0-1 0 0 0,0 0 1 0 0,1 0-1 0 0,-1-1 0 0 0,1 0 0 0 0,0 0 0 0 0,8 4 0 0 0,-12-8-53 0 0,0 1 1 0 0,-1 0-1 0 0,1-1 0 0 0,0 1 0 0 0,0-1 0 0 0,-1 1 0 0 0,1-1 0 0 0,0 0 0 0 0,0 0 0 0 0,0 0 0 0 0,0 0 0 0 0,-1 0 0 0 0,1 0 0 0 0,0 0 0 0 0,0-1 0 0 0,0 1 0 0 0,-1-1 0 0 0,1 1 0 0 0,2-2 0 0 0,-1 1-47 0 0,0-1-1 0 0,0 0 1 0 0,0-1-1 0 0,0 1 0 0 0,-1 0 1 0 0,1-1-1 0 0,-1 1 0 0 0,1-1 1 0 0,2-4-1 0 0,4-8-247 0 0,-1 0 0 0 0,0 0 0 0 0,7-23 0 0 0,-8 21 182 0 0,7-21-391 0 0,-7 19 431 0 0,1 1 0 0 0,0 0 0 0 0,13-20 0 0 0,-21 36 130 0 0,1 0 0 0 0,0 1 0 0 0,0-1 0 0 0,0 1 0 0 0,1 0 1 0 0,-1-1-1 0 0,0 1 0 0 0,0 0 0 0 0,1-1 0 0 0,-1 1 0 0 0,1 0 0 0 0,-1 0 1 0 0,1 0-1 0 0,-1 0 0 0 0,1 1 0 0 0,0-1 0 0 0,0 0 0 0 0,2 0 1 0 0,-3 1 12 0 0,0 0 0 0 0,1 0 0 0 0,-1 0 1 0 0,0 1-1 0 0,0-1 0 0 0,0 1 1 0 0,0-1-1 0 0,1 0 0 0 0,-1 1 0 0 0,0 0 1 0 0,0-1-1 0 0,0 1 0 0 0,0 0 1 0 0,0-1-1 0 0,0 1 0 0 0,0 0 0 0 0,-1 0 1 0 0,1 0-1 0 0,0 0 0 0 0,1 1 1 0 0,3 7 306 0 0,0 1 1 0 0,0-1 0 0 0,-1 1 0 0 0,6 19-1 0 0,-6-20-319 0 0,-1 0-244 0 0,1-1 0 0 0,0 0 0 0 0,0 0 0 0 0,1 0 1 0 0,0 0-1 0 0,0-1 0 0 0,1 0 0 0 0,10 11 0 0 0,-11-14-787 0 0,-1 0-1 0 0,1-1 1 0 0,0 1-1 0 0,0-1 1 0 0,0 0 0 0 0,0 0-1 0 0,0-1 1 0 0,11 4-1 0 0,-7-3-693 0 0</inkml:trace>
</inkml:ink>
</file>

<file path=ppt/ink/ink1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2.03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97 69 920 0 0,'0'-2'582'0'0,"0"0"-1"0"0,0 0 1 0 0,0 0-1 0 0,0 0 0 0 0,0 0 1 0 0,-1 0-1 0 0,1 0 1 0 0,-1 0-1 0 0,1 0 1 0 0,-1 0-1 0 0,0 0 1 0 0,1 0-1 0 0,-1 0 0 0 0,0 1 1 0 0,0-1-1 0 0,-1 0 1 0 0,1 1-1 0 0,-2-4 1 0 0,2 5-421 0 0,1 0 0 0 0,-1 0 0 0 0,0-1 1 0 0,1 1-1 0 0,-1 0 0 0 0,0 0 0 0 0,1-1 0 0 0,-1 1 1 0 0,1 0-1 0 0,-1 0 0 0 0,0 0 0 0 0,1 0 1 0 0,-1 0-1 0 0,0 0 0 0 0,1 0 0 0 0,-1 0 0 0 0,0 0 1 0 0,1 1-1 0 0,-1-1 0 0 0,0 0 0 0 0,0 1 1 0 0,-18 15 1479 0 0,12-5-1429 0 0,0 1 0 0 0,1-1 0 0 0,1 1 0 0 0,0 0 0 0 0,1 1 0 0 0,0-1 0 0 0,0 1 0 0 0,2 0 0 0 0,-1 0 0 0 0,2 0 0 0 0,0 0 0 0 0,0 0 0 0 0,2 14 0 0 0,-1-25-195 0 0,0 0 0 0 0,1 1-1 0 0,-1-1 1 0 0,1 0 0 0 0,-1 0 0 0 0,1 1-1 0 0,0-1 1 0 0,0 0 0 0 0,0 0 0 0 0,0 0-1 0 0,1 2 1 0 0,-1-3-30 0 0,-1-1-1 0 0,1 1 1 0 0,-1-1-1 0 0,1 1 1 0 0,0-1 0 0 0,-1 1-1 0 0,1-1 1 0 0,0 1-1 0 0,-1-1 1 0 0,1 1 0 0 0,0-1-1 0 0,0 0 1 0 0,-1 0-1 0 0,1 1 1 0 0,0-1 0 0 0,0 0-1 0 0,-1 0 1 0 0,1 0-1 0 0,0 0 1 0 0,0 0 0 0 0,0 0-1 0 0,0 0 1 0 0,2-1-55 0 0,-1 1 0 0 0,0-1-1 0 0,0 0 1 0 0,1 0 0 0 0,-1-1 0 0 0,0 1 0 0 0,0 0 0 0 0,0-1 0 0 0,0 1 0 0 0,-1-1 0 0 0,1 0-1 0 0,0 0 1 0 0,0 1 0 0 0,-1-1 0 0 0,0 0 0 0 0,1-1 0 0 0,-1 1 0 0 0,2-3 0 0 0,27-67-1167 0 0,-23 52 805 0 0,2 0 0 0 0,17-32 0 0 0,-24 50 424 0 0,-1 0-1 0 0,0 1 1 0 0,0-1-1 0 0,0 0 1 0 0,1 1 0 0 0,-1-1-1 0 0,1 1 1 0 0,-1-1-1 0 0,1 1 1 0 0,0 0-1 0 0,-1 0 1 0 0,1-1-1 0 0,0 1 1 0 0,0 0 0 0 0,3-1-1 0 0,-4 2 14 0 0,1 0-1 0 0,-1 0 1 0 0,1 0 0 0 0,-1 0-1 0 0,0 0 1 0 0,1 0 0 0 0,-1 0-1 0 0,1 1 1 0 0,-1-1 0 0 0,0 0-1 0 0,1 1 1 0 0,-1-1 0 0 0,0 1-1 0 0,0-1 1 0 0,1 1 0 0 0,-1 0-1 0 0,2 1 1 0 0,2 3 140 0 0,0 0 0 0 0,0 0 0 0 0,0 0 0 0 0,-1 1 0 0 0,0-1 1 0 0,0 1-1 0 0,5 10 0 0 0,-9-14-109 0 0,1-1 0 0 0,0 1 0 0 0,0 0 1 0 0,0 0-1 0 0,0-1 0 0 0,0 1 0 0 0,0 0 1 0 0,0-1-1 0 0,1 1 0 0 0,-1-1 0 0 0,0 0 1 0 0,1 1-1 0 0,0-1 0 0 0,-1 0 0 0 0,1 0 1 0 0,0 0-1 0 0,-1 0 0 0 0,1 0 0 0 0,0 0 1 0 0,0-1-1 0 0,0 1 0 0 0,0-1 0 0 0,0 1 1 0 0,-1-1-1 0 0,1 1 0 0 0,4-1 0 0 0,-3-1-43 0 0,-1 0 0 0 0,1 0-1 0 0,-1 0 1 0 0,1 0 0 0 0,-1-1 0 0 0,0 1-1 0 0,1-1 1 0 0,-1 1 0 0 0,0-1-1 0 0,0 0 1 0 0,0 0 0 0 0,0 0 0 0 0,0 0-1 0 0,-1 0 1 0 0,1 0 0 0 0,-1 0-1 0 0,1-1 1 0 0,1-4 0 0 0,3-4-87 0 0,-1 0 202 0 0,1 1 0 0 0,0 0-1 0 0,0 1 1 0 0,1-1 0 0 0,10-10 0 0 0,-16 18-75 0 0,1 1 0 0 0,-1 0 0 0 0,1-1 1 0 0,0 1-1 0 0,-1 0 0 0 0,1 0 0 0 0,0 0 1 0 0,0 0-1 0 0,0 0 0 0 0,0 0 1 0 0,0 0-1 0 0,0 1 0 0 0,0-1 0 0 0,0 1 1 0 0,0 0-1 0 0,0-1 0 0 0,0 1 0 0 0,0 0 1 0 0,0 0-1 0 0,0 0 0 0 0,0 1 1 0 0,0-1-1 0 0,0 0 0 0 0,0 1 0 0 0,0-1 1 0 0,0 1-1 0 0,0 0 0 0 0,0 0 0 0 0,0-1 1 0 0,0 1-1 0 0,0 0 0 0 0,-1 1 1 0 0,1-1-1 0 0,0 0 0 0 0,2 3 0 0 0,8 8 14 0 0,-1-1-1 0 0,0 2 1 0 0,13 17-1 0 0,18 22 26 0 0,-39-55-74 0 0,0 0 0 0 0,-1 0 0 0 0,0 0 0 0 0,0 0 0 0 0,0 0 0 0 0,0 0 0 0 0,0 0 0 0 0,1-6 0 0 0,0 2 16 0 0,-1 1 1 0 0,1-1-1 0 0,1 1 0 0 0,-1 0 0 0 0,1 0 0 0 0,0 0 0 0 0,1 0 0 0 0,-1 1 1 0 0,1 0-1 0 0,0 0 0 0 0,1 0 0 0 0,-1 0 0 0 0,1 1 0 0 0,0 0 0 0 0,0 0 0 0 0,0 1 1 0 0,0-1-1 0 0,1 1 0 0 0,-1 1 0 0 0,13-4 0 0 0,-17 5-13 0 0,-1 1 0 0 0,1 0 0 0 0,-1 0 0 0 0,1 0 0 0 0,-1 0 0 0 0,1 0 0 0 0,-1 1 0 0 0,1-1 0 0 0,-1 0 0 0 0,1 1 0 0 0,-1-1 0 0 0,0 1 0 0 0,1-1 0 0 0,-1 1 0 0 0,0 0 0 0 0,1 0 0 0 0,-1-1 0 0 0,0 1 0 0 0,0 0 0 0 0,0 0 0 0 0,0 0 0 0 0,1 0 0 0 0,-1 0 0 0 0,-1 1 0 0 0,1-1 0 0 0,0 0 0 0 0,1 2 0 0 0,2 4-57 0 0,-1 0 0 0 0,0 1 0 0 0,0-1 1 0 0,2 8-1 0 0,-3-8-122 0 0,4 10-298 0 0</inkml:trace>
</inkml:ink>
</file>

<file path=ppt/ink/ink1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2.5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116 38 3137 0 0,'0'-2'62'0'0,"0"1"0"0"0,0-1 0 0 0,0 0 0 0 0,-1 1 0 0 0,1-1 0 0 0,0 0 0 0 0,-1 1 0 0 0,1-1 0 0 0,-1 0 1 0 0,0 1-1 0 0,0-1 0 0 0,1 1 0 0 0,-1-1 0 0 0,0 1 0 0 0,-2-2 0 0 0,2 2 157 0 0,0 0 1 0 0,0 0-1 0 0,0 0 0 0 0,0 0 1 0 0,0 1-1 0 0,0-1 0 0 0,-1 0 1 0 0,1 1-1 0 0,0-1 0 0 0,-1 1 1 0 0,1-1-1 0 0,0 1 1 0 0,-1-1-1 0 0,1 1 0 0 0,-1 0 1 0 0,1 0-1 0 0,0 0 0 0 0,-1 0 1 0 0,1 0-1 0 0,-1 0 0 0 0,1 0 1 0 0,-1 0-1 0 0,1 0 0 0 0,0 1 1 0 0,-1-1-1 0 0,1 1 0 0 0,0-1 1 0 0,-1 1-1 0 0,1-1 0 0 0,0 1 1 0 0,0 0-1 0 0,-1 0 0 0 0,1 0 1 0 0,0 0-1 0 0,0-1 0 0 0,0 1 1 0 0,0 1-1 0 0,0-1 0 0 0,0 0 1 0 0,0 0-1 0 0,1 0 0 0 0,-2 2 1 0 0,-7 15 430 0 0,1 1 0 0 0,0 0 1 0 0,2 0-1 0 0,0 0 1 0 0,1 1-1 0 0,1-1 1 0 0,1 1-1 0 0,1 0 1 0 0,0 1-1 0 0,2 21 0 0 0,0-38-612 0 0,1 0-1 0 0,-1 0 0 0 0,1 0 1 0 0,0 0-1 0 0,0 0 0 0 0,0 0 1 0 0,0 0-1 0 0,1 0 0 0 0,-1 0 1 0 0,1 0-1 0 0,3 3 0 0 0,-5-6-53 0 0,1 0 1 0 0,-1 0-1 0 0,1-1 0 0 0,-1 1 1 0 0,1-1-1 0 0,0 1 0 0 0,0-1 1 0 0,-1 1-1 0 0,1-1 0 0 0,0 1 0 0 0,0-1 1 0 0,-1 1-1 0 0,1-1 0 0 0,0 0 1 0 0,0 0-1 0 0,0 1 0 0 0,0-1 1 0 0,-1 0-1 0 0,1 0 0 0 0,0 0 0 0 0,1 0 1 0 0,0 0-42 0 0,0-1 0 0 0,0 1 0 0 0,-1-1-1 0 0,1 0 1 0 0,0 0 0 0 0,-1 1 0 0 0,1-1 0 0 0,0 0 0 0 0,-1 0 0 0 0,1-1 0 0 0,-1 1 0 0 0,0 0 0 0 0,1 0 0 0 0,0-3 0 0 0,8-7-247 0 0,-2-1 0 0 0,1-1 1 0 0,-2 1-1 0 0,11-24 0 0 0,-12 23 416 0 0,0 1 1 0 0,0 0-1 0 0,2 0 1 0 0,-1 1-1 0 0,16-17 1 0 0,-22 27-75 0 0,-1 0 0 0 0,1 0 0 0 0,0 0 0 0 0,0 0 0 0 0,0 0 0 0 0,1 0-1 0 0,-1 0 1 0 0,0 1 0 0 0,0-1 0 0 0,0 0 0 0 0,0 1 0 0 0,1-1 0 0 0,-1 1 0 0 0,0 0 0 0 0,1-1 0 0 0,-1 1 0 0 0,0 0 0 0 0,1 0 0 0 0,-1 0 0 0 0,0 0 0 0 0,1 0 0 0 0,-1 0 0 0 0,0 0 0 0 0,2 1 0 0 0,-1-1 4 0 0,1 1 0 0 0,-1 1 0 0 0,0-1 1 0 0,-1 0-1 0 0,1 0 0 0 0,0 1 0 0 0,0-1 0 0 0,0 1 0 0 0,-1 0 1 0 0,1-1-1 0 0,-1 1 0 0 0,3 4 0 0 0,1 2 60 0 0,0 1-1 0 0,-1 0 1 0 0,0 0 0 0 0,0 1-1 0 0,3 13 1 0 0,-1 5-28 0 0,-2 0 0 0 0,-1 0 0 0 0,-1 0 0 0 0,-1 0 0 0 0,-1 0 0 0 0,-2 0-1 0 0,-1 0 1 0 0,-9 40 0 0 0,9-56-82 0 0,-1-1 0 0 0,0 0 0 0 0,-8 15 0 0 0,10-22-185 0 0,0-1 0 0 0,-1 1 0 0 0,1-1 0 0 0,-1 1 0 0 0,1-1 0 0 0,-1 0 0 0 0,0 0 0 0 0,0 0 0 0 0,0-1 0 0 0,-1 1 0 0 0,1-1 0 0 0,-1 1 0 0 0,-3 1 0 0 0</inkml:trace>
</inkml:ink>
</file>

<file path=ppt/ink/ink1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2.8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0 173 7834 0 0,'2'3'323'0'0,"-1"-1"0"0"0,1 0 0 0 0,-1 0 0 0 0,1 0 0 0 0,0-1 0 0 0,0 1 0 0 0,0 0 0 0 0,0-1 0 0 0,0 1 0 0 0,0-1 0 0 0,1 1 0 0 0,-1-1 0 0 0,0 0 0 0 0,1 0 0 0 0,-1 0 0 0 0,0-1 0 0 0,1 1 0 0 0,-1 0 0 0 0,4-1 1 0 0,-2 1 85 0 0,1-1 1 0 0,0-1-1 0 0,0 1 1 0 0,-1-1-1 0 0,1 0 1 0 0,-1 0-1 0 0,1 0 1 0 0,0 0 0 0 0,7-5-1 0 0,2-1 190 0 0,-1 0 0 0 0,0-2 0 0 0,-1 0 0 0 0,0 0-1 0 0,19-19 1 0 0,-25 22-567 0 0,0 0 1 0 0,-1 0-1 0 0,0-1 0 0 0,0 0 0 0 0,-1 0 0 0 0,5-10 0 0 0,-8 15-27 0 0,0 1 1 0 0,0-1-1 0 0,-1 0 0 0 0,1 0 0 0 0,0 0 0 0 0,-1 0 1 0 0,1 0-1 0 0,-1 0 0 0 0,0 0 0 0 0,0 1 1 0 0,0-1-1 0 0,0 0 0 0 0,0 0 0 0 0,0 0 1 0 0,0 0-1 0 0,-1 0 0 0 0,1 0 0 0 0,-1 0 1 0 0,1 0-1 0 0,-1 0 0 0 0,0 1 0 0 0,0-1 0 0 0,1 0 1 0 0,-1 0-1 0 0,-1 1 0 0 0,1-1 0 0 0,0 1 1 0 0,0-1-1 0 0,0 1 0 0 0,-1-1 0 0 0,1 1 1 0 0,-4-2-1 0 0,4 2-7 0 0,-1 0 0 0 0,1 1 1 0 0,-1-1-1 0 0,1 1 0 0 0,-1-1 0 0 0,1 1 1 0 0,-1 0-1 0 0,1 0 0 0 0,-1 0 1 0 0,1 0-1 0 0,-1 0 0 0 0,0 0 0 0 0,1 0 1 0 0,-1 0-1 0 0,1 0 0 0 0,-1 1 1 0 0,1-1-1 0 0,-1 1 0 0 0,1-1 0 0 0,-1 1 1 0 0,1 0-1 0 0,0-1 0 0 0,-1 1 1 0 0,1 0-1 0 0,0 0 0 0 0,-1 0 0 0 0,1 0 1 0 0,0 0-1 0 0,0 0 0 0 0,0 0 1 0 0,0 1-1 0 0,0-1 0 0 0,0 0 0 0 0,-1 3 1 0 0,-3 3-9 0 0,1-1 0 0 0,0 1 0 0 0,1 0 0 0 0,-1-1 0 0 0,-3 14 0 0 0,5-13 24 0 0,0 0 0 0 0,1 0 0 0 0,0 0 0 0 0,0 0-1 0 0,1 0 1 0 0,0 0 0 0 0,0 0 0 0 0,1 0 0 0 0,-1 0 0 0 0,2 0 0 0 0,-1 0 0 0 0,1-1 0 0 0,0 1 0 0 0,0 0 0 0 0,1-1 0 0 0,0 1 0 0 0,0-1 0 0 0,0 0 0 0 0,1 0 0 0 0,5 6 0 0 0,-2-3-66 0 0,0-1 1 0 0,1 0-1 0 0,0-1 0 0 0,1 0 1 0 0,0 0-1 0 0,0 0 1 0 0,0-2-1 0 0,1 1 1 0 0,0-1-1 0 0,0 0 0 0 0,0-1 1 0 0,12 4-1 0 0,-1-3-618 0 0</inkml:trace>
</inkml:ink>
</file>

<file path=ppt/ink/ink1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3.3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5529 0 0,'5'7'410'0'0,"-1"-1"1"0"0,0 1-1 0 0,0 0 0 0 0,-1 0 0 0 0,1 0 1 0 0,-2 1-1 0 0,1-1 0 0 0,-1 1 0 0 0,2 12 0 0 0,2 3 292 0 0,42 157 1993 0 0,11 35-1111 0 0,-11-73-5180 0 0,-37-112-1131 0 0</inkml:trace>
</inkml:ink>
</file>

<file path=ppt/ink/ink1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3.9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1 350 9674 0 0,'61'-35'1164'0'0,"-2"-2"1"0"0,82-68-1 0 0,54-34-113 0 0,-194 138-1047 0 0,9-5 180 0 0,0 1 0 0 0,0-1 0 0 0,19-6 0 0 0,-27 12-78 0 0,-1-1 0 0 0,1 0 1 0 0,-1 1-1 0 0,1-1 0 0 0,-1 1 0 0 0,1 0 0 0 0,0 0 0 0 0,-1-1 1 0 0,1 1-1 0 0,0 0 0 0 0,-1 0 0 0 0,1 0 0 0 0,-1 1 0 0 0,1-1 1 0 0,0 0-1 0 0,-1 0 0 0 0,1 1 0 0 0,-1-1 0 0 0,1 1 0 0 0,-1 0 1 0 0,1-1-1 0 0,-1 1 0 0 0,1 0 0 0 0,-1 0 0 0 0,0 0 0 0 0,1 0 1 0 0,-1 0-1 0 0,0 0 0 0 0,0 0 0 0 0,0 1 0 0 0,0-1 0 0 0,0 0 1 0 0,0 1-1 0 0,0-1 0 0 0,1 3 0 0 0,10 30 1084 0 0,-2 2-1 0 0,7 42 1 0 0,-12-49-1049 0 0,1-1-1 0 0,1 0 1 0 0,2 0 0 0 0,20 44 0 0 0,-29-70-182 0 0,1-1-1 0 0,-1 1 1 0 0,1-1 0 0 0,0 1 0 0 0,0-1-1 0 0,0 0 1 0 0,-1 1 0 0 0,1-1 0 0 0,0 0-1 0 0,1 0 1 0 0,-1 0 0 0 0,0 0 0 0 0,0 1-1 0 0,0-2 1 0 0,1 1 0 0 0,-1 0 0 0 0,0 0-1 0 0,1 0 1 0 0,-1-1 0 0 0,1 1 0 0 0,-1-1 0 0 0,1 1-1 0 0,-1-1 1 0 0,1 1 0 0 0,-1-1 0 0 0,1 0-1 0 0,-1 0 1 0 0,1 0 0 0 0,3 0 0 0 0,-4-1-345 0 0,1 0 0 0 0,0 0 0 0 0,-1 0 0 0 0,1 0 0 0 0,-1 0 0 0 0,1-1 0 0 0,-1 1 0 0 0,0 0 0 0 0,0-1 0 0 0,1 1 0 0 0,-1-1 0 0 0,0 1 0 0 0,0-1 0 0 0,0 0 0 0 0,-1 0 1 0 0,1 1-1 0 0,0-1 0 0 0,-1 0 0 0 0,1 0 0 0 0,-1 0 0 0 0,0 1 0 0 0,1-1 0 0 0,-1 0 0 0 0,0 0 0 0 0,0-2 0 0 0,1-8-1855 0 0,2-21 121 0 0,5 4 4100 0 0,-7 27-1670 0 0,0 1 0 0 0,0-1-1 0 0,0 1 1 0 0,0 0-1 0 0,0-1 1 0 0,0 1-1 0 0,0 0 1 0 0,0-1-1 0 0,1 1 1 0 0,-1 0-1 0 0,1 0 1 0 0,-1 0-1 0 0,1 0 1 0 0,-1 0-1 0 0,1 1 1 0 0,-1-1-1 0 0,1 0 1 0 0,0 1-1 0 0,0-1 1 0 0,-1 1-1 0 0,1 0 1 0 0,0-1 0 0 0,-1 1-1 0 0,1 0 1 0 0,0 0-1 0 0,0 0 1 0 0,0 0-1 0 0,-1 1 1 0 0,1-1-1 0 0,0 0 1 0 0,-1 1-1 0 0,1-1 1 0 0,2 2-1 0 0,4 1-11 0 0,0 0-1 0 0,0 1 0 0 0,0 0 0 0 0,-1 0 1 0 0,1 1-1 0 0,-1 0 0 0 0,0 1 0 0 0,0-1 1 0 0,-1 1-1 0 0,0 1 0 0 0,6 7 0 0 0,-5-6-242 0 0,0-1 0 0 0,1 1 0 0 0,0-1-1 0 0,0-1 1 0 0,0 0 0 0 0,1 0-1 0 0,11 6 1 0 0,-17-11-71 0 0,-1-1 1 0 0,1 1-1 0 0,0-1 0 0 0,-1 0 0 0 0,1 0 0 0 0,-1 0 1 0 0,1 0-1 0 0,0 0 0 0 0,-1 0 0 0 0,5-2 1 0 0,6 1-1920 0 0</inkml:trace>
</inkml:ink>
</file>

<file path=ppt/ink/ink1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4.3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1 320 7370 0 0,'17'-24'4603'0'0,"-3"3"-3792"0"0,-2 0 0 0 0,0-1 0 0 0,-1 0 0 0 0,9-26 0 0 0,-16 38-568 0 0,-1 0 1 0 0,0 1 0 0 0,-1-1 0 0 0,0-1-1 0 0,-1 1 1 0 0,0 0 0 0 0,0 0-1 0 0,-1 0 1 0 0,-1-1 0 0 0,0 1 0 0 0,0 0-1 0 0,-5-18 1 0 0,6 28-212 0 0,0-1 0 0 0,0 1 1 0 0,0-1-1 0 0,0 1 0 0 0,0-1 0 0 0,0 0 0 0 0,0 1 0 0 0,0-1 0 0 0,-1 1 1 0 0,1-1-1 0 0,0 1 0 0 0,0-1 0 0 0,-1 1 0 0 0,1-1 0 0 0,0 1 1 0 0,-1 0-1 0 0,1-1 0 0 0,0 1 0 0 0,-1-1 0 0 0,1 1 0 0 0,-1 0 1 0 0,1-1-1 0 0,-1 1 0 0 0,1 0 0 0 0,-1-1 0 0 0,1 1 0 0 0,-1 0 0 0 0,1 0 1 0 0,-1 0-1 0 0,1-1 0 0 0,-1 1 0 0 0,1 0 0 0 0,-1 0 0 0 0,1 0 1 0 0,-1 0-1 0 0,1 0 0 0 0,-1 0 0 0 0,0 0 0 0 0,1 0 0 0 0,-1 0 0 0 0,1 0 1 0 0,-1 1-1 0 0,1-1 0 0 0,-1 0 0 0 0,1 0 0 0 0,-1 0 0 0 0,1 1 1 0 0,-1-1-1 0 0,1 0 0 0 0,-1 0 0 0 0,1 1 0 0 0,-1-1 0 0 0,1 1 0 0 0,-1-1 1 0 0,1 0-1 0 0,0 1 0 0 0,-1-1 0 0 0,1 1 0 0 0,0-1 0 0 0,-1 1 1 0 0,1-1-1 0 0,0 1 0 0 0,-4 4 26 0 0,1-1 0 0 0,1 0 1 0 0,-1 1-1 0 0,0 0 0 0 0,-2 7 0 0 0,0 4-25 0 0,0 1 0 0 0,1 0-1 0 0,0 0 1 0 0,2 0 0 0 0,0 1 0 0 0,1-1-1 0 0,1 0 1 0 0,0 1 0 0 0,5 26 0 0 0,-4-38-31 0 0,0 1 1 0 0,1-1-1 0 0,0 0 1 0 0,0 0-1 0 0,1 1 1 0 0,0-2-1 0 0,0 1 1 0 0,0 0-1 0 0,0 0 1 0 0,1-1-1 0 0,0 0 1 0 0,1 0-1 0 0,-1 0 1 0 0,1 0-1 0 0,-1-1 1 0 0,2 0-1 0 0,-1 0 1 0 0,0 0-1 0 0,1-1 1 0 0,-1 1-1 0 0,1-1 1 0 0,0-1-1 0 0,0 1 1 0 0,0-1-1 0 0,1 0 1 0 0,-1 0-1 0 0,0-1 1 0 0,9 1-1 0 0,4 0-1585 0 0,1-3-5730 0 0</inkml:trace>
</inkml:ink>
</file>

<file path=ppt/ink/ink1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5.2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1 268 7834 0 0,'0'-2'198'0'0,"1"0"0"0"0,0 0 0 0 0,-1 0 0 0 0,1 0 0 0 0,0 0 0 0 0,0 0 0 0 0,0 0 0 0 0,0 1 0 0 0,1-1 0 0 0,-1 0 0 0 0,0 1 0 0 0,1-1 0 0 0,-1 1 0 0 0,1-1 0 0 0,-1 1 0 0 0,1 0 0 0 0,3-2 0 0 0,0-1 207 0 0,0 1 0 0 0,0 0 0 0 0,0 0-1 0 0,1 1 1 0 0,6-3 0 0 0,-8 5-244 0 0,0-1 0 0 0,0 1-1 0 0,0 0 1 0 0,1 0 0 0 0,-1 0 0 0 0,0 1 0 0 0,0 0-1 0 0,0-1 1 0 0,0 1 0 0 0,0 1 0 0 0,0-1 0 0 0,0 0-1 0 0,-1 1 1 0 0,1 0 0 0 0,0 0 0 0 0,-1 0 0 0 0,1 1-1 0 0,-1-1 1 0 0,0 1 0 0 0,0-1 0 0 0,6 7 0 0 0,6 7 186 0 0,-1 1 0 0 0,22 33 1 0 0,-29-40-220 0 0,40 49 163 0 0,-33-43-276 0 0,-1-1-1 0 0,-1 2 1 0 0,15 26-1 0 0,-31-55 88 0 0,0 0 1 0 0,1 0-1 0 0,0 0 1 0 0,1-1-1 0 0,0 1 1 0 0,1-1-1 0 0,1 0 0 0 0,0 1 1 0 0,2-22-1 0 0,2-2 240 0 0,2 1-1 0 0,15-53 0 0 0,-13 61-454 0 0,21-45-1 0 0,-25 64 74 0 0,0 0-1 0 0,1 0 0 0 0,0 0 0 0 0,0 0 0 0 0,1 0 0 0 0,0 1 0 0 0,0 0 0 0 0,0 1 0 0 0,10-8 0 0 0,-15 13-147 0 0,1 1-1 0 0,-1-1 0 0 0,1 0 0 0 0,-1 0 1 0 0,1 1-1 0 0,-1-1 0 0 0,1 1 0 0 0,0 0 1 0 0,-1-1-1 0 0,1 1 0 0 0,0 0 1 0 0,-1 0-1 0 0,1 0 0 0 0,0 0 0 0 0,-1 0 1 0 0,1 0-1 0 0,0 1 0 0 0,-1-1 0 0 0,1 1 1 0 0,0-1-1 0 0,-1 1 0 0 0,1-1 0 0 0,-1 1 1 0 0,1 0-1 0 0,-1 0 0 0 0,3 2 1 0 0</inkml:trace>
</inkml:ink>
</file>

<file path=ppt/ink/ink1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5.6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0 355 10594 0 0,'2'-1'424'0'0,"1"-1"-1"0"0,-1 1 1 0 0,0 0-1 0 0,0-1 1 0 0,-1 0-1 0 0,1 1 1 0 0,0-1 0 0 0,0 0-1 0 0,-1 0 1 0 0,1 0-1 0 0,1-2 1 0 0,12-27 1445 0 0,15-41-1 0 0,-21 45-1859 0 0,-1 0 0 0 0,-1 0 0 0 0,-1-1 0 0 0,2-28 0 0 0,-8 50-2 0 0,0 1 0 0 0,0-1 1 0 0,0 1-1 0 0,-1-1 0 0 0,0 1 0 0 0,-3-9 1 0 0,4 13-5 0 0,0 0 0 0 0,0 1 0 0 0,0-1 0 0 0,-1 0 0 0 0,1 0 0 0 0,0 0 0 0 0,0 1 0 0 0,-1-1 0 0 0,1 0 0 0 0,-1 0 0 0 0,1 1 0 0 0,-1-1 0 0 0,1 0 0 0 0,-1 1 0 0 0,1-1 0 0 0,-1 1 0 0 0,0-1 0 0 0,1 1 0 0 0,-1-1 0 0 0,0 1 0 0 0,1-1 0 0 0,-1 1 0 0 0,0-1 0 0 0,0 1 0 0 0,1 0 0 0 0,-1-1 0 0 0,0 1 0 0 0,0 0 0 0 0,0 0 0 0 0,0 0 0 0 0,1 0 0 0 0,-1 0 0 0 0,0 0 0 0 0,0 0 0 0 0,0 0 0 0 0,0 0 1 0 0,1 0-1 0 0,-1 0 0 0 0,0 0 0 0 0,0 1 0 0 0,0-1 0 0 0,1 0 0 0 0,-1 1 0 0 0,0-1 0 0 0,0 0 0 0 0,1 1 0 0 0,-1-1 0 0 0,0 1 0 0 0,1-1 0 0 0,-1 1 0 0 0,0 0 0 0 0,-2 1 31 0 0,1 1 0 0 0,1-1-1 0 0,-1 1 1 0 0,0-1 0 0 0,0 1 0 0 0,1 0 0 0 0,0-1 0 0 0,-1 1 0 0 0,1 0 0 0 0,0 0-1 0 0,0 0 1 0 0,1 0 0 0 0,-1 0 0 0 0,1 0 0 0 0,-1 0 0 0 0,1 0 0 0 0,0 0 0 0 0,0 0-1 0 0,1 6 1 0 0,1 6 104 0 0,0 0-1 0 0,7 24 0 0 0,-6-28-102 0 0,1 0 0 0 0,0 1 0 0 0,1-1 0 0 0,1-1 0 0 0,-1 1-1 0 0,1-1 1 0 0,1 0 0 0 0,0 0 0 0 0,1-1 0 0 0,11 11-1 0 0,-6-7-622 0 0,2-2 0 0 0,-1 1-1 0 0,2-2 1 0 0,-1 0-1 0 0,34 15 1 0 0,-25-14-5867 0 0</inkml:trace>
</inkml:ink>
</file>

<file path=ppt/ink/ink1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5.9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175 65 5529 0 0,'0'-6'293'0'0,"-1"-1"-1"0"0,0 1 1 0 0,0 0-1 0 0,-1 0 1 0 0,0 1-1 0 0,-2-8 1 0 0,3 12-178 0 0,1 0 0 0 0,-1 0 0 0 0,1 0 0 0 0,-1 1 0 0 0,1-1 0 0 0,-1 0 0 0 0,1 0 0 0 0,-1 0 0 0 0,0 1 0 0 0,1-1 0 0 0,-1 0 0 0 0,0 0 0 0 0,0 1 0 0 0,0-1 0 0 0,1 1 0 0 0,-1-1 0 0 0,0 1 0 0 0,0-1 0 0 0,0 1 0 0 0,0-1 0 0 0,0 1 0 0 0,0 0 0 0 0,0 0 0 0 0,0-1 0 0 0,0 1 0 0 0,0 0 0 0 0,0 0 0 0 0,0 0 0 0 0,0 0 0 0 0,0 0 0 0 0,0 0 0 0 0,0 1 0 0 0,0-1 0 0 0,0 0 0 0 0,0 0 0 0 0,0 1 0 0 0,0-1 0 0 0,0 1 0 0 0,0-1 0 0 0,0 1 0 0 0,0-1 0 0 0,0 1 0 0 0,1-1 0 0 0,-1 1 0 0 0,-1 1 0 0 0,-5 4 333 0 0,0 0 0 0 0,0 0 1 0 0,1 1-1 0 0,0 0 0 0 0,0 0 1 0 0,1 1-1 0 0,0 0 0 0 0,0 0 1 0 0,-4 10-1 0 0,-5 14 380 0 0,-11 36-1 0 0,20-53-516 0 0,1-5-206 0 0,1 0 0 0 0,0 0 0 0 0,1 0 0 0 0,0 0 0 0 0,1 1-1 0 0,0-1 1 0 0,1 11 0 0 0,0-18-102 0 0,0 0 0 0 0,0-1-1 0 0,1 1 1 0 0,0-1 0 0 0,-1 1-1 0 0,1 0 1 0 0,0-1 0 0 0,0 1-1 0 0,0-1 1 0 0,0 0-1 0 0,1 1 1 0 0,-1-1 0 0 0,1 0-1 0 0,-1 0 1 0 0,1 0 0 0 0,0 0-1 0 0,0 0 1 0 0,0 0 0 0 0,0 0-1 0 0,0-1 1 0 0,0 1 0 0 0,0-1-1 0 0,0 1 1 0 0,1-1 0 0 0,-1 0-1 0 0,1 0 1 0 0,-1 0 0 0 0,1 0-1 0 0,-1-1 1 0 0,1 1 0 0 0,0-1-1 0 0,2 1 1 0 0,9 0-24 0 0,1 0 0 0 0,-1-1 1 0 0,25-4-1 0 0,-27 2 10 0 0,-1 1 0 0 0,0 0 1 0 0,1 1-1 0 0,0 0 0 0 0,-1 1 0 0 0,16 3 0 0 0,-26-4 12 0 0,0 0-1 0 0,-1 0 1 0 0,1 1 0 0 0,-1-1-1 0 0,1 0 1 0 0,-1 0-1 0 0,1 0 1 0 0,-1 1-1 0 0,1-1 1 0 0,-1 0 0 0 0,1 0-1 0 0,-1 1 1 0 0,1-1-1 0 0,-1 0 1 0 0,0 1-1 0 0,1-1 1 0 0,-1 1 0 0 0,0-1-1 0 0,1 0 1 0 0,-1 1-1 0 0,0-1 1 0 0,1 1-1 0 0,-1-1 1 0 0,0 1 0 0 0,0-1-1 0 0,0 1 1 0 0,1-1-1 0 0,-1 1 1 0 0,0 0 0 0 0,0-1-1 0 0,0 1 1 0 0,-8 18 29 0 0,-22 12-80 0 0,29-31 46 0 0,-31 27-2441 0 0</inkml:trace>
</inkml:ink>
</file>

<file path=ppt/ink/ink1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6.1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46 920 0 0,'21'-20'-267'0'0,"-17"17"1500"0"0,0-1 0 0 0,1 1 0 0 0,-1 0 0 0 0,1 0 0 0 0,8-4-1 0 0,-11 7-833 0 0,-1-1 0 0 0,1 1 0 0 0,-1-1 0 0 0,1 1-1 0 0,-1 0 1 0 0,1-1 0 0 0,-1 1 0 0 0,1 0-1 0 0,-1 0 1 0 0,1 0 0 0 0,-1 0 0 0 0,1 0 0 0 0,-1 1-1 0 0,1-1 1 0 0,-1 0 0 0 0,1 1 0 0 0,-1-1-1 0 0,0 1 1 0 0,1-1 0 0 0,-1 1 0 0 0,2 1-1 0 0,-1 0-199 0 0,0-1-1 0 0,0 1 0 0 0,0 0 0 0 0,0 0 0 0 0,-1 0 0 0 0,1 0 0 0 0,-1 1 0 0 0,1-1 1 0 0,-1 0-1 0 0,2 4 0 0 0,4 14 1042 0 0,0 1-1 0 0,8 38 1 0 0,-4-10-2247 0 0,5-1-5270 0 0</inkml:trace>
</inkml:ink>
</file>

<file path=ppt/ink/ink1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6.24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55 115 4609 0 0,'-24'-50'4311'0'0,"-7"-15"4261"0"0,45 95-6690 0 0,17 29-6199 0 0,-18-39 2663 0 0</inkml:trace>
</inkml:ink>
</file>

<file path=ppt/ink/ink1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6.5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84 0 2761 0 0,'-23'14'3982'0'0,"15"-8"-2875"0"0,1 1-1 0 0,-1 0 1 0 0,1 0 0 0 0,1 1 0 0 0,-11 15 0 0 0,16-21-960 0 0,0-1 1 0 0,0 1 0 0 0,0 0 0 0 0,0-1-1 0 0,1 1 1 0 0,-1 0 0 0 0,1 0 0 0 0,-1 0-1 0 0,1-1 1 0 0,0 1 0 0 0,-1 0-1 0 0,1 0 1 0 0,0 0 0 0 0,0 0 0 0 0,0 0-1 0 0,1 0 1 0 0,-1-1 0 0 0,0 1 0 0 0,1 0-1 0 0,-1 0 1 0 0,1 0 0 0 0,0-1 0 0 0,-1 1-1 0 0,1 0 1 0 0,0-1 0 0 0,0 1 0 0 0,0 0-1 0 0,0-1 1 0 0,1 1 0 0 0,-1-1 0 0 0,0 0-1 0 0,1 1 1 0 0,-1-1 0 0 0,0 0-1 0 0,1 0 1 0 0,0 0 0 0 0,-1 0 0 0 0,3 1-1 0 0,36 19 866 0 0,-30-16-909 0 0,0 0-1 0 0,-1 1 1 0 0,0-1-1 0 0,17 15 1 0 0,-23-17-106 0 0,0 0-1 0 0,0 1 1 0 0,-1-1 0 0 0,1 0 0 0 0,-1 1-1 0 0,0 0 1 0 0,0-1 0 0 0,0 1 0 0 0,-1 0-1 0 0,1 0 1 0 0,-1 0 0 0 0,0 0-1 0 0,0 0 1 0 0,-1 0 0 0 0,1 0 0 0 0,-1 1-1 0 0,0 4 1 0 0,0 0-50 0 0,-1 0 0 0 0,-1 0-1 0 0,1-1 1 0 0,-1 1 0 0 0,-1 0 0 0 0,0-1-1 0 0,0 1 1 0 0,-8 13 0 0 0,7-15-216 0 0,0 0 1 0 0,0-1-1 0 0,-1 1 0 0 0,-7 7 1 0 0,9-11-325 0 0,-1 0-1 0 0,1 0 1 0 0,-1-1 0 0 0,1 1-1 0 0,-1 0 1 0 0,0-1 0 0 0,0 0 0 0 0,-5 2-1 0 0</inkml:trace>
</inkml:ink>
</file>

<file path=ppt/ink/ink1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6.8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7370 0 0,'2'13'7678'0'0,"3"5"-3524"0"0,38 81-1601 0 0,11 23-1617 0 0,47 96-539 0 0,-100-216-439 0 0,25 39-41 0 0,-25-39-163 0 0,1-1-1 0 0,-1 1 0 0 0,1-1 0 0 0,0 1 0 0 0,-1-1 1 0 0,1 0-1 0 0,0 0 0 0 0,0 0 0 0 0,0 0 0 0 0,0 0 0 0 0,4 1 1 0 0</inkml:trace>
</inkml:ink>
</file>

<file path=ppt/ink/ink1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6.9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24 3225 0 0,'0'6'6532'0'0,"-1"-6"-6423"0"0,21-1 3027 0 0,27-7-623 0 0,31-10-2745 0 0,-54 15-5249 0 0</inkml:trace>
</inkml:ink>
</file>

<file path=ppt/ink/ink1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7.6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180 1 2304 0 0,'-14'9'1179'0'0,"0"1"-1"0"0,1 1 0 0 0,0 0 0 0 0,1 1 0 0 0,0 0 1 0 0,0 1-1 0 0,2 0 0 0 0,-12 19 0 0 0,14-20-578 0 0,0 1 0 0 0,2 0 0 0 0,-1 0 0 0 0,2 0-1 0 0,0 1 1 0 0,0 0 0 0 0,1 0 0 0 0,1 1 0 0 0,-3 26 0 0 0,6-39-583 0 0,0 0 0 0 0,-1 0 0 0 0,1 0 0 0 0,0 0 0 0 0,0-1 0 0 0,0 1 0 0 0,0 0 0 0 0,1 0 0 0 0,-1 0 0 0 0,0 0 0 0 0,1 0 0 0 0,-1-1 0 0 0,1 1 0 0 0,0 0 0 0 0,-1 0 0 0 0,1-1 0 0 0,0 1-1 0 0,0-1 1 0 0,0 1 0 0 0,0-1 0 0 0,1 1 0 0 0,-1-1 0 0 0,0 1 0 0 0,1-1 0 0 0,-1 0 0 0 0,1 0 0 0 0,-1 0 0 0 0,1 0 0 0 0,-1 0 0 0 0,1 0 0 0 0,0 0 0 0 0,-1 0 0 0 0,1-1 0 0 0,0 1 0 0 0,0-1 0 0 0,0 1 0 0 0,-1-1 0 0 0,4 1 0 0 0,-1-2-56 0 0,1 1-1 0 0,-1-1 1 0 0,0 1 0 0 0,0-1-1 0 0,0 0 1 0 0,-1 0-1 0 0,1-1 1 0 0,0 1 0 0 0,0-1-1 0 0,-1 0 1 0 0,1 0-1 0 0,-1 0 1 0 0,1-1 0 0 0,-1 1-1 0 0,0-1 1 0 0,0 1-1 0 0,3-5 1 0 0,4-6-109 0 0,0 0 0 0 0,-1-1 0 0 0,-1-1 0 0 0,8-18 0 0 0,-9 18 153 0 0,0 1-1 0 0,1 0 1 0 0,1 0-1 0 0,14-17 1 0 0,-23 30 25 0 0,1 0 0 0 0,0 0 0 0 0,-1 1 1 0 0,1-1-1 0 0,0 0 0 0 0,-1 1 0 0 0,1-1 1 0 0,0 1-1 0 0,0-1 0 0 0,0 1 1 0 0,0-1-1 0 0,-1 1 0 0 0,1 0 0 0 0,0-1 1 0 0,0 1-1 0 0,0 0 0 0 0,0 0 0 0 0,0-1 1 0 0,0 1-1 0 0,0 0 0 0 0,0 0 1 0 0,0 0-1 0 0,0 0 0 0 0,1 1 0 0 0,0-1 39 0 0,0 1 0 0 0,-1 0-1 0 0,1 0 1 0 0,-1 0-1 0 0,1 0 1 0 0,-1 0-1 0 0,1 0 1 0 0,-1 0 0 0 0,1 0-1 0 0,-1 1 1 0 0,0-1-1 0 0,2 2 1 0 0,3 7 267 0 0,0 0 1 0 0,0 1-1 0 0,6 14 0 0 0,-8-15-243 0 0,-3-7-47 0 0,27 47 219 0 0,-26-47-264 0 0,-1-1 0 0 0,0 0 0 0 0,1 0 0 0 0,0 0 0 0 0,-1 0 0 0 0,1 0 0 0 0,0 0 0 0 0,0 0 0 0 0,0-1 0 0 0,0 1 0 0 0,0-1 0 0 0,1 1 0 0 0,-1-1 0 0 0,0 0 0 0 0,1 0 0 0 0,-1 0 0 0 0,1 0 0 0 0,4 1 0 0 0,-6-2-5 0 0,1-1 0 0 0,-1 1 0 0 0,1-1 0 0 0,-1 1 0 0 0,1-1 0 0 0,-1 0 0 0 0,1 1 0 0 0,-1-1 0 0 0,1 0 1 0 0,-1 0-1 0 0,0 0 0 0 0,0 0 0 0 0,1 0 0 0 0,-1 0 0 0 0,0-1 0 0 0,0 1 0 0 0,0 0 0 0 0,0 0 0 0 0,-1-1 0 0 0,1 1 0 0 0,0-1 0 0 0,1-2 0 0 0,14-40-440 0 0,-13 32 312 0 0,1 1 82 0 0,17-44-267 0 0,-20 53 308 0 0,-1 1 0 0 0,1-1 1 0 0,0 0-1 0 0,1 0 0 0 0,-1 0 1 0 0,0 1-1 0 0,0-1 0 0 0,1 1 0 0 0,-1-1 1 0 0,1 1-1 0 0,-1-1 0 0 0,1 1 1 0 0,0 0-1 0 0,-1 0 0 0 0,1 0 0 0 0,0 0 1 0 0,0 0-1 0 0,0 0 0 0 0,0 0 1 0 0,0 0-1 0 0,0 1 0 0 0,3-1 0 0 0,-2 2 28 0 0,0 0-1 0 0,0 0 1 0 0,0 0-1 0 0,0 1 0 0 0,-1-1 1 0 0,1 1-1 0 0,-1 0 0 0 0,1-1 1 0 0,-1 1-1 0 0,0 0 1 0 0,1 1-1 0 0,-1-1 0 0 0,0 0 1 0 0,0 1-1 0 0,-1-1 1 0 0,1 1-1 0 0,2 4 0 0 0,-2-3 8 0 0,1-1 0 0 0,-1 1-1 0 0,1-1 1 0 0,0 1 0 0 0,0-1-1 0 0,1 0 1 0 0,5 5-1 0 0,-8-8-26 0 0,0 0 0 0 0,0 0-1 0 0,-1 0 1 0 0,1 0-1 0 0,0 0 1 0 0,-1-1 0 0 0,1 1-1 0 0,0 0 1 0 0,-1 0-1 0 0,1 0 1 0 0,0-1-1 0 0,-1 1 1 0 0,1 0 0 0 0,-1-1-1 0 0,1 1 1 0 0,-1-1-1 0 0,1 1 1 0 0,0-1-1 0 0,-1 1 1 0 0,0-1 0 0 0,1 1-1 0 0,-1-1 1 0 0,1 0-1 0 0,14-18-50 0 0,-10 13 42 0 0,-1 2 16 0 0,4-7 201 0 0,1 1 1 0 0,1 0-1 0 0,0 0 0 0 0,15-11 0 0 0,-22 19-162 0 0,0 0 0 0 0,0 0-1 0 0,1 1 1 0 0,-1-1-1 0 0,0 1 1 0 0,1-1 0 0 0,-1 1-1 0 0,1 0 1 0 0,0 0-1 0 0,-1 1 1 0 0,1-1 0 0 0,0 1-1 0 0,-1 0 1 0 0,1 0-1 0 0,0 0 1 0 0,-1 0 0 0 0,1 1-1 0 0,0 0 1 0 0,-1-1-1 0 0,1 1 1 0 0,4 2 0 0 0,6 3 5 0 0,-6-4-236 0 0,0 1 1 0 0,0 1 0 0 0,-1 0-1 0 0,0 0 1 0 0,1 0 0 0 0,-1 1 0 0 0,7 6-1 0 0,-7-4-413 0 0</inkml:trace>
</inkml:ink>
</file>

<file path=ppt/ink/ink1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8.0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77 28 6913 0 0,'-19'-12'1123'0'0,"17"10"-491"0"0,0 0-1 0 0,-1 0 1 0 0,1 1 0 0 0,-1-1-1 0 0,0 1 1 0 0,1 0 0 0 0,-1-1 0 0 0,0 1-1 0 0,-3-1 1 0 0,5 3-475 0 0,0-1 0 0 0,0 0 0 0 0,0 0-1 0 0,0 1 1 0 0,0-1 0 0 0,0 0 0 0 0,0 1 0 0 0,0-1 0 0 0,0 1 0 0 0,0-1 0 0 0,0 1-1 0 0,0 0 1 0 0,0-1 0 0 0,1 1 0 0 0,-1 0 0 0 0,0 0 0 0 0,0-1 0 0 0,1 1-1 0 0,-1 0 1 0 0,1 0 0 0 0,-1 0 0 0 0,1 0 0 0 0,-1 0 0 0 0,1 0 0 0 0,-1 0-1 0 0,1 0 1 0 0,0 0 0 0 0,0 0 0 0 0,-1 0 0 0 0,1 0 0 0 0,0 0 0 0 0,0 2 0 0 0,-2 5 134 0 0,0 1 1 0 0,1-1 0 0 0,0 0-1 0 0,1 1 1 0 0,-1 0 0 0 0,2-1-1 0 0,-1 1 1 0 0,1-1 0 0 0,0 1 0 0 0,1-1-1 0 0,0 0 1 0 0,3 9 0 0 0,-2-11-358 0 0,-1 0 0 0 0,1 0 0 0 0,1-1 0 0 0,-1 0 0 0 0,1 1 0 0 0,0-1 0 0 0,4 4 0 0 0,-3-4-425 0 0,-1-1 0 0 0,1 0 0 0 0,0 0 0 0 0,1 0 0 0 0,-1-1-1 0 0,1 0 1 0 0,8 4 0 0 0</inkml:trace>
</inkml:ink>
</file>

<file path=ppt/ink/ink1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8.3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1 175 8290 0 0,'0'1'162'0'0,"0"-1"0"0"0,0 1 0 0 0,0 0 1 0 0,0-1-1 0 0,0 1 0 0 0,0-1 0 0 0,0 1 1 0 0,0-1-1 0 0,1 1 0 0 0,-1 0 0 0 0,0-1 0 0 0,0 1 1 0 0,0-1-1 0 0,1 1 0 0 0,-1-1 0 0 0,0 1 1 0 0,1-1-1 0 0,-1 1 0 0 0,0-1 0 0 0,1 0 0 0 0,-1 1 1 0 0,1-1-1 0 0,-1 1 0 0 0,1-1 0 0 0,-1 0 1 0 0,1 1-1 0 0,-1-1 0 0 0,1 0 0 0 0,-1 0 0 0 0,1 1 1 0 0,-1-1-1 0 0,1 0 0 0 0,-1 0 0 0 0,1 0 1 0 0,0 0-1 0 0,-1 0 0 0 0,1 0 0 0 0,-1 0 0 0 0,1 0 1 0 0,-1 0-1 0 0,1 0 0 0 0,0 0 0 0 0,-1 0 1 0 0,1 0-1 0 0,-1 0 0 0 0,1 0 0 0 0,-1-1 0 0 0,1 1 1 0 0,0 0-1 0 0,0-1 0 0 0,2 0 161 0 0,-1 0-1 0 0,1 0 1 0 0,0-1-1 0 0,-1 1 1 0 0,1-1-1 0 0,-1 1 1 0 0,1-1-1 0 0,3-4 0 0 0,0-1-137 0 0,-1-1-1 0 0,0 0 0 0 0,0-1 0 0 0,-1 1 0 0 0,0-1 0 0 0,5-16 0 0 0,-8 21-269 0 0,1 0-1 0 0,-1 0 1 0 0,0-1-1 0 0,-1 1 1 0 0,1 0-1 0 0,-1-1 1 0 0,0 1-1 0 0,0-1 1 0 0,0 1-1 0 0,0 0 0 0 0,-1-1 1 0 0,0 1-1 0 0,0 0 1 0 0,0-1-1 0 0,0 1 1 0 0,-4-7-1 0 0,5 10 9 0 0,-1 0 0 0 0,1 0 0 0 0,-1 0 0 0 0,1 0 0 0 0,-1 0 0 0 0,0 0 0 0 0,1 1 0 0 0,-1-1 0 0 0,0 0 0 0 0,0 0 0 0 0,0 0 0 0 0,0 1 0 0 0,1-1 0 0 0,-1 0 0 0 0,0 1 0 0 0,0-1 0 0 0,0 1 0 0 0,-1-1 0 0 0,1 1 0 0 0,0 0 0 0 0,0-1 0 0 0,0 1 0 0 0,0 0 0 0 0,0 0 0 0 0,0 0 0 0 0,0 0 0 0 0,-1 0 0 0 0,1 0 0 0 0,0 0 0 0 0,0 0 0 0 0,0 0 0 0 0,0 1 0 0 0,0-1 0 0 0,0 0 0 0 0,0 1 0 0 0,0-1 0 0 0,-1 0 0 0 0,1 1 0 0 0,0 0 0 0 0,1-1 0 0 0,-1 1 0 0 0,0 0 0 0 0,0-1 0 0 0,0 1 0 0 0,0 0 0 0 0,-1 1 0 0 0,-1 1 33 0 0,1 0 1 0 0,-1 0 0 0 0,1 1-1 0 0,0-1 1 0 0,-1 1-1 0 0,2-1 1 0 0,-1 1-1 0 0,0 0 1 0 0,1-1-1 0 0,-1 1 1 0 0,0 8-1 0 0,1-8 231 0 0,1 1 0 0 0,0-1 0 0 0,0 0 0 0 0,0 0 0 0 0,1 1 0 0 0,-1-1 1 0 0,1 0-1 0 0,0 0 0 0 0,0 1 0 0 0,1-1 0 0 0,-1 0 0 0 0,1 0 0 0 0,0-1 0 0 0,0 1 0 0 0,4 6 0 0 0,-1-5 37 0 0,-1 0 0 0 0,1 0 0 0 0,0-1 1 0 0,0 1-1 0 0,0-1 0 0 0,1 0 0 0 0,-1-1 0 0 0,1 1 1 0 0,8 3-1 0 0,-2-3-453 0 0,0 1 0 0 0,-1-2 0 0 0,1 1 1 0 0,0-2-1 0 0,1 1 0 0 0,-1-2 0 0 0,0 0 1 0 0,1 0-1 0 0,-1-1 0 0 0,19-2 0 0 0,-10-3-6286 0 0</inkml:trace>
</inkml:ink>
</file>

<file path=ppt/ink/ink1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8.8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15 131 10138 0 0,'-6'6'3672'0'0,"6"-5"-3409"0"0,-1 0-1 0 0,1-1 0 0 0,0 1 1 0 0,0-1-1 0 0,0 1 0 0 0,0 0 1 0 0,0-1-1 0 0,0 1 0 0 0,0 0 0 0 0,0 0 1 0 0,-5 22 1413 0 0,3-8-1300 0 0,1 0 0 0 0,1-1 0 0 0,0 1 0 0 0,1 0-1 0 0,1 0 1 0 0,0-1 0 0 0,1 1 0 0 0,1-1 0 0 0,0 0 0 0 0,10 23 0 0 0,-12-32-359 0 0,1 1 0 0 0,0-1 0 0 0,0 1 0 0 0,1-1 0 0 0,0 0 0 0 0,0-1-1 0 0,0 1 1 0 0,0-1 0 0 0,1 1 0 0 0,-1-1 0 0 0,1 0 0 0 0,0-1 0 0 0,0 1 0 0 0,1-1 0 0 0,-1 0 0 0 0,1-1 0 0 0,0 1 0 0 0,-1-1 0 0 0,1 0-1 0 0,0-1 1 0 0,0 1 0 0 0,0-1 0 0 0,0 0 0 0 0,1 0 0 0 0,-1-1 0 0 0,0 0 0 0 0,11-1 0 0 0,-10 0-23 0 0,0 0 0 0 0,-1 0 0 0 0,1 0 0 0 0,0-1-1 0 0,-1 0 1 0 0,1-1 0 0 0,-1 1 0 0 0,0-1 0 0 0,0 0 0 0 0,0-1 0 0 0,0 1 0 0 0,0-1 0 0 0,-1 0 0 0 0,0-1 0 0 0,5-4-1 0 0,-4 2-47 0 0,-1 0-1 0 0,0 0 1 0 0,0 0-1 0 0,-1 0 1 0 0,0-1-1 0 0,-1 1 1 0 0,1-1-1 0 0,-1 0 1 0 0,-1 0-1 0 0,4-16 1 0 0,-4 8-146 0 0,-1 0 1 0 0,0 0-1 0 0,-1 0 1 0 0,0 0-1 0 0,-1 0 1 0 0,-1 0-1 0 0,-1 0 1 0 0,0 0 0 0 0,-1 1-1 0 0,-1 0 1 0 0,0-1-1 0 0,-11-19 1 0 0,14 30 10 0 0,-1-1 1 0 0,0 1-1 0 0,-1 0 1 0 0,1 0-1 0 0,-1 1 0 0 0,0-1 1 0 0,0 1-1 0 0,-1-1 1 0 0,1 2-1 0 0,-8-7 1 0 0,9 9 113 0 0,1 0 1 0 0,-1 0 0 0 0,1 0 0 0 0,-1 0 0 0 0,1 0 0 0 0,-1 1-1 0 0,1-1 1 0 0,-1 1 0 0 0,0 0 0 0 0,1 0 0 0 0,-1 0 0 0 0,0 0-1 0 0,1 0 1 0 0,-1 0 0 0 0,1 1 0 0 0,-1-1 0 0 0,0 1 0 0 0,1 0-1 0 0,-1 0 1 0 0,1 0 0 0 0,-1 0 0 0 0,1 0 0 0 0,0 0 0 0 0,0 1-1 0 0,-1-1 1 0 0,-1 3 0 0 0,-14 11-1145 0 0,2 3-3966 0 0</inkml:trace>
</inkml:ink>
</file>

<file path=ppt/ink/ink1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9.1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72 2 7834 0 0,'-1'0'335'0'0,"-1"-1"1"0"0,1 1 0 0 0,-1 0 0 0 0,1 0 0 0 0,0 0-1 0 0,-1 0 1 0 0,1 0 0 0 0,0 0 0 0 0,-1 1 0 0 0,1-1-1 0 0,-1 0 1 0 0,1 1 0 0 0,0-1 0 0 0,0 1 0 0 0,-1-1-1 0 0,1 1 1 0 0,0 0 0 0 0,0-1 0 0 0,-1 1-1 0 0,1 0 1 0 0,-1 2 0 0 0,-1 0 106 0 0,0 0 0 0 0,0 0 0 0 0,1 1 0 0 0,-1-1 0 0 0,1 1 0 0 0,0 0 0 0 0,-2 5 0 0 0,0 2 73 0 0,0 0-1 0 0,1 0 0 0 0,0 1 0 0 0,-2 20 1 0 0,4-14-318 0 0,2 0 0 0 0,0 0 0 0 0,1 0 0 0 0,1-1 0 0 0,1 1 1 0 0,0 0-1 0 0,1-1 0 0 0,1 0 0 0 0,12 22 0 0 0,-1-3-41 0 0,3-1-1 0 0,1-1 0 0 0,29 38 0 0 0,-31-50-282 0 0,2 0 1 0 0,32 27-1 0 0,3 2-5733 0 0,-48-42 3926 0 0</inkml:trace>
</inkml:ink>
</file>

<file path=ppt/ink/ink1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9.2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0 172 6449 0 0,'0'0'577'0'0,"2"0"-465"0"0,1-1-112 0 0,-1-1 0 0 0,2 1 608 0 0,2 0 104 0 0,4-2 24 0 0,5-5 0 0 0,5-2 32 0 0,5-7 0 0 0,1-1 9 0 0,0-1-1 0 0,-1-3-1624 0 0,1 0-329 0 0,2-3-63 0 0,-3 2-8 0 0</inkml:trace>
</inkml:ink>
</file>

<file path=ppt/ink/ink1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9.5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60 0 6913 0 0,'-4'1'524'0'0,"1"0"-1"0"0,0 0 0 0 0,0 1 0 0 0,-1-1 1 0 0,1 1-1 0 0,0-1 0 0 0,1 1 0 0 0,-1 0 1 0 0,0 0-1 0 0,0 0 0 0 0,1 1 0 0 0,-1-1 1 0 0,1 1-1 0 0,0-1 0 0 0,0 1 0 0 0,0 0 1 0 0,0 0-1 0 0,0 0 0 0 0,1 0 0 0 0,-3 6 1 0 0,3-5-14 0 0,0 0 0 0 0,0 0-1 0 0,1 0 1 0 0,0 0 0 0 0,-1-1 0 0 0,1 1 0 0 0,1 6 0 0 0,10 30 178 0 0,-2-16-556 0 0,1-1 1 0 0,1 0-1 0 0,2-1 1 0 0,0-1-1 0 0,23 29 1 0 0,20 12-6697 0 0</inkml:trace>
</inkml:ink>
</file>

<file path=ppt/ink/ink1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9.9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0 302 4145 0 0,'39'-51'3343'0'0,"4"12"-2775"0"0,1 1 1 0 0,1 2-1 0 0,2 3 0 0 0,2 1 0 0 0,54-26 0 0 0,-98 56-396 0 0,-1-1-1 0 0,0 2 1 0 0,0-1 0 0 0,1 0 0 0 0,-1 1-1 0 0,1 0 1 0 0,-1 0 0 0 0,1 0 0 0 0,-1 1-1 0 0,1-1 1 0 0,0 1 0 0 0,-1 0 0 0 0,7 1-1 0 0,-8 0-5 0 0,1 0 0 0 0,-1 0 0 0 0,0 1-1 0 0,0-1 1 0 0,0 1 0 0 0,0 0-1 0 0,0 0 1 0 0,0 0 0 0 0,0 0 0 0 0,-1 0-1 0 0,1 0 1 0 0,-1 1 0 0 0,1 0 0 0 0,-1-1-1 0 0,0 1 1 0 0,0 0 0 0 0,0 0-1 0 0,1 4 1 0 0,10 19 272 0 0,-2 1 0 0 0,-1 0 0 0 0,-2 0 0 0 0,7 31 0 0 0,12 40-239 0 0,-26-96-192 0 0,-1-1 0 0 0,0 1 1 0 0,1-1-1 0 0,-1 1 0 0 0,1 0 1 0 0,0-1-1 0 0,0 1 0 0 0,-1-1 1 0 0,1 0-1 0 0,0 1 1 0 0,0-1-1 0 0,0 0 0 0 0,0 0 1 0 0,1 1-1 0 0,-1-1 0 0 0,0 0 1 0 0,0 0-1 0 0,1 0 0 0 0,2 1 1 0 0,-3-2-11 0 0,0 0 0 0 0,0 0 0 0 0,0 0 0 0 0,0 0 0 0 0,0 0 0 0 0,0-1 0 0 0,0 1 0 0 0,0 0 0 0 0,0-1 0 0 0,0 1 1 0 0,0-1-1 0 0,-1 1 0 0 0,1 0 0 0 0,0-1 0 0 0,0 0 0 0 0,0 1 0 0 0,0-1 0 0 0,-1 0 0 0 0,1 1 0 0 0,0-1 0 0 0,-1 0 0 0 0,2-1 0 0 0,4-7-74 0 0,0 0-1 0 0,-1 0 0 0 0,0 0 0 0 0,5-14 0 0 0,9-27-216 0 0,-12 28 540 0 0,2-1-1 0 0,0 1 1 0 0,1 0-1 0 0,2 1 1 0 0,24-35-1 0 0,-34 54-157 0 0,-1 0 0 0 0,0 0 0 0 0,1 1-1 0 0,-1-1 1 0 0,1 0 0 0 0,0 1 0 0 0,0 0 0 0 0,-1-1 0 0 0,1 1-1 0 0,0 0 1 0 0,0 0 0 0 0,0 0 0 0 0,0 0 0 0 0,0 0-1 0 0,0 0 1 0 0,1 1 0 0 0,-1-1 0 0 0,0 1 0 0 0,0 0 0 0 0,0-1-1 0 0,1 1 1 0 0,-1 0 0 0 0,0 0 0 0 0,0 0 0 0 0,1 1-1 0 0,-1-1 1 0 0,0 1 0 0 0,0-1 0 0 0,0 1 0 0 0,0-1 0 0 0,1 1-1 0 0,-1 0 1 0 0,0 0 0 0 0,0 0 0 0 0,3 3 0 0 0,4 4-102 0 0,1 0 0 0 0,-1 0 0 0 0,-1 2 0 0 0,1-1 0 0 0,9 15 0 0 0,6 6-810 0 0,-11-18-484 0 0,1 0-350 0 0</inkml:trace>
</inkml:ink>
</file>

<file path=ppt/ink/ink1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10.2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0 311 6449 0 0,'10'-2'585'0'0,"-1"-1"0"0"0,0 0 0 0 0,0 0 0 0 0,-1-1-1 0 0,1 0 1 0 0,-1 0 0 0 0,0-1 0 0 0,0 0 0 0 0,0-1-1 0 0,0 0 1 0 0,-1 0 0 0 0,9-10 0 0 0,-10 9-299 0 0,0 0 0 0 0,-1 0 0 0 0,0 0 0 0 0,-1 0 0 0 0,1-1 0 0 0,-1 0 1 0 0,-1 0-1 0 0,0 0 0 0 0,0 0 0 0 0,0 0 0 0 0,-1-1 0 0 0,0 1 0 0 0,1-14 0 0 0,-3 10-164 0 0,0 0-1 0 0,0 0 0 0 0,-4-19 1 0 0,4 28-106 0 0,0 0 1 0 0,-1 0 0 0 0,0 0-1 0 0,1 1 1 0 0,-1-1-1 0 0,0 0 1 0 0,0 0 0 0 0,-1 1-1 0 0,1-1 1 0 0,-1 1 0 0 0,1-1-1 0 0,-1 1 1 0 0,0-1 0 0 0,0 1-1 0 0,0 0 1 0 0,0 0-1 0 0,0 0 1 0 0,0 0 0 0 0,0 0-1 0 0,-4-1 1 0 0,4 2-18 0 0,1 1 0 0 0,-1 0 0 0 0,1 0 0 0 0,-1-1 0 0 0,1 1 0 0 0,-1 0 0 0 0,1 0 0 0 0,-1 0 1 0 0,1 1-1 0 0,-1-1 0 0 0,1 0 0 0 0,-1 1 0 0 0,1-1 0 0 0,0 1 0 0 0,-1-1 0 0 0,1 1 0 0 0,0-1 0 0 0,-1 1 0 0 0,1 0 0 0 0,0 0 0 0 0,-1 0 0 0 0,1 0 0 0 0,0 0 0 0 0,0 0 0 0 0,0 0 1 0 0,0 0-1 0 0,0 0 0 0 0,0 0 0 0 0,0 1 0 0 0,1-1 0 0 0,-1 0 0 0 0,0 1 0 0 0,1-1 0 0 0,-1 3 0 0 0,-3 4 34 0 0,0 1 0 0 0,1 0 0 0 0,0 0 0 0 0,-2 10 0 0 0,3-6 187 0 0,0 0 1 0 0,0 0-1 0 0,2-1 1 0 0,-1 1-1 0 0,2 0 1 0 0,-1 0-1 0 0,2 0 1 0 0,0-1-1 0 0,0 1 0 0 0,8 21 1 0 0,-8-29-199 0 0,0 0 1 0 0,0-1-1 0 0,1 1 0 0 0,-1-1 1 0 0,1 1-1 0 0,0-1 0 0 0,0 0 1 0 0,0 0-1 0 0,1-1 0 0 0,-1 1 1 0 0,1-1-1 0 0,0 1 1 0 0,0-1-1 0 0,0 0 0 0 0,0-1 1 0 0,1 1-1 0 0,-1-1 0 0 0,1 0 1 0 0,0 0-1 0 0,-1 0 0 0 0,1-1 1 0 0,0 1-1 0 0,0-1 1 0 0,0 0-1 0 0,0-1 0 0 0,0 1 1 0 0,0-1-1 0 0,0 0 0 0 0,0 0 1 0 0,6-1-1 0 0,30-9-2108 0 0,-20 1-5151 0 0</inkml:trace>
</inkml:ink>
</file>

<file path=ppt/ink/ink1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11.3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165 240 2761 0 0,'0'-1'299'0'0,"-1"-1"0"0"0,1 0 0 0 0,0 1 1 0 0,-1-1-1 0 0,1 0 0 0 0,-1 0 0 0 0,1 1 1 0 0,-1-1-1 0 0,0 1 0 0 0,0-1 0 0 0,0 1 1 0 0,0-1-1 0 0,0 1 0 0 0,0-1 0 0 0,0 1 1 0 0,0 0-1 0 0,-1 0 0 0 0,1 0 0 0 0,0-1 0 0 0,-1 1 1 0 0,1 0-1 0 0,-1 1 0 0 0,1-1 0 0 0,-1 0 1 0 0,1 0-1 0 0,-1 1 0 0 0,0-1 0 0 0,1 1 1 0 0,-1-1-1 0 0,-3 0 0 0 0,1 1 171 0 0,1-1-1 0 0,0 1 1 0 0,-1-1 0 0 0,1 1-1 0 0,-1 0 1 0 0,1 1-1 0 0,-1-1 1 0 0,1 0 0 0 0,-1 1-1 0 0,1 0 1 0 0,-1 0 0 0 0,1 0-1 0 0,0 0 1 0 0,-6 3-1 0 0,5 0-288 0 0,0-1-1 0 0,0 1 0 0 0,1 0 0 0 0,-1-1 0 0 0,1 2 1 0 0,0-1-1 0 0,0 0 0 0 0,0 1 0 0 0,1-1 0 0 0,0 1 1 0 0,0 0-1 0 0,0 0 0 0 0,-2 7 0 0 0,-1 10-89 0 0,-6 39-1 0 0,8-44 10 0 0,-1 9-118 0 0,2-1 1 0 0,0 48 0 0 0,2-67 14 0 0,0 1 0 0 0,0-1 0 0 0,1 0 1 0 0,0 0-1 0 0,0 0 0 0 0,1 0 0 0 0,0 0 1 0 0,0 0-1 0 0,0-1 0 0 0,1 1 1 0 0,-1-1-1 0 0,1 1 0 0 0,1-1 0 0 0,-1 0 1 0 0,1 0-1 0 0,0 0 0 0 0,0-1 0 0 0,5 5 1 0 0,-5-7-43 0 0,-1 1 0 0 0,1-2 0 0 0,0 1 0 0 0,0 0 0 0 0,0-1 0 0 0,0 0 0 0 0,0 0 0 0 0,0 0 0 0 0,0 0 0 0 0,0-1 0 0 0,1 1 0 0 0,-1-1 1 0 0,0 0-1 0 0,0 0 0 0 0,0-1 0 0 0,0 1 0 0 0,1-1 0 0 0,-1 0 0 0 0,0 0 0 0 0,0-1 0 0 0,0 1 0 0 0,-1-1 0 0 0,1 0 0 0 0,0 0 0 0 0,4-2 0 0 0,2-3-110 0 0,-1 1 0 0 0,1-1 0 0 0,-1-1 0 0 0,0 0 0 0 0,-1 0 0 0 0,0 0 0 0 0,13-19 0 0 0,5-12-135 0 0,-3-2 0 0 0,0 0 0 0 0,-3-2 0 0 0,-2 0 0 0 0,-2-1 0 0 0,20-83 0 0 0,-33 114 535 0 0,-1 1 0 0 0,-1-1 0 0 0,0 0 0 0 0,0 1 0 0 0,-1-1 0 0 0,-1 0 0 0 0,0 1 0 0 0,-1-1-1 0 0,-1 0 1 0 0,-5-12 2061 0 0,9 39-1710 0 0,3 20-477 0 0,5-5-88 0 0,2 0 0 0 0,0-1 1 0 0,2 0-1 0 0,1 0 1 0 0,2-1-1 0 0,0-1 0 0 0,2-1 1 0 0,0-1-1 0 0,2 0 1 0 0,33 31-1 0 0,-49-51-74 0 0,-1-1 1 0 0,1 0 0 0 0,0 1-1 0 0,0-1 1 0 0,0-1-1 0 0,0 1 1 0 0,1-1-1 0 0,8 4 1 0 0,-12-6 25 0 0,1 1 1 0 0,0-1-1 0 0,0 0 0 0 0,-1 0 1 0 0,1 0-1 0 0,0 0 1 0 0,-1 0-1 0 0,1-1 0 0 0,0 1 1 0 0,-1 0-1 0 0,1-1 1 0 0,-1 1-1 0 0,1-1 0 0 0,-1 0 1 0 0,1 0-1 0 0,-1 1 1 0 0,1-1-1 0 0,-1 0 0 0 0,1 0 1 0 0,-1 0-1 0 0,0 0 1 0 0,0-1-1 0 0,0 1 0 0 0,1 0 1 0 0,-1 0-1 0 0,0-1 1 0 0,-1 1-1 0 0,1-1 0 0 0,1-2 1 0 0,6-11-172 0 0,-1 0 1 0 0,-1 0-1 0 0,0-1 1 0 0,-2 0-1 0 0,1 0 0 0 0,2-26 1 0 0,-5 28 332 0 0,0-1 0 0 0,1 1 0 0 0,1 0 0 0 0,0 0 0 0 0,1 0 0 0 0,0 0 0 0 0,1 1 0 0 0,16-25 0 0 0,-21 37-122 0 0,0-1 0 0 0,0 1 0 0 0,0-1-1 0 0,0 1 1 0 0,0-1 0 0 0,0 1 0 0 0,0 0 0 0 0,1-1 0 0 0,-1 1 0 0 0,0 0 0 0 0,1 0 0 0 0,-1 0 0 0 0,1 0 0 0 0,0 1 0 0 0,-1-1-1 0 0,1 0 1 0 0,0 1 0 0 0,-1-1 0 0 0,1 1 0 0 0,0-1 0 0 0,0 1 0 0 0,-1 0 0 0 0,1-1 0 0 0,0 1 0 0 0,0 0 0 0 0,0 0 0 0 0,-1 1-1 0 0,1-1 1 0 0,0 0 0 0 0,0 1 0 0 0,-1-1 0 0 0,1 1 0 0 0,0-1 0 0 0,2 2 0 0 0,3 3 43 0 0,0 0 1 0 0,-1 1-1 0 0,1-1 1 0 0,-1 2-1 0 0,-1-1 1 0 0,8 9-1 0 0,-8-8-72 0 0,0-1 0 0 0,0 0 0 0 0,1 0 0 0 0,0 0 0 0 0,12 8 0 0 0,-6-9-1121 0 0,1-1-4312 0 0</inkml:trace>
</inkml:ink>
</file>

<file path=ppt/ink/ink1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11.8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90 27 5985 0 0,'-1'-1'209'0'0,"1"-1"1"0"0,-1 1-1 0 0,0-1 0 0 0,1 1 0 0 0,-1-1 0 0 0,0 1 0 0 0,0 0 0 0 0,0-1 1 0 0,0 1-1 0 0,0 0 0 0 0,0 0 0 0 0,0 0 0 0 0,-1 0 0 0 0,1 0 0 0 0,0 0 1 0 0,-1 0-1 0 0,1 0 0 0 0,0 0 0 0 0,-1 1 0 0 0,1-1 0 0 0,-1 1 0 0 0,1-1 1 0 0,-1 1-1 0 0,0-1 0 0 0,1 1 0 0 0,-1 0 0 0 0,1 0 0 0 0,-1 0 0 0 0,0 0 1 0 0,1 0-1 0 0,-1 0 0 0 0,1 0 0 0 0,-1 0 0 0 0,1 1 0 0 0,-1-1 0 0 0,0 1 1 0 0,1-1-1 0 0,-1 1 0 0 0,1-1 0 0 0,0 1 0 0 0,-1 0 0 0 0,1 0 0 0 0,-1 0 1 0 0,1 0-1 0 0,0 0 0 0 0,0 0 0 0 0,0 0 0 0 0,0 0 0 0 0,0 0 0 0 0,0 1 1 0 0,0-1-1 0 0,0 0 0 0 0,0 1 0 0 0,0-1 0 0 0,1 1 0 0 0,-2 1 0 0 0,-2 10 283 0 0,0-1 0 0 0,1 1 0 0 0,0 0 0 0 0,1 0 0 0 0,0 0 0 0 0,1 26 0 0 0,1-33-453 0 0,0 1-1 0 0,1-1 1 0 0,0 1-1 0 0,0-1 1 0 0,0 0-1 0 0,1 1 1 0 0,0-1-1 0 0,0 0 1 0 0,1 0-1 0 0,-1 0 1 0 0,1 0-1 0 0,1-1 1 0 0,-1 1-1 0 0,1-1 1 0 0,0 0-1 0 0,4 5 1 0 0,-7-9-55 0 0,0 0 0 0 0,0 0 1 0 0,0 0-1 0 0,0 0 1 0 0,0 0-1 0 0,1-1 0 0 0,-1 1 1 0 0,0 0-1 0 0,0-1 0 0 0,0 1 1 0 0,1-1-1 0 0,-1 1 1 0 0,0-1-1 0 0,1 0 0 0 0,-1 0 1 0 0,0 1-1 0 0,1-1 0 0 0,-1 0 1 0 0,0 0-1 0 0,1 0 0 0 0,-1 0 1 0 0,0-1-1 0 0,1 1 1 0 0,-1 0-1 0 0,0 0 0 0 0,2-1 1 0 0,0-1-74 0 0,-1 1 0 0 0,1-1 0 0 0,-1 0 0 0 0,0 0 1 0 0,1 0-1 0 0,-1 0 0 0 0,0 0 0 0 0,0 0 0 0 0,0-1 0 0 0,-1 1 1 0 0,3-4-1 0 0,2-4-286 0 0,-1-1 1 0 0,0 0 0 0 0,0 0 0 0 0,5-22-1 0 0,-6 5-26 0 0,-4 22 560 0 0,1 0-1 0 0,-1 0 1 0 0,1 0-1 0 0,0 0 1 0 0,1 0 0 0 0,0 0-1 0 0,0 1 1 0 0,0-1-1 0 0,0 1 1 0 0,1-1 0 0 0,0 1-1 0 0,5-7 1 0 0,-7 11-86 0 0,0 0 0 0 0,0 1 0 0 0,0-1 0 0 0,0 0 0 0 0,0 1 0 0 0,1-1 0 0 0,-1 1 0 0 0,0-1 0 0 0,0 1 0 0 0,1-1 0 0 0,-1 1 0 0 0,0 0 0 0 0,1 0 0 0 0,-1 0 0 0 0,1 0 0 0 0,-1 0 0 0 0,0 0 0 0 0,1 0 0 0 0,-1 0 0 0 0,0 0 0 0 0,1 1-1 0 0,-1-1 1 0 0,0 1 0 0 0,0-1 0 0 0,1 1 0 0 0,-1-1 0 0 0,0 1 0 0 0,0-1 0 0 0,0 1 0 0 0,0 0 0 0 0,1 0 0 0 0,-1 0 0 0 0,1 1 0 0 0,5 5-8 0 0,-1-1 0 0 0,1 2-1 0 0,9 13 1 0 0,-3-4 137 0 0,-4-7-154 0 0,1 1 1 0 0,1-1 0 0 0,21 15 0 0 0,-29-22-95 0 0,0-1 1 0 0,0 0-1 0 0,0 0 1 0 0,1 0-1 0 0,-1-1 1 0 0,1 1-1 0 0,-1-1 1 0 0,1 1-1 0 0,0-1 1 0 0,-1-1-1 0 0,1 1 1 0 0,0 0-1 0 0,0-1 1 0 0,0 0-1 0 0,-1 0 1 0 0,1 0-1 0 0,0 0 1 0 0,0 0-1 0 0,6-2 1 0 0,-6-1-325 0 0,0 0-1 0 0,0 1 1 0 0,-1-1 0 0 0,1-1 0 0 0,-1 1-1 0 0,0 0 1 0 0,1-1 0 0 0,-1 0-1 0 0,-1 0 1 0 0,4-5 0 0 0,-3 5-478 0 0</inkml:trace>
</inkml:ink>
</file>

<file path=ppt/ink/ink1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12.4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21 10138 0 0,'0'0'81'0'0,"0"0"1"0"0,-1 0-1 0 0,1-1 0 0 0,0 1 0 0 0,0 0 0 0 0,0-1 0 0 0,-1 1 1 0 0,1 0-1 0 0,0-1 0 0 0,0 1 0 0 0,0 0 0 0 0,0-1 0 0 0,0 1 1 0 0,0 0-1 0 0,0-1 0 0 0,0 1 0 0 0,0-1 0 0 0,0 1 0 0 0,0 0 1 0 0,0-1-1 0 0,0 1 0 0 0,0 0 0 0 0,0-1 0 0 0,0 1 0 0 0,0 0 1 0 0,1-1-1 0 0,-1 1 0 0 0,0 0 0 0 0,0-1 0 0 0,0 1 0 0 0,0 0 1 0 0,1 0-1 0 0,-1-1 0 0 0,0 1 0 0 0,14-2 2172 0 0,13 10 687 0 0,-17-3-2516 0 0,-1 1 1 0 0,0 0-1 0 0,0 0 0 0 0,-1 1 1 0 0,1 0-1 0 0,-1 0 0 0 0,-1 1 1 0 0,0 0-1 0 0,9 12 0 0 0,1 7 27 0 0,25 52 0 0 0,-32-59-403 0 0,-10-20-50 0 0,0 0-1 0 0,0 0 1 0 0,0 0 0 0 0,0 0-1 0 0,0 0 1 0 0,0 1 0 0 0,0-1-1 0 0,1 0 1 0 0,-1 0 0 0 0,0 0-1 0 0,0 0 1 0 0,0 0 0 0 0,0 0-1 0 0,0 0 1 0 0,0 0 0 0 0,0 1 0 0 0,0-1-1 0 0,0 0 1 0 0,1 0 0 0 0,-1 0-1 0 0,0 0 1 0 0,0 0 0 0 0,0 0-1 0 0,0 0 1 0 0,0 0 0 0 0,0 0-1 0 0,1 0 1 0 0,-1 0 0 0 0,0 0-1 0 0,0 0 1 0 0,0 0 0 0 0,0 0-1 0 0,0 0 1 0 0,0 0 0 0 0,1 0-1 0 0,-1 0 1 0 0,0 0 0 0 0,0 0-1 0 0,0 0 1 0 0,0 0 0 0 0,0 0-1 0 0,0 0 1 0 0,0 0 0 0 0,1 0-1 0 0,-1-1 1 0 0,0 1 0 0 0,0 0 0 0 0,0 0-1 0 0,0 0 1 0 0,0 0 0 0 0,0 0-1 0 0,0 0 1 0 0,0 0 0 0 0,0 0-1 0 0,0-1 1 0 0,0 1 0 0 0,1 0-1 0 0,-1 0 1 0 0,0 0 0 0 0,0 0-1 0 0,0 0 1 0 0,0-1 0 0 0,6-13-270 0 0,2-16-117 0 0,-3-12 254 0 0,-5 33 160 0 0,1-1-1 0 0,0 1 1 0 0,0 0-1 0 0,1 0 1 0 0,0 0 0 0 0,1 0-1 0 0,0 0 1 0 0,0 0-1 0 0,1 1 1 0 0,0-1 0 0 0,5-7-1 0 0,-6 14-11 0 0,-1 0-1 0 0,1 0 0 0 0,0 0 1 0 0,0 0-1 0 0,0 1 0 0 0,0-1 1 0 0,0 1-1 0 0,0 0 0 0 0,0 0 1 0 0,1 0-1 0 0,-1 0 0 0 0,0 1 1 0 0,0-1-1 0 0,1 1 0 0 0,-1 0 1 0 0,0 0-1 0 0,1 0 0 0 0,-1 0 1 0 0,0 1-1 0 0,1-1 0 0 0,4 2 1 0 0,-2 0 12 0 0,0-1 1 0 0,0 1 0 0 0,-1 0 0 0 0,1 0-1 0 0,0 0 1 0 0,-1 1 0 0 0,1 0-1 0 0,-1 0 1 0 0,0 1 0 0 0,0-1 0 0 0,5 5-1 0 0,3 9-979 0 0,1 0-1 0 0,11 19 1 0 0,-20-26 19 0 0</inkml:trace>
</inkml:ink>
</file>

<file path=ppt/ink/ink1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12.8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10 11955 0 0,'39'-5'3530'0'0,"-35"4"-3259"0"0,-1 0 1 0 0,1 0-1 0 0,0 0 0 0 0,-1 1 0 0 0,1 0 0 0 0,0-1 0 0 0,-1 1 0 0 0,1 0 1 0 0,0 1-1 0 0,-1-1 0 0 0,1 1 0 0 0,0-1 0 0 0,-1 1 0 0 0,1 0 0 0 0,-1 0 1 0 0,0 1-1 0 0,1-1 0 0 0,-1 1 0 0 0,0 0 0 0 0,0 0 0 0 0,1 0 0 0 0,-2 0 1 0 0,6 4-1 0 0,4 9-125 0 0,0 1 1 0 0,-1 0-1 0 0,0 1 1 0 0,-1 0 0 0 0,-1 1-1 0 0,-1 0 1 0 0,-1 0-1 0 0,0 0 1 0 0,7 34-1 0 0,-8-18-735 0 0,5-88-2977 0 0,24-66-6778 0 0,-26 94 6442 0 0</inkml:trace>
</inkml:ink>
</file>

<file path=ppt/ink/ink1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13.3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 69 4145 0 0,'-25'15'9245'0'0,"36"-25"-7738"0"0,1-1-899 0 0,1 2 0 0 0,0 0 0 0 0,0 0 0 0 0,1 1 0 0 0,0 1 0 0 0,18-7 0 0 0,-28 13-459 0 0,1-1 1 0 0,-1 1-1 0 0,1 0 0 0 0,-1 1 1 0 0,1-1-1 0 0,-1 1 0 0 0,1 0 1 0 0,0 0-1 0 0,-1 0 1 0 0,1 0-1 0 0,-1 1 0 0 0,1 0 1 0 0,-1 0-1 0 0,1 0 1 0 0,-1 1-1 0 0,0-1 0 0 0,0 1 1 0 0,1 0-1 0 0,-1 0 1 0 0,0 1-1 0 0,-1-1 0 0 0,1 1 1 0 0,0 0-1 0 0,-1 0 1 0 0,6 5-1 0 0,46 63-591 0 0,-43-53-345 0 0,1-1 1 0 0,1 0 0 0 0,26 24-1 0 0</inkml:trace>
</inkml:ink>
</file>

<file path=ppt/ink/ink1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13.6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0 213 10138 0 0,'2'4'3230'0'0,"-2"-4"-3183"0"0,11-5 2123 0 0,10-9 337 0 0,-11 3-1953 0 0,-1 0-1 0 0,-1-1 1 0 0,0 0-1 0 0,12-24 1 0 0,-16 28-536 0 0,-1 0-1 0 0,0 0 1 0 0,0 0 0 0 0,-1 0-1 0 0,0-1 1 0 0,-1 1 0 0 0,1-1-1 0 0,-2 1 1 0 0,1-13-1 0 0,-1 20-47 0 0,0 1-1 0 0,0-1 0 0 0,0 0 0 0 0,0 0 1 0 0,0 1-1 0 0,0-1 0 0 0,0 0 0 0 0,0 1 0 0 0,0-1 1 0 0,0 0-1 0 0,-1 0 0 0 0,1 1 0 0 0,0-1 1 0 0,0 0-1 0 0,-1 1 0 0 0,1-1 0 0 0,0 0 0 0 0,-1 1 1 0 0,1-1-1 0 0,-1 1 0 0 0,1-1 0 0 0,-1 1 1 0 0,1-1-1 0 0,-1 1 0 0 0,1-1 0 0 0,-1 1 0 0 0,0-1 1 0 0,1 1-1 0 0,-1-1 0 0 0,0 1 0 0 0,1 0 0 0 0,-1 0 1 0 0,0-1-1 0 0,1 1 0 0 0,-1 0 0 0 0,0 0 1 0 0,0 0-1 0 0,1 0 0 0 0,-1 0 0 0 0,0 0 0 0 0,1 0 1 0 0,-1 0-1 0 0,0 0 0 0 0,0 0 0 0 0,1 0 1 0 0,-1 0-1 0 0,0 0 0 0 0,0 1 0 0 0,1-1 0 0 0,-1 0 1 0 0,0 1-1 0 0,1-1 0 0 0,-1 0 0 0 0,1 1 0 0 0,-2 0 1 0 0,-1 1-96 0 0,-1 0 0 0 0,1 0-1 0 0,0 1 1 0 0,0-1 0 0 0,0 1 0 0 0,0 0 0 0 0,0 0 0 0 0,0 0 0 0 0,-1 4 0 0 0,1-2 259 0 0,1 1 1 0 0,0-1-1 0 0,0 1 1 0 0,0 0-1 0 0,1 0 1 0 0,0 0-1 0 0,0-1 1 0 0,1 1-1 0 0,-1 0 1 0 0,1 0-1 0 0,1 0 1 0 0,-1 0-1 0 0,1 0 1 0 0,0 0 0 0 0,0 0-1 0 0,1 0 1 0 0,0 0-1 0 0,0-1 1 0 0,0 1-1 0 0,1-1 1 0 0,-1 1-1 0 0,7 7 1 0 0,-7-9-224 0 0,1-1 1 0 0,-1 1 0 0 0,1-1 0 0 0,0 1 0 0 0,0-1 0 0 0,0 0-1 0 0,0 0 1 0 0,1-1 0 0 0,-1 1 0 0 0,1 0 0 0 0,0-1 0 0 0,-1 0-1 0 0,1 0 1 0 0,0 0 0 0 0,0-1 0 0 0,0 1 0 0 0,1-1 0 0 0,-1 0-1 0 0,0 0 1 0 0,0-1 0 0 0,1 1 0 0 0,-1-1 0 0 0,1 0 0 0 0,-1 0-1 0 0,0 0 1 0 0,1-1 0 0 0,-1 1 0 0 0,0-1 0 0 0,0 0 0 0 0,1 0-1 0 0,6-3 1 0 0,6-5-6578 0 0</inkml:trace>
</inkml:ink>
</file>

<file path=ppt/ink/ink1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13.8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33 53 8754 0 0,'-15'-52'5966'0'0,"10"64"-4094"0"0,0 17-634 0 0,1 1 1 0 0,2 0 0 0 0,1-1 0 0 0,3 41-1 0 0,22 120 63 0 0,-16-139-563 0 0,24 77 0 0 0,-25-108-621 0 0,0 1 0 0 0,2-1 1 0 0,0 0-1 0 0,1-1 0 0 0,1 0 1 0 0,18 24-1 0 0,-12-25-1319 0 0,2-2-4966 0 0,1-4-2003 0 0</inkml:trace>
</inkml:ink>
</file>

<file path=ppt/ink/ink1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14.0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18892 0 0,'6'7'1680'0'0,"-3"-3"-1344"0"0,1 0-272 0 0,4 3 2377 0 0,-5-5-1561 0 0,1 3-648 0 0,-1-3-128 0 0,-3 1-24 0 0</inkml:trace>
</inkml:ink>
</file>

<file path=ppt/ink/ink1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29.16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751 60 5985 0 0,'-143'-24'2653'0'0,"-263"-12"-1"0"0,377 40-2004 0 0,29-4-645 0 0,0 0 1 0 0,0 0 0 0 0,0 0-1 0 0,0 0 1 0 0,0 0 0 0 0,0 0-1 0 0,-1 0 1 0 0,1 0 0 0 0,0 0-1 0 0,0 0 1 0 0,0 0 0 0 0,0 0-1 0 0,0 0 1 0 0,0 0 0 0 0,0 0-1 0 0,0 0 1 0 0,0 0 0 0 0,0 0-1 0 0,0 1 1 0 0,0-1 0 0 0,0 0-1 0 0,0 0 1 0 0,0 0 0 0 0,0 0 0 0 0,0 0-1 0 0,-1 0 1 0 0,1 0 0 0 0,0 0-1 0 0,0 0 1 0 0,0 0 0 0 0,0 0-1 0 0,0 1 1 0 0,0-1 0 0 0,0 0-1 0 0,0 0 1 0 0,0 0 0 0 0,0 0-1 0 0,0 0 1 0 0,0 0 0 0 0,0 0-1 0 0,1 0 1 0 0,-1 0 0 0 0,0 0-1 0 0,0 0 1 0 0,0 1 0 0 0,0-1-1 0 0,0 0 1 0 0,0 0 0 0 0,0 0 0 0 0,0 0-1 0 0,0 0 1 0 0,0 0 0 0 0,0 0-1 0 0,0 0 1 0 0,0 0 0 0 0,0 0-1 0 0,0 0 1 0 0,0 0 0 0 0,0 0-1 0 0,1 0 1 0 0,-1 0 0 0 0,0 0-1 0 0,0 0 1 0 0,0 0 0 0 0,0 0-1 0 0,0 0 1 0 0,0 0 0 0 0,17 5 17 0 0,51 3-137 0 0,123 0-1 0 0,-125-7 157 0 0,344-2 1822 0 0,-151-1-577 0 0,555-10 1221 0 0,414 6-686 0 0,-553 36-1669 0 0,-41 20-224 0 0,-610-48 20 0 0,-13-1 38 0 0,0 0 1 0 0,0 0-1 0 0,0-1 1 0 0,0-1-1 0 0,0 1 1 0 0,18-5-1 0 0,-39-2 84 0 0,-9 1-12 0 0,-48-5 405 0 0,-132-4 1 0 0,118 11-534 0 0,-888-10-1444 0 0,-2 65 1002 0 0,497-2 513 0 0,-771 179 0 0 0,1150-206-15 0 0,-154 42 83 0 0,188-45 5 0 0,1 2 0 0 0,-58 31 0 0 0,115-51-73 0 0,-1 1 1 0 0,1 0-1 0 0,0 0 1 0 0,-1 0-1 0 0,1 0 0 0 0,0 1 1 0 0,1-1-1 0 0,-6 6 0 0 0,8-8 0 0 0,0 1-1 0 0,-1-1 1 0 0,1 1-1 0 0,0-1 0 0 0,-1 1 1 0 0,1-1-1 0 0,0 1 1 0 0,0 0-1 0 0,0-1 0 0 0,0 1 1 0 0,0-1-1 0 0,0 1 1 0 0,0-1-1 0 0,0 1 0 0 0,0 0 1 0 0,0-1-1 0 0,0 1 1 0 0,0-1-1 0 0,0 1 0 0 0,0-1 1 0 0,0 1-1 0 0,1 1 1 0 0,0-1-5 0 0,0 0 0 0 0,0 0 0 0 0,0 0 1 0 0,0 0-1 0 0,0 0 0 0 0,0 0 0 0 0,0 0 1 0 0,0 0-1 0 0,1 0 0 0 0,-1 0 0 0 0,0 0 1 0 0,3 0-1 0 0,13 6-82 0 0,0 0 1 0 0,0-2-1 0 0,0 0 1 0 0,1-1-1 0 0,25 2 0 0 0,97 3-489 0 0,-89-8 489 0 0,1105-9 2795 0 0,-953 2-2441 0 0,381-21 88 0 0,-83 3-326 0 0,220-12-134 0 0,-296 13-174 0 0,50-12-662 0 0,-451 33 796 0 0,-9 1-38 0 0,1 0-1 0 0,-1-1 1 0 0,1-1 0 0 0,20-6-1 0 0,-36 9 184 0 0,0 0 0 0 0,0 0 0 0 0,0 0 0 0 0,1 0-1 0 0,-1 0 1 0 0,0 0 0 0 0,0 0 0 0 0,0 0 0 0 0,0 0 0 0 0,0-1-1 0 0,0 1 1 0 0,0 0 0 0 0,0 0 0 0 0,0 0 0 0 0,0 0 0 0 0,0 0-1 0 0,1 0 1 0 0,-1 0 0 0 0,0 0 0 0 0,0 0 0 0 0,0 0 0 0 0,0 0-1 0 0,0 0 1 0 0,0 0 0 0 0,0 0 0 0 0,0 0 0 0 0,0 0 0 0 0,0-1-1 0 0,0 1 1 0 0,0 0 0 0 0,0 0 0 0 0,0 0 0 0 0,0 0-1 0 0,0 0 1 0 0,0 0 0 0 0,0 0 0 0 0,0 0 0 0 0,0 0 0 0 0,0 0-1 0 0,0-1 1 0 0,0 1 0 0 0,0 0 0 0 0,0 0 0 0 0,0 0 0 0 0,0 0-1 0 0,0 0 1 0 0,0 0 0 0 0,0 0 0 0 0,0 0 0 0 0,0 0 0 0 0,0 0-1 0 0,0 0 1 0 0,0-1 0 0 0,0 1 0 0 0,0 0 0 0 0,0 0 0 0 0,0 0-1 0 0,0 0 1 0 0,0 0 0 0 0,-1 0 0 0 0,1 0 0 0 0,0 0 0 0 0,0 0-1 0 0,0 0 1 0 0,0 0 0 0 0,0 0 0 0 0,0 0 0 0 0,0 0 0 0 0,-11-4-4 0 0,-16-2 29 0 0,-871-23-669 0 0,676 28 69 0 0,-1135 44-173 0 0,965 4 712 0 0,260-30 18 0 0,-478 95-59 0 0,593-107 92 0 0,-15 1 181 0 0,2 2 0 0 0,-1 1 0 0 0,1 2 0 0 0,-50 25 0 0 0,79-36-170 0 0,0 1 0 0 0,0-1 0 0 0,0 0 0 0 0,1 1 1 0 0,-1-1-1 0 0,0 1 0 0 0,0-1 0 0 0,1 1 0 0 0,-1 0 1 0 0,0-1-1 0 0,1 1 0 0 0,-1 0 0 0 0,0-1 0 0 0,1 1 0 0 0,-1 0 1 0 0,1 0-1 0 0,-1-1 0 0 0,1 1 0 0 0,0 0 0 0 0,-1 0 1 0 0,1 0-1 0 0,0 0 0 0 0,0 0 0 0 0,-1 0 0 0 0,1 1 0 0 0,1-1-6 0 0,-1 0 0 0 0,1 0 0 0 0,-1-1 0 0 0,1 1 0 0 0,-1 0 0 0 0,1 0 0 0 0,0 0 0 0 0,-1 0 0 0 0,1-1 0 0 0,0 1 0 0 0,0 0 0 0 0,0 0 0 0 0,-1-1 0 0 0,1 1 0 0 0,0-1-1 0 0,0 1 1 0 0,2 0 0 0 0,8 3-33 0 0,-1 0-1 0 0,1-1 1 0 0,12 2 0 0 0,-20-4-33 0 0,73 10-111 0 0,1-3 0 0 0,131-2 0 0 0,-83-5 165 0 0,2397 12 2791 0 0,-1435-18-2629 0 0,-1065 6-160 0 0,1 0-4 0 0,-36-3 31 0 0,-544-23-1281 0 0,374 21 874 0 0,-15-1-102 0 0,-1015-4 15 0 0,888 29-554 0 0,162-2-5112 0 0</inkml:trace>
</inkml:ink>
</file>

<file path=ppt/ink/ink1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35.1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194 351 4609 0 0,'-23'-6'1778'0'0,"-1"2"-1"0"0,0 0 1 0 0,-44-1 0 0 0,30 2 1721 0 0,21 3-1037 0 0,25 3-1101 0 0,27 4-1176 0 0,43 0-294 0 0,191 24 168 0 0,-208-20 43 0 0,23 4 83 0 0,165 9-1 0 0,-248-24-186 0 0,0 0 1 0 0,1 1-1 0 0,-1-1 0 0 0,1 0 0 0 0,-1 0 0 0 0,1 0 1 0 0,-1 0-1 0 0,1-1 0 0 0,-1 1 0 0 0,0 0 1 0 0,1-1-1 0 0,-1 1 0 0 0,0-1 0 0 0,1 1 0 0 0,-1-1 1 0 0,0 1-1 0 0,1-1 0 0 0,-1 0 0 0 0,0 0 0 0 0,0 0 1 0 0,0 0-1 0 0,0 0 0 0 0,0 0 0 0 0,0 0 1 0 0,2-2-1 0 0,-3 0-2 0 0,1 0-1 0 0,-1 0 1 0 0,0 1 0 0 0,0-1 0 0 0,0 0-1 0 0,0 0 1 0 0,0 0 0 0 0,-1 0 0 0 0,1 0 0 0 0,-2-3-1 0 0,-2-16-2 0 0,1-4 6 0 0,2 0 1 0 0,1 0-1 0 0,1 0 0 0 0,6-40 0 0 0,29-102 25 0 0,-33 158-20 0 0,-3 9 12 0 0,0 1 0 0 0,0 0-1 0 0,0 0 1 0 0,0 0 0 0 0,0-1 0 0 0,0 1 0 0 0,0 0-1 0 0,0 0 1 0 0,0-1 0 0 0,0 1 0 0 0,0 0-1 0 0,0 0 1 0 0,0 0 0 0 0,0-1 0 0 0,0 1-1 0 0,0 0 1 0 0,0 0 0 0 0,0 0 0 0 0,0-1-1 0 0,0 1 1 0 0,0 0 0 0 0,1 0 0 0 0,-1 0-1 0 0,0-1 1 0 0,0 1 0 0 0,0 0 0 0 0,0 0-1 0 0,0 0 1 0 0,1 0 0 0 0,-1-1 0 0 0,0 1-1 0 0,0 0 1 0 0,0 0 0 0 0,1 0 0 0 0,-1 0 0 0 0,0 0-1 0 0,0 0 1 0 0,0 0 0 0 0,1 0 0 0 0,-1 0-1 0 0,0 0 1 0 0,0 0 0 0 0,1 0 0 0 0,-1 0-1 0 0,0 0 1 0 0,0 0 0 0 0,0 0 0 0 0,1 0-1 0 0,-1 0 1 0 0,0 0 0 0 0,0 0 0 0 0,1 0-1 0 0,-1 0 1 0 0,0 0 0 0 0,0 0 0 0 0,0 0-1 0 0,1 0 1 0 0,-1 1 0 0 0,0-1 0 0 0,11 19 391 0 0,5 28-255 0 0,1 39 120 0 0,-10-45-220 0 0,17 60 1 0 0,-20-90-48 0 0,0 0 0 0 0,1 0 0 0 0,0-1 0 0 0,0 0 0 0 0,1 1 0 0 0,0-2 0 0 0,1 1 0 0 0,0-1 0 0 0,1 0 0 0 0,8 8 0 0 0,-15-16-15 0 0,0-1 1 0 0,0 1 0 0 0,0-1-1 0 0,0 1 1 0 0,0-1 0 0 0,0 1-1 0 0,1-1 1 0 0,-1 0 0 0 0,0 1-1 0 0,0-1 1 0 0,0 0 0 0 0,0 0-1 0 0,0 0 1 0 0,1 0 0 0 0,-1 0-1 0 0,0 0 1 0 0,0 0 0 0 0,0 0-1 0 0,0 0 1 0 0,1-1 0 0 0,-1 1-1 0 0,0 0 1 0 0,0-1 0 0 0,0 1-1 0 0,0-1 1 0 0,0 0 0 0 0,0 1-1 0 0,0-1 1 0 0,0 0 0 0 0,0 1-1 0 0,0-1 1 0 0,-1 0 0 0 0,1 0-1 0 0,0 0 1 0 0,0 0 0 0 0,-1 1-1 0 0,1-1 1 0 0,0 0 0 0 0,0-2-1 0 0,5-6-101 0 0,1-1-1 0 0,-1 1 1 0 0,4-12-1 0 0,-6 14 91 0 0,15-36 175 0 0,17-49-1 0 0,1-5 53 0 0,-36 94-192 0 0,0-1 0 0 0,1 1 0 0 0,-1 0 0 0 0,1 0 0 0 0,0 0 0 0 0,0 0 0 0 0,0 1 1 0 0,0-1-1 0 0,1 1 0 0 0,-1-1 0 0 0,1 1 0 0 0,-1 0 0 0 0,1 0 0 0 0,6-4 1 0 0,-8 6-10 0 0,1-1 1 0 0,0 1 0 0 0,-1 0 0 0 0,1 0 0 0 0,0 0 0 0 0,-1 0 0 0 0,1 0 0 0 0,0 0-1 0 0,-1 0 1 0 0,1 0 0 0 0,0 1 0 0 0,-1-1 0 0 0,1 1 0 0 0,0-1 0 0 0,-1 1 0 0 0,1 0-1 0 0,-1 0 1 0 0,1-1 0 0 0,-1 1 0 0 0,1 0 0 0 0,-1 0 0 0 0,0 1 0 0 0,0-1 0 0 0,1 0-1 0 0,-1 0 1 0 0,0 0 0 0 0,0 1 0 0 0,0-1 0 0 0,0 1 0 0 0,0-1 0 0 0,1 3 0 0 0,4 9 30 0 0,0 0 1 0 0,-1 0-1 0 0,0 0 1 0 0,-1 0-1 0 0,0 1 1 0 0,-1 0-1 0 0,2 25 1 0 0,-3-19 52 0 0,2 0-1 0 0,0-1 1 0 0,9 26 0 0 0,-11-40-79 0 0,0 1 0 0 0,1-1 0 0 0,0 0 0 0 0,0 0 0 0 0,0 0 0 0 0,0-1 0 0 0,1 1 0 0 0,0-1 0 0 0,0 0 0 0 0,0 0 0 0 0,1 0 0 0 0,-1 0 0 0 0,1-1-1 0 0,0 1 1 0 0,9 3 0 0 0,-12-5-13 0 0,1-1-1 0 0,-1 0 0 0 0,1 0 0 0 0,-1 0 0 0 0,1 0 0 0 0,0-1 0 0 0,-1 1 0 0 0,1-1 1 0 0,0 1-1 0 0,0-1 0 0 0,-1 0 0 0 0,1 0 0 0 0,0 0 0 0 0,0-1 0 0 0,-1 1 0 0 0,1-1 1 0 0,0 1-1 0 0,-1-1 0 0 0,1 0 0 0 0,0 0 0 0 0,-1 0 0 0 0,1 0 0 0 0,-1-1 0 0 0,0 1 1 0 0,1-1-1 0 0,-1 1 0 0 0,0-1 0 0 0,0 0 0 0 0,0 0 0 0 0,0 0 0 0 0,0 0 0 0 0,0 0 1 0 0,-1 0-1 0 0,1-1 0 0 0,-1 1 0 0 0,2-4 0 0 0,5-9 8 0 0,-1-2 0 0 0,0 1 0 0 0,-1-1 0 0 0,6-28 0 0 0,-5 18 65 0 0,3-12 14 0 0,-8 27-55 0 0,0 1 1 0 0,1-1-1 0 0,0 1 1 0 0,1 0-1 0 0,0 0 1 0 0,1 0-1 0 0,0 1 1 0 0,1-1-1 0 0,13-17 1 0 0,-18 27-23 0 0,0 1 0 0 0,-1-1 0 0 0,1 0-1 0 0,0 1 1 0 0,0-1 0 0 0,-1 0 0 0 0,1 1 0 0 0,0 0 0 0 0,0-1 0 0 0,0 1 0 0 0,0-1 0 0 0,0 1-1 0 0,0 0 1 0 0,0 0 0 0 0,-1-1 0 0 0,1 1 0 0 0,0 0 0 0 0,0 0 0 0 0,0 0 0 0 0,0 0 0 0 0,0 0 0 0 0,0 0-1 0 0,0 0 1 0 0,0 0 0 0 0,2 1 0 0 0,-1 0-4 0 0,0 0-1 0 0,0 1 1 0 0,0-1-1 0 0,0 0 1 0 0,0 1-1 0 0,0-1 1 0 0,0 1-1 0 0,0 0 1 0 0,-1 0-1 0 0,2 2 1 0 0,3 4 9 0 0,0 0 0 0 0,-1 1-1 0 0,7 17 1 0 0,9 27 26 0 0,-8-16 37 0 0,21 38-1 0 0,-29-65-64 0 0,0-1 0 0 0,0-1 1 0 0,1 1-1 0 0,0-1 0 0 0,1 0 0 0 0,0 0 0 0 0,0-1 0 0 0,1 0 0 0 0,10 8 0 0 0,-17-14-9 0 0,1-1 0 0 0,-1 1 0 0 0,1 0 0 0 0,-1-1 0 0 0,1 1 0 0 0,-1-1 0 0 0,1 1 0 0 0,-1-1 0 0 0,1 0 0 0 0,0 1 0 0 0,-1-1 0 0 0,1 0 0 0 0,0 0 0 0 0,-1 0 0 0 0,1-1 0 0 0,0 1 0 0 0,-1 0 0 0 0,1-1 0 0 0,-1 1 0 0 0,1-1 0 0 0,-1 1 0 0 0,1-1 0 0 0,-1 0 0 0 0,1 1 0 0 0,-1-1 0 0 0,1 0 0 0 0,-1 0 0 0 0,0 0 0 0 0,0 0 0 0 0,1 0 0 0 0,-1 0 0 0 0,0-1 0 0 0,0 1 0 0 0,0 0 0 0 0,0-1 0 0 0,1-1 0 0 0,5-8 0 0 0,-1 0 0 0 0,0 0 0 0 0,8-20 0 0 0,-10 22 0 0 0,24-74 24 0 0,-25 68-14 0 0,1-1 0 0 0,1 1 1 0 0,0 1-1 0 0,1-1 1 0 0,1 1-1 0 0,0 0 1 0 0,1 0-1 0 0,1 1 1 0 0,13-17-1 0 0,-21 29-6 0 0,-1 0-1 0 0,1 1 1 0 0,-1-1-1 0 0,1 0 1 0 0,0 0-1 0 0,0 0 1 0 0,-1 1-1 0 0,1-1 1 0 0,0 0 0 0 0,0 1-1 0 0,0-1 1 0 0,0 1-1 0 0,0-1 1 0 0,0 1-1 0 0,0-1 1 0 0,0 1 0 0 0,0 0-1 0 0,0-1 1 0 0,0 1-1 0 0,0 0 1 0 0,0 0-1 0 0,0 0 1 0 0,0 0-1 0 0,0 0 1 0 0,0 0 0 0 0,0 0-1 0 0,0 0 1 0 0,0 0-1 0 0,0 0 1 0 0,0 1-1 0 0,0-1 1 0 0,0 0-1 0 0,0 1 1 0 0,0-1 0 0 0,0 1-1 0 0,0-1 1 0 0,0 1-1 0 0,0-1 1 0 0,0 1-1 0 0,0 0 1 0 0,-1 0 0 0 0,1-1-1 0 0,0 1 1 0 0,0 0-1 0 0,-1 0 1 0 0,1 0-1 0 0,-1 0 1 0 0,1-1-1 0 0,-1 1 1 0 0,1 0 0 0 0,-1 0-1 0 0,1 0 1 0 0,-1 0-1 0 0,0 2 1 0 0,5 8 52 0 0,-1 1 1 0 0,-1 1 0 0 0,3 21-1 0 0,-3-18-38 0 0,1 3-1 0 0,1 1-1 0 0,1-1 1 0 0,1 0 0 0 0,1 0-1 0 0,17 30 1 0 0,-21-41-12 0 0,2 0 0 0 0,-1 0 0 0 0,1 0 0 0 0,0-1 0 0 0,1 0 0 0 0,0 0 1 0 0,0-1-1 0 0,0 0 0 0 0,1 0 0 0 0,-1-1 0 0 0,2 0 0 0 0,-1 0 0 0 0,0-1 0 0 0,13 5 0 0 0,-20-9-5 0 0,0 0-1 0 0,0 0 1 0 0,0 1-1 0 0,0-1 0 0 0,0 0 1 0 0,0 0-1 0 0,0-1 1 0 0,0 1-1 0 0,0 0 1 0 0,0 0-1 0 0,0 0 1 0 0,0-1-1 0 0,0 1 1 0 0,0 0-1 0 0,0-1 1 0 0,0 1-1 0 0,-1-1 1 0 0,1 1-1 0 0,0-1 0 0 0,0 0 1 0 0,0 1-1 0 0,-1-1 1 0 0,1 0-1 0 0,0 1 1 0 0,0-1-1 0 0,-1 0 1 0 0,1 0-1 0 0,-1 0 1 0 0,1 0-1 0 0,-1 0 1 0 0,1 0-1 0 0,0-1 1 0 0,13-40 2 0 0,-9 28-3 0 0,6-19-12 0 0,2 1-1 0 0,21-38 1 0 0,-29 60 9 0 0,1 1 1 0 0,0-1-1 0 0,1 1 1 0 0,0 0-1 0 0,0 0 0 0 0,1 1 1 0 0,0 0-1 0 0,1 1 0 0 0,0-1 1 0 0,17-10-1 0 0,-24 17 4 0 0,0 0 0 0 0,-1 0 0 0 0,1 1 0 0 0,0-1 0 0 0,0 0 0 0 0,0 1 0 0 0,0-1 0 0 0,0 1 0 0 0,0 0 0 0 0,0-1 0 0 0,0 1 0 0 0,0 0 0 0 0,0 0 0 0 0,0 0 0 0 0,0 1 0 0 0,0-1 0 0 0,0 0 0 0 0,0 1 0 0 0,0-1 0 0 0,-1 1 0 0 0,1 0 0 0 0,0 0 0 0 0,0-1 0 0 0,0 1 0 0 0,-1 0 0 0 0,1 1 0 0 0,0-1 0 0 0,-1 0 0 0 0,1 0 0 0 0,-1 1 0 0 0,1-1 0 0 0,-1 1 0 0 0,0-1 0 0 0,0 1 0 0 0,0-1 0 0 0,0 1 0 0 0,0 0 0 0 0,2 3 0 0 0,3 8 0 0 0,-1 1 0 0 0,0 0 0 0 0,-1 0 0 0 0,4 19 0 0 0,-3-13 0 0 0,2 4-740 0 0,2 0-1 0 0,0-1 1 0 0,1 0-1 0 0,2 0 1 0 0,0-1-1 0 0,2-1 1 0 0,0 0-1 0 0,31 34 1 0 0</inkml:trace>
</inkml:ink>
</file>

<file path=ppt/ink/ink1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36.0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9 517 8754 0 0,'-9'-5'1622'0'0,"19"-1"525"0"0,-5 4-1823 0 0,23-10 999 0 0,1 1 1 0 0,0 2-1 0 0,1 1 1 0 0,30-5-1 0 0,126-9 152 0 0,3 0-4608 0 0,-182 20 2732 0 0,24-3-656 0 0,-29 5 876 0 0,0 0 1 0 0,-1 0-1 0 0,1-1 1 0 0,-1 1-1 0 0,1 1 1 0 0,-1-1-1 0 0,1 0 0 0 0,-1 0 1 0 0,1 1-1 0 0,-1-1 1 0 0,1 0-1 0 0,-1 1 1 0 0,1 0-1 0 0,-1-1 0 0 0,3 2 1 0 0,-5-4 97 0 0,0 0 0 0 0,0 0 0 0 0,0-1 0 0 0,0 1-1 0 0,1-1 1 0 0,-1 1 0 0 0,1 0 0 0 0,0-1 0 0 0,-1 1 0 0 0,1-1 0 0 0,0 1 0 0 0,1-1 0 0 0,-1 1 0 0 0,0-1 0 0 0,1 1 0 0 0,-1-1 0 0 0,2-3-1 0 0,15-46 1748 0 0,-10 28-1107 0 0,0 0 0 0 0,-2 0 0 0 0,-1-1 0 0 0,-1 0 0 0 0,0-39 0 0 0,5-32 1725 0 0,-1 73-1658 0 0,-2 24-225 0 0,1 13-258 0 0,2 31 371 0 0,3 59 0 0 0,-7-59-285 0 0,16 79 0 0 0,-17-111-256 0 0,1 0-1 0 0,0 0 1 0 0,1-1 0 0 0,0 1 0 0 0,1-1 0 0 0,1-1 0 0 0,0 1 0 0 0,0-1 0 0 0,1 0 0 0 0,14 13 0 0 0,-22-23 27 0 0,0-1 1 0 0,1 1 0 0 0,-1-1-1 0 0,0 0 1 0 0,1 1 0 0 0,-1-1-1 0 0,1 0 1 0 0,-1 0-1 0 0,0 1 1 0 0,1-1 0 0 0,-1 0-1 0 0,1 0 1 0 0,-1 1 0 0 0,1-1-1 0 0,-1 0 1 0 0,1 0 0 0 0,-1 0-1 0 0,1 0 1 0 0,-1 0 0 0 0,1 0-1 0 0,-1 0 1 0 0,1 0 0 0 0,-1 0-1 0 0,1 0 1 0 0,-1 0 0 0 0,1 0-1 0 0,-1 0 1 0 0,1-1 0 0 0,-1 1-1 0 0,1 0 1 0 0,-1 0-1 0 0,1 0 1 0 0,-1-1 0 0 0,1 1-1 0 0,14-20-73 0 0,2-32-41 0 0,-16 48 115 0 0,9-32 189 0 0,1 0 0 0 0,2 1 1 0 0,33-62-1 0 0,-46 96-183 0 0,0 1 1 0 0,1-1-1 0 0,-1 0 0 0 0,1 1 1 0 0,-1-1-1 0 0,0 0 0 0 0,1 1 1 0 0,-1-1-1 0 0,1 1 0 0 0,0-1 1 0 0,-1 1-1 0 0,1-1 0 0 0,-1 1 1 0 0,1-1-1 0 0,0 1 0 0 0,-1 0 1 0 0,1-1-1 0 0,0 1 0 0 0,-1 0 1 0 0,1 0-1 0 0,0-1 0 0 0,0 1 1 0 0,-1 0-1 0 0,1 0 0 0 0,0 0 1 0 0,0 0-1 0 0,-1 0 0 0 0,1 0 1 0 0,0 0-1 0 0,0 0 0 0 0,-1 0 1 0 0,2 1-1 0 0,1 0 26 0 0,-1 0-1 0 0,1 0 1 0 0,-1 1 0 0 0,0-1-1 0 0,0 1 1 0 0,0 0 0 0 0,0 0-1 0 0,0-1 1 0 0,3 5 0 0 0,3 4 74 0 0,-1 1 0 0 0,0-1 0 0 0,6 14 0 0 0,3 10-105 0 0,-4-7 0 0 0,1 0 0 0 0,28 40 0 0 0,-41-65 0 0 0,1-1 0 0 0,0 1 0 0 0,0-1 0 0 0,0 0 0 0 0,0 1 0 0 0,0-1 0 0 0,1 0 0 0 0,-1 0 0 0 0,0 0 0 0 0,1 0 0 0 0,-1 0 0 0 0,0 0 0 0 0,1 0 0 0 0,-1 0 0 0 0,1-1 0 0 0,0 1 0 0 0,-1-1 0 0 0,1 1 0 0 0,-1-1 0 0 0,1 1 0 0 0,0-1 0 0 0,-1 0 0 0 0,1 0 0 0 0,1 0 0 0 0,1-1 0 0 0,-1 0 0 0 0,1-1 0 0 0,-1 1 0 0 0,1-1 0 0 0,-1 0 0 0 0,0 0 0 0 0,0 0 0 0 0,0 0 0 0 0,0 0 0 0 0,3-4 0 0 0,8-9 0 0 0,0 0 0 0 0,0-1 0 0 0,18-30 0 0 0,-25 33 0 0 0,1 1 0 0 0,1 0 0 0 0,0 1 0 0 0,0 0 0 0 0,1 0 0 0 0,0 1 0 0 0,1 1 0 0 0,0-1 0 0 0,19-11 0 0 0,-28 20 0 0 0,0 0 0 0 0,1-1 0 0 0,-1 1 0 0 0,0 0 0 0 0,0 1 0 0 0,1-1 0 0 0,-1 0 0 0 0,1 1 0 0 0,-1-1 0 0 0,1 1 0 0 0,-1 0 0 0 0,1-1 0 0 0,-1 1 0 0 0,1 0 0 0 0,-1 1 0 0 0,1-1 0 0 0,-1 0 0 0 0,0 1 0 0 0,1 0 0 0 0,-1-1 0 0 0,1 1 0 0 0,-1 0 0 0 0,0 0 0 0 0,0 0 0 0 0,1 0 0 0 0,3 4 0 0 0,0 1 0 0 0,-1 0 0 0 0,0 1 0 0 0,0 0 0 0 0,0 0 0 0 0,-1 0 0 0 0,7 13 0 0 0,-9-14 0 0 0,1 0 0 0 0,0 0 0 0 0,0 0 0 0 0,1-1 0 0 0,0 1 0 0 0,0-1 0 0 0,0 0 0 0 0,0 0 0 0 0,1 0 0 0 0,0-1 0 0 0,7 6 0 0 0,-7-8-286 0 0,0 0 0 0 0,0 0 0 0 0,0 0-1 0 0,0-1 1 0 0,0 1 0 0 0,1-1 0 0 0,-1-1 0 0 0,0 1 0 0 0,0-1 0 0 0,1 0 0 0 0,-1 0 0 0 0,0-1 0 0 0,0 1-1 0 0,7-2 1 0 0</inkml:trace>
</inkml:ink>
</file>

<file path=ppt/ink/ink1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36.2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3681 0 0,'1'4'160'0'0,"1"-1"40"0"0,0 0-200 0 0,1 0 0 0 0,0-2 0 0 0,1-1 0 0 0,0 1 392 0 0,4 1 40 0 0,7-1 8 0 0,7 0 0 0 0,9-1-440 0 0,3-2 0 0 0,3-4 0 0 0,0-3-96 0 0</inkml:trace>
</inkml:ink>
</file>

<file path=ppt/ink/ink1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37.9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14 9218 0 0,'1'-1'138'0'0,"0"1"1"0"0,-1-1-1 0 0,1 0 0 0 0,0 0 0 0 0,-1 0 1 0 0,1 0-1 0 0,0 0 0 0 0,0 1 1 0 0,0-1-1 0 0,0 0 0 0 0,0 1 1 0 0,0-1-1 0 0,0 1 0 0 0,0-1 0 0 0,0 1 1 0 0,0-1-1 0 0,0 1 0 0 0,0 0 1 0 0,0-1-1 0 0,0 1 0 0 0,0 0 1 0 0,0 0-1 0 0,0 0 0 0 0,1 0 0 0 0,-1 0 1 0 0,0 0-1 0 0,0 0 0 0 0,0 0 1 0 0,0 1-1 0 0,0-1 0 0 0,0 0 1 0 0,0 0-1 0 0,0 1 0 0 0,0-1 0 0 0,0 1 1 0 0,0-1-1 0 0,0 1 0 0 0,0 0 1 0 0,0-1-1 0 0,0 1 0 0 0,0 0 1 0 0,0 0-1 0 0,-1-1 0 0 0,1 1 0 0 0,0 0 1 0 0,1 2-1 0 0,3 3 172 0 0,0 1 0 0 0,-1 0 1 0 0,1 0-1 0 0,5 14 0 0 0,24 67 1101 0 0,29 117-1 0 0,-26-76-877 0 0,-20-75-363 0 0,34 103 249 0 0,-39-126-246 0 0,1 0 1 0 0,32 53 0 0 0,-42-80-145 0 0,-1 0 0 0 0,1-1-1 0 0,0 1 1 0 0,0-1 0 0 0,0 1 0 0 0,0-1 0 0 0,1 0 0 0 0,-1 0 0 0 0,1-1 0 0 0,0 1 0 0 0,-1-1 0 0 0,1 0 0 0 0,1 0 0 0 0,4 2 0 0 0,-7-3-20 0 0,0-1 0 0 0,0 0 1 0 0,1 1-1 0 0,-1-1 1 0 0,0 0-1 0 0,1-1 0 0 0,-1 1 1 0 0,0 0-1 0 0,0 0 0 0 0,1-1 1 0 0,-1 0-1 0 0,0 1 0 0 0,0-1 1 0 0,0 0-1 0 0,0 0 0 0 0,0 0 1 0 0,0 0-1 0 0,0 0 1 0 0,0-1-1 0 0,0 1 0 0 0,0-1 1 0 0,-1 1-1 0 0,1-1 0 0 0,0 0 1 0 0,-1 1-1 0 0,0-1 0 0 0,1 0 1 0 0,-1 0-1 0 0,2-4 0 0 0,7-14-166 0 0,-1-1 0 0 0,0 0 0 0 0,-2 0 0 0 0,0-1-1 0 0,5-31 1 0 0,15-48-94 0 0,-21 83 252 0 0,17-40-5 0 0,-22 54 6 0 0,1 0 0 0 0,0 0 0 0 0,0 1 0 0 0,1-1 0 0 0,-1 1 0 0 0,1-1 0 0 0,0 1 0 0 0,0 0 0 0 0,0 0 0 0 0,0 0 0 0 0,4-2 0 0 0,-5 4 37 0 0,0 1-1 0 0,0-1 1 0 0,0 1-1 0 0,0 0 1 0 0,0 0 0 0 0,0 0-1 0 0,0 0 1 0 0,0 0 0 0 0,0 0-1 0 0,0 0 1 0 0,0 1 0 0 0,-1-1-1 0 0,1 1 1 0 0,0-1 0 0 0,0 1-1 0 0,0 0 1 0 0,0 0 0 0 0,-1 0-1 0 0,1 0 1 0 0,0 0-1 0 0,-1 0 1 0 0,1 1 0 0 0,2 1-1 0 0,33 34 382 0 0,-5 7-186 0 0,30 55-1 0 0,9 13-76 0 0,-67-105-196 0 0,8 9-199 0 0,24 27 0 0 0,-34-41-319 0 0</inkml:trace>
</inkml:ink>
</file>

<file path=ppt/ink/ink1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38.1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5985 0 0,'3'9'8239'0'0,"13"14"-4823"0"0,-4-6-2605 0 0,-2 5-1824 0 0,-1 1 0 0 0,-1 0 0 0 0,7 35 0 0 0,-9-37 953 0 0</inkml:trace>
</inkml:ink>
</file>

<file path=ppt/ink/ink1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38.5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3 456 0 0,'1'0'0'0'0,"1"0"0"0"0,-1 0 0 0 0,1 0 344 0 0,-1-1-176 0 0,0-1 0 0 0</inkml:trace>
</inkml:ink>
</file>

<file path=ppt/ink/ink1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38.74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 1 6913 0 0,'-1'0'333'0'0,"0"1"0"0"0,0 0-1 0 0,0 0 1 0 0,0-1-1 0 0,0 1 1 0 0,0 0-1 0 0,0 0 1 0 0,1 0-1 0 0,-1 0 1 0 0,0 0 0 0 0,1 0-1 0 0,-1 1 1 0 0,0-1-1 0 0,1 0 1 0 0,-1 0-1 0 0,1 0 1 0 0,0 0-1 0 0,-1 1 1 0 0,1-1 0 0 0,0 0-1 0 0,0 0 1 0 0,0 1-1 0 0,0-1 1 0 0,0 0-1 0 0,0 0 1 0 0,0 1-1 0 0,1 1 1 0 0,12 42 4207 0 0,-6-24-3923 0 0,18 148 1652 0 0,-18-106-3764 0 0,2 0-4023 0 0,-5-41-1646 0 0</inkml:trace>
</inkml:ink>
</file>

<file path=ppt/ink/ink1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39.2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114 1 9218 0 0,'-14'11'954'0'0,"0"0"1"0"0,1 2-1 0 0,-20 22 1 0 0,1-1 555 0 0,24-22-1036 0 0,13-10-377 0 0,-3-2-30 0 0,-1 0 0 0 0,0-1 0 0 0,0 1 1 0 0,0-1-1 0 0,0 1 0 0 0,0-1 0 0 0,0 1 0 0 0,0-1 0 0 0,0 0 1 0 0,-1 1-1 0 0,1-1 0 0 0,0 0 0 0 0,0 0 0 0 0,0 1 0 0 0,-1-1 1 0 0,1 0-1 0 0,0 0 0 0 0,-1 0 0 0 0,1 0 0 0 0,0-2 1 0 0,0 1-67 0 0,-1 1 1 0 0,1-1 0 0 0,0 1-1 0 0,0-1 1 0 0,0 1 0 0 0,1-1 0 0 0,-1 1-1 0 0,0 0 1 0 0,0 0 0 0 0,1 0-1 0 0,-1-1 1 0 0,1 1 0 0 0,-1 1 0 0 0,1-1-1 0 0,-1 0 1 0 0,1 0 0 0 0,-1 0-1 0 0,1 1 1 0 0,0-1 0 0 0,2 0 0 0 0</inkml:trace>
</inkml:ink>
</file>

<file path=ppt/ink/ink1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39.9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125 309 7338 0 0,'8'-13'3'0'0,"-8"-8"4342"0"0,0 20-4176 0 0,0 0 1 0 0,-1 1-1 0 0,1-1 0 0 0,0 0 1 0 0,-1 0-1 0 0,1 1 0 0 0,-1-1 1 0 0,0 0-1 0 0,1 1 1 0 0,-1-1-1 0 0,1 1 0 0 0,-1-1 1 0 0,0 0-1 0 0,1 1 0 0 0,-1 0 1 0 0,0-1-1 0 0,0 1 0 0 0,0-1 1 0 0,1 1-1 0 0,-1 0 0 0 0,0 0 1 0 0,0-1-1 0 0,0 1 0 0 0,1 0 1 0 0,-1 0-1 0 0,0 0 0 0 0,0 0 1 0 0,0 0-1 0 0,0 0 1 0 0,0 0-1 0 0,0 0 0 0 0,1 0 1 0 0,-1 0-1 0 0,0 1 0 0 0,0-1 1 0 0,0 0-1 0 0,1 1 0 0 0,-1-1 1 0 0,0 0-1 0 0,0 1 0 0 0,1-1 1 0 0,-2 2-1 0 0,-2 0 107 0 0,0 1 0 0 0,0-1 0 0 0,0 1 0 0 0,0 0 0 0 0,1 1 0 0 0,-1-1 0 0 0,1 1 0 0 0,0-1 0 0 0,0 1 0 0 0,0 0 0 0 0,-3 7 0 0 0,-24 52 557 0 0,24-50-662 0 0,2-2-97 0 0,0 0 1 0 0,1 0 0 0 0,0 0 0 0 0,0 1 0 0 0,1-1-1 0 0,0 13 1 0 0,2-21-78 0 0,0 0 0 0 0,0 0 1 0 0,0 1-1 0 0,1-1 0 0 0,-1 0 0 0 0,1 0 0 0 0,0 0 0 0 0,0 0 0 0 0,0 0 1 0 0,0 0-1 0 0,0 0 0 0 0,3 3 0 0 0,-3-5-20 0 0,0 1 0 0 0,0-1-1 0 0,1 0 1 0 0,-1 0 0 0 0,0 1 0 0 0,1-1 0 0 0,-1 0 0 0 0,1 0-1 0 0,0-1 1 0 0,-1 1 0 0 0,1 0 0 0 0,0 0 0 0 0,-1-1 0 0 0,1 1-1 0 0,0-1 1 0 0,0 0 0 0 0,0 1 0 0 0,-1-1 0 0 0,1 0 0 0 0,0 0-1 0 0,0 0 1 0 0,3-1 0 0 0,-1 1-21 0 0,-1-1 0 0 0,1 0 0 0 0,0 0 0 0 0,-1 0 0 0 0,1-1 0 0 0,-1 1 0 0 0,0-1 0 0 0,1 0 0 0 0,-1 0 0 0 0,0 0 0 0 0,0 0 0 0 0,0-1 0 0 0,-1 1 0 0 0,1-1 0 0 0,0 0 0 0 0,-1 0 0 0 0,0 0 0 0 0,1 0 0 0 0,1-5 0 0 0,6-9-43 0 0,-1 0 1 0 0,10-31-1 0 0,-4 13-165 0 0,-15 33 261 0 0,0 1 1 0 0,0 0-1 0 0,1 0 1 0 0,-1 0-1 0 0,0 0 1 0 0,1 0-1 0 0,0 0 1 0 0,-1 0-1 0 0,1 0 1 0 0,-1 0-1 0 0,1 0 1 0 0,0 0-1 0 0,0 1 0 0 0,-1-1 1 0 0,1 0-1 0 0,0 0 1 0 0,0 1-1 0 0,0-1 1 0 0,0 0-1 0 0,0 1 1 0 0,0-1-1 0 0,0 1 1 0 0,0-1-1 0 0,0 1 1 0 0,0 0-1 0 0,0-1 1 0 0,0 1-1 0 0,1 0 1 0 0,-1 0-1 0 0,0 0 1 0 0,0 0-1 0 0,0 0 1 0 0,0 0-1 0 0,2 0 1 0 0,-1 1 17 0 0,1 1 1 0 0,-1-1 0 0 0,0 1 0 0 0,0 0-1 0 0,1-1 1 0 0,-1 1 0 0 0,0 0 0 0 0,-1 0-1 0 0,1 1 1 0 0,0-1 0 0 0,0 0-1 0 0,-1 0 1 0 0,2 4 0 0 0,4 9-20 0 0,0 0 0 0 0,0 0 0 0 0,-2 1 0 0 0,0 0 1 0 0,-1 0-1 0 0,0 0 0 0 0,-2 1 0 0 0,0-1 0 0 0,0 24 0 0 0,-2-17 11 0 0,-1-1-1 0 0,-1 0 1 0 0,0 0-1 0 0,-2 0 1 0 0,-1 0-1 0 0,-11 32 1 0 0,14-51-4 0 0,1 1 1 0 0,-1 0 0 0 0,0-1 0 0 0,-1 0-1 0 0,1 1 1 0 0,-6 4 0 0 0,8-7-19 0 0,0-1 0 0 0,0 0 0 0 0,0 0 0 0 0,-1 1 0 0 0,1-1 0 0 0,0 0 0 0 0,0 0 0 0 0,0 0 1 0 0,-1 1-1 0 0,1-1 0 0 0,0 0 0 0 0,0 0 0 0 0,-1 0 0 0 0,1 0 0 0 0,0 0 0 0 0,-1 1 0 0 0,1-1 0 0 0,0 0 0 0 0,0 0 0 0 0,-1 0 0 0 0,1 0 0 0 0,0 0 0 0 0,-1 0 0 0 0,1 0 0 0 0,0 0 0 0 0,0 0 1 0 0,-1 0-1 0 0,1 0 0 0 0,0 0 0 0 0,-1 0 0 0 0,1-1 0 0 0,-1 1 0 0 0,0-18-360 0 0,8-17-552 0 0,1 0 0 0 0,2 1 0 0 0,25-58 0 0 0,-3 8 801 0 0,39-147 116 0 0,3-12 204 0 0,-69 230 211 0 0,-7 18 780 0 0,-6 21-128 0 0,7-6-943 0 0,1 0 0 0 0,1 0-1 0 0,1 0 1 0 0,1 0 0 0 0,0 0 0 0 0,2-1-1 0 0,0 1 1 0 0,13 31 0 0 0,2-6-142 0 0,1-1 1 0 0,39 58 0 0 0,-59-99 15 0 0,1-1 0 0 0,-1 1 1 0 0,1 0-1 0 0,0-1 0 0 0,0 1 1 0 0,1-1-1 0 0,-1 1 0 0 0,0-1 1 0 0,1 0-1 0 0,0 0 0 0 0,-1 0 1 0 0,7 2-1 0 0,-8-3-2 0 0,1-1-1 0 0,-1 0 0 0 0,0 0 1 0 0,1 0-1 0 0,-1-1 0 0 0,1 1 1 0 0,-1 0-1 0 0,1 0 0 0 0,-1-1 1 0 0,0 1-1 0 0,1-1 1 0 0,-1 1-1 0 0,0-1 0 0 0,1 0 1 0 0,-1 1-1 0 0,0-1 0 0 0,0 0 1 0 0,0 0-1 0 0,0 0 0 0 0,0 0 1 0 0,0 0-1 0 0,0 0 1 0 0,0 0-1 0 0,0 0 0 0 0,0-1 1 0 0,0 1-1 0 0,-1 0 0 0 0,1 0 1 0 0,0-1-1 0 0,0-1 0 0 0,24-49-323 0 0,-16 31 323 0 0,19-31 1 0 0,-25 47 51 0 0,0 0 1 0 0,0 1 0 0 0,1-1 0 0 0,0 1-1 0 0,0 0 1 0 0,0 0 0 0 0,0 0 0 0 0,0 1 0 0 0,1-1-1 0 0,0 1 1 0 0,7-3 0 0 0,-10 5-25 0 0,1 0-1 0 0,-1 0 1 0 0,1 1 0 0 0,0-1-1 0 0,-1 1 1 0 0,1-1 0 0 0,0 1-1 0 0,-1 0 1 0 0,1 0 0 0 0,0 1-1 0 0,-1-1 1 0 0,1 0 0 0 0,0 1-1 0 0,-1 0 1 0 0,1 0 0 0 0,-1-1-1 0 0,1 2 1 0 0,-1-1 0 0 0,4 2-1 0 0,5 3 3 0 0,-1 1-1 0 0,0 1 0 0 0,10 8 0 0 0,10 8-1016 0 0,-9-10-4439 0 0,2-2-1877 0 0</inkml:trace>
</inkml:ink>
</file>

<file path=ppt/ink/ink1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0.4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1 115 8754 0 0,'0'-1'150'0'0,"-1"1"1"0"0,1-1-1 0 0,0 0 0 0 0,0 0 1 0 0,1 0-1 0 0,-1 1 0 0 0,0-1 1 0 0,0 0-1 0 0,0 0 1 0 0,0 0-1 0 0,1 1 0 0 0,-1-1 1 0 0,0 0-1 0 0,1 0 0 0 0,-1 1 1 0 0,1-1-1 0 0,-1 0 0 0 0,0 1 1 0 0,1-1-1 0 0,0 1 1 0 0,-1-1-1 0 0,1 0 0 0 0,-1 1 1 0 0,1-1-1 0 0,0 1 0 0 0,-1 0 1 0 0,1-1-1 0 0,1 0 1 0 0,21-14 1937 0 0,-16 13-1828 0 0,0 1-1 0 0,0 0 1 0 0,1 0-1 0 0,-1 0 1 0 0,0 1-1 0 0,0 0 1 0 0,0 1-1 0 0,1-1 1 0 0,-1 1-1 0 0,0 1 1 0 0,0 0-1 0 0,0 0 1 0 0,-1 0-1 0 0,1 0 1 0 0,0 1-1 0 0,-1 0 1 0 0,1 1-1 0 0,-1 0 1 0 0,0 0-1 0 0,0 0 1 0 0,6 6-1 0 0,0 1-83 0 0,1 0-1 0 0,-1 0 0 0 0,-1 2 0 0 0,0-1 0 0 0,-1 1 0 0 0,-1 1 0 0 0,0 0 1 0 0,9 18-1 0 0,-7-7-134 0 0,8 34 0 0 0,-11-35 106 0 0,18 42 1 0 0,-30-145 154 0 0,4 47-378 0 0,2-1 1 0 0,0 1 0 0 0,16-64 0 0 0,-10 64-1632 0 0,24-58 0 0 0,-19 62-5383 0 0</inkml:trace>
</inkml:ink>
</file>

<file path=ppt/ink/ink1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0.7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1 168 8290 0 0,'0'4'229'0'0,"1"1"-1"0"0,0-1 1 0 0,0 0 0 0 0,0 1 0 0 0,1-1 0 0 0,-1 0 0 0 0,1 0-1 0 0,0 1 1 0 0,0-1 0 0 0,1-1 0 0 0,-1 1 0 0 0,1 0 0 0 0,0-1-1 0 0,0 1 1 0 0,0-1 0 0 0,0 0 0 0 0,1 0 0 0 0,-1 0-1 0 0,1 0 1 0 0,7 3 0 0 0,-8-4-58 0 0,0-1 0 0 0,0 1 0 0 0,0-1 0 0 0,0 0 0 0 0,0 0-1 0 0,1-1 1 0 0,-1 1 0 0 0,0-1 0 0 0,1 1 0 0 0,-1-1 0 0 0,0 0 0 0 0,1 0 0 0 0,-1-1-1 0 0,1 1 1 0 0,-1-1 0 0 0,0 0 0 0 0,0 1 0 0 0,1-1 0 0 0,-1-1 0 0 0,0 1 0 0 0,0 0-1 0 0,0-1 1 0 0,0 0 0 0 0,0 1 0 0 0,0-1 0 0 0,-1 0 0 0 0,1-1 0 0 0,3-2 0 0 0,3-5-77 0 0,-1 0 0 0 0,0-1 1 0 0,0 1-1 0 0,-1-1 1 0 0,-1-1-1 0 0,10-20 1 0 0,-13 25-106 0 0,-1 0 1 0 0,1 0-1 0 0,-1 0 1 0 0,0 0-1 0 0,-1 0 1 0 0,0-1-1 0 0,0 1 1 0 0,0 0 0 0 0,-1-1-1 0 0,0 1 1 0 0,-1-1-1 0 0,1 1 1 0 0,-4-10-1 0 0,4 15 1 0 0,-1 0 0 0 0,0 0 0 0 0,0 1-1 0 0,0-1 1 0 0,0 0 0 0 0,0 1 0 0 0,0-1-1 0 0,0 1 1 0 0,-1 0 0 0 0,1-1 0 0 0,0 1-1 0 0,-1 0 1 0 0,1 0 0 0 0,-1-1 0 0 0,0 1 0 0 0,-3-1-1 0 0,5 2 21 0 0,-1-1-1 0 0,1 1 0 0 0,-1 0 1 0 0,1 0-1 0 0,-1 0 1 0 0,1 0-1 0 0,-1 0 0 0 0,1 0 1 0 0,-1 0-1 0 0,1 0 0 0 0,-1 0 1 0 0,1 0-1 0 0,-1 0 0 0 0,1 0 1 0 0,-1 0-1 0 0,1 0 1 0 0,-1 0-1 0 0,1 1 0 0 0,-1-1 1 0 0,1 0-1 0 0,-1 0 0 0 0,1 0 1 0 0,0 1-1 0 0,-1-1 1 0 0,0 1 33 0 0,1 0 0 0 0,-1 0 1 0 0,1 0-1 0 0,-1 0 0 0 0,1 0 1 0 0,-1 0-1 0 0,1 0 0 0 0,0-1 1 0 0,0 1-1 0 0,-1 0 0 0 0,1 0 0 0 0,0 0 1 0 0,0 0-1 0 0,0 0 0 0 0,0 0 1 0 0,0 0-1 0 0,1 2 0 0 0,0 12 144 0 0,1 0-1 0 0,0-1 0 0 0,1 1 0 0 0,1-1 0 0 0,1 1 0 0 0,0-1 0 0 0,9 17 0 0 0,10 7-2167 0 0,9-5-3609 0 0</inkml:trace>
</inkml:ink>
</file>

<file path=ppt/ink/ink1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1.1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166 20 3225 0 0,'0'-1'114'0'0,"0"0"1"0"0,0 1 0 0 0,0-1 0 0 0,1 1-1 0 0,-1-1 1 0 0,0 1 0 0 0,0-1 0 0 0,0 0-1 0 0,0 1 1 0 0,0-1 0 0 0,0 1 0 0 0,0-1-1 0 0,0 0 1 0 0,0 1 0 0 0,-1-1-1 0 0,1 1 1 0 0,0-1 0 0 0,0 1 0 0 0,0-1-1 0 0,-1 1 1 0 0,1-1 0 0 0,0 1 0 0 0,0-1-1 0 0,-1 1 1 0 0,1-1 0 0 0,-1 1 0 0 0,1-1-1 0 0,0 1 1 0 0,-1-1 0 0 0,1 1 0 0 0,-1 0-1 0 0,1-1 1 0 0,-1 1 0 0 0,1 0-1 0 0,-1 0 1 0 0,1-1 0 0 0,-1 1 0 0 0,1 0-1 0 0,-1 0 1 0 0,0 0 0 0 0,1 0 0 0 0,-1-1-1 0 0,1 1 1 0 0,-1 0 0 0 0,0 0 0 0 0,1 0-1 0 0,-1 0 1 0 0,1 0 0 0 0,-1 1-1 0 0,1-1 1 0 0,-1 0 0 0 0,0 0 0 0 0,1 0-1 0 0,-1 0 1 0 0,0 1 0 0 0,-3 0 438 0 0,0 0 0 0 0,0 0 1 0 0,0 0-1 0 0,0 1 0 0 0,0 0 1 0 0,-7 4-1 0 0,1 2-79 0 0,0 1 1 0 0,0 0 0 0 0,1 1-1 0 0,0 0 1 0 0,1 0-1 0 0,0 1 1 0 0,0 0-1 0 0,1 1 1 0 0,1-1 0 0 0,0 1-1 0 0,1 1 1 0 0,-7 21-1 0 0,11-31-436 0 0,0 0-1 0 0,1 0 1 0 0,-1-1-1 0 0,1 1 1 0 0,0 0-1 0 0,-1 0 1 0 0,1 0-1 0 0,1 0 1 0 0,-1 0 0 0 0,0-1-1 0 0,1 1 1 0 0,-1 0-1 0 0,1 0 1 0 0,0 0-1 0 0,0-1 1 0 0,0 1-1 0 0,1 0 1 0 0,-1-1-1 0 0,0 1 1 0 0,1-1-1 0 0,0 0 1 0 0,-1 1-1 0 0,1-1 1 0 0,0 0-1 0 0,0 0 1 0 0,0 0 0 0 0,1 0-1 0 0,2 1 1 0 0,7 5-79 0 0,0-1 1 0 0,1 0 0 0 0,0-1-1 0 0,23 7 1 0 0,14 8 89 0 0,-45-18-55 0 0,0 0-1 0 0,1 0 0 0 0,-2 0 0 0 0,1 1 1 0 0,0 0-1 0 0,-1 0 0 0 0,1 0 0 0 0,-1 0 1 0 0,5 8-1 0 0,-8-10 12 0 0,0 0 0 0 0,0 1 1 0 0,0-1-1 0 0,0 1 0 0 0,0-1 0 0 0,-1 1 1 0 0,1-1-1 0 0,-1 1 0 0 0,1-1 1 0 0,-1 1-1 0 0,0-1 0 0 0,0 1 0 0 0,-1-1 1 0 0,1 1-1 0 0,0-1 0 0 0,-1 1 0 0 0,1-1 1 0 0,-1 1-1 0 0,0-1 0 0 0,0 1 0 0 0,0-1 1 0 0,0 0-1 0 0,0 0 0 0 0,-3 3 0 0 0,-2 5 29 0 0,0-1 0 0 0,-1 0 0 0 0,-1 0 0 0 0,1-1 0 0 0,-1 0 0 0 0,-1-1 0 0 0,1 1 0 0 0,-12 6 0 0 0,-21 10-3029 0 0</inkml:trace>
</inkml:ink>
</file>

<file path=ppt/ink/ink1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1.2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3225 0 0,'13'14'3135'0'0,"-1"0"1"0"0,14 21 0 0 0,15 36 1616 0 0,-20-25-3699 0 0,19 59 0 0 0,-36-94-2627 0 0</inkml:trace>
</inkml:ink>
</file>

<file path=ppt/ink/ink1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1.4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20 11979 0 0,'-3'-5'528'0'0,"2"0"112"0"0,1 1-512 0 0,-1 2-128 0 0,1 0 248 0 0,0 1-128 0 0</inkml:trace>
</inkml:ink>
</file>

<file path=ppt/ink/ink1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1.7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94 0 1840 0 0,'-4'1'477'0'0,"0"0"0"0"0,0 0 0 0 0,1 1 0 0 0,-1-1 0 0 0,0 1-1 0 0,1-1 1 0 0,-1 1 0 0 0,1 0 0 0 0,-1 1 0 0 0,1-1 0 0 0,0 1-1 0 0,0-1 1 0 0,0 1 0 0 0,0 0 0 0 0,1 0 0 0 0,-5 6-1 0 0,3-5 219 0 0,1 1-1 0 0,-1 0 0 0 0,1 0 1 0 0,0 1-1 0 0,0-1 0 0 0,0 1 1 0 0,1 0-1 0 0,0-1 0 0 0,0 1 0 0 0,-1 9 1 0 0,3-12-530 0 0,0 0 0 0 0,0 0 1 0 0,1 0-1 0 0,0 0 1 0 0,-1-1-1 0 0,1 1 0 0 0,0 0 1 0 0,0 0-1 0 0,0-1 0 0 0,1 1 1 0 0,-1 0-1 0 0,1-1 0 0 0,-1 0 1 0 0,1 1-1 0 0,0-1 0 0 0,4 4 1 0 0,43 34 105 0 0,-21-19 67 0 0,-22-15-330 0 0,0-1 0 0 0,-1 1 0 0 0,1 0 0 0 0,-1 1 0 0 0,0-1 0 0 0,-1 1 0 0 0,0 0 0 0 0,0 0 0 0 0,0 1 0 0 0,-1-1 0 0 0,0 1 0 0 0,3 11-1 0 0,-5-15-7 0 0,-1 0 0 0 0,1 0-1 0 0,-1 1 1 0 0,0-1 0 0 0,0 0-1 0 0,-1 0 1 0 0,1 0 0 0 0,-1 0-1 0 0,0 0 1 0 0,0 0 0 0 0,0-1-1 0 0,0 1 1 0 0,-1 0 0 0 0,0 0-1 0 0,1-1 1 0 0,-1 1 0 0 0,-1-1-1 0 0,1 1 1 0 0,0-1 0 0 0,-1 0-1 0 0,0 0 1 0 0,0 0 0 0 0,0 0-1 0 0,0-1 1 0 0,0 1 0 0 0,0-1-1 0 0,-5 3 1 0 0,6-4-82 0 0,-1 1 0 0 0,0 0 0 0 0,1 0 1 0 0,-1-1-1 0 0,0 1 0 0 0,0-1 0 0 0,0 0 0 0 0,0 0 1 0 0,0 0-1 0 0,-1-1 0 0 0,-4 2 0 0 0,-1-4-294 0 0</inkml:trace>
</inkml:ink>
</file>

<file path=ppt/ink/ink1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2.1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1 13363 0 0,'-1'0'160'0'0,"1"0"-1"0"0,-1 1 1 0 0,1-1 0 0 0,-1 0-1 0 0,1 0 1 0 0,-1 1 0 0 0,1-1 0 0 0,-1 1-1 0 0,1-1 1 0 0,-1 0 0 0 0,1 1 0 0 0,-1-1-1 0 0,1 1 1 0 0,0-1 0 0 0,-1 1-1 0 0,1 0 1 0 0,0-1 0 0 0,-1 1 0 0 0,1-1-1 0 0,0 1 1 0 0,0-1 0 0 0,0 1-1 0 0,0 0 1 0 0,-1-1 0 0 0,1 1 0 0 0,0-1-1 0 0,0 1 1 0 0,0 0 0 0 0,0-1 0 0 0,0 1-1 0 0,0 0 1 0 0,1-1 0 0 0,-1 1-1 0 0,0-1 1 0 0,0 1 0 0 0,0 0 0 0 0,1-1-1 0 0,-1 1 1 0 0,1 0 0 0 0,20 26 2514 0 0,-6-8-2235 0 0,-5 0-239 0 0,0 0 0 0 0,-1 1 0 0 0,-1 0 1 0 0,10 41-1 0 0,10 91 84 0 0,-7-31-517 0 0,-11-71-958 0 0,-6-29-10 0 0</inkml:trace>
</inkml:ink>
</file>

<file path=ppt/ink/ink1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2.3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95 7834 0 0,'-1'0'24'0'0,"1"0"1"0"0,0 0-1 0 0,0 0 1 0 0,-1 0 0 0 0,1-1-1 0 0,0 1 1 0 0,0 0-1 0 0,-1 0 1 0 0,1 0 0 0 0,0-1-1 0 0,0 1 1 0 0,0 0-1 0 0,0 0 1 0 0,-1 0-1 0 0,1-1 1 0 0,0 1 0 0 0,0 0-1 0 0,0 0 1 0 0,0-1-1 0 0,0 1 1 0 0,0 0 0 0 0,0-1-1 0 0,0 1 1 0 0,0 0-1 0 0,0 0 1 0 0,0-1 0 0 0,0 1-1 0 0,0 0 1 0 0,0-1-1 0 0,0 1 1 0 0,0 0-1 0 0,0 0 1 0 0,0-1 0 0 0,0 1-1 0 0,0 0 1 0 0,0 0-1 0 0,0-1 1 0 0,1 1 0 0 0,10-14 774 0 0,15-7-1 0 0,-15 14-700 0 0,0 1-1 0 0,1 0 1 0 0,0 0-1 0 0,0 1 1 0 0,0 1-1 0 0,0 0 1 0 0,18-4-1 0 0,-15 6-652 0 0,0 0 0 0 0,-1 1 0 0 0,24 1 0 0 0,-13 2-2770 0 0</inkml:trace>
</inkml:ink>
</file>

<file path=ppt/ink/ink1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2.9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52 63 6913 0 0,'44'-20'1061'0'0,"-42"18"-678"0"0,0 1 0 0 0,0 0 1 0 0,0-1-1 0 0,0 0 1 0 0,0 1-1 0 0,0-1 1 0 0,-1 0-1 0 0,1 0 1 0 0,0 0-1 0 0,-1 0 1 0 0,0 0-1 0 0,1 0 1 0 0,-1-1-1 0 0,0 1 0 0 0,0 0 1 0 0,-2-10 3351 0 0,-6 16-2368 0 0,-7 10-714 0 0,3 4-379 0 0,0 2 0 0 0,1 0 0 0 0,1 0 0 0 0,-12 40 0 0 0,5-15 46 0 0,15-42-306 0 0,-4 10 73 0 0,1 0 0 0 0,-5 24 0 0 0,8-34-72 0 0,1-1 0 0 0,-1 0 0 0 0,1 1 0 0 0,0-1 0 0 0,0 1 0 0 0,0-1 0 0 0,0 1 0 0 0,0-1 0 0 0,0 0 0 0 0,1 1 0 0 0,-1-1 0 0 0,1 0 0 0 0,-1 1 1 0 0,1-1-1 0 0,0 0 0 0 0,0 0 0 0 0,0 1 0 0 0,1-1 0 0 0,-1 0 0 0 0,0 0 0 0 0,1 0 0 0 0,-1-1 0 0 0,1 1 0 0 0,2 2 0 0 0,-3-4-30 0 0,0 1 1 0 0,0 0-1 0 0,0-1 1 0 0,0 1-1 0 0,0-1 1 0 0,0 1-1 0 0,1-1 1 0 0,-1 0-1 0 0,0 0 1 0 0,0 1-1 0 0,1-1 1 0 0,-1 0-1 0 0,0 0 1 0 0,0 0-1 0 0,1 0 1 0 0,-1 0-1 0 0,0-1 1 0 0,0 1-1 0 0,1 0 1 0 0,-1-1-1 0 0,1 0 1 0 0,1 0-24 0 0,0-1 1 0 0,0 1-1 0 0,0-1 0 0 0,0 0 1 0 0,-1 0-1 0 0,1 0 0 0 0,4-6 1 0 0,1-2-118 0 0,0 0 0 0 0,-1-1 0 0 0,7-12-1 0 0,-5 5 84 0 0,-1 0 0 0 0,7-26-1 0 0,-11 31 128 0 0,0 0 0 0 0,1 0 0 0 0,0 0 0 0 0,1 0 0 0 0,1 1 0 0 0,13-19 1 0 0,-19 30-37 0 0,-1 0 0 0 0,1 0 0 0 0,0 0 1 0 0,0 0-1 0 0,-1 0 0 0 0,1 0 1 0 0,0 0-1 0 0,0 1 0 0 0,0-1 1 0 0,0 0-1 0 0,0 1 0 0 0,0-1 1 0 0,0 1-1 0 0,0-1 0 0 0,0 1 1 0 0,0-1-1 0 0,0 1 0 0 0,0 0 1 0 0,0-1-1 0 0,0 1 0 0 0,0 0 1 0 0,0 0-1 0 0,0 0 0 0 0,1 0 1 0 0,-1 0-1 0 0,0 0 0 0 0,0 0 1 0 0,0 0-1 0 0,0 0 0 0 0,0 1 0 0 0,0-1 1 0 0,1 0-1 0 0,-1 1 0 0 0,0-1 1 0 0,0 1-1 0 0,0-1 0 0 0,0 1 1 0 0,0 0-1 0 0,-1-1 0 0 0,1 1 1 0 0,0 0-1 0 0,0 0 0 0 0,1 1 1 0 0,4 5 107 0 0,-1 0 1 0 0,0 1 0 0 0,0 0-1 0 0,6 14 1 0 0,0-1-125 0 0,-3-9 5 0 0,0-1 1 0 0,0 0-1 0 0,1-1 1 0 0,1 0-1 0 0,0 0 1 0 0,0-1 0 0 0,1 0-1 0 0,14 9 1 0 0,-25-18-9 0 0,1 1 0 0 0,0-1 0 0 0,0 0 0 0 0,0 0 0 0 0,-1 0 0 0 0,1 0 0 0 0,0 0 0 0 0,0 0 0 0 0,0 0 0 0 0,0 0 0 0 0,-1 0 0 0 0,1 0 0 0 0,0 0 0 0 0,0 0 0 0 0,0 0 0 0 0,-1-1 0 0 0,1 1 0 0 0,0 0 0 0 0,0-1 0 0 0,-1 1 0 0 0,1-1 0 0 0,0 1 0 0 0,0 0 0 0 0,-1-1 0 0 0,1 0 0 0 0,-1 1 0 0 0,1-1 0 0 0,0 1 0 0 0,-1-1 0 0 0,1 0 0 0 0,0 0 0 0 0,17-28 0 0 0,-12 19 0 0 0,18-29-1 0 0,-13 20 0 0 0,0 1-1 0 0,20-23 1 0 0,-28 36 0 0 0,1 1 1 0 0,1 0 0 0 0,-1 0 0 0 0,0 0 0 0 0,1 1-1 0 0,0-1 1 0 0,0 1 0 0 0,0 0 0 0 0,0 1 0 0 0,0-1-1 0 0,0 1 1 0 0,1 0 0 0 0,8-2 0 0 0,-12 4 22 0 0,0 0 0 0 0,0 0-1 0 0,0 0 1 0 0,0 0 0 0 0,0 0 0 0 0,0 0 0 0 0,0 1 0 0 0,-1-1 0 0 0,1 1 0 0 0,0-1-1 0 0,0 1 1 0 0,-1 0 0 0 0,1 0 0 0 0,0 0 0 0 0,-1 0 0 0 0,1 0 0 0 0,0 0 0 0 0,1 2-1 0 0,27 29 247 0 0,-9-8-260 0 0,-10-14-40 0 0,-7-6 59 0 0,1 0 0 0 0,-1 0 1 0 0,1 0-1 0 0,0-1 0 0 0,8 5 0 0 0,-12-7-51 0 0,0-1 0 0 0,0 0 1 0 0,0 1-1 0 0,0-1 0 0 0,1 0 0 0 0,-1 0 1 0 0,0 0-1 0 0,0 1 0 0 0,0-1 1 0 0,0 0-1 0 0,0-1 0 0 0,0 1 1 0 0,0 0-1 0 0,0 0 0 0 0,1 0 1 0 0,-1-1-1 0 0,0 1 0 0 0,0 0 1 0 0,0-1-1 0 0,0 1 0 0 0,0-1 1 0 0,0 1-1 0 0,-1-1 0 0 0,1 0 1 0 0,0 1-1 0 0,0-1 0 0 0,0 0 1 0 0,0 0-1 0 0,-1 1 0 0 0,1-1 1 0 0,0 0-1 0 0,-1 0 0 0 0,1 0 1 0 0,-1 0-1 0 0,2-1 0 0 0,7-15-2571 0 0</inkml:trace>
</inkml:ink>
</file>

<file path=ppt/ink/ink1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3.4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8 218 11058 0 0,'-2'-7'511'0'0,"0"0"0"0"0,1 0 0 0 0,0 0 0 0 0,0 0 0 0 0,1 0 0 0 0,0-1 0 0 0,0 1 0 0 0,1 0 0 0 0,1-8 0 0 0,0 6-224 0 0,0 0 0 0 0,0 0 0 0 0,1 0 0 0 0,0 1-1 0 0,1-1 1 0 0,0 1 0 0 0,0 0 0 0 0,1 0 0 0 0,0 0 0 0 0,0 1 0 0 0,8-9 0 0 0,-10 13-221 0 0,-1 0 0 0 0,1 1 1 0 0,0-1-1 0 0,0 1 0 0 0,0 0 1 0 0,0 0-1 0 0,0 0 0 0 0,1 0 1 0 0,-1 0-1 0 0,1 1 0 0 0,-1 0 1 0 0,1-1-1 0 0,-1 1 0 0 0,1 1 1 0 0,0-1-1 0 0,0 0 0 0 0,-1 1 1 0 0,1 0-1 0 0,0 0 0 0 0,0 0 0 0 0,-1 0 1 0 0,1 1-1 0 0,0-1 0 0 0,0 1 1 0 0,-1 0-1 0 0,1 0 0 0 0,-1 1 1 0 0,1-1-1 0 0,-1 1 0 0 0,1-1 1 0 0,-1 1-1 0 0,0 0 0 0 0,0 0 1 0 0,0 1-1 0 0,0-1 0 0 0,0 1 0 0 0,0-1 1 0 0,-1 1-1 0 0,4 4 0 0 0,6 11-110 0 0,7 11-2189 0 0,16 34 1 0 0,-27-45 930 0 0</inkml:trace>
</inkml:ink>
</file>

<file path=ppt/ink/ink1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3.8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117 29 5065 0 0,'0'-1'149'0'0,"0"0"0"0"0,0-1 0 0 0,0 1 1 0 0,0 0-1 0 0,0 0 0 0 0,-1 0 0 0 0,1 0 0 0 0,0-1 0 0 0,-1 1 0 0 0,1 0 0 0 0,-1 0 0 0 0,1 0 1 0 0,-1 0-1 0 0,1 0 0 0 0,-1 0 0 0 0,0 0 0 0 0,0 0 0 0 0,0 0 0 0 0,1 0 0 0 0,-1 1 0 0 0,0-1 1 0 0,0 0-1 0 0,0 1 0 0 0,0-1 0 0 0,0 0 0 0 0,0 1 0 0 0,0-1 0 0 0,-1 1 0 0 0,1-1 0 0 0,0 1 1 0 0,0 0-1 0 0,0 0 0 0 0,0-1 0 0 0,-1 1 0 0 0,1 0 0 0 0,0 0 0 0 0,-2 0 0 0 0,1 0 244 0 0,-1 0 0 0 0,1 1 0 0 0,-1-1 0 0 0,0 0 0 0 0,1 1 0 0 0,-1-1 0 0 0,1 1 0 0 0,0 0 0 0 0,-1 0 0 0 0,1 0-1 0 0,0 0 1 0 0,-1 1 0 0 0,1-1 0 0 0,0 0 0 0 0,0 1 0 0 0,0 0 0 0 0,-2 1 0 0 0,-1 5-102 0 0,0 0 1 0 0,0 0-1 0 0,1 0 0 0 0,0 0 1 0 0,0 1-1 0 0,1-1 1 0 0,0 1-1 0 0,0 0 1 0 0,1 0-1 0 0,0 0 0 0 0,1 0 1 0 0,0 1-1 0 0,1-1 1 0 0,0 0-1 0 0,0 0 1 0 0,1 1-1 0 0,1 9 0 0 0,-1-12-394 0 0,0-1 0 0 0,1 0 0 0 0,-1 0-1 0 0,1 0 1 0 0,0 0 0 0 0,1 0-1 0 0,-1 0 1 0 0,1-1 0 0 0,0 1 0 0 0,1-1-1 0 0,-1 0 1 0 0,1 0 0 0 0,0 0 0 0 0,1 0-1 0 0,-1-1 1 0 0,1 0 0 0 0,0 0 0 0 0,0 0-1 0 0,0 0 1 0 0,0-1 0 0 0,0 0-1 0 0,1 0 1 0 0,0 0 0 0 0,0-1 0 0 0,10 4-1 0 0,2-3-7233 0 0</inkml:trace>
</inkml:ink>
</file>

<file path=ppt/ink/ink1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4.1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0 259 5065 0 0,'0'1'35'0'0,"0"-1"0"0"0,0 1 0 0 0,0-1 0 0 0,1 1 0 0 0,-1-1 1 0 0,0 1-1 0 0,0 0 0 0 0,0-1 0 0 0,0 1 0 0 0,0-1 0 0 0,1 1 0 0 0,-1-1 0 0 0,0 1 0 0 0,0-1 0 0 0,1 1 0 0 0,-1-1 0 0 0,1 0 1 0 0,-1 1-1 0 0,0-1 0 0 0,1 1 0 0 0,-1-1 0 0 0,1 0 0 0 0,-1 1 0 0 0,0-1 0 0 0,1 0 0 0 0,-1 1 0 0 0,1-1 0 0 0,-1 0 0 0 0,1 0 0 0 0,0 1 1 0 0,21-1 1943 0 0,21-14 1769 0 0,-34 9-3139 0 0,1 0 1 0 0,-1-1-1 0 0,0 0 0 0 0,-1-1 1 0 0,0 0-1 0 0,0 0 1 0 0,0-1-1 0 0,7-9 0 0 0,-8 8-479 0 0,0 0-1 0 0,-1 0 0 0 0,0-1 0 0 0,0 1 0 0 0,-1-1 0 0 0,0 0 0 0 0,-1-1 0 0 0,0 1 1 0 0,-1-1-1 0 0,0 1 0 0 0,-1-1 0 0 0,0 0 0 0 0,0-12 0 0 0,-1 22-119 0 0,-1 0-1 0 0,0-1 1 0 0,0 1-1 0 0,0 0 1 0 0,0-1-1 0 0,0 1 1 0 0,0 0-1 0 0,0 0 1 0 0,0-1-1 0 0,0 1 1 0 0,-1 0-1 0 0,1 0 1 0 0,0-1-1 0 0,-1 1 1 0 0,1 0-1 0 0,-1 0 1 0 0,1 0-1 0 0,-1 0 1 0 0,0 0-1 0 0,0-1 1 0 0,1 1-1 0 0,-1 0 1 0 0,0 1 0 0 0,0-1-1 0 0,0 0 1 0 0,0 0-1 0 0,0 0 1 0 0,0 1-1 0 0,0-1 1 0 0,0 0-1 0 0,-1 1 1 0 0,1-1-1 0 0,0 1 1 0 0,0-1-1 0 0,0 1 1 0 0,-1 0-1 0 0,1-1 1 0 0,0 1-1 0 0,-1 0 1 0 0,1 0-1 0 0,0 0 1 0 0,0 0-1 0 0,-1 0 1 0 0,1 0-1 0 0,0 0 1 0 0,0 1-1 0 0,-1-1 1 0 0,1 0-1 0 0,0 1 1 0 0,0-1-1 0 0,-2 1 1 0 0,-2 1 69 0 0,1 0 1 0 0,0 0 0 0 0,0 0-1 0 0,-1 1 1 0 0,1-1-1 0 0,1 1 1 0 0,-1 0-1 0 0,0 0 1 0 0,1 0-1 0 0,-1 1 1 0 0,1-1-1 0 0,0 1 1 0 0,-3 5-1 0 0,4-6-28 0 0,0 1 1 0 0,1-1-1 0 0,0 1 0 0 0,0 0 0 0 0,0-1 0 0 0,0 1 0 0 0,0 0 0 0 0,1 0 0 0 0,-1 0 0 0 0,1 0 0 0 0,0 0 0 0 0,0-1 0 0 0,1 1 0 0 0,-1 0 0 0 0,1 0 0 0 0,0 0 0 0 0,0-1 0 0 0,0 1 0 0 0,0 0 0 0 0,1-1 0 0 0,-1 1 0 0 0,1-1 0 0 0,0 1 1 0 0,4 4-1 0 0,-2-3-212 0 0,0-1 1 0 0,0 1 0 0 0,0-1 0 0 0,1 0 0 0 0,0 0-1 0 0,0 0 1 0 0,0-1 0 0 0,0 0 0 0 0,0 0 0 0 0,1 0-1 0 0,-1 0 1 0 0,1-1 0 0 0,0 0 0 0 0,0 0 0 0 0,6 1-1 0 0,13 0-6889 0 0</inkml:trace>
</inkml:ink>
</file>

<file path=ppt/ink/ink1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4.7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46 14283 0 0,'1'-7'835'0'0,"9"-27"3943"0"0,-10 34-4726 0 0,0 0-1 0 0,0-1 0 0 0,0 1 0 0 0,0 0 1 0 0,0 0-1 0 0,1-1 0 0 0,-1 1 0 0 0,0 0 0 0 0,0 0 1 0 0,0 0-1 0 0,1-1 0 0 0,-1 1 0 0 0,0 0 1 0 0,0 0-1 0 0,1 0 0 0 0,-1 0 0 0 0,0-1 0 0 0,0 1 1 0 0,1 0-1 0 0,-1 0 0 0 0,0 0 0 0 0,0 0 0 0 0,1 0 1 0 0,-1 0-1 0 0,0 0 0 0 0,1 0 0 0 0,-1 0 1 0 0,0 0-1 0 0,1 0 0 0 0,-1 0 0 0 0,0 0 0 0 0,0 0 1 0 0,1 0-1 0 0,-1 0 0 0 0,13 16 270 0 0,2 21-136 0 0,-2 0 1 0 0,-2 1-1 0 0,-1 0 1 0 0,6 43-1 0 0,-4-21-33 0 0,7 27-81 0 0,4 0 0 0 0,4-1 0 0 0,56 122 0 0 0,-75-191-138 0 0,-1 1-1 0 0,0-1 1 0 0,-1 1 0 0 0,-1 0-1 0 0,3 21 1 0 0,-5 4-2426 0 0,-8 2-3381 0 0,0-20-438 0 0</inkml:trace>
</inkml:ink>
</file>

<file path=ppt/ink/ink1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5.0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3225 0 0,'39'16'5686'0'0,"-29"-11"-4761"0"0,0 0 0 0 0,0 0 0 0 0,-1 1 0 0 0,0 1 0 0 0,0-1 0 0 0,0 1 0 0 0,-1 1 0 0 0,8 9 0 0 0,8 12 564 0 0,22 34 0 0 0,-28-37-632 0 0,42 46-1 0 0,-49-60-716 0 0,1-1-1 0 0,0 0 0 0 0,1-1 0 0 0,0-1 1 0 0,25 15-1 0 0,-33-22-127 0 0,1 1 0 0 0,0-1 0 0 0,0 0 0 0 0,0 0 0 0 0,1-1 1 0 0,-1 0-1 0 0,0 0 0 0 0,0 0 0 0 0,1-1 0 0 0,-1 0 0 0 0,0 0 0 0 0,1-1 0 0 0,-1 0 0 0 0,0 0 1 0 0,0 0-1 0 0,1-1 0 0 0,8-3 0 0 0,-4 0-425 0 0,0 0 1 0 0,0 0 0 0 0,18-14-1 0 0</inkml:trace>
</inkml:ink>
</file>

<file path=ppt/ink/ink1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5.6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65 1 10138 0 0,'0'0'778'0'0,"-1"16"2913"0"0,-29 187 1895 0 0,2-11-6974 0 0,22-153-5358 0 0</inkml:trace>
</inkml:ink>
</file>

<file path=ppt/ink/ink1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6.2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8290 0 0,'8'-1'5833'0'0,"11"2"-3184"0"0,-13 1-2313 0 0,1 2 0 0 0,-1-1 0 0 0,0 1 0 0 0,0 0 0 0 0,0 0 1 0 0,-1 1-1 0 0,1-1 0 0 0,-1 1 0 0 0,0 0 0 0 0,0 1 0 0 0,-1-1 1 0 0,0 1-1 0 0,0 0 0 0 0,0 0 0 0 0,6 13 0 0 0,2 10-296 0 0,0 1 0 0 0,9 39 0 0 0,-15-48 167 0 0,35 122-207 0 0,-41-142-10 0 0,0-1 1 0 0,0 1-1 0 0,0-1 1 0 0,0 0-1 0 0,0 1 1 0 0,1-1-1 0 0,-1 1 1 0 0,0-1-1 0 0,0 1 1 0 0,0-1-1 0 0,0 0 1 0 0,1 1-1 0 0,-1-1 1 0 0,0 0-1 0 0,0 1 1 0 0,1-1-1 0 0,-1 0 1 0 0,0 1-1 0 0,1-1 1 0 0,-1 0-1 0 0,0 1 1 0 0,1-1-1 0 0,-1 0 1 0 0,0 0-1 0 0,1 0 1 0 0,-1 1-1 0 0,1-1 1 0 0,-1 0-1 0 0,0 0 1 0 0,1 0-1 0 0,-1 0 1 0 0,1 0-1 0 0,-1 0 1 0 0,1 0-1 0 0,-1 0 1 0 0,1 0-1 0 0,-1 0 1 0 0,0 0-1 0 0,1 0 1 0 0,-1 0-1 0 0,1 0 1 0 0,-1 0-1 0 0,1 0 1 0 0,-1 0-1 0 0,0 0 1 0 0,1-1-1 0 0,-1 1 1 0 0,0 0-1 0 0,1 0 1 0 0,-1 0-1 0 0,1-1 1 0 0,-1 1-1 0 0,0 0 1 0 0,1-1-1 0 0,-1 1 1 0 0,0 0-1 0 0,0-1 1 0 0,1 1-1 0 0,-1 0 1 0 0,0-1-1 0 0,0 1 1 0 0,0-1-1 0 0,1 1 1 0 0,-1 0-1 0 0,0-1 1 0 0,0 1-1 0 0,0-1 1 0 0,18-33-1436 0 0,-17 30 1193 0 0,37-93-4082 0 0,-24 58 3285 0 0,37-74 1 0 0,-50 111 1148 0 0,0 0-1 0 0,0 0 1 0 0,0 0-1 0 0,1 0 1 0 0,-1 1 0 0 0,0-1-1 0 0,1 0 1 0 0,-1 0 0 0 0,1 1-1 0 0,0-1 1 0 0,0 1-1 0 0,-1 0 1 0 0,1-1 0 0 0,0 1-1 0 0,0 0 1 0 0,0 0 0 0 0,0 0-1 0 0,0 0 1 0 0,1 0-1 0 0,-1 1 1 0 0,0-1 0 0 0,0 1-1 0 0,4-1 1 0 0,-3 2 109 0 0,0-1-1 0 0,1 1 0 0 0,-1 0 1 0 0,1 0-1 0 0,-1 0 1 0 0,0 1-1 0 0,0-1 1 0 0,0 1-1 0 0,1 0 1 0 0,-2 0-1 0 0,1 0 1 0 0,0 0-1 0 0,0 0 1 0 0,3 5-1 0 0,20 21 534 0 0,-1 1 0 0 0,-1 1 0 0 0,24 43 0 0 0,5 4-1927 0 0,-42-62 737 0 0</inkml:trace>
</inkml:ink>
</file>

<file path=ppt/ink/ink1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6.55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13 110 5985 0 0,'-11'12'7106'0'0,"11"-10"-6768"0"0,-1 24 2573 0 0,11 23-823 0 0,-7-38-1847 0 0,2 0-1 0 0,-1-1 1 0 0,2 1-1 0 0,-1-1 1 0 0,1 0-1 0 0,1 0 1 0 0,0-1-1 0 0,0 0 1 0 0,1 0 0 0 0,0-1-1 0 0,1 0 1 0 0,0 0-1 0 0,0-1 1 0 0,0 0-1 0 0,1-1 1 0 0,0 0 0 0 0,19 9-1 0 0,-25-14-225 0 0,-1 0-1 0 0,1 0 0 0 0,0-1 0 0 0,0 1 1 0 0,-1-1-1 0 0,1 1 0 0 0,0-1 1 0 0,0 0-1 0 0,0-1 0 0 0,0 1 1 0 0,-1-1-1 0 0,1 0 0 0 0,0 0 0 0 0,0 0 1 0 0,-1 0-1 0 0,8-4 0 0 0,-6 2 6 0 0,-1 0 0 0 0,1 0 0 0 0,-1-1-1 0 0,1 0 1 0 0,-1 0 0 0 0,0 0-1 0 0,0 0 1 0 0,-1-1 0 0 0,1 1 0 0 0,3-8-1 0 0,-1 1-6 0 0,-1 1 0 0 0,-1-1 0 0 0,0 0 0 0 0,0 0 0 0 0,-1 0-1 0 0,0 0 1 0 0,-1-1 0 0 0,0 1 0 0 0,-1-1 0 0 0,0-19 0 0 0,-2 21-113 0 0,-1 0 1 0 0,1 0-1 0 0,-2 0 1 0 0,1 1-1 0 0,-1-1 1 0 0,-1 1-1 0 0,0-1 1 0 0,0 1-1 0 0,-10-15 1 0 0,9 17-1224 0 0,0 0 1 0 0,0 1 0 0 0,-1 0-1 0 0,-7-6 1 0 0,-6-4-5461 0 0</inkml:trace>
</inkml:ink>
</file>

<file path=ppt/ink/ink1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6.9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133 5 16131 0 0,'-2'0'90'0'0,"1"-1"0"0"0,-1 0-1 0 0,0 1 1 0 0,1-1-1 0 0,-1 1 1 0 0,0-1-1 0 0,1 1 1 0 0,-1 0-1 0 0,0 0 1 0 0,0 0 0 0 0,1 0-1 0 0,-1 0 1 0 0,0 0-1 0 0,0 0 1 0 0,1 0-1 0 0,-1 1 1 0 0,0-1-1 0 0,0 1 1 0 0,1-1 0 0 0,-3 2-1 0 0,1 0 5 0 0,0 0 0 0 0,-1 0 0 0 0,1 1 0 0 0,0-1 0 0 0,0 1 0 0 0,1 0 0 0 0,-1 0 0 0 0,-4 5 0 0 0,1 3 105 0 0,-1-1-1 0 0,2 1 1 0 0,-1 0 0 0 0,1 0-1 0 0,-3 13 1 0 0,0 6 78 0 0,2 0 1 0 0,0 1 0 0 0,2 0 0 0 0,2 0 0 0 0,1 36 0 0 0,4-14 32 0 0,1 0 0 0 0,15 62 1 0 0,-11-78-281 0 0,1-1 1 0 0,2 0 0 0 0,2 0-1 0 0,1-2 1 0 0,35 63 0 0 0,-30-69-1455 0 0,37 47 0 0 0,-44-61-484 0 0</inkml:trace>
</inkml:ink>
</file>

<file path=ppt/ink/ink1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7.1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0 122 10594 0 0,'3'0'97'0'0,"1"0"-1"0"0,-1 0 1 0 0,0-1-1 0 0,1 1 1 0 0,-1-1 0 0 0,0 1-1 0 0,0-1 1 0 0,0 0-1 0 0,1 0 1 0 0,-1 0-1 0 0,3-2 1 0 0,38-22-585 0 0,-25 15 491 0 0,4-2 193 0 0,75-36-1870 0 0,-89 45 1052 0 0,0-1 1 0 0,1 2-1 0 0,-1-1 1 0 0,1 1 0 0 0,-1 1-1 0 0,1-1 1 0 0,0 2-1 0 0,17 0 1 0 0,-9 2 489 0 0</inkml:trace>
</inkml:ink>
</file>

<file path=ppt/ink/ink1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7.3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1 14283 0 0,'-2'2'276'0'0,"1"0"1"0"0,-1 0-1 0 0,1 0 0 0 0,-1 0 0 0 0,1 0 1 0 0,0 1-1 0 0,0-1 0 0 0,0 1 0 0 0,0-1 1 0 0,0 1-1 0 0,1-1 0 0 0,-1 1 0 0 0,1-1 1 0 0,0 1-1 0 0,-1-1 0 0 0,1 1 1 0 0,0-1-1 0 0,1 1 0 0 0,-1 3 0 0 0,9 56 2322 0 0,-9-58-2481 0 0,3 9-88 0 0,1 16-221 0 0,2 0 0 0 0,1 0 0 0 0,1 0 0 0 0,2-1 0 0 0,21 47 1 0 0</inkml:trace>
</inkml:ink>
</file>

<file path=ppt/ink/ink1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7.6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1 161 5529 0 0,'6'21'4769'0'0,"8"19"-123"0"0,-10-29-4255 0 0,0-1 0 0 0,1 0 0 0 0,10 17 0 0 0,-13-24-274 0 0,0 1 0 0 0,1-1 0 0 0,-1 0 0 0 0,1 0 1 0 0,0 0-1 0 0,0 0 0 0 0,0-1 0 0 0,0 1 0 0 0,0-1 0 0 0,1 0 0 0 0,-1 0 0 0 0,1 0 1 0 0,-1 0-1 0 0,1-1 0 0 0,0 1 0 0 0,0-1 0 0 0,-1 0 0 0 0,1 0 0 0 0,0 0 0 0 0,0-1 1 0 0,0 0-1 0 0,0 1 0 0 0,0-1 0 0 0,5-1 0 0 0,-4 0-27 0 0,0 0-1 0 0,-1-1 1 0 0,1 0-1 0 0,-1 0 1 0 0,0 0-1 0 0,1 0 1 0 0,-1-1-1 0 0,0 1 0 0 0,0-1 1 0 0,0 0-1 0 0,-1 0 1 0 0,1-1-1 0 0,-1 1 1 0 0,1-1-1 0 0,-1 0 1 0 0,0 1-1 0 0,-1-1 1 0 0,3-5-1 0 0,1-1-36 0 0,0 0 1 0 0,-1-1-1 0 0,0 1 0 0 0,-1-1 0 0 0,0 0 0 0 0,4-17 1 0 0,-7 20-55 0 0,0 0 1 0 0,0 0-1 0 0,-1 0 1 0 0,0 0-1 0 0,0 0 1 0 0,-1 0-1 0 0,0 0 1 0 0,-1 0-1 0 0,1 1 1 0 0,-2-1-1 0 0,1 0 1 0 0,-1 1 0 0 0,0-1-1 0 0,-6-9 1 0 0,7 13-18 0 0,-1 0 0 0 0,1 1 0 0 0,-1 0 1 0 0,0-1-1 0 0,0 1 0 0 0,0 0 0 0 0,-1 1 1 0 0,1-1-1 0 0,-1 1 0 0 0,1-1 1 0 0,-1 1-1 0 0,0 0 0 0 0,0 0 0 0 0,0 0 1 0 0,0 1-1 0 0,0 0 0 0 0,0 0 0 0 0,-1 0 1 0 0,1 0-1 0 0,0 0 0 0 0,0 1 0 0 0,-1 0 1 0 0,1 0-1 0 0,0 0 0 0 0,-1 0 0 0 0,1 1 1 0 0,0 0-1 0 0,-6 1 0 0 0,-7 4-1568 0 0,1 2-5388 0 0</inkml:trace>
</inkml:ink>
</file>

<file path=ppt/ink/ink1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8.0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8754 0 0,'0'31'5211'0'0,"7"43"0"0"0,-4-55-4389 0 0,1 1 0 0 0,1-1 0 0 0,12 32 0 0 0,-13-42-835 0 0,0-1 0 0 0,0 0 0 0 0,0 0 1 0 0,1 0-1 0 0,1-1 0 0 0,-1 1 0 0 0,1-1 0 0 0,0-1 0 0 0,11 10 0 0 0,-12-12 25 0 0,0 0 0 0 0,1-1-1 0 0,0 0 1 0 0,-1 0 0 0 0,1 0-1 0 0,0-1 1 0 0,0 0 0 0 0,0 0-1 0 0,0-1 1 0 0,1 1 0 0 0,-1-1-1 0 0,0 0 1 0 0,1-1-1 0 0,12 0 1 0 0,-16 0-104 0 0,0-1-1 0 0,0 1 1 0 0,0-1-1 0 0,0 1 1 0 0,-1-1-1 0 0,1 0 1 0 0,0 0-1 0 0,0 0 1 0 0,0 0-1 0 0,-1 0 1 0 0,1-1-1 0 0,-1 0 1 0 0,1 1-1 0 0,-1-1 1 0 0,0 0-1 0 0,1 0 1 0 0,-1 0-1 0 0,2-3 1 0 0,1-2-172 0 0,0-1-1 0 0,-1 1 1 0 0,0-1 0 0 0,5-14 0 0 0,-8 17 348 0 0,1 0 1 0 0,-1 0-1 0 0,1 1 1 0 0,0-1 0 0 0,1 1-1 0 0,-1-1 1 0 0,1 1-1 0 0,0 0 1 0 0,0 0 0 0 0,0 0-1 0 0,0 0 1 0 0,1 1-1 0 0,-1-1 1 0 0,1 1 0 0 0,0 0-1 0 0,6-4 1 0 0,-7 6 20 0 0,0 1-1 0 0,0-1 1 0 0,0 1 0 0 0,-1-1 0 0 0,1 1 0 0 0,0 0-1 0 0,0 0 1 0 0,0 1 0 0 0,0-1 0 0 0,0 0-1 0 0,0 1 1 0 0,0 0 0 0 0,-1-1 0 0 0,1 1 0 0 0,0 0-1 0 0,3 2 1 0 0,47 28 421 0 0,-21-11-290 0 0,-20-15-186 0 0,0-1 0 0 0,0 1 0 0 0,0-2-1 0 0,0 0 1 0 0,1 0 0 0 0,-1-2 0 0 0,1 1 0 0 0,0-1 0 0 0,0-1-1 0 0,-1 0 1 0 0,1-1 0 0 0,0-1 0 0 0,-1 0 0 0 0,17-4 0 0 0,-23 4-24 0 0,-1 1 1 0 0,1-1 0 0 0,-1 0-1 0 0,0 0 1 0 0,0-1 0 0 0,0 0-1 0 0,0 0 1 0 0,0 0 0 0 0,-1 0-1 0 0,1-1 1 0 0,-1 1 0 0 0,0-1 0 0 0,0 0-1 0 0,0-1 1 0 0,0 1 0 0 0,-1-1-1 0 0,0 1 1 0 0,0-1 0 0 0,0 0-1 0 0,-1 0 1 0 0,1-1 0 0 0,-1 1-1 0 0,0 0 1 0 0,-1-1 0 0 0,1 1 0 0 0,-1-1-1 0 0,0 0 1 0 0,-1 1 0 0 0,1-1-1 0 0,-1 0 1 0 0,0 1 0 0 0,-1-1-1 0 0,-1-10 1 0 0,-12-28 102 0 0,4 19-65 0 0</inkml:trace>
</inkml:ink>
</file>

<file path=ppt/ink/ink1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50.99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395 215 9218 0 0,'-11'-5'617'0'0,"7"3"-552"0"0,0 1 0 0 0,0-1 0 0 0,0 1 0 0 0,1-1 0 0 0,-1-1 0 0 0,1 1 0 0 0,-1 0 0 0 0,1-1 0 0 0,0 0 0 0 0,0 1 0 0 0,0-1 0 0 0,-3-5 0 0 0,6 7-33 0 0,0 0 1 0 0,0 1 0 0 0,0-1 0 0 0,0 1 0 0 0,1-1 0 0 0,-1 1 0 0 0,0-1 0 0 0,0 1-1 0 0,1-1 1 0 0,-1 1 0 0 0,1-1 0 0 0,-1 1 0 0 0,0-1 0 0 0,1 1 0 0 0,-1 0 0 0 0,1-1-1 0 0,-1 1 1 0 0,1 0 0 0 0,-1-1 0 0 0,1 1 0 0 0,-1 0 0 0 0,1 0 0 0 0,-1-1 0 0 0,1 1-1 0 0,-1 0 1 0 0,1 0 0 0 0,-1 0 0 0 0,1 0 0 0 0,-1 0 0 0 0,1 0 0 0 0,0 0 0 0 0,-1 0-1 0 0,2 0 1 0 0,26-3 426 0 0,-24 3-358 0 0,495-7 2872 0 0,-132 6-2021 0 0,979-95-526 0 0,-215 39-426 0 0,-1116 57 3 0 0,-8 0-15 0 0,-1 0 1 0 0,1 0 0 0 0,0 0 0 0 0,0 1 0 0 0,7 2 0 0 0,-14-3 6 0 0,0 0-1 0 0,0 0 1 0 0,0 0 0 0 0,0 0 0 0 0,0 0 0 0 0,0 0 0 0 0,0 0 0 0 0,0 0 0 0 0,0 1 0 0 0,0-1 0 0 0,-1 0 0 0 0,1 0 0 0 0,0 0 0 0 0,0 0 0 0 0,0 0 0 0 0,0 0 0 0 0,0 0 0 0 0,0 0 0 0 0,0 0 0 0 0,0 0 0 0 0,0 0 0 0 0,0 0 0 0 0,0 0 0 0 0,0 0 0 0 0,0 0 0 0 0,0 0 0 0 0,0 1 0 0 0,0-1 0 0 0,0 0 0 0 0,0 0 0 0 0,0 0-1 0 0,0 0 1 0 0,0 0 0 0 0,0 0 0 0 0,0 0 0 0 0,0 0 0 0 0,0 0 0 0 0,0 0 0 0 0,0 0 0 0 0,0 0 0 0 0,0 0 0 0 0,0 1 0 0 0,0-1 0 0 0,0 0 0 0 0,0 0 0 0 0,0 0 0 0 0,0 0 0 0 0,0 0 0 0 0,0 0 0 0 0,0 0 0 0 0,1 0 0 0 0,-1 0 0 0 0,0 0 0 0 0,0 0 0 0 0,0 0 0 0 0,0 0 0 0 0,0 0 0 0 0,0 0 0 0 0,0 0 0 0 0,0 0 0 0 0,0 0 0 0 0,0 0-1 0 0,0 0 1 0 0,0 0 0 0 0,0 0 0 0 0,1 0 0 0 0,-11 4-202 0 0,-15 1-65 0 0,-412 41-3750 0 0,-7-32 2808 0 0,264-9 993 0 0,130-4 210 0 0,-941 52 2423 0 0,765-29-1592 0 0,-219 25 312 0 0,333-34-770 0 0,-152 24 531 0 0,272-39-656 0 0,30-3 99 0 0,52-6 91 0 0,236-20 930 0 0,619 24 0 0 0,-185 77-704 0 0,-10 62-1075 0 0,-735-131 292 0 0,33 8-1726 0 0,77 28 1 0 0,-125-39 1825 0 0,1 0 0 0 0,-1 0 1 0 0,1 0-1 0 0,-1 0 0 0 0,0 1 0 0 0,1-1 0 0 0,-1 0 0 0 0,1 0 0 0 0,-1 0 1 0 0,0 0-1 0 0,1 0 0 0 0,-1 1 0 0 0,1-1 0 0 0,-1 0 0 0 0,0 0 0 0 0,1 0 1 0 0,-1 1-1 0 0,0-1 0 0 0,1 0 0 0 0,-1 1 0 0 0,0-1 0 0 0,1 0 0 0 0,-1 1 1 0 0,0-1-1 0 0,0 0 0 0 0,0 1 0 0 0,1-1 0 0 0,-1 1 0 0 0,0-1 0 0 0,0 0 1 0 0,0 1-1 0 0,0-1 0 0 0,0 1 0 0 0,1-1 0 0 0,-1 0 0 0 0,0 1 0 0 0,-17 5-341 0 0,-35-1 346 0 0,47-5-33 0 0,-513 6 1287 0 0,158-6-984 0 0,-764 75-21 0 0,8 74-1542 0 0,952-130 1270 0 0,-105 20 494 0 0,204-20 191 0 0,108-18-290 0 0,470-62-389 0 0,-83 7 691 0 0,553-9 133 0 0,3 74-596 0 0,-211 59 371 0 0,-710-62-545 0 0,-33-6-12 0 0,-1 2-1 0 0,0 2 1 0 0,34 10 0 0 0,-65-16 0 0 0,1-1 0 0 0,-1 1 0 0 0,1 0 0 0 0,-1 0 0 0 0,1 0 0 0 0,-1 0 0 0 0,0 1 0 0 0,1-1 0 0 0,-1 0 0 0 0,1 0 0 0 0,-1 0 0 0 0,1 0 0 0 0,-1 0 0 0 0,0 0 0 0 0,1 1 0 0 0,-1-1 0 0 0,0 0 0 0 0,1 0 0 0 0,-1 1 0 0 0,1-1 0 0 0,-1 0 0 0 0,0 1 0 0 0,0-1 0 0 0,1 0 0 0 0,-1 1 0 0 0,0-1 0 0 0,0 0 0 0 0,1 1 0 0 0,-1-1 0 0 0,0 0 0 0 0,0 1 0 0 0,0-1 0 0 0,1 1 0 0 0,-1-1 0 0 0,0 1 0 0 0,-17 5 0 0 0,-31-3 0 0 0,48-3 0 0 0,-778-26 546 0 0,650 17-500 0 0,-1495-7 323 0 0,946 65-810 0 0,196 10 265 0 0,444-54 204 0 0,0 1 1 0 0,0 2-1 0 0,1 1 0 0 0,-41 18 0 0 0,76-27-26 0 0,0 0-1 0 0,0 1 1 0 0,-1-1-1 0 0,1 0 1 0 0,0 1-1 0 0,0-1 1 0 0,0 1-1 0 0,0 0 0 0 0,0-1 1 0 0,0 1-1 0 0,0 0 1 0 0,0 0-1 0 0,0 0 1 0 0,0-1-1 0 0,0 1 1 0 0,1 0-1 0 0,-1 0 0 0 0,0 0 1 0 0,1 0-1 0 0,-1 0 1 0 0,0 1-1 0 0,0 1 1 0 0,1-2-9 0 0,1 0 0 0 0,-1 0 0 0 0,1-1 0 0 0,-1 1 0 0 0,1 0-1 0 0,-1 0 1 0 0,1 0 0 0 0,-1 0 0 0 0,1-1 0 0 0,0 1 0 0 0,-1 0 0 0 0,1-1 0 0 0,0 1 0 0 0,0 0 0 0 0,-1-1 0 0 0,1 1 0 0 0,0-1 0 0 0,0 1 0 0 0,0-1 0 0 0,0 0 0 0 0,1 1 0 0 0,9 3-170 0 0,1 0 0 0 0,0-1 1 0 0,14 3-1 0 0,134 15-747 0 0,207 0-1 0 0,-153-12 548 0 0,911 93 345 0 0,-888-71-264 0 0,316 32-2382 0 0,-460-58-239 0 0,137-11 0 0 0,90-31-1836 0 0,-293 33 5112 0 0</inkml:trace>
</inkml:ink>
</file>

<file path=ppt/ink/ink1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51.12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1 0 4289 0 0</inkml:trace>
</inkml:ink>
</file>

<file path=ppt/ink/ink1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53.9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608 313 6913 0 0,'-174'13'171'0'0,"66"-3"509"0"0,-88-2 1470 0 0,67-8 2484 0 0,216-9-2551 0 0,-22 0-2264 0 0,364-40-127 0 0,147-12 367 0 0,160 34 933 0 0,-190 11 987 0 0,696-74-454 0 0,-682 44-1234 0 0,-415 34-64 0 0,441-13 797 0 0,-573 26-1341 0 0,0 0 0 0 0,0 0 0 0 0,0 1 0 0 0,0 1-1 0 0,-1 0 1 0 0,15 6 0 0 0</inkml:trace>
</inkml:ink>
</file>

<file path=ppt/ink/ink1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55.9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 36 9218 0 0,'-14'-35'10957'0'0,"21"50"-10128"0"0,0 0-609 0 0,-2 0 0 0 0,1 0-1 0 0,-2 0 1 0 0,0 1-1 0 0,-1-1 1 0 0,1 24-1 0 0,-1 99 55 0 0,-3-113-271 0 0,-4 71 34 0 0,1-42-55 0 0,3 0 0 0 0,8 72 0 0 0,-6-114-360 0 0,0 0 1 0 0,1 0 0 0 0,1 0-1 0 0,6 16 1 0 0,6 3-7142 0 0</inkml:trace>
</inkml:ink>
</file>

<file path=ppt/ink/ink1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56.3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 0 7370 0 0,'-2'4'343'0'0,"0"0"0"0"0,1 0 0 0 0,0-1 0 0 0,0 1 0 0 0,0 0 0 0 0,0 0 0 0 0,1 0 0 0 0,-1 0 0 0 0,1 7 0 0 0,-1-1 263 0 0,0 2 101 0 0,0 0 0 0 0,1 0 0 0 0,0 0 0 0 0,1 0 0 0 0,0 0-1 0 0,1 0 1 0 0,0-1 0 0 0,1 1 0 0 0,1 0 0 0 0,7 16 0 0 0,-8-21-577 0 0,1 0-1 0 0,0 0 1 0 0,0-1 0 0 0,0 0 0 0 0,1 1 0 0 0,0-2 0 0 0,0 1 0 0 0,1 0 0 0 0,0-1 0 0 0,0 0 0 0 0,0-1 0 0 0,0 1 0 0 0,1-1 0 0 0,0 0 0 0 0,0-1 0 0 0,0 0 0 0 0,10 4 0 0 0,-15-6-149 0 0,-1-1 1 0 0,1 1-1 0 0,-1-1 1 0 0,1 1-1 0 0,0-1 1 0 0,-1 0-1 0 0,1 0 1 0 0,-1 1-1 0 0,1-1 1 0 0,0 0-1 0 0,-1-1 1 0 0,1 1-1 0 0,0 0 1 0 0,-1 0-1 0 0,1-1 1 0 0,-1 1-1 0 0,1-1 1 0 0,-1 1-1 0 0,1-1 1 0 0,-1 0-1 0 0,1 1 1 0 0,-1-1-1 0 0,0 0 1 0 0,1 0-1 0 0,0-1 1 0 0,0-1 19 0 0,0 1 0 0 0,-1-1 0 0 0,1 1 0 0 0,-1-1 0 0 0,0 1 0 0 0,0-1 0 0 0,0 0 0 0 0,0 0 0 0 0,0 1 0 0 0,-1-1 0 0 0,1 0 0 0 0,-1 0 0 0 0,0-3 1 0 0,1-6 95 0 0,-2 0 0 0 0,0-1 0 0 0,0 1 0 0 0,-1 0 1 0 0,-6-20-1 0 0,6 26-99 0 0,0-1-1 0 0,-1 1 1 0 0,0 0 0 0 0,0 0 0 0 0,-1 0 0 0 0,0 0-1 0 0,0 0 1 0 0,0 1 0 0 0,-1 0 0 0 0,1 0-1 0 0,-1 0 1 0 0,0 0 0 0 0,-1 1 0 0 0,1 0-1 0 0,-11-6 1 0 0,12 8-82 0 0,1 0-1 0 0,-1 1 1 0 0,0-1 0 0 0,0 1-1 0 0,0 0 1 0 0,0 0-1 0 0,0 1 1 0 0,0-1 0 0 0,-1 1-1 0 0,1 0 1 0 0,0 0-1 0 0,0 0 1 0 0,0 1-1 0 0,0-1 1 0 0,0 1 0 0 0,0 0-1 0 0,0 0 1 0 0,0 1-1 0 0,0-1 1 0 0,0 1 0 0 0,0 0-1 0 0,1 0 1 0 0,-1 0-1 0 0,1 0 1 0 0,-1 1 0 0 0,1-1-1 0 0,-4 4 1 0 0,-3 8-2457 0 0</inkml:trace>
</inkml:ink>
</file>

<file path=ppt/ink/ink1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56.8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17 116 7834 0 0,'-14'1'12188'0'0,"13"7"-13191"0"0,0 1 1233 0 0,1 1 1 0 0,0-1-1 0 0,0 1 1 0 0,1 0-1 0 0,0-1 1 0 0,1 1-1 0 0,0-1 1 0 0,0 1-1 0 0,1-1 1 0 0,0 0-1 0 0,8 15 1 0 0,-9-20-249 0 0,0 0 0 0 0,1 0 0 0 0,0 0 1 0 0,-1-1-1 0 0,1 1 0 0 0,1-1 0 0 0,-1 1 1 0 0,0-1-1 0 0,1 0 0 0 0,0 0 0 0 0,0 0 1 0 0,0-1-1 0 0,0 0 0 0 0,0 1 0 0 0,0-1 1 0 0,0-1-1 0 0,1 1 0 0 0,-1-1 0 0 0,1 0 1 0 0,-1 1-1 0 0,1-2 0 0 0,0 1 0 0 0,-1-1 1 0 0,1 1-1 0 0,6-2 0 0 0,-8 1 4 0 0,-1 0 0 0 0,0 0 0 0 0,0-1 0 0 0,1 1 0 0 0,-1-1 0 0 0,0 0 0 0 0,0 1 0 0 0,1-1 0 0 0,-1 0-1 0 0,0 0 1 0 0,0-1 0 0 0,0 1 0 0 0,0 0 0 0 0,-1-1 0 0 0,1 1 0 0 0,0-1 0 0 0,0 1 0 0 0,-1-1 0 0 0,1 0 0 0 0,1-2 0 0 0,0-2-61 0 0,0-1 1 0 0,0 1 0 0 0,0-1 0 0 0,-1 0-1 0 0,2-8 1 0 0,-3 11 48 0 0,0 0 1 0 0,0 0-1 0 0,0-1 1 0 0,0 1-1 0 0,1 0 0 0 0,0 0 1 0 0,0 0-1 0 0,0 0 1 0 0,0 1-1 0 0,0-1 0 0 0,1 1 1 0 0,0-1-1 0 0,0 1 1 0 0,0 0-1 0 0,6-5 0 0 0,-8 8 29 0 0,0-1 0 0 0,0 1-1 0 0,0 0 1 0 0,0 0 0 0 0,0 0 0 0 0,0 0-1 0 0,0 0 1 0 0,0 0 0 0 0,0 0-1 0 0,0 0 1 0 0,0 0 0 0 0,0 0 0 0 0,0 1-1 0 0,0-1 1 0 0,0 0 0 0 0,-1 1-1 0 0,1-1 1 0 0,0 1 0 0 0,0-1-1 0 0,1 2 1 0 0,24 16 119 0 0,-9-5-23 0 0,-12-10-32 0 0,0-1 0 0 0,0 0 0 0 0,0 0 0 0 0,0-1 0 0 0,0 0 0 0 0,0 1 0 0 0,0-2 0 0 0,0 1 0 0 0,1 0 0 0 0,-1-1 0 0 0,0 0 0 0 0,1 0 0 0 0,-1-1 0 0 0,0 0 0 0 0,0 0 0 0 0,1 0 0 0 0,-1 0 0 0 0,0-1 0 0 0,0 0 0 0 0,0 0 0 0 0,-1 0 1 0 0,1 0-1 0 0,0-1 0 0 0,-1 0 0 0 0,0 0 0 0 0,1 0 0 0 0,-1-1 0 0 0,0 1 0 0 0,-1-1 0 0 0,7-7 0 0 0,-6 5-88 0 0,1 0-1 0 0,-1 0 1 0 0,1 0-1 0 0,-2-1 1 0 0,1 0 0 0 0,-1 1-1 0 0,0-1 1 0 0,0 0 0 0 0,-1-1-1 0 0,0 1 1 0 0,0 0 0 0 0,-1-1-1 0 0,0 1 1 0 0,0-1 0 0 0,-1 1-1 0 0,0-1 1 0 0,0 1-1 0 0,-1-1 1 0 0,0 1 0 0 0,0-1-1 0 0,-3-7 1 0 0,-2 3-1749 0 0</inkml:trace>
</inkml:ink>
</file>

<file path=ppt/ink/ink1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57.5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1 179 7834 0 0,'0'-2'155'0'0,"1"0"-1"0"0,0 0 1 0 0,-1 0 0 0 0,1 1 0 0 0,0-1 0 0 0,0 0 0 0 0,1 0-1 0 0,-1 0 1 0 0,0 1 0 0 0,1-1 0 0 0,-1 0 0 0 0,0 1 0 0 0,1 0-1 0 0,0-1 1 0 0,-1 1 0 0 0,1 0 0 0 0,0 0 0 0 0,0 0 0 0 0,0 0-1 0 0,0 0 1 0 0,0 0 0 0 0,0 0 0 0 0,2 0 0 0 0,50-16 2869 0 0,-49 17-2848 0 0,-1-1 0 0 0,0 0 1 0 0,0 1-1 0 0,0 0 0 0 0,0 0 0 0 0,0 0 1 0 0,0 1-1 0 0,1-1 0 0 0,-1 1 1 0 0,0 0-1 0 0,0 0 0 0 0,0 1 0 0 0,0-1 1 0 0,5 4-1 0 0,-2-1 71 0 0,-1 0 1 0 0,1 1-1 0 0,-1 0 0 0 0,0 0 0 0 0,0 0 1 0 0,0 1-1 0 0,5 6 0 0 0,3 7 186 0 0,-1 0 0 0 0,-1 2 0 0 0,0-1 0 0 0,9 25 0 0 0,-11-25-303 0 0,-6-14-92 0 0,-1 0 0 0 0,0 0 1 0 0,-1 0-1 0 0,1 0 0 0 0,-1 0 0 0 0,0 1 0 0 0,1 10 1 0 0,-14-126 1025 0 0,12 87-1084 0 0,0-1 0 0 0,2 1 1 0 0,1 0-1 0 0,0 0 0 0 0,10-28 0 0 0,-8 34-853 0 0,1-1-1 0 0,0 1 1 0 0,1 0-1 0 0,11-15 1 0 0,-5 11-5908 0 0</inkml:trace>
</inkml:ink>
</file>

<file path=ppt/ink/ink1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57.8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0 275 2761 0 0,'2'2'214'0'0,"0"1"0"0"0,0-1 0 0 0,-1 0 1 0 0,2 0-1 0 0,-1 0 0 0 0,0-1 1 0 0,0 1-1 0 0,0 0 0 0 0,1-1 1 0 0,-1 1-1 0 0,1-1 0 0 0,0 0 0 0 0,-1 0 1 0 0,1 0-1 0 0,0 0 0 0 0,-1-1 1 0 0,1 1-1 0 0,0-1 0 0 0,0 1 1 0 0,0-1-1 0 0,-1 0 0 0 0,1 0 0 0 0,0 0 1 0 0,0-1-1 0 0,0 1 0 0 0,-1-1 1 0 0,1 1-1 0 0,0-1 0 0 0,0 0 1 0 0,-1 0-1 0 0,4-2 0 0 0,0 0-8 0 0,-1 0 1 0 0,0-1-1 0 0,-1 0 0 0 0,1 0 1 0 0,0 0-1 0 0,-1-1 0 0 0,0 1 1 0 0,0-1-1 0 0,-1 0 0 0 0,1 0 1 0 0,-1 0-1 0 0,0-1 0 0 0,4-9 1 0 0,0-4 393 0 0,0-1 0 0 0,-2 1 1 0 0,4-25-1 0 0,-7 34-376 0 0,-1 1 0 0 0,0-1 0 0 0,-1 0 0 0 0,0 0 0 0 0,-1 0 0 0 0,0 0 0 0 0,0 0 0 0 0,-5-15 0 0 0,6 24-192 0 0,0 1 0 0 0,0-1 1 0 0,0 0-1 0 0,0 0 0 0 0,-1 1 1 0 0,1-1-1 0 0,0 0 0 0 0,-1 1 0 0 0,1-1 1 0 0,0 0-1 0 0,-1 1 0 0 0,1-1 1 0 0,-1 0-1 0 0,1 1 0 0 0,-1-1 1 0 0,1 1-1 0 0,-1-1 0 0 0,1 1 1 0 0,-1-1-1 0 0,0 1 0 0 0,1-1 1 0 0,-1 1-1 0 0,0 0 0 0 0,1-1 1 0 0,-1 1-1 0 0,0 0 0 0 0,0-1 1 0 0,1 1-1 0 0,-3 0 0 0 0,2 0 21 0 0,0 1-1 0 0,-1-1 1 0 0,1 1 0 0 0,0-1-1 0 0,0 1 1 0 0,-1 0 0 0 0,1 0-1 0 0,0-1 1 0 0,0 1 0 0 0,0 0-1 0 0,0 0 1 0 0,0 0 0 0 0,0 0-1 0 0,-1 2 1 0 0,-4 5 159 0 0,1-1 1 0 0,0 1-1 0 0,-6 14 0 0 0,4-6-94 0 0,1 0-1 0 0,0 1 1 0 0,2-1 0 0 0,-5 27-1 0 0,8-37-289 0 0,1-1-1 0 0,-1 1 0 0 0,1-1 0 0 0,0 1 1 0 0,1 0-1 0 0,-1-1 0 0 0,1 1 0 0 0,0-1 1 0 0,0 0-1 0 0,1 1 0 0 0,0-1 0 0 0,0 0 1 0 0,0 0-1 0 0,0 0 0 0 0,1 0 0 0 0,0 0 1 0 0,0 0-1 0 0,4 4 0 0 0</inkml:trace>
</inkml:ink>
</file>

<file path=ppt/ink/ink1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58.2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68 55 3425 0 0,'0'-9'1274'0'0,"-1"0"1"0"0,1 0 0 0 0,-1 0-1 0 0,-3-10 1 0 0,-15 54 6283 0 0,14-25-5509 0 0,-4 6-924 0 0,1 1 0 0 0,-6 21-1 0 0,12-34-1145 0 0,1 0 0 0 0,0 1 0 0 0,0-1 0 0 0,1 0 0 0 0,-1 1 0 0 0,1-1 0 0 0,0 0 0 0 0,0 1 0 0 0,0-1 0 0 0,0 1-1 0 0,1-1 1 0 0,0 0 0 0 0,0 0 0 0 0,0 1 0 0 0,2 4 0 0 0,-1-7-2 0 0,-1 0 0 0 0,1 0 0 0 0,-1 0 0 0 0,1 0 0 0 0,0 0 0 0 0,0 0 0 0 0,0 0 0 0 0,0 0 0 0 0,0-1 0 0 0,0 1 0 0 0,1-1 0 0 0,-1 1 0 0 0,0-1 0 0 0,4 1 0 0 0,41 13-434 0 0,-38-14 301 0 0,-1 2 0 0 0,1-1 0 0 0,-1 1 0 0 0,0 0 0 0 0,9 5 0 0 0,-15-7 95 0 0,0 1-1 0 0,-1-1 1 0 0,1 0-1 0 0,0 1 1 0 0,-1-1 0 0 0,1 1-1 0 0,-1 0 1 0 0,1-1-1 0 0,-1 1 1 0 0,0 0-1 0 0,0 0 1 0 0,0 0-1 0 0,0 0 1 0 0,0 0 0 0 0,0 0-1 0 0,0 0 1 0 0,-1 0-1 0 0,1 0 1 0 0,-1 0-1 0 0,0 0 1 0 0,1 1-1 0 0,-1-1 1 0 0,0 0 0 0 0,-1 3-1 0 0,0 1 9 0 0,0-1 1 0 0,0 0-1 0 0,-1 1 1 0 0,0-1-1 0 0,0 0 0 0 0,-1 0 1 0 0,1 0-1 0 0,-1-1 0 0 0,0 1 1 0 0,0-1-1 0 0,-1 1 0 0 0,1-1 1 0 0,-1 0-1 0 0,0 0 0 0 0,-4 3 1 0 0,-4 3-2 0 0,0 0 0 0 0,-1-1 0 0 0,0-1 0 0 0,-15 8 0 0 0,14-11-607 0 0</inkml:trace>
</inkml:ink>
</file>

<file path=ppt/ink/ink1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58.4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7 3225 0 0,'1'-1'303'0'0,"1"0"1"0"0,-1 0 0 0 0,1 0-1 0 0,-1 1 1 0 0,1-1 0 0 0,0 1-1 0 0,-1-1 1 0 0,1 1-1 0 0,0 0 1 0 0,-1-1 0 0 0,1 1-1 0 0,0 0 1 0 0,0 0 0 0 0,-1 0-1 0 0,1 0 1 0 0,0 1 0 0 0,-1-1-1 0 0,1 0 1 0 0,0 1 0 0 0,-1-1-1 0 0,1 1 1 0 0,0 0 0 0 0,-1-1-1 0 0,1 1 1 0 0,-1 0-1 0 0,1 0 1 0 0,-1 0 0 0 0,0 0-1 0 0,1 0 1 0 0,-1 0 0 0 0,0 1-1 0 0,0-1 1 0 0,2 2 0 0 0,0 1 329 0 0,0 0 0 0 0,1 0 1 0 0,-2 1-1 0 0,1-1 1 0 0,0 1-1 0 0,-1 0 1 0 0,0 0-1 0 0,0-1 0 0 0,2 10 1 0 0,11 66-158 0 0,-11-69-1655 0 0</inkml:trace>
</inkml:ink>
</file>

<file path=ppt/ink/ink1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58.6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 60 8290 0 0,'-7'-11'736'0'0,"3"4"-584"0"0,1 1-152 0 0,1 1 0 0 0,-2-2 2857 0 0,2 3-1833 0 0,-1-2-392 0 0,1 1-80 0 0,0-1-8 0 0,0 4-8 0 0</inkml:trace>
</inkml:ink>
</file>

<file path=ppt/ink/ink1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58.9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219 0 8290 0 0,'-5'1'593'0'0,"1"-1"1"0"0,-1 1-1 0 0,1 1 0 0 0,-1-1 1 0 0,1 0-1 0 0,-1 1 1 0 0,1 0-1 0 0,0 0 1 0 0,-6 4-1 0 0,-36 26 1808 0 0,37-25-1718 0 0,-6 4 138 0 0,-46 38 787 0 0,58-45-1524 0 0,-1-1 0 0 0,0 1-1 0 0,1 1 1 0 0,-1-1-1 0 0,1 1 1 0 0,0-1-1 0 0,1 1 1 0 0,-1 0 0 0 0,1 0-1 0 0,0 0 1 0 0,-2 9-1 0 0,3-12-53 0 0,1 1-1 0 0,0-1 0 0 0,0 0 0 0 0,1 1 0 0 0,-1-1 0 0 0,0 1 0 0 0,1-1 0 0 0,-1 0 1 0 0,1 0-1 0 0,0 1 0 0 0,0-1 0 0 0,0 0 0 0 0,0 0 0 0 0,0 0 0 0 0,0 0 1 0 0,0 0-1 0 0,1 0 0 0 0,-1 0 0 0 0,1 0 0 0 0,0 0 0 0 0,-1-1 0 0 0,3 3 0 0 0,7 4 201 0 0,-1-1-1 0 0,1 0 1 0 0,12 6-1 0 0,2 2-40 0 0,-9-4-206 0 0,52 38-219 0 0,-63-45 216 0 0,0 1 0 0 0,-1-1 0 0 0,1 1 0 0 0,-1 0 0 0 0,0 0 0 0 0,0 1 0 0 0,0-1 0 0 0,-1 1-1 0 0,5 11 1 0 0,-7-15-29 0 0,-1-1-1 0 0,0 1 0 0 0,1 0 1 0 0,-1-1-1 0 0,0 1 0 0 0,0-1 0 0 0,0 1 1 0 0,0 0-1 0 0,0-1 0 0 0,-1 1 1 0 0,1 0-1 0 0,0-1 0 0 0,-1 1 0 0 0,1-1 1 0 0,-1 1-1 0 0,0-1 0 0 0,1 1 1 0 0,-1-1-1 0 0,0 1 0 0 0,0-1 0 0 0,0 0 1 0 0,0 1-1 0 0,0-1 0 0 0,0 0 1 0 0,0 0-1 0 0,0 0 0 0 0,-1 0 0 0 0,1 0 1 0 0,0 0-1 0 0,-1 0 0 0 0,1 0 1 0 0,-1-1-1 0 0,1 1 0 0 0,-1 0 0 0 0,-2 0 1 0 0</inkml:trace>
</inkml:ink>
</file>

<file path=ppt/ink/ink1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59.1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 5 456 0 0,'-25'-4'18692'0'0,"25"5"-18473"0"0,-1 6 273 0 0,1 0 0 0 0,0 0 1 0 0,1 0-1 0 0,1 11 1 0 0,45 153 530 0 0,-22-90-891 0 0,-1-3-464 0 0,-17-56-123 0 0</inkml:trace>
</inkml:ink>
</file>

<file path=ppt/ink/ink1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59.3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61 8754 0 0,'-1'-5'384'0'0,"0"3"88"0"0,1-1-376 0 0,0 0-96 0 0,1 2 0 0 0,0 1 0 0 0,1-2 64 0 0,0 0 0 0 0,4-2 0 0 0,2-2 0 0 0,3 1-608 0 0,0-1-128 0 0,3 1-32 0 0,0 0 0 0 0,2 1 624 0 0,-1 0 80 0 0,5 3 96 0 0,-1-2-16 0 0</inkml:trace>
</inkml:ink>
</file>

<file path=ppt/ink/ink1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00.0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104 17 3945 0 0,'-6'-4'-532'0'0,"3"2"1244"0"0,0 1 0 0 0,-1-1 0 0 0,1 1 0 0 0,0-1 0 0 0,-1 1 0 0 0,1 0 0 0 0,-1 0 0 0 0,-6-1 0 0 0,8 3-436 0 0,1-1-1 0 0,-1 1 1 0 0,1-1 0 0 0,-1 1-1 0 0,1-1 1 0 0,-1 1-1 0 0,1 0 1 0 0,0 0 0 0 0,-1 0-1 0 0,1-1 1 0 0,0 1-1 0 0,-1 1 1 0 0,1-1 0 0 0,0 0-1 0 0,0 0 1 0 0,0 0-1 0 0,0 1 1 0 0,0-1 0 0 0,0 0-1 0 0,0 1 1 0 0,1-1-1 0 0,-1 1 1 0 0,0 2 0 0 0,-5 8 184 0 0,0 0 1 0 0,2 0 0 0 0,-1 0 0 0 0,-3 20 0 0 0,7-29-463 0 0,1 0 1 0 0,-1 0-1 0 0,1 1 0 0 0,-1-1 0 0 0,1 0 0 0 0,0 0 0 0 0,0 0 0 0 0,1 1 0 0 0,-1-1 0 0 0,1 0 0 0 0,-1 0 1 0 0,1 0-1 0 0,0 0 0 0 0,0 0 0 0 0,0 0 0 0 0,1 0 0 0 0,-1 0 0 0 0,1 0 0 0 0,-1 0 0 0 0,1-1 0 0 0,0 1 0 0 0,0-1 1 0 0,5 5-1 0 0,-6-7-34 0 0,0 1 0 0 0,0 0 0 0 0,1-1 0 0 0,-1 1-1 0 0,0-1 1 0 0,1 1 0 0 0,-1-1 0 0 0,0 0 0 0 0,1 0 0 0 0,-1 1 0 0 0,1-1 0 0 0,-1 0 0 0 0,0 0 0 0 0,1 0 0 0 0,-1-1 0 0 0,1 1 0 0 0,-1 0 0 0 0,0 0 0 0 0,1-1 0 0 0,-1 1 0 0 0,0-1 0 0 0,1 1 0 0 0,-1-1 0 0 0,0 0 0 0 0,0 1 0 0 0,1-1 0 0 0,-1 0 0 0 0,0 0 0 0 0,0 0 0 0 0,0 0 0 0 0,0 0 0 0 0,0 0 0 0 0,0 0 0 0 0,-1 0 0 0 0,1 0-1 0 0,0 0 1 0 0,0-2 0 0 0,7-8-276 0 0,-2 0 0 0 0,1 0 0 0 0,5-14 0 0 0,-7 15 278 0 0,-3 4 150 0 0,1 1 0 0 0,0 0-1 0 0,0 0 1 0 0,1 0-1 0 0,0 1 1 0 0,7-8 0 0 0,-10 11-56 0 0,-1 1 1 0 0,1-1 0 0 0,-1 1-1 0 0,1-1 1 0 0,-1 1 0 0 0,1 0-1 0 0,0-1 1 0 0,-1 1 0 0 0,1 0-1 0 0,0 0 1 0 0,-1-1 0 0 0,1 1-1 0 0,0 0 1 0 0,-1 0 0 0 0,1 0 0 0 0,0 0-1 0 0,-1 0 1 0 0,1 0 0 0 0,0 0-1 0 0,0 0 1 0 0,-1 0 0 0 0,1 0-1 0 0,0 0 1 0 0,0 1 0 0 0,0 0 33 0 0,1 0 0 0 0,-1 0 1 0 0,0 0-1 0 0,0 0 0 0 0,-1 0 1 0 0,1 0-1 0 0,0 0 1 0 0,0 1-1 0 0,0-1 0 0 0,-1 0 1 0 0,1 1-1 0 0,-1-1 0 0 0,1 0 1 0 0,-1 1-1 0 0,1-1 1 0 0,-1 1-1 0 0,0 1 0 0 0,1 0-8 0 0,0 1 0 0 0,0-1 0 0 0,0 0 0 0 0,0 1-1 0 0,0-1 1 0 0,0 0 0 0 0,1 0 0 0 0,0 0 0 0 0,0 0 0 0 0,-1 0-1 0 0,2 0 1 0 0,-1-1 0 0 0,0 1 0 0 0,1-1 0 0 0,-1 1 0 0 0,1-1-1 0 0,-1 0 1 0 0,7 4 0 0 0,-7-6-80 0 0,1 1 0 0 0,0 0 0 0 0,-1-1 0 0 0,1 1 0 0 0,-1-1 0 0 0,1 0 1 0 0,0 0-1 0 0,-1 0 0 0 0,1 0 0 0 0,0-1 0 0 0,-1 1 0 0 0,1-1 0 0 0,-1 1 0 0 0,1-1 0 0 0,-1 0 0 0 0,1 0 0 0 0,-1 0 0 0 0,0 0 0 0 0,1-1 0 0 0,-1 1 0 0 0,0-1 0 0 0,0 1 1 0 0,0-1-1 0 0,0 0 0 0 0,3-3 0 0 0,25-27 547 0 0,13-13-433 0 0,-40 43-106 0 0,0-1 0 0 0,0 1-1 0 0,0 0 1 0 0,0 0 0 0 0,1 1-1 0 0,-1-1 1 0 0,0 1 0 0 0,1-1 0 0 0,-1 1-1 0 0,1 0 1 0 0,0 1 0 0 0,-1-1-1 0 0,7 0 1 0 0,-5 2 9 0 0,0 1-1 0 0,0-1 1 0 0,-1 1-1 0 0,1 0 0 0 0,-1 0 1 0 0,1 1-1 0 0,-1 0 1 0 0,0-1-1 0 0,0 1 1 0 0,0 1-1 0 0,-1-1 1 0 0,1 0-1 0 0,-1 1 1 0 0,5 7-1 0 0,22 16 92 0 0,-28-25-114 0 0,-1-1 1 0 0,1 0-1 0 0,0 0 0 0 0,-1 0 0 0 0,1 0 1 0 0,0 0-1 0 0,0-1 0 0 0,0 1 1 0 0,0-1-1 0 0,0 1 0 0 0,0-1 1 0 0,0 0-1 0 0,0 1 0 0 0,0-1 0 0 0,0 0 1 0 0,0 0-1 0 0,0-1 0 0 0,0 1 1 0 0,0 0-1 0 0,0-1 0 0 0,2 0 1 0 0,2-1 1 0 0,-1-1 1 0 0,1 0 0 0 0,-1-1-1 0 0,0 1 1 0 0,7-7 0 0 0,-9 7-2 0 0,0 0 1 0 0,0 0 0 0 0,0 1 0 0 0,0 0 0 0 0,1-1-1 0 0,-1 1 1 0 0,1 0 0 0 0,0 0 0 0 0,-1 1 0 0 0,1-1-1 0 0,0 1 1 0 0,0 0 0 0 0,0 0 0 0 0,0 0 0 0 0,0 1-1 0 0,6-1 1 0 0,-9 1 29 0 0,1 1-1 0 0,0 0 0 0 0,0 0 1 0 0,-1 0-1 0 0,1 0 1 0 0,-1 0-1 0 0,1 0 0 0 0,-1 0 1 0 0,1 1-1 0 0,-1-1 1 0 0,1 0-1 0 0,-1 1 0 0 0,0-1 1 0 0,0 1-1 0 0,0-1 0 0 0,0 1 1 0 0,1 3-1 0 0,7 7-1640 0 0</inkml:trace>
</inkml:ink>
</file>

<file path=ppt/ink/ink1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00.5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195 47 7370 0 0,'-1'-3'549'0'0,"0"0"0"0"0,-1 0 0 0 0,0 0 1 0 0,0 0-1 0 0,0 0 0 0 0,0 0 1 0 0,0 1-1 0 0,-1-1 0 0 0,1 1 0 0 0,-1-1 1 0 0,1 1-1 0 0,-1 0 0 0 0,0 0 0 0 0,0 0 1 0 0,0 1-1 0 0,0-1 0 0 0,0 1 1 0 0,-5-2-1 0 0,5 3-354 0 0,1-1 0 0 0,-1 1 0 0 0,0 0 0 0 0,0 1 0 0 0,0-1 0 0 0,0 0 0 0 0,1 1-1 0 0,-1-1 1 0 0,0 1 0 0 0,0 0 0 0 0,1 0 0 0 0,-1 0 0 0 0,0 0 0 0 0,1 1 0 0 0,-1-1 0 0 0,1 1 0 0 0,0 0 0 0 0,-1-1 0 0 0,1 1 0 0 0,0 0 0 0 0,0 0 0 0 0,0 0 0 0 0,-1 3 0 0 0,-8 8-102 0 0,0 1-1 0 0,1 0 1 0 0,1 0 0 0 0,1 1 0 0 0,-8 18 0 0 0,13-27-111 0 0,0 0 0 0 0,1 0 0 0 0,-1 1 0 0 0,2-1 0 0 0,-1 1 0 0 0,1-1 1 0 0,0 1-1 0 0,0 0 0 0 0,1 0 0 0 0,-1-1 0 0 0,2 1 0 0 0,-1 0 0 0 0,1 0 0 0 0,0-1 0 0 0,3 13 1 0 0,-2-16-254 0 0,0 0 1 0 0,0 1 0 0 0,0-1-1 0 0,1 0 1 0 0,-1 0 0 0 0,1 0-1 0 0,0-1 1 0 0,-1 1 0 0 0,1 0-1 0 0,1-1 1 0 0,-1 0 0 0 0,0 0-1 0 0,0 0 1 0 0,1 0 0 0 0,-1 0-1 0 0,5 1 1 0 0</inkml:trace>
</inkml:ink>
</file>

<file path=ppt/ink/ink1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00.8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18 220 456 0 0,'-2'1'265'0'0,"1"0"1"0"0,-1 0-1 0 0,1 0 0 0 0,-1 0 1 0 0,1 1-1 0 0,0-1 0 0 0,0 0 1 0 0,0 1-1 0 0,0-1 0 0 0,0 1 0 0 0,0 0 1 0 0,-1 1-1 0 0,2-3-36 0 0,0 1 0 0 0,0 0 0 0 0,0-1 0 0 0,0 1 0 0 0,0-1-1 0 0,0 1 1 0 0,0 0 0 0 0,0-1 0 0 0,0 1 0 0 0,0-1 0 0 0,0 1 0 0 0,0 0 0 0 0,3 4 2288 0 0,-2-4-2288 0 0,0 0 180 0 0,1 0 1 0 0,-1 0-1 0 0,0 0 0 0 0,1 0 1 0 0,-1 0-1 0 0,1-1 0 0 0,-1 1 0 0 0,1-1 1 0 0,-1 1-1 0 0,1-1 0 0 0,0 1 0 0 0,2-1 1 0 0,16 0-384 0 0,-10-1 251 0 0,0-1 0 0 0,0-1 0 0 0,1 0 0 0 0,-2 0 0 0 0,1-1 0 0 0,0 0-1 0 0,-1 0 1 0 0,1-1 0 0 0,-1-1 0 0 0,-1 0 0 0 0,1 0 0 0 0,-1 0 0 0 0,0-1 0 0 0,8-9 0 0 0,-8 6-158 0 0,0-1 0 0 0,0 1 0 0 0,-2-1 0 0 0,1 0 0 0 0,-1-1 0 0 0,-1 1 0 0 0,0-1 0 0 0,-1 0 0 0 0,0 0 0 0 0,-1-1 0 0 0,2-15 0 0 0,-4 27-94 0 0,-1-1 1 0 0,1 1-1 0 0,-1-1 0 0 0,0 1 0 0 0,0-1 0 0 0,0 1 0 0 0,0-1 0 0 0,0 1 0 0 0,0-1 0 0 0,0 1 0 0 0,0 0 0 0 0,-1-1 0 0 0,1 1 0 0 0,-1-1 0 0 0,1 1 1 0 0,-1-1-1 0 0,1 1 0 0 0,-2-3 0 0 0,1 4 2 0 0,0 0 1 0 0,1-1 0 0 0,-1 1-1 0 0,0 0 1 0 0,0-1-1 0 0,1 1 1 0 0,-1 0 0 0 0,0 0-1 0 0,0 0 1 0 0,1 0-1 0 0,-1-1 1 0 0,0 1-1 0 0,0 0 1 0 0,0 0 0 0 0,1 1-1 0 0,-1-1 1 0 0,0 0-1 0 0,0 0 1 0 0,1 0 0 0 0,-1 0-1 0 0,0 1 1 0 0,0-1-1 0 0,1 0 1 0 0,-2 1 0 0 0,-3 2 72 0 0,-1 0 1 0 0,1 1-1 0 0,0-1 1 0 0,1 1 0 0 0,-1 0-1 0 0,1 0 1 0 0,-7 8-1 0 0,5-5-59 0 0,1 1-1 0 0,-1 0 0 0 0,1 0 1 0 0,1 0-1 0 0,0 0 0 0 0,0 1 1 0 0,1 0-1 0 0,0 0 0 0 0,0 0 1 0 0,-2 14-1 0 0,5-20-30 0 0,0 1 0 0 0,0-1-1 0 0,0 1 1 0 0,0-1 0 0 0,0 1 0 0 0,1 0 0 0 0,0-1 0 0 0,0 1 0 0 0,0-1 0 0 0,0 0-1 0 0,0 1 1 0 0,1-1 0 0 0,-1 0 0 0 0,1 0 0 0 0,0 0 0 0 0,0 0 0 0 0,0 0 0 0 0,0 0-1 0 0,1 0 1 0 0,-1-1 0 0 0,1 1 0 0 0,0-1 0 0 0,-1 0 0 0 0,1 0 0 0 0,0 0 0 0 0,0 0-1 0 0,0 0 1 0 0,1-1 0 0 0,-1 1 0 0 0,5 1 0 0 0,5 0-301 0 0,0 1 0 0 0,0-1 0 0 0,1-1 0 0 0,-1-1 1 0 0,0 0-1 0 0,1 0 0 0 0,-1-1 0 0 0,20-3 0 0 0,5-1-7173 0 0</inkml:trace>
</inkml:ink>
</file>

<file path=ppt/ink/ink1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01.5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23 12899 0 0,'0'-23'10326'0'0,"7"37"-10269"0"0,3 26 139 0 0,-3 1 0 0 0,3 49 0 0 0,-2-13-53 0 0,18 153-60 0 0,12 87 169 0 0,-24-232-170 0 0,44 141 0 0 0,-36-157-175 0 0,16 80 1 0 0,-33-121 34 0 0,-2 0 1 0 0,0 1-1 0 0,-2-1 0 0 0,-1 0 1 0 0,-8 55-1 0 0,-23 53-674 0 0,8-48-5041 0 0</inkml:trace>
</inkml:ink>
</file>

<file path=ppt/ink/ink1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01.7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57 42 4609 0 0,'-3'-5'153'0'0,"-51"-32"14560"0"0,61 59-12860 0 0,-5-17-1371 0 0,3 13-124 0 0,1-1 0 0 0,1 0 0 0 0,0 0 0 0 0,1 0 0 0 0,1-1 0 0 0,22 29 0 0 0,-26-38-324 0 0,0 0 1 0 0,0-1 0 0 0,1 0 0 0 0,0 0-1 0 0,1 0 1 0 0,-1-1 0 0 0,1 0 0 0 0,0 0-1 0 0,0-1 1 0 0,1 0 0 0 0,-1 0 0 0 0,1 0 0 0 0,0-1-1 0 0,0 0 1 0 0,0-1 0 0 0,0 0 0 0 0,10 1-1 0 0,-13-3-29 0 0,0 0-1 0 0,0 0 1 0 0,-1 0-1 0 0,1-1 1 0 0,0 0-1 0 0,-1 0 0 0 0,1 0 1 0 0,0-1-1 0 0,-1 0 1 0 0,0 1-1 0 0,1-2 1 0 0,-1 1-1 0 0,0 0 0 0 0,0-1 1 0 0,0 0-1 0 0,0 0 1 0 0,-1 0-1 0 0,1 0 1 0 0,-1 0-1 0 0,0-1 0 0 0,4-5 1 0 0,4-7-436 0 0,0-1 0 0 0,-2 0 0 0 0,15-33 0 0 0,-20 41 6 0 0,15-35-7790 0 0</inkml:trace>
</inkml:ink>
</file>

<file path=ppt/ink/ink1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03.1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1 6913 0 0,'-1'0'193'0'0,"0"0"-1"0"0,0 0 0 0 0,0 0 0 0 0,1 0 0 0 0,-1 0 0 0 0,0 1 0 0 0,0-1 1 0 0,1 0-1 0 0,-1 0 0 0 0,0 1 0 0 0,0-1 0 0 0,1 0 0 0 0,-1 1 0 0 0,0-1 0 0 0,1 1 1 0 0,-1-1-1 0 0,1 1 0 0 0,-1-1 0 0 0,0 1 0 0 0,1-1 0 0 0,-1 1 0 0 0,1 0 1 0 0,-1-1-1 0 0,1 2 0 0 0,2 17 5608 0 0,0-8-6859 0 0,19 88 3966 0 0,55 161 1 0 0,-53-207-2793 0 0,3-2 0 0 0,36 57 1 0 0,-47-84-79 0 0,-15-23-41 0 0,1 0 0 0 0,-1 0 0 0 0,0 0 1 0 0,1-1-1 0 0,-1 1 0 0 0,1 0 1 0 0,0-1-1 0 0,-1 1 0 0 0,1 0 0 0 0,-1-1 1 0 0,1 1-1 0 0,0-1 0 0 0,-1 1 1 0 0,1-1-1 0 0,0 1 0 0 0,0-1 1 0 0,0 1-1 0 0,-1-1 0 0 0,1 0 0 0 0,0 1 1 0 0,0-1-1 0 0,0 0 0 0 0,0 0 1 0 0,0 0-1 0 0,-1 0 0 0 0,1 0 1 0 0,0 0-1 0 0,1 0 0 0 0,0 0-47 0 0,0-1 0 0 0,-1 0 0 0 0,1 0 0 0 0,0 0 1 0 0,-1 0-1 0 0,1 0 0 0 0,-1 0 0 0 0,1 0 0 0 0,-1 0 0 0 0,1-1 0 0 0,-1 1 0 0 0,2-3 0 0 0,6-9-373 0 0,-1 1-1 0 0,12-26 0 0 0,-14 26 443 0 0,127-253 502 0 0,-132 261-452 0 0,1 0 0 0 0,0 1 0 0 0,1-1 0 0 0,-1 1 0 0 0,0 0 0 0 0,1 0 0 0 0,0 0 0 0 0,0 0 0 0 0,0 0 0 0 0,0 0 0 0 0,0 1 0 0 0,0-1 0 0 0,1 1 0 0 0,5-3 0 0 0,-6 5-55 0 0,-1-1-1 0 0,0 1 1 0 0,0 0 0 0 0,0-1 0 0 0,1 1 0 0 0,-1 0-1 0 0,0 1 1 0 0,0-1 0 0 0,1 0 0 0 0,-1 1 0 0 0,0-1-1 0 0,0 1 1 0 0,0-1 0 0 0,0 1 0 0 0,0 0 0 0 0,0 0-1 0 0,0 0 1 0 0,0 0 0 0 0,0 1 0 0 0,0-1-1 0 0,0 0 1 0 0,-1 1 0 0 0,1-1 0 0 0,-1 1 0 0 0,1 0-1 0 0,-1-1 1 0 0,1 1 0 0 0,1 3 0 0 0,8 12 66 0 0,0 1 0 0 0,16 37 1 0 0,-17-33-54 0 0,1 0 1 0 0,17 24 0 0 0,-25-40-26 0 0,2-1 0 0 0,-1 1 1 0 0,0-1-1 0 0,1-1 1 0 0,0 1-1 0 0,0 0 0 0 0,1-1 1 0 0,-1 0-1 0 0,1-1 1 0 0,0 1-1 0 0,0-1 0 0 0,9 4 1 0 0,-12-6 8 0 0,-1-1 1 0 0,1 1 0 0 0,0 0-1 0 0,0-1 1 0 0,-1 0-1 0 0,1 1 1 0 0,0-1 0 0 0,0 0-1 0 0,0-1 1 0 0,0 1-1 0 0,-1 0 1 0 0,1-1 0 0 0,0 0-1 0 0,0 1 1 0 0,-1-1-1 0 0,4-1 1 0 0,15-11-1011 0 0,-1-2-3442 0 0,-14 10 2116 0 0</inkml:trace>
</inkml:ink>
</file>

<file path=ppt/ink/ink1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03.3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5065 0 0,'2'1'1022'0'0,"1"0"0"0"0,0 0 0 0 0,-1 1 1 0 0,12 8 5109 0 0,-10-5-5110 0 0,17 27 3999 0 0,-13-13-4748 0 0,-2 0 1 0 0,6 22 0 0 0,-3-7 253 0 0,3 3-999 0 0,2 0 1 0 0,27 52-1 0 0,-31-73-938 0 0</inkml:trace>
</inkml:ink>
</file>

<file path=ppt/ink/ink1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03.5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 5 17972 0 0,'-18'-5'1768'0'0,"18"5"-1804"0"0,0 1 0 0 0,0-1 1 0 0,-1 0-1 0 0,1 0 1 0 0,0 0-1 0 0,0 1 0 0 0,0-1 1 0 0,0 0-1 0 0,-1 0 1 0 0,1 1-1 0 0,0-1 1 0 0,0 0-1 0 0,0 0 0 0 0,0 1 1 0 0,0-1-1 0 0,0 0 1 0 0,0 1-1 0 0,0-1 0 0 0,0 0 1 0 0,0 0-1 0 0,0 1 1 0 0,0-1-1 0 0,0 0 0 0 0,0 1 1 0 0,0-1-1 0 0,0 0 1 0 0,0 0-1 0 0,1 1 0 0 0,-1-1 1 0 0,0 0-1 0 0,0 0 1 0 0,0 1-1 0 0,0-1 0 0 0,1 0 1 0 0,0 3-361 0 0,1 0-1 0 0,0 0 1 0 0,0-1 0 0 0,0 1-1 0 0,0-1 1 0 0,0 1 0 0 0,0-1 0 0 0,1 0-1 0 0,3 3 1 0 0,6 1 93 0 0,2 0 270 0 0</inkml:trace>
</inkml:ink>
</file>

<file path=ppt/ink/ink1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04.0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185 3 3681 0 0,'-20'-2'352'0'0,"16"2"190"0"0,1 0 0 0 0,-1 0 0 0 0,0 1 0 0 0,1-1 0 0 0,-1 1 0 0 0,1 0-1 0 0,-1 0 1 0 0,1 0 0 0 0,-1 0 0 0 0,1 1 0 0 0,0-1 0 0 0,-1 1 0 0 0,1 0 0 0 0,0 0 0 0 0,0 0 0 0 0,1 1 0 0 0,-6 4 0 0 0,-4 4 311 0 0,2 1-1 0 0,-1 0 0 0 0,1 1 0 0 0,-15 25 0 0 0,21-30-776 0 0,-1-1 0 0 0,2 1 0 0 0,-1 0 0 0 0,1 0 0 0 0,0 0 0 0 0,1 1 0 0 0,0-1-1 0 0,0 0 1 0 0,1 1 0 0 0,-1 14 0 0 0,2-22-77 0 0,0 1 0 0 0,0-1 0 0 0,0 0 0 0 0,0 0 0 0 0,0 0 0 0 0,0 0 0 0 0,0 0 0 0 0,1 0 0 0 0,-1 0 0 0 0,0 0 0 0 0,1 0 0 0 0,-1 0 0 0 0,0 0 1 0 0,1 0-1 0 0,0 0 0 0 0,-1 0 0 0 0,1 0 0 0 0,-1 0 0 0 0,1 0 0 0 0,0 0 0 0 0,0-1 0 0 0,-1 1 0 0 0,1 0 0 0 0,0 0 0 0 0,2 0 0 0 0,-2-1-16 0 0,1 1 1 0 0,-1-1-1 0 0,0 0 0 0 0,1-1 0 0 0,-1 1 1 0 0,1 0-1 0 0,-1 0 0 0 0,0-1 1 0 0,1 1-1 0 0,-1 0 0 0 0,0-1 1 0 0,1 1-1 0 0,-1-1 0 0 0,0 0 0 0 0,0 1 1 0 0,3-3-1 0 0,4-3-6 0 0,-1 0-1 0 0,1-1 0 0 0,-1 0 1 0 0,7-10-1 0 0,-8 10 155 0 0,-1 1 0 0 0,1 0 0 0 0,0 0 0 0 0,0 0 0 0 0,1 1 0 0 0,-1 0 0 0 0,1 0 0 0 0,0 0 0 0 0,9-3 0 0 0,-13 7-97 0 0,-1 0-1 0 0,0 0 0 0 0,1 1 1 0 0,-1-1-1 0 0,1 1 0 0 0,-1-1 1 0 0,1 1-1 0 0,-1 0 1 0 0,1 0-1 0 0,0 0 0 0 0,-1 0 1 0 0,1 0-1 0 0,-1 1 0 0 0,1-1 1 0 0,-1 1-1 0 0,0 0 1 0 0,1 0-1 0 0,-1 0 0 0 0,1 0 1 0 0,-1 0-1 0 0,0 0 0 0 0,0 1 1 0 0,0-1-1 0 0,0 0 0 0 0,0 1 1 0 0,0 0-1 0 0,0 0 1 0 0,0-1-1 0 0,-1 1 0 0 0,1 0 1 0 0,-1 1-1 0 0,1-1 0 0 0,1 4 1 0 0,6 10 90 0 0,-1 0 0 0 0,0 1 0 0 0,-1 0 0 0 0,-1 0 0 0 0,-1 0 0 0 0,5 26 0 0 0,-8-33-116 0 0,-1 1 0 0 0,1-1 0 0 0,-2 1 1 0 0,0-1-1 0 0,0 1 0 0 0,-1-1 0 0 0,0 1 1 0 0,0-1-1 0 0,-1 0 0 0 0,-1 1 0 0 0,0-1 0 0 0,-6 14 1 0 0,6-19 18 0 0,0-1 0 0 0,-1 1 0 0 0,1-1-1 0 0,-1 0 1 0 0,0 0 0 0 0,0 0 0 0 0,-1 0 0 0 0,1-1 0 0 0,-1 0 0 0 0,1 0 0 0 0,-1 0 0 0 0,0 0 0 0 0,0-1 0 0 0,-1 0 0 0 0,1 0 0 0 0,0 0 0 0 0,-1-1 0 0 0,-8 2 0 0 0,11-2-96 0 0,1-1 1 0 0,-1 0-1 0 0,0 1 1 0 0,0-1-1 0 0,0 0 1 0 0,0 0-1 0 0,0-1 1 0 0,0 1 0 0 0,0-1-1 0 0,0 1 1 0 0,0-1-1 0 0,0 0 1 0 0,0 0-1 0 0,1 0 1 0 0,-1-1-1 0 0,0 1 1 0 0,1 0-1 0 0,-1-1 1 0 0,1 0 0 0 0,0 0-1 0 0,-1 0 1 0 0,1 0-1 0 0,0 0 1 0 0,0 0-1 0 0,0 0 1 0 0,0-1-1 0 0,1 1 1 0 0,-1-1-1 0 0,1 1 1 0 0,-1-1 0 0 0,1 0-1 0 0,0 1 1 0 0,0-1-1 0 0,0 0 1 0 0,-1-5-1 0 0</inkml:trace>
</inkml:ink>
</file>

<file path=ppt/ink/ink1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04.4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 6913 0 0,'0'0'82'0'0,"0"0"-1"0"0,0 1 0 0 0,0-1 0 0 0,0 0 1 0 0,1 0-1 0 0,-1 0 0 0 0,0 1 0 0 0,0-1 1 0 0,1 0-1 0 0,-1 0 0 0 0,0 0 0 0 0,0 1 1 0 0,1-1-1 0 0,-1 0 0 0 0,0 0 0 0 0,0 0 1 0 0,1 0-1 0 0,-1 0 0 0 0,0 0 0 0 0,1 0 1 0 0,-1 0-1 0 0,0 0 0 0 0,0 1 0 0 0,1-1 0 0 0,-1-1 1 0 0,0 1-1 0 0,1 0 0 0 0,-1 0 0 0 0,0 0 1 0 0,1 0-1 0 0,-1 0 0 0 0,0 0 0 0 0,0 0 1 0 0,1 0-1 0 0,-1 0 0 0 0,0 0 0 0 0,1-1 1 0 0,-1 1-1 0 0,0 0 0 0 0,0 0 0 0 0,0 0 1 0 0,1-1-1 0 0,-1 1 0 0 0,0 0 0 0 0,0 0 1 0 0,0 0-1 0 0,1-1 0 0 0,-1 1 0 0 0,0 0 1 0 0,0-1-1 0 0,0 1 0 0 0,0 0 0 0 0,0 0 0 0 0,0-1 1 0 0,1 1-1 0 0,-1 0 0 0 0,0-1 0 0 0,0 1 1 0 0,0 0-1 0 0,0 0 0 0 0,0-1 0 0 0,0 1 1 0 0,0 0-1 0 0,-1-1 0 0 0,17 23 4401 0 0,-8-2-2212 0 0,9 38 1 0 0,4 66-670 0 0,-7-35-1350 0 0,1 26-122 0 0,-15-115-137 0 0,0 0 0 0 0,0 0 0 0 0,0 0 0 0 0,0 0 0 0 0,0 0-1 0 0,0 1 1 0 0,0-1 0 0 0,0 0 0 0 0,0 0 0 0 0,0 0 0 0 0,0 0-1 0 0,0 0 1 0 0,0 0 0 0 0,0 0 0 0 0,0 1 0 0 0,0-1 0 0 0,0 0 0 0 0,0 0-1 0 0,0 0 1 0 0,0 0 0 0 0,0 0 0 0 0,0 0 0 0 0,0 0 0 0 0,0 0-1 0 0,0 0 1 0 0,0 0 0 0 0,0 1 0 0 0,1-1 0 0 0,-1 0 0 0 0,0 0 0 0 0,0 0-1 0 0,0 0 1 0 0,0 0 0 0 0,0 0 0 0 0,0 0 0 0 0,0 0 0 0 0,0 0 0 0 0,0 0-1 0 0,1 0 1 0 0,-1 0 0 0 0,0 0 0 0 0,0 0 0 0 0,0 0 0 0 0,0 0-1 0 0,0 0 1 0 0,0 0 0 0 0,0 0 0 0 0,1 0 0 0 0,-1 0 0 0 0,0 0 0 0 0,0 0-1 0 0,0 0 1 0 0,0 0 0 0 0,0 0 0 0 0,0 0 0 0 0,0 0 0 0 0,0 0-1 0 0,0 0 1 0 0,1 0 0 0 0,-1 0 0 0 0,0-1 0 0 0,0 1 0 0 0,0 0 0 0 0,0 0-1 0 0,0 0 1 0 0,7-11-468 0 0,4-20-499 0 0,-10 29 781 0 0,8-24-961 0 0,1-1-35 0 0,21-45 0 0 0,-28 65 1290 0 0,0 1 0 0 0,1 0-1 0 0,0 0 1 0 0,1 0 0 0 0,-1 0-1 0 0,1 1 1 0 0,0-1 0 0 0,1 1-1 0 0,-1 0 1 0 0,1 1 0 0 0,0 0-1 0 0,6-4 1 0 0,-10 7-8 0 0,0 0 0 0 0,0 1 0 0 0,-1-1 0 0 0,1 1 0 0 0,0-1 0 0 0,0 1 0 0 0,0 0 0 0 0,0 0 0 0 0,0 0 0 0 0,-1 0 0 0 0,1 0 0 0 0,0 0-1 0 0,0 0 1 0 0,0 1 0 0 0,0-1 0 0 0,-1 1 0 0 0,1-1 0 0 0,0 1 0 0 0,0 0 0 0 0,-1 0 0 0 0,1 0 0 0 0,-1-1 0 0 0,1 2 0 0 0,-1-1 0 0 0,1 0 0 0 0,-1 0 0 0 0,1 0 0 0 0,-1 1 0 0 0,2 1 0 0 0,5 7 4 0 0,0 0 0 0 0,-1 1 1 0 0,9 17-1 0 0,2 1-1974 0 0</inkml:trace>
</inkml:ink>
</file>

<file path=ppt/ink/ink1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05.0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243 108 7370 0 0,'0'-5'575'0'0,"-1"-1"-1"0"0,0 0 1 0 0,0 1 0 0 0,0-1 0 0 0,-1 0 0 0 0,0 1 0 0 0,0 0 0 0 0,0-1 0 0 0,-1 1 0 0 0,1 0 0 0 0,-1 0 0 0 0,-1 0 0 0 0,-5-7 0 0 0,8 10-365 0 0,-1 0 0 0 0,0 0 1 0 0,0 0-1 0 0,0 0 0 0 0,0 0 0 0 0,0 1 0 0 0,-1-1 1 0 0,1 1-1 0 0,0-1 0 0 0,-1 1 0 0 0,1 0 1 0 0,-1 0-1 0 0,1 0 0 0 0,-1 0 0 0 0,0 0 1 0 0,1 0-1 0 0,-1 1 0 0 0,0 0 0 0 0,0-1 1 0 0,1 1-1 0 0,-1 0 0 0 0,0 0 0 0 0,0 1 1 0 0,1-1-1 0 0,-1 0 0 0 0,0 1 0 0 0,0 0 1 0 0,1-1-1 0 0,-4 3 0 0 0,-2 1-96 0 0,1 1-1 0 0,0 0 1 0 0,0 0 0 0 0,0 1 0 0 0,1 0-1 0 0,0 0 1 0 0,0 1 0 0 0,1-1-1 0 0,-1 1 1 0 0,1 1 0 0 0,1-1 0 0 0,0 0-1 0 0,0 1 1 0 0,-4 11 0 0 0,-1 4-9 0 0,1 0 0 0 0,1 1 1 0 0,-6 45-1 0 0,10-46-63 0 0,2 0 0 0 0,0 1 0 0 0,1-1 0 0 0,2 0 0 0 0,0 1 0 0 0,2-1 0 0 0,0 0-1 0 0,1-1 1 0 0,17 42 0 0 0,-5-25-94 0 0,1 0 1 0 0,3-2-1 0 0,0 0 0 0 0,42 51 0 0 0,-59-82-61 0 0,1-1-73 0 0,0 2 0 0 0,0-1 0 0 0,-1 0 1 0 0,0 1-1 0 0,-1 0 0 0 0,1-1 0 0 0,-1 2 0 0 0,4 13 0 0 0,-6-5-948 0 0</inkml:trace>
</inkml:ink>
</file>

<file path=ppt/ink/ink1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05.2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14 102 7370 0 0,'0'0'56'0'0,"0"0"1"0"0,-1 0-1 0 0,1 0 1 0 0,-1 1-1 0 0,1-1 1 0 0,0 0 0 0 0,-1 0-1 0 0,1 0 1 0 0,-1 0-1 0 0,1 0 1 0 0,0 0-1 0 0,-1 0 1 0 0,1 0 0 0 0,-1 0-1 0 0,1 0 1 0 0,0 0-1 0 0,-1 0 1 0 0,1-1-1 0 0,-1 1 1 0 0,1 0 0 0 0,0 0-1 0 0,-1 0 1 0 0,1 0-1 0 0,0-1 1 0 0,-1 1-1 0 0,1 0 1 0 0,0 0 0 0 0,-1-1-1 0 0,1 1 1 0 0,0 0-1 0 0,0-1 1 0 0,-1 1-1 0 0,1 0 1 0 0,0-1 0 0 0,0 1-1 0 0,-1 0 1 0 0,1-1-1 0 0,0 1 1 0 0,0-1-1 0 0,13-12 3202 0 0,28-10 1640 0 0,-24 16-4681 0 0,4-3 69 0 0,2 1-1 0 0,-1 0 0 0 0,1 2 0 0 0,0 1 0 0 0,33-5 0 0 0,-33 10-285 0 0</inkml:trace>
</inkml:ink>
</file>

<file path=ppt/ink/ink1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05.4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1 15667 0 0,'-1'1'149'0'0,"-1"0"0"0"0,1 1 1 0 0,0-1-1 0 0,0 0 0 0 0,-1 1 0 0 0,1-1 0 0 0,0 1 0 0 0,0 0 0 0 0,1-1 0 0 0,-1 1 0 0 0,0 0 0 0 0,1-1 0 0 0,-1 1 0 0 0,1 0 0 0 0,-1 0 0 0 0,1-1 0 0 0,0 1 1 0 0,-1 0-1 0 0,1 0 0 0 0,0 0 0 0 0,0 0 0 0 0,1-1 0 0 0,-1 1 0 0 0,0 0 0 0 0,1 0 0 0 0,-1 0 0 0 0,1-1 0 0 0,-1 1 0 0 0,2 2 0 0 0,0 4 175 0 0,17 95 2007 0 0,-11-59-2741 0 0,1 0-1 0 0,15 46 0 0 0,-13-64-7324 0 0</inkml:trace>
</inkml:ink>
</file>

<file path=ppt/ink/ink1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05.8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14 130 2761 0 0,'1'-3'858'0'0,"0"0"0"0"0,0 1 0 0 0,0-1 0 0 0,0 0 0 0 0,-1 0 0 0 0,-9-26 11869 0 0,5 49-11922 0 0,1-7-585 0 0,2 1 0 0 0,0 0 0 0 0,1-1 0 0 0,0 1 1 0 0,3 18-1 0 0,-3-29-219 0 0,0 1 1 0 0,1-1-1 0 0,0 0 1 0 0,-1 0-1 0 0,1 0 1 0 0,1 0-1 0 0,-1 0 1 0 0,0 0-1 0 0,1 0 1 0 0,-1 0-1 0 0,1-1 1 0 0,0 1-1 0 0,0 0 1 0 0,0-1-1 0 0,0 1 1 0 0,0-1-1 0 0,1 0 1 0 0,-1 0-1 0 0,1 0 0 0 0,-1 0 1 0 0,1 0-1 0 0,0-1 1 0 0,0 1-1 0 0,-1-1 1 0 0,1 0-1 0 0,0 1 1 0 0,1-1-1 0 0,4 1 1 0 0,-5-2-2 0 0,-1 0 0 0 0,1 0 0 0 0,-1-1 0 0 0,1 1 0 0 0,-1 0 0 0 0,1-1 0 0 0,-1 0 0 0 0,0 1 0 0 0,1-1 0 0 0,-1 0 0 0 0,0 0 0 0 0,1 0 0 0 0,-1-1 0 0 0,0 1 0 0 0,0-1 0 0 0,0 1 0 0 0,0-1 0 0 0,0 1 0 0 0,0-1 0 0 0,-1 0 0 0 0,1 0 0 0 0,0 0 0 0 0,-1 0 0 0 0,0 0 0 0 0,1 0 0 0 0,-1-1 0 0 0,1-2 0 0 0,1-2 0 0 0,0 1 0 0 0,-1-1 0 0 0,1 1 0 0 0,-1-1 0 0 0,-1 0 0 0 0,0 0 0 0 0,0 0 0 0 0,0-12 0 0 0,-1 10-8 0 0,-1 0-1 0 0,-1 1 1 0 0,0-1 0 0 0,0 1-1 0 0,-1 0 1 0 0,0 0 0 0 0,0 0-1 0 0,-1 0 1 0 0,0 0 0 0 0,0 1-1 0 0,-6-8 1 0 0,7 10-214 0 0,0 1-1 0 0,-1 0 1 0 0,0 0-1 0 0,1 0 1 0 0,-1 0-1 0 0,0 1 1 0 0,-1-1-1 0 0,1 1 1 0 0,-1 0 0 0 0,1 0-1 0 0,-1 1 1 0 0,0-1-1 0 0,0 1 1 0 0,0 0-1 0 0,0 1 1 0 0,-1-1 0 0 0,1 1-1 0 0,-8-1 1 0 0</inkml:trace>
</inkml:ink>
</file>

<file path=ppt/ink/ink1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06.3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36 13 920 0 0,'-14'24'8886'0'0,"3"-9"-4090"0"0,6-5-5155 0 0,3-1 744 0 0,1 0-1 0 0,0 0 0 0 0,0 1 1 0 0,1-1-1 0 0,0 0 1 0 0,0 0-1 0 0,1 0 1 0 0,0 0-1 0 0,4 13 1 0 0,-2-10 100 0 0,0 0 0 0 0,1 0 1 0 0,1 0-1 0 0,0-1 0 0 0,0 0 0 0 0,11 16 1 0 0,-15-25-517 0 0,0 1 1 0 0,1-1 0 0 0,-1 0 0 0 0,1 0 0 0 0,0 0-1 0 0,0 0 1 0 0,0 0 0 0 0,0 0 0 0 0,0-1 0 0 0,0 1 0 0 0,0 0-1 0 0,0-1 1 0 0,1 0 0 0 0,-1 1 0 0 0,0-1 0 0 0,1 0-1 0 0,-1 0 1 0 0,1-1 0 0 0,0 1 0 0 0,-1 0 0 0 0,1-1 0 0 0,-1 0-1 0 0,1 1 1 0 0,0-1 0 0 0,0 0 0 0 0,-1 0 0 0 0,1-1-1 0 0,0 1 1 0 0,-1-1 0 0 0,1 1 0 0 0,-1-1 0 0 0,1 0 0 0 0,3-1-1 0 0,0-2-80 0 0,1 0-1 0 0,-1-1 0 0 0,0 0 0 0 0,0 0 0 0 0,0 0 0 0 0,-1 0 0 0 0,0-1 1 0 0,0 0-1 0 0,0 0 0 0 0,5-11 0 0 0,10-20-848 0 0,-17 28 599 0 0,2 0 0 0 0,-1 0 0 0 0,1 1 0 0 0,1-1 1 0 0,-1 1-1 0 0,1 0 0 0 0,1 1 0 0 0,0-1 0 0 0,8-6 0 0 0,-15 14 361 0 0,1 0 1 0 0,-1 0-1 0 0,1-1 0 0 0,-1 1 0 0 0,0 0 0 0 0,1 0 1 0 0,-1 0-1 0 0,1 0 0 0 0,-1 0 0 0 0,1 0 0 0 0,-1 0 1 0 0,1 0-1 0 0,-1 0 0 0 0,1 0 0 0 0,-1 0 1 0 0,1 0-1 0 0,-1 1 0 0 0,0-1 0 0 0,1 0 0 0 0,-1 0 1 0 0,1 0-1 0 0,-1 1 0 0 0,1-1 0 0 0,-1 0 0 0 0,0 0 1 0 0,1 1-1 0 0,-1-1 0 0 0,0 0 0 0 0,1 1 0 0 0,-1-1 1 0 0,1 1-1 0 0,12 17 918 0 0,0-1-106 0 0,-7-13-709 0 0,0-1 1 0 0,0 1 0 0 0,1-2 0 0 0,-1 1 0 0 0,1-1-1 0 0,0 0 1 0 0,0 0 0 0 0,0 0 0 0 0,0-1 0 0 0,0-1 0 0 0,0 1-1 0 0,0-1 1 0 0,0 0 0 0 0,0 0 0 0 0,0-1 0 0 0,12-3-1 0 0,-10 2 106 0 0,-1 0 0 0 0,1 0-1 0 0,-1-1 1 0 0,0-1-1 0 0,0 1 1 0 0,-1-1-1 0 0,1 0 1 0 0,-1-1 0 0 0,0 0-1 0 0,0 0 1 0 0,0-1-1 0 0,-1 1 1 0 0,8-10 0 0 0,-12 13-142 0 0,0-1 1 0 0,0 0-1 0 0,-1 0 1 0 0,1-1 0 0 0,-1 1-1 0 0,1 0 1 0 0,-1-1-1 0 0,0 1 1 0 0,0 0 0 0 0,-1-1-1 0 0,1 1 1 0 0,-1-1-1 0 0,0 1 1 0 0,0-1 0 0 0,0 1-1 0 0,0-1 1 0 0,0 1-1 0 0,-1-1 1 0 0,0 1 0 0 0,1-1-1 0 0,-1 1 1 0 0,-2-4 0 0 0,-2-4-347 0 0</inkml:trace>
</inkml:ink>
</file>

<file path=ppt/ink/ink1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1.9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63 159 7370 0 0,'4'-30'1895'0'0,"1"1"0"0"0,15-47 1 0 0,-12 53 2088 0 0,-8 43-2837 0 0,-5 29-541 0 0,-54 416 1165 0 0,52-376-1731 0 0,-21 568 99 0 0,38-550-2109 0 0,-6-79-4784 0 0</inkml:trace>
</inkml:ink>
</file>

<file path=ppt/ink/ink1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2.4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 36 6449 0 0,'-26'-36'3796'0'0,"42"57"-2464"0"0,14 21 340 0 0,-2 0 0 0 0,34 72 1 0 0,30 98 764 0 0,-49-110-1865 0 0,-32-76-476 0 0,2 0 1 0 0,1-1-1 0 0,17 23 1 0 0,-22-36-82 0 0,0 0 0 0 0,1 0 0 0 0,1-1 0 0 0,0 0 0 0 0,0-1 0 0 0,1-1 1 0 0,17 12-1 0 0,-27-20 3 0 0,0 0 1 0 0,0 1 0 0 0,0-2 0 0 0,0 1 0 0 0,0 0-1 0 0,0 0 1 0 0,0-1 0 0 0,0 1 0 0 0,1-1 0 0 0,-1 1-1 0 0,0-1 1 0 0,0 0 0 0 0,0 0 0 0 0,1 0 0 0 0,-1 0-1 0 0,0 0 1 0 0,0-1 0 0 0,1 1 0 0 0,-1-1 0 0 0,2 0-1 0 0,-1-1-9 0 0,0 0 0 0 0,1 0 0 0 0,-1 0-1 0 0,0 0 1 0 0,-1 0 0 0 0,1-1-1 0 0,0 1 1 0 0,-1-1 0 0 0,1 0 0 0 0,-1 1-1 0 0,2-5 1 0 0,5-8-93 0 0,-1 0 1 0 0,-1-1-1 0 0,0 0 1 0 0,4-18-1 0 0,-9 28 28 0 0,37-135-437 0 0,-24 80 459 0 0,34-87 1 0 0,19 5 481 0 0,-60 128-328 0 0,1 1-1 0 0,1 0 0 0 0,0 1 1 0 0,0 0-1 0 0,1 0 0 0 0,1 1 1 0 0,19-14-1 0 0,-30 24-80 0 0,0 1 1 0 0,1 0-1 0 0,-1 0 1 0 0,1 0 0 0 0,0 1-1 0 0,-1-1 1 0 0,1 0-1 0 0,0 1 1 0 0,-1-1-1 0 0,1 1 1 0 0,0-1-1 0 0,0 1 1 0 0,-1 0-1 0 0,1 0 1 0 0,0-1-1 0 0,0 1 1 0 0,0 1-1 0 0,-1-1 1 0 0,1 0 0 0 0,0 0-1 0 0,0 1 1 0 0,-1-1-1 0 0,3 2 1 0 0,0-1 16 0 0,-1 1 0 0 0,0 0 0 0 0,0 1 0 0 0,0-1 1 0 0,-1 0-1 0 0,1 1 0 0 0,0-1 0 0 0,-1 1 0 0 0,0 0 0 0 0,4 6 1 0 0,2 5 35 0 0,0 1 1 0 0,-1-1 0 0 0,-1 2 0 0 0,5 16 0 0 0,11 60 64 0 0,-3 0 1 0 0,9 145 0 0 0,14 73-567 0 0,-34-268-602 0 0,3-1-1 0 0,1-1 0 0 0,2 0 1 0 0,2-1-1 0 0,28 50 1 0 0,-43-87 896 0 0,34 55-3352 0 0,-31-52 3360 0 0,0 1-1 0 0,0-1 1 0 0,1 0-1 0 0,-1-1 1 0 0,1 1-1 0 0,0-1 1 0 0,11 8 0 0 0,-2-7 107 0 0</inkml:trace>
</inkml:ink>
</file>

<file path=ppt/ink/ink1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2.8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148 173 3225 0 0,'4'-19'1253'0'0,"0"0"-1"0"0,1-27 1 0 0,-5 41-698 0 0,1 0 0 0 0,-2-1 0 0 0,1 1-1 0 0,0 0 1 0 0,-1 0 0 0 0,0 0 0 0 0,0 0-1 0 0,-1 0 1 0 0,0 0 0 0 0,1 0 0 0 0,-1 0-1 0 0,-1 1 1 0 0,1-1 0 0 0,-5-5 0 0 0,7 10-432 0 0,0-1 1 0 0,-1 0-1 0 0,0 1 1 0 0,1-1-1 0 0,-1 1 1 0 0,1-1-1 0 0,-1 0 1 0 0,0 1-1 0 0,1-1 1 0 0,-1 1-1 0 0,0 0 1 0 0,0-1-1 0 0,1 1 1 0 0,-1 0-1 0 0,0-1 1 0 0,0 1-1 0 0,0 0 1 0 0,1 0-1 0 0,-1 0 1 0 0,0-1-1 0 0,0 1 1 0 0,0 0-1 0 0,0 0 1 0 0,0 0-1 0 0,1 1 1 0 0,-2-1-1 0 0,0 0-3 0 0,0 1-1 0 0,1 0 1 0 0,-1 0-1 0 0,0 0 1 0 0,1 0 0 0 0,-1 0-1 0 0,0 0 1 0 0,1 0-1 0 0,0 1 1 0 0,-1-1-1 0 0,-1 2 1 0 0,-2 4 25 0 0,0 0 1 0 0,0 0 0 0 0,1 1-1 0 0,-5 7 1 0 0,-4 16-33 0 0,2 1 1 0 0,0 0 0 0 0,2 1-1 0 0,2-1 1 0 0,-6 56 0 0 0,9-45-110 0 0,2 1 0 0 0,3 0 0 0 0,10 81 1 0 0,-7-102-6 0 0,1-1 1 0 0,1 0 0 0 0,1 0 0 0 0,1 0-1 0 0,0-1 1 0 0,2 0 0 0 0,18 29 0 0 0,-21-39-58 0 0,0-1 1 0 0,1 1 0 0 0,1-1 0 0 0,0 0 0 0 0,0-1-1 0 0,1 0 1 0 0,0 0 0 0 0,0-1 0 0 0,1-1-1 0 0,0 0 1 0 0,1 0 0 0 0,-1-1 0 0 0,1 0 0 0 0,18 5-1 0 0,-26-10 35 0 0,1 0 0 0 0,-1 0 0 0 0,1 0 0 0 0,0-1-1 0 0,0 1 1 0 0,-1-1 0 0 0,1-1 0 0 0,0 1 0 0 0,-1 0 0 0 0,1-1-1 0 0,0 0 1 0 0,-1 0 0 0 0,1-1 0 0 0,7-3 0 0 0,-5 2 35 0 0,0-2 0 0 0,0 1 1 0 0,0-1-1 0 0,-1 0 1 0 0,1 0-1 0 0,-1-1 0 0 0,10-11 1 0 0,-2-3 166 0 0,0 0-1 0 0,-1 0 1 0 0,-1-2 0 0 0,16-39 0 0 0,-16 26-108 0 0,-1 0 0 0 0,-2-1 0 0 0,-1 0 0 0 0,-3 0 0 0 0,0 0 0 0 0,-2-1 0 0 0,-2 1 0 0 0,-2-1 0 0 0,-1 0 0 0 0,-1 1 0 0 0,-2 0 0 0 0,-11-37 0 0 0,13 61-74 0 0,0 0 1 0 0,-1 1 0 0 0,-1-1-1 0 0,0 1 1 0 0,0 1 0 0 0,-1-1 0 0 0,0 1-1 0 0,-1 0 1 0 0,-12-15 0 0 0,15 21-36 0 0,0 0 1 0 0,0 1-1 0 0,-1-1 1 0 0,1 0-1 0 0,-1 1 1 0 0,0 0 0 0 0,0 0-1 0 0,0 1 1 0 0,0 0-1 0 0,0-1 1 0 0,0 2-1 0 0,-1-1 1 0 0,1 0-1 0 0,-1 1 1 0 0,0 0 0 0 0,1 1-1 0 0,-1-1 1 0 0,0 1-1 0 0,1 0 1 0 0,-1 0-1 0 0,0 1 1 0 0,-6 1 0 0 0,-1 1-586 0 0,-1 1 1 0 0,1 1-1 0 0,0 0 1 0 0,1 1 0 0 0,-19 10-1 0 0,2 3-5853 0 0</inkml:trace>
</inkml:ink>
</file>

<file path=ppt/ink/ink1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3.3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461 31 920 0 0,'-4'-3'385'0'0,"-1"0"0"0"0,0 0 1 0 0,0 0-1 0 0,0 0 0 0 0,0 1 0 0 0,0 0 0 0 0,-1 0 0 0 0,1 0 0 0 0,-1 1 0 0 0,1 0 0 0 0,-9-1 0 0 0,9 1-121 0 0,-5 0 50 0 0,-1 0 1 0 0,0 0-1 0 0,0 1 0 0 0,0 1 0 0 0,0 0 0 0 0,0 0 1 0 0,0 1-1 0 0,1 0 0 0 0,-1 1 0 0 0,1 0 0 0 0,-1 1 1 0 0,1 0-1 0 0,0 1 0 0 0,0 0 0 0 0,1 1 0 0 0,0-1 1 0 0,0 2-1 0 0,0-1 0 0 0,1 1 0 0 0,0 1 0 0 0,0 0 0 0 0,0 0 1 0 0,-10 15-1 0 0,12-15-54 0 0,0 1 0 0 0,0-1 0 0 0,1 1 0 0 0,1 0 0 0 0,-1 0 0 0 0,1 1 1 0 0,1-1-1 0 0,0 1 0 0 0,0 0 0 0 0,1 0 0 0 0,0-1 0 0 0,1 2 0 0 0,0-1 0 0 0,0 0 0 0 0,1 0 0 0 0,1 0 0 0 0,-1 0 1 0 0,2 0-1 0 0,-1 0 0 0 0,2 0 0 0 0,-1 0 0 0 0,1 0 0 0 0,1-1 0 0 0,-1 1 0 0 0,10 14 0 0 0,-4-11-249 0 0,0 0-1 0 0,1 0 0 0 0,1-1 1 0 0,0-1-1 0 0,1 0 1 0 0,14 11-1 0 0,83 50 131 0 0,-70-48-93 0 0,38 30 0 0 0,-71-49-64 0 0,0 0-1 0 0,0 1 1 0 0,0-1 0 0 0,-1 1 0 0 0,0 0 0 0 0,0 1 0 0 0,0-1-1 0 0,-1 1 1 0 0,0 0 0 0 0,-1 0 0 0 0,1 1 0 0 0,2 8 0 0 0,-5-11 10 0 0,0 0 1 0 0,-1 0 0 0 0,1 0 0 0 0,-1 0 0 0 0,0 0 0 0 0,0 0-1 0 0,0 0 1 0 0,-1 0 0 0 0,1 0 0 0 0,-1-1 0 0 0,-1 1-1 0 0,1 0 1 0 0,-1 0 0 0 0,1-1 0 0 0,-1 1 0 0 0,-1 0 0 0 0,1-1-1 0 0,-1 0 1 0 0,1 0 0 0 0,-6 6 0 0 0,-4 4 120 0 0,-1-2 0 0 0,0 0 0 0 0,-1 0 0 0 0,0-1 0 0 0,-1-1 0 0 0,0 0 0 0 0,-1-1 0 0 0,0-1 0 0 0,-32 12 0 0 0,25-12-67 0 0,0-1-1 0 0,0-1 0 0 0,0-1 1 0 0,-1-1-1 0 0,0-1 1 0 0,0-1-1 0 0,-24-1 1 0 0,6-7-1060 0 0,15-3-4628 0 0,10 2-807 0 0</inkml:trace>
</inkml:ink>
</file>

<file path=ppt/ink/ink1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3.6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45 19 9218 0 0,'0'-18'1448'0'0,"-8"24"1638"0"0,-8 29 324 0 0,10-11-2703 0 0,1 0 0 0 0,1 0 0 0 0,1 0-1 0 0,1 38 1 0 0,10 99 160 0 0,-7-154-777 0 0,6 68 48 0 0,4 0 1 0 0,30 108-1 0 0,5-46-4509 0 0,-40-122 2661 0 0</inkml:trace>
</inkml:ink>
</file>

<file path=ppt/ink/ink1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3.8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3 233 3225 0 0,'-1'-5'140'0'0,"0"1"1"0"0,1-1-1 0 0,-1 0 1 0 0,1 0-1 0 0,0 1 1 0 0,0-1-1 0 0,1 0 1 0 0,-1 0-1 0 0,1 1 0 0 0,0-1 1 0 0,3-7-1 0 0,-1 6 232 0 0,0-1 1 0 0,1 0-1 0 0,0 1 0 0 0,1 0 0 0 0,-1 0 0 0 0,10-9 0 0 0,-2 3-132 0 0,1 0-1 0 0,0 1 1 0 0,1 0-1 0 0,0 1 1 0 0,1 1-1 0 0,0 0 1 0 0,0 1-1 0 0,26-10 1 0 0,-34 15-238 0 0,1 0-1 0 0,0 1 1 0 0,0 0-1 0 0,0 0 1 0 0,0 1-1 0 0,0 0 1 0 0,0 0-1 0 0,0 1 1 0 0,0 0-1 0 0,1 0 1 0 0,-1 1 0 0 0,0 0-1 0 0,0 0 1 0 0,0 1-1 0 0,0 0 1 0 0,0 1-1 0 0,-1 0 1 0 0,1 0-1 0 0,-1 0 1 0 0,8 5-1 0 0,2 6 10 0 0</inkml:trace>
</inkml:ink>
</file>

<file path=ppt/ink/ink1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3.9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27 142 8754 0 0,'-9'4'-444'0'0,"-8"3"3736"0"0,30-16 591 0 0,57-29-1651 0 0,40-5-4177 0 0,81-10-1293 0 0,-190 52 3263 0 0,35-8-37 0 0</inkml:trace>
</inkml:ink>
</file>

<file path=ppt/ink/ink1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4.4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95 3 8290 0 0,'-1'-1'243'0'0,"-1"1"0"0"0,0-1 1 0 0,1 1-1 0 0,-1-1 0 0 0,1 1 1 0 0,-1 0-1 0 0,0 0 0 0 0,0 0 1 0 0,1 0-1 0 0,-1 0 0 0 0,0 1 1 0 0,1-1-1 0 0,-1 0 0 0 0,1 1 1 0 0,-1-1-1 0 0,0 1 0 0 0,1-1 1 0 0,-1 1-1 0 0,1 0 0 0 0,-1 0 1 0 0,1 0-1 0 0,0 0 0 0 0,-1 0 1 0 0,1 0-1 0 0,0 0 0 0 0,0 0 1 0 0,-1 0-1 0 0,1 1 0 0 0,0-1 1 0 0,0 0-1 0 0,-1 3 0 0 0,-2 2 210 0 0,0 0-1 0 0,0 1 0 0 0,1-1 0 0 0,-1 1 0 0 0,-3 12 0 0 0,1 6-197 0 0,1 0 0 0 0,0 0 0 0 0,2 1-1 0 0,1-1 1 0 0,3 43 0 0 0,19 131 1609 0 0,-9-117-1593 0 0,21 120-3659 0 0,-30-177-3562 0 0</inkml:trace>
</inkml:ink>
</file>

<file path=ppt/ink/ink1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4.6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0 163 8290 0 0,'14'-11'335'0'0,"1"0"0"0"0,-1 1 0 0 0,2 1 1 0 0,-1 0-1 0 0,1 1 0 0 0,0 1 0 0 0,20-6 1 0 0,8-4 437 0 0,-6-1 280 0 0,52-19 946 0 0,-83 34-1893 0 0,1 1 0 0 0,0 0 0 0 0,0 0 0 0 0,1 1 0 0 0,-1 0-1 0 0,0 0 1 0 0,0 1 0 0 0,17 1 0 0 0,-23 0-230 0 0,1-1 1 0 0,0 1-1 0 0,-1 0 0 0 0,1 0 0 0 0,-1 0 0 0 0,0 0 1 0 0,1 0-1 0 0,-1 1 0 0 0,4 2 0 0 0</inkml:trace>
</inkml:ink>
</file>

<file path=ppt/ink/ink1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4.8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22 224 3681 0 0,'-20'7'611'0'0,"20"-7"-568"0"0,0 0 0 0 0,0-1-1 0 0,-1 1 1 0 0,1 0 0 0 0,0 0 0 0 0,0 0 0 0 0,0 0-1 0 0,0 0 1 0 0,0 0 0 0 0,0-1 0 0 0,0 1 0 0 0,0 0-1 0 0,0 0 1 0 0,0 0 0 0 0,0 0 0 0 0,0-1 0 0 0,0 1-1 0 0,0 0 1 0 0,0 0 0 0 0,0 0 0 0 0,0 0 0 0 0,0 0-1 0 0,0-1 1 0 0,0 1 0 0 0,0 0 0 0 0,0 0 0 0 0,0 0 0 0 0,0 0-1 0 0,0-1 1 0 0,0 1 0 0 0,0 0 0 0 0,0 0 0 0 0,0 0-1 0 0,0 0 1 0 0,0 0 0 0 0,0 0 0 0 0,1-1 0 0 0,-1 1-1 0 0,0 0 1 0 0,0 0 0 0 0,0 0 0 0 0,0 0 0 0 0,0 0-1 0 0,0 0 1 0 0,1 0 0 0 0,-1 0 0 0 0,0 0 0 0 0,0-1-1 0 0,0 1 1 0 0,0 0 0 0 0,1 0 0 0 0,31-28 4252 0 0,-21 18-4442 0 0,12-9 866 0 0,101-83 586 0 0,-111 93-2098 0 0,1 1 0 0 0,0 0 1 0 0,0 0-1 0 0,0 2 0 0 0,1-1 0 0 0,-1 2 1 0 0,31-7-1 0 0,-10 11-2628 0 0,-34 1 3395 0 0,0 0 0 0 0,0 0-1 0 0,0 0 1 0 0,0 0 0 0 0,0 0-1 0 0,0 1 1 0 0,0-1 0 0 0,0 0-1 0 0,0 1 1 0 0,-1-1 0 0 0,1 1 0 0 0,0-1-1 0 0,0 1 1 0 0,0-1 0 0 0,-1 1-1 0 0,1 0 1 0 0,0-1 0 0 0,-1 1-1 0 0,1 0 1 0 0,0-1 0 0 0,-1 1-1 0 0,1 0 1 0 0,-1 0 0 0 0,1 0-1 0 0,-1 0 1 0 0,0-1 0 0 0,1 1-1 0 0,-1 0 1 0 0,0 0 0 0 0,1 0-1 0 0,-1 0 1 0 0,0 0 0 0 0,0 2-1 0 0,-2 11 27 0 0</inkml:trace>
</inkml:ink>
</file>

<file path=ppt/ink/ink1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4.9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79 1 7834 0 0,'-14'14'68'0'0,"8"-8"436"0"0,-1 0-1 0 0,1 1 1 0 0,0 0-1 0 0,1 0 1 0 0,-1 0-1 0 0,1 0 1 0 0,1 1-1 0 0,-1-1 1 0 0,2 1-1 0 0,-1 1 1 0 0,-2 8-1 0 0,5-16-391 0 0,1 0 1 0 0,0 0-1 0 0,0 0 0 0 0,0 0 0 0 0,0-1 0 0 0,0 1 0 0 0,0 0 1 0 0,0 0-1 0 0,0 0 0 0 0,0-1 0 0 0,0 1 0 0 0,0 0 0 0 0,1 0 1 0 0,-1 0-1 0 0,0-1 0 0 0,1 1 0 0 0,-1 0 0 0 0,0 0 0 0 0,1-1 1 0 0,-1 1-1 0 0,1 0 0 0 0,-1-1 0 0 0,1 1 0 0 0,-1-1 0 0 0,1 1 1 0 0,0-1-1 0 0,1 2 0 0 0,0-1 5 0 0,0-1 0 0 0,0 1 1 0 0,-1 0-1 0 0,2-1 0 0 0,-1 1 0 0 0,0-1 1 0 0,0 0-1 0 0,0 0 0 0 0,0 0 0 0 0,0 0 0 0 0,2 0 1 0 0,7-2 112 0 0,-1 0 0 0 0,1 0 0 0 0,12-5 0 0 0,46-19-785 0 0,-23 6-4698 0 0,-16 5-597 0 0</inkml:trace>
</inkml:ink>
</file>

<file path=ppt/ink/ink1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5.2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1 133 7834 0 0,'47'-7'7108'0'0,"37"-16"-3610"0"0,-6 1-1591 0 0,16 0-746 0 0,163-32-260 0 0,-235 52-1801 0 0,0 0 0 0 0,0 1 0 0 0,26 3 0 0 0,-31-1-5978 0 0</inkml:trace>
</inkml:ink>
</file>

<file path=ppt/ink/ink1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5.5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 1 4145 0 0,'0'0'241'0'0,"-1"0"-1"0"0,0 0 1 0 0,0 0 0 0 0,0 0 0 0 0,0 1-1 0 0,0-1 1 0 0,0 0 0 0 0,0 1 0 0 0,0-1-1 0 0,0 1 1 0 0,1-1 0 0 0,-1 1 0 0 0,0-1-1 0 0,0 1 1 0 0,1-1 0 0 0,-1 1 0 0 0,0 0-1 0 0,1 0 1 0 0,-1-1 0 0 0,0 1 0 0 0,1 0-1 0 0,-1 0 1 0 0,1-1 0 0 0,0 1 0 0 0,-1 0-1 0 0,1 0 1 0 0,-1 0 0 0 0,1 0 0 0 0,0 0-1 0 0,0 0 1 0 0,0 0 0 0 0,0 0 0 0 0,-1 0-1 0 0,1 0 1 0 0,0 0 0 0 0,1 0 0 0 0,-1-1-1 0 0,0 3 1 0 0,9 48 3667 0 0,-6-35-2949 0 0,23 221 3400 0 0,-10-58-3609 0 0,-7-128-722 0 0,17 52 0 0 0,-15-61-228 0 0,-1-3-97 0 0</inkml:trace>
</inkml:ink>
</file>

<file path=ppt/ink/ink1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6.4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19 7370 0 0,'0'-1'142'0'0,"0"0"1"0"0,1 0 0 0 0,-1 0 0 0 0,0 0 0 0 0,0 0-1 0 0,1 0 1 0 0,-1 0 0 0 0,1 0 0 0 0,-1 1 0 0 0,0-1-1 0 0,1 0 1 0 0,0 0 0 0 0,-1 1 0 0 0,1-1 0 0 0,-1 0-1 0 0,1 0 1 0 0,0 1 0 0 0,0-1 0 0 0,-1 1 0 0 0,1-1-1 0 0,0 1 1 0 0,1-1 0 0 0,-1 1-18 0 0,0 0 0 0 0,-1 0 1 0 0,1 0-1 0 0,0 1 0 0 0,-1-1 0 0 0,1 0 0 0 0,-1 1 1 0 0,1-1-1 0 0,0 1 0 0 0,-1-1 0 0 0,1 1 1 0 0,-1-1-1 0 0,1 1 0 0 0,-1-1 0 0 0,1 1 0 0 0,-1-1 1 0 0,0 1-1 0 0,1 0 0 0 0,-1-1 0 0 0,0 1 1 0 0,1 1-1 0 0,13 39 2284 0 0,-6 31-1254 0 0,-4 0 0 0 0,-8 140 0 0 0,-1-129-2168 0 0,10 140 0 0 0,-1-201-738 0 0,-1-4-3945 0 0</inkml:trace>
</inkml:ink>
</file>

<file path=ppt/ink/ink1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6.8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2 112 10138 0 0,'0'-1'101'0'0,"-1"1"1"0"0,1-1-1 0 0,0 1 0 0 0,0-1 1 0 0,0 0-1 0 0,0 1 0 0 0,0-1 1 0 0,0 1-1 0 0,0-1 0 0 0,0 1 0 0 0,0-1 1 0 0,0 0-1 0 0,0 1 0 0 0,0-1 1 0 0,0 1-1 0 0,0-1 0 0 0,0 0 0 0 0,0 1 1 0 0,1-1-1 0 0,-1 1 0 0 0,0-1 1 0 0,1 1-1 0 0,-1-1 0 0 0,0 1 0 0 0,1-1 1 0 0,-1 1-1 0 0,1-1 0 0 0,18-12 1871 0 0,22 1 382 0 0,-36 12-2214 0 0,0 0-1 0 0,0 0 1 0 0,-1 1 0 0 0,1 0 0 0 0,0 0 0 0 0,0 0-1 0 0,-1 1 1 0 0,1-1 0 0 0,-1 1 0 0 0,1 0 0 0 0,-1 0 0 0 0,0 1-1 0 0,1-1 1 0 0,-1 1 0 0 0,-1 0 0 0 0,1 0 0 0 0,0 1 0 0 0,-1-1-1 0 0,0 1 1 0 0,5 6 0 0 0,7 9 150 0 0,-1 1 0 0 0,20 40 0 0 0,-27-47-145 0 0,19 41 185 0 0,-16-33-302 0 0,0-1 0 0 0,0 0 0 0 0,21 26 0 0 0,-30-44-28 0 0,0-1 0 0 0,0 1 0 0 0,1 0 0 0 0,-1-1 0 0 0,0 0 0 0 0,1 1 0 0 0,-1-1 1 0 0,1 0-1 0 0,0 1 0 0 0,-1-1 0 0 0,1 0 0 0 0,0 0 0 0 0,0-1 0 0 0,0 1 0 0 0,-1 0 0 0 0,1 0 0 0 0,0-1 1 0 0,0 1-1 0 0,3-1 0 0 0,-3 0 0 0 0,-1 0-1 0 0,1-1 1 0 0,-1 1 0 0 0,1-1-1 0 0,-1 1 1 0 0,1-1 0 0 0,-1 0 0 0 0,1 0-1 0 0,-1 1 1 0 0,0-1 0 0 0,0 0 0 0 0,1 0-1 0 0,-1 0 1 0 0,0 0 0 0 0,0-1-1 0 0,0 1 1 0 0,0 0 0 0 0,0 0 0 0 0,1-2-1 0 0,2-6 11 0 0,1-1 0 0 0,-1 1-1 0 0,0-1 1 0 0,-1 1-1 0 0,0-1 1 0 0,1-11 0 0 0,10-87-10 0 0,-12 76 0 0 0,2 1 0 0 0,1-1 0 0 0,14-44 0 0 0,-18 74 4 0 0,-1 0-1 0 0,1-1 1 0 0,0 1 0 0 0,0 0 0 0 0,0 0 0 0 0,0 0 0 0 0,0 0 0 0 0,1 0-1 0 0,-1 0 1 0 0,1 0 0 0 0,-1 0 0 0 0,1 1 0 0 0,0-1 0 0 0,-1 1 0 0 0,1-1 0 0 0,0 1-1 0 0,0-1 1 0 0,0 1 0 0 0,0 0 0 0 0,4-2 0 0 0,-4 3 12 0 0,0 0 0 0 0,0 0 0 0 0,0 0 0 0 0,0 1 0 0 0,-1-1 0 0 0,1 0 0 0 0,0 1 0 0 0,0-1 0 0 0,-1 1-1 0 0,1-1 1 0 0,0 1 0 0 0,-1 0 0 0 0,1 0 0 0 0,-1 0 0 0 0,1 0 0 0 0,-1 0 0 0 0,1 0 0 0 0,-1 0 0 0 0,1 0 0 0 0,-1 1 0 0 0,0-1 0 0 0,0 1 0 0 0,0-1 0 0 0,0 1 0 0 0,0-1 0 0 0,0 1 0 0 0,1 2 0 0 0,18 34 229 0 0,-3 1 0 0 0,17 50 0 0 0,-19-45-133 0 0,35 68 1 0 0,8-11-2508 0 0,-48-80-5124 0 0</inkml:trace>
</inkml:ink>
</file>

<file path=ppt/ink/ink1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7.2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1 387 8754 0 0,'0'-3'441'0'0,"1"0"-1"0"0,-1-1 1 0 0,1 1-1 0 0,0 0 1 0 0,0 0 0 0 0,0 0-1 0 0,0 0 1 0 0,1 0 0 0 0,-1 0-1 0 0,1 0 1 0 0,0 1 0 0 0,2-4-1 0 0,-2 2 181 0 0,46-68 3052 0 0,-33 51-3491 0 0,-1 1 0 0 0,-1-2 0 0 0,0 0 0 0 0,-2 0 0 0 0,15-44 0 0 0,-24 59-168 0 0,8-40 36 0 0,-9 46-50 0 0,-1-1 1 0 0,0 0 0 0 0,0 1-1 0 0,0-1 1 0 0,0 0 0 0 0,0 1-1 0 0,0-1 1 0 0,0 0 0 0 0,-1 1 0 0 0,1-1-1 0 0,-1 0 1 0 0,1 1 0 0 0,-1-1-1 0 0,0 0 1 0 0,1 1 0 0 0,-1-1-1 0 0,0 1 1 0 0,0 0 0 0 0,0-1-1 0 0,0 1 1 0 0,0 0 0 0 0,0-1 0 0 0,-2 0-1 0 0,1 1-22 0 0,1 1-1 0 0,-1-1 0 0 0,1 1 0 0 0,-1-1 1 0 0,0 1-1 0 0,1 0 0 0 0,-1 0 1 0 0,0 0-1 0 0,1 0 0 0 0,-1 0 1 0 0,0 0-1 0 0,1 0 0 0 0,-1 0 0 0 0,1 1 1 0 0,-1-1-1 0 0,0 1 0 0 0,1-1 1 0 0,-1 1-1 0 0,1 0 0 0 0,-1-1 0 0 0,1 1 1 0 0,-1 0-1 0 0,1 0 0 0 0,0 0 1 0 0,-1 0-1 0 0,1 0 0 0 0,-1 2 0 0 0,-31 33-742 0 0,29-30 746 0 0,0-1 1 0 0,1 0-1 0 0,0 1 1 0 0,0 0 0 0 0,0 0-1 0 0,0 0 1 0 0,1 0-1 0 0,0 0 1 0 0,1 0 0 0 0,-1 1-1 0 0,1-1 1 0 0,0 1-1 0 0,1-1 1 0 0,0 1 0 0 0,0-1-1 0 0,0 1 1 0 0,1-1-1 0 0,0 1 1 0 0,0-1 0 0 0,0 0-1 0 0,1 1 1 0 0,0-1-1 0 0,0 0 1 0 0,1 0 0 0 0,0 0-1 0 0,0 0 1 0 0,0-1-1 0 0,0 1 1 0 0,1-1 0 0 0,0 0-1 0 0,7 7 1 0 0,0 0-158 0 0,0-1 0 0 0,1-1 0 0 0,0 0 1 0 0,1 0-1 0 0,-1-1 0 0 0,26 12 0 0 0,-23-13-896 0 0,0-2 0 0 0,1 1 0 0 0,18 3 0 0 0,-7-4-4277 0 0</inkml:trace>
</inkml:ink>
</file>

<file path=ppt/ink/ink1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9.2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8 6913 0 0,'10'-8'5940'0'0,"-9"8"-5780"0"0,7 14 2499 0 0,2 24-1305 0 0,23 230 1648 0 0,-1-3-6993 0 0,-25-226-1932 0 0</inkml:trace>
</inkml:ink>
</file>

<file path=ppt/ink/ink1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9.7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3 175 8290 0 0,'0'0'54'0'0,"-1"-1"1"0"0,1 0 0 0 0,0 1-1 0 0,0-1 1 0 0,-1 1 0 0 0,1-1-1 0 0,0 0 1 0 0,0 0 0 0 0,0 1-1 0 0,0-1 1 0 0,-1 0-1 0 0,1 1 1 0 0,0-1 0 0 0,0 0-1 0 0,1 1 1 0 0,-1-1 0 0 0,0 0-1 0 0,0 0 1 0 0,0 1 0 0 0,0-1-1 0 0,1 0 1 0 0,-1 1-1 0 0,0-1 1 0 0,0 0 0 0 0,1 1-1 0 0,-1-1 1 0 0,1 0 0 0 0,21-15 364 0 0,38-5-825 0 0,-50 18 420 0 0,38-8-1770 0 0,1 2 0 0 0,0 2-1 0 0,100 0 1 0 0,-10 0 1919 0 0,-134 6-155 0 0,-1 2-14 0 0,0-2 1 0 0,0 1-1 0 0,0 0 1 0 0,0-1-1 0 0,0 0 1 0 0,0 0-1 0 0,0 0 0 0 0,0 0 1 0 0,0-1-1 0 0,0 0 1 0 0,-1 1-1 0 0,5-4 1 0 0,-8 4 5 0 0,0 1 1 0 0,0 0 0 0 0,0-1 0 0 0,0 1-1 0 0,0-1 1 0 0,0 1 0 0 0,0 0 0 0 0,0-1-1 0 0,-1 1 1 0 0,1 0 0 0 0,0-1 0 0 0,0 1-1 0 0,0 0 1 0 0,-1 0 0 0 0,1-1 0 0 0,0 1-1 0 0,-1 0 1 0 0,1 0 0 0 0,0-1 0 0 0,0 1-1 0 0,-1 0 1 0 0,1 0 0 0 0,0 0-1 0 0,-1-1 1 0 0,1 1 0 0 0,0 0 0 0 0,-1 0-1 0 0,1 0 1 0 0,-1 0 0 0 0,1 0 0 0 0,0 0-1 0 0,-1 0 1 0 0,1 0 0 0 0,0 0 0 0 0,-1 0-1 0 0,1 0 1 0 0,-1 0 0 0 0,1 0 0 0 0,-18-3 70 0 0,10 3 756 0 0,0 0 1 0 0,0 1-1 0 0,0 0 1 0 0,0 0-1 0 0,0 1 1 0 0,0 0-1 0 0,1 1 1 0 0,-1-1-1 0 0,-12 8 1 0 0,11-6-420 0 0,0 1 0 0 0,0 0 1 0 0,1 1-1 0 0,0 0 0 0 0,0 0 1 0 0,0 1-1 0 0,1 0 0 0 0,0 0 0 0 0,1 0 1 0 0,-1 1-1 0 0,1 0 0 0 0,-7 14 1 0 0,11-19-401 0 0,1 0 0 0 0,0 0 0 0 0,0 0 0 0 0,0 0 0 0 0,1 0 0 0 0,-1 0 0 0 0,1 0 0 0 0,-1 0 0 0 0,1 0 0 0 0,0 0 0 0 0,0 0 0 0 0,0 0 0 0 0,1 0 0 0 0,-1 0 0 0 0,1 0 0 0 0,0 0 0 0 0,0 0 0 0 0,0 0 0 0 0,0-1 0 0 0,2 5 0 0 0,-1-3 1 0 0,1-1 0 0 0,0 1 0 0 0,0-1 1 0 0,0 1-1 0 0,0-1 0 0 0,1 0 0 0 0,-1 0 0 0 0,1 0 1 0 0,0-1-1 0 0,0 1 0 0 0,0-1 0 0 0,7 3 1 0 0,-6-3-6 0 0,0 0 0 0 0,0 0 0 0 0,0 0 0 0 0,0-1 0 0 0,0 1 0 0 0,1-1 0 0 0,-1-1 0 0 0,0 1 0 0 0,1-1 0 0 0,-1 0 0 0 0,1 0 0 0 0,-1-1 0 0 0,0 1 0 0 0,1-1 0 0 0,-1 0 0 0 0,0-1 0 0 0,1 1 0 0 0,-1-1 0 0 0,0 0 0 0 0,0 0 0 0 0,-1-1 0 0 0,1 0 0 0 0,7-5 0 0 0,-7 3-2 0 0,-1-1 0 0 0,1 1 1 0 0,-1-1-1 0 0,-1 0 0 0 0,1-1 1 0 0,-1 1-1 0 0,0-1 0 0 0,0 1 1 0 0,-1-1-1 0 0,0 0 0 0 0,0 0 1 0 0,-1 0-1 0 0,0 0 0 0 0,0 0 1 0 0,0 0-1 0 0,-1-9 0 0 0,-1 3-24 0 0,0 0 0 0 0,-1 0 0 0 0,0 1 0 0 0,0-1 0 0 0,-2 1 0 0 0,0-1 0 0 0,0 1 0 0 0,-7-13 0 0 0,5 15-732 0 0,-1 3-222 0 0</inkml:trace>
</inkml:ink>
</file>

<file path=ppt/ink/ink1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0.1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11 3225 0 0,'-1'-4'136'0'0,"1"3"40"0"0,0-1-176 0 0,0 1 0 0 0,0-1 0 0 0,1 1 0 0 0,1 1 0 0 0,-1 0-96 0 0,2 3-192 0 0</inkml:trace>
</inkml:ink>
</file>

<file path=ppt/ink/ink1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0.4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6913 0 0,'10'17'9744'0'0,"7"27"-6185"0"0,8 19-3253 0 0,-18-53-450 0 0,0 1 1 0 0,0-1-1 0 0,1-1 1 0 0,10 12 0 0 0,20 13-3556 0 0,-22-22-2293 0 0</inkml:trace>
</inkml:ink>
</file>

<file path=ppt/ink/ink1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0.6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1 5065 0 0,'-14'4'10976'0'0,"12"3"-11195"0"0,-1 10 1108 0 0,1 1-1 0 0,0-1 1 0 0,1 1-1 0 0,1 0 1 0 0,1 0 0 0 0,5 30-1 0 0,32 105-557 0 0,-10-50-1953 0 0,-21-66-5822 0 0</inkml:trace>
</inkml:ink>
</file>

<file path=ppt/ink/ink1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1.1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170 37 2761 0 0,'-1'-2'142'0'0,"1"0"1"0"0,-1 0 0 0 0,1 0 0 0 0,-1 1 0 0 0,0-1 0 0 0,0 0-1 0 0,0 0 1 0 0,0 1 0 0 0,0-1 0 0 0,0 1 0 0 0,0-1-1 0 0,0 1 1 0 0,-1-1 0 0 0,1 1 0 0 0,-1 0 0 0 0,1 0 0 0 0,-1-1-1 0 0,1 1 1 0 0,-1 0 0 0 0,0 0 0 0 0,1 1 0 0 0,-1-1-1 0 0,-3-1 1 0 0,1 1 298 0 0,1 1 0 0 0,-1 0 0 0 0,1-1-1 0 0,-1 1 1 0 0,1 1 0 0 0,0-1 0 0 0,-1 0 0 0 0,1 1-1 0 0,-1-1 1 0 0,1 1 0 0 0,0 0 0 0 0,-7 3 0 0 0,4-1-168 0 0,1 0 1 0 0,-1 0 0 0 0,1 0 0 0 0,0 1 0 0 0,0 0-1 0 0,0 0 1 0 0,0 0 0 0 0,1 1 0 0 0,-1 0 0 0 0,1-1 0 0 0,1 1-1 0 0,-1 1 1 0 0,1-1 0 0 0,-1 0 0 0 0,1 1 0 0 0,1 0 0 0 0,-1 0-1 0 0,1 0 1 0 0,0 0 0 0 0,1 0 0 0 0,-1 0 0 0 0,1 0 0 0 0,0 1-1 0 0,1 11 1 0 0,0-8-183 0 0,0-1-1 0 0,1 1 0 0 0,0-1 1 0 0,0 1-1 0 0,1-1 1 0 0,1 0-1 0 0,0 1 1 0 0,0-1-1 0 0,0-1 1 0 0,1 1-1 0 0,1 0 0 0 0,-1-1 1 0 0,1 0-1 0 0,1 0 1 0 0,0 0-1 0 0,6 6 1 0 0,-4-6-61 0 0,1-1 1 0 0,0 0 0 0 0,0 0-1 0 0,1-1 1 0 0,0 0-1 0 0,0-1 1 0 0,0 0 0 0 0,0 0-1 0 0,1-1 1 0 0,0-1 0 0 0,0 1-1 0 0,19 2 1 0 0,-25-6-40 0 0,1 1 0 0 0,-1-1 0 0 0,0 0 1 0 0,0 0-1 0 0,1 0 0 0 0,-1-1 0 0 0,0 0 1 0 0,0 0-1 0 0,0 0 0 0 0,0 0 0 0 0,0-1 0 0 0,0 0 1 0 0,0 0-1 0 0,0-1 0 0 0,-1 1 0 0 0,1-1 0 0 0,-1 0 1 0 0,0 0-1 0 0,0 0 0 0 0,0-1 0 0 0,0 1 1 0 0,0-1-1 0 0,-1 0 0 0 0,0 0 0 0 0,1 0 0 0 0,-2-1 1 0 0,1 1-1 0 0,0-1 0 0 0,2-7 0 0 0,-3 5 14 0 0,0 0 0 0 0,0 1 0 0 0,0-1 0 0 0,-1 0 0 0 0,0 0 0 0 0,-1 0 0 0 0,1 0 0 0 0,-2 0 0 0 0,1 0 0 0 0,-1 0 0 0 0,0 0 0 0 0,0 0 0 0 0,0 0 0 0 0,-1 0 0 0 0,0 1 0 0 0,-1-1 0 0 0,-4-8 0 0 0,3 7-221 0 0,-1-1 0 0 0,0 1 0 0 0,0 1 0 0 0,-1-1 0 0 0,-8-9 0 0 0,8 12-631 0 0,0-1 0 0 0,0 1 0 0 0,0 0 0 0 0,-1 1 0 0 0,1 0 0 0 0,-11-5 1 0 0,0 2-4886 0 0</inkml:trace>
</inkml:ink>
</file>

<file path=ppt/ink/ink1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1.3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14283 0 0,'8'0'404'0'0,"-1"-1"-1"0"0,1 2 1 0 0,-1-1-1 0 0,1 1 1 0 0,-1 0 0 0 0,1 0-1 0 0,-1 1 1 0 0,0 0-1 0 0,0 0 1 0 0,0 1 0 0 0,0 0-1 0 0,0 0 1 0 0,-1 1-1 0 0,1 0 1 0 0,8 6 0 0 0,-1 0-235 0 0,-1 1 1 0 0,0 1 0 0 0,-1 0 0 0 0,0 0 0 0 0,17 23-1 0 0,-11-8-1187 0 0,-7-10-4441 0 0</inkml:trace>
</inkml:ink>
</file>

<file path=ppt/ink/ink1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1.5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226 2 11058 0 0,'-2'-1'170'0'0,"0"1"0"0"0,1 0-1 0 0,-1 0 1 0 0,0-1 0 0 0,0 1-1 0 0,0 1 1 0 0,0-1-1 0 0,0 0 1 0 0,0 0 0 0 0,0 1-1 0 0,1-1 1 0 0,-1 1 0 0 0,0-1-1 0 0,0 1 1 0 0,1 0 0 0 0,-1 0-1 0 0,0 0 1 0 0,1 0-1 0 0,-1 0 1 0 0,1 0 0 0 0,-1 0-1 0 0,1 0 1 0 0,-1 1 0 0 0,0 1-1 0 0,-35 41 2133 0 0,29-33-1940 0 0,-18 22 762 0 0,-30 56 0 0 0,47-72-1574 0 0,0 1 1 0 0,1 0 0 0 0,1 0 0 0 0,1 1 0 0 0,-6 27 0 0 0,9-21-5905 0 0</inkml:trace>
</inkml:ink>
</file>

<file path=ppt/ink/ink1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1.7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1376 0 0,'14'24'12597'0'0,"-6"8"-7446"0"0,-3 37-3812 0 0,-5-55-347 0 0,1 1-1030 0 0,2 39-236 0 0,3-18-3163 0 0</inkml:trace>
</inkml:ink>
</file>

<file path=ppt/ink/ink1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1.9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6 9218 0 0,'-1'-3'816'0'0,"1"1"-656"0"0,0 1-160 0 0,0 2 232 0 0,0 1 16 0 0,0 1 0 0 0,-1 2 0 0 0,1 3-544 0 0,1 5-112 0 0,2 0-16 0 0,2 4-8 0 0,3-1 432 0 0,6 2 0 0 0</inkml:trace>
</inkml:ink>
</file>

<file path=ppt/ink/ink1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2.7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228 327 7834 0 0,'0'-1'193'0'0,"-1"-1"1"0"0,1 0 0 0 0,-1 1 0 0 0,0-1 0 0 0,1 1-1 0 0,-1-1 1 0 0,0 1 0 0 0,0 0 0 0 0,0-1 0 0 0,0 1-1 0 0,0 0 1 0 0,0 0 0 0 0,-1-1 0 0 0,1 1 0 0 0,0 0-1 0 0,-1 0 1 0 0,1 0 0 0 0,0 1 0 0 0,-1-1 0 0 0,-1-1-1 0 0,-33-12 2861 0 0,31 14-2882 0 0,0 0 1 0 0,0 0 0 0 0,0 1 0 0 0,0-1 0 0 0,0 1 0 0 0,0 0 0 0 0,0 0 0 0 0,1 1 0 0 0,-1 0-1 0 0,0-1 1 0 0,1 2 0 0 0,0-1 0 0 0,-1 0 0 0 0,1 1 0 0 0,0 0 0 0 0,0 0 0 0 0,0 0-1 0 0,1 0 1 0 0,-1 1 0 0 0,1-1 0 0 0,0 1 0 0 0,-4 5 0 0 0,-1 2-53 0 0,0 0-1 0 0,0 1 1 0 0,1-1 0 0 0,1 2-1 0 0,0-1 1 0 0,-9 25 0 0 0,13-25-96 0 0,0-1 0 0 0,0 1 0 0 0,1-1 0 0 0,0 1 0 0 0,1-1 0 0 0,1 1 0 0 0,0 0-1 0 0,4 21 1 0 0,-4-27-35 0 0,1-2 0 0 0,0 1 0 0 0,-1 0 0 0 0,1 0-1 0 0,1 0 1 0 0,-1-1 0 0 0,1 1 0 0 0,0-1-1 0 0,0 0 1 0 0,4 4 0 0 0,-5-5-24 0 0,0-1 0 0 0,1 0 0 0 0,-1-1 1 0 0,1 1-1 0 0,-1 0 0 0 0,1-1 0 0 0,0 1 0 0 0,0-1 1 0 0,0 0-1 0 0,0 0 0 0 0,0 0 0 0 0,0 0 0 0 0,0-1 0 0 0,0 1 1 0 0,0-1-1 0 0,0 0 0 0 0,6 0 0 0 0,-4-1-244 0 0,-1 0 1 0 0,1 0-1 0 0,0 0 0 0 0,-1-1 0 0 0,0 1 0 0 0,1-1 0 0 0,-1 0 1 0 0,0-1-1 0 0,0 1 0 0 0,0-1 0 0 0,0 0 0 0 0,-1 0 1 0 0,1 0-1 0 0,-1 0 0 0 0,1-1 0 0 0,-1 1 0 0 0,0-1 1 0 0,-1 0-1 0 0,1 0 0 0 0,-1 0 0 0 0,1 0 0 0 0,2-9 1 0 0,1 0-678 0 0,-1 0 1 0 0,-1 0 0 0 0,0 0 0 0 0,-1-1 0 0 0,0 0 0 0 0,1-22-1 0 0,-6-82-1604 0 0,-10-1 3412 0 0,0 1 2114 0 0,11 113-2713 0 0,-6-56 2772 0 0,-6 23 3671 0 0,19 56-2796 0 0,-2 13-3002 0 0,0-2-636 0 0,52 184 596 0 0,-42-172-974 0 0,3 0 0 0 0,1-2 0 0 0,25 41-1 0 0,-11-27-2278 0 0,-16-26-5005 0 0</inkml:trace>
</inkml:ink>
</file>

<file path=ppt/ink/ink1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3.0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40 328 5985 0 0,'6'-4'450'0'0,"0"0"-1"0"0,0 0 0 0 0,0-1 0 0 0,-1 0 1 0 0,1 0-1 0 0,-1 0 0 0 0,-1-1 0 0 0,1 0 1 0 0,-1 0-1 0 0,7-12 0 0 0,-3 4 178 0 0,-1 0 0 0 0,-1-1 0 0 0,0 0 0 0 0,3-16 0 0 0,-6 17-172 0 0,0-1 0 0 0,0 0 0 0 0,-2 1 0 0 0,0-20 0 0 0,-1 31-396 0 0,1 0-1 0 0,-1-1 1 0 0,-1 1-1 0 0,1-1 0 0 0,0 1 1 0 0,-1 0-1 0 0,0-1 1 0 0,0 1-1 0 0,0 0 0 0 0,0 0 1 0 0,0-1-1 0 0,-1 1 1 0 0,0 0-1 0 0,1 0 0 0 0,-1 1 1 0 0,0-1-1 0 0,0 0 0 0 0,-1 1 1 0 0,1-1-1 0 0,0 1 1 0 0,-1-1-1 0 0,0 1 0 0 0,1 0 1 0 0,-5-2-1 0 0,5 3 27 0 0,0 0-1 0 0,1 1 1 0 0,-1-1-1 0 0,0 1 0 0 0,0 0 1 0 0,1 0-1 0 0,-1-1 1 0 0,0 1-1 0 0,0 0 1 0 0,1 1-1 0 0,-1-1 1 0 0,0 0-1 0 0,0 0 1 0 0,1 1-1 0 0,-1-1 1 0 0,0 1-1 0 0,1-1 0 0 0,-1 1 1 0 0,-2 1-1 0 0,0 0 44 0 0,1 1-1 0 0,0-1 0 0 0,-1 1 0 0 0,1 0 0 0 0,0 0 1 0 0,0 0-1 0 0,1 0 0 0 0,-3 4 0 0 0,-2 4 45 0 0,1 0 1 0 0,0 0-1 0 0,1 0 0 0 0,-7 21 1 0 0,10-25-163 0 0,0 1 0 0 0,0 0 0 0 0,1-1 1 0 0,0 1-1 0 0,0 0 0 0 0,1-1 0 0 0,0 1 0 0 0,1 0 1 0 0,-1-1-1 0 0,1 1 0 0 0,1 0 0 0 0,0-1 1 0 0,0 1-1 0 0,0-1 0 0 0,1 0 0 0 0,0 0 1 0 0,0 0-1 0 0,1 0 0 0 0,0 0 0 0 0,0-1 0 0 0,1 1 1 0 0,-1-1-1 0 0,1 0 0 0 0,8 7 0 0 0,-7-8-647 0 0,1 0-1 0 0,-1-1 1 0 0,1 1-1 0 0,0-1 1 0 0,0 0-1 0 0,1-1 0 0 0,-1 0 1 0 0,1 0-1 0 0,9 2 1 0 0,10 1-5966 0 0</inkml:trace>
</inkml:ink>
</file>

<file path=ppt/ink/ink1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3.7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234 33 6849 0 0,'-2'-2'264'0'0,"0"-1"0"0"0,0 1-1 0 0,0-1 1 0 0,0 1-1 0 0,-1 0 1 0 0,0 0-1 0 0,1 0 1 0 0,-1 0 0 0 0,0 0-1 0 0,0 0 1 0 0,0 1-1 0 0,0 0 1 0 0,0-1 0 0 0,0 1-1 0 0,0 0 1 0 0,0 1-1 0 0,0-1 1 0 0,-1 0-1 0 0,1 1 1 0 0,0 0 0 0 0,-1 0-1 0 0,1 0 1 0 0,-6 1-1 0 0,3-1 98 0 0,0 1 0 0 0,-1 1-1 0 0,1 0 1 0 0,0-1 0 0 0,0 2 0 0 0,0-1-1 0 0,0 1 1 0 0,1 0 0 0 0,-1 0-1 0 0,1 0 1 0 0,-7 6 0 0 0,3-2-76 0 0,0 1-1 0 0,1 0 1 0 0,0 1 0 0 0,1-1 0 0 0,0 2 0 0 0,0-1-1 0 0,1 1 1 0 0,-7 14 0 0 0,11-21-261 0 0,1 1 1 0 0,0-1-1 0 0,0 1 1 0 0,0-1-1 0 0,0 1 0 0 0,0-1 1 0 0,1 1-1 0 0,-1-1 1 0 0,1 1-1 0 0,0 0 0 0 0,0-1 1 0 0,1 1-1 0 0,-1-1 1 0 0,1 1-1 0 0,0-1 0 0 0,0 1 1 0 0,0-1-1 0 0,0 1 0 0 0,0-1 1 0 0,1 0-1 0 0,-1 1 1 0 0,1-1-1 0 0,0 0 0 0 0,0 0 1 0 0,1 0-1 0 0,-1-1 1 0 0,0 1-1 0 0,1 0 0 0 0,-1-1 1 0 0,5 3-1 0 0,9 6-66 0 0,0-1 1 0 0,0 0-1 0 0,27 10 0 0 0,-31-15-15 0 0,0 0 0 0 0,-1 0 0 0 0,1 1-1 0 0,-1 1 1 0 0,0 0 0 0 0,-1 1 0 0 0,0 0 0 0 0,0 0-1 0 0,12 15 1 0 0,-20-21 33 0 0,0 0-1 0 0,-1 0 1 0 0,0 0-1 0 0,1 1 1 0 0,-1-1-1 0 0,0 1 1 0 0,0-1-1 0 0,0 1 1 0 0,-1-1 0 0 0,1 1-1 0 0,-1 0 1 0 0,1-1-1 0 0,-1 1 1 0 0,0-1-1 0 0,0 1 1 0 0,0 0-1 0 0,0-1 1 0 0,-1 1-1 0 0,0 3 1 0 0,0-1 3 0 0,-1-1 0 0 0,0 0 0 0 0,0 0 0 0 0,0 0 0 0 0,0-1 0 0 0,-1 1 0 0 0,0-1 0 0 0,1 1 0 0 0,-1-1 0 0 0,-6 6 0 0 0,-3 0 58 0 0,-1 0-1 0 0,0 0 0 0 0,0-1 0 0 0,-1-1 0 0 0,-23 10 1 0 0,19-10 42 0 0,-1-1 1 0 0,-26 6 0 0 0,9-8-5741 0 0</inkml:trace>
</inkml:ink>
</file>

<file path=ppt/ink/ink1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4.0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66 456 0 0,'65'-65'1728'0'0,"-66"68"-1728"0"0,-2-1 0 0 0</inkml:trace>
</inkml:ink>
</file>

<file path=ppt/ink/ink1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4.9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0 295 3681 0 0,'3'0'333'0'0,"-1"1"0"0"0,1-1 0 0 0,-1 1 0 0 0,0-1 0 0 0,1 0 0 0 0,-1 0 0 0 0,0 0 0 0 0,1-1 0 0 0,-1 1 0 0 0,1-1 0 0 0,-1 1 0 0 0,0-1 0 0 0,0 0 0 0 0,1 1 0 0 0,-1-1 0 0 0,0 0 0 0 0,2-2 0 0 0,37-21 2986 0 0,-40 23-3210 0 0,16-11 570 0 0,0 0 0 0 0,0-1 0 0 0,-1-1 0 0 0,26-30 0 0 0,-38 40-668 0 0,0-1 0 0 0,-1 1 0 0 0,0-1-1 0 0,0 0 1 0 0,0 0 0 0 0,-1 0 0 0 0,1-1-1 0 0,-1 1 1 0 0,0-1 0 0 0,-1 1 0 0 0,1-1 0 0 0,-1 1-1 0 0,0-1 1 0 0,-1 0 0 0 0,1 1 0 0 0,-1-1 0 0 0,0 0-1 0 0,-1 0 1 0 0,1 1 0 0 0,-1-1 0 0 0,0 0-1 0 0,-4-10 1 0 0,4 14 1 0 0,1 0 1 0 0,-1 0-1 0 0,0 0 0 0 0,0 1 0 0 0,0-1 1 0 0,0 0-1 0 0,0 0 0 0 0,0 1 0 0 0,0-1 1 0 0,-1 1-1 0 0,1-1 0 0 0,0 1 0 0 0,-1 0 1 0 0,1-1-1 0 0,-1 1 0 0 0,0 0 0 0 0,1 0 1 0 0,-1 0-1 0 0,0 0 0 0 0,0 0 0 0 0,0 1 1 0 0,1-1-1 0 0,-4 0 0 0 0,2 1 30 0 0,-1 0 1 0 0,1 0-1 0 0,0 0 0 0 0,0 0 1 0 0,0 1-1 0 0,0 0 0 0 0,0 0 0 0 0,0-1 1 0 0,0 2-1 0 0,0-1 0 0 0,0 0 1 0 0,1 1-1 0 0,-5 2 0 0 0,0 1 35 0 0,0 0 0 0 0,0 0-1 0 0,1 1 1 0 0,0 0 0 0 0,0 0-1 0 0,0 1 1 0 0,1-1 0 0 0,0 1 0 0 0,0 0-1 0 0,-5 12 1 0 0,9-16-76 0 0,0 0 0 0 0,0 0 0 0 0,0 1 1 0 0,1-1-1 0 0,-1 0 0 0 0,1 1 0 0 0,0-1 0 0 0,0 1 1 0 0,0-1-1 0 0,0 0 0 0 0,0 1 0 0 0,1-1 0 0 0,0 0 0 0 0,0 1 1 0 0,0-1-1 0 0,0 0 0 0 0,2 4 0 0 0,0-1 4 0 0,0-1-1 0 0,1 0 1 0 0,0 1 0 0 0,0-1 0 0 0,0 0-1 0 0,1-1 1 0 0,-1 1 0 0 0,9 5-1 0 0,1 0-1 0 0,0-1 0 0 0,1-1 0 0 0,0 0-1 0 0,0-1 1 0 0,1 0 0 0 0,18 4 0 0 0,-26-9-175 0 0,-1-1 0 0 0,1 0 1 0 0,0-1-1 0 0,-1 0 0 0 0,1 0 1 0 0,0 0-1 0 0,0-1 0 0 0,-1 0 1 0 0,1-1-1 0 0,-1 0 0 0 0,1 0 0 0 0,-1 0 1 0 0,0-1-1 0 0,0 0 0 0 0,0-1 1 0 0,0 1-1 0 0,0-1 0 0 0,-1-1 1 0 0,0 1-1 0 0,7-7 0 0 0,11-10 102 0 0,0-2-1 0 0,-2 0 1 0 0,27-37-1 0 0,-41 49 526 0 0,1 1-1 0 0,0 0 0 0 0,1 1 1 0 0,0-1-1 0 0,18-12 0 0 0,-26 21-372 0 0,0 0-1 0 0,0 0 1 0 0,-1 0-1 0 0,1 0 1 0 0,0 0-1 0 0,0 0 1 0 0,0 0-1 0 0,0 0 1 0 0,0 1-1 0 0,0-1 1 0 0,0 1-1 0 0,0 0 1 0 0,0-1-1 0 0,0 1 1 0 0,1 0-1 0 0,-1 0 1 0 0,0 0-1 0 0,0 1 1 0 0,0-1-1 0 0,0 0 1 0 0,0 1-1 0 0,0-1 1 0 0,0 1-1 0 0,0 0 1 0 0,0 0-1 0 0,0 0 1 0 0,0 0-1 0 0,0 0 1 0 0,-1 0-1 0 0,1 0 1 0 0,0 1-1 0 0,-1-1 1 0 0,1 0-1 0 0,-1 1 1 0 0,1 0-1 0 0,-1-1 0 0 0,0 1 1 0 0,0 0-1 0 0,0-1 1 0 0,0 1-1 0 0,0 0 1 0 0,0 0-1 0 0,0 0 1 0 0,0 0-1 0 0,0 3 1 0 0,4 9 166 0 0,-1 0 0 0 0,3 23 0 0 0,-4-20-193 0 0,1 1 0 0 0,7 18 0 0 0,-10-32-55 0 0,1 0 1 0 0,-1 0-1 0 0,1 0 1 0 0,0-1-1 0 0,0 1 0 0 0,1-1 1 0 0,-1 0-1 0 0,1 1 0 0 0,0-1 1 0 0,-1 0-1 0 0,1 0 1 0 0,1-1-1 0 0,-1 1 0 0 0,4 2 1 0 0,-5-4 2 0 0,-1-1 0 0 0,0 0 0 0 0,0 1 0 0 0,1-1 1 0 0,-1 0-1 0 0,0 0 0 0 0,1 1 0 0 0,-1-1 0 0 0,0 0 0 0 0,1 0 1 0 0,-1 0-1 0 0,1-1 0 0 0,-1 1 0 0 0,0 0 0 0 0,0 0 0 0 0,1-1 1 0 0,-1 1-1 0 0,0-1 0 0 0,0 1 0 0 0,1-1 0 0 0,-1 0 0 0 0,0 1 1 0 0,0-1-1 0 0,0 0 0 0 0,0 0 0 0 0,0 0 0 0 0,0 0 1 0 0,0 0-1 0 0,0 0 0 0 0,0 0 0 0 0,1-1 0 0 0,27-45-208 0 0,-21 32 186 0 0,-4 9-9 0 0,7-11-33 0 0,24-32 0 0 0,-32 46 56 0 0,-1 0 0 0 0,1 0-1 0 0,0 0 1 0 0,0 0 0 0 0,0 1 0 0 0,0-1 0 0 0,1 1 0 0 0,-1-1 0 0 0,1 1 0 0 0,-1 1-1 0 0,1-1 1 0 0,0 0 0 0 0,-1 1 0 0 0,1-1 0 0 0,0 1 0 0 0,7-1 0 0 0,-9 3 6 0 0,0-1 1 0 0,-1 0-1 0 0,1 1 0 0 0,0-1 1 0 0,-1 1-1 0 0,1-1 1 0 0,-1 1-1 0 0,1 0 1 0 0,-1 0-1 0 0,0 0 1 0 0,1 0-1 0 0,-1 0 1 0 0,0 0-1 0 0,1 0 1 0 0,-1 0-1 0 0,0 0 1 0 0,0 0-1 0 0,0 1 0 0 0,1 1 1 0 0,20 35 241 0 0,-8-11-22 0 0,-6-17-246 0 0,1 1 0 0 0,0-1 0 0 0,1-1 0 0 0,13 11 0 0 0,-18-16-33 0 0,1 0 1 0 0,-1 0-1 0 0,1 0 0 0 0,0-1 0 0 0,0 0 1 0 0,0 0-1 0 0,1-1 0 0 0,-1 0 0 0 0,1 0 1 0 0,9 1-1 0 0,-14-3-15 0 0,1 0-1 0 0,-1-1 1 0 0,1 1 0 0 0,-1-1-1 0 0,0 1 1 0 0,1-1 0 0 0,-1 0-1 0 0,0 0 1 0 0,0-1 0 0 0,1 1-1 0 0,-1 0 1 0 0,0-1 0 0 0,3-2 0 0 0,30-28-261 0 0,-25 22 202 0 0,38-39-218 0 0,26-24 521 0 0,-73 73-145 0 0,0-1 1 0 0,0 0-1 0 0,0 1 0 0 0,0-1 1 0 0,0 1-1 0 0,0 0 0 0 0,0-1 1 0 0,0 1-1 0 0,0 0 1 0 0,0-1-1 0 0,0 1 0 0 0,0 0 1 0 0,1 0-1 0 0,-1 0 0 0 0,0 0 1 0 0,0 0-1 0 0,0 0 1 0 0,0 1-1 0 0,0-1 0 0 0,0 0 1 0 0,0 1-1 0 0,0-1 0 0 0,1 0 1 0 0,-1 1-1 0 0,0-1 1 0 0,-1 1-1 0 0,1 0 0 0 0,0-1 1 0 0,0 1-1 0 0,0 0 0 0 0,0-1 1 0 0,0 1-1 0 0,-1 0 1 0 0,2 1-1 0 0,31 41 1433 0 0,-16-20-1031 0 0,-4-8-927 0 0,-7-7-463 0 0,0-1 0 0 0,1 0 0 0 0,0-1 0 0 0,0 0 0 0 0,0 0-1 0 0,13 8 1 0 0</inkml:trace>
</inkml:ink>
</file>

<file path=ppt/ink/ink1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5.3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0 11058 0 0,'-1'1'219'0'0,"0"-1"0"0"0,1 1 0 0 0,-1-1 0 0 0,0 1 0 0 0,1 0 0 0 0,-1-1 0 0 0,1 1 0 0 0,-1 0 0 0 0,1-1 0 0 0,-1 1 0 0 0,1 0 0 0 0,-1 0 0 0 0,1 0 0 0 0,0-1 0 0 0,0 1 0 0 0,-1 0 0 0 0,1 0 0 0 0,0 0 0 0 0,0 0 0 0 0,0 0 0 0 0,0 0 0 0 0,0-1 0 0 0,0 1 0 0 0,0 0 0 0 0,0 0 0 0 0,0 1 0 0 0,2 34 2145 0 0,-2-28-1879 0 0,2 25 555 0 0,1 1 0 0 0,8 39-1 0 0,-6-54-1678 0 0,0 0-1 0 0,14 31 0 0 0</inkml:trace>
</inkml:ink>
</file>

<file path=ppt/ink/ink1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5.5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 1 14747 0 0,'-6'0'1312'0'0,"2"0"-1056"0"0,3 0-135 0 0,-1 0-33 0 0,1 1-8 0 0,-2-1 0 0 0,1 2-336 0 0,0-1-65 0 0,4 0-7 0 0,22 6-8 0 0,-13-3 440 0 0,0 1-8 0 0</inkml:trace>
</inkml:ink>
</file>

<file path=ppt/ink/ink1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6.5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273 34 920 0 0,'-3'-3'679'0'0,"-1"-1"0"0"0,1 1 0 0 0,-1 0 0 0 0,0 1 0 0 0,0-1 0 0 0,0 1 0 0 0,0-1-1 0 0,-1 1 1 0 0,1 1 0 0 0,-1-1 0 0 0,1 0 0 0 0,-1 1 0 0 0,1 0 0 0 0,-6 0 0 0 0,4 0-201 0 0,1 1 0 0 0,-1 0 0 0 0,0 1 0 0 0,0 0 0 0 0,1-1-1 0 0,-1 2 1 0 0,0-1 0 0 0,1 1 0 0 0,-1 0 0 0 0,-6 3 0 0 0,2 0-156 0 0,0 1 0 0 0,0 1 0 0 0,0 0 0 0 0,1 0 0 0 0,0 0-1 0 0,1 1 1 0 0,-1 1 0 0 0,2-1 0 0 0,-1 1 0 0 0,-10 18 0 0 0,14-20-260 0 0,0-1 0 0 0,0 1 0 0 0,1 0 0 0 0,1 0 0 0 0,-1 0 0 0 0,1 1 0 0 0,0-1 0 0 0,1 1 0 0 0,-1-1 0 0 0,1 1 0 0 0,1-1 0 0 0,0 1 0 0 0,0 0 0 0 0,0-1 0 0 0,1 1 0 0 0,0-1 0 0 0,3 11 0 0 0,-2-13-115 0 0,0 1 1 0 0,1-1 0 0 0,-1 0 0 0 0,1-1 0 0 0,0 1 0 0 0,0 0 0 0 0,0-1 0 0 0,1 1 0 0 0,0-1-1 0 0,0 0 1 0 0,0 0 0 0 0,0-1 0 0 0,0 1 0 0 0,1-1 0 0 0,0 0 0 0 0,0 0 0 0 0,0-1 0 0 0,0 1 0 0 0,0-1-1 0 0,0 0 1 0 0,0 0 0 0 0,1-1 0 0 0,-1 0 0 0 0,9 1 0 0 0,-2 0-253 0 0,0-2 0 0 0,1 0 1 0 0,-1 0-1 0 0,0-1 0 0 0,1-1 0 0 0,-1 0 0 0 0,0 0 1 0 0,0-1-1 0 0,0-1 0 0 0,20-9 0 0 0,-18 7-98 0 0,-1-1-1 0 0,-1 0 1 0 0,1-1-1 0 0,-1 0 1 0 0,-1-1-1 0 0,0 0 1 0 0,0-1-1 0 0,19-21 1 0 0,-26 25 552 0 0,-1-1 1 0 0,1 1 0 0 0,-1 0 0 0 0,0-1-1 0 0,-1 1 1 0 0,4-12 0 0 0,8-20 4627 0 0,-13 40-4578 0 0,1 0-1 0 0,-1 1 1 0 0,1-1 0 0 0,-1 1 0 0 0,0-1-1 0 0,0 1 1 0 0,0-1 0 0 0,0 1-1 0 0,0 0 1 0 0,-1-1 0 0 0,1 4-1 0 0,2 5 59 0 0,1-2-168 0 0,0-1 1 0 0,1 1 0 0 0,0-1 0 0 0,0 0-1 0 0,0-1 1 0 0,1 1 0 0 0,0-1 0 0 0,1 0-1 0 0,11 9 1 0 0,-13-12-99 0 0,1 1-1 0 0,-1-1 1 0 0,1 0-1 0 0,0-1 1 0 0,0 0-1 0 0,1 1 0 0 0,-1-2 1 0 0,1 1-1 0 0,0-1 1 0 0,-1 0-1 0 0,1-1 1 0 0,0 1-1 0 0,10 0 1 0 0,-16-2-8 0 0,0 0 1 0 0,0 0 0 0 0,-1 0-1 0 0,1 0 1 0 0,0-1-1 0 0,-1 1 1 0 0,1 0 0 0 0,0 0-1 0 0,-1 0 1 0 0,1 0 0 0 0,-1-1-1 0 0,1 1 1 0 0,0 0 0 0 0,-1-1-1 0 0,1 1 1 0 0,-1 0-1 0 0,1-1 1 0 0,-1 1 0 0 0,1-1-1 0 0,-1 1 1 0 0,1-1 0 0 0,-1 1-1 0 0,1-1 1 0 0,-1 1-1 0 0,0-1 1 0 0,1 1 0 0 0,-1-1-1 0 0,0 0 1 0 0,1 1 0 0 0,-1-1-1 0 0,0 1 1 0 0,0-1-1 0 0,0 0 1 0 0,1 1 0 0 0,-1-1-1 0 0,0 0 1 0 0,0 1 0 0 0,0-1-1 0 0,0 0 1 0 0,0 1-1 0 0,0-1 1 0 0,0 0 0 0 0,-1 1-1 0 0,1-1 1 0 0,0 0 0 0 0,0 1-1 0 0,0-1 1 0 0,-1 0 0 0 0,1 1-1 0 0,0-1 1 0 0,-1 1-1 0 0,0-2 1 0 0,-22-40-523 0 0,18 34 456 0 0,-18-33-196 0 0,15 25 6 0 0,-1 0 1 0 0,0 0 0 0 0,-1 1 0 0 0,-19-22 0 0 0,13 28-1673 0 0,33 9 152 0 0,49-11 1296 0 0,-51 8 865 0 0,0 0 1 0 0,0 1-1 0 0,0 0 1 0 0,0 2-1 0 0,17 0 0 0 0,-28 0-253 0 0,1 1 0 0 0,0 0-1 0 0,-1 0 1 0 0,1 1-1 0 0,-1-1 1 0 0,0 1 0 0 0,1 0-1 0 0,-1 0 1 0 0,0 0 0 0 0,0 1-1 0 0,0 0 1 0 0,-1-1-1 0 0,1 1 1 0 0,-1 1 0 0 0,1-1-1 0 0,-1 0 1 0 0,0 1 0 0 0,0 0-1 0 0,0-1 1 0 0,-1 1 0 0 0,3 4-1 0 0,5 18-10 0 0,-9-22-84 0 0,1 0 0 0 0,-1 0 0 0 0,1 1-1 0 0,0-1 1 0 0,0 0 0 0 0,0-1-1 0 0,0 1 1 0 0,1 0 0 0 0,-1 0-1 0 0,1-1 1 0 0,0 0 0 0 0,0 1 0 0 0,5 3-1 0 0,-6-7-17 0 0,0 0-1 0 0,0 0 0 0 0,-1 0 0 0 0,1 0 1 0 0,0 0-1 0 0,0 0 0 0 0,-1 0 1 0 0,1-1-1 0 0,0 1 0 0 0,0-1 0 0 0,-1 1 1 0 0,1-1-1 0 0,-1 0 0 0 0,1 0 1 0 0,0 0-1 0 0,-1 0 0 0 0,1 0 1 0 0,1-2-1 0 0,27-23 52 0 0,-28 25-47 0 0,26-28 196 0 0,-21 21-103 0 0,0 0 0 0 0,0 1 0 0 0,1-1 0 0 0,0 1 1 0 0,0 1-1 0 0,1 0 0 0 0,15-9 0 0 0,-24 15-80 0 0,1 0 1 0 0,0 0-1 0 0,-1 0 0 0 0,1-1 0 0 0,0 1 1 0 0,0 0-1 0 0,-1 0 0 0 0,1 0 0 0 0,0 0 0 0 0,-1 0 1 0 0,1 0-1 0 0,0 0 0 0 0,-1 1 0 0 0,1-1 1 0 0,0 0-1 0 0,-1 0 0 0 0,1 0 0 0 0,0 1 1 0 0,-1-1-1 0 0,1 0 0 0 0,0 1 0 0 0,-1-1 0 0 0,1 1 1 0 0,-1-1-1 0 0,1 0 0 0 0,-1 1 0 0 0,1-1 1 0 0,-1 1-1 0 0,1 0 0 0 0,-1-1 0 0 0,1 1 1 0 0,-1-1-1 0 0,0 1 0 0 0,1 0 0 0 0,-1 0 1 0 0,12 33 421 0 0,-3-7-397 0 0,-6-22-242 0 0,0-2 0 0 0,1 1 0 0 0,-1 0 0 0 0,1-1 1 0 0,0 0-1 0 0,0 1 0 0 0,1-2 0 0 0,6 5 0 0 0,4 1-1246 0 0</inkml:trace>
</inkml:ink>
</file>

<file path=ppt/ink/ink1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7.2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184 433 6449 0 0,'8'-15'516'0'0,"0"0"0"0"0,7-23 0 0 0,-14 33-207 0 0,1 1 0 0 0,-1-1 0 0 0,0 0 0 0 0,-1 0 0 0 0,1 0 0 0 0,-1 0 0 0 0,0 0 0 0 0,0 0 0 0 0,0 0 0 0 0,-1 0 0 0 0,0 0 0 0 0,-2-7 1 0 0,3 10-202 0 0,0 1 0 0 0,-1 0 1 0 0,1 0-1 0 0,-1 0 1 0 0,1 0-1 0 0,-1 0 1 0 0,1 0-1 0 0,-1 0 1 0 0,0 0-1 0 0,0 0 1 0 0,1 0-1 0 0,-1 0 1 0 0,0 0-1 0 0,0 1 0 0 0,0-1 1 0 0,0 0-1 0 0,0 0 1 0 0,0 1-1 0 0,0-1 1 0 0,0 1-1 0 0,0-1 1 0 0,-1 1-1 0 0,1-1 1 0 0,-2 1-1 0 0,0 0 42 0 0,1 0-1 0 0,-1 0 0 0 0,0 0 1 0 0,1 0-1 0 0,-1 1 1 0 0,1-1-1 0 0,-1 1 1 0 0,1 0-1 0 0,-1 0 1 0 0,-4 2-1 0 0,-3 3 286 0 0,-1 0 0 0 0,1 1 0 0 0,-17 15 1 0 0,23-19-352 0 0,-14 13 383 0 0,-29 32 0 0 0,43-44-452 0 0,1 0-1 0 0,0 1 0 0 0,0-1 0 0 0,0 0 1 0 0,0 1-1 0 0,1 0 0 0 0,-1 0 0 0 0,1 0 0 0 0,0 0 1 0 0,1 0-1 0 0,0 0 0 0 0,-1 0 0 0 0,1 1 1 0 0,0 7-1 0 0,1-11-47 0 0,0 0 0 0 0,0 0 1 0 0,0-1-1 0 0,1 1 0 0 0,-1 0 1 0 0,0-1-1 0 0,1 1 0 0 0,-1 0 1 0 0,1-1-1 0 0,0 1 0 0 0,-1 0 0 0 0,1-1 1 0 0,0 1-1 0 0,0-1 0 0 0,0 1 1 0 0,0-1-1 0 0,0 0 0 0 0,0 1 1 0 0,1-1-1 0 0,-1 0 0 0 0,0 0 0 0 0,1 0 1 0 0,-1 0-1 0 0,0 0 0 0 0,1 0 1 0 0,0 0-1 0 0,-1 0 0 0 0,1-1 1 0 0,-1 1-1 0 0,1-1 0 0 0,0 1 1 0 0,0-1-1 0 0,-1 1 0 0 0,1-1 0 0 0,0 0 1 0 0,-1 0-1 0 0,1 0 0 0 0,0 0 1 0 0,0 0-1 0 0,1-1 0 0 0,3 0-208 0 0,0 0 1 0 0,-1 0-1 0 0,0 0 0 0 0,1-1 0 0 0,-1 0 0 0 0,0 0 1 0 0,0-1-1 0 0,0 1 0 0 0,0-1 0 0 0,0 0 0 0 0,6-6 1 0 0,-2 1 56 0 0,-1-1 0 0 0,0-1 0 0 0,0 0 0 0 0,-1 0 0 0 0,0 0 0 0 0,-1-1 1 0 0,0 0-1 0 0,-1 0 0 0 0,0-1 0 0 0,-1 1 0 0 0,0-1 0 0 0,0 0 0 0 0,-2 0 1 0 0,1-1-1 0 0,-2 1 0 0 0,0 0 0 0 0,0-15 0 0 0,-2-8 907 0 0,-1-1 1 0 0,-3 1-1 0 0,0-1 0 0 0,-19-59 0 0 0,12 65 2203 0 0,11 30-2887 0 0,1 0 1 0 0,0 0-1 0 0,-3 1 1224 0 0,3-1-1224 0 0,0 0 0 0 0,0 0 1 0 0,0 0-1 0 0,0 1 1 0 0,0-1-1 0 0,0 0 1 0 0,0 0-1 0 0,0 0 1 0 0,0 0-1 0 0,0 0 1 0 0,0 0-1 0 0,-2 19 901 0 0,3 1-864 0 0,0 0 0 0 0,2-1 0 0 0,0 1 0 0 0,1-1 0 0 0,1 0-1 0 0,1 0 1 0 0,0-1 0 0 0,1 1 0 0 0,19 31 0 0 0,-12-27-85 0 0,1 0 0 0 0,1-1 1 0 0,1-1-1 0 0,1-1 0 0 0,1 0 0 0 0,34 27 1 0 0,-47-42-63 0 0,0-1 1 0 0,0 1 0 0 0,1-1-1 0 0,0-1 1 0 0,0 1-1 0 0,0-1 1 0 0,0 0 0 0 0,1-1-1 0 0,-1 0 1 0 0,1 0-1 0 0,-1 0 1 0 0,14 0 0 0 0,-17-2 34 0 0,0 0 1 0 0,0 0 0 0 0,0-1-1 0 0,0 1 1 0 0,0-1 0 0 0,0 0-1 0 0,0 0 1 0 0,0 0 0 0 0,0-1-1 0 0,-1 1 1 0 0,1-1 0 0 0,-1 0-1 0 0,1 0 1 0 0,-1 0 0 0 0,0-1-1 0 0,1 1 1 0 0,-1-1 0 0 0,0 0-1 0 0,-1 0 1 0 0,1 0 0 0 0,0 0-1 0 0,-1 0 1 0 0,0 0 0 0 0,0-1-1 0 0,4-6 1 0 0,5-18 194 0 0,15-27 399 0 0,-25 51-468 0 0,2 0 0 0 0,-1 1-1 0 0,0-1 1 0 0,1 1-1 0 0,0 0 1 0 0,0 0-1 0 0,-1 0 1 0 0,2 0 0 0 0,-1 0-1 0 0,0 1 1 0 0,5-3-1 0 0,-7 5-70 0 0,-1-1 0 0 0,1 1 0 0 0,0 0 0 0 0,0 0-1 0 0,-1 0 1 0 0,1 0 0 0 0,0 0 0 0 0,0 0 0 0 0,0 0 0 0 0,-1 0-1 0 0,1 0 1 0 0,0 0 0 0 0,0 0 0 0 0,-1 1 0 0 0,1-1 0 0 0,0 0-1 0 0,0 1 1 0 0,-1-1 0 0 0,1 0 0 0 0,0 1 0 0 0,-1-1-1 0 0,1 1 1 0 0,-1-1 0 0 0,1 1 0 0 0,0-1 0 0 0,-1 1 0 0 0,1-1-1 0 0,-1 1 1 0 0,1 0 0 0 0,-1-1 0 0 0,0 1 0 0 0,1 0 0 0 0,-1-1-1 0 0,0 1 1 0 0,1 1 0 0 0,13 32-31 0 0,-11-24 80 0 0,-1-5-75 0 0,0 0 0 0 0,0-1 0 0 0,0 1 0 0 0,1 0 0 0 0,-1-1 0 0 0,1 0 0 0 0,1 1 0 0 0,-1-1 0 0 0,0 0 0 0 0,1-1 1 0 0,0 1-1 0 0,0-1 0 0 0,0 1 0 0 0,0-1 0 0 0,6 3 0 0 0,-6-4-115 0 0,0-1 1 0 0,0 0-1 0 0,0 0 1 0 0,0 0-1 0 0,0 0 1 0 0,0-1-1 0 0,1 1 1 0 0,-1-1-1 0 0,0 0 0 0 0,0 0 1 0 0,0-1-1 0 0,0 1 1 0 0,1-1-1 0 0,-1 0 1 0 0,0 0-1 0 0,0 0 1 0 0,-1-1-1 0 0,1 1 0 0 0,6-4 1 0 0,33-26-476 0 0,2-2 381 0 0,-42 31 258 0 0,0 0 0 0 0,0 1 0 0 0,0-1 0 0 0,0 1-1 0 0,0 0 1 0 0,0 0 0 0 0,0 0 0 0 0,0 0-1 0 0,1 1 1 0 0,-1 0 0 0 0,0-1 0 0 0,7 1 0 0 0,-7 1-41 0 0,0 1 1 0 0,0-1-1 0 0,0 1 0 0 0,0-1 1 0 0,0 1-1 0 0,-1 0 1 0 0,1 0-1 0 0,0 0 1 0 0,-1 1-1 0 0,1-1 1 0 0,-1 1-1 0 0,0-1 1 0 0,0 1-1 0 0,0 0 1 0 0,3 5-1 0 0,9 11-1359 0 0,-5-11 123 0 0</inkml:trace>
</inkml:ink>
</file>

<file path=ppt/ink/ink1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7.5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113 19 6913 0 0,'0'0'193'0'0,"0"-1"0"0"0,0 0 0 0 0,0 1 0 0 0,0-1 0 0 0,0 1 0 0 0,0-1 0 0 0,0 0 0 0 0,0 1 0 0 0,0-1 0 0 0,0 1 0 0 0,0-1 0 0 0,0 0 0 0 0,0 1 0 0 0,0-1 0 0 0,0 1 0 0 0,-1-1 0 0 0,1 1 0 0 0,0-1 0 0 0,-1 0 0 0 0,1 1 0 0 0,0-1 0 0 0,-1 1 0 0 0,0-1 387 0 0,1 0-387 0 0,-1 1 0 0 0,1-1 0 0 0,-1 1 0 0 0,1 0 0 0 0,-1-1 0 0 0,1 1 0 0 0,-1 0 0 0 0,0 0 0 0 0,1-1 0 0 0,-1 1 0 0 0,1 0 0 0 0,-1 0 0 0 0,1 0 0 0 0,-1 0 0 0 0,0 0 0 0 0,1 0 0 0 0,-1 0 0 0 0,0 0 0 0 0,1 0 0 0 0,-1 0 0 0 0,1 0 0 0 0,-1 0 0 0 0,0 0 0 0 0,1 1 0 0 0,-1-1 0 0 0,1 0 0 0 0,-1 0 0 0 0,1 1 0 0 0,-1-1 0 0 0,1 0 0 0 0,-1 1 0 0 0,1-1 0 0 0,-2 1 386 0 0,1 0-386 0 0,-4 3 309 0 0,0-1 1 0 0,1 1 0 0 0,-1 0 0 0 0,1 0 0 0 0,-5 6 0 0 0,2-1-355 0 0,0 1 0 0 0,1 0 0 0 0,0 0-1 0 0,1 1 1 0 0,0 0 0 0 0,1 0 0 0 0,0 0 0 0 0,0 0 0 0 0,1 1-1 0 0,-1 12 1 0 0,3-19-232 0 0,1 0 0 0 0,0 0 0 0 0,0 0 0 0 0,0 0 0 0 0,1 0-1 0 0,0 0 1 0 0,0 0 0 0 0,0-1 0 0 0,0 1 0 0 0,1 0 0 0 0,3 7 0 0 0,-3-8-306 0 0,0-1 0 0 0,1 0 0 0 0,-1 0 0 0 0,1 0 0 0 0,0 0 1 0 0,0 0-1 0 0,0 0 0 0 0,0-1 0 0 0,0 1 0 0 0,1-1 0 0 0,-1 0 1 0 0,1 0-1 0 0,-1 0 0 0 0,1 0 0 0 0,0-1 0 0 0,4 2 0 0 0</inkml:trace>
</inkml:ink>
</file>

<file path=ppt/ink/ink1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7.7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2 148 10138 0 0,'2'-53'824'0'0,"-1"24"3028"0"0,-2-37 1 0 0,0 86-435 0 0,-1-11-3295 0 0,2 1-1 0 0,-1 0 1 0 0,2-1 0 0 0,1 16-1 0 0,3-7-66 0 0,2-1 1 0 0,0 1-1 0 0,1-2 0 0 0,1 1 0 0 0,0-1 1 0 0,1-1-1 0 0,13 16 0 0 0,-10-13-680 0 0,0 1 0 0 0,-1 0-1 0 0,-1 1 1 0 0,9 23 0 0 0</inkml:trace>
</inkml:ink>
</file>

<file path=ppt/ink/ink1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8.0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10 321 4609 0 0,'-2'-7'566'0'0,"0"0"0"0"0,0 0 0 0 0,1 0 0 0 0,0-1 0 0 0,0 1 0 0 0,1-1-1 0 0,0 1 1 0 0,0 0 0 0 0,1-1 0 0 0,-1 1 0 0 0,2 0 0 0 0,-1-1 0 0 0,1 1 0 0 0,0 0 0 0 0,1 0 0 0 0,-1 0 0 0 0,1 0 0 0 0,1 1 0 0 0,5-10 0 0 0,-5 10-456 0 0,1 0 0 0 0,-1 0 0 0 0,1 0 0 0 0,0 1 0 0 0,1 0 0 0 0,-1 0 0 0 0,1 0 1 0 0,10-6-1 0 0,-11 8-401 0 0,0 1-1 0 0,1-1 1 0 0,-1 1 0 0 0,0 0 0 0 0,1 0 0 0 0,-1 1 0 0 0,1 0 0 0 0,0 0 0 0 0,-1 0 0 0 0,1 0 0 0 0,10 1 0 0 0,5 2-1606 0 0,80 7-4043 0 0,-92-7 5752 0 0,0 0-1 0 0,0 0 0 0 0,0 1 1 0 0,0 0-1 0 0,0 1 0 0 0,0 0 1 0 0,-1 0-1 0 0,29 21 16323 0 0,-35-34-16094 0 0,1 0 0 0 0,-1 0 1 0 0,1 1-1 0 0,0-1 0 0 0,1 1 1 0 0,0 0-1 0 0,1 0 1 0 0,-1 0-1 0 0,1 0 0 0 0,1 1 1 0 0,0 0-1 0 0,0 0 0 0 0,0 1 1 0 0,15-12-1 0 0,15-7-2993 0 0</inkml:trace>
</inkml:ink>
</file>

<file path=ppt/ink/ink1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8.4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7 10594 0 0,'0'0'488'0'0,"0"21"1982"0"0,-2-13-1934 0 0,0-1-1 0 0,1 1 0 0 0,0-1 1 0 0,0 1-1 0 0,1 0 1 0 0,0-1-1 0 0,0 1 1 0 0,1 0-1 0 0,2 11 0 0 0,-3-17-515 0 0,1 0-1 0 0,0 1 0 0 0,0-1 0 0 0,0 0 0 0 0,1 1 1 0 0,-1-1-1 0 0,1 0 0 0 0,-1 0 0 0 0,1 0 0 0 0,-1 0 1 0 0,1 0-1 0 0,0-1 0 0 0,0 1 0 0 0,0 0 0 0 0,0-1 1 0 0,0 0-1 0 0,0 1 0 0 0,1-1 0 0 0,-1 0 0 0 0,0 0 1 0 0,1 0-1 0 0,-1 0 0 0 0,1-1 0 0 0,-1 1 0 0 0,1 0 1 0 0,-1-1-1 0 0,1 0 0 0 0,-1 0 0 0 0,1 0 1 0 0,-1 0-1 0 0,1 0 0 0 0,3-1 0 0 0,-4 1 8 0 0,0 0 1 0 0,0 0-1 0 0,0 0 0 0 0,0-1 0 0 0,0 1 1 0 0,0-1-1 0 0,0 1 0 0 0,0-1 0 0 0,0 0 1 0 0,-1 0-1 0 0,1 0 0 0 0,0 0 0 0 0,0 0 1 0 0,-1 0-1 0 0,1 0 0 0 0,-1-1 0 0 0,1 1 1 0 0,-1 0-1 0 0,1-1 0 0 0,-1 1 0 0 0,2-4 0 0 0,-1 2 51 0 0,-1 0-1 0 0,0 0 0 0 0,0 0 1 0 0,0 0-1 0 0,-1 0 0 0 0,1-1 0 0 0,-1 1 1 0 0,1 0-1 0 0,-1 0 0 0 0,0 0 0 0 0,0-1 1 0 0,-1-4-1 0 0,-1 1-252 0 0,1-1 0 0 0,-1 1 0 0 0,0 0 1 0 0,-1 0-1 0 0,-3-8 0 0 0,4 10-620 0 0,-1 0 1 0 0,1 1 0 0 0,-1-1-1 0 0,0 1 1 0 0,-1 0-1 0 0,-5-6 1 0 0</inkml:trace>
</inkml:ink>
</file>

<file path=ppt/ink/ink1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9.6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72 56 3225 0 0,'2'-4'666'0'0,"0"0"1"0"0,-1 0 0 0 0,1-1 0 0 0,-1 1-1 0 0,0 0 1 0 0,-1-1 0 0 0,1-6 0 0 0,0 11-516 0 0,-1-1 0 0 0,0 0 0 0 0,0 1 0 0 0,-1-1 0 0 0,1 0 0 0 0,0 1 0 0 0,0-1 0 0 0,0 0 0 0 0,0 1 1 0 0,0-1-1 0 0,-1 0 0 0 0,1 1 0 0 0,0-1 0 0 0,-1 1 0 0 0,1-1 0 0 0,0 0 0 0 0,-1 1 0 0 0,1-1 0 0 0,-1 1 1 0 0,1-1-1 0 0,-1 1 0 0 0,0-1 0 0 0,0 1 13 0 0,0-1 0 0 0,0 1 0 0 0,0 0 0 0 0,0 0 0 0 0,0 0 0 0 0,0 0 0 0 0,0 0 0 0 0,0 0 0 0 0,-1 0 0 0 0,1 1 0 0 0,0-1 0 0 0,0 0 0 0 0,0 0 0 0 0,0 1 0 0 0,0-1 0 0 0,0 1 0 0 0,0-1 0 0 0,1 1 0 0 0,-3 0 0 0 0,0 2 37 0 0,1-1 1 0 0,-1 1-1 0 0,0-1 1 0 0,1 1-1 0 0,-1 0 0 0 0,1 0 1 0 0,0 0-1 0 0,0 0 1 0 0,0 0-1 0 0,1 0 1 0 0,-1 1-1 0 0,1-1 0 0 0,-1 1 1 0 0,1-1-1 0 0,0 5 1 0 0,-12 61 520 0 0,10-53-545 0 0,1 1-24 0 0,0 0 0 0 0,1 1-1 0 0,0-1 1 0 0,1 0 0 0 0,6 33-1 0 0,-6-45-117 0 0,1 0-1 0 0,1 1 0 0 0,-1-1 0 0 0,1 0 0 0 0,0 0 0 0 0,0 0 1 0 0,0 0-1 0 0,1-1 0 0 0,0 1 0 0 0,-1-1 0 0 0,2 1 0 0 0,-1-1 1 0 0,0 0-1 0 0,1 0 0 0 0,0 0 0 0 0,0-1 0 0 0,0 1 0 0 0,1-1 1 0 0,-1 0-1 0 0,1 0 0 0 0,-1-1 0 0 0,1 1 0 0 0,6 1 1 0 0,-10-3-30 0 0,1-1 0 0 0,-1 1 1 0 0,0-1-1 0 0,1 1 1 0 0,-1-1-1 0 0,1 0 1 0 0,-1 0-1 0 0,1 0 0 0 0,-1 0 1 0 0,1 0-1 0 0,-1 0 1 0 0,0 0-1 0 0,1 0 1 0 0,-1 0-1 0 0,1-1 0 0 0,-1 1 1 0 0,1-1-1 0 0,-1 1 1 0 0,0-1-1 0 0,1 1 1 0 0,-1-1-1 0 0,0 0 1 0 0,0 1-1 0 0,1-1 0 0 0,-1 0 1 0 0,0 0-1 0 0,0 0 1 0 0,0 0-1 0 0,0 0 1 0 0,0 0-1 0 0,0-1 0 0 0,-1 1 1 0 0,1 0-1 0 0,0 0 1 0 0,0-1-1 0 0,-1 1 1 0 0,1 0-1 0 0,-1-1 1 0 0,1 1-1 0 0,-1-1 0 0 0,0 1 1 0 0,1 0-1 0 0,-1-1 1 0 0,0 1-1 0 0,0-4 1 0 0,0-3 36 0 0,1-1 0 0 0,-1 1 0 0 0,0-1 0 0 0,-1 1 0 0 0,0 0 0 0 0,-4-13 0 0 0,1 4-126 0 0,-1 1 1 0 0,-1-1-1 0 0,0 1 1 0 0,-1 1-1 0 0,-1-1 1 0 0,-1 1-1 0 0,0 1 1 0 0,-1 0-1 0 0,-19-22 1 0 0,21 29-963 0 0</inkml:trace>
</inkml:ink>
</file>

<file path=ppt/ink/ink1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0.1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5 121 3681 0 0,'-4'-14'13631'0'0,"19"11"-10873"0"0,27 10-2297 0 0,-37-5-338 0 0,1 0 0 0 0,-1 1 0 0 0,0 0 0 0 0,0 0 0 0 0,0 0 0 0 0,0 1 0 0 0,0-1-1 0 0,-1 1 1 0 0,1 0 0 0 0,-1 0 0 0 0,0 1 0 0 0,-1-1 0 0 0,1 1 0 0 0,-1 0 0 0 0,0 0 0 0 0,0 0 0 0 0,3 9 0 0 0,2 6-128 0 0,-2 0 0 0 0,0 1 1 0 0,4 33-1 0 0,2 7 194 0 0,-15-76-23 0 0,1-1 1 0 0,1 1-1 0 0,1 0 0 0 0,0-1 0 0 0,1 1 0 0 0,0 0 0 0 0,1-1 1 0 0,8-28-1 0 0,-2 17-703 0 0,1 1 1 0 0,1 0-1 0 0,1 0 1 0 0,18-30-1 0 0,-6 20-7299 0 0</inkml:trace>
</inkml:ink>
</file>

<file path=ppt/ink/ink1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1.5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108 15 12443 0 0,'0'-1'93'0'0,"0"1"0"0"0,-1-1 0 0 0,0 0-1 0 0,1 0 1 0 0,-1 0 0 0 0,0 0 0 0 0,1 0 0 0 0,-1 0 0 0 0,0 1 0 0 0,0-1 0 0 0,0 0 0 0 0,1 1 0 0 0,-1-1 0 0 0,0 1 0 0 0,0-1 0 0 0,0 1 0 0 0,0-1 0 0 0,0 1 0 0 0,0-1 0 0 0,0 1 0 0 0,0 0 0 0 0,0 0 0 0 0,-1-1 0 0 0,1 1 0 0 0,0 0 0 0 0,0 0 0 0 0,0 0 0 0 0,0 0-1 0 0,0 1 1 0 0,0-1 0 0 0,0 0 0 0 0,0 0 0 0 0,0 1 0 0 0,0-1 0 0 0,0 0 0 0 0,0 1 0 0 0,0-1 0 0 0,0 1 0 0 0,0-1 0 0 0,0 1 0 0 0,0 0 0 0 0,-1 0 0 0 0,-2 2 150 0 0,0-1 0 0 0,1 1 1 0 0,-1-1-1 0 0,1 1 0 0 0,-1 1 0 0 0,1-1 0 0 0,0 0 1 0 0,0 1-1 0 0,-4 6 0 0 0,2 3-35 0 0,-1 0-1 0 0,2 1 1 0 0,0 0 0 0 0,1 0 0 0 0,0 0-1 0 0,1 0 1 0 0,0 0 0 0 0,1 1-1 0 0,1-1 1 0 0,0 0 0 0 0,5 28-1 0 0,5 11 153 0 0,29 92-1 0 0,-34-128-315 0 0,60 182 27 0 0,-33-116-2763 0 0,-26-66-4379 0 0</inkml:trace>
</inkml:ink>
</file>

<file path=ppt/ink/ink1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1.6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8 3225 0 0,'12'-8'136'0'0</inkml:trace>
</inkml:ink>
</file>

<file path=ppt/ink/ink1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1.8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1 1 6305 0 0</inkml:trace>
</inkml:ink>
</file>

<file path=ppt/ink/ink1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1.8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8754 0 0,'2'2'499'0'0,"1"0"1"0"0,-1 0 0 0 0,0 0-1 0 0,1 1 1 0 0,-1-1-1 0 0,-1 0 1 0 0,1 1 0 0 0,0 0-1 0 0,0-1 1 0 0,-1 1-1 0 0,0 0 1 0 0,1 0-1 0 0,-1 0 1 0 0,0 0 0 0 0,0 0-1 0 0,0 3 1 0 0,10 56 2647 0 0,-10-51-2977 0 0,1 0-576 0 0,0 0 0 0 0,1 0 0 0 0,5 15 0 0 0</inkml:trace>
</inkml:ink>
</file>

<file path=ppt/ink/ink1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2.0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 8 11979 0 0,'0'0'130'0'0,"0"-1"1"0"0,-1 1 0 0 0,1-1-1 0 0,0 1 1 0 0,-1-1-1 0 0,1 1 1 0 0,-1-1 0 0 0,1 1-1 0 0,-1-1 1 0 0,1 1 0 0 0,-1 0-1 0 0,1-1 1 0 0,-1 1 0 0 0,1 0-1 0 0,-1-1 1 0 0,1 1 0 0 0,-1 0-1 0 0,0 0 1 0 0,1 0 0 0 0,-1-1-1 0 0,1 1 1 0 0,-1 0 0 0 0,0 0-1 0 0,1 0 1 0 0,-1 0-1 0 0,0 0 1 0 0,1 0 0 0 0,-1 0-1 0 0,0 0 1 0 0,1 1 0 0 0,-1-1-1 0 0,1 0 1 0 0,-1 0 0 0 0,0 0-1 0 0,1 1 1 0 0,-1-1 0 0 0,1 0-1 0 0,-1 1 1 0 0,1-1 0 0 0,-1 0-1 0 0,1 1 1 0 0,-1-1 0 0 0,1 1-1 0 0,-1-1 1 0 0,1 0 0 0 0,0 1-1 0 0,-1 0 1 0 0,1-1-1 0 0,0 1 1 0 0,-1-1 0 0 0,1 1-1 0 0,0-1 1 0 0,0 1 0 0 0,-1 0-1 0 0,1-1 1 0 0,0 1 0 0 0,0-1-1 0 0,0 1 1 0 0,0 0 0 0 0,0 0-1 0 0,0 1-481 0 0,1 1-1 0 0,0-1 1 0 0,0 1-1 0 0,0-1 1 0 0,0 0-1 0 0,0 0 1 0 0,1 1-1 0 0,-1-1 0 0 0,1 0 1 0 0,-1 0-1 0 0,1 0 1 0 0,3 3-1 0 0,-2-2-135 0 0,6 6-1337 0 0</inkml:trace>
</inkml:ink>
</file>

<file path=ppt/ink/ink1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2.4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7 199 10138 0 0,'-6'2'9412'0'0,"12"-4"-9317"0"0,1-1 1 0 0,-1 0 0 0 0,0 0 0 0 0,1 0 0 0 0,-1-1 0 0 0,-1 0 0 0 0,1-1 0 0 0,-1 1 0 0 0,10-11 0 0 0,-5 4-526 0 0,0 0-1 0 0,-1-1 1 0 0,14-22 0 0 0,-5-9-236 0 0,-17 41 644 0 0,0 1-1 0 0,-1-1 0 0 0,1 0 1 0 0,0 0-1 0 0,-1 0 0 0 0,0 0 1 0 0,1 0-1 0 0,-1 0 0 0 0,0 0 1 0 0,0 0-1 0 0,0 0 0 0 0,-1 0 1 0 0,1 0-1 0 0,0 0 0 0 0,-1 1 1 0 0,1-1-1 0 0,-1 0 0 0 0,1 0 1 0 0,-1 0-1 0 0,-2-3 0 0 0,2 5 15 0 0,1 0-1 0 0,-1 0 0 0 0,0-1 0 0 0,1 1 1 0 0,-1 0-1 0 0,0 0 0 0 0,0 0 0 0 0,1 0 1 0 0,-1 0-1 0 0,0 1 0 0 0,1-1 0 0 0,-1 0 1 0 0,0 0-1 0 0,1 0 0 0 0,-1 1 0 0 0,0-1 1 0 0,1 0-1 0 0,-1 1 0 0 0,0-1 0 0 0,1 0 1 0 0,-1 1-1 0 0,1-1 0 0 0,-1 1 0 0 0,1-1 1 0 0,-1 1-1 0 0,1-1 0 0 0,-1 1 0 0 0,1 0 1 0 0,-1-1-1 0 0,1 1 0 0 0,0-1 0 0 0,-1 2 0 0 0,-15 22 312 0 0,15-23-295 0 0,-4 7 72 0 0,1 0 0 0 0,0 0 0 0 0,0 1-1 0 0,0-1 1 0 0,1 1 0 0 0,1 0 0 0 0,-1-1 0 0 0,2 1 0 0 0,-1 0 0 0 0,0 17 0 0 0,2-22-70 0 0,1-1 1 0 0,-1 1 0 0 0,1 0-1 0 0,0-1 1 0 0,0 1-1 0 0,0-1 1 0 0,0 1-1 0 0,0-1 1 0 0,1 0 0 0 0,0 1-1 0 0,-1-1 1 0 0,1 0-1 0 0,1 0 1 0 0,-1 0-1 0 0,0 0 1 0 0,1-1 0 0 0,-1 1-1 0 0,1-1 1 0 0,0 1-1 0 0,0-1 1 0 0,0 0-1 0 0,0 0 1 0 0,0 0 0 0 0,0-1-1 0 0,1 1 1 0 0,-1-1-1 0 0,1 0 1 0 0,-1 0-1 0 0,6 2 1 0 0,8 0-1349 0 0,0-2-4946 0 0</inkml:trace>
</inkml:ink>
</file>

<file path=ppt/ink/ink1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2.6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43 7 14283 0 0,'-1'0'61'0'0,"1"-1"1"0"0,0 1-1 0 0,0-1 0 0 0,-1 1 0 0 0,1 0 1 0 0,0-1-1 0 0,0 1 0 0 0,-1 0 1 0 0,1-1-1 0 0,-1 1 0 0 0,1 0 0 0 0,0-1 1 0 0,-1 1-1 0 0,1 0 0 0 0,-1 0 1 0 0,1-1-1 0 0,0 1 0 0 0,-1 0 0 0 0,1 0 1 0 0,-1 0-1 0 0,1 0 0 0 0,-1-1 1 0 0,1 1-1 0 0,-1 0 0 0 0,1 0 0 0 0,-1 0 1 0 0,1 0-1 0 0,-1 0 0 0 0,1 0 1 0 0,-1 0-1 0 0,1 1 0 0 0,-1-1 0 0 0,1 0 1 0 0,-1 0-1 0 0,1 0 0 0 0,0 0 1 0 0,-1 1-1 0 0,-7 18 1622 0 0,5-9-1134 0 0,-1 7 49 0 0,0-1 1 0 0,1 1-1 0 0,1-1 0 0 0,0 1 1 0 0,1 0-1 0 0,2 17 0 0 0,1-12-796 0 0,0-1-1 0 0,2 0 0 0 0,0-1 1 0 0,2 1-1 0 0,0-1 1 0 0,1 0-1 0 0,16 31 0 0 0,-12-31-7481 0 0</inkml:trace>
</inkml:ink>
</file>

<file path=ppt/ink/ink1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3.1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173 374 6913 0 0,'-3'-6'28'0'0,"1"0"541"0"0,-2 0 1 0 0,1 0-1 0 0,-1 0 1 0 0,0 0-1 0 0,-6-7 1 0 0,9 12-313 0 0,-1-1-1 0 0,0 1 1 0 0,1-1 0 0 0,-1 1 0 0 0,0 0 0 0 0,0 0 0 0 0,0 0-1 0 0,0 0 1 0 0,0 0 0 0 0,0 0 0 0 0,0 1 0 0 0,0-1 0 0 0,0 1-1 0 0,0-1 1 0 0,0 1 0 0 0,0 0 0 0 0,-1 0 0 0 0,1 0 0 0 0,0 0-1 0 0,0 0 1 0 0,0 0 0 0 0,-3 2 0 0 0,-1 0 24 0 0,0 0 1 0 0,1 1 0 0 0,-1-1 0 0 0,1 1-1 0 0,0 1 1 0 0,0-1 0 0 0,0 1-1 0 0,0 0 1 0 0,1 0 0 0 0,0 0-1 0 0,-1 1 1 0 0,1 0 0 0 0,1 0-1 0 0,-1 0 1 0 0,1 0 0 0 0,0 0-1 0 0,0 0 1 0 0,-2 8 0 0 0,3-10-233 0 0,1 1 1 0 0,-1 0-1 0 0,1 0 1 0 0,0 0-1 0 0,1 0 1 0 0,-1 0-1 0 0,1 1 1 0 0,-1-1 0 0 0,1 0-1 0 0,0 0 1 0 0,1 0-1 0 0,0 6 1 0 0,0-7-72 0 0,0-1-1 0 0,0 1 1 0 0,0-1 0 0 0,0 1 0 0 0,1-1 0 0 0,-1 1 0 0 0,0-1 0 0 0,1 0 0 0 0,0 0 0 0 0,0 1 0 0 0,0-1 0 0 0,0-1 0 0 0,0 1 0 0 0,0 0 0 0 0,0 0 0 0 0,0-1 0 0 0,1 1-1 0 0,-1-1 1 0 0,6 2 0 0 0,-3-1-159 0 0,-1-1-1 0 0,1 0 1 0 0,0 0 0 0 0,0-1-1 0 0,0 1 1 0 0,0-1-1 0 0,0 0 1 0 0,0 0-1 0 0,0-1 1 0 0,0 0 0 0 0,0 1-1 0 0,0-2 1 0 0,0 1-1 0 0,0-1 1 0 0,0 1-1 0 0,-1-1 1 0 0,1 0-1 0 0,-1-1 1 0 0,0 1 0 0 0,5-4-1 0 0,12-9-1576 0 0,-1 0 0 0 0,31-30 0 0 0,-42 36 1031 0 0,1-1 41 0 0,0 0-1 0 0,0 0 1 0 0,-1-1 0 0 0,-1 0 0 0 0,0-1-1 0 0,10-17 1 0 0,-14 18 576 0 0,0 1 0 0 0,0-1 0 0 0,-1 0 0 0 0,0 0 0 0 0,-1 0 0 0 0,0 0-1 0 0,-1 0 1 0 0,0-18 0 0 0,-1 12 871 0 0,0 0 1 0 0,-1 0-1 0 0,-1 0 0 0 0,-1 0 0 0 0,-1 0 0 0 0,0 1 0 0 0,-12-31 1 0 0,16 46-511 0 0,-1 0 0 0 0,0-1 0 0 0,1 1 0 0 0,-1-1 0 0 0,0 1 0 0 0,0 0 0 0 0,0 0-1 0 0,0-1 1 0 0,0 1 0 0 0,0 0 0 0 0,0 0 0 0 0,-1 0 0 0 0,1 0 0 0 0,0 0 0 0 0,0 0 0 0 0,-1 1 0 0 0,-1-2 0 0 0,2 2-88 0 0,0 0-1 0 0,1 0 1 0 0,-1 0-1 0 0,0 0 0 0 0,0 0 1 0 0,1 1-1 0 0,-1-1 1 0 0,0 0-1 0 0,0 0 1 0 0,1 0-1 0 0,-1 1 0 0 0,0-1 1 0 0,1 0-1 0 0,-1 1 1 0 0,0-1-1 0 0,1 1 1 0 0,-1-1-1 0 0,0 1 0 0 0,1-1 1 0 0,-1 1-1 0 0,1-1 1 0 0,-1 1-1 0 0,1 0 0 0 0,-1 0 1 0 0,-2 4 91 0 0,1-1 1 0 0,0 1-1 0 0,0 0 0 0 0,0 0 1 0 0,0 0-1 0 0,1 0 1 0 0,-1 0-1 0 0,0 9 0 0 0,1 14-112 0 0,0-1-1 0 0,2 1 0 0 0,1 0 1 0 0,1 0-1 0 0,2 0 1 0 0,0-1-1 0 0,14 38 0 0 0,-7-31-326 0 0,1-2-1 0 0,2 1 0 0 0,1-2 1 0 0,2 0-1 0 0,31 42 1 0 0,-29-47-214 0 0</inkml:trace>
</inkml:ink>
</file>

<file path=ppt/ink/ink1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3.6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0 290 15203 0 0,'37'-27'4995'0'0,"-21"14"-4631"0"0,-10 8-350 0 0,13-9 42 0 0,0-2 0 0 0,0 0 0 0 0,27-32-1 0 0,-42 43-46 0 0,0-1 0 0 0,0 1 0 0 0,-1-1-1 0 0,1 0 1 0 0,-2 0 0 0 0,1 0-1 0 0,0 0 1 0 0,1-8 0 0 0,-4 10-7 0 0,1 1 0 0 0,0-1 0 0 0,-1 0 0 0 0,0 0 0 0 0,0 0 0 0 0,0 0 0 0 0,-1 0 0 0 0,1 0 0 0 0,-1 0 0 0 0,0 0 0 0 0,0 0 0 0 0,0 1 0 0 0,-1-1 0 0 0,-3-6 0 0 0,5 8-10 0 0,-1 0-1 0 0,0 1 0 0 0,-1-1 1 0 0,1 0-1 0 0,0 1 0 0 0,0-1 1 0 0,-1 1-1 0 0,1 0 0 0 0,-1-1 1 0 0,1 1-1 0 0,-1 0 0 0 0,1 0 1 0 0,-1 0-1 0 0,0 0 0 0 0,0 0 1 0 0,1 0-1 0 0,-1 0 0 0 0,0 1 1 0 0,0-1-1 0 0,0 1 0 0 0,0-1 1 0 0,0 1-1 0 0,0 0 0 0 0,0 0 1 0 0,0 0-1 0 0,0 0 0 0 0,0 0 1 0 0,1 0-1 0 0,-1 1 0 0 0,0-1 1 0 0,0 0-1 0 0,0 1 0 0 0,0 0 1 0 0,0-1-1 0 0,-2 2 0 0 0,-1 1-15 0 0,0-1 0 0 0,1 1 0 0 0,-1-1 0 0 0,1 1 0 0 0,0 1 0 0 0,0-1 0 0 0,0 0 0 0 0,0 1 0 0 0,1 0 0 0 0,-1 0 0 0 0,1 0 0 0 0,-3 5 0 0 0,1 1 17 0 0,0 0 0 0 0,1 0 0 0 0,0 1 0 0 0,0 0-1 0 0,1-1 1 0 0,1 1 0 0 0,0 0 0 0 0,0 0 0 0 0,1 0-1 0 0,0 0 1 0 0,1 1 0 0 0,1-1 0 0 0,-1 0 0 0 0,2 0 0 0 0,2 12-1 0 0,-2-16-17 0 0,0 0 0 0 0,1 0 0 0 0,0 0 0 0 0,0 0 0 0 0,0-1 0 0 0,1 1 0 0 0,0-1 0 0 0,0 0 0 0 0,0 0 0 0 0,1-1 0 0 0,0 1 0 0 0,0-1 0 0 0,1 0 0 0 0,-1 0 0 0 0,1-1 0 0 0,0 0 0 0 0,0 0 0 0 0,1 0 0 0 0,-1 0 0 0 0,1-1 0 0 0,0-1 0 0 0,-1 1 0 0 0,1-1 0 0 0,8 2 0 0 0,-8-3-211 0 0,0 0 1 0 0,0 0-1 0 0,1-1 0 0 0,-1 0 0 0 0,0 0 0 0 0,0-1 1 0 0,0 0-1 0 0,0 0 0 0 0,0-1 0 0 0,-1 0 1 0 0,1 0-1 0 0,0 0 0 0 0,-1-1 0 0 0,11-5 0 0 0,12-9 200 0 0</inkml:trace>
</inkml:ink>
</file>

<file path=ppt/ink/ink1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3.8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132 28 11522 0 0,'-1'-2'242'0'0,"-1"0"0"0"0,1 0 0 0 0,-1 0-1 0 0,0 0 1 0 0,1 0 0 0 0,-1 1 0 0 0,0-1-1 0 0,0 0 1 0 0,0 1 0 0 0,0 0 0 0 0,0-1-1 0 0,-1 1 1 0 0,1 0 0 0 0,0 0 0 0 0,-1 0-1 0 0,1 0 1 0 0,0 1 0 0 0,-1-1-1 0 0,1 1 1 0 0,-1-1 0 0 0,1 1 0 0 0,-1 0-1 0 0,1 0 1 0 0,-1 0 0 0 0,1 0 0 0 0,-1 1-1 0 0,1-1 1 0 0,-1 1 0 0 0,1-1 0 0 0,-1 1-1 0 0,1 0 1 0 0,0 0 0 0 0,-1 0-1 0 0,1 0 1 0 0,0 0 0 0 0,0 0 0 0 0,-4 4-1 0 0,2-1-131 0 0,0 1 0 0 0,0 0-1 0 0,0 0 1 0 0,0 0-1 0 0,1 0 1 0 0,0 1-1 0 0,0-1 1 0 0,0 1-1 0 0,1 0 1 0 0,0 0 0 0 0,0 0-1 0 0,0 0 1 0 0,1 0-1 0 0,0 0 1 0 0,0 0-1 0 0,0 9 1 0 0,1 8 74 0 0,0 0 1 0 0,1 1-1 0 0,5 24 1 0 0,-2-27-164 0 0,1 0 1 0 0,1 0-1 0 0,1 0 0 0 0,15 33 0 0 0,48 71 243 0 0,-4-7-7617 0 0,-55-95 333 0 0</inkml:trace>
</inkml:ink>
</file>

<file path=ppt/ink/ink1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3.9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7 233 7282 0 0,'-2'-3'118'0'0,"1"-1"1"0"0,0 1 0 0 0,0-1 0 0 0,1 1 0 0 0,-1-1-1 0 0,1 1 1 0 0,0-1 0 0 0,0-6 0 0 0,1 7 349 0 0,0 0 0 0 0,0 0 0 0 0,0 0 0 0 0,1 0 0 0 0,-1 0 0 0 0,1 0 0 0 0,0 1-1 0 0,0-1 1 0 0,-1 0 0 0 0,2 1 0 0 0,-1 0 0 0 0,0-1 0 0 0,0 1 0 0 0,1 0 0 0 0,3-2 0 0 0,28-21-241 0 0,0 2 0 0 0,43-21 0 0 0,-10 6-1780 0 0,-33 18 1254 0 0</inkml:trace>
</inkml:ink>
</file>

<file path=ppt/ink/ink1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4.2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156 4 11979 0 0,'-3'0'171'0'0,"1"-1"1"0"0,-1 0 0 0 0,0 1 0 0 0,1-1 0 0 0,-1 1 0 0 0,0 0 0 0 0,0 0 0 0 0,1 0 0 0 0,-1 0 0 0 0,0 0 0 0 0,1 1-1 0 0,-1-1 1 0 0,0 1 0 0 0,1 0 0 0 0,-1 0 0 0 0,1 0 0 0 0,-4 1 0 0 0,1 1 174 0 0,-1 1 0 0 0,1 0 0 0 0,0-1 0 0 0,0 1-1 0 0,0 1 1 0 0,0-1 0 0 0,-4 7 0 0 0,1-2 113 0 0,2 0-1 0 0,-1 1 1 0 0,1-1-1 0 0,0 2 1 0 0,1-1 0 0 0,0 0-1 0 0,1 1 1 0 0,-4 13-1 0 0,7-13-329 0 0,-1-1 0 0 0,1 1 0 0 0,1 0 0 0 0,0 0-1 0 0,1 0 1 0 0,0-1 0 0 0,0 1 0 0 0,1 0 0 0 0,0-1-1 0 0,1 1 1 0 0,1-1 0 0 0,8 19 0 0 0,6 5-237 0 0,1 0-1 0 0,31 40 1 0 0,15 26-1604 0 0,-54-78 383 0 0</inkml:trace>
</inkml:ink>
</file>

<file path=ppt/ink/ink1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4.3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115 284 456 0 0,'-31'-23'89'0'0,"-13"-23"7058"0"0,38 39-5721 0 0,1 0 1 0 0,0-1 0 0 0,1 0 0 0 0,0 1-1 0 0,-4-10 1 0 0,0-22 1176 0 0,9 36-2444 0 0,-1-1 0 0 0,0 1 0 0 0,1-1 0 0 0,-1 0 0 0 0,1 1 0 0 0,0 0 0 0 0,1-1 0 0 0,-1 1 0 0 0,0-1 0 0 0,1 1 0 0 0,0 0 0 0 0,0 0 0 0 0,0 0 0 0 0,0 0 0 0 0,0 0 0 0 0,0 1 0 0 0,1-1 0 0 0,-1 1 0 0 0,1-1 0 0 0,0 1 0 0 0,0 0 0 0 0,4-3 0 0 0,7-3-216 0 0,0 1 1 0 0,0 0-1 0 0,26-8 0 0 0,-36 14 47 0 0,25-10-308 0 0</inkml:trace>
</inkml:ink>
</file>

<file path=ppt/ink/ink1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4.6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1 214 4865 0 0,'0'1'24'0'0,"0"0"0"0"0,0-1 0 0 0,0 1 0 0 0,0 0 0 0 0,0 0 0 0 0,0-1-1 0 0,0 1 1 0 0,0 0 0 0 0,1-1 0 0 0,-1 1 0 0 0,0 0 0 0 0,0-1 0 0 0,1 1 0 0 0,-1 0 0 0 0,0-1 0 0 0,1 1 0 0 0,-1-1 0 0 0,1 1 0 0 0,-1 0-1 0 0,1-1 1 0 0,-1 1 0 0 0,1-1 0 0 0,-1 0 0 0 0,1 1 0 0 0,0-1 0 0 0,-1 1 0 0 0,1-1 0 0 0,0 0 0 0 0,0 1 0 0 0,1-1 142 0 0,1 1 0 0 0,-1-1 0 0 0,0 0 0 0 0,0 0 1 0 0,1 0-1 0 0,-1 0 0 0 0,0 0 0 0 0,0 0 0 0 0,5-2 1 0 0,1 0 496 0 0,0-1 1 0 0,0 1 0 0 0,0-2 0 0 0,11-6 0 0 0,-9 3-233 0 0,-1 0 0 0 0,0-1 0 0 0,0 0 0 0 0,-1 0 0 0 0,0-1 0 0 0,0 0-1 0 0,7-12 1 0 0,-12 16-374 0 0,0 1 0 0 0,0-2-1 0 0,0 1 1 0 0,0 0-1 0 0,-1 0 1 0 0,0-1-1 0 0,0 1 1 0 0,0-1-1 0 0,-1 0 1 0 0,0 1-1 0 0,0-1 1 0 0,0 0-1 0 0,-1 0 1 0 0,0 0-1 0 0,0 0 1 0 0,-1-7 0 0 0,0 11 7 0 0,1 0 1 0 0,-1 0 0 0 0,1 1 0 0 0,-1-1 0 0 0,1 0 0 0 0,-1 1 0 0 0,0-1-1 0 0,0 0 1 0 0,0 1 0 0 0,0 0 0 0 0,0-1 0 0 0,0 1 0 0 0,0-1 0 0 0,-1 1-1 0 0,1 0 1 0 0,-3-2 0 0 0,3 2 42 0 0,0 1-1 0 0,0-1 1 0 0,0 1 0 0 0,0 0-1 0 0,-1-1 1 0 0,1 1 0 0 0,0 0-1 0 0,0 0 1 0 0,0 0 0 0 0,0 0-1 0 0,0 0 1 0 0,-1 0 0 0 0,1 0-1 0 0,0 0 1 0 0,0 1 0 0 0,0-1-1 0 0,0 0 1 0 0,0 1 0 0 0,-2 0-1 0 0,0 0 33 0 0,1 0-1 0 0,0 1 0 0 0,0-1 1 0 0,0 1-1 0 0,-1 0 1 0 0,2 0-1 0 0,-1 0 0 0 0,0 0 1 0 0,0 0-1 0 0,1 0 0 0 0,-1 0 1 0 0,1 0-1 0 0,-1 1 1 0 0,1-1-1 0 0,0 1 0 0 0,0-1 1 0 0,0 1-1 0 0,1-1 0 0 0,-1 1 1 0 0,0-1-1 0 0,1 4 1 0 0,0-2-115 0 0,0-1 0 0 0,0 1 0 0 0,0-1 0 0 0,1 1 0 0 0,-1-1 0 0 0,1 0 1 0 0,0 1-1 0 0,0-1 0 0 0,0 0 0 0 0,1 0 0 0 0,-1 0 0 0 0,1 1 0 0 0,-1-2 0 0 0,1 1 1 0 0,0 0-1 0 0,0 0 0 0 0,4 3 0 0 0,2 1-477 0 0,0 0-1 0 0,0 0 1 0 0,1-1 0 0 0,12 8-1 0 0,-1-3-986 0 0</inkml:trace>
</inkml:ink>
</file>

<file path=ppt/ink/ink1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5.13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248 338 4777 0 0,'-7'-3'541'0'0,"0"0"0"0"0,-1 1 0 0 0,1 1-1 0 0,-1-1 1 0 0,1 1 0 0 0,-1 0 0 0 0,1 1 0 0 0,-1-1 0 0 0,0 2-1 0 0,1-1 1 0 0,-13 3 0 0 0,9-1 260 0 0,1 0 1 0 0,0 1-1 0 0,1 0 0 0 0,-1 0 1 0 0,0 1-1 0 0,1 0 0 0 0,0 1 0 0 0,-11 7 1 0 0,16-9-646 0 0,0 0 1 0 0,0 1 0 0 0,1-1 0 0 0,-1 1 0 0 0,1 0 0 0 0,0 0 0 0 0,0 1-1 0 0,0-1 1 0 0,1 1 0 0 0,-1-1 0 0 0,1 1 0 0 0,0 0 0 0 0,1 0 0 0 0,-1 0-1 0 0,1 0 1 0 0,0 0 0 0 0,0 0 0 0 0,0 10 0 0 0,1-12-152 0 0,0 0-1 0 0,0 0 1 0 0,1 0 0 0 0,-1 0 0 0 0,1 0-1 0 0,0 0 1 0 0,0 0 0 0 0,0 0 0 0 0,0-1-1 0 0,0 1 1 0 0,1 0 0 0 0,-1 0-1 0 0,1-1 1 0 0,-1 1 0 0 0,1-1 0 0 0,0 0-1 0 0,0 1 1 0 0,0-1 0 0 0,1 0 0 0 0,-1 0-1 0 0,1 0 1 0 0,-1 0 0 0 0,1-1 0 0 0,-1 1-1 0 0,1-1 1 0 0,0 1 0 0 0,0-1 0 0 0,-1 0-1 0 0,1 0 1 0 0,0 0 0 0 0,0-1 0 0 0,5 1-1 0 0,1 1-115 0 0,1-1 0 0 0,-1-1 0 0 0,1 0 0 0 0,0 0 0 0 0,15-3 0 0 0,-13 1-581 0 0,0-1-1 0 0,0-1 0 0 0,0 0 1 0 0,-1 0-1 0 0,0-1 0 0 0,0 0 1 0 0,0-1-1 0 0,0-1 0 0 0,-1 0 1 0 0,0 0-1 0 0,0-1 0 0 0,-1 0 1 0 0,0 0-1 0 0,-1-1 0 0 0,10-12 1 0 0,-13 13 394 0 0,0 0 0 0 0,0 0 0 0 0,0-1 0 0 0,-1 1 0 0 0,0-1 0 0 0,-1 0 0 0 0,3-11 0 0 0,23-130 3631 0 0,-23 102 376 0 0,0-56 1 0 0,-6 103-3591 0 0,-2-23 1694 0 0,2 23-1718 0 0,0 1 0 0 0,0-1 1 0 0,0 1-1 0 0,0-1 1 0 0,0 1-1 0 0,0-1 1 0 0,0 0-1 0 0,0 1 1 0 0,0-1-1 0 0,0 1 0 0 0,0-1 1 0 0,-1 1-1 0 0,1-1 1 0 0,0 1-1 0 0,0-1 1 0 0,-1 1-1 0 0,1-1 1 0 0,0 1-1 0 0,-1-1 0 0 0,1 1 1 0 0,-1-1-1 0 0,1 1 1 0 0,0 0-1 0 0,-1-1 1 0 0,1 1-1 0 0,-1 0 1 0 0,1-1-1 0 0,-1 1 0 0 0,1 0 1 0 0,-1 0-1 0 0,1-1 1 0 0,-1 1-1 0 0,0 0 1 0 0,0 0-69 0 0,0 1 1 0 0,1 0 0 0 0,-1-1-1 0 0,1 1 1 0 0,-1 0-1 0 0,0-1 1 0 0,1 1 0 0 0,0 0-1 0 0,-1-1 1 0 0,1 1 0 0 0,-1 0-1 0 0,1 0 1 0 0,0 0-1 0 0,0 0 1 0 0,-1-1 0 0 0,1 1-1 0 0,0 0 1 0 0,0 0 0 0 0,0 0-1 0 0,0 0 1 0 0,0 0-1 0 0,0 0 1 0 0,0 27-141 0 0,0-22 79 0 0,1 8 128 0 0,0-1 0 0 0,0 0-1 0 0,1 0 1 0 0,1 0 0 0 0,0 0 0 0 0,1-1 0 0 0,0 1 0 0 0,1-1 0 0 0,12 23-1 0 0,3-3 42 0 0,1-1-1 0 0,29 31 0 0 0,22 32-3409 0 0</inkml:trace>
</inkml:ink>
</file>

<file path=ppt/ink/ink1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5.3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87 17972 0 0,'-3'-2'287'0'0,"0"0"-20"0"0,1 0 1 0 0,-1 0-1 0 0,1 1 1 0 0,-1-2-1 0 0,1 1 0 0 0,0 0 1 0 0,0 0-1 0 0,-3-5 1 0 0,4 7-239 0 0,1-1 1 0 0,0 1-1 0 0,0 0 0 0 0,0-1 1 0 0,0 1-1 0 0,0-1 1 0 0,0 1-1 0 0,0 0 1 0 0,0-1-1 0 0,0 1 1 0 0,0-1-1 0 0,0 1 1 0 0,0 0-1 0 0,0-1 1 0 0,0 1-1 0 0,0-1 0 0 0,0 1 1 0 0,1 0-1 0 0,-1-1 1 0 0,0 1-1 0 0,0 0 1 0 0,0-1-1 0 0,1 1 1 0 0,-1 0-1 0 0,0-1 1 0 0,1 1-1 0 0,18-11 571 0 0,14 1-1566 0 0,57-9-1 0 0,-61 14 915 0 0,8-2 36 0 0</inkml:trace>
</inkml:ink>
</file>

<file path=ppt/ink/ink1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5.8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1 100 4145 0 0,'7'-17'436'0'0,"-4"11"-577"0"0,-1 0-1 0 0,1 0 1 0 0,-1 0 0 0 0,0 0 0 0 0,1-10-1 0 0,-25-20 11165 0 0,30 49-6816 0 0,4 8-3662 0 0,0 0 0 0 0,-2 1 0 0 0,-1 1 1 0 0,0 0-1 0 0,-2 0 0 0 0,8 42 1 0 0,9 153 327 0 0,-3-10-3043 0 0,-15-178-5558 0 0</inkml:trace>
</inkml:ink>
</file>

<file path=ppt/ink/ink1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6.0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3 193 9674 0 0,'0'-2'135'0'0,"-1"1"-1"0"0,1-1 0 0 0,-1 1 1 0 0,1-1-1 0 0,0 1 1 0 0,0-1-1 0 0,0 1 1 0 0,0-1-1 0 0,0 1 1 0 0,0-1-1 0 0,0 1 0 0 0,0-1 1 0 0,1 1-1 0 0,-1-1 1 0 0,1 1-1 0 0,-1-1 1 0 0,1 1-1 0 0,1-3 1 0 0,15-28 1309 0 0,-15 30-1329 0 0,4-8 196 0 0,1 1 0 0 0,0 1 0 0 0,0-1 0 0 0,1 1 0 0 0,1 0 0 0 0,-1 1 0 0 0,1 0 0 0 0,0 1-1 0 0,1-1 1 0 0,16-7 0 0 0,-13 8-578 0 0,1 0 0 0 0,0 1 0 0 0,0 1 0 0 0,0 0 0 0 0,1 1 0 0 0,-1 0 1 0 0,27 0-1 0 0,-15 2-5212 0 0</inkml:trace>
</inkml:ink>
</file>

<file path=ppt/ink/ink1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6.3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4 173 920 0 0,'-3'-8'4621'0'0,"3"8"-4511"0"0,11-10 3520 0 0,16-4 403 0 0,-21 11-3810 0 0,1 1 1 0 0,0 0 0 0 0,0 1 0 0 0,0 0-1 0 0,0 0 1 0 0,0 0 0 0 0,0 1 0 0 0,0 0 0 0 0,0 0-1 0 0,0 1 1 0 0,0 0 0 0 0,0 0 0 0 0,-1 1-1 0 0,1 0 1 0 0,0 0 0 0 0,-1 0 0 0 0,1 1 0 0 0,-1 0-1 0 0,0 0 1 0 0,0 1 0 0 0,0 0 0 0 0,0 0 0 0 0,9 9-1 0 0,-7-7 44 0 0,-1 1 0 0 0,-1-1-1 0 0,0 2 1 0 0,0-1 0 0 0,0 1 0 0 0,-1 0-1 0 0,0 0 1 0 0,0 0 0 0 0,-1 1-1 0 0,0-1 1 0 0,-1 1 0 0 0,0 0-1 0 0,0 0 1 0 0,-1 1 0 0 0,0-1 0 0 0,-1 0-1 0 0,1 10 1 0 0,-16-63-10 0 0,14 28-356 0 0,0 0 0 0 0,1-1-1 0 0,0 1 1 0 0,1 0-1 0 0,1 0 1 0 0,1 0 0 0 0,0 0-1 0 0,1 0 1 0 0,1 1-1 0 0,0 0 1 0 0,1 0 0 0 0,1 0-1 0 0,0 1 1 0 0,1 0 0 0 0,1 1-1 0 0,12-15 1 0 0,-8 14-950 0 0</inkml:trace>
</inkml:ink>
</file>

<file path=ppt/ink/ink1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7.0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126 8 10138 0 0,'-2'-1'227'0'0,"0"0"0"0"0,0 0-1 0 0,0 0 1 0 0,0 0 0 0 0,-1 0-1 0 0,1 1 1 0 0,0-1 0 0 0,0 1-1 0 0,0 0 1 0 0,-1-1 0 0 0,1 1-1 0 0,0 0 1 0 0,0 0 0 0 0,0 0-1 0 0,-4 1 1 0 0,3 0 27 0 0,0 1 0 0 0,1-1 0 0 0,-1 1 0 0 0,1-1 0 0 0,0 1 0 0 0,-1 0 0 0 0,1 0 0 0 0,0 0 1 0 0,0 0-1 0 0,0 0 0 0 0,0 0 0 0 0,-2 4 0 0 0,-3 5 140 0 0,0 0 1 0 0,0 1 0 0 0,1 0-1 0 0,0 0 1 0 0,1 1 0 0 0,0 0-1 0 0,-5 24 1 0 0,9-32-345 0 0,0 1 0 0 0,1-1 1 0 0,0 0-1 0 0,-1 1 0 0 0,2-1 0 0 0,-1 0 1 0 0,1 1-1 0 0,0-1 0 0 0,0 0 0 0 0,2 6 1 0 0,-2-8-46 0 0,0 0 1 0 0,1 0 0 0 0,0 0 0 0 0,-1 0 0 0 0,1-1 0 0 0,0 1 0 0 0,0 0-1 0 0,1-1 1 0 0,-1 0 0 0 0,0 0 0 0 0,1 1 0 0 0,-1-1 0 0 0,1-1 0 0 0,0 1 0 0 0,0 0-1 0 0,-1-1 1 0 0,7 3 0 0 0,-7-3-55 0 0,0-1 0 0 0,0 1 0 0 0,0-1 0 0 0,0 1-1 0 0,-1-1 1 0 0,1 0 0 0 0,0 0 0 0 0,0 0 0 0 0,0 0 0 0 0,0 0 0 0 0,0 0-1 0 0,0 0 1 0 0,0-1 0 0 0,0 1 0 0 0,-1-1 0 0 0,1 1 0 0 0,0-1 0 0 0,0 0 0 0 0,-1 1-1 0 0,1-1 1 0 0,0 0 0 0 0,-1 0 0 0 0,1-1 0 0 0,-1 1 0 0 0,1 0 0 0 0,-1 0-1 0 0,1-1 1 0 0,-1 1 0 0 0,0-1 0 0 0,0 1 0 0 0,0-1 0 0 0,2-2 0 0 0,3-6-190 0 0,-1-1 1 0 0,0 0 0 0 0,-1 0 0 0 0,5-16 0 0 0,2-4 262 0 0,-11 29 27 0 0,1 0 0 0 0,0 0 0 0 0,0 0 0 0 0,1 0 0 0 0,-1 0 0 0 0,0 1 0 0 0,1-1 0 0 0,-1 0 1 0 0,1 1-1 0 0,2-3 0 0 0,-3 3-10 0 0,0 1 0 0 0,-1 0 0 0 0,1-1 1 0 0,0 1-1 0 0,-1 0 0 0 0,1 0 0 0 0,0-1 0 0 0,0 1 0 0 0,-1 0 1 0 0,1 0-1 0 0,0 0 0 0 0,0 0 0 0 0,-1 0 0 0 0,1 0 1 0 0,0 0-1 0 0,0 0 0 0 0,0 0 0 0 0,-1 1 0 0 0,1-1 1 0 0,0 0-1 0 0,0 1 0 0 0,3 2 185 0 0,1-1 1 0 0,-1 2-1 0 0,-1-1 1 0 0,1 0-1 0 0,-1 1 1 0 0,1 0-1 0 0,4 6 1 0 0,-5-5-204 0 0,0-1 0 0 0,1 0 0 0 0,0 0-1 0 0,0 0 1 0 0,0-1 0 0 0,6 5 0 0 0,-4-5-147 0 0,-1 0 0 0 0,1-1 0 0 0,-1 0 0 0 0,1 0 0 0 0,0 0-1 0 0,0-1 1 0 0,0 0 0 0 0,0 0 0 0 0,0-1 0 0 0,0 1 0 0 0,7-2 0 0 0,-9 1 48 0 0,0-1 1 0 0,-1 0-1 0 0,1 0 1 0 0,0 0-1 0 0,-1 0 1 0 0,1-1-1 0 0,-1 0 1 0 0,1 1 0 0 0,-1-1-1 0 0,0-1 1 0 0,0 1-1 0 0,0 0 1 0 0,0-1-1 0 0,0 1 1 0 0,0-1-1 0 0,-1 0 1 0 0,1 0-1 0 0,2-4 1 0 0,5-8 85 0 0,0 0 43 0 0,0 0 1 0 0,22-23 0 0 0,-29 36-43 0 0,-1-1-1 0 0,1 0 0 0 0,0 1 1 0 0,0 0-1 0 0,0-1 1 0 0,0 1-1 0 0,0 0 0 0 0,0 1 1 0 0,1-1-1 0 0,-1 1 0 0 0,1-1 1 0 0,-1 1-1 0 0,1 0 0 0 0,-1 0 1 0 0,1 0-1 0 0,0 1 1 0 0,0 0-1 0 0,-1-1 0 0 0,6 1 1 0 0,-7 1 24 0 0,-1-1 1 0 0,1 1 0 0 0,-1 0-1 0 0,1-1 1 0 0,0 1-1 0 0,-1 0 1 0 0,1 0 0 0 0,-1 0-1 0 0,0 0 1 0 0,1 0 0 0 0,-1 0-1 0 0,0 1 1 0 0,0-1-1 0 0,0 0 1 0 0,1 1 0 0 0,-1-1-1 0 0,-1 1 1 0 0,1-1-1 0 0,1 3 1 0 0,15 38 1123 0 0,-4-9-632 0 0,-13-32-526 0 0,1 1 0 0 0,0-1 0 0 0,-1 1 1 0 0,1-1-1 0 0,0 0 0 0 0,0 1 0 0 0,0-1 0 0 0,0 0 1 0 0,1 0-1 0 0,-1 0 0 0 0,0 1 0 0 0,0-1 1 0 0,1-1-1 0 0,-1 1 0 0 0,1 0 0 0 0,-1 0 1 0 0,0 0-1 0 0,1-1 0 0 0,0 1 0 0 0,-1-1 1 0 0,1 1-1 0 0,-1-1 0 0 0,1 0 0 0 0,0 1 0 0 0,-1-1 1 0 0,1 0-1 0 0,-1 0 0 0 0,1 0 0 0 0,0 0 1 0 0,-1-1-1 0 0,1 1 0 0 0,0 0 0 0 0,-1-1 1 0 0,1 1-1 0 0,-1-1 0 0 0,1 1 0 0 0,-1-1 1 0 0,3-1-1 0 0,5-4 16 0 0,-1-1-1 0 0,1 1 1 0 0,-2-1 0 0 0,1-1 0 0 0,8-9 0 0 0,8-8 36 0 0,-17 19 24 0 0,1 0 0 0 0,0 1 0 0 0,0 0 0 0 0,0 0 0 0 0,1 0 0 0 0,0 1-1 0 0,13-4 1 0 0,-19 7-52 0 0,0 0 0 0 0,0 1-1 0 0,0-1 1 0 0,0 1 0 0 0,0-1-1 0 0,0 1 1 0 0,1 0-1 0 0,-1 0 1 0 0,0 1 0 0 0,0-1-1 0 0,0 1 1 0 0,0-1 0 0 0,0 1-1 0 0,0 0 1 0 0,0 0 0 0 0,0 0-1 0 0,0 1 1 0 0,-1-1-1 0 0,1 1 1 0 0,0-1 0 0 0,-1 1-1 0 0,1 0 1 0 0,-1 0 0 0 0,1 0-1 0 0,-1 1 1 0 0,4 3 0 0 0,25 32-2498 0 0</inkml:trace>
</inkml:ink>
</file>

<file path=ppt/ink/ink1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7.4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194 0 10594 0 0,'-8'2'634'0'0,"0"1"0"0"0,0 0 0 0 0,0 0 0 0 0,0 1 0 0 0,0 0 0 0 0,-12 9 0 0 0,-43 36 1806 0 0,45-35-2068 0 0,14-11-243 0 0,0 1 0 0 0,-1 0 0 0 0,1 0 1 0 0,0 0-1 0 0,1 0 0 0 0,-1 1 0 0 0,1-1 0 0 0,0 1 0 0 0,0 0 1 0 0,-2 5-1 0 0,4-8-114 0 0,1 0 0 0 0,-1 0 0 0 0,1 0 0 0 0,0 0 1 0 0,-1 0-1 0 0,1 0 0 0 0,0 0 0 0 0,0 0 0 0 0,1 0 1 0 0,-1 0-1 0 0,0 0 0 0 0,1-1 0 0 0,-1 1 0 0 0,1 0 1 0 0,-1 0-1 0 0,1 0 0 0 0,0 0 0 0 0,0-1 0 0 0,0 1 1 0 0,0 0-1 0 0,0-1 0 0 0,0 1 0 0 0,0-1 0 0 0,1 1 1 0 0,-1-1-1 0 0,1 0 0 0 0,-1 1 0 0 0,1-1 0 0 0,-1 0 1 0 0,1 0-1 0 0,3 2 0 0 0,11 5-185 0 0,0 1-1 0 0,28 9 1 0 0,-24-11 20 0 0,33 19-1 0 0,-47-23 140 0 0,-1 0-1 0 0,0 0 1 0 0,0 1-1 0 0,-1 0 0 0 0,1 0 1 0 0,-1 0-1 0 0,0 1 1 0 0,0-1-1 0 0,0 1 1 0 0,5 10-1 0 0,-8-14 10 0 0,-1 1 0 0 0,1-1 0 0 0,0 1 1 0 0,-1 0-1 0 0,1-1 0 0 0,-1 1 0 0 0,0 0 0 0 0,1-1 0 0 0,-1 1 0 0 0,0 0 0 0 0,0 0 1 0 0,0-1-1 0 0,-1 1 0 0 0,1 0 0 0 0,0-1 0 0 0,0 1 0 0 0,-1 0 0 0 0,1-1 1 0 0,-2 3-1 0 0,0 0-17 0 0,0 0-1 0 0,0-1 1 0 0,-1 1 0 0 0,1-1 0 0 0,-1 0 0 0 0,1 0 0 0 0,-7 5 0 0 0,-2 1-112 0 0,0-1 1 0 0,-1 0-1 0 0,-21 11 1 0 0,-9-2-2091 0 0</inkml:trace>
</inkml:ink>
</file>

<file path=ppt/ink/ink1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7.6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 13827 0 0,'1'0'107'0'0,"-1"-1"0"0"0,1 1-1 0 0,0-1 1 0 0,-1 1 0 0 0,1 0 0 0 0,0-1 0 0 0,0 1 0 0 0,-1 0-1 0 0,1-1 1 0 0,0 1 0 0 0,0 0 0 0 0,0 0 0 0 0,-1 0-1 0 0,1 0 1 0 0,0 0 0 0 0,0 0 0 0 0,0 0 0 0 0,-1 0 0 0 0,1 0-1 0 0,0 0 1 0 0,0 0 0 0 0,0 0 0 0 0,-1 1 0 0 0,1-1 0 0 0,0 0-1 0 0,0 1 1 0 0,-1-1 0 0 0,1 0 0 0 0,1 2 0 0 0,0 0 184 0 0,0 0 0 0 0,1 0 1 0 0,-1 1-1 0 0,0-1 0 0 0,-1 0 0 0 0,1 1 1 0 0,0 0-1 0 0,1 3 0 0 0,2 5 412 0 0,0 1 0 0 0,-1-1 0 0 0,4 18 0 0 0,8 32-2075 0 0</inkml:trace>
</inkml:ink>
</file>

<file path=ppt/ink/ink1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7.7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13 11979 0 0,'-2'-7'528'0'0,"-1"4"112"0"0,1 2-512 0 0,1 0-128 0 0,0 1 0 0 0,-1 0 0 0 0,2 1 128 0 0,-2 0-8 0 0,-1 2 0 0 0,0 3 0 0 0,0-1-672 0 0,2 2-136 0 0,2 0-24 0 0,3 1-9 0 0,3 0 593 0 0,2-1 128 0 0</inkml:trace>
</inkml:ink>
</file>

<file path=ppt/ink/ink1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8.1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141 3 10594 0 0,'-6'-3'4551'0'0,"6"4"-4474"0"0,-15 10 2772 0 0,-15 20-437 0 0,28-29-2243 0 0,-11 12 260 0 0,3-3-222 0 0,0-1-1 0 0,0 1 1 0 0,1 1-1 0 0,1 0 1 0 0,-12 21-1 0 0,19-30-212 0 0,0 0 0 0 0,0 0 0 0 0,0 0 0 0 0,0 0 0 0 0,0 0 0 0 0,1 1 0 0 0,-1-1 0 0 0,1 0 0 0 0,0 0 0 0 0,0 1 0 0 0,0-1 0 0 0,0 0 0 0 0,1 1 0 0 0,-1-1 0 0 0,1 0 0 0 0,0 0 0 0 0,0 0-1 0 0,0 0 1 0 0,0 0 0 0 0,1 0 0 0 0,-1 0 0 0 0,1 0 0 0 0,0 0 0 0 0,0 0 0 0 0,0-1 0 0 0,0 1 0 0 0,0-1 0 0 0,0 0 0 0 0,1 1 0 0 0,4 2 0 0 0,50 32-128 0 0,-49-33 111 0 0,1 0 1 0 0,-1 1-1 0 0,0 0 0 0 0,0 0 0 0 0,-1 1 0 0 0,1 0 1 0 0,-1 1-1 0 0,-1 0 0 0 0,1 0 0 0 0,7 12 1 0 0,-13-18-14 0 0,0 0 1 0 0,-1 0 0 0 0,1 0-1 0 0,-1 1 1 0 0,1-1-1 0 0,-1 0 1 0 0,0 0 0 0 0,0 1-1 0 0,1-1 1 0 0,-1 0 0 0 0,0 1-1 0 0,0-1 1 0 0,0 0-1 0 0,0 1 1 0 0,-1-1 0 0 0,1 0-1 0 0,0 0 1 0 0,0 1 0 0 0,-1-1-1 0 0,1 0 1 0 0,-1 0-1 0 0,0 2 1 0 0,-1-1-150 0 0,1 1 0 0 0,-1-1-1 0 0,0 0 1 0 0,0 1 0 0 0,0-1 0 0 0,-1 0-1 0 0,1 0 1 0 0,0-1 0 0 0,-4 3-1 0 0,-4 2-473 0 0,0-1 0 0 0,0-1 0 0 0,0 0-1 0 0,-13 3 1 0 0,6-2-604 0 0</inkml:trace>
</inkml:ink>
</file>

<file path=ppt/ink/ink1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8.4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28 9218 0 0,'9'-27'13723'0'0,"-9"27"-13589"0"0,0 0-45 0 0,0 0-45 0 0,4 19 457 0 0,-2 83-93 0 0,-2-66-230 0 0,7 66 0 0 0,-5-89-186 0 0,1-1 0 0 0,0 1-1 0 0,1 0 1 0 0,1-1 0 0 0,0 0 0 0 0,0 0 0 0 0,1 0 0 0 0,14 19 0 0 0,22 18-760 0 0,-21-31-5526 0 0</inkml:trace>
</inkml:ink>
</file>

<file path=ppt/ink/ink1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9.0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10 163 8754 0 0,'-1'0'67'0'0,"1"0"-1"0"0,-1-1 1 0 0,0 1 0 0 0,1-1 0 0 0,-1 0-1 0 0,0 1 1 0 0,1-1 0 0 0,-1 0 0 0 0,1 1-1 0 0,-1-1 1 0 0,1 0 0 0 0,-1 1 0 0 0,1-1 0 0 0,0 0-1 0 0,-1 0 1 0 0,1 0 0 0 0,0 1 0 0 0,0-1-1 0 0,-1 0 1 0 0,1 0 0 0 0,0 0 0 0 0,0 0-1 0 0,0 1 1 0 0,0-1 0 0 0,0-2 0 0 0,1 1 91 0 0,-1 0 1 0 0,1 0 0 0 0,0 0 0 0 0,0 0 0 0 0,0 0 0 0 0,0 0-1 0 0,0 0 1 0 0,0 1 0 0 0,0-1 0 0 0,2-2 0 0 0,1 0 150 0 0,0-1 0 0 0,1 1 1 0 0,-1 0-1 0 0,1 1 0 0 0,-1-1 1 0 0,1 1-1 0 0,7-3 0 0 0,39-13 661 0 0,75-17 0 0 0,-48 15-64 0 0,-75 20-806 0 0,3-1 194 0 0,-1 1-1 0 0,1-1 1 0 0,0 1 0 0 0,0 0 0 0 0,0 0 0 0 0,0 1 0 0 0,0 0 0 0 0,9 0 0 0 0,-15 4-108 0 0,0 0-1 0 0,-1-1 1 0 0,1 1 0 0 0,-1-1 0 0 0,1 1 0 0 0,-1 0 0 0 0,0-1-1 0 0,-2 4 1 0 0,-1 10 269 0 0,3-12-467 0 0,1 0 0 0 0,0 1 1 0 0,1-1-1 0 0,-1 1 0 0 0,1-1 0 0 0,0 0 1 0 0,0 0-1 0 0,1 1 0 0 0,-1-1 1 0 0,1 0-1 0 0,0 0 0 0 0,1 0 0 0 0,3 5 1 0 0,-4-6 0 0 0,0-1 1 0 0,1 1 0 0 0,-1-1-1 0 0,1 0 1 0 0,0 0 0 0 0,-1 0 0 0 0,1-1-1 0 0,1 1 1 0 0,-1-1 0 0 0,0 1-1 0 0,1-1 1 0 0,-1 0 0 0 0,1-1-1 0 0,-1 1 1 0 0,1 0 0 0 0,0-1-1 0 0,0 0 1 0 0,6 1 0 0 0,-10-2 6 0 0,1 0 0 0 0,0 0 0 0 0,-1 0 0 0 0,1 0 1 0 0,0 0-1 0 0,-1 0 0 0 0,1 0 0 0 0,-1 0 0 0 0,1-1 0 0 0,-1 1 1 0 0,1 0-1 0 0,0 0 0 0 0,-1-1 0 0 0,1 1 0 0 0,-1 0 1 0 0,1-1-1 0 0,-1 1 0 0 0,1-1 0 0 0,-1 1 0 0 0,0 0 0 0 0,1-1 1 0 0,-1 1-1 0 0,1-1 0 0 0,-1 1 0 0 0,0-1 0 0 0,0 0 1 0 0,1 1-1 0 0,-1-1 0 0 0,0 1 0 0 0,0-1 0 0 0,1 1 0 0 0,-1-1 1 0 0,0 0-1 0 0,0 1 0 0 0,0-1 0 0 0,0 0 0 0 0,0 1 0 0 0,0-1 1 0 0,0 1-1 0 0,0-2 0 0 0,-3-34-218 0 0,0 17 153 0 0,4 15 65 0 0,1 0 1 0 0,-1 0 0 0 0,1 0 0 0 0,-1 0-1 0 0,1 0 1 0 0,0 0 0 0 0,1 0-1 0 0,-1 0 1 0 0,0 1 0 0 0,1-1 0 0 0,0 1-1 0 0,0 0 1 0 0,0 0 0 0 0,0 0 0 0 0,1 0-1 0 0,-1 1 1 0 0,1-1 0 0 0,0 1-1 0 0,-1 0 1 0 0,1 0 0 0 0,7-3 0 0 0,2-1-9 0 0,1 1 0 0 0,0 0 0 0 0,0 1 0 0 0,0 1 0 0 0,18-3 0 0 0,-26 5 1 0 0,0 1 0 0 0,0 0 0 0 0,1 0 0 0 0,-1 0 0 0 0,0 1 1 0 0,0 0-1 0 0,-1 0 0 0 0,1 0 0 0 0,0 1 0 0 0,0 0 0 0 0,7 4 1 0 0,1 2-11 0 0,-1 0 0 0 0,0 1 0 0 0,12 10 1 0 0,-1-1 105 0 0,-18-81 1859 0 0,-5 48-3498 0 0</inkml:trace>
</inkml:ink>
</file>

<file path=ppt/ink/ink1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9.17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0 17052 0 0,'-2'9'752'0'0,"1"-7"160"0"0,0 3-728 0 0,-1-3-184 0 0,2 0 0 0 0,-1-2 0 0 0</inkml:trace>
</inkml:ink>
</file>

<file path=ppt/ink/ink1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28.30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122 274 3681 0 0,'-4'-1'153'0'0,"1"0"-1"0"0,-1 0 1 0 0,0 0 0 0 0,1 0 0 0 0,-1 0-1 0 0,0 1 1 0 0,0 0 0 0 0,0 0 0 0 0,0 0-1 0 0,1 0 1 0 0,-1 0 0 0 0,0 1 0 0 0,-6 1-1 0 0,4 0-60 0 0,0-1-1 0 0,0 1 0 0 0,0 0 1 0 0,0 0-1 0 0,0 0 0 0 0,1 1 1 0 0,-1 0-1 0 0,-5 4 0 0 0,11-7-87 0 0,0 0 0 0 0,-1 0 0 0 0,1 1 0 0 0,0-1 0 0 0,0 0 0 0 0,-1 0 0 0 0,1 0-1 0 0,0 1 1 0 0,-1-1 0 0 0,1 0 0 0 0,0 0 0 0 0,0 1 0 0 0,0-1 0 0 0,-1 0 0 0 0,1 1-1 0 0,0-1 1 0 0,0 0 0 0 0,0 0 0 0 0,0 1 0 0 0,0-1 0 0 0,0 0 0 0 0,-1 1 0 0 0,1-1-1 0 0,0 0 1 0 0,0 1 0 0 0,0-1 0 0 0,0 0 0 0 0,0 1 0 0 0,0-1 0 0 0,0 1 0 0 0,0-1-1 0 0,0 0 1 0 0,1 1 0 0 0,-1-1 0 0 0,0 1 0 0 0,14 4-12 0 0,30-2 124 0 0,-34-3 137 0 0,136 15 3147 0 0,-91-8-2688 0 0,0-2 0 0 0,80-3 1 0 0,101-37-833 0 0,-56 5-339 0 0,-1 11 1814 0 0,180 3 0 0 0,-118 8-245 0 0,37 0-709 0 0,69 1-479 0 0,-149-1 239 0 0,156-21 1040 0 0,-105 6 198 0 0,289-28 60 0 0,235-11-1248 0 0,-334 37-19 0 0,-217 8-23 0 0,228 13 1 0 0,367 20-42 0 0,-563-12 188 0 0,62-2 128 0 0,-288-4-424 0 0,0 2 0 0 0,0 1 1 0 0,0 1-1 0 0,44 10 0 0 0,-52-11 274 0 0,-19-2-291 0 0,0 1 0 0 0,0 0 0 0 0,0 0-1 0 0,0-1 1 0 0,0 1 0 0 0,-1 0-1 0 0,1 0 1 0 0,0 0 0 0 0,0 0 0 0 0,0 0-1 0 0,0 0 1 0 0,0 0 0 0 0,0 1-1 0 0,0-1 1 0 0,0 0 0 0 0,0 0-1 0 0,0 1 1 0 0,-1-1 0 0 0,1 0 0 0 0,0 1-1 0 0,0-1 1 0 0,0 1 0 0 0,-1-1-1 0 0,1 1 1 0 0,0 0 0 0 0,0-1 0 0 0,-1 1-1 0 0,1 0 1 0 0,-1-1 0 0 0,1 1-1 0 0,-1 0 1 0 0,1 0 0 0 0,-1 0-1 0 0,1-1 1 0 0,-1 1 0 0 0,1 0 0 0 0,-1 0-1 0 0,0 0 1 0 0,0 0 0 0 0,1 0-1 0 0,-1 0 1 0 0,0 0 0 0 0,0 1 0 0 0,11 60 82 0 0,27 88 0 0 0,-1-5-2 0 0,-32-125-83 0 0,129 655 53 0 0,-123-610-43 0 0,-3-9-10 0 0,3-1 1 0 0,24 73-1 0 0,-23-97 0 0 0,-2 1 0 0 0,-1 0 0 0 0,-1 1 0 0 0,-2 0 0 0 0,-1 0 0 0 0,-2 0 0 0 0,-1 0 0 0 0,-2 0 0 0 0,-6 57 0 0 0,6-86 11 0 0,-1 0-1 0 0,0 0 1 0 0,-1-1-1 0 0,1 1 1 0 0,-1 0 0 0 0,0-1-1 0 0,0 1 1 0 0,0-1 0 0 0,0 0-1 0 0,0 1 1 0 0,-1-1 0 0 0,1 0-1 0 0,-1 0 1 0 0,0-1-1 0 0,0 1 1 0 0,0-1 0 0 0,0 1-1 0 0,-1-1 1 0 0,1 0 0 0 0,-1 0-1 0 0,1 0 1 0 0,-1-1-1 0 0,0 1 1 0 0,-3 0 0 0 0,-12 3 80 0 0,1-1 1 0 0,-1 0-1 0 0,-36 1 1 0 0,24-3-60 0 0,-107 6 34 0 0,-221-15 0 0 0,298 4-62 0 0,-202 9-4 0 0,69 1 0 0 0,-267-14 4 0 0,294 3 56 0 0,-192 4 5 0 0,145 2-66 0 0,-23 6 113 0 0,31-1-131 0 0,-141 6 57 0 0,58-2-89 0 0,174-7 92 0 0,-247-3-93 0 0,-210-19-1 0 0,477 14 30 0 0,8 2 45 0 0,1-4 0 0 0,0-4-1 0 0,-91-22 1 0 0,60 7-19 0 0,-154-13 0 0 0,158 24 124 0 0,-640-32 391 0 0,650 43-513 0 0,-507 7 275 0 0,552 1-280 0 0,40-3 0 0 0,0 0 0 0 0,0-1 0 0 0,-1-1 0 0 0,-35-4 0 0 0,49 2-532 0 0,-1 0 0 0 0,1-1-1 0 0,-1 0 1 0 0,1 0 0 0 0,0-1-1 0 0,0 1 1 0 0,0-1 0 0 0,1 0-1 0 0,-1 0 1 0 0,1-1 0 0 0,0 1-1 0 0,0-1 1 0 0,1 0 0 0 0,-1 0-1 0 0,1 0 1 0 0,0-1 0 0 0,0 1-1 0 0,1-1 1 0 0,0 0 0 0 0,0 1-1 0 0,0-1 1 0 0,1 0 0 0 0,-2-8-1 0 0,2-1-4190 0 0</inkml:trace>
</inkml:ink>
</file>

<file path=ppt/ink/ink1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28.83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175 9 1840 0 0,'-5'-2'435'0'0,"0"1"0"0"0,0 0 1 0 0,0 0-1 0 0,0 0 0 0 0,-1 0 0 0 0,1 1 0 0 0,0 0 0 0 0,0 0 0 0 0,-6 1 0 0 0,-24-1 1728 0 0,32-1-1620 0 0,-1 0 0 0 0,1 1 1 0 0,0 0-1 0 0,-1 0 0 0 0,1 0 1 0 0,-1 0-1 0 0,1 0 0 0 0,0 1 1 0 0,-1-1-1 0 0,1 1 0 0 0,0 0 0 0 0,-1 0 1 0 0,-4 3-1 0 0,7-3-211 0 0,-1 0 1 0 0,1 0-1 0 0,-1 1 0 0 0,1-1 1 0 0,0 0-1 0 0,-1 1 0 0 0,1-1 0 0 0,0 1 1 0 0,0-1-1 0 0,0 1 0 0 0,0 0 1 0 0,-1 3-1 0 0,-3 19-254 0 0,-1 41 46 0 0,3 1 1 0 0,4-1-1 0 0,10 85 1 0 0,45 189-10 0 0,-12-96 343 0 0,-37-167-100 0 0,-5-49 72 0 0,0 0-1 0 0,8 28 1 0 0,-3-49-38 0 0,-6-6-398 0 0,-1 0-1 0 0,1 1 1 0 0,-1-1-1 0 0,0 0 1 0 0,1 0-1 0 0,-1 0 1 0 0,1 1 0 0 0,-1-1-1 0 0,1 0 1 0 0,-1 1-1 0 0,0-1 1 0 0,1 0 0 0 0,-1 1-1 0 0,0-1 1 0 0,1 0-1 0 0,-1 1 1 0 0,0-1 0 0 0,0 1-1 0 0,1-1 1 0 0,-1 0-1 0 0,0 1 1 0 0,0-1 0 0 0,0 1-1 0 0,1-1 1 0 0,-1 1-1 0 0,0-1 1 0 0,0 1-1 0 0,0-1 1 0 0,0 1 0 0 0</inkml:trace>
</inkml:ink>
</file>

<file path=ppt/ink/ink1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34.22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159 211 6913 0 0,'-31'-4'610'0'0,"-1"2"-1"0"0,-56 4 1 0 0,81 0 669 0 0,12 0-911 0 0,15-1-359 0 0,149-41 129 0 0,-7 1 820 0 0,2 6 264 0 0,305-48 76 0 0,-327 69-1073 0 0,1 6 0 0 0,-1 6 1 0 0,180 24-1 0 0,-285-21 306 0 0,55-3-1 0 0,-35-2-215 0 0,-56 3-279 0 0,0-1 0 0 0,0 0 0 0 0,0 0 0 0 0,-1 0-1 0 0,1 0 1 0 0,0 1 0 0 0,0-1 0 0 0,-1 0 0 0 0,1 1-1 0 0,0-1 1 0 0,0 1 0 0 0,-1-1 0 0 0,1 1 0 0 0,0-1-1 0 0,-1 1 1 0 0,1-1 0 0 0,-1 1 0 0 0,1 0 0 0 0,-1-1-1 0 0,1 1 1 0 0,-1 0 0 0 0,1 0 0 0 0,-1-1 0 0 0,0 1-1 0 0,1 0 1 0 0,-1 0 0 0 0,0-1 0 0 0,0 1 0 0 0,0 0-1 0 0,1 0 1 0 0,-1 0 0 0 0,0-1 0 0 0,0 1 0 0 0,0 0-1 0 0,-1 2 1 0 0,-2 38 2099 0 0,1-22-1526 0 0,4 45-526 0 0,17 106 1 0 0,27 62 125 0 0,8 53-73 0 0,-52-271-135 0 0,5 41 28 0 0,2 91 0 0 0,-10-128-26 0 0,0-1 0 0 0,-1 1 0 0 0,-1 0 0 0 0,0-1 0 0 0,-2 0 0 0 0,0 0 0 0 0,0 0 0 0 0,-2-1 0 0 0,-11 21-1 0 0,14-29-2 0 0,-1 0 0 0 0,0 0 0 0 0,0-1 0 0 0,-1 0 0 0 0,0 0 0 0 0,0 0 0 0 0,0-1 0 0 0,-1 0 0 0 0,0 0 0 0 0,0 0 0 0 0,-1-1 0 0 0,0-1 0 0 0,0 1 0 0 0,0-1 0 0 0,-9 3 0 0 0,-29 10 131 0 0,-1-2 0 0 0,-92 17 0 0 0,77-20 1 0 0,-65 22 0 0 0,-172 57-107 0 0,243-78-9 0 0,-1-2 1 0 0,1-3-1 0 0,-86 1 0 0 0,-10-2 405 0 0,-39-1-270 0 0,164-7-219 0 0,0-1-1 0 0,0-1 1 0 0,0-2 0 0 0,-51-15 0 0 0,74 19-114 0 0,0 0 0 0 0,0 0 0 0 0,0-1 0 0 0,0 0 0 0 0,0 0 0 0 0,0 0 0 0 0,0 0-1 0 0,1 0 1 0 0,-1-1 0 0 0,1 0 0 0 0,-1 1 0 0 0,1-1 0 0 0,0-1 0 0 0,0 1 0 0 0,1 0 0 0 0,-1-1 0 0 0,1 1 0 0 0,-1-1 0 0 0,1 0 0 0 0,0 0 0 0 0,0 0 0 0 0,-1-5-1 0 0,0-8-1376 0 0</inkml:trace>
</inkml:ink>
</file>

<file path=ppt/ink/ink1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34.74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48 172 3225 0 0,'-38'-130'-1260'0'0,"29"88"9535"0"0,15 59-6263 0 0,10 36-1275 0 0,16 131 791 0 0,23 95-1306 0 0,-24-172-221 0 0,18 80 159 0 0,-41-148-118 0 0,-1 0 1 0 0,1 77-1 0 0,-3 44 3015 0 0,-10-141-1782 0 0,4-17-1387 0 0,1-1 0 0 0,-1 1 0 0 0,0 0 0 0 0,0-1-1 0 0,1 1 1 0 0,-1 0 0 0 0,1 0 0 0 0,0 0 0 0 0,-1 0-1 0 0,1 0 1 0 0,0-1 0 0 0,0 1 0 0 0,0 0 0 0 0,0 0-1 0 0,0 0 1 0 0,1 0 0 0 0,-1 0 0 0 0,1 1 0 0 0,3-1-1081 0 0</inkml:trace>
</inkml:ink>
</file>

<file path=ppt/ink/ink1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35.18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25 25 5985 0 0,'-1'-3'557'0'0,"-1"0"0"0"0,1 0 0 0 0,-1 0-1 0 0,0 1 1 0 0,0-1 0 0 0,0 1 0 0 0,-10-4 3639 0 0,12 7-4132 0 0,4 18 1711 0 0,19 54-1029 0 0,21 117 1 0 0,-4 79 1639 0 0,4 19-1018 0 0,-35-234-1504 0 0,-4-22-171 0 0,1 0-1 0 0,13 37 1 0 0,-15-60-1147 0 0</inkml:trace>
</inkml:ink>
</file>

<file path=ppt/ink/ink1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35.63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41 223 7370 0 0,'-3'-1'78'0'0,"0"-1"0"0"0,1 1 0 0 0,-1-1 1 0 0,1 0-1 0 0,-1 0 0 0 0,1 0 0 0 0,0 0 0 0 0,0 0 1 0 0,0 0-1 0 0,0-1 0 0 0,0 1 0 0 0,0-1 1 0 0,1 1-1 0 0,-1-1 0 0 0,1 0 0 0 0,0 1 1 0 0,0-1-1 0 0,0 0 0 0 0,0 0 0 0 0,0 0 1 0 0,0 0-1 0 0,1 0 0 0 0,0 0 0 0 0,-1 0 1 0 0,1 0-1 0 0,0 0 0 0 0,1 0 0 0 0,-1 0 1 0 0,0 0-1 0 0,1 0 0 0 0,0 0 0 0 0,-1 0 0 0 0,1 0 1 0 0,1 0-1 0 0,-1 1 0 0 0,0-1 0 0 0,0 0 1 0 0,4-3-1 0 0,0-2 236 0 0,1 1 0 0 0,-1 0 0 0 0,1 1 1 0 0,1-1-1 0 0,-1 1 0 0 0,1 1 0 0 0,0-1 0 0 0,1 1 0 0 0,15-8 1 0 0,-1 1 552 0 0,1 2-1 0 0,31-11 1 0 0,-47 20-808 0 0,-1-1 0 0 0,0 1-1 0 0,1 1 1 0 0,-1-1-1 0 0,1 1 1 0 0,-1 0 0 0 0,1 1-1 0 0,-1-1 1 0 0,1 1 0 0 0,-1 0-1 0 0,0 1 1 0 0,0 0-1 0 0,1 0 1 0 0,-1 0 0 0 0,0 1-1 0 0,-1 0 1 0 0,1 0-1 0 0,0 0 1 0 0,-1 1 0 0 0,0-1-1 0 0,0 1 1 0 0,0 1-1 0 0,0-1 1 0 0,-1 1 0 0 0,1 0-1 0 0,4 7 1 0 0,-4-6-1 0 0,0 0 1 0 0,-1 1 0 0 0,0-1-1 0 0,0 1 1 0 0,0 0 0 0 0,-1 0-1 0 0,0 1 1 0 0,-1-1 0 0 0,1 0-1 0 0,-1 1 1 0 0,-1 0 0 0 0,0 0-1 0 0,0-1 1 0 0,0 1 0 0 0,-1 0-1 0 0,0 0 1 0 0,0 0-1 0 0,-1 0 1 0 0,0-1 0 0 0,-1 1-1 0 0,-2 10 1 0 0,-1-8-123 0 0,-1 0-1 0 0,0 0 0 0 0,0-1 1 0 0,-1 0-1 0 0,0 0 1 0 0,0 0-1 0 0,-1-1 1 0 0,0 0-1 0 0,-1-1 1 0 0,-17 13-1 0 0,9-9-110 0 0,0-1 0 0 0,-1 0-1 0 0,0-1 1 0 0,0-1 0 0 0,-26 8-1 0 0,13-11-1876 0 0,18-4 601 0 0</inkml:trace>
</inkml:ink>
</file>

<file path=ppt/ink/ink1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35.94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1 124 10594 0 0,'0'0'67'0'0,"0"-1"1"0"0,0 0-1 0 0,1 0 0 0 0,-1 0 0 0 0,0 0 0 0 0,1 0 0 0 0,-1 1 1 0 0,1-1-1 0 0,-1 0 0 0 0,1 0 0 0 0,-1 1 0 0 0,1-1 1 0 0,0 0-1 0 0,-1 1 0 0 0,1-1 0 0 0,0 1 0 0 0,0-1 0 0 0,-1 1 1 0 0,1-1-1 0 0,0 1 0 0 0,0-1 0 0 0,0 1 0 0 0,1-1 0 0 0,30-15 591 0 0,-22 11-346 0 0,10-5 732 0 0,1 1 1 0 0,0 0-1 0 0,0 1 0 0 0,29-6 0 0 0,47 0-3127 0 0,-78 12 1513 0 0,-2 1 393 0 0,0-1 1 0 0,24-6-1 0 0,-12-1 110 0 0</inkml:trace>
</inkml:ink>
</file>

<file path=ppt/ink/ink1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36.71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356 250 6913 0 0,'-10'-7'501'0'0,"-1"0"-1"0"0,1 1 0 0 0,-1 1 0 0 0,0-1 1 0 0,0 2-1 0 0,-1 0 0 0 0,0 0 0 0 0,1 1 1 0 0,-22-3-1 0 0,26 6-315 0 0,-1 0 1 0 0,1 0-1 0 0,-1 1 0 0 0,1 0 1 0 0,-1 0-1 0 0,1 1 0 0 0,0 0 1 0 0,0 0-1 0 0,0 0 1 0 0,0 1-1 0 0,0 0 0 0 0,0 1 1 0 0,1 0-1 0 0,-1 0 0 0 0,1 0 1 0 0,0 0-1 0 0,-6 7 1 0 0,3-1-126 0 0,0 0 1 0 0,0 0-1 0 0,1 1 1 0 0,1 0-1 0 0,0 0 1 0 0,0 1 0 0 0,1 0-1 0 0,0 0 1 0 0,2 0-1 0 0,-1 1 1 0 0,1-1-1 0 0,1 1 1 0 0,0 0 0 0 0,1 1-1 0 0,0-1 1 0 0,1 14-1 0 0,1-20-64 0 0,0 1-1 0 0,1 0 1 0 0,0 0-1 0 0,0-1 0 0 0,1 1 1 0 0,-1-1-1 0 0,2 1 1 0 0,-1-1-1 0 0,1 0 0 0 0,0 0 1 0 0,1 0-1 0 0,6 10 1 0 0,-6-12 9 0 0,1 0 0 0 0,-1 0 0 0 0,1-1 0 0 0,0 1 0 0 0,0-1 0 0 0,1 0 0 0 0,-1-1 0 0 0,1 1 0 0 0,0-1 0 0 0,0 0 0 0 0,0 0 0 0 0,0-1 0 0 0,0 0 0 0 0,1 0 0 0 0,-1-1 0 0 0,10 2-1 0 0,-7-1 30 0 0,0-1-1 0 0,0-1 0 0 0,0 1 0 0 0,0-1 0 0 0,0-1 0 0 0,0 0 1 0 0,0 0-1 0 0,0-1 0 0 0,-1 0 0 0 0,1 0 0 0 0,0-1 0 0 0,-1 0 1 0 0,0-1-1 0 0,16-8 0 0 0,-14 5-103 0 0,1-1 0 0 0,-2-1-1 0 0,1 1 1 0 0,-1-1 0 0 0,-1-1 0 0 0,1 0 0 0 0,-2 0-1 0 0,1-1 1 0 0,8-16 0 0 0,3-14-102 0 0,-2-1 0 0 0,-2-1 0 0 0,-1 0 0 0 0,14-81 0 0 0,1-73 1477 0 0,-29 214-431 0 0,0 0 0 0 0,1-1 1 0 0,6 30-1 0 0,-3-21-475 0 0,3 13-336 0 0,1 0-1 0 0,17 48 1 0 0,-17-63-35 0 0,1-1 0 0 0,1 0-1 0 0,1-1 1 0 0,1 0 0 0 0,14 19 0 0 0,-22-35-95 0 0,-1-1-1 0 0,1 0 1 0 0,0 0-1 0 0,0 0 1 0 0,1 0-1 0 0,-1-1 1 0 0,1 1-1 0 0,0-1 1 0 0,0 0-1 0 0,0-1 1 0 0,0 1-1 0 0,0-1 1 0 0,0 0-1 0 0,9 2 1 0 0,-11-4-5 0 0,1 1 1 0 0,-1-1-1 0 0,0 0 1 0 0,0 0 0 0 0,0 0-1 0 0,0-1 1 0 0,0 1-1 0 0,0-1 1 0 0,1 1-1 0 0,-1-1 1 0 0,0 0 0 0 0,-1 0-1 0 0,1 0 1 0 0,0-1-1 0 0,0 1 1 0 0,0-1-1 0 0,-1 1 1 0 0,1-1-1 0 0,-1 0 1 0 0,1 0 0 0 0,-1 0-1 0 0,0 0 1 0 0,0-1-1 0 0,0 1 1 0 0,0-1-1 0 0,0 1 1 0 0,2-5-1 0 0,5-11 282 0 0,-1 0 0 0 0,-1 0 0 0 0,-1-1 0 0 0,0 0 0 0 0,4-27-1 0 0,14-45 553 0 0,-20 82-661 0 0,-1-1-1 0 0,2 1 1 0 0,-1 0 0 0 0,1 1-1 0 0,0-1 1 0 0,1 1 0 0 0,9-10-1 0 0,-14 17-75 0 0,0 0-1 0 0,0 0 0 0 0,-1 0 0 0 0,1 0 0 0 0,0 0 1 0 0,0 0-1 0 0,0 0 0 0 0,1 1 0 0 0,-1-1 0 0 0,0 0 1 0 0,0 1-1 0 0,0-1 0 0 0,1 1 0 0 0,-1-1 0 0 0,0 1 1 0 0,0 0-1 0 0,1-1 0 0 0,-1 1 0 0 0,0 0 0 0 0,1 0 1 0 0,-1 0-1 0 0,0 0 0 0 0,1 0 0 0 0,-1 0 0 0 0,0 0 1 0 0,1 0-1 0 0,-1 1 0 0 0,0-1 0 0 0,1 0 0 0 0,-1 1 1 0 0,0-1-1 0 0,0 1 0 0 0,0 0 0 0 0,1-1 0 0 0,-1 1 1 0 0,0 0-1 0 0,0 0 0 0 0,0 0 0 0 0,0 0 0 0 0,0-1 1 0 0,0 1-1 0 0,0 1 0 0 0,-1-1 0 0 0,1 0 0 0 0,1 1 1 0 0,5 9 75 0 0,-1-1 0 0 0,0 1 0 0 0,0 0 0 0 0,4 14 0 0 0,-1-6 23 0 0,-2-4-246 0 0,2 0-1 0 0,0-1 1 0 0,1 0 0 0 0,0 0 0 0 0,17 16-1 0 0,-14-17-2516 0 0,1-1-1 0 0,24 17 0 0 0,-16-16-3268 0 0</inkml:trace>
</inkml:ink>
</file>

<file path=ppt/ink/ink1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37.15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239 91 6913 0 0,'-2'-8'396'0'0,"0"-1"-1"0"0,-1 1 0 0 0,-1 0 1 0 0,1 0-1 0 0,-1 0 0 0 0,-1 0 1 0 0,-5-8-1 0 0,8 15-255 0 0,1-1 1 0 0,0 1-1 0 0,-1-1 0 0 0,1 1 1 0 0,-1 0-1 0 0,1 0 0 0 0,-1-1 0 0 0,0 1 1 0 0,0 0-1 0 0,1 0 0 0 0,-1 1 1 0 0,0-1-1 0 0,0 0 0 0 0,0 1 0 0 0,0-1 1 0 0,0 1-1 0 0,0 0 0 0 0,0-1 1 0 0,0 1-1 0 0,0 0 0 0 0,0 0 1 0 0,0 0-1 0 0,0 1 0 0 0,0-1 0 0 0,0 0 1 0 0,0 1-1 0 0,0-1 0 0 0,0 1 1 0 0,0 0-1 0 0,0 0 0 0 0,1-1 1 0 0,-1 1-1 0 0,0 0 0 0 0,0 1 0 0 0,1-1 1 0 0,-1 0-1 0 0,-1 2 0 0 0,-9 6-19 0 0,0 1-1 0 0,1 1 0 0 0,1 0 1 0 0,-1 0-1 0 0,2 1 1 0 0,-1 1-1 0 0,-12 23 1 0 0,16-26-59 0 0,1 0 1 0 0,0 1-1 0 0,0 0 1 0 0,1-1 0 0 0,1 2-1 0 0,0-1 1 0 0,0 0 0 0 0,1 0-1 0 0,1 1 1 0 0,-1 22 0 0 0,3-29-203 0 0,0 0 1 0 0,0 0 0 0 0,0 0-1 0 0,0 0 1 0 0,1 0 0 0 0,0 0-1 0 0,0 0 1 0 0,0 0 0 0 0,1-1-1 0 0,0 1 1 0 0,-1-1 0 0 0,2 0-1 0 0,-1 0 1 0 0,0 0 0 0 0,1 0-1 0 0,0-1 1 0 0,5 5 0 0 0,-6-6 52 0 0,-1 0 0 0 0,1-1 0 0 0,-1 1 0 0 0,1-1 0 0 0,0 0 0 0 0,-1 0 0 0 0,1 0 0 0 0,0 0 0 0 0,0 0 0 0 0,0-1 0 0 0,0 1 0 0 0,0-1 0 0 0,-1 0 0 0 0,1 0 0 0 0,0 0 0 0 0,0 0 0 0 0,0-1 0 0 0,0 1 0 0 0,0-1 0 0 0,0 1 0 0 0,0-1 0 0 0,-1 0 0 0 0,1 0 0 0 0,0-1 0 0 0,-1 1 0 0 0,1 0 0 0 0,0-1 0 0 0,-1 0 0 0 0,0 1 0 0 0,1-1 0 0 0,3-4 0 0 0,0 0-82 0 0,-1 0-1 0 0,0-1 1 0 0,0 0 0 0 0,0 1 0 0 0,-1-2-1 0 0,1 1 1 0 0,-2 0 0 0 0,6-14 0 0 0,0-7 600 0 0,6-34 0 0 0,-12 42 172 0 0,2 1 0 0 0,0 0 1 0 0,1 0-1 0 0,11-21 0 0 0,-17 39-530 0 0,0 1 0 0 0,0-1-1 0 0,0 0 1 0 0,1 1 0 0 0,-1-1 0 0 0,0 1-1 0 0,0-1 1 0 0,1 1 0 0 0,-1-1 0 0 0,0 1-1 0 0,1-1 1 0 0,-1 1 0 0 0,0-1 0 0 0,1 1-1 0 0,-1 0 1 0 0,1-1 0 0 0,-1 1 0 0 0,1 0-1 0 0,-1-1 1 0 0,1 1 0 0 0,-1 0 0 0 0,1-1-1 0 0,-1 1 1 0 0,1 0 0 0 0,-1 0 0 0 0,1 0-1 0 0,-1-1 1 0 0,1 1 0 0 0,-1 0 0 0 0,1 0-1 0 0,0 0 1 0 0,-1 0 0 0 0,1 0 0 0 0,0 0-1 0 0,0 1 32 0 0,0 0-1 0 0,0 0 1 0 0,0 0-1 0 0,0 0 1 0 0,0 0-1 0 0,0 0 1 0 0,-1 0-1 0 0,1 1 1 0 0,0-1-1 0 0,-1 0 0 0 0,1 0 1 0 0,-1 1-1 0 0,2 1 1 0 0,9 47 1117 0 0,-9-27-975 0 0,2-1 0 0 0,1 0-1 0 0,14 41 1 0 0,-16-55-516 0 0,0 0-1 0 0,1 0 0 0 0,0-1 1 0 0,1 1-1 0 0,-1-1 0 0 0,1 0 1 0 0,1 0-1 0 0,-1-1 0 0 0,1 1 1 0 0,0-1-1 0 0,1 0 0 0 0,-1-1 1 0 0,11 7-1 0 0,1-2-5796 0 0</inkml:trace>
</inkml:ink>
</file>

<file path=ppt/ink/ink1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37.72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94 5065 0 0,'0'-3'239'0'0,"1"1"0"0"0,-1-1 0 0 0,1 1 0 0 0,0-1 0 0 0,0 0-1 0 0,0 1 1 0 0,0-1 0 0 0,0 1 0 0 0,0 0 0 0 0,1-1 0 0 0,-1 1 0 0 0,1 0 0 0 0,0 0 0 0 0,0 0 0 0 0,-1 0-1 0 0,1 0 1 0 0,0 0 0 0 0,1 1 0 0 0,-1-1 0 0 0,0 1 0 0 0,0-1 0 0 0,1 1 0 0 0,2-1 0 0 0,-3 1-27 0 0,0 0 0 0 0,-1 0 0 0 0,1 0 1 0 0,0 1-1 0 0,0-1 0 0 0,-1 1 0 0 0,1-1 0 0 0,0 1 1 0 0,0 0-1 0 0,0 0 0 0 0,0 0 0 0 0,-1 0 1 0 0,1 0-1 0 0,0 0 0 0 0,0 0 0 0 0,0 1 1 0 0,0-1-1 0 0,-1 1 0 0 0,1-1 0 0 0,0 1 0 0 0,-1 0 1 0 0,1 0-1 0 0,0-1 0 0 0,-1 1 0 0 0,1 0 1 0 0,-1 1-1 0 0,1-1 0 0 0,-1 0 0 0 0,1 0 0 0 0,-1 0 1 0 0,0 1-1 0 0,0-1 0 0 0,0 1 0 0 0,2 2 1 0 0,4 12-24 0 0,0 1 0 0 0,-1 0 0 0 0,-1 0 0 0 0,4 26 0 0 0,-4-21 39 0 0,13 42 0 0 0,-17-64-235 0 0,0-1-1 0 0,-1 1 0 0 0,1-1 0 0 0,0 1 1 0 0,-1-1-1 0 0,1 1 0 0 0,-1-1 1 0 0,1 1-1 0 0,-1-1 0 0 0,1 1 1 0 0,-1-1-1 0 0,0 0 0 0 0,1 1 0 0 0,-1-1 1 0 0,0 0-1 0 0,1 1 0 0 0,-1-1 1 0 0,0 0-1 0 0,0 0 0 0 0,0 1 1 0 0,0-1-1 0 0,1 0 0 0 0,-1 0 1 0 0,0 1-1 0 0,0-2 0 0 0,9-29-255 0 0,-9 31 259 0 0,6-24-1 0 0,1 0 0 0 0,1 1-1 0 0,1 0 1 0 0,2 0 0 0 0,0 1-1 0 0,26-38 1 0 0,-37 60 22 0 0,0-1 0 0 0,1 0 0 0 0,-1 1 0 0 0,1-1 0 0 0,0 1 0 0 0,-1-1-1 0 0,1 1 1 0 0,-1-1 0 0 0,1 1 0 0 0,0 0 0 0 0,0-1 0 0 0,-1 1 0 0 0,1 0 0 0 0,0-1 0 0 0,-1 1 0 0 0,1 0 0 0 0,0 0-1 0 0,0 0 1 0 0,-1 0 0 0 0,1 0 0 0 0,0 0 0 0 0,0 0 0 0 0,0 0 0 0 0,-1 0 0 0 0,1 0 0 0 0,0 0 0 0 0,0 0 0 0 0,0 1 0 0 0,2 0 90 0 0,-1 0 0 0 0,1 0 1 0 0,-1 1-1 0 0,0-1 1 0 0,0 1-1 0 0,0 0 1 0 0,0-1-1 0 0,3 5 1 0 0,31 45 1458 0 0,-34-47-1541 0 0,134 229-5446 0 0,-126-219-777 0 0</inkml:trace>
</inkml:ink>
</file>

<file path=ppt/ink/ink1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38.33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64 6913 0 0,'2'-4'-24'0'0,"0"1"-1"0"0,0 0 0 0 0,0 0 0 0 0,1 0 0 0 0,-1 0 1 0 0,1 0-1 0 0,-1 0 0 0 0,1 1 0 0 0,0-1 0 0 0,0 1 1 0 0,0 0-1 0 0,0 0 0 0 0,0 0 0 0 0,5-2 0 0 0,-3 1 411 0 0,1 1 0 0 0,-1-1-1 0 0,1 1 1 0 0,0 0-1 0 0,0 1 1 0 0,0-1-1 0 0,0 1 1 0 0,6 0-1 0 0,-9 1-196 0 0,1 1 0 0 0,-1-1 0 0 0,0 1-1 0 0,0 0 1 0 0,0 0 0 0 0,0 0 0 0 0,0 1 0 0 0,0-1-1 0 0,-1 1 1 0 0,1-1 0 0 0,0 1 0 0 0,-1 0-1 0 0,1 0 1 0 0,-1 0 0 0 0,1 0 0 0 0,-1 1-1 0 0,0-1 1 0 0,0 1 0 0 0,0-1 0 0 0,-1 1-1 0 0,1 0 1 0 0,0-1 0 0 0,0 5 0 0 0,6 10 329 0 0,0 0 0 0 0,8 34 0 0 0,-9-27-190 0 0,55 178 1110 0 0,-54-268-156 0 0,-5 37-1274 0 0,3 1-1 0 0,0-1 1 0 0,19-48-1 0 0,-22 68 24 0 0,1 0 0 0 0,0 1 0 0 0,0 0 0 0 0,1-1 0 0 0,0 2-1 0 0,0-1 1 0 0,1 1 0 0 0,0-1 0 0 0,0 2 0 0 0,0-1 0 0 0,1 1 0 0 0,0 0 0 0 0,1 0-1 0 0,0 1 1 0 0,14-9 0 0 0,-18 13 10 0 0,-1-1-1 0 0,1 1 0 0 0,-1 0 1 0 0,1 0-1 0 0,0 0 1 0 0,-1 0-1 0 0,1 1 1 0 0,0-1-1 0 0,-1 1 0 0 0,1 0 1 0 0,0 0-1 0 0,-1 0 1 0 0,1 1-1 0 0,0-1 0 0 0,0 1 1 0 0,-1 0-1 0 0,7 2 1 0 0,-6 0-310 0 0,0-1 0 0 0,0 1 0 0 0,-1 0 0 0 0,1 0 0 0 0,-1 0 0 0 0,0 0 0 0 0,0 0 0 0 0,0 1 0 0 0,0-1 0 0 0,0 1 0 0 0,-1 0 0 0 0,1 0 0 0 0,2 8 0 0 0,5 8-5863 0 0</inkml:trace>
</inkml:ink>
</file>

<file path=ppt/ink/ink1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38.92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0 637 3225 0 0,'4'6'8841'0'0,"-3"-7"-8592"0"0,14-4 480 0 0,0-1 0 0 0,-1-1 1 0 0,1-1-1 0 0,-2 0 0 0 0,1 0 1 0 0,-1-1-1 0 0,15-14 1 0 0,-20 16-680 0 0,-1-1 1 0 0,1 1 0 0 0,-2-1 0 0 0,1-1-1 0 0,-1 1 1 0 0,0-1 0 0 0,-1 0 0 0 0,0 0-1 0 0,0-1 1 0 0,-1 1 0 0 0,0-1 0 0 0,3-16-1 0 0,-6 23-43 0 0,-1 1 0 0 0,1-1-1 0 0,-1 1 1 0 0,0-1-1 0 0,0 1 1 0 0,0-1-1 0 0,-1 1 1 0 0,1-1 0 0 0,0 1-1 0 0,-1-1 1 0 0,0 1-1 0 0,1-1 1 0 0,-1 1-1 0 0,0 0 1 0 0,0-1 0 0 0,-1 1-1 0 0,1 0 1 0 0,0 0-1 0 0,-1 0 1 0 0,1 0 0 0 0,-1 0-1 0 0,-2-3 1 0 0,2 4-3 0 0,0 0 1 0 0,1 0-1 0 0,-1 0 1 0 0,0 0-1 0 0,0 0 1 0 0,0 0-1 0 0,0 1 1 0 0,0-1-1 0 0,0 0 1 0 0,0 1 0 0 0,0 0-1 0 0,0-1 1 0 0,0 1-1 0 0,0 0 1 0 0,0 0-1 0 0,0 0 1 0 0,0 0-1 0 0,0 1 1 0 0,0-1-1 0 0,0 0 1 0 0,0 1-1 0 0,0 0 1 0 0,0-1-1 0 0,0 1 1 0 0,0 0-1 0 0,0 0 1 0 0,1 0 0 0 0,-3 1-1 0 0,-1 2-28 0 0,0-1 0 0 0,0 0-1 0 0,1 1 1 0 0,-1 0 0 0 0,1 0 0 0 0,0 0-1 0 0,0 1 1 0 0,1 0 0 0 0,-1-1 0 0 0,1 1-1 0 0,0 0 1 0 0,0 1 0 0 0,1-1 0 0 0,-1 0-1 0 0,1 1 1 0 0,0-1 0 0 0,1 1 0 0 0,-2 8-1 0 0,2-9 5 0 0,1 0 0 0 0,0-1 0 0 0,1 1 0 0 0,-1 0 0 0 0,1-1 0 0 0,0 1 0 0 0,0-1 0 0 0,0 1 0 0 0,0-1 0 0 0,1 0 0 0 0,0 1 0 0 0,0-1 0 0 0,0 0 0 0 0,0 0 0 0 0,1 0 0 0 0,0-1 0 0 0,0 1 0 0 0,0 0 0 0 0,0-1 0 0 0,0 0 0 0 0,1 0 0 0 0,-1 0 0 0 0,9 5 0 0 0,-4-2 26 0 0,1-1 1 0 0,1 0 0 0 0,-1 0-1 0 0,1-1 1 0 0,0 0 0 0 0,0-1 0 0 0,0 0-1 0 0,0 0 1 0 0,1-1 0 0 0,-1 0 0 0 0,1-1-1 0 0,-1-1 1 0 0,1 1 0 0 0,-1-2-1 0 0,1 1 1 0 0,12-4 0 0 0,-10 1-103 0 0,0 0-1 0 0,0-2 1 0 0,-1 1 0 0 0,1-2 0 0 0,-1 0 0 0 0,-1 0-1 0 0,1-1 1 0 0,-1 0 0 0 0,0-1 0 0 0,-1-1 0 0 0,1 1 0 0 0,11-15-1 0 0,-9 10 1 0 0,-2 0-1 0 0,0-1 0 0 0,-1 0 0 0 0,0 0 0 0 0,-1-1 1 0 0,-1-1-1 0 0,0 1 0 0 0,-1-1 0 0 0,-1 0 0 0 0,0-1 1 0 0,-2 0-1 0 0,1 0 0 0 0,1-24 0 0 0,6-90 926 0 0,-11 114-659 0 0,-2 0 0 0 0,0 0 0 0 0,0 0 0 0 0,-2 0 0 0 0,-7-27 0 0 0,9 42-94 0 0,1 1 0 0 0,0-1 0 0 0,-1 0 1 0 0,0 1-1 0 0,1-1 0 0 0,-1 1 0 0 0,0-1 1 0 0,0 1-1 0 0,0 0 0 0 0,0-1 0 0 0,0 1 1 0 0,0 0-1 0 0,0 0 0 0 0,0 0 0 0 0,-3-2 1 0 0,3 2-17 0 0,0 1 1 0 0,1 0-1 0 0,-1 0 1 0 0,0 0 0 0 0,1 0-1 0 0,-1 0 1 0 0,0 0-1 0 0,1 0 1 0 0,-1 0-1 0 0,0 0 1 0 0,1 0 0 0 0,-1 0-1 0 0,0 0 1 0 0,1 1-1 0 0,-1-1 1 0 0,0 0-1 0 0,1 0 1 0 0,-1 1-1 0 0,1-1 1 0 0,-1 0 0 0 0,0 1-1 0 0,1-1 1 0 0,-1 1-1 0 0,1-1 1 0 0,-1 1-1 0 0,-2 3 79 0 0,0 0 0 0 0,0-1 0 0 0,0 1-1 0 0,1 0 1 0 0,0 0 0 0 0,-1 1 0 0 0,2-1-1 0 0,-1 0 1 0 0,-1 5 0 0 0,-4 17-54 0 0,2 0 0 0 0,1 1 0 0 0,1-1 0 0 0,1 1 0 0 0,1 0 0 0 0,4 36 0 0 0,1-25 90 0 0,3 0 1 0 0,1 0-1 0 0,23 67 0 0 0,0-30-719 0 0,3-2-1 0 0,3-2 0 0 0,73 107 0 0 0,-85-141-1666 0 0</inkml:trace>
</inkml:ink>
</file>

<file path=ppt/ink/ink1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40.7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 12 13363 0 0,'-19'-12'581'0'0,"18"26"-456"0"0,2 4-127 0 0,17 569 1122 0 0,-13-544-2271 0 0,2-5-354 0 0</inkml:trace>
</inkml:ink>
</file>

<file path=ppt/ink/ink1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41.11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0 138 9674 0 0,'1'1'46'0'0,"-1"-1"-1"0"0,0 0 1 0 0,0 0 0 0 0,0 0 0 0 0,1 0-1 0 0,-1 0 1 0 0,0 1 0 0 0,0-1-1 0 0,1 0 1 0 0,-1 0 0 0 0,0 0 0 0 0,0 0-1 0 0,1 0 1 0 0,-1 0 0 0 0,0 0-1 0 0,0 0 1 0 0,1 0 0 0 0,-1 0-1 0 0,0 0 1 0 0,0 0 0 0 0,1 0 0 0 0,-1 0-1 0 0,0 0 1 0 0,0 0 0 0 0,0-1-1 0 0,1 1 1 0 0,-1 0 0 0 0,0 0-1 0 0,0 0 1 0 0,1 0 0 0 0,-1 0 0 0 0,0 0-1 0 0,0-1 1 0 0,0 1 0 0 0,1 0-1 0 0,-1 0 1 0 0,0 0 0 0 0,0-1 0 0 0,0 1-1 0 0,0 0 1 0 0,0 0 0 0 0,0 0-1 0 0,1-1 1 0 0,-1 1 0 0 0,0 0-1 0 0,0 0 1 0 0,0-1 0 0 0,0 1 0 0 0,0 0-1 0 0,0 0 1 0 0,0-1 0 0 0,0 1-1 0 0,0 0 1 0 0,0 0 0 0 0,0-1-1 0 0,0 1 1 0 0,0 0 0 0 0,0 0 0 0 0,0-1-1 0 0,0 1 1 0 0,0 0 0 0 0,-1 0-1 0 0,1-1 1 0 0,0 1 0 0 0,0 0 0 0 0,0 0-1 0 0,0 0 1 0 0,0-1 0 0 0,-1 1-1 0 0,21 11 2400 0 0,80 115-18 0 0,-68-81-2225 0 0,59 62-1 0 0,-65-81-99 0 0,1-1 1 0 0,53 38-1 0 0,-73-58-31 0 0,0 0-1 0 0,0-1 0 0 0,1 0 0 0 0,0 0 0 0 0,0 0 1 0 0,0-1-1 0 0,0 0 0 0 0,0-1 0 0 0,1 0 0 0 0,-1 0 1 0 0,1-1-1 0 0,-1 0 0 0 0,1 0 0 0 0,-1-1 0 0 0,1 0 1 0 0,0-1-1 0 0,15-2 0 0 0,-19 1 43 0 0,0 1 1 0 0,-1-1-1 0 0,1 0 0 0 0,-1 0 1 0 0,0-1-1 0 0,0 0 1 0 0,1 1-1 0 0,-2-1 0 0 0,1 0 1 0 0,0-1-1 0 0,-1 1 1 0 0,1-1-1 0 0,-1 0 0 0 0,4-5 1 0 0,-3 2-13 0 0,0 0 0 0 0,-1 0 0 0 0,0-1 1 0 0,0 1-1 0 0,0-1 0 0 0,-1 0 0 0 0,0 0 0 0 0,0-8 1 0 0,1-12 0 0 0,-2 0 0 0 0,-2-1 1 0 0,-6-51-1 0 0,7 78-102 0 0,-5-35-452 0 0,-6-79 792 0 0,14 59-2589 0 0,10 3-4040 0 0,-6 39 201 0 0</inkml:trace>
</inkml:ink>
</file>

<file path=ppt/ink/ink1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41.63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59 11058 0 0,'31'-5'4044'0'0,"11"-7"-3573"0"0,18-4-2142 0 0,3 6 691 0 0,87-2 0 0 0,-129 11 910 0 0,14-2 17 0 0</inkml:trace>
</inkml:ink>
</file>

<file path=ppt/ink/ink1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42.45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176 297 5529 0 0,'0'-1'120'0'0,"1"0"1"0"0,0-1-1 0 0,0 1 0 0 0,-1 0 1 0 0,1-1-1 0 0,-1 1 0 0 0,1-1 1 0 0,-1 1-1 0 0,0-1 0 0 0,1 1 1 0 0,-1-1-1 0 0,0 1 0 0 0,0-1 1 0 0,0 1-1 0 0,0-3 0 0 0,-18-18 2416 0 0,16 20-2276 0 0,0 0 17 0 0,0 0 0 0 0,0 0 0 0 0,0 0 0 0 0,0 0 0 0 0,0 1 0 0 0,-1-1 0 0 0,1 1 0 0 0,0-1 0 0 0,-1 1 0 0 0,1 0 0 0 0,-1 0 0 0 0,1 0 0 0 0,-1 0 0 0 0,0 1 0 0 0,1-1 0 0 0,-1 1 0 0 0,0 0 0 0 0,-4-1 0 0 0,4 2-155 0 0,0 0 1 0 0,0-1-1 0 0,0 1 1 0 0,0 0-1 0 0,0 1 1 0 0,0-1-1 0 0,0 0 0 0 0,0 1 1 0 0,1 0-1 0 0,-1-1 1 0 0,1 1-1 0 0,-1 0 1 0 0,-3 5-1 0 0,-2 1-64 0 0,1 1 0 0 0,1 0 1 0 0,0 1-1 0 0,0 0 0 0 0,1 0 0 0 0,0 0 0 0 0,-7 19 0 0 0,9-18-61 0 0,0-1 0 0 0,1 1 0 0 0,0-1 0 0 0,0 1 0 0 0,1 0 1 0 0,0 0-1 0 0,1 0 0 0 0,1 0 0 0 0,-1 0 0 0 0,2 0 0 0 0,4 19 0 0 0,-4-25-5 0 0,-1 0-1 0 0,1 0 1 0 0,1-1-1 0 0,-1 1 0 0 0,1-1 1 0 0,-1 0-1 0 0,1 1 1 0 0,1-1-1 0 0,-1-1 1 0 0,0 1-1 0 0,1 0 0 0 0,0-1 1 0 0,0 0-1 0 0,0 0 1 0 0,0 0-1 0 0,0 0 0 0 0,1-1 1 0 0,-1 1-1 0 0,1-1 1 0 0,0 0-1 0 0,-1-1 1 0 0,1 1-1 0 0,0-1 0 0 0,0 0 1 0 0,0 0-1 0 0,0 0 1 0 0,8-1-1 0 0,-1 1-57 0 0,-1-2 1 0 0,1 1-1 0 0,0-2 1 0 0,0 1-1 0 0,-1-2 1 0 0,1 1-1 0 0,-1-2 1 0 0,0 1-1 0 0,0-2 0 0 0,0 1 1 0 0,-1-1-1 0 0,1-1 1 0 0,-1 0-1 0 0,-1-1 1 0 0,1 0-1 0 0,-1 0 0 0 0,0-1 1 0 0,0 0-1 0 0,8-11 1 0 0,-5 5-4 0 0,-1-1 1 0 0,0-1 0 0 0,-1 0 0 0 0,0-1 0 0 0,-2 0-1 0 0,0 0 1 0 0,-1-1 0 0 0,0 1 0 0 0,-2-2 0 0 0,0 1-1 0 0,3-22 1 0 0,2-78 440 0 0,-10 103-92 0 0,0-1 0 0 0,-1 1 1 0 0,-1-1-1 0 0,0 1 1 0 0,-7-23-1 0 0,9 37-189 0 0,0 0-1 0 0,-1-1 1 0 0,1 1 0 0 0,0 0-1 0 0,0 0 1 0 0,-1 0-1 0 0,1 0 1 0 0,-1 0 0 0 0,1 0-1 0 0,-1 0 1 0 0,1 0 0 0 0,-1 0-1 0 0,1 0 1 0 0,-1 0-1 0 0,0 1 1 0 0,0-1 0 0 0,1 0-1 0 0,-1 0 1 0 0,0 0 0 0 0,0 1-1 0 0,-1-1 1 0 0,1 1-15 0 0,1 1 0 0 0,-1 0 0 0 0,0 0 0 0 0,1-1-1 0 0,-1 1 1 0 0,1 0 0 0 0,-1 0 0 0 0,1 0 0 0 0,0 0 0 0 0,-1 0 0 0 0,1 0 0 0 0,0 0 0 0 0,-1 0 0 0 0,1 0 0 0 0,0-1 0 0 0,0 1-1 0 0,0 2 1 0 0,-4 54 633 0 0,6-18-631 0 0,1 0 0 0 0,1-1 0 0 0,3 0 0 0 0,1 0 0 0 0,1 0 1 0 0,29 70-1 0 0,-33-97-82 0 0,0 1 1 0 0,1-1 0 0 0,0 0-1 0 0,1 0 1 0 0,0-1 0 0 0,1 0-1 0 0,0 0 1 0 0,1 0 0 0 0,11 9-1 0 0,-20-19-7 0 0,1 1-1 0 0,0-1 0 0 0,-1 0 0 0 0,1 1 1 0 0,-1-1-1 0 0,1 0 0 0 0,0 0 0 0 0,-1 1 0 0 0,1-1 1 0 0,0 0-1 0 0,0 0 0 0 0,-1 0 0 0 0,1 0 1 0 0,0 0-1 0 0,-1 0 0 0 0,1 0 0 0 0,0 0 1 0 0,-1 0-1 0 0,1 0 0 0 0,0 0 0 0 0,0-1 1 0 0,-1 1-1 0 0,1 0 0 0 0,-1 0 0 0 0,1-1 1 0 0,0 1-1 0 0,-1-1 0 0 0,1 1 0 0 0,-1 0 0 0 0,1-1 1 0 0,0 1-1 0 0,-1-1 0 0 0,1 1 0 0 0,-1-1 1 0 0,0 1-1 0 0,1-1 0 0 0,-1 0 0 0 0,1 1 1 0 0,-1-1-1 0 0,0 1 0 0 0,1-1 0 0 0,-1 0 1 0 0,0 1-1 0 0,0-2 0 0 0,12-37-161 0 0,-9 30 197 0 0,7-29 0 0 0,2 1 0 0 0,19-42 0 0 0,-27 69-19 0 0,1 1 0 0 0,0-1 0 0 0,1 1 0 0 0,0 1 0 0 0,0-1 0 0 0,1 1 1 0 0,0 0-1 0 0,0 1 0 0 0,1 0 0 0 0,0 0 0 0 0,0 0 0 0 0,0 1 0 0 0,14-7 1 0 0,-20 12 1 0 0,0 0 0 0 0,0 0-1 0 0,0 0 1 0 0,0 0 0 0 0,-1 1 0 0 0,1-1 0 0 0,0 1 0 0 0,0-1 0 0 0,0 1 0 0 0,0 0 0 0 0,0 0 0 0 0,0 0 0 0 0,0 0 0 0 0,1 0 0 0 0,-1 0 0 0 0,0 1 0 0 0,-1-1 0 0 0,1 1 0 0 0,0-1 0 0 0,0 1 0 0 0,0 0 0 0 0,0 0 0 0 0,0 0 0 0 0,0 0 0 0 0,-1 0 0 0 0,1 0 0 0 0,0 0 0 0 0,-1 0 0 0 0,1 1 0 0 0,-1-1 0 0 0,3 4 0 0 0,2 3 50 0 0,-1 1 0 0 0,1 1 0 0 0,-1-1 0 0 0,-1 1 0 0 0,4 12 0 0 0,10 18 0 0 0,-7-23-1231 0 0,0 1 0 0 0,1-2 0 0 0,28 29-1 0 0,-21-27-5249 0 0</inkml:trace>
</inkml:ink>
</file>

<file path=ppt/ink/ink1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42.83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227 48 6913 0 0,'-2'-4'364'0'0,"0"1"0"0"0,0-1 0 0 0,0 1 0 0 0,0 0-1 0 0,-1 0 1 0 0,0 0 0 0 0,1 0 0 0 0,-1 1-1 0 0,0-1 1 0 0,0 1 0 0 0,-1 0 0 0 0,1-1-1 0 0,0 1 1 0 0,-1 1 0 0 0,0-1 0 0 0,-5-2 0 0 0,6 4-178 0 0,0 0 1 0 0,-1 0-1 0 0,1 0 1 0 0,0 0-1 0 0,0 0 1 0 0,0 1 0 0 0,0-1-1 0 0,0 1 1 0 0,-1 0-1 0 0,1 0 1 0 0,0 0 0 0 0,1 0-1 0 0,-1 1 1 0 0,0-1-1 0 0,0 1 1 0 0,0-1-1 0 0,1 1 1 0 0,-1 0 0 0 0,1 0-1 0 0,0 0 1 0 0,-3 3-1 0 0,-7 8 34 0 0,0 0-1 0 0,0 0 0 0 0,2 1 1 0 0,0 1-1 0 0,-16 31 0 0 0,22-39-207 0 0,0 1 0 0 0,1 0 0 0 0,0 0 0 0 0,0 0-1 0 0,1 1 1 0 0,0-1 0 0 0,1 1 0 0 0,-1-1 0 0 0,2 1 0 0 0,-1 0 0 0 0,1-1-1 0 0,1 1 1 0 0,-1-1 0 0 0,4 12 0 0 0,-4-19-80 0 0,0 1 0 0 0,0 0 1 0 0,1 0-1 0 0,-1-1 0 0 0,1 1 0 0 0,-1 0 0 0 0,1-1 0 0 0,0 1 1 0 0,-1-1-1 0 0,1 1 0 0 0,0-1 0 0 0,0 1 0 0 0,0-1 1 0 0,1 1-1 0 0,-1-1 0 0 0,0 0 0 0 0,0 0 0 0 0,1 1 1 0 0,-1-1-1 0 0,1 0 0 0 0,-1 0 0 0 0,1-1 0 0 0,-1 1 0 0 0,1 0 1 0 0,-1 0-1 0 0,1-1 0 0 0,0 1 0 0 0,-1-1 0 0 0,1 1 1 0 0,0-1-1 0 0,0 0 0 0 0,-1 0 0 0 0,1 0 0 0 0,0 0 0 0 0,0 0 1 0 0,-1 0-1 0 0,4-1 0 0 0,-1 0-147 0 0,0 0 0 0 0,0-1 0 0 0,-1 0 0 0 0,1 0 0 0 0,0 0 0 0 0,-1 0 0 0 0,0-1 0 0 0,1 1 0 0 0,-1-1 1 0 0,0 0-1 0 0,0 0 0 0 0,-1 0 0 0 0,1 0 0 0 0,4-7 0 0 0,0-4 169 0 0,0-1 1 0 0,-1 0-1 0 0,0 0 0 0 0,-1-1 1 0 0,3-18-1 0 0,-5 19 364 0 0,1 1-1 0 0,0-1 1 0 0,1 1-1 0 0,0 0 0 0 0,2 0 1 0 0,9-17-1 0 0,-15 30-260 0 0,-1 1 0 0 0,0-1 0 0 0,1 0 0 0 0,-1 0 0 0 0,1 0-1 0 0,0 1 1 0 0,-1-1 0 0 0,1 0 0 0 0,0 1 0 0 0,-1-1 0 0 0,1 1 0 0 0,0-1 0 0 0,0 1-1 0 0,-1-1 1 0 0,1 1 0 0 0,0-1 0 0 0,0 1 0 0 0,0 0 0 0 0,0-1 0 0 0,-1 1 0 0 0,1 0-1 0 0,0 0 1 0 0,0 0 0 0 0,0 0 0 0 0,0 0 0 0 0,0 0 0 0 0,0 0 0 0 0,0 0 0 0 0,1 0 0 0 0,0 1 33 0 0,-1 0 0 0 0,1 0 1 0 0,0 0-1 0 0,0 0 0 0 0,-1 0 1 0 0,1 1-1 0 0,-1-1 0 0 0,1 1 1 0 0,-1-1-1 0 0,0 1 1 0 0,0-1-1 0 0,2 4 0 0 0,4 7 377 0 0,-1 0 0 0 0,10 26-1 0 0,-16-35-378 0 0,4 7-1 0 0,22 51-1446 0 0,-17-45-5083 0 0</inkml:trace>
</inkml:ink>
</file>

<file path=ppt/ink/ink1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48.2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52 10138 0 0,'0'-1'34'0'0,"0"1"0"0"0,0 0-1 0 0,-1 0 1 0 0,1-1 0 0 0,0 1 0 0 0,0 0 0 0 0,0-1-1 0 0,0 1 1 0 0,0 0 0 0 0,0-1 0 0 0,0 1-1 0 0,0 0 1 0 0,1 0 0 0 0,-1-1 0 0 0,0 1-1 0 0,0 0 1 0 0,0-1 0 0 0,0 1 0 0 0,0 0-1 0 0,0 0 1 0 0,1-1 0 0 0,-1 1 0 0 0,0 0 0 0 0,0 0-1 0 0,0 0 1 0 0,0-1 0 0 0,1 1 0 0 0,-1 0-1 0 0,0 0 1 0 0,0 0 0 0 0,1-1 0 0 0,-1 1-1 0 0,0 0 1 0 0,0 0 0 0 0,1 0 0 0 0,-1 0-1 0 0,0 0 1 0 0,1 0 0 0 0,16-3 961 0 0,18 8 814 0 0,-30-3-1599 0 0,-1 0-1 0 0,0 0 1 0 0,0 0 0 0 0,0 1-1 0 0,0-1 1 0 0,0 1 0 0 0,0 0-1 0 0,-1 0 1 0 0,0 1 0 0 0,1-1-1 0 0,-1 1 1 0 0,0-1 0 0 0,-1 1-1 0 0,1 0 1 0 0,3 8 0 0 0,4 9 143 0 0,-1 0 1 0 0,7 24 0 0 0,-3-8-105 0 0,63 132 220 0 0,-77-173-414 0 0,1 1 0 0 0,-1-1-1 0 0,1 1 1 0 0,1-1 0 0 0,-1 0-1 0 0,0 1 1 0 0,1-1 0 0 0,0 1-1 0 0,1-6 1 0 0,14-44-211 0 0,-10 36 211 0 0,8-32 19 0 0,-5 16 112 0 0,2 1 0 0 0,0-1 1 0 0,2 2-1 0 0,23-41 0 0 0,-34 69-142 0 0,-1 1 0 0 0,0 0-1 0 0,1 0 1 0 0,0 0-1 0 0,-1 0 1 0 0,1 0-1 0 0,0 0 1 0 0,0 0-1 0 0,0 1 1 0 0,0-1-1 0 0,0 1 1 0 0,0-1-1 0 0,1 1 1 0 0,-1 0-1 0 0,0 0 1 0 0,1 0-1 0 0,-1 0 1 0 0,1 0-1 0 0,-1 1 1 0 0,1-1 0 0 0,-1 1-1 0 0,1-1 1 0 0,-1 1-1 0 0,1 0 1 0 0,0 0-1 0 0,-1 0 1 0 0,1 1-1 0 0,2 0 1 0 0,1 0-7 0 0,-1 1 1 0 0,1 1-1 0 0,-1-1 0 0 0,0 1 1 0 0,0 0-1 0 0,0 0 1 0 0,0 0-1 0 0,0 1 0 0 0,-1-1 1 0 0,0 1-1 0 0,7 8 1 0 0,-3-2-3 0 0,-1-1 1 0 0,0 1-1 0 0,-1 1 1 0 0,0-1-1 0 0,0 1 1 0 0,-1 0-1 0 0,5 17 1 0 0,17 84-4022 0 0,-21-81 237 0 0,0-2-2762 0 0</inkml:trace>
</inkml:ink>
</file>

<file path=ppt/ink/ink1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48.72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40 5529 0 0,'0'-1'175'0'0,"0"0"-1"0"0,0 0 1 0 0,0 0-1 0 0,0 1 1 0 0,0-1-1 0 0,0 0 1 0 0,0 0-1 0 0,0 0 1 0 0,1 1-1 0 0,-1-1 1 0 0,0 0 0 0 0,1 0-1 0 0,-1 0 1 0 0,1 1-1 0 0,-1-1 1 0 0,0 0-1 0 0,1 1 1 0 0,-1-1-1 0 0,1 1 1 0 0,0-1-1 0 0,-1 0 1 0 0,1 1-1 0 0,0-1 1 0 0,-1 1-1 0 0,1-1 1 0 0,0 1 0 0 0,-1 0-1 0 0,1-1 1 0 0,0 1-1 0 0,0 0 1 0 0,0 0-1 0 0,-1-1 1 0 0,1 1-1 0 0,1 0 1 0 0,0-1 154 0 0,1 0 0 0 0,-1 0 0 0 0,1 0-1 0 0,-1 1 1 0 0,1-1 0 0 0,-1 1 0 0 0,1 0 0 0 0,-1-1 0 0 0,1 1 0 0 0,0 0 0 0 0,2 1 0 0 0,-2 0-192 0 0,-1 0 0 0 0,0 1 0 0 0,0-1 0 0 0,1 1 0 0 0,-1-1 0 0 0,0 1 0 0 0,-1 0 0 0 0,1 0 0 0 0,0 0 0 0 0,0 0 0 0 0,-1 0 0 0 0,1 0 0 0 0,-1 0 0 0 0,0 0 0 0 0,0 1 0 0 0,1-1 0 0 0,-2 1 0 0 0,1-1 0 0 0,1 4 0 0 0,8 56 242 0 0,-7-37-183 0 0,2 2-160 0 0,-4-13-26 0 0,0-1-1 0 0,2 1 1 0 0,0-1-1 0 0,0 0 1 0 0,2 0-1 0 0,-1 0 1 0 0,13 23-1 0 0,-17-35-12 0 0,0-1 0 0 0,1 1 0 0 0,-1-1-1 0 0,0 1 1 0 0,0-1 0 0 0,1 1 0 0 0,-1-1 0 0 0,1 1 0 0 0,-1-1-1 0 0,0 1 1 0 0,1-1 0 0 0,-1 0 0 0 0,1 1 0 0 0,-1-1-1 0 0,1 0 1 0 0,-1 1 0 0 0,1-1 0 0 0,-1 0 0 0 0,1 0 0 0 0,-1 0-1 0 0,1 1 1 0 0,-1-1 0 0 0,1 0 0 0 0,-1 0 0 0 0,1 0 0 0 0,0 0-1 0 0,-1 0 1 0 0,1 0 0 0 0,-1 0 0 0 0,2 0 0 0 0,-1-1-12 0 0,-1 1 0 0 0,1-1-1 0 0,0 0 1 0 0,0 0 0 0 0,0 0 0 0 0,-1 1 0 0 0,1-1 0 0 0,0 0 0 0 0,-1 0 0 0 0,1 0 0 0 0,-1 0-1 0 0,1 0 1 0 0,-1 0 0 0 0,1-2 0 0 0,10-52-413 0 0,-9 42 405 0 0,-1 9 56 0 0,4-23 197 0 0,1-1 0 0 0,17-44 0 0 0,-21 66-148 0 0,1 0 0 0 0,-1 1-1 0 0,1-1 1 0 0,0 1 0 0 0,0 0 0 0 0,0 0-1 0 0,1 0 1 0 0,0 0 0 0 0,0 0 0 0 0,0 1-1 0 0,1 0 1 0 0,-1 0 0 0 0,1 0 0 0 0,0 0-1 0 0,0 1 1 0 0,0 0 0 0 0,1 0 0 0 0,10-5-1 0 0,-12 7-47 0 0,-1 1-1 0 0,1-1 0 0 0,0 0 0 0 0,0 1 0 0 0,-1 0 0 0 0,1 0 1 0 0,0 0-1 0 0,-1 0 0 0 0,1 1 0 0 0,0-1 0 0 0,-1 1 1 0 0,1 0-1 0 0,0 0 0 0 0,-1 0 0 0 0,1 1 0 0 0,-1-1 0 0 0,0 1 1 0 0,0 0-1 0 0,1 0 0 0 0,-1 0 0 0 0,0 0 0 0 0,0 0 1 0 0,-1 1-1 0 0,1-1 0 0 0,3 6 0 0 0,4 5-299 0 0,-1 0 0 0 0,0 1-1 0 0,-1 0 1 0 0,10 25 0 0 0,2 1-2457 0 0,-8-19-3636 0 0</inkml:trace>
</inkml:ink>
</file>

<file path=ppt/ink/ink1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49.29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75 644 6449 0 0,'3'-4'280'0'0,"0"1"0"0"0,0 1 0 0 0,1-1 0 0 0,-1 0 0 0 0,1 1 1 0 0,0 0-1 0 0,5-3 0 0 0,-1 0 373 0 0,-2 1-412 0 0,-1-1 0 0 0,1 0 0 0 0,-1-1-1 0 0,-1 1 1 0 0,1-1 0 0 0,-1 0 0 0 0,0 0-1 0 0,0 0 1 0 0,-1-1 0 0 0,0 1-1 0 0,0-1 1 0 0,0 0 0 0 0,-1 0 0 0 0,0 0-1 0 0,0 0 1 0 0,0-9 0 0 0,0 7-99 0 0,-1-1 0 0 0,0 1 0 0 0,0 0 0 0 0,-1-1 0 0 0,-1 1 0 0 0,0 0 0 0 0,0 0 0 0 0,0-1 0 0 0,-1 1 0 0 0,-1 0 0 0 0,1 0 0 0 0,-7-12 0 0 0,8 18-100 0 0,0 1-1 0 0,-1-1 1 0 0,1 0-1 0 0,-1 1 1 0 0,0-1 0 0 0,1 1-1 0 0,-1 0 1 0 0,-1-1 0 0 0,1 1-1 0 0,0 0 1 0 0,0 0 0 0 0,-1 0-1 0 0,1 1 1 0 0,-1-1 0 0 0,1 1-1 0 0,-1-1 1 0 0,0 1-1 0 0,0 0 1 0 0,0 0 0 0 0,1 0-1 0 0,-1 0 1 0 0,0 0 0 0 0,0 1-1 0 0,0-1 1 0 0,0 1 0 0 0,0 0-1 0 0,0 0 1 0 0,0 0 0 0 0,-1 1-1 0 0,1-1 1 0 0,0 0-1 0 0,1 1 1 0 0,-1 0 0 0 0,0 0-1 0 0,0 0 1 0 0,0 0 0 0 0,0 0-1 0 0,-2 2 1 0 0,0 0 26 0 0,1 0 0 0 0,-1 0 0 0 0,1 1 0 0 0,0-1 0 0 0,0 1 0 0 0,1 0 1 0 0,-1 0-1 0 0,1 0 0 0 0,-1 0 0 0 0,1 1 0 0 0,1-1 0 0 0,-1 1 0 0 0,1 0 0 0 0,-1-1 0 0 0,1 1 0 0 0,1 0 0 0 0,-1 1 1 0 0,1-1-1 0 0,0 0 0 0 0,0 0 0 0 0,0 8 0 0 0,1-5-171 0 0,1-1 0 0 0,0 1-1 0 0,0 0 1 0 0,1-1 0 0 0,0 1 0 0 0,0-1 0 0 0,1 0-1 0 0,0 0 1 0 0,0 0 0 0 0,1 0 0 0 0,0 0 0 0 0,0 0-1 0 0,0-1 1 0 0,1 0 0 0 0,0 0 0 0 0,0 0 0 0 0,1-1 0 0 0,-1 0-1 0 0,1 0 1 0 0,1 0 0 0 0,-1 0 0 0 0,0-1 0 0 0,1 0-1 0 0,0-1 1 0 0,8 4 0 0 0,-4-2-85 0 0,1-1 0 0 0,-1 0 1 0 0,1-1-1 0 0,0 0 0 0 0,0-1 0 0 0,0 0 0 0 0,1 0 1 0 0,-1-2-1 0 0,0 1 0 0 0,0-2 0 0 0,1 0 0 0 0,-1 0 0 0 0,0-1 1 0 0,0 0-1 0 0,14-6 0 0 0,-16 4-105 0 0,0 0 0 0 0,0-1-1 0 0,-1 0 1 0 0,0-1 0 0 0,0 0 0 0 0,0-1 0 0 0,-1 0 0 0 0,0 0-1 0 0,0-1 1 0 0,-1 0 0 0 0,0 0 0 0 0,0 0 0 0 0,-1-1-1 0 0,0 0 1 0 0,-1-1 0 0 0,1 1 0 0 0,-2-1 0 0 0,0 0-1 0 0,0 0 1 0 0,5-20 0 0 0,-1-13-264 0 0,-1 0 1 0 0,-2 0-1 0 0,-2-82 0 0 0,-2 74 1534 0 0,-1 41-738 0 0,-1-48 1446 0 0,1 54-1175 0 0,-1-1 0 0 0,0 1 0 0 0,1-1 1 0 0,-2 1-1 0 0,1 0 0 0 0,0-1 0 0 0,-1 1 0 0 0,0 0 0 0 0,0 0 0 0 0,-3-5 0 0 0,5 9-388 0 0,-1-1-1 0 0,1 1 0 0 0,-1-1 1 0 0,1 1-1 0 0,-1-1 1 0 0,1 1-1 0 0,-1-1 1 0 0,1 1-1 0 0,-1 0 1 0 0,0-1-1 0 0,1 1 0 0 0,-1 0 1 0 0,0 0-1 0 0,1-1 1 0 0,-1 1-1 0 0,0 0 1 0 0,1 0-1 0 0,-1 0 1 0 0,0 0-1 0 0,1 0 1 0 0,-1 0-1 0 0,0 0 0 0 0,0 0 1 0 0,1 0-1 0 0,-1 0 1 0 0,0 0-1 0 0,1 0 1 0 0,-1 1-1 0 0,0-1 1 0 0,1 0-1 0 0,-1 1 0 0 0,0-1 1 0 0,1 0-1 0 0,-1 1 1 0 0,1-1-1 0 0,-1 0 1 0 0,1 1-1 0 0,-1-1 1 0 0,1 1-1 0 0,-1-1 1 0 0,1 1-1 0 0,-1-1 0 0 0,1 1 1 0 0,-1 0-1 0 0,1-1 1 0 0,0 1-1 0 0,-1 0 1 0 0,1-1-1 0 0,0 2 1 0 0,-3 1 139 0 0,1 1-1 0 0,0 0 1 0 0,0 1 0 0 0,0-1 0 0 0,0 0 0 0 0,-1 6 0 0 0,1 5-124 0 0,1 1 0 0 0,1 0 0 0 0,0 0-1 0 0,0 0 1 0 0,6 28 0 0 0,24 80 819 0 0,-14-63-775 0 0,11 56-758 0 0,-11-40-533 0 0,4-2 1 0 0,31 80-1 0 0,-32-110-233 0 0</inkml:trace>
</inkml:ink>
</file>

<file path=ppt/ink/ink1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50.20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47 25 10138 0 0,'0'-1'141'0'0,"0"0"-1"0"0,-1 0 0 0 0,1 0 1 0 0,0 0-1 0 0,0 1 0 0 0,0-1 1 0 0,0 0-1 0 0,0 0 0 0 0,0 0 1 0 0,0 0-1 0 0,0 1 0 0 0,1-1 1 0 0,-1 0-1 0 0,0 0 0 0 0,0 0 1 0 0,1 1-1 0 0,-1-1 0 0 0,0 0 1 0 0,1 0-1 0 0,-1 1 0 0 0,1-1 1 0 0,-1 0-1 0 0,1 1 1 0 0,-1-1-1 0 0,1 0 0 0 0,0 1 1 0 0,-1-1-1 0 0,1 1 0 0 0,0-1 1 0 0,-1 1-1 0 0,1-1 0 0 0,1 0 1 0 0,-1 2-57 0 0,0-1 1 0 0,0 1-1 0 0,0-1 1 0 0,0 1 0 0 0,0-1-1 0 0,-1 1 1 0 0,1 0-1 0 0,0-1 1 0 0,0 1 0 0 0,-1 0-1 0 0,1 0 1 0 0,0-1-1 0 0,-1 1 1 0 0,1 0-1 0 0,-1 0 1 0 0,1 0 0 0 0,-1 0-1 0 0,1 0 1 0 0,-1 0-1 0 0,0 0 1 0 0,1 0 0 0 0,-1 0-1 0 0,0 0 1 0 0,0 0-1 0 0,0 1 1 0 0,3 16 206 0 0,-1 0 1 0 0,-1 0-1 0 0,-1 0 0 0 0,-4 35 1 0 0,-19 75 31 0 0,6-43-413 0 0,1-8-481 0 0,7-32-1113 0 0,1-1-4076 0 0,6-30 1149 0 0</inkml:trace>
</inkml:ink>
</file>

<file path=ppt/ink/ink1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50.6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 57 7370 0 0,'0'0'17'0'0,"0"0"0"0"0,0-1 1 0 0,0 1-1 0 0,0 0 0 0 0,0 0 1 0 0,0 0-1 0 0,0 0 0 0 0,0 0 1 0 0,-1 0-1 0 0,1-1 0 0 0,0 1 1 0 0,0 0-1 0 0,0 0 1 0 0,0 0-1 0 0,0 0 0 0 0,0 0 1 0 0,0 0-1 0 0,-1 0 0 0 0,1 0 1 0 0,0 0-1 0 0,0 0 0 0 0,0-1 1 0 0,0 1-1 0 0,0 0 0 0 0,-1 0 1 0 0,1 0-1 0 0,0 0 1 0 0,0 0-1 0 0,0 0 0 0 0,0 0 1 0 0,0 0-1 0 0,-1 0 0 0 0,1 0 1 0 0,0 0-1 0 0,0 0 0 0 0,0 1 1 0 0,0-1-1 0 0,0 0 0 0 0,-1 0 1 0 0,1 0-1 0 0,0 0 1 0 0,0 0-1 0 0,0 0 0 0 0,0 0 1 0 0,0 0-1 0 0,0 0 0 0 0,-1 0 1 0 0,1 0-1 0 0,0 1 0 0 0,0-1 1 0 0,0 0-1 0 0,0 0 0 0 0,0 0 1 0 0,0 0-1 0 0,0 0 1 0 0,0 0-1 0 0,0 1 0 0 0,0-1 1 0 0,-3 16 2509 0 0,7-4-2127 0 0,1 0-1 0 0,-1 0 1 0 0,2 0 0 0 0,0 0-1 0 0,0-1 1 0 0,1 0 0 0 0,14 16-1 0 0,12 21 809 0 0,-14-13-891 0 0,-14-24-211 0 0,1 0 1 0 0,0 0-1 0 0,0-1 0 0 0,1 0 1 0 0,1 0-1 0 0,14 16 0 0 0,-20-25-107 0 0,-1 0 0 0 0,0 0 0 0 0,1 0 0 0 0,-1 0 0 0 0,1 0 0 0 0,-1-1 0 0 0,1 1 0 0 0,0 0 0 0 0,-1-1 0 0 0,1 1 0 0 0,0-1 0 0 0,-1 1 0 0 0,1-1 0 0 0,0 0 0 0 0,0 0 0 0 0,-1 0 0 0 0,1 0 0 0 0,0 0 0 0 0,0 0 0 0 0,-1 0 0 0 0,1 0 0 0 0,2-2 0 0 0,-1 1-2 0 0,0 0-1 0 0,0-1 0 0 0,0 0 0 0 0,0 0 0 0 0,0 0 0 0 0,0 0 0 0 0,-1 0 0 0 0,1-1 0 0 0,-1 1 0 0 0,4-6 0 0 0,2-4 6 0 0,0 0 0 0 0,-1-1 0 0 0,-1 0 0 0 0,7-17 0 0 0,0-10 209 0 0,13-71-1 0 0,-4 16 747 0 0,-22 95-908 0 0,0 0-1 0 0,0-1 0 0 0,0 1 1 0 0,0-1-1 0 0,0 1 1 0 0,0 0-1 0 0,0-1 0 0 0,1 1 1 0 0,-1 0-1 0 0,0-1 1 0 0,0 1-1 0 0,0 0 1 0 0,0-1-1 0 0,1 1 0 0 0,-1 0 1 0 0,0-1-1 0 0,0 1 1 0 0,1 0-1 0 0,-1 0 0 0 0,0-1 1 0 0,1 1-1 0 0,-1 0 1 0 0,0 0-1 0 0,1 0 1 0 0,-1-1-1 0 0,0 1 0 0 0,1 0 1 0 0,-1 0-1 0 0,0 0 1 0 0,1 0-1 0 0,-1 0 0 0 0,1 0 1 0 0,-1 0-1 0 0,0 0 1 0 0,1 0-1 0 0,-1 0 1 0 0,1 0-1 0 0,-1 0 0 0 0,0 0 1 0 0,1 0-1 0 0,-1 0 1 0 0,18 13 696 0 0,10 24-398 0 0,-8 3-436 0 0,-2 0-1 0 0,-1 1 1 0 0,18 74 0 0 0,-14-46-1760 0 0,-8-27-4889 0 0</inkml:trace>
</inkml:ink>
</file>

<file path=ppt/ink/ink1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50.98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87 51 8754 0 0,'-4'1'64'0'0,"1"1"-1"0"0,-1-1 1 0 0,1 1-1 0 0,0 0 1 0 0,0 0 0 0 0,0 0-1 0 0,0 1 1 0 0,0-1 0 0 0,0 1-1 0 0,1 0 1 0 0,-1-1 0 0 0,1 1-1 0 0,-1 0 1 0 0,1 0 0 0 0,0 1-1 0 0,1-1 1 0 0,-1 0 0 0 0,-2 7-1 0 0,-4 8 460 0 0,1 1 0 0 0,-5 20 0 0 0,10-30-452 0 0,1-1-1 0 0,-1 1 1 0 0,2-1 0 0 0,-1 1 0 0 0,1-1-1 0 0,0 1 1 0 0,1-1 0 0 0,0 1-1 0 0,0-1 1 0 0,1 0 0 0 0,0 1 0 0 0,1-1-1 0 0,-1 0 1 0 0,2 0 0 0 0,-1 0 0 0 0,1-1-1 0 0,0 1 1 0 0,1-1 0 0 0,0 0 0 0 0,0 0-1 0 0,0-1 1 0 0,1 1 0 0 0,0-1 0 0 0,0 0-1 0 0,12 8 1 0 0,-7-5-272 0 0,0-2 0 0 0,1 0 0 0 0,0 0 0 0 0,0-1 0 0 0,0 0 0 0 0,0-1 0 0 0,1 0 0 0 0,0-1 0 0 0,0-1 0 0 0,0 0 0 0 0,1-1 0 0 0,-1 0 0 0 0,1-1 0 0 0,-1 0 0 0 0,24-3 1 0 0,-32 2 195 0 0,1-1 1 0 0,-1 0-1 0 0,1-1 1 0 0,-1 1-1 0 0,0-1 1 0 0,1 0 0 0 0,-1 0-1 0 0,0-1 1 0 0,0 1-1 0 0,-1-1 1 0 0,1 0-1 0 0,-1 0 1 0 0,1-1 0 0 0,-1 1-1 0 0,0-1 1 0 0,0 0-1 0 0,0 0 1 0 0,-1-1-1 0 0,4-5 1 0 0,-3 4 210 0 0,-1-1 0 0 0,-1 0 0 0 0,1 0-1 0 0,-1 0 1 0 0,0 0 0 0 0,-1 0 0 0 0,1 0 0 0 0,-1 0 0 0 0,-1 0 0 0 0,0-1-1 0 0,0 1 1 0 0,0 0 0 0 0,-1-1 0 0 0,-1-7 0 0 0,-1 0 46 0 0,-1 0 0 0 0,0 0 0 0 0,-1 0 0 0 0,-1 0 0 0 0,0 1 0 0 0,-1 0 0 0 0,0 0 1 0 0,-1 1-1 0 0,-1 0 0 0 0,0 0 0 0 0,-1 1 0 0 0,-13-13 0 0 0,14 16-419 0 0,-1 0 1 0 0,0 1-1 0 0,0 0 0 0 0,-1 1 0 0 0,0 0 1 0 0,-1 0-1 0 0,1 1 0 0 0,-1 1 0 0 0,0 0 1 0 0,-1 1-1 0 0,1 0 0 0 0,-1 1 0 0 0,0 0 1 0 0,-25-1-1 0 0,8 3-4930 0 0</inkml:trace>
</inkml:ink>
</file>

<file path=ppt/ink/ink1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51.31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197 19 5529 0 0,'7'-15'609'0'0,"-12"11"513"0"0,-23 12 618 0 0,22-6-1754 0 0,-10 3 356 0 0,1 1 1 0 0,0 1-1 0 0,0 0 1 0 0,1 1-1 0 0,-1 1 1 0 0,2 0-1 0 0,-1 1 0 0 0,-19 19 1 0 0,31-27-273 0 0,1 0 0 0 0,0-1 0 0 0,-1 1 0 0 0,1 0 1 0 0,0 0-1 0 0,0 0 0 0 0,0 0 0 0 0,0-1 0 0 0,0 1 0 0 0,1 1 0 0 0,-1-1 0 0 0,1 0 0 0 0,-1 0 1 0 0,1 0-1 0 0,0 0 0 0 0,-1 0 0 0 0,1 0 0 0 0,0 1 0 0 0,1 1 0 0 0,0-1-8 0 0,0 1-1 0 0,0-1 0 0 0,0 1 1 0 0,0-1-1 0 0,1 0 0 0 0,0 0 1 0 0,0 0-1 0 0,-1 0 0 0 0,2 0 1 0 0,3 5-1 0 0,6 4 32 0 0,0-1 1 0 0,2 0-1 0 0,27 18 1 0 0,-26-19 9 0 0,26 15 162 0 0,25 18 153 0 0,-61-40-380 0 0,-1 1-1 0 0,1 0 1 0 0,-1 0-1 0 0,0 0 1 0 0,0 0-1 0 0,-1 1 1 0 0,1 0-1 0 0,-1-1 1 0 0,0 1-1 0 0,3 7 1 0 0,-6-10-27 0 0,1 0 0 0 0,-1 0 0 0 0,0 0 0 0 0,0 0 0 0 0,0 0 0 0 0,0 0 0 0 0,0 0 0 0 0,0 1 0 0 0,0-1 0 0 0,-1 0 0 0 0,1 0 0 0 0,-1 0 0 0 0,1 0 0 0 0,-1 0 0 0 0,0 0 0 0 0,0 0 0 0 0,0 0 0 0 0,0-1 0 0 0,0 1 1 0 0,0 0-1 0 0,-1 0 0 0 0,1-1 0 0 0,0 1 0 0 0,-1-1 0 0 0,0 1 0 0 0,1-1 0 0 0,-1 0 0 0 0,0 0 0 0 0,0 1 0 0 0,1-1 0 0 0,-5 1 0 0 0,-6 5 51 0 0,-1-1 1 0 0,0 0-1 0 0,-19 5 1 0 0,32-11-65 0 0,-48 12-4466 0 0,24-6-622 0 0</inkml:trace>
</inkml:ink>
</file>

<file path=ppt/ink/ink1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51.83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18 50 10138 0 0,'-16'-5'977'0'0,"15"5"-934"0"0,1 0-1 0 0,0 0 1 0 0,0 0-1 0 0,0-1 1 0 0,0 1-1 0 0,0 0 1 0 0,0 0-1 0 0,0 0 1 0 0,0-1-1 0 0,0 1 1 0 0,-1 0-1 0 0,1 0 1 0 0,0 0-1 0 0,0-1 1 0 0,0 1-1 0 0,0 0 1 0 0,0 0-1 0 0,0 0 1 0 0,0-1-1 0 0,0 1 1 0 0,0 0-1 0 0,0 0 1 0 0,0 0-1 0 0,1-1 1 0 0,-1 1-1 0 0,0 0 1 0 0,0 0-1 0 0,0 0 1 0 0,0 0-1 0 0,0-1 1 0 0,0 1-1 0 0,0 0 1 0 0,0 0-1 0 0,1 0 1 0 0,-1 0-1 0 0,0-1 1 0 0,0 1-1 0 0,1 0 1 0 0,27-17 2537 0 0,-18 12-2668 0 0,-7 3 151 0 0,0 0 0 0 0,1 0 1 0 0,-1 0-1 0 0,1 1 1 0 0,0-1-1 0 0,-1 1 0 0 0,1 0 1 0 0,0 0-1 0 0,0 1 1 0 0,0-1-1 0 0,0 1 0 0 0,0 0 1 0 0,5 0-1 0 0,-6 1 95 0 0,0 0-1 0 0,0 0 0 0 0,0 1 1 0 0,0-1-1 0 0,0 1 1 0 0,0 0-1 0 0,-1-1 0 0 0,1 1 1 0 0,-1 0-1 0 0,0 1 1 0 0,1-1-1 0 0,-1 0 0 0 0,0 1 1 0 0,0-1-1 0 0,0 1 1 0 0,-1 0-1 0 0,3 3 0 0 0,3 8 154 0 0,1 0 0 0 0,-2 1 0 0 0,0 0 0 0 0,0 1 0 0 0,-2-1 0 0 0,5 25-1 0 0,7 102 164 0 0,-9-71-366 0 0,-5-47-751 0 0,1 0-1 0 0,2 0 1 0 0,11 38-1 0 0,-7-41-6298 0 0</inkml:trace>
</inkml:ink>
</file>

<file path=ppt/ink/ink1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52.03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9 133 7370 0 0,'-1'-1'96'0'0,"0"-1"0"0"0,0 0 1 0 0,0 1-1 0 0,0-1 1 0 0,0 0-1 0 0,1 0 1 0 0,-1 0-1 0 0,1 0 1 0 0,-1 0-1 0 0,1 0 0 0 0,0 0 1 0 0,0 0-1 0 0,0 0 1 0 0,0 0-1 0 0,0 0 1 0 0,0 1-1 0 0,0-1 0 0 0,1 0 1 0 0,-1 0-1 0 0,1 0 1 0 0,-1 0-1 0 0,1 0 1 0 0,1-3-1 0 0,1 0 232 0 0,0 1 0 0 0,0 0 0 0 0,1 0-1 0 0,-1 0 1 0 0,1 1 0 0 0,0-1 0 0 0,0 1 0 0 0,6-4 0 0 0,1 1-278 0 0,-1 0 1 0 0,2 0-1 0 0,-1 1 1 0 0,0 0-1 0 0,1 1 1 0 0,0 0-1 0 0,20-2 1 0 0,-24 4-353 0 0,1 1 0 0 0,0 0 0 0 0,0 0 1 0 0,-1 1-1 0 0,1 0 0 0 0,0 1 1 0 0,0 0-1 0 0,-1 0 0 0 0,1 1 0 0 0,-1 0 1 0 0,13 5-1 0 0,-6 3 319 0 0,-3 2 70 0 0</inkml:trace>
</inkml:ink>
</file>

<file path=ppt/ink/ink1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52.22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54 85 4609 0 0,'-15'13'-29'0'0,"12"-11"459"0"0,-1 1 0 0 0,1 0 0 0 0,0-1 1 0 0,0 1-1 0 0,0 0 0 0 0,0 0 0 0 0,1 0 0 0 0,-1 1 0 0 0,1-1 0 0 0,0 1 0 0 0,0-1 0 0 0,0 1 0 0 0,-1 4 0 0 0,3-7-394 0 0,0-1 1 0 0,0 0-1 0 0,0 0 1 0 0,0 1-1 0 0,0-1 1 0 0,0 0-1 0 0,0 1 1 0 0,0-1-1 0 0,0 0 1 0 0,0 0-1 0 0,0 1 0 0 0,0-1 1 0 0,0 0-1 0 0,0 0 1 0 0,1 1-1 0 0,-1-1 1 0 0,0 0-1 0 0,0 0 1 0 0,0 1-1 0 0,0-1 1 0 0,1 0-1 0 0,-1 0 0 0 0,0 0 1 0 0,0 0-1 0 0,0 1 1 0 0,1-1-1 0 0,-1 0 1 0 0,0 0-1 0 0,0 0 1 0 0,1 0-1 0 0,-1 0 1 0 0,0 1-1 0 0,0-1 0 0 0,1 0 1 0 0,-1 0-1 0 0,0 0 1 0 0,0 0-1 0 0,1 0 1 0 0,-1 0-1 0 0,17-2-57 0 0,15-7-1598 0 0,-32 9 1598 0 0,130-42-2269 0 0,22-8 143 0 0,-64 13 2075 0 0,-59 24 72 0 0</inkml:trace>
</inkml:ink>
</file>

<file path=ppt/ink/ink1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52.44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24 0 1376 0 0,'-9'6'7393'0'0,"8"-4"-7041"0"0,-6 16 3375 0 0,1 20-330 0 0,5 41 303 0 0,14 43-2519 0 0,-7-68-1098 0 0,9 59-2621 0 0,-12-95 919 0 0</inkml:trace>
</inkml:ink>
</file>

<file path=ppt/ink/ink1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52.58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7 238 3225 0 0,'-3'-33'-677'0'0,"1"14"2259"0"0,1 0 0 0 0,1 0 0 0 0,0 0 0 0 0,1 0 0 0 0,5-25 0 0 0,-5 41-1431 0 0,0-1 1 0 0,0 1-1 0 0,0-1 1 0 0,1 1 0 0 0,-1-1-1 0 0,1 1 1 0 0,0 0-1 0 0,0 0 1 0 0,0 0 0 0 0,0 0-1 0 0,0 0 1 0 0,1 1-1 0 0,0-1 1 0 0,-1 1 0 0 0,1-1-1 0 0,0 1 1 0 0,5-3 0 0 0,-4 3-542 0 0,0 1 1 0 0,0-1 0 0 0,0 1-1 0 0,1 0 1 0 0,-1 0 0 0 0,0 1-1 0 0,1-1 1 0 0,-1 1 0 0 0,0 0-1 0 0,1 0 1 0 0,4 1 0 0 0,4 0-3515 0 0</inkml:trace>
</inkml:ink>
</file>

<file path=ppt/ink/ink1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52.87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38 0 2761 0 0,'-9'13'-127'0'0,"-13"20"2388"0"0,21-31-2077 0 0,0-1-1 0 0,0 1 1 0 0,1 0 0 0 0,-1 0-1 0 0,1 0 1 0 0,-1-1 0 0 0,1 1-1 0 0,-1 0 1 0 0,1 0 0 0 0,0 0 0 0 0,0 0-1 0 0,0 0 1 0 0,0-1 0 0 0,0 1-1 0 0,0 0 1 0 0,1 3 0 0 0,0-4-204 0 0,-1 0 1 0 0,1-1-1 0 0,-1 1 1 0 0,1-1 0 0 0,-1 1-1 0 0,1-1 1 0 0,0 1-1 0 0,-1-1 1 0 0,1 1 0 0 0,0-1-1 0 0,-1 1 1 0 0,1-1-1 0 0,0 0 1 0 0,-1 1 0 0 0,1-1-1 0 0,0 0 1 0 0,0 0-1 0 0,-1 0 1 0 0,1 0 0 0 0,0 1-1 0 0,0-1 1 0 0,1 0-1 0 0,26-1-700 0 0,-3 2 681 0 0,-24-1 33 0 0,0 0 0 0 0,0 0-1 0 0,0 1 1 0 0,0-1 0 0 0,0 0 0 0 0,0 1 0 0 0,0-1-1 0 0,0 1 1 0 0,0-1 0 0 0,-1 1 0 0 0,1-1-1 0 0,0 1 1 0 0,0 0 0 0 0,0-1 0 0 0,-1 1 0 0 0,1 0-1 0 0,0 0 1 0 0,-1-1 0 0 0,1 1 0 0 0,-1 0-1 0 0,1 0 1 0 0,-1 0 0 0 0,1 0 0 0 0,-1 0 0 0 0,0 0-1 0 0,1 1 1 0 0,-1 1-4 0 0,0-1-1 0 0,0 0 1 0 0,0 0 0 0 0,-1 0-1 0 0,1 0 1 0 0,-1 0 0 0 0,1 0 0 0 0,-1 0-1 0 0,0 0 1 0 0,1 0 0 0 0,-1 0-1 0 0,-2 2 1 0 0,0 2-22 0 0,-2 0-1 0 0,1 0 1 0 0,0 0 0 0 0,-1-1 0 0 0,0 0-1 0 0,-10 8 1 0 0,14-12 75 0 0,-1 0 1 0 0,0 0-1 0 0,0 0 0 0 0,1 1 1 0 0,-1-1-1 0 0,1 0 0 0 0,-1 1 1 0 0,1-1-1 0 0,0 1 0 0 0,-1 0 1 0 0,1-1-1 0 0,0 1 0 0 0,0 0 1 0 0,0 0-1 0 0,0-1 0 0 0,-1 5 1 0 0,3-5 115 0 0,-1 0 0 0 0,1 0 1 0 0,-1 0-1 0 0,1 0 0 0 0,-1 1 0 0 0,1-1 1 0 0,0 0-1 0 0,-1 0 0 0 0,1 0 1 0 0,0 0-1 0 0,0-1 0 0 0,0 1 0 0 0,0 0 1 0 0,0 0-1 0 0,0 0 0 0 0,0-1 0 0 0,0 1 1 0 0,0 0-1 0 0,0-1 0 0 0,0 1 1 0 0,0-1-1 0 0,1 1 0 0 0,-1-1 0 0 0,0 0 1 0 0,0 0-1 0 0,0 1 0 0 0,1-1 1 0 0,1 0-1 0 0,28 7-124 0 0,53 5 1 0 0,-62-10-4249 0 0</inkml:trace>
</inkml:ink>
</file>

<file path=ppt/ink/ink1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53.19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14 124 3681 0 0,'-1'-1'134'0'0,"-1"0"1"0"0,1 0 0 0 0,0 0-1 0 0,1 0 1 0 0,-1 0 0 0 0,0 0-1 0 0,0 0 1 0 0,0 0 0 0 0,1 0-1 0 0,-1-1 1 0 0,0 1 0 0 0,1 0-1 0 0,-1 0 1 0 0,1-1 0 0 0,0 1-1 0 0,-1 0 1 0 0,1-1 0 0 0,0 1-1 0 0,0-1 1 0 0,0 1 0 0 0,0 0-1 0 0,0-1 1 0 0,0 1 0 0 0,0-2-1 0 0,2 0 221 0 0,-1 1 0 0 0,0 0 0 0 0,1-1-1 0 0,-1 1 1 0 0,1 0 0 0 0,0 0 0 0 0,0 0 0 0 0,-1 0 0 0 0,1 0-1 0 0,1 0 1 0 0,-1 1 0 0 0,3-2 0 0 0,8-5 107 0 0,0 0 0 0 0,1 1 0 0 0,-1 1-1 0 0,2 0 1 0 0,-1 1 0 0 0,1 1 0 0 0,25-5 0 0 0,-8 4-1613 0 0,-1 2 0 0 0,55 0-1 0 0,-62 4-3251 0 0</inkml:trace>
</inkml:ink>
</file>

<file path=ppt/ink/ink1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53.34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36 1 3049 0 0,'-4'3'212'0'0,"1"0"0"0"0,0 0 1 0 0,0 1-1 0 0,1-1 1 0 0,-1 1-1 0 0,1-1 0 0 0,0 1 1 0 0,-1 0-1 0 0,2 0 1 0 0,-1 0-1 0 0,0 0 0 0 0,1 0 1 0 0,0 0-1 0 0,0 1 1 0 0,0-1-1 0 0,0 0 0 0 0,1 1 1 0 0,0 6-1 0 0,-1 11 1348 0 0,2 0 0 0 0,3 28-1 0 0,-4-46-1593 0 0,13 86-18 0 0,-9-69-4135 0 0</inkml:trace>
</inkml:ink>
</file>

<file path=ppt/ink/ink1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53.52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2 8290 0 0,'-1'-2'736'0'0,"0"2"-520"0"0,1 2-144 0 0,1-1-72 0 0,2 2 96 0 0,1 2-24 0 0,5 1-8 0 0,2 1 8 0 0</inkml:trace>
</inkml:ink>
</file>

<file path=ppt/ink/ink1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55.4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115 916 8290 0 0,'-8'0'283'0'0,"1"1"1"0"0,0 1-1 0 0,-1-1 1 0 0,1 1-1 0 0,0 0 0 0 0,0 1 1 0 0,-10 5-1 0 0,14-7-268 0 0,0 1-1 0 0,0-1 0 0 0,0 1 0 0 0,0 0 0 0 0,0 0 0 0 0,0 0 0 0 0,1 0 1 0 0,-1 0-1 0 0,1 0 0 0 0,-1 1 0 0 0,1-1 0 0 0,0 1 0 0 0,0 0 1 0 0,0 0-1 0 0,1 0 0 0 0,-1-1 0 0 0,0 2 0 0 0,0 3 0 0 0,2-6-5 0 0,0 0 1 0 0,0 0-1 0 0,0 0 0 0 0,0 0 0 0 0,0 1 0 0 0,0-1 0 0 0,0 0 0 0 0,1 0 0 0 0,-1 0 0 0 0,1 0 1 0 0,-1 0-1 0 0,1 0 0 0 0,-1 0 0 0 0,1 0 0 0 0,-1 0 0 0 0,1 0 0 0 0,0-1 0 0 0,-1 1 1 0 0,1 0-1 0 0,0 0 0 0 0,0-1 0 0 0,0 1 0 0 0,0 0 0 0 0,0-1 0 0 0,0 1 0 0 0,0-1 0 0 0,0 1 1 0 0,0-1-1 0 0,0 1 0 0 0,0-1 0 0 0,0 0 0 0 0,0 1 0 0 0,0-1 0 0 0,0 0 0 0 0,0 0 1 0 0,0 0-1 0 0,0 0 0 0 0,0 0 0 0 0,1 0 0 0 0,1-1 0 0 0,50-4 1085 0 0,-49 5-1001 0 0,131-29 1677 0 0,30-5-745 0 0,107-17-672 0 0,-114 20-405 0 0,27 4 46 0 0,32-8 107 0 0,522-87 2033 0 0,-607 103-1835 0 0,-7 1-139 0 0,576-101 225 0 0,-393 62 113 0 0,-96 19-220 0 0,17 3-163 0 0,39-8-14 0 0,111-22 127 0 0,-170 32-136 0 0,864-84 199 0 0,-915 104-278 0 0,629-19 66 0 0,2 43 16 0 0,-152-14 53 0 0,-16-1 322 0 0,-179 20-237 0 0,76 2-67 0 0,1-30 162 0 0,413-83 1143 0 0,-889 88-1710 0 0,-24 3-2309 0 0,-8 2-1193 0 0,6-1-3411 0 0</inkml:trace>
</inkml:ink>
</file>

<file path=ppt/ink/ink1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04.29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61 375 920 0 0,'-12'2'1514'0'0,"0"0"0"0"0,1 1-1 0 0,-14 7 1190 0 0,33-7-2169 0 0,11 0 2 0 0,321-17 2552 0 0,-187 3-2530 0 0,448-11 798 0 0,90-5-1036 0 0,765-48 1271 0 0,-274 22-7 0 0,-127 4-1191 0 0,323-12 1218 0 0,-691 29-1226 0 0,63-2-61 0 0,-625 29-315 0 0,229-4 64 0 0,-138 7 159 0 0,122 1 54 0 0,-189-2-140 0 0,63 4-1690 0 0,-190 1-3259 0 0,-5 1-1582 0 0</inkml:trace>
</inkml:ink>
</file>

<file path=ppt/ink/ink1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05.68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43 4145 0 0,'0'-3'596'0'0,"0"0"0"0"0,0 1 1 0 0,0-1-1 0 0,0 0 0 0 0,1 0 1 0 0,-1 0-1 0 0,1 0 0 0 0,0 1 1 0 0,0-1-1 0 0,0 0 0 0 0,0 0 0 0 0,5-5 1256 0 0,-6 8-1713 0 0,0 0 1 0 0,1 0-1 0 0,-1 0 0 0 0,0-1 1 0 0,1 1-1 0 0,-1 0 1 0 0,0 0-1 0 0,1 0 1 0 0,-1 0-1 0 0,0 0 0 0 0,1 0 1 0 0,-1 0-1 0 0,1 0 1 0 0,-1 0-1 0 0,0 1 1 0 0,3 0 975 0 0,-3-1-976 0 0,16 20 1860 0 0,-2 8-1269 0 0,-1 1 0 0 0,-1 0 0 0 0,14 55 0 0 0,9 95 41 0 0,-26-121-746 0 0,2 0 0 0 0,37 107 0 0 0,-43-152-58 0 0,1-1 0 0 0,0 0-1 0 0,10 14 1 0 0,3-3-2418 0 0</inkml:trace>
</inkml:ink>
</file>

<file path=ppt/ink/ink1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05.96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1 227 2304 0 0,'0'-11'684'0'0,"0"1"-1"0"0,1-1 1 0 0,0 0-1 0 0,1 1 0 0 0,0-1 1 0 0,1 1-1 0 0,0 0 0 0 0,1 0 1 0 0,0 0-1 0 0,0 0 0 0 0,1 1 1 0 0,10-16-1 0 0,-9 19-367 0 0,-1-1 0 0 0,1 1 0 0 0,1-1-1 0 0,-1 2 1 0 0,1-1 0 0 0,0 1 0 0 0,0 0 0 0 0,1 0 0 0 0,-1 1 0 0 0,1 0 0 0 0,0 1 0 0 0,0-1-1 0 0,1 1 1 0 0,-1 1 0 0 0,17-3 0 0 0,-17 4-117 0 0,0 1-1 0 0,1-1 1 0 0,-1 2-1 0 0,0-1 1 0 0,1 1-1 0 0,-1 1 1 0 0,0-1-1 0 0,0 1 1 0 0,0 1-1 0 0,0 0 1 0 0,0 0-1 0 0,-1 0 1 0 0,1 1-1 0 0,-1 0 0 0 0,13 9 1 0 0,-13-7-190 0 0,1 0 1 0 0,-1 0-1 0 0,0 0 0 0 0,-1 1 0 0 0,1 0 1 0 0,-1 0-1 0 0,-1 1 0 0 0,0-1 1 0 0,0 1-1 0 0,0 1 0 0 0,-1-1 1 0 0,0 0-1 0 0,5 18 0 0 0,-8-22-60 0 0,0-1 1 0 0,-1 0-1 0 0,0 1 0 0 0,1-1 1 0 0,-1 0-1 0 0,-1 1 0 0 0,1-1 0 0 0,0 0 1 0 0,-1 0-1 0 0,0 1 0 0 0,1-1 0 0 0,-1 0 1 0 0,-1 0-1 0 0,1 0 0 0 0,0 0 0 0 0,-1 0 1 0 0,1 0-1 0 0,-1 0 0 0 0,0 0 1 0 0,0 0-1 0 0,0-1 0 0 0,-1 1 0 0 0,1-1 1 0 0,0 0-1 0 0,-1 0 0 0 0,0 0 0 0 0,-3 3 1 0 0,-1-1-355 0 0,-1 1-1 0 0,0-2 1 0 0,0 1 0 0 0,0-1 0 0 0,0 0 0 0 0,0 0 0 0 0,-1-1 0 0 0,1-1-1 0 0,-14 2 1 0 0,6-1-4765 0 0</inkml:trace>
</inkml:ink>
</file>

<file path=ppt/ink/ink1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06.5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69 10594 0 0,'68'-20'5269'0'0,"75"-18"-1012"0"0,-125 34-4558 0 0,0 1 0 0 0,0 1 0 0 0,1 1 0 0 0,-1 1 0 0 0,1 0 0 0 0,19 3 0 0 0,-21 0-6238 0 0</inkml:trace>
</inkml:ink>
</file>

<file path=ppt/ink/ink1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07.19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24 60 8754 0 0,'-20'-50'6682'0'0,"17"41"-3283"0"0,12 36-2150 0 0,24 76-933 0 0,35 97 224 0 0,-61-185-492 0 0,0-1-1 0 0,1 0 0 0 0,1-1 1 0 0,0 0-1 0 0,1 0 0 0 0,0-1 0 0 0,1 0 1 0 0,0-1-1 0 0,1 0 0 0 0,16 11 1 0 0,-21-17-11 0 0,0 0 0 0 0,1-1 1 0 0,0 0-1 0 0,-1 0 0 0 0,2-1 1 0 0,-1 0-1 0 0,0 0 0 0 0,0-1 1 0 0,10 1-1 0 0,-12-2-24 0 0,0-1 1 0 0,0 0-1 0 0,0 0 1 0 0,0-1 0 0 0,0 1-1 0 0,0-1 1 0 0,0 0-1 0 0,0-1 1 0 0,0 0-1 0 0,0 0 1 0 0,-1 0-1 0 0,1 0 1 0 0,-1-1-1 0 0,6-3 1 0 0,-5 1 13 0 0,-1 0 0 0 0,1 0 1 0 0,-1 0-1 0 0,0-1 0 0 0,0 1 1 0 0,0-1-1 0 0,-1 0 0 0 0,0-1 1 0 0,0 1-1 0 0,-1-1 0 0 0,0 0 1 0 0,0 0-1 0 0,0 0 0 0 0,-1 0 1 0 0,0 0-1 0 0,0 0 0 0 0,-1-1 0 0 0,0 1 1 0 0,0 0-1 0 0,-1-1 0 0 0,0 1 1 0 0,-2-14-1 0 0,2 14-179 0 0,-1 0 1 0 0,-1 1-1 0 0,1-1 1 0 0,-1 0-1 0 0,-1 1 0 0 0,1 0 1 0 0,-1-1-1 0 0,0 1 1 0 0,0 0-1 0 0,-1 0 0 0 0,-4-6 1 0 0,4 8-318 0 0,1 0 1 0 0,-1 1 0 0 0,1-1-1 0 0,-1 1 1 0 0,0 0 0 0 0,-1 0-1 0 0,1 0 1 0 0,0 1 0 0 0,-1 0-1 0 0,0-1 1 0 0,1 1 0 0 0,-1 1-1 0 0,0-1 1 0 0,0 1 0 0 0,0 0-1 0 0,-5-1 1 0 0</inkml:trace>
</inkml:ink>
</file>

<file path=ppt/ink/ink1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07.68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115 38 7370 0 0,'1'-1'224'0'0,"-1"0"1"0"0,0 0-1 0 0,0 0 1 0 0,0-1-1 0 0,0 1 1 0 0,0 0-1 0 0,0 0 1 0 0,0 0-1 0 0,0 0 1 0 0,0-1-1 0 0,-1 1 1 0 0,1 0-1 0 0,0 0 1 0 0,-1 0-1 0 0,1 0 1 0 0,-1 0-1 0 0,1 0 1 0 0,-1 0-1 0 0,1 0 1 0 0,-1 0-1 0 0,0 0 1 0 0,0 0-1 0 0,1 0 1 0 0,-1 0-1 0 0,0 0 1 0 0,0 1-1 0 0,0-1 1 0 0,0 0-1 0 0,0 1 1 0 0,0-1-1 0 0,0 1 1 0 0,0-1-1 0 0,0 1 1 0 0,-2-1-1 0 0,1 0-48 0 0,0 0-1 0 0,0 0 0 0 0,0 1 0 0 0,0-1 1 0 0,0 1-1 0 0,0 0 0 0 0,0-1 0 0 0,0 1 0 0 0,0 0 1 0 0,-1 0-1 0 0,1 1 0 0 0,0-1 0 0 0,0 0 1 0 0,0 1-1 0 0,0-1 0 0 0,0 1 0 0 0,0-1 1 0 0,0 1-1 0 0,-3 2 0 0 0,0 1-167 0 0,1 0 1 0 0,-1 1-1 0 0,1 0 0 0 0,0 0 1 0 0,1 0-1 0 0,-1 0 0 0 0,1 0 1 0 0,0 1-1 0 0,0 0 0 0 0,1-1 1 0 0,-1 1-1 0 0,1 0 0 0 0,1 0 1 0 0,-1 0-1 0 0,1 1 0 0 0,0-1 1 0 0,0 0-1 0 0,1 0 0 0 0,0 1 1 0 0,0-1-1 0 0,1 0 1 0 0,-1 0-1 0 0,1 1 0 0 0,1-1 1 0 0,-1 0-1 0 0,1 0 0 0 0,0 0 1 0 0,0 0-1 0 0,1 0 0 0 0,0-1 1 0 0,0 1-1 0 0,0-1 0 0 0,0 0 1 0 0,1 0-1 0 0,0 0 0 0 0,0 0 1 0 0,1-1-1 0 0,-1 1 0 0 0,1-1 1 0 0,0 0-1 0 0,0 0 0 0 0,0-1 1 0 0,1 0-1 0 0,-1 0 0 0 0,1 0 1 0 0,8 3-1 0 0,-4-4-73 0 0,-1-1-1 0 0,1 0 1 0 0,0 0-1 0 0,-1-1 1 0 0,1-1-1 0 0,0 1 1 0 0,-1-1 0 0 0,1-1-1 0 0,-1 0 1 0 0,12-4-1 0 0,-15 5 53 0 0,1-2 0 0 0,-1 1-1 0 0,0-1 1 0 0,0 1 0 0 0,0-2-1 0 0,0 1 1 0 0,0-1-1 0 0,-1 0 1 0 0,1 0 0 0 0,-1 0-1 0 0,0-1 1 0 0,0 0 0 0 0,-1 0-1 0 0,1 0 1 0 0,4-8 0 0 0,-8 11 18 0 0,0-1 0 0 0,0 0 0 0 0,0 1 1 0 0,0-1-1 0 0,0 0 0 0 0,-1 0 1 0 0,1 0-1 0 0,-1 0 0 0 0,0 1 0 0 0,0-1 1 0 0,0 0-1 0 0,0 0 0 0 0,0 0 0 0 0,-1 0 1 0 0,1 0-1 0 0,-3-5 0 0 0,1 3-39 0 0,-1-1-1 0 0,1 0 0 0 0,-1 1 1 0 0,-1 0-1 0 0,1-1 0 0 0,-1 1 1 0 0,-7-7-1 0 0,3 4-143 0 0,0 0 0 0 0,-1 0 0 0 0,0 1 1 0 0,0 0-1 0 0,-1 1 0 0 0,0 0 0 0 0,0 0 0 0 0,-13-4 0 0 0,16 8-123 0 0,0 0 0 0 0,0 1-1 0 0,0-1 1 0 0,-1 2 0 0 0,1-1 0 0 0,-1 1-1 0 0,1 0 1 0 0,0 0 0 0 0,-1 1-1 0 0,-7 2 1 0 0,3-1-4489 0 0</inkml:trace>
</inkml:ink>
</file>

<file path=ppt/ink/ink1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08.54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192 435 3225 0 0,'2'-1'50'0'0,"-1"0"0"0"0,1 0 1 0 0,-1-1-1 0 0,0 1 0 0 0,1 0 0 0 0,-1-1 1 0 0,0 1-1 0 0,0-1 0 0 0,0 1 1 0 0,1-4-1 0 0,-1 4 107 0 0,-1 1 1 0 0,0 0-1 0 0,0-1 1 0 0,0 1-1 0 0,0-1 0 0 0,0 1 1 0 0,0-1-1 0 0,0 1 1 0 0,0-1-1 0 0,0 1 1 0 0,0-1-1 0 0,0 1 0 0 0,0 0 1 0 0,0-1-1 0 0,-1 1 1 0 0,1-1-1 0 0,0 1 0 0 0,0-1 1 0 0,-2-1 1101 0 0,1 1-1101 0 0,-1 0 314 0 0,-1 0 1 0 0,1 0 0 0 0,0 0 0 0 0,0 0 0 0 0,-1 1 0 0 0,1-1-1 0 0,0 1 1 0 0,-1-1 0 0 0,1 1 0 0 0,-1 0 0 0 0,1 0-1 0 0,0 0 1 0 0,-1 0 0 0 0,-4 1 0 0 0,-1 1-131 0 0,0 0 1 0 0,-1 1-1 0 0,1 0 1 0 0,0 0-1 0 0,0 0 1 0 0,0 1-1 0 0,1 1 1 0 0,-1-1-1 0 0,1 1 0 0 0,0 0 1 0 0,1 1-1 0 0,-1-1 1 0 0,1 1-1 0 0,0 1 1 0 0,0-1-1 0 0,1 1 1 0 0,-7 11-1 0 0,8-12-328 0 0,0 1 0 0 0,1 0 0 0 0,-1-1 0 0 0,2 1 1 0 0,-1 0-1 0 0,1 0 0 0 0,0 1 0 0 0,0-1 0 0 0,1 0 0 0 0,0 1 0 0 0,0-1 0 0 0,1 1 0 0 0,0-1 0 0 0,0 1 0 0 0,1-1 1 0 0,0 1-1 0 0,0-1 0 0 0,1 0 0 0 0,0 1 0 0 0,4 10 0 0 0,-5-15-44 0 0,0 0 0 0 0,1 0-1 0 0,-1 0 1 0 0,1 0 0 0 0,0 0 0 0 0,0 0 0 0 0,0-1 0 0 0,0 1-1 0 0,1-1 1 0 0,-1 1 0 0 0,1-1 0 0 0,-1 0 0 0 0,1 0 0 0 0,0 0-1 0 0,0 0 1 0 0,0 0 0 0 0,0-1 0 0 0,0 0 0 0 0,0 1 0 0 0,0-1 0 0 0,0 0-1 0 0,1 0 1 0 0,-1-1 0 0 0,0 1 0 0 0,1-1 0 0 0,-1 1 0 0 0,1-1-1 0 0,-1 0 1 0 0,0-1 0 0 0,1 1 0 0 0,-1 0 0 0 0,6-2 0 0 0,0-1-85 0 0,-1 0 0 0 0,1 0 0 0 0,0-1 0 0 0,-1 0 1 0 0,0 0-1 0 0,0-1 0 0 0,0 0 0 0 0,-1-1 1 0 0,0 0-1 0 0,12-11 0 0 0,-13 10 113 0 0,0 0-1 0 0,-1 0 1 0 0,1-1-1 0 0,-1 0 1 0 0,-1 0-1 0 0,0 0 1 0 0,0 0 0 0 0,0-1-1 0 0,-1 1 1 0 0,0-1-1 0 0,-1 0 1 0 0,0 0-1 0 0,0 0 1 0 0,-1 0-1 0 0,-1-1 1 0 0,1 1-1 0 0,-2-10 1 0 0,-2-14 21 0 0,-2 0 0 0 0,-1 0 0 0 0,-15-46 0 0 0,-7-39 252 0 0,21 66 1051 0 0,2-83 0 0 0,5 182-1187 0 0,3-1 0 0 0,2 1-1 0 0,1-1 1 0 0,3-1 0 0 0,19 60-1 0 0,-21-84-233 0 0,0-1-1 0 0,1 0 0 0 0,2 0 0 0 0,0-1 0 0 0,0 0 0 0 0,2-1 0 0 0,1 0 0 0 0,0-1 0 0 0,1 0 0 0 0,1-1 0 0 0,0-1 0 0 0,1 0 1 0 0,32 22-1 0 0,-45-35 30 0 0,0 0 1 0 0,1 0-1 0 0,-1 0 1 0 0,1 0-1 0 0,-1 0 1 0 0,1-1-1 0 0,0 0 1 0 0,-1 0-1 0 0,1 0 1 0 0,0 0-1 0 0,0 0 1 0 0,0-1-1 0 0,0 0 1 0 0,0 0-1 0 0,0 0 1 0 0,6-1-1 0 0,-6 0 37 0 0,0-1 0 0 0,0 0 0 0 0,-1 0 0 0 0,1 0 0 0 0,-1 0 1 0 0,0 0-1 0 0,1-1 0 0 0,-1 1 0 0 0,0-1 0 0 0,0 0 0 0 0,-1 0 0 0 0,1 0 0 0 0,-1-1 0 0 0,1 1 0 0 0,3-7 0 0 0,7-15 158 0 0,15-36 0 0 0,-21 42 88 0 0,1 0 0 0 0,1 1 1 0 0,1 0-1 0 0,16-22 1 0 0,-24 44-145 0 0,-1 0 0 0 0,0 0 1 0 0,-1 0-1 0 0,1 0 0 0 0,-1 1 1 0 0,0-1-1 0 0,0 6 0 0 0,0-6-71 0 0,0 0-1 0 0,1 0 1 0 0,-1 0 0 0 0,1 0-1 0 0,0-1 1 0 0,0 1-1 0 0,0 0 1 0 0,0 0-1 0 0,1-1 1 0 0,0 1-1 0 0,-1-1 1 0 0,1 0 0 0 0,1 1-1 0 0,-1-1 1 0 0,0 0-1 0 0,1 0 1 0 0,0 0-1 0 0,-1 0 1 0 0,1-1-1 0 0,0 1 1 0 0,0-1-1 0 0,1 0 1 0 0,-1 0 0 0 0,0 0-1 0 0,1 0 1 0 0,-1 0-1 0 0,1-1 1 0 0,0 0-1 0 0,0 1 1 0 0,-1-1-1 0 0,1-1 1 0 0,0 1-1 0 0,7 0 1 0 0,-3 0-4 0 0,-1-1 1 0 0,0 0-1 0 0,1 0 0 0 0,-1 0 0 0 0,0-1 1 0 0,0 0-1 0 0,1 0 0 0 0,-1-1 0 0 0,0 0 1 0 0,0 0-1 0 0,0-1 0 0 0,0 0 0 0 0,-1 0 1 0 0,1-1-1 0 0,-1 1 0 0 0,0-1 0 0 0,8-7 1 0 0,-9 5 56 0 0,0-1 0 0 0,0 1 0 0 0,-1-1 0 0 0,0 0 0 0 0,0-1 0 0 0,-1 1 1 0 0,0-1-1 0 0,0 0 0 0 0,0 1 0 0 0,1-10 0 0 0,-1 5 42 0 0,0 1 0 0 0,1 0 0 0 0,9-18 1 0 0,-13 29-83 0 0,0 0 0 0 0,0 0 1 0 0,0-1-1 0 0,0 1 1 0 0,0 0-1 0 0,0 0 0 0 0,1-1 1 0 0,-1 1-1 0 0,0 0 1 0 0,0 0-1 0 0,0 0 0 0 0,0-1 1 0 0,0 1-1 0 0,0 0 1 0 0,1 0-1 0 0,-1 0 1 0 0,0-1-1 0 0,0 1 0 0 0,0 0 1 0 0,1 0-1 0 0,-1 0 1 0 0,0 0-1 0 0,0 0 0 0 0,0 0 1 0 0,1-1-1 0 0,-1 1 1 0 0,0 0-1 0 0,0 0 0 0 0,1 0 1 0 0,-1 0-1 0 0,0 0 1 0 0,0 0-1 0 0,1 0 1 0 0,-1 0-1 0 0,0 0 0 0 0,0 0 1 0 0,0 0-1 0 0,1 0 1 0 0,-1 0-1 0 0,0 0 0 0 0,1 1 1 0 0,4 9 203 0 0,-2 18-37 0 0,-4 8-94 0 0,-3-1 0 0 0,0 1 0 0 0,-2 0 0 0 0,-12 34 1 0 0,-50 137-229 0 0,58-179 65 0 0,-14 35-683 0 0,8-22-5272 0 0,5-11-1282 0 0</inkml:trace>
</inkml:ink>
</file>

<file path=ppt/ink/ink1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09.9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440 85 5529 0 0,'-376'11'3412'0'0,"312"-14"-1279"0"0,176-4 1511 0 0,56-22-2549 0 0,29-2-1153 0 0,446 6 1146 0 0,1 47 1184 0 0,131 1-695 0 0,-127-43-578 0 0,-58 1-229 0 0,602 48-559 0 0,-665-7-150 0 0,433-25 248 0 0,550-30 54 0 0,-1058 34-335 0 0,259 7 557 0 0,-139 27-270 0 0,-531-33-298 0 0,-9 1 11 0 0,-1-2 1 0 0,1-1 0 0 0,-1-1 0 0 0,54-10-1 0 0,-84 11-33 0 0,1 0-34 0 0,0-1-1 0 0,0 1 1 0 0,0 0 0 0 0,0-1 0 0 0,0 0-1 0 0,0 0 1 0 0,0 1 0 0 0,-1-1 0 0 0,1 0-1 0 0,0 0 1 0 0,0-1 0 0 0,-1 1-1 0 0,1 0 1 0 0,-1-1 0 0 0,1 1 0 0 0,-1 0-1 0 0,2-3 1 0 0,2-8-249 0 0</inkml:trace>
</inkml:ink>
</file>

<file path=ppt/ink/ink1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32.88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960 22 456 0 0,'-2'-13'10705'0'0,"2"11"-10141"0"0,1 2-358 0 0,-1-1 0 0 0,1 1 0 0 0,-1-1 0 0 0,1 1 0 0 0,-1-1 1 0 0,1 1-1 0 0,-1-1 0 0 0,1 1 0 0 0,0 0 0 0 0,-1-1 0 0 0,1 1 0 0 0,0 0 0 0 0,0 0 1 0 0,-1-1-1 0 0,1 1 0 0 0,0 0 0 0 0,-1 0 0 0 0,1 0 0 0 0,0 0 0 0 0,0 0 0 0 0,-1 0 1 0 0,1 0-1 0 0,1 0 0 0 0,1 0-76 0 0,-1 1-1 0 0,0-1 1 0 0,0 1 0 0 0,1-1 0 0 0,-1 1 0 0 0,0 0-1 0 0,0-1 1 0 0,0 1 0 0 0,0 0 0 0 0,0 1 0 0 0,0-1-1 0 0,0 0 1 0 0,0 1 0 0 0,0-1 0 0 0,-1 1-1 0 0,1-1 1 0 0,1 3 0 0 0,2 5 120 0 0,0 0 0 0 0,-1 1 0 0 0,0 0-1 0 0,0 0 1 0 0,-1 0 0 0 0,2 15 0 0 0,7 69 136 0 0,-8-51-268 0 0,4 30 28 0 0,-3 1 1 0 0,-4 0 0 0 0,-2 0-1 0 0,-13 80 1 0 0,8-114-74 0 0,-2-1 0 0 0,-1 1 1 0 0,-3-1-1 0 0,-1-1 0 0 0,-1 0 0 0 0,-3-1 0 0 0,0-1 1 0 0,-3 0-1 0 0,-26 36 0 0 0,28-50-18 0 0,-2 0 1 0 0,0-1-1 0 0,-1-1 0 0 0,-1-1 0 0 0,-1-1 1 0 0,-1-1-1 0 0,0-1 0 0 0,-36 17 0 0 0,-28 9 120 0 0,-103 34 0 0 0,120-51-320 0 0,-93 37 283 0 0,135-49-875 0 0,1 1 1 0 0,0 1 0 0 0,-37 28-1 0 0</inkml:trace>
</inkml:ink>
</file>

<file path=ppt/ink/ink1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34.60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96 29 6913 0 0,'8'-21'4070'0'0,"-5"13"-633"0"0,-10 19-1743 0 0,-10 16-946 0 0,1 1 0 0 0,-17 41 0 0 0,29-59-644 0 0,0 1 0 0 0,1-1 0 0 0,0 0 0 0 0,1 1-1 0 0,0-1 1 0 0,0 1 0 0 0,1 0 0 0 0,1 0 0 0 0,0 0-1 0 0,2 20 1 0 0,-1-26-113 0 0,1 0 1 0 0,0 0-1 0 0,0 0 0 0 0,0 0 0 0 0,0-1 0 0 0,1 1 1 0 0,0-1-1 0 0,0 0 0 0 0,0 1 0 0 0,0-1 0 0 0,1-1 0 0 0,-1 1 1 0 0,1 0-1 0 0,0-1 0 0 0,0 0 0 0 0,0 0 0 0 0,1 0 1 0 0,5 2-1 0 0,10 5-147 0 0,1-1 0 0 0,0-1-1 0 0,24 6 1 0 0,-25-8 165 0 0,-1 0 0 0 0,26 13 0 0 0,-42-18 17 0 0,1 1 1 0 0,-1 0 0 0 0,0 0-1 0 0,0 0 1 0 0,0 0-1 0 0,0 0 1 0 0,-1 1 0 0 0,1-1-1 0 0,-1 1 1 0 0,1 0-1 0 0,-1 0 1 0 0,0 0 0 0 0,0 0-1 0 0,0 0 1 0 0,0 0-1 0 0,-1 0 1 0 0,1 1 0 0 0,1 6-1 0 0,-3-7 22 0 0,0 0 1 0 0,0 0-1 0 0,0 0 0 0 0,0 0 0 0 0,-1 0 1 0 0,1 0-1 0 0,-1 0 0 0 0,0 0 0 0 0,0 0 1 0 0,0 0-1 0 0,0 0 0 0 0,-1 0 0 0 0,1 0 1 0 0,-1 0-1 0 0,0-1 0 0 0,1 1 0 0 0,-1-1 1 0 0,0 1-1 0 0,-1-1 0 0 0,1 0 0 0 0,-5 4 1 0 0,-9 6-6 0 0,0 0-1 0 0,-1-1 1 0 0,-1-1 0 0 0,0 0 0 0 0,0-1 0 0 0,0-1 0 0 0,-1-1 0 0 0,-1-1 0 0 0,1-1-1 0 0,-1 0 1 0 0,0-1 0 0 0,-29 1 0 0 0,30-5-970 0 0</inkml:trace>
</inkml:ink>
</file>

<file path=ppt/ink/ink1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33.79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125 4 6913 0 0,'0'0'142'0'0,"0"-1"0"0"0,-1 1 0 0 0,1 0 0 0 0,-1-1 0 0 0,1 1 0 0 0,-1 0 0 0 0,1 0-1 0 0,-1-1 1 0 0,1 1 0 0 0,-1 0 0 0 0,1 0 0 0 0,-1 0 0 0 0,1 0 0 0 0,-1 0 0 0 0,1 0-1 0 0,-1 0 1 0 0,1 0 0 0 0,-1 0 0 0 0,1 0 0 0 0,-1 0 0 0 0,1 0 0 0 0,-1 0-1 0 0,1 0 1 0 0,-1 0 0 0 0,0 0 0 0 0,1 1 0 0 0,-1-1 0 0 0,1 0 0 0 0,0 0 0 0 0,-1 1-1 0 0,1-1 1 0 0,-1 0 0 0 0,1 1 0 0 0,-1-1 0 0 0,1 0 0 0 0,0 1 0 0 0,-1-1 0 0 0,1 0-1 0 0,0 1 1 0 0,-1-1 0 0 0,1 1 0 0 0,0-1 0 0 0,0 1 0 0 0,-1-1 0 0 0,1 1-1 0 0,0-1 1 0 0,0 1 0 0 0,0 0 0 0 0,-12 29 724 0 0,11-26-500 0 0,-24 73 1026 0 0,-23 117 1 0 0,41-153-1122 0 0,1 2 0 0 0,3-1-1 0 0,1 0 1 0 0,6 70 0 0 0,0-81-144 0 0,2 0 0 0 0,1-1 0 0 0,2 1-1 0 0,1-1 1 0 0,1-1 0 0 0,1 0 0 0 0,2-1 0 0 0,0 0 0 0 0,3-1-1 0 0,0 0 1 0 0,1-2 0 0 0,1 0 0 0 0,2-1 0 0 0,0-1 0 0 0,2-1-1 0 0,0-1 1 0 0,2-1 0 0 0,0-1 0 0 0,47 26 0 0 0,5-4 121 0 0,1-3 1 0 0,2-4-1 0 0,2-4 1 0 0,0-3-1 0 0,2-4 1 0 0,0-3 0 0 0,93 9-1 0 0,-93-18-237 0 0,22 3-205 0 0,-36-8-6650 0 0</inkml:trace>
</inkml:ink>
</file>

<file path=ppt/ink/ink1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36.39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8290 0 0,'1'0'199'0'0,"1"1"0"0"0,-1 0 0 0 0,1 0 0 0 0,-1-1 0 0 0,0 1 0 0 0,0 0 0 0 0,0 0 0 0 0,1 0 0 0 0,-1 0 0 0 0,0 0 0 0 0,0 0 0 0 0,0 1 0 0 0,0-1 0 0 0,-1 0 0 0 0,1 0 0 0 0,1 2 0 0 0,12 24 2075 0 0,-13-27-2151 0 0,7 20 1398 0 0,0 1 0 0 0,6 22 0 0 0,9 27 1287 0 0,-16-55-2193 0 0,-4-9-489 0 0,0 0 1 0 0,0 1 0 0 0,-1-1 0 0 0,0 1 0 0 0,0-1-1 0 0,-1 1 1 0 0,1-1 0 0 0,-1 8 0 0 0,-2-13-127 0 0,0 0 0 0 0,0 0 0 0 0,0 0 0 0 0,0 0 0 0 0,-1 0 0 0 0,1 0 0 0 0,0 0 0 0 0,-1 0 0 0 0,1-1 0 0 0,-1 1 0 0 0,-1 0 0 0 0,2 0 0 0 0,1 0 0 0 0,-1-1 0 0 0,1 1 0 0 0,-1 0 0 0 0,1 0 0 0 0,-1 0 0 0 0,1 0 0 0 0,0 0 0 0 0,-1-1 0 0 0,1 1 0 0 0,0 0 0 0 0,0 0 0 0 0,0 0 0 0 0,0 0 0 0 0,-1 0 0 0 0,2 0 0 0 0,-1 0 0 0 0,0 0 0 0 0,0 0 0 0 0,0 0 0 0 0,0 0 0 0 0,0 0 0 0 0,1 0 0 0 0,-1 0 0 0 0,1 0 0 0 0,-1 0 0 0 0,0-1 0 0 0,1 1 0 0 0,0 1 0 0 0,3 10 0 0 0,-3-3 0 0 0,0 0 0 0 0,1 0 0 0 0,0 0 0 0 0,1-1 0 0 0,4 10 0 0 0,1 7 0 0 0,13 51-120 0 0,11 81 0 0 0,-31-154-105 0 0,-1-1-1 0 0,0 1 1 0 0,1-1-1 0 0,-1 1 1 0 0,0-1 0 0 0,0 1-1 0 0,-1-1 1 0 0,1 0-1 0 0,0 1 1 0 0,-1-1 0 0 0,0 1-1 0 0,1-1 1 0 0,-1 0 0 0 0,0 1-1 0 0,0-1 1 0 0,-1 0-1 0 0,1 0 1 0 0,-3 4 0 0 0,-1-2-1046 0 0</inkml:trace>
</inkml:ink>
</file>

<file path=ppt/ink/ink1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36.7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18 3225 0 0,'3'-1'257'0'0,"-1"0"1"0"0,0 0 0 0 0,1 0 0 0 0,-1 0-1 0 0,1 0 1 0 0,-1 0 0 0 0,1 0 0 0 0,-1 1-1 0 0,1-1 1 0 0,4 1 0 0 0,-5 0 99 0 0,18-4 1688 0 0,1 2 0 0 0,37 0-1 0 0,-41 3-1445 0 0,1 0 1 0 0,-1 2-1 0 0,1 0 0 0 0,-1 1 1 0 0,0 1-1 0 0,22 9 0 0 0,-13-2-62 0 0,-1 0-1 0 0,0 1 0 0 0,42 31 0 0 0,-56-36-404 0 0,0 1-1 0 0,0 1 0 0 0,-1-1 1 0 0,0 2-1 0 0,-1-1 0 0 0,0 2 0 0 0,0-1 1 0 0,-2 1-1 0 0,11 19 0 0 0,-16-26-76 0 0,0 0-1 0 0,0 0 1 0 0,-1 0-1 0 0,1 0 1 0 0,-1 1-1 0 0,-1-1 1 0 0,1 0-1 0 0,-1 1 1 0 0,1-1-1 0 0,-2 1 1 0 0,1-1-1 0 0,0 1 1 0 0,-1-1-1 0 0,0 0 1 0 0,-1 0-1 0 0,-1 7 0 0 0,-1-5 25 0 0,1 1-1 0 0,-2 0 1 0 0,1-1-1 0 0,-1 0 0 0 0,0 0 1 0 0,0 0-1 0 0,-1-1 0 0 0,0 1 1 0 0,-9 6-1 0 0,-6 3 21 0 0,-1-1-1 0 0,0-1 1 0 0,-1 0 0 0 0,0-2-1 0 0,-40 14 1 0 0,29-13-2689 0 0</inkml:trace>
</inkml:ink>
</file>

<file path=ppt/ink/ink1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03.84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49 16 3681 0 0,'-49'-15'9136'0'0,"65"21"-8112"0"0,-1 0 0 0 0,1-1-1 0 0,0-1 1 0 0,19 3 0 0 0,33 2-6653 0 0,-49-8 331 0 0</inkml:trace>
</inkml:ink>
</file>

<file path=ppt/ink/ink1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04.19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68 4 2761 0 0,'-9'3'-43'0'0,"2"-2"1166"0"0,0 1 1 0 0,1 0-1 0 0,0 0 0 0 0,-1 0 1 0 0,1 1-1 0 0,0 0 1 0 0,-8 6-1 0 0,56-10 2453 0 0,68-11-2363 0 0,-37 0-5239 0 0,-58 9 2135 0 0,5 0-2669 0 0</inkml:trace>
</inkml:ink>
</file>

<file path=ppt/ink/ink1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04.52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31 3225 0 0,'17'-2'5963'0'0,"18"-6"-3467"0"0,23-4-2049 0 0,0 5-2329 0 0,-40 6 1131 0 0</inkml:trace>
</inkml:ink>
</file>

<file path=ppt/ink/ink1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04.86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17 2304 0 0,'3'0'983'0'0,"42"0"8483"0"0,4-1-5776 0 0,12-2-4478 0 0,28-7-4910 0 0,-73 7 1910 0 0</inkml:trace>
</inkml:ink>
</file>

<file path=ppt/ink/ink1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05.16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30 456 0 0,'5'1'447'0'0,"-1"0"0"0"0,1 0 0 0 0,-1 0 0 0 0,1-1 0 0 0,0 0 0 0 0,-1 0 0 0 0,1-1 0 0 0,0 1 0 0 0,-1-1 0 0 0,9-2 0 0 0,10-1 1400 0 0,48-2 2504 0 0,94-10-2838 0 0,-140 13-6203 0 0</inkml:trace>
</inkml:ink>
</file>

<file path=ppt/ink/ink1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18.06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609 0 5065 0 0,'-39'18'3702'0'0,"0"-2"1"0"0,-69 18-1 0 0,-89 10-457 0 0,91-23-2395 0 0,5 1-4028 0 0,83-17-3093 0 0</inkml:trace>
</inkml:ink>
</file>

<file path=ppt/ink/ink1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18.8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56 86 3681 0 0,'-11'-35'939'0'0,"10"30"-264"0"0,0 0 0 0 0,-1 1 0 0 0,1-1 0 0 0,-1 0 0 0 0,0 1 0 0 0,0-1 0 0 0,0 1 0 0 0,0-1 0 0 0,-4-3 0 0 0,1 18 3097 0 0,2 17-2872 0 0,-2 53-769 0 0,-6 218 1013 0 0,12-222-749 0 0,21 144 1 0 0,7-13-337 0 0,-9 1 1 0 0,-8 241 0 0 0,13 364-107 0 0,11 160-445 0 0,-37-469 113 0 0,-5 247-1213 0 0,8-546 2701 0 0,34 247 0 0 0,-12 14 1541 0 0,-20-310-2483 0 0,-2-59-2278 0 0</inkml:trace>
</inkml:ink>
</file>

<file path=ppt/ink/ink1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19.78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60 2761 0 0,'8'-9'5487'0'0,"7"-3"-4607"0"0,-15 12-814 0 0,11-6 362 0 0,-1 0 1 0 0,1 1-1 0 0,1 1 0 0 0,-1 0 1 0 0,0 0-1 0 0,1 1 0 0 0,0 1 1 0 0,0 0-1 0 0,0 1 0 0 0,0 0 1 0 0,0 0-1 0 0,0 1 0 0 0,0 1 1 0 0,18 3-1 0 0,12 5-288 0 0,-1 1 1 0 0,70 28-1 0 0,-45-15-11 0 0,44 17-1481 0 0,-67-24-2328 0 0,-2 0-1112 0 0</inkml:trace>
</inkml:ink>
</file>

<file path=ppt/ink/ink1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20.89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143 1 5065 0 0,'-8'20'1330'0'0,"1"0"-1"0"0,1 1 1 0 0,1 0 0 0 0,1 0 0 0 0,1 0-1 0 0,-1 23 1 0 0,-6 31-58 0 0,-30 188 235 0 0,35-202-1201 0 0,2 0-1 0 0,6 83 1 0 0,13 402 5 0 0,-29-219 2 0 0,-2 176 366 0 0,16-267-897 0 0,-8 364-1000 0 0,-9-375 1091 0 0,2-51 20 0 0,11 254 1 0 0,4-412 71 0 0,23 625-1400 0 0,-23-163 1730 0 0,2-67-937 0 0,7 274-254 0 0,-9-518 646 0 0,2 9-28 0 0,4-139-28 0 0,-7-36 282 0 0,0 1 0 0 0,0-1 0 0 0,1 0 0 0 0,-1 0 0 0 0,0 0 0 0 0,1 0 0 0 0,-1 0 0 0 0,0 0 1 0 0,1 0-1 0 0,-1 0 0 0 0,1 0 0 0 0,0 0 0 0 0,-1 0 0 0 0,1 0 0 0 0,0 0 0 0 0,0-1 0 0 0,-1 1 0 0 0,1 0 0 0 0,0 0 0 0 0,0-1 0 0 0,0 1 0 0 0,0-1 0 0 0,0 1 0 0 0,0-1 1 0 0,0 1-1 0 0,0-1 0 0 0,0 1 0 0 0,0-1 0 0 0,1 0 0 0 0,5-4-1729 0 0,-2-1 857 0 0</inkml:trace>
</inkml:ink>
</file>

<file path=ppt/ink/ink1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59.36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36 978 5529 0 0,'-3'2'637'0'0,"0"0"0"0"0,1 0-1 0 0,-1 1 1 0 0,1-1 0 0 0,-1 0 0 0 0,1 1-1 0 0,0 0 1 0 0,-3 3 0 0 0,-6 8 2570 0 0,48-8-1559 0 0,3-6-1183 0 0,0-2 0 0 0,0-2 0 0 0,64-13 0 0 0,-30 4-295 0 0,441-50-3 0 0,-209 29-99 0 0,-249 27-48 0 0,540-44 1008 0 0,-20 51-590 0 0,14-41-278 0 0,-466 26-94 0 0,163-15 112 0 0,112-14 320 0 0,-177 16-165 0 0,56-13 265 0 0,-84 11-356 0 0,497-88-99 0 0,193-23 143 0 0,-449 84-85 0 0,-152 19-87 0 0,170-2-114 0 0,96-6 175 0 0,-141-21 41 0 0,-255 37-183 0 0,257-29 31 0 0,-339 54-42 0 0,0 3 0 0 0,0 4 0 0 0,125 17 0 0 0,29 34 159 0 0,11 2-2979 0 0,-216-52-4651 0 0</inkml:trace>
</inkml:ink>
</file>

<file path=ppt/ink/ink1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00.57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 97 920 0 0,'-5'-17'-782'0'0,"3"13"1793"0"0,1-1 0 0 0,-1 0 1 0 0,1 0-1 0 0,0 0 0 0 0,0 0 1 0 0,1 1-1 0 0,-1-1 0 0 0,1 0 1 0 0,0 0-1 0 0,1 0 0 0 0,-1 0 1 0 0,1 0-1 0 0,1-7 0 0 0,-1 12-946 0 0,-1 0 0 0 0,0 0-1 0 0,0-1 1 0 0,0 1-1 0 0,0 0 1 0 0,1-1 0 0 0,-1 1-1 0 0,0 0 1 0 0,0 0-1 0 0,0 0 1 0 0,1-1 0 0 0,-1 1-1 0 0,0 0 1 0 0,0 0-1 0 0,1 0 1 0 0,-1-1 0 0 0,0 1-1 0 0,1 0 1 0 0,-1 0 0 0 0,0 0-1 0 0,0 0 1 0 0,1 0-1 0 0,-1 0 1 0 0,0 0 0 0 0,1 0-1 0 0,-1 0 1 0 0,0 0-1 0 0,1 0 1 0 0,-1 0 0 0 0,0 0-1 0 0,1 0 1 0 0,-1 0-1 0 0,0 0 1 0 0,1 0 0 0 0,-1 0-1 0 0,13 9 835 0 0,6 16-208 0 0,4 23-210 0 0,-1 1 0 0 0,25 85 0 0 0,11 31 244 0 0,-42-131-725 0 0,-9-21 0 0 0,0 1 0 0 0,-1 0 0 0 0,-1 0 0 0 0,0 0 0 0 0,-1 1 0 0 0,0-1 0 0 0,2 26 0 0 0,-4-75-127 0 0,1-1-1 0 0,2 1 0 0 0,1 0 1 0 0,16-49-1 0 0,58-137-361 0 0,-48 155 1406 0 0,-29 61-825 0 0,0 0 0 0 0,1 0-1 0 0,-1 0 1 0 0,1 1 0 0 0,0 0 0 0 0,0-1 0 0 0,0 1 0 0 0,1 1 0 0 0,-1-1 0 0 0,7-3 0 0 0,-9 6-68 0 0,-1 1 0 0 0,1 0 0 0 0,-1-1 0 0 0,1 1 0 0 0,-1 0 0 0 0,1 0 0 0 0,-1 0 1 0 0,1 0-1 0 0,-1 1 0 0 0,1-1 0 0 0,-1 0 0 0 0,1 1 0 0 0,-1-1 0 0 0,0 1 0 0 0,1-1 0 0 0,-1 1 1 0 0,1 0-1 0 0,-1-1 0 0 0,0 1 0 0 0,0 0 0 0 0,1 0 0 0 0,-1 0 0 0 0,0 0 0 0 0,0 0 1 0 0,0 0-1 0 0,0 0 0 0 0,0 0 0 0 0,0 1 0 0 0,-1-1 0 0 0,2 3 0 0 0,27 47 277 0 0,-25-43-264 0 0,71 171 506 0 0,-1 0-4699 0 0,-69-168 2488 0 0,-6-2-18 0 0</inkml:trace>
</inkml:ink>
</file>

<file path=ppt/ink/ink1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00.91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0 140 9218 0 0,'22'-15'4932'0'0,"154"-51"812"0"0,6 18-4221 0 0,-113 39-3487 0 0,-49 8 363 0 0</inkml:trace>
</inkml:ink>
</file>

<file path=ppt/ink/ink1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01.61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113 61 7834 0 0,'-66'-35'5288'0'0,"19"10"2776"0"0,53 32-6010 0 0,-6-6-2008 0 0,0-1 1 0 0,1 1 0 0 0,-1 0 0 0 0,0-1 0 0 0,1 1 0 0 0,-1-1 0 0 0,0 1 0 0 0,1 0 0 0 0,-1-1 0 0 0,1 1 0 0 0,-1-1 0 0 0,1 1 0 0 0,-1-1 0 0 0,1 0 0 0 0,-1 1 0 0 0,1-1 0 0 0,0 1 0 0 0,-1-1 0 0 0,1 0-1 0 0,0 0 1 0 0,-1 1 0 0 0,1-1 0 0 0,0 0 0 0 0,-1 0 0 0 0,1 0 0 0 0,0 1 0 0 0,-1-1 0 0 0,1 0 0 0 0,0 0 0 0 0,-11 18 22 0 0,9-13-78 0 0,0-1-1 0 0,0 0 1 0 0,1 0-1 0 0,0 1 1 0 0,0-1-1 0 0,0 0 0 0 0,0 1 1 0 0,0-1-1 0 0,1 0 1 0 0,2 8-1 0 0,0 7-37 0 0,2 33-38 0 0,3 24-338 0 0,20 84 0 0 0,-24-139 345 0 0,2-1 0 0 0,1 1 0 0 0,0-1 0 0 0,1-1 0 0 0,2 0 1 0 0,0 0-1 0 0,0-1 0 0 0,27 34 0 0 0,-29-43 34 0 0,0-1 1 0 0,1-1-1 0 0,-1 1 1 0 0,2-1-1 0 0,-1-1 0 0 0,1 0 1 0 0,0 0-1 0 0,0-1 1 0 0,0 0-1 0 0,18 6 0 0 0,-24-10 38 0 0,0 0 0 0 0,0 0 0 0 0,0 0 0 0 0,1 0 0 0 0,-1-1 0 0 0,0 0-1 0 0,0 0 1 0 0,1 0 0 0 0,-1 0 0 0 0,0 0 0 0 0,0-1 0 0 0,0 0-1 0 0,0 0 1 0 0,1 0 0 0 0,-1 0 0 0 0,0-1 0 0 0,-1 0 0 0 0,1 0 0 0 0,0 0-1 0 0,0 0 1 0 0,-1 0 0 0 0,1-1 0 0 0,-1 1 0 0 0,0-1 0 0 0,0 0 0 0 0,0 0-1 0 0,0 0 1 0 0,-1-1 0 0 0,1 1 0 0 0,-1-1 0 0 0,3-5 0 0 0,-3 4 34 0 0,0 0 1 0 0,-1 0-1 0 0,1-1 1 0 0,-1 1 0 0 0,-1-1-1 0 0,1 1 1 0 0,-1-1-1 0 0,0 1 1 0 0,0-1-1 0 0,-1 1 1 0 0,1-1 0 0 0,-1 1-1 0 0,0-1 1 0 0,-1 1-1 0 0,1 0 1 0 0,-1 0-1 0 0,0 0 1 0 0,-1 0-1 0 0,1 0 1 0 0,-6-8 0 0 0,6 10-133 0 0,-1-1 0 0 0,1 1 1 0 0,-1-1-1 0 0,0 1 0 0 0,0 0 0 0 0,0 0 1 0 0,0 0-1 0 0,-1 1 0 0 0,1-1 1 0 0,-1 1-1 0 0,1 0 0 0 0,-6-2 0 0 0,7 3-206 0 0,-1 0 0 0 0,0 0-1 0 0,1 1 1 0 0,-1-1 0 0 0,0 1-1 0 0,0-1 1 0 0,0 1-1 0 0,1 0 1 0 0,-1 0 0 0 0,0 1-1 0 0,0-1 1 0 0,1 1-1 0 0,-1-1 1 0 0,0 1 0 0 0,0 0-1 0 0,1 0 1 0 0,-1 0-1 0 0,1 0 1 0 0,-5 3 0 0 0,6-4 192 0 0,1 0 1 0 0,0 1 0 0 0,-1-1 0 0 0,1 0-1 0 0,0 0 1 0 0,-1 0 0 0 0,1 1 0 0 0,0-1 0 0 0,-1 0-1 0 0,1 1 1 0 0,0-1 0 0 0,-1 0 0 0 0,1 1-1 0 0,0-1 1 0 0,0 0 0 0 0,-1 1 0 0 0,1-1 0 0 0,0 1-1 0 0,0-1 1 0 0,0 0 0 0 0,0 1 0 0 0,0-1-1 0 0,0 1 1 0 0,-1-1 0 0 0,1 0 0 0 0,0 1 0 0 0,0-1-1 0 0,0 1 1 0 0,0-1 0 0 0,1 1 0 0 0,-1 0 93 0 0,0-1 0 0 0,1 1 0 0 0,-1-1 1 0 0,0 1-1 0 0,1-1 0 0 0,-1 1 0 0 0,0-1 1 0 0,1 1-1 0 0,-1-1 0 0 0,1 0 0 0 0,-1 1 1 0 0,1-1-1 0 0,-1 0 0 0 0,1 1 0 0 0,-1-1 0 0 0,1 0 1 0 0,-1 0-1 0 0,1 0 0 0 0,0 1 0 0 0,-1-1 1 0 0,1 0-1 0 0,-1 0 0 0 0,1 0 0 0 0,0 0 1 0 0,-1 0-1 0 0,1 0 0 0 0,-1 0 0 0 0,1 0 1 0 0,0 0-1 0 0,-1 0 0 0 0,1-1 0 0 0,9-3 24 0 0</inkml:trace>
</inkml:ink>
</file>

<file path=ppt/ink/ink1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01.98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185 40 5529 0 0,'-2'-3'393'0'0,"0"1"-1"0"0,1-1 0 0 0,-1 1 1 0 0,0-1-1 0 0,0 1 1 0 0,-1-1-1 0 0,1 1 1 0 0,0 0-1 0 0,-1 0 0 0 0,1 0 1 0 0,-1 1-1 0 0,0-1 1 0 0,0 1-1 0 0,1-1 1 0 0,-1 1-1 0 0,0 0 0 0 0,0 0 1 0 0,0 0-1 0 0,-1 0 1 0 0,1 1-1 0 0,0-1 1 0 0,0 1-1 0 0,0 0 1 0 0,0 0-1 0 0,0 0 0 0 0,-1 0 1 0 0,1 0-1 0 0,0 1 1 0 0,0 0-1 0 0,0-1 1 0 0,0 1-1 0 0,-5 3 0 0 0,5-3-185 0 0,0 0 0 0 0,0 1 0 0 0,0 0 0 0 0,0-1 0 0 0,1 1 0 0 0,-1 0 0 0 0,1 1 0 0 0,-1-1 0 0 0,1 0 0 0 0,0 1 0 0 0,0-1 0 0 0,-3 5 0 0 0,-3 8-43 0 0,0 0 0 0 0,1 0 1 0 0,1 1-1 0 0,0-1 0 0 0,1 1 0 0 0,1 1 1 0 0,-4 24-1 0 0,7-34-183 0 0,1 0 1 0 0,0 0-1 0 0,0-1 0 0 0,1 1 1 0 0,-1 0-1 0 0,1 0 0 0 0,1-1 1 0 0,-1 1-1 0 0,5 9 1 0 0,-4-12-29 0 0,0 0 1 0 0,0 0 0 0 0,0-1 0 0 0,1 1 0 0 0,0 0 0 0 0,-1-1 0 0 0,1 0 0 0 0,0 0 0 0 0,1 0 0 0 0,-1 0 0 0 0,0 0-1 0 0,1-1 1 0 0,0 0 0 0 0,0 1 0 0 0,-1-1 0 0 0,6 1 0 0 0,-7-2-41 0 0,1 0 1 0 0,-1 0-1 0 0,1 0 1 0 0,-1-1-1 0 0,1 1 1 0 0,-1-1-1 0 0,1 0 1 0 0,-1 0-1 0 0,1 1 1 0 0,-1-2-1 0 0,1 1 1 0 0,-1 0-1 0 0,1 0 1 0 0,-1-1-1 0 0,1 0 1 0 0,-1 1-1 0 0,1-1 0 0 0,-1 0 1 0 0,0 0-1 0 0,4-2 1 0 0,-2 0 30 0 0,0 0-1 0 0,0 0 1 0 0,-1 0-1 0 0,1-1 1 0 0,-1 0 0 0 0,0 1-1 0 0,0-1 1 0 0,0 0 0 0 0,0-1-1 0 0,2-3 1 0 0,0-2 117 0 0,-1 0 1 0 0,0 1-1 0 0,0-2 1 0 0,-1 1 0 0 0,0 0-1 0 0,-1 0 1 0 0,-1-1-1 0 0,1 1 1 0 0,-1-17-1 0 0,-2 19-84 0 0,1 0 0 0 0,-2-1 0 0 0,1 1 0 0 0,-1 0 0 0 0,-1 0 0 0 0,1 0 0 0 0,-1 0 0 0 0,-1 0 0 0 0,1 0 0 0 0,-1 1 0 0 0,-1 0 0 0 0,0 0 0 0 0,1 0 0 0 0,-2 0 0 0 0,1 1 0 0 0,-1 0 0 0 0,0 0 0 0 0,-13-9 0 0 0,8 11-1658 0 0</inkml:trace>
</inkml:ink>
</file>

<file path=ppt/ink/ink1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02.98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273 270 4145 0 0,'-31'10'1417'0'0,"-59"12"0"0"0,59-17 998 0 0,0-2 0 0 0,-32 1 0 0 0,43-1 3329 0 0,20-3-5606 0 0,0 0-1 0 0,0 0 1 0 0,-1 1-1 0 0,1-1 1 0 0,0 1-1 0 0,0-1 1 0 0,0 1 473 0 0,0 4-527 0 0,-4 25-53 0 0,3 0 0 0 0,3 58 0 0 0,0-72-21 0 0,0 0 0 0 0,2-1-1 0 0,0 1 1 0 0,1 0 0 0 0,0-1-1 0 0,1 0 1 0 0,12 21 0 0 0,-14-28-23 0 0,1 0 0 0 0,0 0 0 0 0,0 0 0 0 0,1 0 1 0 0,0-1-1 0 0,9 8 0 0 0,-14-14 9 0 0,1 1 1 0 0,0-1-1 0 0,-1 0 1 0 0,1 0-1 0 0,0-1 1 0 0,-1 1-1 0 0,1 0 0 0 0,0 0 1 0 0,0-1-1 0 0,0 1 1 0 0,0-1-1 0 0,0 0 1 0 0,0 1-1 0 0,-1-1 0 0 0,1 0 1 0 0,0 0-1 0 0,0 0 1 0 0,0 0-1 0 0,0-1 1 0 0,0 1-1 0 0,0 0 0 0 0,0-1 1 0 0,0 0-1 0 0,0 1 1 0 0,-1-1-1 0 0,1 0 1 0 0,0 0-1 0 0,0 0 0 0 0,-1 0 1 0 0,1 0-1 0 0,-1 0 1 0 0,1 0-1 0 0,-1-1 1 0 0,1 1-1 0 0,-1 0 0 0 0,0-1 1 0 0,2-2-1 0 0,4-4-7 0 0,1-1-1 0 0,-2 0 0 0 0,1-1 0 0 0,-1 0 1 0 0,0 0-1 0 0,-1 0 0 0 0,-1 0 0 0 0,1-1 1 0 0,-2 0-1 0 0,1 0 0 0 0,-1 0 1 0 0,-1 0-1 0 0,0 0 0 0 0,-1-1 0 0 0,0 1 1 0 0,-1-1-1 0 0,-1-16 0 0 0,-4-13-51 0 0,-2 0-1 0 0,-2 1 1 0 0,-21-61-1 0 0,3 9 27 0 0,-8-58 638 0 0,48 199-436 0 0,3-1-1 0 0,1 0 1 0 0,33 61-1 0 0,-32-76-75 0 0,1-2 0 0 0,1 0 0 0 0,1-1-1 0 0,2-1 1 0 0,41 40 0 0 0,-60-65-89 0 0,0-1 0 0 0,0 1 0 0 0,1-1 0 0 0,0 0 0 0 0,-1 0 0 0 0,1-1 0 0 0,0 1 0 0 0,0-1 0 0 0,1 0 0 0 0,-1-1 0 0 0,0 1 0 0 0,1-1 0 0 0,6 1 0 0 0,-9-2 0 0 0,1 0 0 0 0,-1 0 0 0 0,0 0 0 0 0,0 0 0 0 0,0-1 0 0 0,1 1 0 0 0,-1-1 0 0 0,0 0 0 0 0,0 0 0 0 0,0 0 0 0 0,0-1 0 0 0,0 1 0 0 0,-1 0 0 0 0,1-1 0 0 0,0 0 0 0 0,0 0 0 0 0,-1 0 0 0 0,0 0 0 0 0,1 0 0 0 0,-1 0 0 0 0,0-1 0 0 0,0 1 0 0 0,0-1 0 0 0,2-3 0 0 0,10-19 17 0 0,16-39 1 0 0,-22 44-4 0 0,1 0 1 0 0,0 1 0 0 0,2 1-1 0 0,15-22 1 0 0,-25 39-12 0 0,-1 0-1 0 0,1-1 1 0 0,0 1-1 0 0,0 0 1 0 0,0 0 0 0 0,0 0-1 0 0,1 0 1 0 0,-1 0-1 0 0,0 0 1 0 0,0 0 0 0 0,1 1-1 0 0,-1-1 1 0 0,0 0-1 0 0,1 1 1 0 0,-1-1 0 0 0,1 1-1 0 0,-1-1 1 0 0,0 1-1 0 0,1 0 1 0 0,-1-1 0 0 0,1 1-1 0 0,-1 0 1 0 0,1 0-1 0 0,-1 0 1 0 0,1 0 0 0 0,-1 1-1 0 0,1-1 1 0 0,-1 0-1 0 0,1 1 1 0 0,-1-1 0 0 0,1 0-1 0 0,-1 1 1 0 0,0 0-1 0 0,1-1 1 0 0,1 2 0 0 0,4 4 21 0 0,0-1 0 0 0,0 1 0 0 0,0 1 0 0 0,-1-1 1 0 0,7 10-1 0 0,-8-10-3 0 0,0 0 0 0 0,0 0 0 0 0,1 0 0 0 0,9 7 0 0 0,-12-11-28 0 0,0-1-1 0 0,-1 1 1 0 0,1-1-1 0 0,0 0 1 0 0,0 0-1 0 0,0 0 1 0 0,0 0-1 0 0,0 0 1 0 0,0-1-1 0 0,0 0 1 0 0,1 1-1 0 0,-1-1 1 0 0,0 0-1 0 0,0 0 1 0 0,0-1-1 0 0,0 1 1 0 0,0-1-1 0 0,0 1 1 0 0,0-1-1 0 0,0 0 1 0 0,0 0-1 0 0,0 0 1 0 0,0-1-1 0 0,0 1 1 0 0,0-1-1 0 0,-1 1 1 0 0,1-1-1 0 0,-1 0 1 0 0,1 0-1 0 0,-1 0 1 0 0,4-4-1 0 0,5-8-56 0 0,0 1-1 0 0,-1-1 0 0 0,0-1 0 0 0,11-25 1 0 0,-2 7 23 0 0,-19 32 43 0 0,0 1 0 0 0,0-1 0 0 0,1 0 0 0 0,-1 0 0 0 0,1 1 0 0 0,-1-1 0 0 0,1 0 0 0 0,-1 1 0 0 0,1-1 0 0 0,-1 0 0 0 0,1 1 0 0 0,0-1 0 0 0,-1 1 0 0 0,1-1 0 0 0,0 1 0 0 0,0-1 0 0 0,-1 1 0 0 0,1-1 0 0 0,0 1 0 0 0,0 0 0 0 0,0-1 0 0 0,-1 1 0 0 0,1 0 0 0 0,0 0 0 0 0,1 0 0 0 0,-1 0 4 0 0,0 1 1 0 0,0-1-1 0 0,0 1 1 0 0,-1-1-1 0 0,1 1 1 0 0,0-1 0 0 0,0 1-1 0 0,-1 0 1 0 0,1 0-1 0 0,0-1 1 0 0,-1 1-1 0 0,1 0 1 0 0,-1 0-1 0 0,1 0 1 0 0,-1 0 0 0 0,1 0-1 0 0,-1-1 1 0 0,1 3-1 0 0,3 8 89 0 0,-1 1-1 0 0,4 21 0 0 0,-6-26-57 0 0,6 33 113 0 0,-2 1 1 0 0,-2-1-1 0 0,-1 1 1 0 0,-3 0-1 0 0,-5 42 1 0 0,1-48-1380 0 0,-14 51 0 0 0,11-60-6578 0 0</inkml:trace>
</inkml:ink>
</file>

<file path=ppt/ink/ink1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28.22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1190 115 4361 0 0,'6'-62'1083'0'0,"2"9"9564"0"0,-3 67-8939 0 0,9 34-1734 0 0,-11-15 337 0 0,-2-1 0 0 0,0 1 0 0 0,-5 33 0 0 0,-19 99-105 0 0,22-154-212 0 0,-15 85-174 0 0,-53 175-1 0 0,53-225 294 0 0,-2-1-1 0 0,-2 0 1 0 0,-2-2 0 0 0,-1 0-1 0 0,-51 67 1 0 0,33-61 161 0 0,-1-3 0 0 0,-63 55-1 0 0,-110 68 685 0 0,173-139-719 0 0,-2-3 0 0 0,-1-2 0 0 0,-1-2 0 0 0,0-1 0 0 0,-79 23 0 0 0,113-41-338 0 0,-19 5 235 0 0,-36 17 1 0 0,59-22-323 0 0,0 0 1 0 0,0 0 0 0 0,0 1 0 0 0,1 0 0 0 0,0 1 0 0 0,0 0 0 0 0,0 0-1 0 0,0 0 1 0 0,-6 9 0 0 0</inkml:trace>
</inkml:ink>
</file>

<file path=ppt/ink/ink1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30.36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135 23 5065 0 0,'0'-1'166'0'0,"0"0"0"0"0,0 0 0 0 0,-1-1 0 0 0,1 1 0 0 0,-1 0-1 0 0,1 0 1 0 0,-1 0 0 0 0,1 0 0 0 0,-1 0 0 0 0,1 0 0 0 0,-1 1 0 0 0,0-1 0 0 0,0 0 0 0 0,1 0-1 0 0,-1 0 1 0 0,0 1 0 0 0,0-1 0 0 0,0 0 0 0 0,0 1 0 0 0,0-1 0 0 0,0 1 0 0 0,0-1 0 0 0,0 1-1 0 0,0-1 1 0 0,0 1 0 0 0,0 0 0 0 0,0 0 0 0 0,0-1 0 0 0,-1 1 0 0 0,1 0 0 0 0,0 0 0 0 0,0 0-1 0 0,-2 0 1 0 0,0 0 54 0 0,-1 0-1 0 0,1 0 0 0 0,-1 0 0 0 0,1 1 1 0 0,-1-1-1 0 0,1 1 0 0 0,0-1 1 0 0,-1 1-1 0 0,1 0 0 0 0,-4 2 0 0 0,2 1-129 0 0,0 0 0 0 0,0 0 0 0 0,1 1 0 0 0,-1-1-1 0 0,1 1 1 0 0,0 0 0 0 0,0 1 0 0 0,0-1-1 0 0,1 1 1 0 0,0-1 0 0 0,0 1 0 0 0,0 0 0 0 0,1 0-1 0 0,0 0 1 0 0,0 0 0 0 0,0 1 0 0 0,1-1-1 0 0,0 1 1 0 0,0 9 0 0 0,0-9-85 0 0,1-1 1 0 0,0 1-1 0 0,0-1 0 0 0,1 1 1 0 0,0-1-1 0 0,0 0 0 0 0,0 1 0 0 0,1-1 1 0 0,0 0-1 0 0,0 0 0 0 0,1 0 1 0 0,-1 0-1 0 0,1 0 0 0 0,1-1 1 0 0,-1 1-1 0 0,1-1 0 0 0,0 0 1 0 0,0 0-1 0 0,7 6 0 0 0,1-2-4 0 0,1-1 0 0 0,-1-1-1 0 0,2 0 1 0 0,-1-1 0 0 0,1-1 0 0 0,0 0 0 0 0,0 0-1 0 0,0-2 1 0 0,23 4 0 0 0,30 9 314 0 0,-64-16-312 0 0,-1 1 1 0 0,1 0-1 0 0,0 0 0 0 0,-1 0 1 0 0,1 0-1 0 0,-1 1 0 0 0,1-1 1 0 0,-1 1-1 0 0,0-1 0 0 0,1 1 1 0 0,-1 0-1 0 0,0 0 0 0 0,0 0 1 0 0,3 4-1 0 0,-5-5 6 0 0,1-1 0 0 0,-1 1 0 0 0,0 0 0 0 0,0 0 0 0 0,1-1 0 0 0,-1 1 0 0 0,0 0-1 0 0,0 0 1 0 0,0 0 0 0 0,0 0 0 0 0,0-1 0 0 0,0 1 0 0 0,0 0 0 0 0,0 0 0 0 0,0 0 0 0 0,0 0 0 0 0,0-1 0 0 0,0 1 0 0 0,-1 0 0 0 0,1 1 0 0 0,-1-1 44 0 0,-1 1 0 0 0,1 0 0 0 0,0-1 0 0 0,0 1 0 0 0,-1-1 0 0 0,1 1 0 0 0,-1-1 0 0 0,1 1 0 0 0,-1-1-1 0 0,1 0 1 0 0,-4 2 0 0 0,-19 9 574 0 0,-1 0 0 0 0,0-2 0 0 0,-1-1-1 0 0,-40 9 1 0 0,4-1-1343 0 0,47-11-881 0 0</inkml:trace>
</inkml:ink>
</file>

<file path=ppt/ink/ink1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29.38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58 23 456 0 0,'-1'0'160'0'0,"-46"-23"12123"0"0,45 36-10205 0 0,-6 36-1966 0 0,10-8 271 0 0,2-1 1 0 0,1 0-1 0 0,2 0 1 0 0,2 0 0 0 0,27 73-1 0 0,-1-24-57 0 0,65 114 1 0 0,-77-164-208 0 0,1-2 1 0 0,2 0 0 0 0,2-1-1 0 0,1-2 1 0 0,1-1 0 0 0,2-2 0 0 0,1-1-1 0 0,2-1 1 0 0,1-2 0 0 0,0-1-1 0 0,2-3 1 0 0,71 34 0 0 0,-41-27 343 0 0,2-3 0 0 0,1-3 0 0 0,1-3 0 0 0,75 11 0 0 0,238 23 212 0 0,-373-53-770 0 0,0 0-470 0 0,-1 0-1 0 0,1-1 1 0 0,19 0-1 0 0</inkml:trace>
</inkml:ink>
</file>

<file path=ppt/ink/ink1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31.19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93 154 456 0 0,'-27'-53'5283'0'0,"20"40"-3469"0"0,1-1-1 0 0,-1 1 1 0 0,-1 1 0 0 0,-1 0-1 0 0,-19-24 2335 0 0,30 37-3089 0 0,7 11-186 0 0,10 37-332 0 0,25 96 0 0 0,-9-20-81 0 0,-23-88-486 0 0,1 0 1 0 0,2-1 0 0 0,37 64-1 0 0,-40-81-3094 0 0</inkml:trace>
</inkml:ink>
</file>

<file path=ppt/ink/ink1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31.54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72 3681 0 0,'0'-1'60'0'0,"-1"1"1"0"0,1 0-1 0 0,0 0 0 0 0,0 0 1 0 0,-1 0-1 0 0,1 0 0 0 0,0 0 1 0 0,0 0-1 0 0,0 0 0 0 0,-1 0 1 0 0,1-1-1 0 0,0 1 1 0 0,0 0-1 0 0,0 0 0 0 0,-1 0 1 0 0,1-1-1 0 0,0 1 0 0 0,0 0 1 0 0,0 0-1 0 0,0 0 0 0 0,0-1 1 0 0,0 1-1 0 0,-1 0 1 0 0,1 0-1 0 0,0 0 0 0 0,0-1 1 0 0,0 1-1 0 0,0 0 0 0 0,0 0 1 0 0,0-1-1 0 0,0 1 1 0 0,0 0-1 0 0,0 0 0 0 0,0-1 1 0 0,0 1-1 0 0,0 0 0 0 0,0 0 1 0 0,0-1-1 0 0,0 1 0 0 0,0 0 1 0 0,1 0-1 0 0,-1 0 1 0 0,0-1-1 0 0,0 1 0 0 0,0 0 1 0 0,0 0-1 0 0,0 0 0 0 0,0-1 1 0 0,1 1-1 0 0,-1 0 0 0 0,0 0 1 0 0,17-16 1444 0 0,24-8 256 0 0,-35 21-1511 0 0,0 0 0 0 0,1 0 0 0 0,-1 0 0 0 0,1 1 0 0 0,0 0 0 0 0,-1 1 0 0 0,1-1 0 0 0,0 1 0 0 0,0 1 0 0 0,0-1 1 0 0,0 1-1 0 0,0 0 0 0 0,0 1 0 0 0,0-1 0 0 0,0 2 0 0 0,0-1 0 0 0,-1 1 0 0 0,1 0 0 0 0,0 0 0 0 0,-1 0 0 0 0,0 1 0 0 0,1 0 0 0 0,-1 1 0 0 0,0-1 0 0 0,-1 1 0 0 0,1 0 0 0 0,-1 1 0 0 0,1-1 0 0 0,-1 1 0 0 0,8 10 0 0 0,-7-6-90 0 0,0-1 0 0 0,-1 1 0 0 0,0 0 0 0 0,0 0 0 0 0,-1 0 0 0 0,-1 1 0 0 0,1-1 0 0 0,-1 1 0 0 0,-1 0-1 0 0,3 17 1 0 0,-5-15 2 0 0,0 0 0 0 0,0 1 0 0 0,-1-1 0 0 0,-1 1-1 0 0,0-1 1 0 0,0 0 0 0 0,-2 0 0 0 0,-5 16 0 0 0,5-16 32 0 0,-1-1 1 0 0,-1 1 0 0 0,1-1 0 0 0,-2-1 0 0 0,1 1-1 0 0,-17 18 1 0 0,17-23-416 0 0,1-1-1 0 0,-1 1 0 0 0,-1-1 1 0 0,1 0-1 0 0,-1-1 0 0 0,1 0 1 0 0,-1 0-1 0 0,-1 0 0 0 0,1-1 1 0 0,0 0-1 0 0,-15 4 0 0 0</inkml:trace>
</inkml:ink>
</file>

<file path=ppt/ink/ink1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08.88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28 5065 0 0,'1'0'528'0'0,"47"-6"6481"0"0,3-1-4168 0 0,90 4-275 0 0,-48-6-8487 0 0,-80 6 1331 0 0</inkml:trace>
</inkml:ink>
</file>

<file path=ppt/ink/ink1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09.16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8 6449 0 0,'2'-7'7729'0'0,"2"40"-6486"0"0,1 55-1 0 0,-5-59-1260 0 0,1-1 0 0 0,2 0 0 0 0,11 54-1 0 0,-6-60-568 0 0</inkml:trace>
</inkml:ink>
</file>

<file path=ppt/ink/ink1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09.48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0 154 5529 0 0,'4'-4'601'0'0,"-1"1"1"0"0,1 0-1 0 0,0 0 0 0 0,0 1 0 0 0,0-1 0 0 0,0 1 1 0 0,6-3-1 0 0,-7 3-175 0 0,27-11 1630 0 0,1 0 0 0 0,46-11-1 0 0,-39 12-2933 0 0,43-18-1 0 0,-30 4-2497 0 0,-36 18 1747 0 0</inkml:trace>
</inkml:ink>
</file>

<file path=ppt/ink/ink1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09.77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 0 2761 0 0,'-2'1'383'0'0,"1"-1"1"0"0,-1 1 0 0 0,0 0 0 0 0,1 0 0 0 0,-1 0 0 0 0,1 0 0 0 0,0 0 0 0 0,-1 0 0 0 0,1 0-1 0 0,0 0 1 0 0,0 0 0 0 0,-1 1 0 0 0,1-1 0 0 0,0 1 0 0 0,0-1 0 0 0,1 1 0 0 0,-1-1-1 0 0,0 1 1 0 0,0 1 0 0 0,0 0 102 0 0,1 0 0 0 0,0-1 0 0 0,1 1 0 0 0,-1 0 0 0 0,0 0 0 0 0,1 0 0 0 0,0-1 0 0 0,-1 1 0 0 0,3 3 0 0 0,2 13-277 0 0,36 213-46 0 0,-35-209-1278 0 0</inkml:trace>
</inkml:ink>
</file>

<file path=ppt/ink/ink1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10.07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89 7370 0 0,'8'-7'873'0'0,"1"1"1"0"0,-1-1 0 0 0,2 1-1 0 0,-1 1 1 0 0,0-1 0 0 0,1 2-1 0 0,0-1 1 0 0,13-2 0 0 0,5-2-421 0 0,52-8 0 0 0,-13 9-3865 0 0,-50 6-1313 0 0</inkml:trace>
</inkml:ink>
</file>

<file path=ppt/ink/ink1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10.40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39 0 7370 0 0,'-3'2'213'0'0,"0"0"0"0"0,1-1 0 0 0,-1 1 0 0 0,1 0 0 0 0,-1 1 0 0 0,1-1-1 0 0,0 0 1 0 0,0 1 0 0 0,0-1 0 0 0,0 1 0 0 0,0-1 0 0 0,1 1 0 0 0,-1 0 0 0 0,1 0 0 0 0,0 0 0 0 0,0 0 0 0 0,0 0 0 0 0,0 0 0 0 0,0 0 0 0 0,1 0 0 0 0,-1 1 0 0 0,1-1 0 0 0,0 0 0 0 0,0 0 0 0 0,0 0 0 0 0,0 1 0 0 0,1-1 0 0 0,0 4 0 0 0,3 13 67 0 0,1-1 1 0 0,0 0-1 0 0,13 30 0 0 0,-5-14-688 0 0,-5-12-3014 0 0,1 0-1222 0 0</inkml:trace>
</inkml:ink>
</file>

<file path=ppt/ink/ink1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10.7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0 108 4145 0 0,'20'-8'2457'0'0,"0"0"0"0"0,0 2 0 0 0,30-6 0 0 0,-29 7-2152 0 0,0 0-1 0 0,0-2 1 0 0,28-12-1 0 0,7-11-4873 0 0,-42 23 2861 0 0</inkml:trace>
</inkml:ink>
</file>

<file path=ppt/ink/ink1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11.05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122 1 2280 0 0,'-34'11'148'0'0,"-16"6"1740"0"0,47-16-1382 0 0,1 1 0 0 0,-1-1 1 0 0,1 1-1 0 0,0-1 0 0 0,-1 1 1 0 0,1 0-1 0 0,0 0 1 0 0,0 0-1 0 0,-2 2 0 0 0,2 0-80 0 0,0 0 0 0 0,1 1-1 0 0,-1-1 1 0 0,1 0 0 0 0,0 1-1 0 0,0-1 1 0 0,0 1-1 0 0,0 0 1 0 0,1-1 0 0 0,0 1-1 0 0,0 0 1 0 0,0-1 0 0 0,1 1-1 0 0,-1-1 1 0 0,2 6 0 0 0,3 13 160 0 0,12 34 0 0 0,-16-56-547 0 0,19 73-1935 0 0,-13-46-3711 0 0</inkml:trace>
</inkml:ink>
</file>

<file path=ppt/ink/ink1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11.39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41 5065 0 0,'47'-10'2912'0'0,"-18"2"-1668"0"0,48 0 1859 0 0,11-2-2942 0 0,-71 6-4636 0 0</inkml:trace>
</inkml:ink>
</file>

<file path=ppt/ink/ink1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11.61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43 1 4145 0 0,'-2'1'291'0'0,"1"0"0"0"0,-1 0 0 0 0,0 0 0 0 0,0 0 0 0 0,0 0 0 0 0,1 1 0 0 0,-1-1 0 0 0,1 1 0 0 0,-1-1 0 0 0,1 1 0 0 0,0-1 0 0 0,-1 1 0 0 0,1 0 0 0 0,0 0 0 0 0,0 0 0 0 0,0 0 0 0 0,0 0 0 0 0,1 0 0 0 0,-1 0 0 0 0,0 0 0 0 0,1 0 0 0 0,-1 3 0 0 0,-8 55 3416 0 0,8-50-3097 0 0,-1 17 353 0 0,1 0 0 0 0,3 39 0 0 0,14 53-2170 0 0,-10-79-4836 0 0</inkml:trace>
</inkml:ink>
</file>

<file path=ppt/ink/ink1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14.18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1030 129 2761 0 0,'0'-18'202'0'0,"0"0"1"0"0,-2 0 0 0 0,0 1-1 0 0,-7-26 1 0 0,8 43 29 0 0,1-1-1 0 0,0 0 0 0 0,0 0 1 0 0,-1 0-1 0 0,1 1 0 0 0,-1-1 1 0 0,1 0-1 0 0,-1 0 0 0 0,1 1 1 0 0,-1-1-1 0 0,1 1 1 0 0,-1-1-1 0 0,1 0 0 0 0,-1 1 1 0 0,0-1-1 0 0,1 1 0 0 0,-1-1 1 0 0,0 1-1 0 0,0 0 1 0 0,1-1-1 0 0,-1 1 0 0 0,0 0 1 0 0,0-1-1 0 0,-1 1 0 0 0,0 0 69 0 0,-1 0 0 0 0,1 0 0 0 0,0 0-1 0 0,0 0 1 0 0,0 0 0 0 0,-1 1 0 0 0,1-1-1 0 0,0 1 1 0 0,-4 1 0 0 0,-5 4 339 0 0,-1 0 0 0 0,-19 14 0 0 0,20-12-37 0 0,-34 18 623 0 0,-1-2 0 0 0,-79 29 0 0 0,-103 17 421 0 0,189-58-1409 0 0,1 1 0 0 0,-63 32-1 0 0,-64 48 533 0 0,122-67-719 0 0,26-17-2106 0 0,0 0 0 0 0,-29 10 0 0 0</inkml:trace>
</inkml:ink>
</file>

<file path=ppt/ink/ink1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15.13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9674 0 0,'5'84'3441'0'0,"-3"113"-1921"0"0,31 214 1 0 0,-10-168-1435 0 0,-19-198-97 0 0,61 1001 117 0 0,-37-425 131 0 0,-13-359-49 0 0,-2 138-173 0 0,4 54 193 0 0,3-40-130 0 0,9 151 987 0 0,29-4 386 0 0,-15-172-169 0 0,-3-26-50 0 0,-39-358-1233 0 0,2 19-106 0 0,1-1 0 0 0,9 29 0 0 0,-10-43-499 0 0</inkml:trace>
</inkml:ink>
</file>

<file path=ppt/ink/ink1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16.08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 35 2304 0 0,'-1'0'135'0'0,"1"0"-1"0"0,-1-1 0 0 0,0 1 0 0 0,1 0 0 0 0,-1-1 0 0 0,1 1 0 0 0,-1 0 0 0 0,1-1 0 0 0,-1 1 0 0 0,1 0 1 0 0,0-1-1 0 0,-1 1 0 0 0,1-1 0 0 0,-1 1 0 0 0,1-1 0 0 0,0 1 0 0 0,-1-1 0 0 0,1 1 0 0 0,0-1 0 0 0,0 1 1 0 0,0-1-1 0 0,-1 0 0 0 0,1 1 0 0 0,0-1 0 0 0,0 1 0 0 0,0-1 0 0 0,0 0 0 0 0,0 1 0 0 0,0-1 0 0 0,0 1 1 0 0,0-1-1 0 0,0 0 0 0 0,0 1 0 0 0,0-1 0 0 0,0 1 0 0 0,1-1 0 0 0,-1 0 0 0 0,0 0 0 0 0,1 0 2 0 0,-1 1 0 0 0,1-1 0 0 0,-1 0 0 0 0,0 0 0 0 0,1 0 0 0 0,0 0 0 0 0,-1 1 0 0 0,1-1 0 0 0,-1 0 0 0 0,1 1 0 0 0,0-1 0 0 0,-1 0 0 0 0,1 1 0 0 0,0-1 0 0 0,0 1 0 0 0,0-1-1 0 0,0 1 1 0 0,-1-1 0 0 0,1 1 0 0 0,0 0 0 0 0,0-1 0 0 0,0 1 0 0 0,0 0 0 0 0,0 0 0 0 0,1 0 0 0 0,62 2 2519 0 0,87 17-1 0 0,-98-11-1697 0 0,1-2-1 0 0,94 0 1 0 0,98-5-338 0 0,-52 3-2583 0 0,-163-5 897 0 0</inkml:trace>
</inkml:ink>
</file>

<file path=ppt/ink/ink1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16.9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110 17 6913 0 0,'-4'-1'143'0'0,"-45"-13"2087"0"0,46 14-1754 0 0,0-1 1 0 0,0 1-1 0 0,0-1 0 0 0,0 1 0 0 0,0 0 1 0 0,0 0-1 0 0,0 0 0 0 0,0 1 1 0 0,0-1-1 0 0,0 1 0 0 0,0 0 0 0 0,0-1 1 0 0,-4 3-1 0 0,6-2-317 0 0,0 1 0 0 0,0-1 0 0 0,0 0 0 0 0,0 0 0 0 0,0 0 0 0 0,0 1 0 0 0,1-1 0 0 0,-1 0 0 0 0,1 1 0 0 0,-1-1-1 0 0,1 0 1 0 0,-1 1 0 0 0,1-1 0 0 0,0 1 0 0 0,-1-1 0 0 0,1 1 0 0 0,0 2 0 0 0,0 31 516 0 0,1-23-418 0 0,43 919 912 0 0,-15-524-1072 0 0,-4-52 9 0 0,21-8-67 0 0,-8-81-24 0 0,28 489 201 0 0,31 224-216 0 0,-48-577 0 0 0,66 237-58 0 0,-79-425 438 0 0,-27-147-67 0 0,2 0-1 0 0,26 85 1 0 0,-30-133-617 0 0,-5-16 116 0 0</inkml:trace>
</inkml:ink>
</file>

<file path=ppt/ink/ink1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22.8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37 380 2304 0 0,'-1'-15'1755'0'0,"0"1"0"0"0,-6-25 0 0 0,5 28-892 0 0,-1 0-1 0 0,2-1 1 0 0,0 1-1 0 0,0-1 1 0 0,2-19-1 0 0,0 22-604 0 0,3-19 1313 0 0,-1-53 1 0 0,-3 71-1619 0 0,-1 0 1 0 0,-1-1 0 0 0,1 1 0 0 0,-2 1 0 0 0,0-1-1 0 0,0 0 1 0 0,0 1 0 0 0,-10-18 0 0 0</inkml:trace>
</inkml:ink>
</file>

<file path=ppt/ink/ink1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24.62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43 617 1376 0 0,'-42'17'5938'0'0,"42"-18"-5731"0"0,0 0 0 0 0,0-1 0 0 0,0 1 0 0 0,0 0 0 0 0,0 0 0 0 0,1 0 0 0 0,-1 0 0 0 0,0 0 0 0 0,1 0 0 0 0,-1 0 0 0 0,1 0 1 0 0,-1 0-1 0 0,1 0 0 0 0,-1 1 0 0 0,1-1 0 0 0,0 0 0 0 0,0 0 0 0 0,0-1 0 0 0,15-16 1020 0 0,-1 0-650 0 0,-12 14-423 0 0,0 0 1 0 0,0 0-1 0 0,0 0 0 0 0,0 1 0 0 0,1-1 0 0 0,-1 1 0 0 0,1 0 0 0 0,5-3 0 0 0,-21 1 4251 0 0,11 4-4381 0 0,-1 0 0 0 0,1 0 1 0 0,0-1-1 0 0,-1 1 0 0 0,1 0 0 0 0,0-1 1 0 0,0 1-1 0 0,0-1 0 0 0,0 1 0 0 0,0-1 0 0 0,0 0 1 0 0,0 1-1 0 0,1-1 0 0 0,-1 0 0 0 0,1 0 1 0 0,-1 1-1 0 0,1-1 0 0 0,-1 0 0 0 0,1 0 0 0 0,0 0 1 0 0,0 1-1 0 0,0-1 0 0 0,0 0 0 0 0,1-2 0 0 0,1 1-16 0 0,-1 0-1 0 0,2 0 1 0 0,-1 0-1 0 0,0 1 1 0 0,0-1-1 0 0,1 0 1 0 0,0 1-1 0 0,-1 0 0 0 0,1 0 1 0 0,0 0-1 0 0,0 0 1 0 0,6-2-1 0 0,45-17 140 0 0,-14 7-92 0 0,-5-1-112 0 0,0 1 0 0 0,2 2 0 0 0,-1 1 0 0 0,65-9 0 0 0,-78 16-95 0 0,1-2 1 0 0,28-11-1 0 0,-37 12 170 0 0,0-1-1 0 0,1 2 1 0 0,0 0-1 0 0,-1 1 1 0 0,1 0-1 0 0,0 2 1 0 0,23-1-1 0 0,11 4 32 0 0,-1-3 0 0 0,1-2 0 0 0,-1-1 0 0 0,51-13 0 0 0,299-33 958 0 0,-382 49-1003 0 0,77-9 140 0 0,-30 3 200 0 0,117 1 1 0 0,-92 5-142 0 0,-57 0-69 0 0,64 6 1 0 0,-80-5-114 0 0,0 0 1 0 0,0 0-1 0 0,-1-2 1 0 0,1 0 0 0 0,0 0-1 0 0,-1-2 1 0 0,19-6-1 0 0,-9 3 21 0 0,38-5 0 0 0,44-3 8 0 0,-53 6 13 0 0,88-3 0 0 0,-113 11-73 0 0,0-2 1 0 0,0-1 0 0 0,41-11-1 0 0,-1 0 0 0 0,30 5 144 0 0,-4 1-300 0 0,-83 7 192 0 0,23-5-32 0 0,-1 2-1 0 0,1 1 0 0 0,64 2 1 0 0,-85 2-37 0 0,-1-1 1 0 0,1 0 0 0 0,-1-1 0 0 0,0 0 0 0 0,1-1-1 0 0,-1-1 1 0 0,20-8 0 0 0,-17 7-212 0 0,-1 0 0 0 0,1 0 0 0 0,0 1-1 0 0,23-2 1 0 0,-23 5-50 0 0,-11 0 6 0 0,0 0 0 0 0,0 1 1 0 0,0 0-1 0 0,-1-1 0 0 0,1 1 0 0 0,0 1 0 0 0,0-1 0 0 0,0 1 1 0 0,-1 0-1 0 0,1 0 0 0 0,0 0 0 0 0,-1 1 0 0 0,1-1 0 0 0,-1 1 1 0 0,1 0-1 0 0,-1 1 0 0 0,6 3 0 0 0,-7-3-161 0 0,1 0 0 0 0,0-1-1 0 0,0 1 1 0 0,0-1 0 0 0,0 0 0 0 0,8 3 0 0 0,-7-3 812 0 0,1-1-1 0 0,0 0 1 0 0,0 0 0 0 0,-1 0 0 0 0,1-1 0 0 0,0 0 0 0 0,0 0 0 0 0,0 0 0 0 0,0-1 0 0 0,0 0 0 0 0,-1 0 0 0 0,1 0 0 0 0,9-4 0 0 0,-9 3-340 0 0,-1 1 0 0 0,1 0 0 0 0,0 1 0 0 0,-1-1 0 0 0,1 1-1 0 0,0 0 1 0 0,0 0 0 0 0,9 2 0 0 0,-9-1-55 0 0,0 0 1 0 0,0-1-1 0 0,-1 0 0 0 0,1 0 0 0 0,0 0 0 0 0,0-1 1 0 0,0 1-1 0 0,10-4 0 0 0,21-14-4081 0 0</inkml:trace>
</inkml:ink>
</file>

<file path=ppt/ink/ink1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25.34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51 3737 0 0,'2'-2'36'0'0,"0"0"-1"0"0,0-1 1 0 0,0 1 0 0 0,-1-1 0 0 0,0 1 0 0 0,1-1-1 0 0,5-31 13535 0 0,3 46-13540 0 0,-2 0 1 0 0,0 1-1 0 0,0 0 1 0 0,-1 0-1 0 0,0 1 0 0 0,-2-1 1 0 0,1 1-1 0 0,-2 1 0 0 0,6 26 1 0 0,-6-15-173 0 0,-1 1 0 0 0,-1 0-1 0 0,-2-1 1 0 0,-4 49 0 0 0,0-37-143 0 0,1-1 0 0 0,4 55-1 0 0,1-84-421 0 0</inkml:trace>
</inkml:ink>
</file>

<file path=ppt/ink/ink1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33.828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100 504 1840 0 0,'-3'-5'262'0'0,"2"1"-1"0"0,-1-1 0 0 0,0 0 1 0 0,1 0-1 0 0,0 0 0 0 0,0 0 1 0 0,0 0-1 0 0,0-9 0 0 0,0 1 108 0 0,-8-34 707 0 0,5 29 185 0 0,0 0-1 0 0,-5-36 4275 0 0,4 70-3827 0 0,3-5-1652 0 0,0 1 0 0 0,1-1 1 0 0,0 0-1 0 0,0 1 1 0 0,1-1-1 0 0,1 1 0 0 0,0-1 1 0 0,0 1-1 0 0,1-1 1 0 0,1 0-1 0 0,0 1 0 0 0,1-2 1 0 0,4 12-1 0 0,-8-21-62 0 0,0 0 0 0 0,1-1 0 0 0,-1 1 1 0 0,0 0-1 0 0,0 0 0 0 0,0 0 0 0 0,0-1 0 0 0,0 1 0 0 0,0 0 0 0 0,0 0 0 0 0,0 0 0 0 0,-1-1 1 0 0,1 1-1 0 0,0 0 0 0 0,0 0 0 0 0,-1 0 0 0 0,1-1 0 0 0,0 1 0 0 0,-1 0 0 0 0,1-1 0 0 0,-1 1 1 0 0,0 1-1 0 0,1-2 21 0 0,0 0 1 0 0,0 0-1 0 0,-1 1 1 0 0,1-1-1 0 0,0 0 1 0 0,0 0-1 0 0,0 1 0 0 0,-1-1 1 0 0,1 0-1 0 0,0 0 1 0 0,0 0-1 0 0,-1 0 1 0 0,1 1-1 0 0,0-1 1 0 0,0 0-1 0 0,-1 0 1 0 0,1 0-1 0 0,0 0 1 0 0,-1 0-1 0 0,1 0 1 0 0,0 0-1 0 0,-1 0 1 0 0,1 0-1 0 0,0 0 1 0 0,0 0-1 0 0,-1 0 1 0 0,1 0-1 0 0,0 0 1 0 0,-1 0-1 0 0,1 0 1 0 0,0 0-1 0 0,0 0 1 0 0,-1 0-1 0 0,1-1 1 0 0,0 1-1 0 0,-1 0 1 0 0,1 0-1 0 0,0 0 0 0 0,0 0 1 0 0,0-1-1 0 0,-1 1 1 0 0,1 0-1 0 0,0 0 1 0 0,0 0-1 0 0,0-1 1 0 0,-1 1-1 0 0,1 0 1 0 0,0 0-1 0 0,0-1 1 0 0,0 1-1 0 0,0 0 1 0 0,0-1-1 0 0,0 1 1 0 0,-1 0-1 0 0,1 0 1 0 0,0-1-1 0 0,0 1 1 0 0,0 0-1 0 0,0-1 1 0 0,-24-45 124 0 0,18 35-132 0 0,-1 0 0 0 0,-8-23 0 0 0,14 60 125 0 0,4-2-124 0 0,-4-23-19 0 0,1 0 0 0 0,0-1 0 0 0,0 1 0 0 0,0 0 0 0 0,0-1 0 0 0,0 1 1 0 0,0 0-1 0 0,0-1 0 0 0,0 1 0 0 0,1 0 0 0 0,-1-1 0 0 0,0 1 0 0 0,0-1 0 0 0,1 1 0 0 0,-1 0 0 0 0,0-1 0 0 0,0 1 0 0 0,1-1 0 0 0,-1 1 0 0 0,1-1 0 0 0,-1 1 0 0 0,0-1 0 0 0,1 1 0 0 0,-1-1 1 0 0,1 1-1 0 0,-1-1 0 0 0,1 0 0 0 0,0 1 0 0 0,-1-1 0 0 0,1 0 0 0 0,-1 1 0 0 0,1-1 0 0 0,0 0 0 0 0,-1 0 0 0 0,1 0 0 0 0,0 1 0 0 0,-1-1 0 0 0,2 0 0 0 0,1-3 84 0 0,-1-1-1 0 0,0 1 1 0 0,0-1 0 0 0,0 1-1 0 0,0-1 1 0 0,0 0-1 0 0,-1 1 1 0 0,2-7-1 0 0,4-7 359 0 0,-2 5-164 0 0,-4 9-244 0 0,0 0 0 0 0,0 0 1 0 0,0 0-1 0 0,1 0 0 0 0,-1 0 0 0 0,1 0 1 0 0,-1 1-1 0 0,1-1 0 0 0,0 0 1 0 0,0 1-1 0 0,0-1 0 0 0,0 1 1 0 0,4-3-1 0 0,-5 51-871 0 0,-1-46 831 0 0,0 1 0 0 0,0-1-1 0 0,0 1 1 0 0,-1-1 0 0 0,1 0 0 0 0,0 1-1 0 0,0-1 1 0 0,0 1 0 0 0,0-1-1 0 0,0 1 1 0 0,0-1 0 0 0,0 0 0 0 0,0 1-1 0 0,0-1 1 0 0,0 1 0 0 0,1-1 0 0 0,-1 1-1 0 0,0-1 1 0 0,0 0 0 0 0,0 1 0 0 0,0-1-1 0 0,1 1 1 0 0,-1-1 0 0 0,0 0 0 0 0,0 1-1 0 0,1-1 1 0 0,-1 0 0 0 0,0 1-1 0 0,1-1 1 0 0,-1 0 0 0 0,0 1 0 0 0,1-1-1 0 0,-1 0 1 0 0,0 0 0 0 0,1 0 0 0 0,-1 1-1 0 0,1-1 1 0 0,15-10-175 0 0,-8 3 191 0 0,2-1-36 0 0,10-8 86 0 0,33-20 1 0 0,-45 32-41 0 0,0-1-1 0 0,0 2 1 0 0,0-1-1 0 0,1 1 1 0 0,0 1 0 0 0,-1 0-1 0 0,1 0 1 0 0,9-1 0 0 0,8-1-10 0 0,46-13 0 0 0,19-3 0 0 0,-83 18 0 0 0,1 2 0 0 0,0-1 0 0 0,-1 1 0 0 0,1 0 0 0 0,0 1 0 0 0,0 0 0 0 0,-1 0 0 0 0,9 3 0 0 0,-8 0 0 0 0,0-1 0 0 0,0 2 0 0 0,14 8 0 0 0,-16-8 0 0 0,0-1 0 0 0,0-1 0 0 0,0 1 0 0 0,1-1 0 0 0,-1 0 0 0 0,10 2 0 0 0,-17-5-6 0 0,1 0 0 0 0,-1 0 0 0 0,0 0 0 0 0,0 1-1 0 0,0-1 1 0 0,0 0 0 0 0,0 0 0 0 0,0 0 0 0 0,0 0 0 0 0,0 0 0 0 0,0 0 0 0 0,0 0 0 0 0,0 0 0 0 0,0 0 0 0 0,1 0 0 0 0,-1 1 0 0 0,0-1 0 0 0,0 0 0 0 0,0 0 0 0 0,0 0 0 0 0,0 0 0 0 0,0 0 0 0 0,0 0 0 0 0,0 0 0 0 0,0 1 0 0 0,0-1 0 0 0,0 0 0 0 0,0 0 0 0 0,0 0 0 0 0,0 0 0 0 0,0 0-1 0 0,0 0 1 0 0,0 0 0 0 0,-1 0 0 0 0,1 1 0 0 0,0-1 0 0 0,0 0 0 0 0,0 0 0 0 0,0 0 0 0 0,0 0 0 0 0,0 0 0 0 0,0 0 0 0 0,0 0 0 0 0,0 0 0 0 0,0 0 0 0 0,0 0 0 0 0,0 1 0 0 0,-1-1 0 0 0,1 0 0 0 0,0 0 0 0 0,0 0 0 0 0,0 0 0 0 0,0 0 0 0 0,0 0 0 0 0,0 0 0 0 0,0 0 0 0 0,0 0 0 0 0,-1 0-1 0 0,1 0 1 0 0,0 0 0 0 0,0 0 0 0 0,-14 9-148 0 0,-26 13 104 0 0,31-16 7 0 0,-38 20 183 0 0,-1-2-1 0 0,0-2 0 0 0,-92 28 1 0 0,106-56 2052 0 0,170-30-2668 0 0,-14 5 168 0 0,86-38 114 0 0,141-38 1404 0 0,-260 90-907 0 0,172-11-1 0 0,89 21-64 0 0,-400 15 99 0 0,12-1-127 0 0,-116-4-187 0 0,112-5-24 0 0,0 3 0 0 0,-1 1 0 0 0,-41 8-1 0 0,-32 16-63 0 0,47-9-30 0 0,-102 11-1 0 0,146-23-13 0 0,22-1 7 0 0,17 1 0 0 0,-1-4-34 0 0,1 0 1 0 0,0-1-1 0 0,0-1 0 0 0,-1 0 1 0 0,1-1-1 0 0,22-6 0 0 0,8 0 79 0 0,253-33 74 0 0,114-17 356 0 0,-351 48-176 0 0,308-35 1233 0 0,-138 30-1182 0 0,95-2 48 0 0,-250 13-170 0 0,-1-3 0 0 0,113-26 0 0 0,-52 7-19 0 0,-74 11-15 0 0,-48 11-80 0 0,-1 0 0 0 0,1 1 1 0 0,0 1-1 0 0,0 0 0 0 0,0 0 1 0 0,0 2-1 0 0,1-1 0 0 0,16 3 1 0 0,-130 10 179 0 0,49-6-192 0 0,0 3 0 0 0,1 1 0 0 0,0 3 0 0 0,-71 29 0 0 0,-180 52-198 0 0,234-77 180 0 0,17-1-8 0 0,-51 24 0 0 0,21-8 6 0 0,136-50-96 0 0,0 3 0 0 0,64-9 0 0 0,137-12-232 0 0,-204 29 314 0 0,83-9 313 0 0,145-37 0 0 0,-198 28-81 0 0,-56 16-74 0 0,0 0-1 0 0,1 2 1 0 0,0 2 0 0 0,1 0-1 0 0,35-1 1 0 0,-44 8-90 0 0,-20-1-25 0 0,0-1-1 0 0,-1 1 1 0 0,1-1 0 0 0,0 0-1 0 0,0 1 1 0 0,-1-1 0 0 0,1 0 0 0 0,0 1-1 0 0,-1-1 1 0 0,1 0 0 0 0,-1 1-1 0 0,1-1 1 0 0,0 0 0 0 0,-1 0 0 0 0,1 1-1 0 0,-1-1 1 0 0,1 0 0 0 0,-1 0-1 0 0,1 0 1 0 0,0 0 0 0 0,-1 0 0 0 0,1 0-1 0 0,-1 1 1 0 0,1-1 0 0 0,-1 0-1 0 0,1 0 1 0 0,-1-1 0 0 0,1 1 0 0 0,-1 0-1 0 0,0 0 1 0 0,0 0 71 0 0,-3 1 0 0 0,-40 3-2032 0 0</inkml:trace>
</inkml:ink>
</file>

<file path=ppt/ink/ink1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36.153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100 338 4609 0 0,'-53'-36'14040'0'0,"30"8"-13293"0"0,20 22-521 0 0,0-1 1 0 0,1 1-1 0 0,0-1 1 0 0,0 0-1 0 0,-2-11 0 0 0,-3-14-26 0 0,18 52 828 0 0,-7-13-1101 0 0,0 1 0 0 0,0-1 0 0 0,0 1 0 0 0,4 14 0 0 0,-4 1-5 0 0,-1 1 1 0 0,1 44 0 0 0,-4-46-199 0 0,1 0 1 0 0,1 0-1 0 0,8 35 1 0 0,-10-55 131 0 0,0 0 0 0 0,1-1 0 0 0,-1 1 0 0 0,1-1-1 0 0,-1 1 1 0 0,1-1 0 0 0,0 1 0 0 0,-1-1 0 0 0,1 1 0 0 0,0-1 0 0 0,0 1 0 0 0,0-1 0 0 0,0 0 0 0 0,0 0-1 0 0,0 1 1 0 0,0-1 0 0 0,1 0 0 0 0,0 1 0 0 0,16-58-5740 0 0,-16 25 4165 0 0,-3-63 1 0 0,-1 77 2505 0 0,0 0 1 0 0,-1 1-1 0 0,-35-46 6532 0 0,38 62-7251 0 0,0 2-47 0 0,0 1-1 0 0,0-1 0 0 0,0 0 1 0 0,0 0-1 0 0,1 0 1 0 0,-1 0-1 0 0,1 1 1 0 0,-1-1-1 0 0,1 0 1 0 0,0 0-1 0 0,0 0 0 0 0,0 0 1 0 0,0 0-1 0 0,0-1 1 0 0,0 1-1 0 0,1 0 1 0 0,-1 0-1 0 0,1-1 0 0 0,-1 1 1 0 0,3 1-1 0 0,-1-1 31 0 0,0 0-1 0 0,0-1 1 0 0,0 1-1 0 0,0-1 1 0 0,1 0 0 0 0,-1 0-1 0 0,0 0 1 0 0,1 0-1 0 0,-1 0 1 0 0,1-1-1 0 0,4 0 1 0 0,5 0 77 0 0,1-1 1 0 0,-1 0 0 0 0,0-1-1 0 0,0 0 1 0 0,18-7-1 0 0,22-4 74 0 0,2 2-1 0 0,-1 3 0 0 0,63-2 1 0 0,28-4 136 0 0,-46 1-368 0 0,158 0-1 0 0,-7 12 243 0 0,50 2 86 0 0,150 7-298 0 0,-243-13 215 0 0,-114 0-26 0 0,113 10-1 0 0,-107-1-108 0 0,1-4 1 0 0,115-15-1 0 0,-170 11-81 0 0,127-1-90 0 0,-101 5 123 0 0,73-9 0 0 0,-51-3 41 0 0,378-40 401 0 0,-182 37-474 0 0,-258 15-19 0 0,-1 0 1 0 0,47 8 0 0 0,-36-3-75 0 0,73-1-83 0 0,-82-4 99 0 0,0 1 0 0 0,0 1 0 0 0,48 10 0 0 0,-68-10 77 0 0,1-1 0 0 0,-1 0 0 0 0,0-1 0 0 0,1-1 0 0 0,23-3 0 0 0,19 0 0 0 0,51-2 0 0 0,-49-104 142 0 0,-68 126 291 0 0,0 27-1030 0 0</inkml:trace>
</inkml:ink>
</file>

<file path=ppt/ink/ink1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0.07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274 474 920 0 0,'-8'-4'482'0'0,"-1"1"-1"0"0,0 0 0 0 0,1 0 1 0 0,-1 1-1 0 0,0 1 0 0 0,0-1 1 0 0,-1 1-1 0 0,1 1 0 0 0,0-1 1 0 0,0 2-1 0 0,0-1 1 0 0,0 1-1 0 0,-17 4 0 0 0,10-1 732 0 0,1 1 0 0 0,-1 1 0 0 0,1 0-1 0 0,0 1 1 0 0,1 0 0 0 0,-26 19 0 0 0,40-26-1187 0 0,0 0 0 0 0,0 0 0 0 0,0 0 0 0 0,0 0 0 0 0,0 0 1 0 0,0 0-1 0 0,1 0 183 0 0,-1 0-183 0 0,0 1 0 0 0,0-1 0 0 0,0 0 0 0 0,0 0 0 0 0,0 0 0 0 0,0 0 0 0 0,0 0 1 0 0,0 0-1 0 0,0 0 0 0 0,0 0 0 0 0,0 0 0 0 0,0 0 0 0 0,0 0 0 0 0,0 0 0 0 0,0 1 1 0 0,0-1-1 0 0,0 0 0 0 0,0 0 0 0 0,0 0 0 0 0,0 0 0 0 0,0 0 0 0 0,0 0 0 0 0,0 0 0 0 0,0 0 1 0 0,0 0-1 0 0,0 0 0 0 0,0 0 0 0 0,-1 1 183 0 0,1-1-183 0 0,0 0 0 0 0,0 0 0 0 0,0 0 0 0 0,0 0 1 0 0,0 0-1 0 0,0 0 0 0 0,0 0 0 0 0,0 0 0 0 0,0 0 0 0 0,0 0 0 0 0,-1 0 0 0 0,1 0 0 0 0,11 0 466 0 0,15-5-264 0 0,165-57 1529 0 0,-75 22-1192 0 0,45-15 87 0 0,143-42-116 0 0,-183 59-352 0 0,135-63 1 0 0,74-24-3289 0 0,-327 124 2514 0 0,0 0-452 0 0</inkml:trace>
</inkml:ink>
</file>

<file path=ppt/ink/ink1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0.45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14 21 6449 0 0,'-4'-17'784'0'0,"4"18"-734"0"0,0-1 1 0 0,1 0-1 0 0,-1 0 1 0 0,0 0-1 0 0,0 1 1 0 0,0-1-1 0 0,0 0 0 0 0,0 0 1 0 0,1 0-1 0 0,-1 1 1 0 0,0-1-1 0 0,0 0 1 0 0,0 0-1 0 0,0 0 1 0 0,1 0-1 0 0,-1 0 0 0 0,0 0 1 0 0,0 0-1 0 0,0 0 1 0 0,1 1-1 0 0,-1-1 1 0 0,0 0-1 0 0,0 0 0 0 0,1 0 1 0 0,-1 0-1 0 0,0 0 1 0 0,0 0-1 0 0,0 0 1 0 0,1 0-1 0 0,-1 0 1 0 0,0 0-1 0 0,0 0 0 0 0,1 0 1 0 0,-1-1-1 0 0,0 1 1 0 0,0 0-1 0 0,0 0 1 0 0,1 0-1 0 0,-1 0 0 0 0,0 0 1 0 0,0 0-1 0 0,0 0 1 0 0,1-1-1 0 0,-1 1 1 0 0,0 0-1 0 0,0 0 1 0 0,0 0-1 0 0,0 0 0 0 0,0-1 1 0 0,1 1-1 0 0,-1 0 1 0 0,0 0-1 0 0,0 0 1 0 0,0-1-1 0 0,0 1 0 0 0,0 0 1 0 0,0 0-1 0 0,0-1 1 0 0,0 1-1 0 0,0 0 1 0 0,0 0-1 0 0,0 0 1 0 0,0-1-1 0 0,0 1 0 0 0,0 0 1 0 0,0 0-1 0 0,0-1 1 0 0,0 1-1 0 0,0 0 1 0 0,1 1 94 0 0,0 0 0 0 0,-1 0 0 0 0,1 0 1 0 0,0 0-1 0 0,-1 0 0 0 0,1 0 1 0 0,-1 0-1 0 0,1 1 0 0 0,-1-1 0 0 0,1 0 1 0 0,-1 1-1 0 0,0-1 0 0 0,0 0 0 0 0,0 0 1 0 0,0 1-1 0 0,1-1 0 0 0,-2 2 0 0 0,-1 28 768 0 0,1-23-578 0 0,-8 70 1101 0 0,-5 88-289 0 0,13-149-1057 0 0,2 0-1 0 0,0 0 1 0 0,1-1-1 0 0,1 1 1 0 0,1-1-1 0 0,0 0 1 0 0,11 28-1 0 0,-13-40-36 0 0,0 1-1 0 0,0-1 0 0 0,1 0 1 0 0,0 1-1 0 0,0-1 0 0 0,0 0 1 0 0,0 0-1 0 0,0-1 1 0 0,1 1-1 0 0,0-1 0 0 0,0 0 1 0 0,0 0-1 0 0,0 0 0 0 0,0 0 1 0 0,0-1-1 0 0,1 1 1 0 0,-1-1-1 0 0,1 0 0 0 0,0-1 1 0 0,0 1-1 0 0,-1-1 1 0 0,8 1-1 0 0,-4-1-59 0 0,1-1-1 0 0,0 0 1 0 0,0-1 0 0 0,-1 0-1 0 0,1 0 1 0 0,0 0 0 0 0,-1-1-1 0 0,1-1 1 0 0,-1 0 0 0 0,0 0-1 0 0,0 0 1 0 0,8-5 0 0 0,12-8-704 0 0</inkml:trace>
</inkml:ink>
</file>

<file path=ppt/ink/ink1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0.88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99 11 10594 0 0,'-6'0'189'0'0,"0"1"0"0"0,0 0-1 0 0,0 1 1 0 0,0 0-1 0 0,1 0 1 0 0,-1 0 0 0 0,1 0-1 0 0,-1 1 1 0 0,1 0 0 0 0,0 0-1 0 0,-6 5 1 0 0,9-5-38 0 0,-1-1 0 0 0,1 0 0 0 0,0 1 0 0 0,0-1 0 0 0,0 1 0 0 0,0 0 0 0 0,1 0 0 0 0,-1 0 0 0 0,1-1 0 0 0,0 2 0 0 0,0-1 0 0 0,0 0 0 0 0,0 0 0 0 0,0 0 0 0 0,1 0 0 0 0,-1 0 0 0 0,1 1 0 0 0,0-1 0 0 0,0 0 0 0 0,0 1 0 0 0,0-1 0 0 0,2 6 0 0 0,0-1-30 0 0,1 0-1 0 0,0 0 1 0 0,0 0-1 0 0,1 0 1 0 0,0 0-1 0 0,0-1 1 0 0,1 1-1 0 0,0-1 1 0 0,0-1-1 0 0,0 1 1 0 0,1-1-1 0 0,0 0 1 0 0,1 0-1 0 0,-1 0 1 0 0,1-1-1 0 0,0 0 1 0 0,12 6-1 0 0,-2-1-88 0 0,1-1 0 0 0,1-1-1 0 0,0-1 1 0 0,0 0-1 0 0,0-1 1 0 0,28 4-1 0 0,-37-9 28 0 0,0 0-1 0 0,1-1 0 0 0,-1 0 0 0 0,0 0 1 0 0,0-1-1 0 0,0 0 0 0 0,0-1 0 0 0,0 0 1 0 0,0-1-1 0 0,0 0 0 0 0,-1-1 0 0 0,16-7 1 0 0,-21 9-24 0 0,-1 0 0 0 0,1 0-1 0 0,0-1 1 0 0,-1 1 0 0 0,0-1 0 0 0,1 0 0 0 0,-1 0 0 0 0,0 0 0 0 0,0 0 0 0 0,-1-1 0 0 0,1 1 0 0 0,-1-1 0 0 0,0 1 0 0 0,0-1 0 0 0,0 0 0 0 0,0 0-1 0 0,-1 0 1 0 0,1 0 0 0 0,-1 0 0 0 0,0-1 0 0 0,0 1 0 0 0,-1 0 0 0 0,1 0 0 0 0,-1-1 0 0 0,0 1 0 0 0,0 0 0 0 0,0-1 0 0 0,-1 1 0 0 0,0 0 0 0 0,1 0-1 0 0,-4-8 1 0 0,0 2-10 0 0,0 1-1 0 0,0-1 0 0 0,-1 1 0 0 0,-1 0 0 0 0,1 1 0 0 0,-1-1 0 0 0,-1 1 0 0 0,0 1 0 0 0,0-1 0 0 0,0 1 0 0 0,-14-10 1 0 0,16 12-326 0 0,-1 1 0 0 0,0 0 0 0 0,0 0 0 0 0,0 1 1 0 0,-1 0-1 0 0,1 0 0 0 0,-1 0 0 0 0,0 1 0 0 0,0 0 1 0 0,0 0-1 0 0,0 1 0 0 0,0-1 0 0 0,0 2 0 0 0,0-1 1 0 0,0 1-1 0 0,0 0 0 0 0,-12 2 0 0 0,0 3-5456 0 0</inkml:trace>
</inkml:ink>
</file>

<file path=ppt/ink/ink1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1.13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9 10594 0 0,'1'-1'186'0'0,"0"1"-1"0"0,0-1 0 0 0,0 0 1 0 0,0 0-1 0 0,0 1 1 0 0,0-1-1 0 0,0 1 0 0 0,0-1 1 0 0,0 1-1 0 0,0-1 0 0 0,0 1 1 0 0,0 0-1 0 0,0-1 1 0 0,0 1-1 0 0,1 0 0 0 0,-1 0 1 0 0,0 0-1 0 0,0 0 0 0 0,0 0 1 0 0,1 0-1 0 0,-1 0 1 0 0,0 0-1 0 0,0 0 0 0 0,0 1 1 0 0,2 0-1 0 0,31 10 3094 0 0,-10 3-2054 0 0,0 1 0 0 0,40 33-1 0 0,-45-32-1388 0 0,0-1 0 0 0,1-1 0 0 0,1 0-1 0 0,35 16 1 0 0,-32-21-1329 0 0,0-1-3385 0 0,-1-2-1655 0 0</inkml:trace>
</inkml:ink>
</file>

<file path=ppt/ink/ink1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1.33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161 2 10594 0 0,'-5'-1'177'0'0,"1"1"0"0"0,-1 0 0 0 0,1 0-1 0 0,-1 1 1 0 0,1-1 0 0 0,0 1 0 0 0,-1 0 0 0 0,1 0 0 0 0,0 1-1 0 0,0-1 1 0 0,-1 1 0 0 0,1 0 0 0 0,0 0 0 0 0,1 0-1 0 0,-1 0 1 0 0,0 1 0 0 0,1 0 0 0 0,-1 0 0 0 0,1 0-1 0 0,0 0 1 0 0,0 0 0 0 0,0 1 0 0 0,0-1 0 0 0,1 1-1 0 0,-3 3 1 0 0,-4 10 238 0 0,1 0 0 0 0,0 1 0 0 0,1-1-1 0 0,1 1 1 0 0,-7 31 0 0 0,10-35-702 0 0,1 1 0 0 0,0-1 1 0 0,1 1-1 0 0,1-1 0 0 0,0 0 0 0 0,1 1 1 0 0,5 28-1 0 0,-1-26-608 0 0</inkml:trace>
</inkml:ink>
</file>

<file path=ppt/ink/ink1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1.54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 6913 0 0,'1'0'196'0'0,"0"1"-1"0"0,0 0 1 0 0,1-1-1 0 0,-1 1 1 0 0,0-1-1 0 0,-1 1 1 0 0,1 0-1 0 0,0 0 1 0 0,0 0-1 0 0,0 0 1 0 0,0-1-1 0 0,-1 1 1 0 0,1 0-1 0 0,0 0 1 0 0,-1 0-1 0 0,1 0 0 0 0,-1 1 1 0 0,1 0-1 0 0,11 24 2079 0 0,-10-22-1679 0 0,58 127 5329 0 0,-48-111-6441 0 0,1 1 1 0 0,1-1-1 0 0,0-1 0 0 0,18 17 1 0 0,-16-19-5623 0 0</inkml:trace>
</inkml:ink>
</file>

<file path=ppt/ink/ink1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1.72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95 68 7834 0 0,'-11'-14'278'0'0,"8"9"104"0"0,0 1 0 0 0,-1-1-1 0 0,0 1 1 0 0,0-1-1 0 0,0 1 1 0 0,0 0 0 0 0,0 1-1 0 0,-1-1 1 0 0,1 1 0 0 0,-1 0-1 0 0,0 0 1 0 0,-8-3-1 0 0,12 6-391 0 0,0 0-1 0 0,0 0 0 0 0,0 0 0 0 0,0 0 0 0 0,0 0 0 0 0,1 1 0 0 0,-1-1 1 0 0,0 0-1 0 0,0 1 0 0 0,0-1 0 0 0,0 0 0 0 0,1 1 0 0 0,-1-1 1 0 0,0 1-1 0 0,0-1 0 0 0,1 1 0 0 0,-1 0 0 0 0,0-1 0 0 0,1 1 0 0 0,-1 0 1 0 0,1-1-1 0 0,-1 1 0 0 0,1 0 0 0 0,-1 0 0 0 0,1 0 0 0 0,-1-1 0 0 0,1 1 1 0 0,0 0-1 0 0,0 0 0 0 0,-1 0 0 0 0,1 0 0 0 0,0 0 0 0 0,0-1 0 0 0,0 1 1 0 0,0 0-1 0 0,0 0 0 0 0,0 0 0 0 0,0 0 0 0 0,0 0 0 0 0,0 1 0 0 0,5 39-2093 0 0,-3-35 2032 0 0,0 0 1 0 0,1 0 0 0 0,0 0 0 0 0,6 9 0 0 0,4 3 17 0 0</inkml:trace>
</inkml:ink>
</file>

<file path=ppt/ink/ink1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2.16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371 356 3225 0 0,'-10'-3'408'0'0,"-1"0"0"0"0,1 1 1 0 0,-1 0-1 0 0,1 0 0 0 0,-1 1 0 0 0,-13 1 1 0 0,-63 5 2014 0 0,76-4-1987 0 0,1 1 0 0 0,0 0 1 0 0,0 0-1 0 0,0 1 0 0 0,0 0 1 0 0,0 1-1 0 0,0 0 0 0 0,1 1 1 0 0,0-1-1 0 0,0 2 0 0 0,-10 7 0 0 0,13-8-124 0 0,0 1 0 0 0,0 0 0 0 0,1 0 0 0 0,-1 0 0 0 0,2 1 0 0 0,-1 0 0 0 0,1 0 0 0 0,0 0 0 0 0,0 0-1 0 0,1 1 1 0 0,0-1 0 0 0,0 1 0 0 0,1 0 0 0 0,-3 15 0 0 0,4-16-229 0 0,0 1-1 0 0,0 0 1 0 0,1 0-1 0 0,0-1 1 0 0,0 1 0 0 0,1 0-1 0 0,0 0 1 0 0,0-1 0 0 0,1 1-1 0 0,4 11 1 0 0,-5-17-97 0 0,0 0-1 0 0,0 0 1 0 0,0 0 0 0 0,0 0 0 0 0,1 0-1 0 0,-1 0 1 0 0,1 0 0 0 0,-1 0 0 0 0,1-1 0 0 0,0 1-1 0 0,0-1 1 0 0,-1 1 0 0 0,1-1 0 0 0,0 0-1 0 0,5 2 1 0 0,-5-2-29 0 0,1 0 1 0 0,0 0-1 0 0,0-1 0 0 0,0 0 0 0 0,1 1 1 0 0,-1-1-1 0 0,0 0 0 0 0,0-1 0 0 0,0 1 1 0 0,0 0-1 0 0,0-1 0 0 0,0 0 0 0 0,0 0 1 0 0,0 0-1 0 0,3-2 0 0 0,5-2-70 0 0,0-1 0 0 0,0 0-1 0 0,-1-1 1 0 0,0 0 0 0 0,-1 0-1 0 0,1-1 1 0 0,-1-1 0 0 0,-1 0-1 0 0,0 0 1 0 0,0 0 0 0 0,-1-1 0 0 0,0 0-1 0 0,-1-1 1 0 0,0 1 0 0 0,0-1-1 0 0,-1 0 1 0 0,-1-1 0 0 0,0 1-1 0 0,0-1 1 0 0,-1 0 0 0 0,-1 0-1 0 0,0 0 1 0 0,0 0 0 0 0,-2 0 0 0 0,1 0-1 0 0,-3-24 1 0 0,-3-3 950 0 0,-1 0 1 0 0,-2 0-1 0 0,-1 1 1 0 0,-2 1 0 0 0,-2-1-1 0 0,-31-61 1 0 0,27 80 234 0 0,12 20-430 0 0,8 14-428 0 0,17 30-109 0 0,2-1 0 0 0,27 42-1 0 0,-3-5 30 0 0,-19-31-228 0 0,5 10-815 0 0,76 110 0 0 0,-84-139-6877 0 0</inkml:trace>
</inkml:ink>
</file>

<file path=ppt/ink/ink1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2.54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131 305 6913 0 0,'-22'15'1979'0'0,"9"-7"1017"0"0,23-25-897 0 0,-2 6-1774 0 0,0-1 0 0 0,0-1 0 0 0,-1 0-1 0 0,-1 0 1 0 0,0 0 0 0 0,-1 0 0 0 0,-1-1 0 0 0,5-24 0 0 0,-7 30-198 0 0,-1 1 0 0 0,-1-1 0 0 0,0 0 0 0 0,0 1 0 0 0,0-1 0 0 0,-1 0 0 0 0,0 1 0 0 0,0-1 0 0 0,-1 0 0 0 0,0 1 0 0 0,0 0 0 0 0,-1-1 0 0 0,0 1 0 0 0,0 0 0 0 0,-1 1 0 0 0,0-1 0 0 0,0 0 0 0 0,-6-6 0 0 0,9 11-68 0 0,-1 0 1 0 0,1 0-1 0 0,-1 1 0 0 0,1-1 1 0 0,-1 0-1 0 0,0 1 0 0 0,0-1 1 0 0,0 1-1 0 0,0 0 0 0 0,0-1 0 0 0,0 1 1 0 0,0 0-1 0 0,0 0 0 0 0,-1 0 1 0 0,1 1-1 0 0,0-1 0 0 0,0 0 0 0 0,-1 1 1 0 0,-4-1-1 0 0,5 1-11 0 0,0 1 0 0 0,0 0-1 0 0,0-1 1 0 0,0 1 0 0 0,0 0-1 0 0,0 0 1 0 0,0 0 0 0 0,0 0 0 0 0,0 0-1 0 0,0 0 1 0 0,0 1 0 0 0,1-1-1 0 0,-1 1 1 0 0,1-1 0 0 0,-1 1 0 0 0,1 0-1 0 0,-2 2 1 0 0,-4 6 61 0 0,1 0 0 0 0,1 1 0 0 0,0-1 0 0 0,0 1 1 0 0,1 1-1 0 0,-4 15 0 0 0,5-14-71 0 0,0 0 0 0 0,1 1 0 0 0,0-1 0 0 0,1 0 0 0 0,1 0 0 0 0,0 1 0 0 0,1-1 0 0 0,0 0 0 0 0,1 1 0 0 0,6 21 0 0 0,-5-27-32 0 0,0 0 0 0 0,1 0 0 0 0,-1 0 1 0 0,2 0-1 0 0,-1-1 0 0 0,1 1 1 0 0,1-1-1 0 0,-1-1 0 0 0,1 1 0 0 0,0-1 1 0 0,1 0-1 0 0,-1 0 0 0 0,1 0 0 0 0,0-1 1 0 0,1-1-1 0 0,-1 1 0 0 0,11 4 1 0 0,47 16-1707 0 0,-26-15-5813 0 0</inkml:trace>
</inkml:ink>
</file>

<file path=ppt/ink/ink1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3.67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45 402 6913 0 0,'-6'1'921'0'0,"0"0"-1"0"0,0 0 1 0 0,-1 1-1 0 0,1-1 1 0 0,-7 4-1 0 0,43-7 2855 0 0,299-85 1352 0 0,-223 57-4507 0 0,238-86 237 0 0,-133 41-856 0 0,-85 37-592 0 0,-5 2-1663 0 0,-43 8-3167 0 0</inkml:trace>
</inkml:ink>
</file>

<file path=ppt/ink/ink1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4.07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164 35 5065 0 0,'-2'-16'-122'0'0,"1"15"429"0"0,1-1 0 0 0,-1 1 1 0 0,1 0-1 0 0,-1 0 1 0 0,1 0-1 0 0,-1-1 1 0 0,0 1-1 0 0,0 0 0 0 0,0 0 1 0 0,0 0-1 0 0,0 0 1 0 0,0 0-1 0 0,-1 0 1 0 0,1 0-130 0 0,0 1-1 0 0,1 0 1 0 0,-1-1 0 0 0,0 1 0 0 0,0 0 0 0 0,0 0 0 0 0,0 0 0 0 0,0 0 0 0 0,1 0 0 0 0,-1 0 0 0 0,0 0 0 0 0,0 0 0 0 0,0 0 0 0 0,0 0 0 0 0,0 0 0 0 0,0 1 0 0 0,1-1-1 0 0,-1 0 1 0 0,0 1 0 0 0,0-1 0 0 0,0 0 0 0 0,1 1 0 0 0,-1-1 0 0 0,0 1 0 0 0,0-1 0 0 0,1 1 0 0 0,-1 0 0 0 0,1-1 0 0 0,-1 1 0 0 0,0 0 0 0 0,1-1 0 0 0,-1 1-1 0 0,1 0 1 0 0,-1 0 0 0 0,1-1 0 0 0,0 1 0 0 0,-1 0 0 0 0,1 1 0 0 0,-34 59 1859 0 0,-45 111 0 0 0,77-167-1940 0 0,1 0-1 0 0,-1 0 1 0 0,1 0-1 0 0,0 0 0 0 0,0 1 1 0 0,1-1-1 0 0,-1 0 1 0 0,1 0-1 0 0,1 0 0 0 0,-1 1 1 0 0,2 8-1 0 0,-1-12-74 0 0,0 0 0 0 0,-1 0-1 0 0,1 0 1 0 0,0 0 0 0 0,0 0-1 0 0,0 0 1 0 0,1-1 0 0 0,-1 1-1 0 0,0 0 1 0 0,0-1 0 0 0,1 1-1 0 0,-1-1 1 0 0,1 0 0 0 0,0 1-1 0 0,-1-1 1 0 0,1 0 0 0 0,0 0 0 0 0,0 0-1 0 0,0 0 1 0 0,-1 0 0 0 0,1-1-1 0 0,0 1 1 0 0,0-1 0 0 0,0 1-1 0 0,0-1 1 0 0,0 1 0 0 0,1-1-1 0 0,-1 0 1 0 0,0 0 0 0 0,0 0-1 0 0,0 0 1 0 0,3-1 0 0 0,7-1-206 0 0,1 0-1 0 0,22-7 1 0 0,-24 6-91 0 0,22-7-506 0 0</inkml:trace>
</inkml:ink>
</file>

<file path=ppt/ink/ink1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4.54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132 0 10138 0 0,'-4'1'272'0'0,"1"0"0"0"0,-1 0-1 0 0,0 0 1 0 0,1 0 0 0 0,-1 0 0 0 0,0 1-1 0 0,1 0 1 0 0,-1-1 0 0 0,1 1 0 0 0,0 1-1 0 0,0-1 1 0 0,-3 3 0 0 0,-35 33 2387 0 0,37-34-2612 0 0,0 1 0 0 0,0-1 0 0 0,0 1 0 0 0,1 0 0 0 0,0 0 0 0 0,-1 0 0 0 0,2 0-1 0 0,-1 1 1 0 0,1-1 0 0 0,0 1 0 0 0,0 0 0 0 0,0 0 0 0 0,1-1 0 0 0,0 1 0 0 0,0 0 0 0 0,1 0 0 0 0,-1 0 0 0 0,1 0-1 0 0,1 0 1 0 0,-1 0 0 0 0,1 0 0 0 0,0 0 0 0 0,0 0 0 0 0,1 0 0 0 0,2 7 0 0 0,0-4-17 0 0,1 0 0 0 0,-1-1 0 0 0,1 0-1 0 0,1 0 1 0 0,0 0 0 0 0,0-1 0 0 0,0 0 0 0 0,1 0 0 0 0,0 0 0 0 0,0-1-1 0 0,1 0 1 0 0,-1-1 0 0 0,2 1 0 0 0,-1-1 0 0 0,11 4 0 0 0,-7-4 41 0 0,-1-1 0 0 0,1-1 0 0 0,0 0 0 0 0,0 0 0 0 0,0-1 0 0 0,0-1 1 0 0,0 0-1 0 0,0 0 0 0 0,1-2 0 0 0,-1 1 0 0 0,17-4 0 0 0,-21 3-3 0 0,0-1-1 0 0,0 0 1 0 0,0 0 0 0 0,0-1 0 0 0,0 0-1 0 0,-1 0 1 0 0,1-1 0 0 0,-1 0 0 0 0,0 0-1 0 0,0-1 1 0 0,0 0 0 0 0,-1 0 0 0 0,0 0-1 0 0,0-1 1 0 0,0 0 0 0 0,-1 0 0 0 0,9-13-1 0 0,-12 15-40 0 0,0 1-1 0 0,-1-1 0 0 0,1 0 0 0 0,-1 0 1 0 0,0 0-1 0 0,0 0 0 0 0,-1 0 0 0 0,1 0 1 0 0,-1 0-1 0 0,0 0 0 0 0,0 0 1 0 0,0 0-1 0 0,-1 0 0 0 0,1 0 0 0 0,-1 0 1 0 0,0 1-1 0 0,0-1 0 0 0,0 0 0 0 0,-1 0 1 0 0,1 0-1 0 0,-1 1 0 0 0,0-1 1 0 0,0 1-1 0 0,0 0 0 0 0,-1-1 0 0 0,1 1 1 0 0,-1 0-1 0 0,-4-4 0 0 0,-3-3-18 0 0,0 0 0 0 0,-1 1-1 0 0,0 0 1 0 0,0 1 0 0 0,-1 1 0 0 0,-25-13-1 0 0,7 7-863 0 0,0 2-1 0 0,-1 1 0 0 0,-33-5 0 0 0,39 10-5550 0 0</inkml:trace>
</inkml:ink>
</file>

<file path=ppt/ink/ink1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4.78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0 9674 0 0,'117'75'9370'0'0,"2"-6"-5486"0"0,-37-27-5782 0 0,2-2-4597 0 0,-66-32 218 0 0</inkml:trace>
</inkml:ink>
</file>

<file path=ppt/ink/ink1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4.99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231 1 11522 0 0,'-5'3'572'0'0,"0"1"0"0"0,-1 0 0 0 0,1 0-1 0 0,0 0 1 0 0,1 0 0 0 0,-1 1 0 0 0,1 0-1 0 0,0 0 1 0 0,0 0 0 0 0,1 0 0 0 0,-5 8-1 0 0,-9 12 738 0 0,-81 110 1420 0 0,70-86-4322 0 0,6 2-3534 0 0,14-28-1620 0 0</inkml:trace>
</inkml:ink>
</file>

<file path=ppt/ink/ink1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5.22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0 10138 0 0,'13'13'4618'0'0,"-7"-8"-3764"0"0,0 0 0 0 0,0 1 0 0 0,-1-1 0 0 0,1 1-1 0 0,-1 1 1 0 0,-1-1 0 0 0,6 10 0 0 0,20 65-1538 0 0,-24-67-407 0 0</inkml:trace>
</inkml:ink>
</file>

<file path=ppt/ink/ink1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5.43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14 3 5065 0 0,'-5'-1'224'0'0,"2"0"48"0"0,0 1-272 0 0,2 1 0 0 0,-1 0 0 0 0,2 1 0 0 0,0-1 224 0 0,0 2 0 0 0,2 2-8 0 0,0 1 0 0 0,1 1-216 0 0,4 1 0 0 0,3 0 0 0 0,2 2 0 0 0,2-2 0 0 0,0 0 0 0 0</inkml:trace>
</inkml:ink>
</file>

<file path=ppt/ink/ink1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5.91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316 368 4145 0 0,'-4'-1'277'0'0,"1"0"-1"0"0,-1 0 1 0 0,0 0 0 0 0,1 0-1 0 0,-1 1 1 0 0,0-1 0 0 0,0 1-1 0 0,1 0 1 0 0,-1 0 0 0 0,0 0-1 0 0,0 1 1 0 0,1-1 0 0 0,-6 2-1 0 0,-2 0 214 0 0,-23 1 2889 0 0,-56 12 0 0 0,81-13-2995 0 0,1 0 1 0 0,-1 1-1 0 0,1 0 1 0 0,0 0-1 0 0,0 1 0 0 0,0 0 1 0 0,0 0-1 0 0,0 1 0 0 0,1 0 1 0 0,0 1-1 0 0,0-1 1 0 0,-6 8-1 0 0,12-12-384 0 0,-1 0 0 0 0,1 1 0 0 0,0-1 1 0 0,-1 1-1 0 0,1-1 0 0 0,0 1 0 0 0,0-1 0 0 0,0 1 0 0 0,0 0 0 0 0,1 0 0 0 0,-1-1 1 0 0,0 1-1 0 0,1 0 0 0 0,-1 0 0 0 0,1 0 0 0 0,0 0 0 0 0,-1 0 0 0 0,1 0 1 0 0,0-1-1 0 0,0 1 0 0 0,0 0 0 0 0,0 0 0 0 0,1 0 0 0 0,-1 0 0 0 0,1 0 0 0 0,-1 0 1 0 0,1 0-1 0 0,-1-1 0 0 0,1 1 0 0 0,0 0 0 0 0,0 0 0 0 0,0-1 0 0 0,0 1 1 0 0,0-1-1 0 0,0 1 0 0 0,1-1 0 0 0,-1 1 0 0 0,0-1 0 0 0,1 0 0 0 0,-1 1 1 0 0,1-1-1 0 0,-1 0 0 0 0,1 0 0 0 0,0 0 0 0 0,-1 0 0 0 0,1 0 0 0 0,2 0 0 0 0,4 3-113 0 0,0-1-1 0 0,0 0 0 0 0,1-1 1 0 0,-1 0-1 0 0,0 0 0 0 0,1 0 0 0 0,-1-1 1 0 0,1-1-1 0 0,14 0 0 0 0,-14-1-13 0 0,1 0 1 0 0,0-1-1 0 0,-1 0 0 0 0,0-1 0 0 0,1 0 1 0 0,-1-1-1 0 0,0 0 0 0 0,-1 0 0 0 0,1-1 1 0 0,-1 0-1 0 0,0 0 0 0 0,0-1 0 0 0,14-13 0 0 0,-17 14 111 0 0,-1 0-1 0 0,1-1 0 0 0,-1 1 0 0 0,0-1 0 0 0,0-1 0 0 0,-1 1 0 0 0,0 0 0 0 0,0-1 0 0 0,0 1 0 0 0,-1-1 0 0 0,0 0 0 0 0,0 0 0 0 0,-1 0 0 0 0,0 0 0 0 0,0 0 0 0 0,-1 0 0 0 0,0 0 0 0 0,0-1 0 0 0,-2-11 0 0 0,-4-11 377 0 0,-2 0-1 0 0,-11-30 1 0 0,-4-10 714 0 0,15 30-461 0 0,6 29-320 0 0,0 1 0 0 0,0 0 1 0 0,-1 0-1 0 0,0 0 0 0 0,-1 0 0 0 0,0 0 1 0 0,-9-15-1 0 0,13 24-278 0 0,0 1-1 0 0,0 0 1 0 0,0-1 0 0 0,-1 1-1 0 0,1 0 1 0 0,0-1 0 0 0,0 1-1 0 0,0 0 1 0 0,-1-1 0 0 0,1 1-1 0 0,0 0 1 0 0,0 0 0 0 0,-1-1-1 0 0,1 1 1 0 0,0 0 0 0 0,-1 0-1 0 0,1 0 1 0 0,0-1 0 0 0,-1 1-1 0 0,1 0 1 0 0,0 0 0 0 0,-1 0 0 0 0,1 0-1 0 0,0 0 1 0 0,-1 0 0 0 0,1 0-1 0 0,-1 0 1 0 0,1 0 0 0 0,0 0-1 0 0,-1 0 1 0 0,1 0 0 0 0,0 0-1 0 0,-1 0 1 0 0,1 0 0 0 0,-1 0-1 0 0,1 0 1 0 0,0 0 0 0 0,-1 0-1 0 0,-6 16 221 0 0,2 22-171 0 0,5-17-38 0 0,1 0-1 0 0,2 0 1 0 0,0 0 0 0 0,1 0-1 0 0,1 0 1 0 0,11 30 0 0 0,5 2-876 0 0,33 60 0 0 0,-38-83-1231 0 0,2 1-5012 0 0</inkml:trace>
</inkml:ink>
</file>

<file path=ppt/ink/ink1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6.34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54 308 4753 0 0,'-27'-5'9534'0'0,"47"-5"-8571"0"0,-3 2-493 0 0,0-1 0 0 0,0-1 0 0 0,-1 0 0 0 0,24-20 0 0 0,-35 25-350 0 0,0 0 0 0 0,-1-1 0 0 0,1 1 0 0 0,-1-1-1 0 0,-1 0 1 0 0,1 0 0 0 0,-1 0 0 0 0,0 0 0 0 0,0-1 0 0 0,-1 1-1 0 0,1-1 1 0 0,-2 1 0 0 0,1-1 0 0 0,-1 0 0 0 0,1-12-1 0 0,-1 12 33 0 0,-1 0-1 0 0,0 0 1 0 0,0 0-1 0 0,-1 0 0 0 0,0 0 1 0 0,0 0-1 0 0,-1 0 1 0 0,1 1-1 0 0,-2-1 0 0 0,-2-7 1 0 0,4 12-124 0 0,0 0 0 0 0,-1 0 0 0 0,1 0 0 0 0,-1 0 0 0 0,1 0-1 0 0,-1 0 1 0 0,0 0 0 0 0,0 0 0 0 0,1 1 0 0 0,-1-1 0 0 0,-1 1 0 0 0,1-1 0 0 0,0 1 0 0 0,0 0 0 0 0,0 0 0 0 0,-1 0 0 0 0,1 0 0 0 0,0 0 0 0 0,-1 0 0 0 0,1 1-1 0 0,-1-1 1 0 0,1 1 0 0 0,-1-1 0 0 0,1 1 0 0 0,-1 0 0 0 0,0 0 0 0 0,1 1 0 0 0,-1-1 0 0 0,1 0 0 0 0,-1 1 0 0 0,-2 0 0 0 0,-1 1-13 0 0,0 1 1 0 0,0-1-1 0 0,0 1 1 0 0,0 0-1 0 0,0 1 0 0 0,0-1 1 0 0,1 1-1 0 0,0 1 1 0 0,0-1-1 0 0,0 0 1 0 0,0 1-1 0 0,1 0 1 0 0,0 0-1 0 0,0 1 0 0 0,0-1 1 0 0,0 1-1 0 0,-4 11 1 0 0,4-9 1 0 0,0 0-1 0 0,1 1 1 0 0,0-1 0 0 0,0 1 0 0 0,1 0-1 0 0,0 0 1 0 0,0 0 0 0 0,1 0 0 0 0,1 0 0 0 0,-1 0-1 0 0,1 0 1 0 0,2 15 0 0 0,0-18 1 0 0,1 1-1 0 0,-1-1 1 0 0,1 0 0 0 0,0 0 0 0 0,0 0 0 0 0,1 0 0 0 0,-1 0-1 0 0,1 0 1 0 0,1-1 0 0 0,-1 0 0 0 0,1 0 0 0 0,0 0 0 0 0,0-1-1 0 0,0 1 1 0 0,1-1 0 0 0,0-1 0 0 0,-1 1 0 0 0,1-1 0 0 0,1 0-1 0 0,-1 0 1 0 0,8 2 0 0 0,7 3-399 0 0,1-2-1 0 0,0-1 1 0 0,0 0-1 0 0,0-1 1 0 0,27 0-1 0 0,-13-3-7059 0 0</inkml:trace>
</inkml:ink>
</file>

<file path=ppt/ink/ink1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2:45.5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200 2078 3057 0 0,'16'-15'9194'0'0,"-17"17"-8910"0"0,0-1 0 0 0,0 1 0 0 0,0-1 0 0 0,0 0 0 0 0,0 0 0 0 0,-1 1 1 0 0,1-1-1 0 0,-1 0 0 0 0,1 0 0 0 0,0 0 0 0 0,-1-1 0 0 0,1 1 0 0 0,-3 1 0 0 0,1-1-323 0 0,1 0-1 0 0,-1 1 0 0 0,1 0 0 0 0,-1-1 0 0 0,1 1 1 0 0,-1 0-1 0 0,-3 4 0 0 0,3-2-53 0 0,-19 31 39 0 0,22-35 61 0 0,-1 1 0 0 0,1-1 0 0 0,0 1 0 0 0,-1-1-1 0 0,1 1 1 0 0,0-1 0 0 0,0 1 0 0 0,-1-1-1 0 0,1 1 1 0 0,0-1 0 0 0,0 1 0 0 0,0 0 0 0 0,0-1-1 0 0,0 1 1 0 0,0-1 0 0 0,0 1 0 0 0,0 0 0 0 0,0-1-1 0 0,0 1 1 0 0,0-1 0 0 0,0 1 0 0 0,0 0-1 0 0,0-1 1 0 0,1 1 0 0 0,-1-1 0 0 0,0 1 0 0 0,0-1-1 0 0,1 1 1 0 0,-1-1 0 0 0,0 1 0 0 0,1-1 0 0 0,-1 1-1 0 0,0-1 1 0 0,1 1 0 0 0,-1-1 0 0 0,1 0-1 0 0,-1 1 1 0 0,1-1 0 0 0,-1 0 0 0 0,1 1 0 0 0,-1-1-1 0 0,1 0 1 0 0,-1 1 0 0 0,1-1 0 0 0,0 0 0 0 0,-1 0-1 0 0,1 0 1 0 0,-1 0 0 0 0,1 0 0 0 0,0 0-1 0 0,-1 0 1 0 0,1 0 0 0 0,-1 0 0 0 0,1 0 0 0 0,0 0-1 0 0,0 0 1 0 0,0 0 78 0 0,0 0-1 0 0,-1 0 1 0 0,1 0-1 0 0,0 0 0 0 0,0 0 1 0 0,0 0-1 0 0,0 0 1 0 0,-1 0-1 0 0,1-1 1 0 0,0 1-1 0 0,0 0 1 0 0,0 0-1 0 0,-1-1 1 0 0,1 1-1 0 0,0-1 1 0 0,0 1-1 0 0,-1-1 1 0 0,1 1-1 0 0,0-1 0 0 0,-1 1 1 0 0,1-1-1 0 0,-1 1 1 0 0,1-1-1 0 0,-1 0 1 0 0,1 1-1 0 0,-1-1 1 0 0,1 0-1 0 0,-1 0 1 0 0,1-1-1 0 0,-1 0 43 0 0,1 0 0 0 0,-1 0 0 0 0,0 0 0 0 0,0 0 0 0 0,0 0-1 0 0,0 0 1 0 0,-1 0 0 0 0,1 0 0 0 0,0 0 0 0 0,-1 0 0 0 0,0 1 0 0 0,1-1 0 0 0,-2-3-1 0 0,-19-46 1013 0 0,-27-104-1 0 0,2-59-1244 0 0,24 106 336 0 0,-14-105-57 0 0,33 177-141 0 0,1 1 1 0 0,2 0 0 0 0,2-1-1 0 0,6-38 1 0 0,4-4-105 0 0,-2 8 108 0 0,25-88 0 0 0,-24 123-32 0 0,22-52 0 0 0,-26 74-45 0 0,-1 0-1 0 0,2 1 1 0 0,0 0 0 0 0,0 0-1 0 0,1 1 1 0 0,0 0 0 0 0,12-10-1 0 0,8-5 33 0 0,5-6-37 0 0,75-54 0 0 0,-96 78 39 0 0,1 0 1 0 0,0 0 0 0 0,0 2-1 0 0,0 0 1 0 0,1 0-1 0 0,0 1 1 0 0,0 1 0 0 0,1 1-1 0 0,28-4 1 0 0,27 3 209 0 0,0-4-1 0 0,0-2 1 0 0,90-27 0 0 0,67-39-360 0 0,38-11-244 0 0,-195 68 286 0 0,132-19 1 0 0,135-7 117 0 0,182-17-19 0 0,-467 60 14 0 0,79 8 0 0 0,-80-2 10 0 0,85-4 1 0 0,27-19-9 0 0,64-3 0 0 0,-201 23 46 0 0,0 2 1 0 0,-1 1 0 0 0,1 1-1 0 0,-1 1 1 0 0,0 1-1 0 0,35 16 1 0 0,-15-7 43 0 0,-41-14-91 0 0,0 0 1 0 0,-1 0-1 0 0,1 1 1 0 0,-1 0-1 0 0,1-1 0 0 0,-1 2 1 0 0,0-1-1 0 0,0 1 0 0 0,0-1 1 0 0,-1 1-1 0 0,1 0 1 0 0,-1 0-1 0 0,3 6 0 0 0,5 8 50 0 0,-1 0 0 0 0,8 21 0 0 0,1 2-91 0 0,1 0 36 0 0,-3 0 0 0 0,-1 1 0 0 0,16 68 0 0 0,14 135-38 0 0,-6-27 24 0 0,-17-133-11 0 0,-14-58 13 0 0,-2 1 0 0 0,-1-1 1 0 0,0 1-1 0 0,0 33 0 0 0,-11 152 152 0 0,2-139-124 0 0,-1-25-12 0 0,-3-1-1 0 0,-23 88 1 0 0,27-126-114 0 0,1 4-376 0 0,0 1-133 0 0</inkml:trace>
</inkml:ink>
</file>

<file path=ppt/ink/ink1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2:48.9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212 54 6913 0 0,'1'-2'193'0'0,"-1"1"-1"0"0,1-1 0 0 0,-1 1 0 0 0,1-1 0 0 0,-1 0 0 0 0,0 1 0 0 0,0-1 0 0 0,0 0 0 0 0,0 1 0 0 0,0-1 0 0 0,0 0 0 0 0,0 1 0 0 0,0-1 0 0 0,-1 1 0 0 0,1-1 0 0 0,0 0 0 0 0,-1 1 0 0 0,0-1 0 0 0,1 1 0 0 0,-1-1 0 0 0,0 1 0 0 0,0-1 0 0 0,0 1 0 0 0,0 0 1 0 0,0-1-1 0 0,0 1 0 0 0,0 0 0 0 0,0 0 0 0 0,-1 0 0 0 0,1 0 0 0 0,0 0 0 0 0,-1 0 0 0 0,1 0 0 0 0,-1 0 0 0 0,1 1 0 0 0,-1-1 0 0 0,1 0 0 0 0,-1 1 0 0 0,1-1 0 0 0,-1 1 0 0 0,0 0 0 0 0,1-1 0 0 0,-1 1 0 0 0,0 0 0 0 0,1 0 0 0 0,-1 0 0 0 0,0 0 0 0 0,1 1 0 0 0,-1-1 1 0 0,-2 1-1 0 0,-6 3-62 0 0,0 1 0 0 0,1 0 0 0 0,-1 1 0 0 0,1 0 1 0 0,0 1-1 0 0,0 0 0 0 0,1 0 0 0 0,0 1 0 0 0,1-1 1 0 0,-1 2-1 0 0,1-1 0 0 0,1 1 0 0 0,0 0 0 0 0,0 1 0 0 0,1 0 1 0 0,0 0-1 0 0,0 0 0 0 0,-5 18 0 0 0,6-14-139 0 0,0-1 0 0 0,1 1 1 0 0,0 0-1 0 0,1 0 0 0 0,1 0 0 0 0,0 0 0 0 0,1 0 0 0 0,0 0 0 0 0,1 0 0 0 0,1 0 1 0 0,0-1-1 0 0,1 1 0 0 0,1 0 0 0 0,6 17 0 0 0,-5-22-1 0 0,0 0 0 0 0,0-1 0 0 0,1 0-1 0 0,0 0 1 0 0,1-1 0 0 0,0 0 0 0 0,0 0 0 0 0,0 0-1 0 0,1-1 1 0 0,0 0 0 0 0,0-1 0 0 0,1 0 0 0 0,-1 0-1 0 0,1 0 1 0 0,0-1 0 0 0,1-1 0 0 0,-1 0 0 0 0,0 0 0 0 0,1 0-1 0 0,0-2 1 0 0,15 3 0 0 0,-14-3-16 0 0,-1 0 1 0 0,1-1-1 0 0,0 0 1 0 0,0 0-1 0 0,0-1 1 0 0,-1 0-1 0 0,1-1 1 0 0,0-1-1 0 0,-1 1 1 0 0,0-2-1 0 0,1 1 1 0 0,-1-1-1 0 0,-1-1 0 0 0,1 0 1 0 0,-1 0-1 0 0,1-1 1 0 0,-2 0-1 0 0,1-1 1 0 0,13-13-1 0 0,-20 19 11 0 0,-1-1-1 0 0,1 0 1 0 0,-1 0 0 0 0,1 1-1 0 0,-1-1 1 0 0,0 0-1 0 0,0 0 1 0 0,0-1-1 0 0,0 1 1 0 0,0 0 0 0 0,0 0-1 0 0,0 0 1 0 0,-1-1-1 0 0,1 1 1 0 0,-1 0 0 0 0,0-1-1 0 0,1 1 1 0 0,-1 0-1 0 0,0-1 1 0 0,-1 1-1 0 0,1 0 1 0 0,0-1 0 0 0,-1 1-1 0 0,1 0 1 0 0,-1-1-1 0 0,1 1 1 0 0,-1 0 0 0 0,0 0-1 0 0,0 0 1 0 0,0 0-1 0 0,-1 0 1 0 0,1 0-1 0 0,0 0 1 0 0,-1 0 0 0 0,-3-3-1 0 0,-5-5-156 0 0,-1 0 0 0 0,-1 1 0 0 0,0 1 0 0 0,-25-14 0 0 0,-2-2 46 0 0,38 23 135 0 0,0 0 0 0 0,-1 0 0 0 0,1 0 0 0 0,0 0 1 0 0,0 0-1 0 0,-1 0 0 0 0,1 0 0 0 0,0 0 1 0 0,0 0-1 0 0,0-1 0 0 0,0 1 0 0 0,1 0 1 0 0,-1-1-1 0 0,0 1 0 0 0,1-1 0 0 0,-1 1 0 0 0,1-1 1 0 0,-1 1-1 0 0,1-1 0 0 0,-1 1 0 0 0,1-1 1 0 0,0 0-1 0 0,0 1 0 0 0,0-1 0 0 0,0 1 0 0 0,0-1 1 0 0,1-2-1 0 0,0 0 13 0 0,1 0 0 0 0,0 0 0 0 0,0 0 0 0 0,1 1-1 0 0,-1-1 1 0 0,1 0 0 0 0,0 1 0 0 0,0-1 0 0 0,3-2 0 0 0,6-6 55 0 0,1 0 1 0 0,0 1-1 0 0,1 1 0 0 0,0 0 1 0 0,1 1-1 0 0,28-13 0 0 0,-36 18-24 0 0,-1 2 0 0 0,1-1 0 0 0,-1 1 0 0 0,1 0 1 0 0,0 0-1 0 0,0 0 0 0 0,0 1 0 0 0,0 0 0 0 0,0 1 0 0 0,0 0 0 0 0,0 0 0 0 0,0 0 0 0 0,0 1 0 0 0,0 0 1 0 0,-1 0-1 0 0,1 1 0 0 0,0 0 0 0 0,0 0 0 0 0,8 4 0 0 0,-10-3 2 0 0,0 1 0 0 0,0 0 1 0 0,0 0-1 0 0,-1 0 0 0 0,1 0 0 0 0,-1 1 1 0 0,0 0-1 0 0,0 0 0 0 0,-1 0 0 0 0,1 0 0 0 0,-1 1 1 0 0,0-1-1 0 0,-1 1 0 0 0,1 0 0 0 0,2 10 0 0 0,1 8 171 0 0,-2 0 0 0 0,3 45 0 0 0,-5-48-717 0 0,0 0-1 0 0,1 0 1 0 0,7 26 0 0 0,-3-29-1519 0 0,0 0-4058 0 0</inkml:trace>
</inkml:ink>
</file>

<file path=ppt/ink/ink1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2:49.3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155 25 7370 0 0,'1'-1'106'0'0,"-1"0"-1"0"0,0 0 1 0 0,0 0 0 0 0,0-1 0 0 0,0 1 0 0 0,0 0 0 0 0,-1 0 0 0 0,1 0 0 0 0,0 0 0 0 0,0 0 0 0 0,-1 0 0 0 0,1 0 0 0 0,-1 0 0 0 0,1 0 0 0 0,-1 0 0 0 0,1 0 0 0 0,-1 0 0 0 0,0 0-1 0 0,1 0 1 0 0,-2-1 0 0 0,0 1 31 0 0,1 1 0 0 0,0 0 0 0 0,0 0 0 0 0,0 0 0 0 0,0 0-1 0 0,-1-1 1 0 0,1 2 0 0 0,0-1 0 0 0,0 0 0 0 0,-1 0 0 0 0,1 0-1 0 0,0 0 1 0 0,0 1 0 0 0,0-1 0 0 0,0 1 0 0 0,0-1 0 0 0,-1 1-1 0 0,1-1 1 0 0,0 1 0 0 0,-1 0 0 0 0,-5 4 188 0 0,1 0-1 0 0,-1 0 1 0 0,1 0-1 0 0,0 1 1 0 0,1 0-1 0 0,-1 0 1 0 0,1 0 0 0 0,0 1-1 0 0,1 0 1 0 0,0 0-1 0 0,0 0 1 0 0,-3 8-1 0 0,-6 15 71 0 0,-14 49 0 0 0,24-70-376 0 0,1 0 0 0 0,0-1 0 0 0,1 1 1 0 0,-1 13-1 0 0,2-20-24 0 0,0 0 0 0 0,0-1 0 0 0,0 1 1 0 0,1-1-1 0 0,-1 1 0 0 0,0-1 0 0 0,1 1 1 0 0,-1-1-1 0 0,1 1 0 0 0,-1-1 0 0 0,1 1 1 0 0,0-1-1 0 0,0 0 0 0 0,1 3 0 0 0,-1-4-11 0 0,-1 1-1 0 0,1 0 0 0 0,0-1 1 0 0,0 1-1 0 0,0-1 0 0 0,0 0 1 0 0,0 1-1 0 0,0-1 0 0 0,0 0 1 0 0,0 1-1 0 0,0-1 0 0 0,0 0 1 0 0,0 0-1 0 0,0 0 0 0 0,0 0 1 0 0,0 0-1 0 0,0 0 0 0 0,0 0 0 0 0,0 0 1 0 0,0-1-1 0 0,0 1 0 0 0,0 0 1 0 0,0-1-1 0 0,0 1 0 0 0,1-1 1 0 0,2-1-119 0 0,1-1 1 0 0,-1 1 0 0 0,0-1 0 0 0,0 0-1 0 0,0 0 1 0 0,-1 0 0 0 0,1-1-1 0 0,-1 1 1 0 0,0-1 0 0 0,0 0-1 0 0,0 0 1 0 0,0 0 0 0 0,-1 0 0 0 0,4-9-1 0 0,1-1 17 0 0,-2 1 0 0 0,0-2 0 0 0,5-21-1 0 0,-8 22 247 0 0,1 4 2771 0 0,8 26-1182 0 0,-5-6-1698 0 0,-1 0 1 0 0,2 0-1 0 0,-1-1 0 0 0,2 1 0 0 0,-1-2 0 0 0,18 17 1 0 0,-21-22-339 0 0,0 0 0 0 0,0 0 0 0 0,1 0 0 0 0,0 0 1 0 0,-1-1-1 0 0,1 0 0 0 0,0 0 0 0 0,0 0 0 0 0,0-1 1 0 0,0 1-1 0 0,0-1 0 0 0,1-1 0 0 0,-1 1 0 0 0,0-1 1 0 0,0 1-1 0 0,1-1 0 0 0,8-2 0 0 0,4-1-1158 0 0</inkml:trace>
</inkml:ink>
</file>

<file path=ppt/ink/ink1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2:49.5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 2 4609 0 0,'-1'-1'177'0'0,"0"1"1"0"0,0 0-1 0 0,0 0 1 0 0,0-1-1 0 0,0 1 0 0 0,0 0 1 0 0,0 0-1 0 0,0 0 1 0 0,0 0-1 0 0,1 0 0 0 0,-1 0 1 0 0,0 1-1 0 0,0-1 1 0 0,0 0-1 0 0,0 0 0 0 0,0 1 1 0 0,0-1-1 0 0,0 0 1 0 0,0 1-1 0 0,0-1 0 0 0,1 1 1 0 0,-1-1-1 0 0,0 1 1 0 0,0-1-1 0 0,1 1 0 0 0,-1 0 1 0 0,0-1-1 0 0,1 1 1 0 0,-1 0-1 0 0,0 0 1 0 0,1-1-1 0 0,-1 1 0 0 0,1 0 1 0 0,0 0-1 0 0,-1 0 1 0 0,1 0-1 0 0,-1 0 0 0 0,1 0 1 0 0,0 0-1 0 0,0 1 1 0 0,-2 3 191 0 0,1-1 1 0 0,-1 1 0 0 0,2 0 0 0 0,-1 0-1 0 0,0-1 1 0 0,1 1 0 0 0,0 6 0 0 0,2 4 170 0 0,1 0 0 0 0,1 0 0 0 0,0-1 0 0 0,1 0 0 0 0,1 1 0 0 0,8 14 1 0 0,51 81 641 0 0,-7-15-1408 0 0,-44-66-1277 0 0,-1-1-5002 0 0</inkml:trace>
</inkml:ink>
</file>

<file path=ppt/ink/ink1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2:49.7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3 219 8754 0 0,'-1'-2'69'0'0,"1"0"0"0"0,-1 0 1 0 0,1 0-1 0 0,-1 0 0 0 0,1 0 0 0 0,0 0 0 0 0,0 0 1 0 0,0 0-1 0 0,0 0 0 0 0,1 0 0 0 0,-1 0 0 0 0,1 0 1 0 0,-1 0-1 0 0,1 0 0 0 0,-1 0 0 0 0,1 0 1 0 0,0 0-1 0 0,0 0 0 0 0,0 1 0 0 0,0-1 0 0 0,0 0 1 0 0,1 1-1 0 0,1-3 0 0 0,4-4 264 0 0,1 1-1 0 0,-1 0 1 0 0,14-9 0 0 0,-1 1-146 0 0,51-39 44 0 0,-55 43-1057 0 0,1 1 0 0 0,0 1 0 0 0,1 0 0 0 0,33-10 0 0 0,-29 13 786 0 0</inkml:trace>
</inkml:ink>
</file>

<file path=ppt/ink/ink1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2:50.07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1 322 7370 0 0,'25'-25'3209'0'0,"-1"-1"0"0"0,30-44 0 0 0,-46 59-2978 0 0,-1-1 0 0 0,0 1 1 0 0,-1-1-1 0 0,0-1 0 0 0,-1 1 0 0 0,-1-1 0 0 0,0 0 1 0 0,0 0-1 0 0,-2 0 0 0 0,3-18 0 0 0,-5 29-220 0 0,0 0-1 0 0,1 1 0 0 0,-1-1 0 0 0,0 1 1 0 0,0-1-1 0 0,0 0 0 0 0,0 1 1 0 0,0-1-1 0 0,-1 1 0 0 0,1-1 1 0 0,0 0-1 0 0,-1 1 0 0 0,1-1 1 0 0,-1 1-1 0 0,0-1 0 0 0,1 1 1 0 0,-1-1-1 0 0,0 1 0 0 0,0 0 1 0 0,0-1-1 0 0,0 1 0 0 0,0 0 1 0 0,0 0-1 0 0,0 0 0 0 0,-1 0 1 0 0,1 0-1 0 0,0 0 0 0 0,0 0 1 0 0,-1 0-1 0 0,1 0 0 0 0,-1 0 1 0 0,1 1-1 0 0,-1-1 0 0 0,-2 0 1 0 0,1 1 21 0 0,1 0-1 0 0,-1 0 1 0 0,1 1 0 0 0,-1-1 0 0 0,1 1 0 0 0,0-1 0 0 0,-1 1 0 0 0,1 0 0 0 0,0 0 0 0 0,-1 0-1 0 0,1 0 1 0 0,0 0 0 0 0,0 0 0 0 0,0 1 0 0 0,0-1 0 0 0,0 1 0 0 0,0 0 0 0 0,0-1 0 0 0,1 1-1 0 0,-1 0 1 0 0,0 0 0 0 0,-1 2 0 0 0,-2 5-8 0 0,0-1 1 0 0,1 1-1 0 0,0 0 0 0 0,0 0 1 0 0,1 1-1 0 0,0-1 0 0 0,1 1 0 0 0,0-1 1 0 0,0 1-1 0 0,1 0 0 0 0,0 0 1 0 0,1 0-1 0 0,0 0 0 0 0,1-1 0 0 0,0 1 1 0 0,3 12-1 0 0,-3-15-13 0 0,1 0 0 0 0,0 1 0 0 0,0-1 0 0 0,1 0-1 0 0,-1 0 1 0 0,2 0 0 0 0,-1-1 0 0 0,1 1 0 0 0,0-1 0 0 0,0 0 0 0 0,1 0 0 0 0,0 0-1 0 0,0-1 1 0 0,0 0 0 0 0,1 1 0 0 0,0-2 0 0 0,0 1 0 0 0,0-1 0 0 0,0 0-1 0 0,1 0 1 0 0,11 4 0 0 0,-6-4-436 0 0,0-1-1 0 0,0 0 1 0 0,22 2 0 0 0,10-2-6606 0 0</inkml:trace>
</inkml:ink>
</file>

<file path=ppt/ink/ink1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2:46.5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 1387 5985 0 0,'-14'16'3178'0'0,"14"-16"-3100"0"0,-1-1 0 0 0,1 1 0 0 0,0 0 0 0 0,-1 0 0 0 0,1 0 0 0 0,0 0 0 0 0,0 0-1 0 0,-1-1 1 0 0,1 1 0 0 0,0 0 0 0 0,0 0 0 0 0,-1 0 0 0 0,1-1 0 0 0,0 1 0 0 0,0 0 0 0 0,0 0 0 0 0,0-1 0 0 0,-1 1 0 0 0,1 0 0 0 0,0 0 0 0 0,0-1 0 0 0,0 1 0 0 0,0 0 0 0 0,0-1 0 0 0,0 1 0 0 0,0 0 0 0 0,0-1 0 0 0,0 1 0 0 0,0 0 0 0 0,0 0 0 0 0,0-1 0 0 0,0 1 0 0 0,0 0 0 0 0,0-1 0 0 0,4-44 2980 0 0,-2 33-3085 0 0,11-105 2315 0 0,-4 39-612 0 0,0-113 0 0 0,-16 35-1380 0 0,0 56 73 0 0,14-196 0 0 0,6 42-2158 0 0,-10 143 965 0 0,-2 94-1090 0 0,0 1-4346 0 0</inkml:trace>
</inkml:ink>
</file>

<file path=ppt/ink/ink1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2:47.2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19 899 5529 0 0,'-2'-2'96'0'0,"0"-1"-1"0"0,0 1 1 0 0,1-1-1 0 0,-1 1 1 0 0,1-1-1 0 0,-1 0 1 0 0,1 0-1 0 0,0 0 0 0 0,0 0 1 0 0,0 1-1 0 0,0-1 1 0 0,0-1-1 0 0,1 1 1 0 0,-1 0-1 0 0,1 0 1 0 0,0 0-1 0 0,0 0 1 0 0,0 0-1 0 0,1 0 1 0 0,-1 0-1 0 0,1 0 1 0 0,-1 0-1 0 0,3-5 1 0 0,1-6 425 0 0,0 0 1 0 0,1 1 0 0 0,12-23-1 0 0,-7 18-127 0 0,2 1-1 0 0,-1 0 0 0 0,2 1 0 0 0,0 1 1 0 0,1 0-1 0 0,1 0 0 0 0,0 2 0 0 0,1 0 0 0 0,27-17 1 0 0,17-6 673 0 0,95-41 1 0 0,-26 15-567 0 0,-38 13-123 0 0,3 5 1 0 0,163-54 0 0 0,-82 48 9 0 0,195-29 0 0 0,-308 69-273 0 0,67-11 515 0 0,168-7 1 0 0,-253 27-476 0 0,428-1 226 0 0,-148-5-355 0 0,-71-1 19 0 0,-27 4-34 0 0,87 2-45 0 0,-145 4 15 0 0,190 11-42 0 0,-105-4 103 0 0,16 2-20 0 0,-172-2-216 0 0,-31-3 95 0 0,77 15 0 0 0,-135-18 34 0 0,1-1-1 0 0,-1 1 0 0 0,0 0 1 0 0,-1 1-1 0 0,1 0 1 0 0,10 7-1 0 0,-14-8-21 0 0,0 0 0 0 0,0 0 0 0 0,-1 0 1 0 0,1 0-1 0 0,-1 0 0 0 0,0 1 0 0 0,0 0 0 0 0,0-1 0 0 0,0 1 1 0 0,-1 0-1 0 0,1 0 0 0 0,-1 1 0 0 0,2 4 0 0 0,-4-8-67 0 0,0 0-1 0 0,0 0 1 0 0,1 0 0 0 0,-1 0-1 0 0,0 0 1 0 0,0-1 0 0 0,0 1-1 0 0,0 0 1 0 0,0 0-1 0 0,-1 0 1 0 0,1 0 0 0 0,0 0-1 0 0,0 0 1 0 0,0 0-1 0 0,-1-1 1 0 0,0 3 0 0 0,-1 1-1460 0 0</inkml:trace>
</inkml:ink>
</file>

<file path=ppt/ink/ink1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2:47.7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 1 2561 0 0,'0'0'51'0'0,"-1"0"0"0"0,0 0 1 0 0,0 0-1 0 0,1 0 1 0 0,-1 0-1 0 0,0 0 0 0 0,1 0 1 0 0,-1 0-1 0 0,0 0 1 0 0,1 0-1 0 0,-1 1 0 0 0,0-1 1 0 0,1 0-1 0 0,-1 1 0 0 0,0-1 1 0 0,1 0-1 0 0,-1 1 1 0 0,1-1-1 0 0,-1 0 0 0 0,0 1 1 0 0,1-1-1 0 0,-1 1 1 0 0,1-1-1 0 0,0 1 0 0 0,-1 0 1 0 0,1-1-1 0 0,-1 1 1 0 0,1-1-1 0 0,0 1 0 0 0,-1 0 1 0 0,1-1-1 0 0,0 2 1 0 0,-1 0 292 0 0,1 0-1 0 0,0 1 1 0 0,0-1 0 0 0,1 0 0 0 0,-1 0 0 0 0,0 1 0 0 0,1-1 0 0 0,-1 0 0 0 0,1 0 0 0 0,1 3 0 0 0,26 49 5655 0 0,-28-53-5983 0 0,24 40 854 0 0,-1 1 1 0 0,-3 1-1 0 0,-2 1 0 0 0,-1 0 0 0 0,10 47 1 0 0,-11-20-565 0 0,-3 0 1 0 0,7 117-1 0 0,-26 59 256 0 0,-1-39-195 0 0,11-112-226 0 0,-2 106 588 0 0,-3-172-679 0 0,-2 0-1 0 0,-2 0 1 0 0,0-1 0 0 0,-16 48-1 0 0,12-53-1215 0 0,3-12 557 0 0</inkml:trace>
</inkml:ink>
</file>

<file path=ppt/ink/ink1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2:51.2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74 12 10594 0 0,'0'0'115'0'0,"0"0"0"0"0,0-1 0 0 0,0 1-1 0 0,0 0 1 0 0,0-1 0 0 0,0 1 0 0 0,1 0-1 0 0,-1-1 1 0 0,0 1 0 0 0,0 0 0 0 0,0-1-1 0 0,0 1 1 0 0,0 0 0 0 0,0-1 0 0 0,0 1-1 0 0,0 0 1 0 0,-1-1 0 0 0,1 1 0 0 0,0 0 0 0 0,0-1-1 0 0,0 1 1 0 0,0 0 0 0 0,0-1 0 0 0,-1 1-1 0 0,0-2 690 0 0,1 2-690 0 0,-1 0 1 0 0,1 0 0 0 0,0-1 0 0 0,-1 1-1 0 0,1 0 1 0 0,0 0 0 0 0,-1 0 0 0 0,1 0 0 0 0,0 0-1 0 0,-1-1 1 0 0,-12 14 954 0 0,-11 30-927 0 0,18-27-5 0 0,0 0 0 0 0,1 1 0 0 0,1 0 0 0 0,1 0-1 0 0,0 1 1 0 0,1-1 0 0 0,1 0 0 0 0,1 1 0 0 0,0-1 0 0 0,4 23 0 0 0,2 4 175 0 0,3 0-1 0 0,25 79 0 0 0,-27-102-292 0 0,1 0 0 0 0,1-1 0 0 0,0 0 1 0 0,2 0-1 0 0,0-1 0 0 0,17 22 0 0 0,-23-36-18 0 0,-1 0 1 0 0,1 0 0 0 0,-1-1-1 0 0,2 1 1 0 0,-1-1-1 0 0,0 0 1 0 0,1-1-1 0 0,0 1 1 0 0,-1-1 0 0 0,13 4-1 0 0,-13-5 13 0 0,0-1 0 0 0,0 0 0 0 0,0-1-1 0 0,0 1 1 0 0,0-1 0 0 0,0 0 0 0 0,0 0-1 0 0,0-1 1 0 0,0 0 0 0 0,0 1 0 0 0,0-2 0 0 0,0 1-1 0 0,0 0 1 0 0,0-1 0 0 0,0 0 0 0 0,4-3 0 0 0,-6 4-6 0 0,-1 0 1 0 0,1 0 0 0 0,0-1 0 0 0,-1 1 0 0 0,0-1 0 0 0,1 0-1 0 0,-1 0 1 0 0,0 1 0 0 0,0-1 0 0 0,0-1 0 0 0,0 1 0 0 0,0 0-1 0 0,-1 0 1 0 0,1-1 0 0 0,0 1 0 0 0,-1-1 0 0 0,0 1 0 0 0,0-1 0 0 0,0 0-1 0 0,0 1 1 0 0,0-1 0 0 0,0 0 0 0 0,-1 0 0 0 0,1 0 0 0 0,-1 0-1 0 0,0 0 1 0 0,0 1 0 0 0,0-1 0 0 0,0 0 0 0 0,-1-4 0 0 0,-2-6-134 0 0,-2 0 0 0 0,1 0 1 0 0,-1 1-1 0 0,-1-1 0 0 0,-10-17 0 0 0,9 20-133 0 0,1-1 0 0 0,1 0-1 0 0,0-1 1 0 0,-6-21 0 0 0,11 30 261 0 0,0 1 0 0 0,1-1 1 0 0,-1 0-1 0 0,0 1 0 0 0,1-1 0 0 0,0 0 1 0 0,0 1-1 0 0,0-1 0 0 0,0 1 0 0 0,0-1 1 0 0,0 1-1 0 0,1 0 0 0 0,-1-1 0 0 0,1 1 1 0 0,0 0-1 0 0,0 0 0 0 0,-1 0 0 0 0,1 0 1 0 0,1 1-1 0 0,-1-1 0 0 0,0 0 0 0 0,4-1 0 0 0,8-7 75 0 0,0 2 0 0 0,20-10 0 0 0,-32 17-54 0 0,12-6 15 0 0,-1 1 0 0 0,1 0-1 0 0,1 1 1 0 0,-1 1 0 0 0,17-3 0 0 0,-28 6-5 0 0,1 1-1 0 0,-1-1 1 0 0,0 1-1 0 0,0 0 1 0 0,0 0-1 0 0,0 0 1 0 0,1 0-1 0 0,-1 1 1 0 0,0-1-1 0 0,0 1 1 0 0,0 0-1 0 0,0 0 1 0 0,0 0-1 0 0,0 0 1 0 0,0 1-1 0 0,0-1 1 0 0,-1 1-1 0 0,1 0 1 0 0,0-1-1 0 0,-1 1 1 0 0,1 0-1 0 0,-1 1 1 0 0,0-1 0 0 0,0 0-1 0 0,0 1 1 0 0,0-1-1 0 0,0 1 1 0 0,0-1-1 0 0,-1 1 1 0 0,3 5-1 0 0,5 18 659 0 0,0 1 1 0 0,7 41-1 0 0,-2-5-1252 0 0,7-3-5703 0 0</inkml:trace>
</inkml:ink>
</file>

<file path=ppt/ink/ink1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2:51.6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139 66 9218 0 0,'1'-5'642'0'0,"1"0"1"0"0,-1-1-1 0 0,0 1 1 0 0,-1 0 0 0 0,1-1-1 0 0,-1 1 1 0 0,-1-7-1 0 0,1 12-435 0 0,0-1 1 0 0,0 0-1 0 0,0 0 0 0 0,-1 0 1 0 0,1 0-1 0 0,0 1 0 0 0,-1-1 1 0 0,1 0-1 0 0,-1 0 0 0 0,1 1 1 0 0,-1-1-1 0 0,1 0 0 0 0,-1 1 1 0 0,1-1-1 0 0,-1 1 0 0 0,0-1 1 0 0,1 0-1 0 0,-1 1 0 0 0,0 0 1 0 0,-1-2-1 0 0,1 2-53 0 0,-1-1 1 0 0,0 1 0 0 0,0 0-1 0 0,1 0 1 0 0,-1-1-1 0 0,0 1 1 0 0,0 0-1 0 0,1 1 1 0 0,-1-1-1 0 0,0 0 1 0 0,0 0-1 0 0,0 1 1 0 0,-2 0-1 0 0,-2 2-45 0 0,0-1 1 0 0,1 1-1 0 0,-1 0 1 0 0,1 1-1 0 0,0-1 0 0 0,0 1 1 0 0,0 0-1 0 0,0 0 0 0 0,1 1 1 0 0,0-1-1 0 0,0 1 0 0 0,-4 6 1 0 0,3-5-106 0 0,1 0 1 0 0,-1 1 0 0 0,2 0 0 0 0,-1 0 0 0 0,1 0 0 0 0,0 0-1 0 0,0 1 1 0 0,1-1 0 0 0,-2 11 0 0 0,4-16-34 0 0,-1 0-1 0 0,1 0 1 0 0,0 0 0 0 0,0 0 0 0 0,0 0 0 0 0,0 0-1 0 0,0 0 1 0 0,0 0 0 0 0,0 0 0 0 0,1 0 0 0 0,-1 0-1 0 0,1 0 1 0 0,0-1 0 0 0,-1 1 0 0 0,1 0 0 0 0,0 0-1 0 0,0 0 1 0 0,0-1 0 0 0,0 1 0 0 0,0 0-1 0 0,1-1 1 0 0,-1 1 0 0 0,0-1 0 0 0,1 1 0 0 0,-1-1-1 0 0,1 0 1 0 0,0 0 0 0 0,-1 1 0 0 0,1-1 0 0 0,0 0-1 0 0,0-1 1 0 0,0 1 0 0 0,-1 0 0 0 0,1 0 0 0 0,0-1-1 0 0,0 1 1 0 0,0-1 0 0 0,0 0 0 0 0,0 1 0 0 0,0-1-1 0 0,4-1 1 0 0,3 1-232 0 0,0 0-1 0 0,-1-1 0 0 0,1 0 1 0 0,0-1-1 0 0,-1 0 1 0 0,1 0-1 0 0,-1-1 1 0 0,10-5-1 0 0,-10 4 203 0 0,-1 1 0 0 0,0-2-1 0 0,-1 1 1 0 0,1-1 0 0 0,-1 0 0 0 0,0-1 0 0 0,0 1-1 0 0,6-9 1 0 0,1-4 653 0 0,19-33 0 0 0,-25 38-91 0 0,-6 12-461 0 0,-1 1 0 0 0,0-1 1 0 0,0 0-1 0 0,0 1 0 0 0,1-1 1 0 0,-1 0-1 0 0,0 1 0 0 0,1-1 1 0 0,-1 0-1 0 0,0 1 0 0 0,1-1 1 0 0,-1 1-1 0 0,1-1 0 0 0,-1 0 1 0 0,1 1-1 0 0,-1-1 0 0 0,1 1 1 0 0,0 0-1 0 0,-1-1 0 0 0,1 1 1 0 0,0-1-1 0 0,-1 1 0 0 0,1 0 1 0 0,0 0-1 0 0,-1-1 0 0 0,1 1 1 0 0,0 0-1 0 0,-1 0 0 0 0,1 0 1 0 0,0 0-1 0 0,0 0 0 0 0,-1 0 1 0 0,1 0-1 0 0,0 0 0 0 0,0 0 0 0 0,-1 0 1 0 0,1 0-1 0 0,0 0 0 0 0,-1 1 1 0 0,1-1-1 0 0,0 0 0 0 0,-1 0 1 0 0,1 1-1 0 0,0-1 0 0 0,-1 0 1 0 0,1 1-1 0 0,0-1 0 0 0,-1 1 1 0 0,1-1-1 0 0,-1 1 0 0 0,1-1 1 0 0,-1 1-1 0 0,1-1 0 0 0,-1 1 1 0 0,0 0-1 0 0,1 0 0 0 0,4 7-45 0 0,0 0-1 0 0,-1 0 0 0 0,6 17 0 0 0,-1-4-132 0 0,-5-15-39 0 0,0 0 0 0 0,0-1 0 0 0,0 0 0 0 0,0 1-1 0 0,1-2 1 0 0,0 1 0 0 0,0-1 0 0 0,1 1 0 0 0,-1-1-1 0 0,1-1 1 0 0,0 1 0 0 0,8 3 0 0 0,-7-4-474 0 0,0 0 0 0 0,1-1 0 0 0,-1 0 0 0 0,1 0 0 0 0,0-1 0 0 0,-1 0 1 0 0,1-1-1 0 0,0 1 0 0 0,0-1 0 0 0,10-2 0 0 0,3-1-4253 0 0</inkml:trace>
</inkml:ink>
</file>

<file path=ppt/ink/ink1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2:51.8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8 299 1824 0 0,'2'-47'-116'0'0,"1"-96"3065"0"0,-11 50 4619 0 0,5 77-4113 0 0,1 24-177 0 0,5 28-1306 0 0,4-5-1556 0 0,3 1 1 0 0,0-1 0 0 0,2 0-1 0 0,25 45 1 0 0,18 17-400 0 0,4-2-3521 0 0,-32-51 192 0 0,-15-20-3660 0 0</inkml:trace>
</inkml:ink>
</file>

<file path=ppt/ink/ink1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2:52.0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3 171 7370 0 0,'-3'-6'5294'0'0,"3"5"-5176"0"0,11-10 2934 0 0,21-13-774 0 0,-26 20-1891 0 0,16-11 249 0 0,13-10-1229 0 0,2 1 0 0 0,54-26 0 0 0,-66 40-1112 0 0</inkml:trace>
</inkml:ink>
</file>

<file path=ppt/ink/ink1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2:52.4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0 276 920 0 0,'1'1'30'0'0,"-1"0"-1"0"0,1 1 1 0 0,-1-1 0 0 0,1 0-1 0 0,0 0 1 0 0,-1 1-1 0 0,1-1 1 0 0,0 0 0 0 0,0 0-1 0 0,0 0 1 0 0,0 0-1 0 0,0 0 1 0 0,0 0 0 0 0,0 0-1 0 0,0 0 1 0 0,0 0-1 0 0,0-1 1 0 0,1 1 0 0 0,-1 0-1 0 0,0-1 1 0 0,1 1-1 0 0,-1-1 1 0 0,3 1 0 0 0,32 8 1821 0 0,-31-9-1580 0 0,-1 1-1 0 0,0-2 1 0 0,1 1-1 0 0,-1 0 1 0 0,1-1 0 0 0,-1 0-1 0 0,0 0 1 0 0,1 0-1 0 0,-1 0 1 0 0,0-1 0 0 0,0 0-1 0 0,0 0 1 0 0,0 0-1 0 0,0 0 1 0 0,5-5 0 0 0,-3 2 232 0 0,0 0 0 0 0,-1-1 0 0 0,0 0 0 0 0,0 0 0 0 0,0 0 0 0 0,-1-1 1 0 0,1 1-1 0 0,3-12 0 0 0,-2 7-128 0 0,-1-1-1 0 0,-1-1 1 0 0,0 1-1 0 0,-1 0 1 0 0,-1-1 0 0 0,1 0-1 0 0,-2 0 1 0 0,0 0 0 0 0,-1 0-1 0 0,-1-20 1 0 0,1 30-338 0 0,-1 0 0 0 0,1 0 0 0 0,-1 0 0 0 0,0 0 0 0 0,0 1 0 0 0,0-1 0 0 0,0 0 0 0 0,0 0 0 0 0,-1 1 0 0 0,1-1 0 0 0,-1 1 0 0 0,0-1 0 0 0,0 1 0 0 0,1 0 0 0 0,-2 0 0 0 0,1 0 0 0 0,0 0 0 0 0,0 0 0 0 0,-1 0 0 0 0,1 0 0 0 0,0 1 0 0 0,-1-1 0 0 0,0 1 0 0 0,1 0 0 0 0,-1 0 0 0 0,0 0 0 0 0,0 0 0 0 0,0 0 0 0 0,0 1 0 0 0,1-1 0 0 0,-1 1 0 0 0,0 0-1 0 0,0 0 1 0 0,0 0 0 0 0,0 0 0 0 0,-4 1 0 0 0,1-1 62 0 0,0 1-1 0 0,1 1 1 0 0,-1-1-1 0 0,0 1 0 0 0,1 0 1 0 0,-1 0-1 0 0,1 0 0 0 0,0 1 1 0 0,-1 0-1 0 0,1 0 1 0 0,0 0-1 0 0,1 1 0 0 0,-1-1 1 0 0,1 1-1 0 0,-1 1 0 0 0,1-1 1 0 0,-5 7-1 0 0,5-4-28 0 0,-1 1-1 0 0,1 0 0 0 0,1-1 1 0 0,-1 1-1 0 0,1 1 1 0 0,1-1-1 0 0,0 0 1 0 0,0 1-1 0 0,0-1 0 0 0,1 1 1 0 0,0 0-1 0 0,1-1 1 0 0,0 1-1 0 0,0 0 0 0 0,1-1 1 0 0,0 1-1 0 0,1-1 1 0 0,-1 1-1 0 0,2-1 1 0 0,-1 0-1 0 0,8 16 0 0 0,-5-15 4 0 0,0 0-1 0 0,1 0 0 0 0,-1-1 0 0 0,2 0 1 0 0,-1 0-1 0 0,1-1 0 0 0,0 0 1 0 0,1 0-1 0 0,0-1 0 0 0,0 1 1 0 0,0-2-1 0 0,1 1 0 0 0,0-1 0 0 0,0-1 1 0 0,0 1-1 0 0,0-2 0 0 0,1 1 1 0 0,14 3-1 0 0,5-3-255 0 0,0 0 0 0 0,0-2 1 0 0,0-2-1 0 0,46-3 0 0 0,-35 0-736 0 0</inkml:trace>
</inkml:ink>
</file>

<file path=ppt/ink/ink1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24.0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21 267 2841 0 0,'0'0'0'0'0,"-1"-1"0"0"0,1 1 0 0 0,-1 0 0 0 0,1-1 0 0 0,0 1 0 0 0,-1 0 0 0 0,1-1 0 0 0,0 1 0 0 0,0 0 0 0 0,-1-1 0 0 0,1 1 0 0 0,0-1 0 0 0,0 1 0 0 0,0 0 0 0 0,0-1 0 0 0,-1 1 0 0 0,1-1 0 0 0,0 1 0 0 0,0-1 0 0 0,0 1 0 0 0,0-1 0 0 0,0 1 0 0 0,0-1 0 0 0,0 1 0 0 0,0-1 0 0 0,0 1 0 0 0,0 0 0 0 0,0-1 0 0 0,1 1 0 0 0,-1-1 0 0 0,0 1 0 0 0,0-1 0 0 0,0 1 0 0 0,0 0 0 0 0,1-1 0 0 0,-1 1 0 0 0,0-1 0 0 0,1 1 0 0 0,-1 0 0 0 0,0-1 0 0 0,1 1 0 0 0,-1 0 0 0 0,0-1 0 0 0,1 1 0 0 0,-1 0 0 0 0,0 0 0 0 0,1-1 0 0 0,-1 1 0 0 0,1 0 0 0 0,-1 0 0 0 0,1 0 0 0 0,1-2 0 0 0,0 1 0 0 0,0-1 0 0 0,0 1 0 0 0,0 0 0 0 0,0 0 0 0 0,1 0 0 0 0,-1 0 0 0 0,0 0 0 0 0,0 0 0 0 0,4 0 0 0 0,-3 1 0 0 0,1-1 0 0 0,-1 0 0 0 0,0 1 0 0 0,-1-1 0 0 0,1-1 0 0 0,0 1 0 0 0,0 0 0 0 0,5-4 0 0 0,-7 5 0 0 0,1-1 0 0 0,-1 0 0 0 0,0 0 0 0 0,1 0 0 0 0,-1 0 0 0 0,0 0 0 0 0,0 0 0 0 0,0 0 0 0 0,0 0 0 0 0,0-1 0 0 0,0 1 0 0 0,0 0 0 0 0,0-1 0 0 0,0 1 0 0 0,0-1 0 0 0,-1 1 0 0 0,1-1 0 0 0,0-2 0 0 0,-2 4 81 0 0,1 0 0 0 0,-1-1 0 0 0,1 1 1 0 0,-1 0-1 0 0,0-1 0 0 0,1 1 1 0 0,-1 0-1 0 0,0 0 0 0 0,1 0 0 0 0,-1-1 1 0 0,0 1-1 0 0,1 0 0 0 0,-1 0 1 0 0,0 0-1 0 0,1 0 0 0 0,-1 0 1 0 0,0 0-1 0 0,1 1 0 0 0,-1-1 0 0 0,0 0 1 0 0,1 0-1 0 0,-1 0 0 0 0,0 1 1 0 0,1-1-1 0 0,-1 0 0 0 0,-1 1 0 0 0,-13 5 2500 0 0,10-4-1919 0 0,0 0-1 0 0,0 0 0 0 0,0 0 0 0 0,0 1 1 0 0,0 0-1 0 0,1 0 0 0 0,-1 0 1 0 0,1 0-1 0 0,0 1 0 0 0,0 0 0 0 0,0 0 1 0 0,0 0-1 0 0,-5 9 0 0 0,9-11-155 0 0,9-4 590 0 0,4-3-901 0 0,128-44 885 0 0,176-38 0 0 0,-219 71-1001 0 0,-70 14-35 0 0,0-2 1 0 0,1-2 0 0 0,-2 0 0 0 0,1-2 0 0 0,-1-1-1 0 0,33-15 1 0 0,-37 10 89 0 0,-17 10-72 0 0,0 0 0 0 0,0 1 0 0 0,1-1 0 0 0,-1 1 0 0 0,1 0 0 0 0,10-2 0 0 0,-12 8-1597 0 0</inkml:trace>
</inkml:ink>
</file>

<file path=ppt/ink/ink1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24.7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41 93 6913 0 0,'0'-17'235'0'0,"0"1"-1"0"0,1-1 0 0 0,4-19 0 0 0,-4 30 43 0 0,-15 60 4386 0 0,-6 29-4043 0 0,12-24-104 0 0,3 1 1 0 0,5 94-1 0 0,24 120 711 0 0,30 49-159 0 0,-45-287-940 0 0,2 0-1 0 0,1-2 1 0 0,1 1 0 0 0,2-2-1 0 0,2 0 1 0 0,38 59 0 0 0,-38-72-275 0 0,1 0 1 0 0,1 0-1 0 0,0-2 1 0 0,2 0-1 0 0,0-2 1 0 0,0 0-1 0 0,2-1 0 0 0,0-2 1 0 0,1 0-1 0 0,0-1 1 0 0,33 10-1 0 0,-22-10-292 0 0,1-1 0 0 0,1-3 0 0 0,-1 0 0 0 0,1-3-1 0 0,1-1 1 0 0,-1-2 0 0 0,59-3 0 0 0,-50-3-4443 0 0</inkml:trace>
</inkml:ink>
</file>

<file path=ppt/ink/ink1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25.1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19 14283 0 0,'-9'-7'912'0'0,"-9"-4"-856"0"0,15 14-9 0 0,5 11 644 0 0,35 112 784 0 0,64 198 411 0 0,-74-250-2336 0 0,4-2 1 0 0,50 89-1 0 0,-70-142-1269 0 0,0-3-4233 0 0</inkml:trace>
</inkml:ink>
</file>

<file path=ppt/ink/ink1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25.4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1 281 11058 0 0,'0'-10'1002'0'0,"3"8"-125"0"0,10 13 521 0 0,-6-4-959 0 0,33 31 1217 0 0,-18-16-1131 0 0,0 0 0 0 0,2-2-1 0 0,0-1 1 0 0,1-1 0 0 0,51 28 0 0 0,10-11 193 0 0,-75-31-609 0 0,0-1 0 0 0,0-1 0 0 0,0 0 0 0 0,0 0 0 0 0,0-1 0 0 0,14 0 1 0 0,-23-1-86 0 0,-1-1 1 0 0,1 1 0 0 0,-1 0 0 0 0,1 0 0 0 0,-1-1 0 0 0,0 1-1 0 0,1-1 1 0 0,-1 1 0 0 0,1-1 0 0 0,-1 1 0 0 0,0-1 0 0 0,0 0-1 0 0,1 0 1 0 0,-1 0 0 0 0,0 1 0 0 0,0-1 0 0 0,0-1 0 0 0,0 1-1 0 0,0 0 1 0 0,0 0 0 0 0,1-2 0 0 0,-1 0 14 0 0,1 0 0 0 0,-1 0 0 0 0,0 0 0 0 0,0 0 0 0 0,0 0 0 0 0,0 0 0 0 0,-1 0 0 0 0,0 0 0 0 0,1-5 0 0 0,-1-5 95 0 0,-1 0 0 0 0,-1 1 0 0 0,-5-25 0 0 0,-10-26-213 0 0,-20-94 563 0 0,35 139-1128 0 0,0 1 0 0 0,0-1 1 0 0,2 0-1 0 0,0 0 0 0 0,1 0 1 0 0,6-31-1 0 0,-2 30-6130 0 0</inkml:trace>
</inkml:ink>
</file>

<file path=ppt/ink/ink1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25.7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82 337 6913 0 0,'6'-7'240'0'0,"-1"0"-1"0"0,0 0 0 0 0,0 0 0 0 0,-1-1 0 0 0,1 1 1 0 0,-2-1-1 0 0,1 0 0 0 0,-1-1 0 0 0,3-11 0 0 0,-3 5 641 0 0,0 0 0 0 0,0 0 0 0 0,-2 0 1 0 0,1-24-1 0 0,-3 29-638 0 0,0 1-1 0 0,-1-1 1 0 0,0 1 0 0 0,0-1 0 0 0,-1 1 0 0 0,-1 0 0 0 0,1 0 0 0 0,-8-11 0 0 0,10 16-188 0 0,-1 1-1 0 0,0-1 1 0 0,0 1-1 0 0,-1-1 1 0 0,1 1 0 0 0,-1 0-1 0 0,0 0 1 0 0,1 0-1 0 0,-1 1 1 0 0,-1-1 0 0 0,1 1-1 0 0,0-1 1 0 0,0 1-1 0 0,-1 0 1 0 0,0 0-1 0 0,1 0 1 0 0,-1 1 0 0 0,0 0-1 0 0,0-1 1 0 0,0 1-1 0 0,0 0 1 0 0,-4 0 0 0 0,7 1-21 0 0,-1 0 0 0 0,1 0 1 0 0,0 0-1 0 0,0 1 1 0 0,-1-1-1 0 0,1 0 0 0 0,0 0 1 0 0,0 1-1 0 0,0-1 1 0 0,-1 1-1 0 0,1-1 0 0 0,0 1 1 0 0,0 0-1 0 0,0-1 1 0 0,0 1-1 0 0,0 0 0 0 0,0 0 1 0 0,0 0-1 0 0,0-1 0 0 0,0 1 1 0 0,0 0-1 0 0,1 0 1 0 0,-2 2-1 0 0,1-1 0 0 0,0 1 1 0 0,-1 0-1 0 0,1 0 1 0 0,1 0-1 0 0,-1 0 1 0 0,0 1-1 0 0,1-1 1 0 0,-1 0-1 0 0,1 4 1 0 0,0 6-6 0 0,1 1 0 0 0,0 0 0 0 0,5 16 0 0 0,-3-15-53 0 0,1-1-1 0 0,1 1 1 0 0,0-1-1 0 0,1 0 1 0 0,1 0 0 0 0,0-1-1 0 0,1 1 1 0 0,1-2-1 0 0,19 25 1 0 0,-21-29-232 0 0,1 0-1 0 0,0 0 1 0 0,1-1-1 0 0,0 0 1 0 0,0 0-1 0 0,0-1 1 0 0,1 0-1 0 0,0-1 1 0 0,0 0 0 0 0,0-1-1 0 0,0 0 1 0 0,1 0-1 0 0,0-1 1 0 0,13 2-1 0 0,14-2-3396 0 0,1-1-931 0 0</inkml:trace>
</inkml:ink>
</file>

<file path=ppt/ink/ink1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26.1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179 120 920 0 0,'1'-7'372'0'0,"-1"1"0"0"0,0-1 0 0 0,-1 0-1 0 0,0 1 1 0 0,0-1 0 0 0,0 1 0 0 0,-1-1 0 0 0,0 1 0 0 0,0 0-1 0 0,-1-1 1 0 0,0 1 0 0 0,-5-8 0 0 0,8 12-223 0 0,-1 0 0 0 0,0 1-1 0 0,0-1 1 0 0,0 0 0 0 0,-1 1 0 0 0,1-1 0 0 0,0 1 0 0 0,0 0 0 0 0,-1-1 0 0 0,1 1 0 0 0,-1 0-1 0 0,1 0 1 0 0,-1 0 0 0 0,0 0 0 0 0,1 0 0 0 0,-1 0 0 0 0,0 0 0 0 0,0 0 0 0 0,0 1 0 0 0,1-1-1 0 0,-1 1 1 0 0,0-1 0 0 0,0 1 0 0 0,0 0 0 0 0,0 0 0 0 0,0 0 0 0 0,0 0 0 0 0,0 0 0 0 0,0 0-1 0 0,0 1 1 0 0,0-1 0 0 0,1 0 0 0 0,-1 1 0 0 0,0 0 0 0 0,0-1 0 0 0,0 1 0 0 0,1 0 0 0 0,-1 0-1 0 0,0 0 1 0 0,1 0 0 0 0,-1 0 0 0 0,1 0 0 0 0,-1 1 0 0 0,1-1 0 0 0,-3 3 0 0 0,-3 5 219 0 0,-1 0 0 0 0,1 0 0 0 0,0 0 1 0 0,1 1-1 0 0,0 0 0 0 0,1 1 1 0 0,0-1-1 0 0,1 1 0 0 0,0 0 0 0 0,-3 15 1 0 0,3-9-227 0 0,0 0 0 0 0,2 0 0 0 0,0 0 0 0 0,1 1 1 0 0,0-1-1 0 0,3 23 0 0 0,-2-38-177 0 0,1 1 0 0 0,-1 0 1 0 0,0-1-1 0 0,1 1 0 0 0,0-1 0 0 0,-1 1 0 0 0,1-1 0 0 0,0 1 1 0 0,0-1-1 0 0,0 0 0 0 0,1 0 0 0 0,-1 1 0 0 0,1-1 0 0 0,-1 0 1 0 0,1 0-1 0 0,0 0 0 0 0,-1 0 0 0 0,1-1 0 0 0,0 1 0 0 0,0 0 1 0 0,0-1-1 0 0,1 1 0 0 0,-1-1 0 0 0,0 0 0 0 0,1 0 0 0 0,-1 0 1 0 0,0 0-1 0 0,1 0 0 0 0,-1 0 0 0 0,1-1 0 0 0,0 1 0 0 0,-1-1 1 0 0,1 0-1 0 0,-1 0 0 0 0,1 0 0 0 0,0 0 0 0 0,-1 0 0 0 0,1 0 1 0 0,-1-1-1 0 0,1 1 0 0 0,-1-1 0 0 0,1 0 0 0 0,-1 1 0 0 0,1-1 1 0 0,-1-1-1 0 0,0 1 0 0 0,1 0 0 0 0,-1 0 0 0 0,0-1 0 0 0,0 1 1 0 0,0-1-1 0 0,0 0 0 0 0,0 0 0 0 0,0 0 0 0 0,-1 0 0 0 0,1 0 1 0 0,1-3-1 0 0,4-5-161 0 0,0-1 0 0 0,-1 0 1 0 0,0-1-1 0 0,-1 0 0 0 0,7-22 0 0 0,-8 22 202 0 0,0 0 0 0 0,0 0-1 0 0,2 0 1 0 0,-1 1 0 0 0,12-16-1 0 0,-16 26 55 0 0,-1 0 0 0 0,1 0 0 0 0,-1 0-1 0 0,1 0 1 0 0,0 0 0 0 0,0 0 0 0 0,-1 1-1 0 0,1-1 1 0 0,0 0 0 0 0,0 1 0 0 0,0-1-1 0 0,0 0 1 0 0,0 1 0 0 0,0-1-1 0 0,0 1 1 0 0,0 0 0 0 0,0-1 0 0 0,0 1-1 0 0,0 0 1 0 0,0-1 0 0 0,1 1 0 0 0,-1 0-1 0 0,0 0 1 0 0,0 0 0 0 0,2 0 0 0 0,-2 1 0 0 0,1 0 1 0 0,0-1-1 0 0,-1 1 1 0 0,1 0 0 0 0,-1 0-1 0 0,1 0 1 0 0,-1 0 0 0 0,1 0-1 0 0,-1 1 1 0 0,0-1 0 0 0,0 0-1 0 0,1 1 1 0 0,-1-1-1 0 0,1 2 1 0 0,4 8 236 0 0,0-1-1 0 0,-1 1 1 0 0,7 19-1 0 0,-11-27-156 0 0,9 26 401 0 0,-1 0 1 0 0,9 59-1 0 0,-14-57-3601 0 0,-1 39 1 0 0,-3-46-2865 0 0</inkml:trace>
</inkml:ink>
</file>

<file path=ppt/ink/ink1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26.5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126 20 6913 0 0,'-1'-2'107'0'0,"1"1"-1"0"0,-1 0 1 0 0,1 0-1 0 0,-1 0 1 0 0,0 0-1 0 0,0 0 1 0 0,1 0-1 0 0,-1 0 1 0 0,0 0-1 0 0,0 0 1 0 0,0 0-1 0 0,0 1 1 0 0,0-1-1 0 0,0 0 1 0 0,0 1-1 0 0,0-1 1 0 0,0 0-1 0 0,0 1 1 0 0,0-1-1 0 0,-1 1 1 0 0,1 0-1 0 0,0-1 1 0 0,0 1-1 0 0,-1 0 1 0 0,1 0-1 0 0,0 0 1 0 0,0 0-1 0 0,-1 0 1 0 0,1 0-1 0 0,0 0 1 0 0,0 0-1 0 0,-1 0 1 0 0,1 1-1 0 0,0-1 1 0 0,0 0-1 0 0,0 1 1 0 0,0-1-1 0 0,-1 1 1 0 0,1-1-1 0 0,0 1 1 0 0,0 0-1 0 0,0-1 1 0 0,0 1-1 0 0,0 0 1 0 0,0 0-1 0 0,0 0 1 0 0,-1 1-1 0 0,-3 3 403 0 0,1-1 1 0 0,-1 1-1 0 0,1 0 0 0 0,0 1 0 0 0,0-1 0 0 0,0 1 0 0 0,-5 11 0 0 0,1 7-129 0 0,1 2 0 0 0,0-1 0 0 0,2 1-1 0 0,1 0 1 0 0,2 0 0 0 0,0 0 0 0 0,1 1 0 0 0,2-1-1 0 0,7 50 1 0 0,-7-71-380 0 0,0-1-1 0 0,0 1 1 0 0,1 0 0 0 0,0-1-1 0 0,0 1 1 0 0,0-1-1 0 0,0 1 1 0 0,1-1 0 0 0,-1 0-1 0 0,1 0 1 0 0,0 0-1 0 0,0-1 1 0 0,1 1 0 0 0,-1-1-1 0 0,5 4 1 0 0,-6-6-84 0 0,-1 0 1 0 0,1 0 0 0 0,0 0-1 0 0,0 0 1 0 0,1 0 0 0 0,-1 0-1 0 0,0-1 1 0 0,0 1 0 0 0,0-1-1 0 0,0 0 1 0 0,1 1 0 0 0,-1-1-1 0 0,0 0 1 0 0,0 0 0 0 0,0 0-1 0 0,1-1 1 0 0,-1 1 0 0 0,0-1-1 0 0,0 1 1 0 0,0-1 0 0 0,0 0-1 0 0,0 1 1 0 0,0-1 0 0 0,0 0-1 0 0,0 0 1 0 0,0-1 0 0 0,0 1-1 0 0,0 0 1 0 0,-1-1 0 0 0,1 1-1 0 0,0-1 1 0 0,-1 1 0 0 0,1-1-1 0 0,1-3 1 0 0,2-2-111 0 0,0 1 1 0 0,0-1-1 0 0,-1 0 0 0 0,0-1 0 0 0,-1 1 1 0 0,0-1-1 0 0,0 1 0 0 0,0-1 1 0 0,2-15-1 0 0,0-6 329 0 0,1-42 0 0 0,-1 8 93 0 0,-4 57-94 0 0,3-26 164 0 0,-4 31-255 0 0,0 1-1 0 0,0-1 1 0 0,1 0-1 0 0,-1 0 1 0 0,0 1-1 0 0,0-1 1 0 0,0 0-1 0 0,0 1 1 0 0,1-1-1 0 0,-1 0 1 0 0,0 1-1 0 0,1-1 1 0 0,-1 0-1 0 0,1 1 1 0 0,-1-1-1 0 0,0 0 1 0 0,1 1-1 0 0,0-1 1 0 0,-1 1-1 0 0,1-1 1 0 0,-1 1-1 0 0,1-1 1 0 0,-1 1-1 0 0,1 0 1 0 0,0-1-1 0 0,-1 1 1 0 0,1 0-1 0 0,0-1 1 0 0,0 1-1 0 0,0 0 1 0 0,2 2 70 0 0,-1 0 0 0 0,1 0 0 0 0,-1 0-1 0 0,0 0 1 0 0,1 1 0 0 0,-1-1 0 0 0,0 1 0 0 0,0 0 0 0 0,-1 0 0 0 0,1-1 0 0 0,-1 1 0 0 0,1 0 0 0 0,1 6 0 0 0,2 2 70 0 0,7 9 22 0 0,0 1-1 0 0,2-2 1 0 0,27 31-1 0 0,-32-40-824 0 0,0-1 0 0 0,1-1 0 0 0,1 0 0 0 0,21 13 0 0 0,-6-7-5520 0 0</inkml:trace>
</inkml:ink>
</file>

<file path=ppt/ink/ink1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26.9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6913 0 0,'3'9'7311'0'0,"5"6"-3484"0"0,29 40-2979 0 0,-19-30 287 0 0,86 156 23 0 0,-44-54-3923 0 0,-47-94 1798 0 0</inkml:trace>
</inkml:ink>
</file>

<file path=ppt/ink/ink1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27.4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46 104 10594 0 0,'-5'-20'625'0'0,"-8"-27"339"0"0,12 44-715 0 0,0 0 1 0 0,0 0-1 0 0,0 0 0 0 0,-1 0 1 0 0,1 0-1 0 0,-1 1 0 0 0,1-1 1 0 0,-1 1-1 0 0,0-1 1 0 0,0 1-1 0 0,-4-3 0 0 0,6 4-227 0 0,0 1-1 0 0,0 0 1 0 0,0 0 0 0 0,0 0-1 0 0,0 0 1 0 0,-1 0-1 0 0,1 0 1 0 0,0 0 0 0 0,0 0-1 0 0,0 0 1 0 0,0 0-1 0 0,0 0 1 0 0,0 0 0 0 0,-1 0-1 0 0,1 0 1 0 0,0 0-1 0 0,0 0 1 0 0,0 0 0 0 0,0 0-1 0 0,0 0 1 0 0,-1 0-1 0 0,1 0 1 0 0,0 0-1 0 0,0 0 1 0 0,0 0 0 0 0,0 0-1 0 0,0 0 1 0 0,0 0-1 0 0,-1 0 1 0 0,1 0 0 0 0,0 0-1 0 0,0 0 1 0 0,0 0-1 0 0,0 0 1 0 0,0 0 0 0 0,0 0-1 0 0,0 1 1 0 0,-1-1-1 0 0,1 0 1 0 0,0 0 0 0 0,0 0-1 0 0,0 0 1 0 0,0 0-1 0 0,0 0 1 0 0,0 0 0 0 0,0 1-1 0 0,0-1 1 0 0,0 0-1 0 0,0 0 1 0 0,0 0 0 0 0,0 0-1 0 0,0 0 1 0 0,0 0-1 0 0,0 1 1 0 0,0 12-971 0 0,6 13-1238 0 0,14 2 1727 0 0,-6-15 448 0 0</inkml:trace>
</inkml:ink>
</file>

<file path=ppt/ink/ink1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32.4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97 6449 0 0,'-24'22'9844'0'0,"39"-26"-8415"0"0,166-79 46 0 0,-138 62-2487 0 0,-20 10-417 0 0</inkml:trace>
</inkml:ink>
</file>

<file path=ppt/ink/ink1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32.7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3 2665 0 0,'-3'-1'112'0'0,"0"-1"32"0"0</inkml:trace>
</inkml:ink>
</file>

<file path=ppt/ink/ink1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33.0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0 3225 0 0,'-8'8'10426'0'0,"13"-2"-7935"0"0,0 4-3548 0 0,10 38 3972 0 0,8 23-872 0 0,7-1-3637 0 0,-20-52-5028 0 0</inkml:trace>
</inkml:ink>
</file>

<file path=ppt/ink/ink1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33.4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1 173 8754 0 0,'0'-1'50'0'0,"0"1"0"0"0,1-1 1 0 0,-1 1-1 0 0,0-1 0 0 0,1 1 0 0 0,-1-1 0 0 0,0 1 1 0 0,1-1-1 0 0,-1 1 0 0 0,1-1 0 0 0,-1 1 1 0 0,1 0-1 0 0,-1-1 0 0 0,1 1 0 0 0,-1 0 1 0 0,1 0-1 0 0,-1-1 0 0 0,1 1 0 0 0,-1 0 0 0 0,1 0 1 0 0,0 0-1 0 0,-1-1 0 0 0,1 1 0 0 0,-1 0 1 0 0,1 0-1 0 0,0 0 0 0 0,-1 0 0 0 0,1 0 0 0 0,-1 0 1 0 0,1 0-1 0 0,0 1 0 0 0,-1-1 0 0 0,1 0 1 0 0,-1 0-1 0 0,1 0 0 0 0,-1 1 0 0 0,1-1 1 0 0,-1 0-1 0 0,2 1 0 0 0,24 8 1382 0 0,-12-2-706 0 0,-1 0 0 0 0,0 1 0 0 0,0 1 0 0 0,-1 0 1 0 0,0 1-1 0 0,-1 0 0 0 0,12 14 0 0 0,-6-7-6 0 0,33 26 0 0 0,-48-42-675 0 0,0 1-1 0 0,-1-1 1 0 0,1 0 0 0 0,0 0-1 0 0,0 1 1 0 0,1-1 0 0 0,-1 0-1 0 0,0-1 1 0 0,0 1 0 0 0,0 0-1 0 0,1-1 1 0 0,-1 1-1 0 0,0-1 1 0 0,1 1 0 0 0,-1-1-1 0 0,0 0 1 0 0,1 0 0 0 0,-1 0-1 0 0,0-1 1 0 0,3 0 0 0 0,-3 0-15 0 0,0 0-1 0 0,-1 0 1 0 0,1 0 0 0 0,0 0 0 0 0,-1-1 0 0 0,1 1 0 0 0,-1-1 0 0 0,0 1 0 0 0,1-1 0 0 0,-1 1 0 0 0,0-1 0 0 0,0 0 0 0 0,0 0 0 0 0,0 1 0 0 0,0-1 0 0 0,-1 0 0 0 0,1 0 0 0 0,0 0 0 0 0,-1 0 0 0 0,0 0 0 0 0,1 0 0 0 0,-1 0 0 0 0,0-3 0 0 0,2-21 42 0 0,-2-1 1 0 0,0 1 0 0 0,-7-42 0 0 0,3 32-1273 0 0,0-41 0 0 0,5 48-356 0 0</inkml:trace>
</inkml:ink>
</file>

<file path=ppt/ink/ink1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33.7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22 148 3225 0 0,'3'0'172'0'0,"0"0"0"0"0,0 0 1 0 0,0 0-1 0 0,0 0 0 0 0,-1-1 0 0 0,1 1 1 0 0,0-1-1 0 0,0 0 0 0 0,0 1 1 0 0,-1-1-1 0 0,1-1 0 0 0,0 1 0 0 0,-1 0 1 0 0,1-1-1 0 0,-1 1 0 0 0,0-1 0 0 0,1 0 1 0 0,-1 0-1 0 0,0 0 0 0 0,0 0 1 0 0,0 0-1 0 0,0 0 0 0 0,-1 0 0 0 0,1-1 1 0 0,-1 1-1 0 0,1-1 0 0 0,-1 1 1 0 0,0-1-1 0 0,0 1 0 0 0,0-1 0 0 0,0 0 1 0 0,0 0-1 0 0,-1 1 0 0 0,1-1 1 0 0,-1 0-1 0 0,1-5 0 0 0,-1 5-149 0 0,1 0-1 0 0,-1 0 0 0 0,0 1 1 0 0,0-1-1 0 0,0 0 1 0 0,0 0-1 0 0,-1 0 0 0 0,1 0 1 0 0,-1 0-1 0 0,1 0 1 0 0,-1 0-1 0 0,0 1 1 0 0,0-1-1 0 0,-1 0 0 0 0,1 1 1 0 0,0-1-1 0 0,-1 1 1 0 0,0-1-1 0 0,1 1 1 0 0,-1 0-1 0 0,0-1 0 0 0,0 1 1 0 0,0 0-1 0 0,-1 0 1 0 0,1 1-1 0 0,0-1 0 0 0,-1 0 1 0 0,1 1-1 0 0,-1-1 1 0 0,1 1-1 0 0,-1 0 1 0 0,0 0-1 0 0,0 0 0 0 0,0 0 1 0 0,-3 0-1 0 0,4 1 34 0 0,1 0-1 0 0,-1 0 1 0 0,1 0 0 0 0,0 0-1 0 0,-1 0 1 0 0,1 0-1 0 0,-1 1 1 0 0,1-1 0 0 0,-1 0-1 0 0,1 1 1 0 0,0-1-1 0 0,-1 1 1 0 0,1 0 0 0 0,0-1-1 0 0,0 1 1 0 0,-1 0 0 0 0,1 0-1 0 0,0 0 1 0 0,0 0-1 0 0,0 0 1 0 0,0 0 0 0 0,0 0-1 0 0,0 0 1 0 0,0 0-1 0 0,1 0 1 0 0,-1 1 0 0 0,0-1-1 0 0,0 0 1 0 0,1 1-1 0 0,-1-1 1 0 0,1 0 0 0 0,0 1-1 0 0,-1-1 1 0 0,1 3-1 0 0,-1-2 7 0 0,1 1 0 0 0,0-1 0 0 0,0 0 0 0 0,0 0 0 0 0,0 1 0 0 0,0-1 0 0 0,0 0-1 0 0,1 1 1 0 0,-1-1 0 0 0,1 0 0 0 0,0 0 0 0 0,-1 0 0 0 0,1 0 0 0 0,0 0 0 0 0,0 0-1 0 0,1 0 1 0 0,-1 0 0 0 0,0 0 0 0 0,0 0 0 0 0,1 0 0 0 0,2 2 0 0 0,8 3-54 0 0,1 0 1 0 0,-1-1-1 0 0,1 0 1 0 0,0-1-1 0 0,0 0 1 0 0,1-1-1 0 0,0-1 1 0 0,-1 0-1 0 0,18 1 1 0 0,-8-3-4910 0 0</inkml:trace>
</inkml:ink>
</file>

<file path=ppt/ink/ink2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34.0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21 5065 0 0,'-7'-6'-1007'0'0,"-11"-9"8795"0"0,26 27-4301 0 0,103 108 1418 0 0,-78-88-4391 0 0,-1 3 0 0 0,41 56-1 0 0,-54-61-348 0 0,-2 0 0 0 0,-1 2-1 0 0,-1 0 1 0 0,-2 1 0 0 0,16 64-1 0 0,-11-13-1090 0 0,10 108-1 0 0,-22-127-6568 0 0</inkml:trace>
</inkml:ink>
</file>

<file path=ppt/ink/ink2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35.2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66 10594 0 0,'-4'-9'499'0'0,"-6"-25"68"0"0,9 15 3662 0 0,1 18-4141 0 0,0 1 1 0 0,1 0 0 0 0,-1 0-1 0 0,0-1 1 0 0,1 1 0 0 0,-1 0 0 0 0,0 0-1 0 0,1 0 1 0 0,-1-1 0 0 0,0 1-1 0 0,1 0 1 0 0,-1 0 0 0 0,1 0-1 0 0,-1 0 1 0 0,0 0 0 0 0,1 0-1 0 0,-1 0 1 0 0,1 0 0 0 0,-1 0 0 0 0,0 0-1 0 0,1 0 1 0 0,-1 0 0 0 0,1 0-1 0 0,-1 0 1 0 0,0 0 0 0 0,1 0-1 0 0,-1 1 1 0 0,1-1 0 0 0,-1 0-1 0 0,0 0 1 0 0,1 0 0 0 0,-1 1 0 0 0,0-1-1 0 0,1 0 1 0 0,-1 0 0 0 0,0 1-1 0 0,0-1 1 0 0,1 0 0 0 0,-1 0-1 0 0,1 1 1 0 0,14 12 684 0 0,-7-3-582 0 0,0 0 1 0 0,-1 0-1 0 0,0 1 1 0 0,-1 0-1 0 0,0 1 1 0 0,6 14-1 0 0,21 78 372 0 0,-21-66-365 0 0,-5-15-409 0 0,14 45 389 0 0,30 66-1 0 0,-42-114-842 0 0,1 0 0 0 0,1-1 0 0 0,0 0 0 0 0,2-1 0 0 0,0 0 1 0 0,1-1-1 0 0,27 25 0 0 0,-23-27-5733 0 0</inkml:trace>
</inkml:ink>
</file>

<file path=ppt/ink/ink2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35.4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9 153 11522 0 0,'-9'0'1020'0'0,"10"-5"-205"0"0,17-13 288 0 0,33-17-402 0 0,79-47-5421 0 0,-105 69 3225 0 0</inkml:trace>
</inkml:ink>
</file>

<file path=ppt/ink/ink2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35.8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78 6913 0 0,'-1'0'242'0'0,"-1"0"-1"0"0,1 0 1 0 0,-1 0-1 0 0,1 0 0 0 0,-1 0 1 0 0,1 1-1 0 0,0-1 1 0 0,-1 0-1 0 0,1 1 0 0 0,0-1 1 0 0,-1 1-1 0 0,1 0 1 0 0,0-1-1 0 0,0 1 0 0 0,-1 0 1 0 0,1 0-1 0 0,0 0 0 0 0,0 0 1 0 0,0 0-1 0 0,0 0 1 0 0,0 0-1 0 0,0 0 0 0 0,-1 3 1 0 0,1-1 122 0 0,-1 0 0 0 0,1 0 0 0 0,0 0 0 0 0,0 1 0 0 0,1-1 0 0 0,-1 1 0 0 0,1-1 0 0 0,-1 1 0 0 0,1 5 0 0 0,1 3 195 0 0,0 1-1 0 0,1-1 0 0 0,1 0 0 0 0,6 21 1 0 0,-5-24-455 0 0,0 0 0 0 0,0-1 0 0 0,1 1 0 0 0,0-1 0 0 0,0 0 0 0 0,1 0 0 0 0,0-1-1 0 0,0 1 1 0 0,1-1 0 0 0,0-1 0 0 0,1 1 0 0 0,-1-1 0 0 0,1-1 0 0 0,0 1 0 0 0,0-1 0 0 0,1-1 0 0 0,0 0 0 0 0,-1 0 0 0 0,2 0 0 0 0,-1-1 0 0 0,0 0 0 0 0,0-1 0 0 0,15 2 0 0 0,-21-5-131 0 0,1 1 0 0 0,-1 0 0 0 0,0-1 0 0 0,0 0 0 0 0,1 0 1 0 0,-1 0-1 0 0,0 0 0 0 0,0 0 0 0 0,0-1 0 0 0,0 1 0 0 0,0-1 0 0 0,0 0 0 0 0,-1 0 0 0 0,1 0 0 0 0,-1 0 0 0 0,1 0 1 0 0,-1-1-1 0 0,0 1 0 0 0,0-1 0 0 0,0 1 0 0 0,0-1 0 0 0,0 0 0 0 0,0 0 0 0 0,-1 0 0 0 0,1 0 0 0 0,0-4 0 0 0,5-10-237 0 0,-1-1 0 0 0,-1 1 0 0 0,5-27 0 0 0,-9 37 211 0 0,4-23-299 0 0,0-54 0 0 0,-1 4-233 0 0,-4 80 550 0 0,0 0 1 0 0,0-1-1 0 0,0 1 0 0 0,0 0 0 0 0,0-1 0 0 0,0 1 1 0 0,0 0-1 0 0,0-1 0 0 0,0 1 0 0 0,0 0 0 0 0,1-1 0 0 0,-1 1 1 0 0,0 0-1 0 0,0-1 0 0 0,0 1 0 0 0,0 0 0 0 0,0 0 1 0 0,1-1-1 0 0,-1 1 0 0 0,0 0 0 0 0,0 0 0 0 0,0-1 0 0 0,1 1 1 0 0,-1 0-1 0 0,0 0 0 0 0,0 0 0 0 0,1-1 0 0 0,-1 1 0 0 0,0 0 1 0 0,0 0-1 0 0,1 0 0 0 0,-1 0 0 0 0,0 0 0 0 0,1-1 1 0 0,-1 1-1 0 0,0 0 0 0 0,1 0 0 0 0,-1 0 0 0 0,0 0 0 0 0,0 0 1 0 0,1 0-1 0 0,-1 0 0 0 0,0 0 0 0 0,1 0 0 0 0,16 12-1080 0 0,10 20-318 0 0,-12-11-186 0 0,34 34 1 0 0,-34-40 855 0 0</inkml:trace>
</inkml:ink>
</file>

<file path=ppt/ink/ink2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36.4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2 294 6913 0 0,'-1'-1'110'0'0,"1"1"-1"0"0,0-1 0 0 0,0 0 0 0 0,0 1 1 0 0,-1-1-1 0 0,1 0 0 0 0,0 1 0 0 0,0-1 1 0 0,0 0-1 0 0,0 1 0 0 0,0-1 0 0 0,0 0 1 0 0,0 1-1 0 0,0-1 0 0 0,1 0 0 0 0,-1 1 1 0 0,0-1-1 0 0,0 0 0 0 0,0 1 0 0 0,1-1 0 0 0,-1 1 1 0 0,0-1-1 0 0,1 0 0 0 0,-1 1 0 0 0,1-1 1 0 0,-1 1-1 0 0,0-1 0 0 0,1 1 0 0 0,-1-1 1 0 0,1 1-1 0 0,0-1 0 0 0,-1 1 0 0 0,2-1 1 0 0,18-14 2425 0 0,-17 14-2370 0 0,0 0 1 0 0,0 0 0 0 0,0 0-1 0 0,0 0 1 0 0,0 1 0 0 0,0-1-1 0 0,0 1 1 0 0,0 0 0 0 0,0 0-1 0 0,0 0 1 0 0,0 0 0 0 0,1 1-1 0 0,-1-1 1 0 0,0 1 0 0 0,0-1-1 0 0,4 3 1 0 0,-1-1-3 0 0,-1 1 1 0 0,-1 0 0 0 0,1 0-1 0 0,0 0 1 0 0,-1 1-1 0 0,0-1 1 0 0,1 1-1 0 0,4 7 1 0 0,5 6 433 0 0,-2 1 1 0 0,0 0 0 0 0,15 34-1 0 0,-24-47-386 0 0,-24-28 1280 0 0,14 11-1409 0 0,1 1-1 0 0,1-2 1 0 0,0 1-1 0 0,1 0 1 0 0,0-1-1 0 0,1 0 1 0 0,0 0-1 0 0,1 0 1 0 0,0 0-1 0 0,1-20 1 0 0,1 15-497 0 0,1 0-1 0 0,0 0 1 0 0,2 1 0 0 0,0-1-1 0 0,1 1 1 0 0,0-1 0 0 0,10-21-1 0 0,9-2-5953 0 0,-9 24 847 0 0</inkml:trace>
</inkml:ink>
</file>

<file path=ppt/ink/ink2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37.1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70 8754 0 0,'0'0'32'0'0,"0"0"1"0"0,0-1-1 0 0,0 1 1 0 0,0 0-1 0 0,0 0 0 0 0,0-1 1 0 0,0 1-1 0 0,0 0 1 0 0,0 0-1 0 0,0 0 0 0 0,0-1 1 0 0,0 1-1 0 0,1 0 1 0 0,-1 0-1 0 0,0-1 0 0 0,0 1 1 0 0,0 0-1 0 0,0 0 1 0 0,0 0-1 0 0,0-1 0 0 0,1 1 1 0 0,-1 0-1 0 0,0 0 1 0 0,0 0-1 0 0,0 0 1 0 0,1 0-1 0 0,-1-1 0 0 0,0 1 1 0 0,0 0-1 0 0,0 0 1 0 0,1 0-1 0 0,-1 0 0 0 0,0 0 1 0 0,0 0-1 0 0,0 0 1 0 0,1 0-1 0 0,-1 0 0 0 0,0 0 1 0 0,0 0-1 0 0,1 0 1 0 0,12 4 1318 0 0,9 12 750 0 0,15 44 979 0 0,-33-51-2869 0 0,1 0 0 0 0,-1-1 0 0 0,1 0 0 0 0,0 0 0 0 0,1 0 0 0 0,0 0 1 0 0,0-1-1 0 0,1 0 0 0 0,0 0 0 0 0,0-1 0 0 0,14 10 0 0 0,-21-16-240 0 0,1 0 1 0 0,-1 0-1 0 0,1 0 0 0 0,-1 0 0 0 0,1 0 1 0 0,-1 0-1 0 0,1 0 0 0 0,-1-1 1 0 0,1 1-1 0 0,-1 0 0 0 0,1 0 0 0 0,-1 0 1 0 0,0 0-1 0 0,1 0 0 0 0,-1-1 1 0 0,1 1-1 0 0,-1 0 0 0 0,1-1 0 0 0,-1 1 1 0 0,0 0-1 0 0,1 0 0 0 0,-1-1 0 0 0,0 1 1 0 0,1-1-1 0 0,-1 1 0 0 0,0 0 1 0 0,0-1-1 0 0,1 1 0 0 0,-1-1 0 0 0,0 1 1 0 0,0-1-1 0 0,0 1 0 0 0,1-1 0 0 0,-1 1 1 0 0,0 0-1 0 0,0-1 0 0 0,0 1 1 0 0,0-1-1 0 0,0 1 0 0 0,0-1 0 0 0,0 0 1 0 0,5-28-677 0 0,-5 22 600 0 0,2-4-140 0 0,15-81-1145 0 0,-15 83 1447 0 0,1-1 0 0 0,0 1-1 0 0,1-1 1 0 0,0 1 0 0 0,0 0 0 0 0,1 1 0 0 0,6-10-1 0 0,-11 17 6 0 0,1 0 0 0 0,0 1 0 0 0,-1-1 0 0 0,1 0 0 0 0,0 0 0 0 0,0 1 0 0 0,-1-1 0 0 0,1 1 0 0 0,0-1 0 0 0,0 0 0 0 0,0 1 0 0 0,0 0 0 0 0,0-1-1 0 0,0 1 1 0 0,0-1 0 0 0,0 1 0 0 0,0 0 0 0 0,0 0 0 0 0,0 0 0 0 0,0 0 0 0 0,0-1 0 0 0,0 1 0 0 0,0 0 0 0 0,2 1 0 0 0,-1-1 53 0 0,0 1-1 0 0,1 0 1 0 0,-1 0 0 0 0,0 0 0 0 0,0 0 0 0 0,1 0-1 0 0,-1 1 1 0 0,0-1 0 0 0,0 1 0 0 0,2 1 0 0 0,6 7 201 0 0,-1 0 1 0 0,0 1-1 0 0,7 12 1 0 0,-9-14-336 0 0,40 41-546 0 0,-30-34-188 0 0</inkml:trace>
</inkml:ink>
</file>

<file path=ppt/ink/ink2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37.7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162 82 10594 0 0,'-6'0'107'0'0,"1"-1"-1"0"0,-1 1 0 0 0,0 0 0 0 0,0 1 1 0 0,1-1-1 0 0,-1 1 0 0 0,0 0 0 0 0,1 1 1 0 0,-1-1-1 0 0,1 1 0 0 0,0 0 0 0 0,-1 1 1 0 0,1-1-1 0 0,0 1 0 0 0,0 0 1 0 0,1 0-1 0 0,-6 4 0 0 0,5-1 115 0 0,0-1 0 0 0,0 0 0 0 0,0 1 0 0 0,1 0 0 0 0,-1 0 0 0 0,1 1 0 0 0,1-1 1 0 0,-1 1-1 0 0,1 0 0 0 0,1 0 0 0 0,-1 0 0 0 0,-1 8 0 0 0,2-7-92 0 0,0 1 1 0 0,1 0-1 0 0,-1 0 0 0 0,2 0 1 0 0,-1 0-1 0 0,2 0 0 0 0,-1 0 1 0 0,1 0-1 0 0,0 0 0 0 0,1-1 1 0 0,0 1-1 0 0,0 0 0 0 0,1-1 1 0 0,0 1-1 0 0,1-1 0 0 0,0 0 1 0 0,0 0-1 0 0,0 0 1 0 0,1-1-1 0 0,1 0 0 0 0,-1 0 1 0 0,10 10-1 0 0,-6-10-122 0 0,-1-1 0 0 0,1 0 1 0 0,0 0-1 0 0,1-1 0 0 0,-1-1 0 0 0,1 1 1 0 0,0-1-1 0 0,0-1 0 0 0,0 0 0 0 0,1 0 0 0 0,-1-1 1 0 0,1-1-1 0 0,0 0 0 0 0,19 0 0 0 0,-24-1-12 0 0,1-1 0 0 0,-1 1-1 0 0,0-1 1 0 0,1-1-1 0 0,-1 1 1 0 0,0-1 0 0 0,0 0-1 0 0,0-1 1 0 0,0 1-1 0 0,0-1 1 0 0,-1 0 0 0 0,1-1-1 0 0,-1 1 1 0 0,0-1-1 0 0,0 0 1 0 0,0-1 0 0 0,0 1-1 0 0,-1-1 1 0 0,0 0-1 0 0,0 0 1 0 0,0 0 0 0 0,-1 0-1 0 0,1-1 1 0 0,-1 1-1 0 0,3-10 1 0 0,-2 1 79 0 0,0 1 1 0 0,-1 0-1 0 0,0-1 0 0 0,-2 0 1 0 0,1 1-1 0 0,-2-1 0 0 0,1 0 1 0 0,-2 0-1 0 0,0 1 0 0 0,-1-1 1 0 0,0 0-1 0 0,-1 1 0 0 0,-1 0 1 0 0,0-1-1 0 0,-8-18 0 0 0,8 24-223 0 0,1 0-1 0 0,-1 0 0 0 0,-1 0 0 0 0,0 1 0 0 0,0 0 0 0 0,0 0 0 0 0,-1 0 0 0 0,0 0 1 0 0,0 1-1 0 0,0 0 0 0 0,-1 0 0 0 0,0 1 0 0 0,0 0 0 0 0,-1 0 0 0 0,1 1 0 0 0,-1 0 1 0 0,0 0-1 0 0,0 0 0 0 0,0 1 0 0 0,-1 1 0 0 0,1-1 0 0 0,-1 1 0 0 0,0 1 0 0 0,1 0 1 0 0,-11-1-1 0 0,4 4-1616 0 0,2 3-3363 0 0</inkml:trace>
</inkml:ink>
</file>

<file path=ppt/ink/ink2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38.2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39 174 4609 0 0,'0'-1'102'0'0,"0"1"1"0"0,0 0-1 0 0,0-1 1 0 0,-1 1-1 0 0,1 0 1 0 0,0-1-1 0 0,0 1 0 0 0,-1 0 1 0 0,1-1-1 0 0,0 1 1 0 0,0 0-1 0 0,-1-1 1 0 0,1 1-1 0 0,0 0 0 0 0,-1 0 1 0 0,1-1-1 0 0,0 1 1 0 0,-1 0-1 0 0,1 0 1 0 0,-1 0-1 0 0,1 0 0 0 0,0 0 1 0 0,-1-1-1 0 0,1 1 1 0 0,-1 0-1 0 0,1 0 1 0 0,0 0-1 0 0,-1 0 1 0 0,1 0-1 0 0,-1 0 0 0 0,1 0 1 0 0,0 0-1 0 0,-1 0 1 0 0,1 1-1 0 0,-1-1 1 0 0,1 0-1 0 0,0 0 0 0 0,-1 0 1 0 0,1 0-1 0 0,0 1 1 0 0,-1-1-1 0 0,1 0 1 0 0,0 0-1 0 0,-1 0 0 0 0,1 1 1 0 0,0-1-1 0 0,-1 0 1 0 0,1 1-1 0 0,0-1 1 0 0,0 0-1 0 0,-1 1 0 0 0,1-1 1 0 0,0 0-1 0 0,0 1 1 0 0,0-1-1 0 0,-1 0 1 0 0,1 1-1 0 0,0-1 0 0 0,0 1 1 0 0,0-1-1 0 0,0 0 1 0 0,0 1-1 0 0,0-1 1 0 0,0 1-1 0 0,0-1 1 0 0,0 1-1 0 0,-1 35 2784 0 0,10 32-553 0 0,20 79 1 0 0,-5-32-2772 0 0,-24-115 363 0 0,0 1 1 0 0,1-1 0 0 0,-1 1 0 0 0,0 0 0 0 0,0-1-1 0 0,0 1 1 0 0,0-1 0 0 0,0 1 0 0 0,0 0 0 0 0,0-1-1 0 0,0 1 1 0 0,0 0 0 0 0,0-1 0 0 0,0 1 0 0 0,0-1-1 0 0,0 1 1 0 0,0 0 0 0 0,0-1 0 0 0,-1 1 0 0 0,1-1 0 0 0,0 1-1 0 0,0 0 1 0 0,-1-1 0 0 0,0 2 0 0 0,-10-8-1686 0 0,-12-24-1459 0 0,0-24-2030 0 0,9-7 3353 0 0,10 37 3057 0 0,1 0 1 0 0,2-49-1 0 0,1 71-926 0 0,0 0-1 0 0,0-1 0 0 0,0 1 0 0 0,0-1 1 0 0,0 1-1 0 0,1 0 0 0 0,-1 0 0 0 0,1-1 1 0 0,0 1-1 0 0,-1 0 0 0 0,1 0 0 0 0,0 0 1 0 0,0-1-1 0 0,1 1 0 0 0,-1 0 0 0 0,0 1 1 0 0,1-1-1 0 0,-1 0 0 0 0,1 0 0 0 0,0 1 1 0 0,-1-1-1 0 0,1 0 0 0 0,0 1 0 0 0,0 0 1 0 0,3-2-1 0 0,-2 2-24 0 0,1 0 0 0 0,-1 1 0 0 0,0-1 0 0 0,1 1 0 0 0,-1 0 0 0 0,0 0 0 0 0,1 1 0 0 0,-1-1 0 0 0,1 1 0 0 0,-1-1 1 0 0,0 1-1 0 0,0 0 0 0 0,1 0 0 0 0,-1 0 0 0 0,0 1 0 0 0,0-1 0 0 0,4 4 0 0 0,35 20 902 0 0,-25-14-825 0 0,1 0 0 0 0,28 11 0 0 0,-40-19-203 0 0,0-1 0 0 0,0 0-1 0 0,0-1 1 0 0,0 0 0 0 0,0 0 0 0 0,0 0-1 0 0,0-1 1 0 0,0 1 0 0 0,0-2 0 0 0,1 1-1 0 0,-1-1 1 0 0,10-2 0 0 0,-14 3-43 0 0,0-1 1 0 0,-1 0-1 0 0,1 1 1 0 0,-1-1-1 0 0,1 0 1 0 0,-1 0-1 0 0,1 0 0 0 0,-1 0 1 0 0,0 0-1 0 0,1-1 1 0 0,-1 1-1 0 0,0 0 1 0 0,0-1-1 0 0,0 1 1 0 0,0 0-1 0 0,0-1 0 0 0,0 1 1 0 0,-1-1-1 0 0,1 0 1 0 0,0 1-1 0 0,-1-1 1 0 0,1 0-1 0 0,-1 1 1 0 0,0-1-1 0 0,1 0 0 0 0,-1 1 1 0 0,0-1-1 0 0,0 0 1 0 0,0 0-1 0 0,0 1 1 0 0,0-1-1 0 0,-1-2 1 0 0,-1-8 58 0 0,0 0 0 0 0,0 0 0 0 0,-7-18 0 0 0,5 17-97 0 0,-13-47 120 0 0,-2-5-534 0 0,7 21-5560 0 0,5 17-1141 0 0</inkml:trace>
</inkml:ink>
</file>

<file path=ppt/ink/ink2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39.6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186 225 5065 0 0,'-22'6'1315'0'0,"1"1"-1"0"0,-1 1 1 0 0,1 1-1 0 0,1 1 1 0 0,0 0-1 0 0,-35 25 1 0 0,55-35-1250 0 0,0 0 0 0 0,0 0-1 0 0,-1 0 1 0 0,1 0 0 0 0,0 0 0 0 0,-1 0 0 0 0,1 1-1 0 0,0-1 1 0 0,0 0 0 0 0,0 0 0 0 0,-1 0 0 0 0,1 1-1 0 0,0-1 1 0 0,0 0 0 0 0,0 0 0 0 0,-1 0 0 0 0,1 1-1 0 0,0-1 1 0 0,0 0 0 0 0,0 1 0 0 0,0-1 0 0 0,0 0-1 0 0,-1 0 1 0 0,1 1 0 0 0,0-1 0 0 0,0 0 0 0 0,0 1-1 0 0,0-1 1 0 0,0 0 0 0 0,0 0 0 0 0,0 1-1 0 0,0-1 1 0 0,0 0 0 0 0,0 1 0 0 0,0-1 0 0 0,0 0-1 0 0,1 1 1 0 0,-1-1 0 0 0,0 0 0 0 0,0 0 0 0 0,0 1-1 0 0,14 4 1382 0 0,19-4-253 0 0,3-7-773 0 0,0-2-1 0 0,0-1 1 0 0,-1-1 0 0 0,38-17 0 0 0,132-72 121 0 0,28-10-391 0 0,-161 84-762 0 0,21-8-3631 0 0</inkml:trace>
</inkml:ink>
</file>

<file path=ppt/ink/ink2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0.0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 1 10594 0 0,'-2'0'164'0'0,"1"0"0"0"0,0 0 0 0 0,-1 0-1 0 0,1 0 1 0 0,0 0 0 0 0,-1 0 0 0 0,1 0 0 0 0,0 0-1 0 0,-1 0 1 0 0,1 0 0 0 0,0 1 0 0 0,0-1 0 0 0,-1 1-1 0 0,1-1 1 0 0,0 1 0 0 0,0-1 0 0 0,0 1 0 0 0,0 0-1 0 0,0-1 1 0 0,0 1 0 0 0,0 0 0 0 0,0 0-1 0 0,0 0 1 0 0,0 0 0 0 0,0 0 0 0 0,0 0 0 0 0,0 0-1 0 0,1 0 1 0 0,-1 0 0 0 0,0 0 0 0 0,1 1 0 0 0,-1-1-1 0 0,1 0 1 0 0,0 0 0 0 0,-1 1 0 0 0,1-1 0 0 0,0 0-1 0 0,0 1 1 0 0,-1-1 0 0 0,1 0 0 0 0,0 0-1 0 0,0 1 1 0 0,1-1 0 0 0,-1 2 0 0 0,2 7 496 0 0,1-1 0 0 0,-1 1 0 0 0,2-1 0 0 0,-1 1 0 0 0,6 8 0 0 0,0 3-854 0 0,49 175 1667 0 0,-10-29-866 0 0,-37-135-549 0 0,2-2 0 0 0,0 1 0 0 0,22 32-1 0 0,2-12-616 0 0,-18-33-5674 0 0</inkml:trace>
</inkml:ink>
</file>

<file path=ppt/ink/ink2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1.0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168 45 8290 0 0,'0'-2'232'0'0,"1"0"1"0"0,-1 0-1 0 0,0 0 0 0 0,0 0 1 0 0,0 0-1 0 0,0 0 1 0 0,0 0-1 0 0,-1 0 0 0 0,1 0 1 0 0,0 0-1 0 0,-1 0 1 0 0,0 0-1 0 0,1 0 0 0 0,-1 1 1 0 0,0-1-1 0 0,0 0 1 0 0,0 0-1 0 0,-2-2 0 0 0,2 3-112 0 0,1 1-1 0 0,-1-1 0 0 0,1 1 0 0 0,-1-1 1 0 0,1 1-1 0 0,-1 0 0 0 0,1-1 1 0 0,-1 1-1 0 0,1 0 0 0 0,-1-1 0 0 0,0 1 1 0 0,1 0-1 0 0,-1 0 0 0 0,0-1 0 0 0,1 1 1 0 0,-1 0-1 0 0,0 0 0 0 0,1 0 1 0 0,-1 0-1 0 0,0 0 0 0 0,1 0 0 0 0,-2 0 1 0 0,1 1-34 0 0,0-1 0 0 0,0 1 0 0 0,0-1 0 0 0,-1 1 0 0 0,1 0 0 0 0,0-1 1 0 0,0 1-1 0 0,0 0 0 0 0,0 0 0 0 0,0 0 0 0 0,0 0 0 0 0,1 0 0 0 0,-1 0 1 0 0,0 0-1 0 0,0 0 0 0 0,0 1 0 0 0,-9 18 218 0 0,2-1 0 0 0,0 1 0 0 0,1 0 0 0 0,1 1 0 0 0,-5 25 0 0 0,2-6-77 0 0,-49 248 650 0 0,53-240-715 0 0,1 0 0 0 0,3 1 1 0 0,2-1-1 0 0,7 51 0 0 0,-4-77-57 0 0,1 1 0 0 0,1-1 0 0 0,0-1-1 0 0,2 1 1 0 0,1-1 0 0 0,0 0-1 0 0,1-1 1 0 0,20 29 0 0 0,-11-24 29 0 0,1 0 0 0 0,0-2 0 0 0,2 0 0 0 0,1-1 0 0 0,41 30 0 0 0,-19-21-335 0 0,3-2-1 0 0,0-2 1 0 0,2-2 0 0 0,0-2 0 0 0,2-3 0 0 0,91 24 0 0 0,-111-36-1963 0 0,41 4 1 0 0,-43-10-4035 0 0</inkml:trace>
</inkml:ink>
</file>

<file path=ppt/ink/ink2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1.3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 7 12899 0 0,'-10'-4'554'0'0,"2"2"1423"0"0,14 7-74 0 0,10 8-1336 0 0,-1 0-1 0 0,-1 1 1 0 0,0 0 0 0 0,-1 2-1 0 0,0-1 1 0 0,-1 1 0 0 0,-1 1 0 0 0,15 30-1 0 0,3 16-515 0 0,25 78 0 0 0,-13-29 75 0 0,4-10-2773 0 0,-32-72-4604 0 0</inkml:trace>
</inkml:ink>
</file>

<file path=ppt/ink/ink2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1.5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0 176 4145 0 0,'1'-6'118'0'0,"-1"0"0"0"0,1 0 1 0 0,1 0-1 0 0,-1 0 0 0 0,1 0 1 0 0,0 1-1 0 0,0-1 0 0 0,1 0 0 0 0,-1 1 1 0 0,1 0-1 0 0,0 0 0 0 0,1 0 1 0 0,-1 0-1 0 0,1 0 0 0 0,0 1 0 0 0,5-5 1 0 0,3-2 584 0 0,0 1 1 0 0,0 1-1 0 0,1 0 1 0 0,0 0-1 0 0,15-6 1 0 0,-23 12-393 0 0,0 1 1 0 0,0 0-1 0 0,0 0 0 0 0,0 0 0 0 0,0 1 1 0 0,0-1-1 0 0,0 1 0 0 0,1 0 1 0 0,-1 1-1 0 0,0 0 0 0 0,1-1 1 0 0,-1 2-1 0 0,7 0 0 0 0,-9-1-167 0 0,0 1 0 0 0,0 0 0 0 0,0 1 0 0 0,0-1 0 0 0,0 0 0 0 0,-1 1-1 0 0,1-1 1 0 0,-1 1 0 0 0,1 0 0 0 0,-1 0 0 0 0,1 0 0 0 0,-1 0 0 0 0,0 0-1 0 0,0 1 1 0 0,0-1 0 0 0,0 1 0 0 0,-1-1 0 0 0,1 1 0 0 0,0-1 0 0 0,-1 1-1 0 0,0 0 1 0 0,0 0 0 0 0,0 0 0 0 0,1 3 0 0 0,0 4-4 0 0,0 0 0 0 0,-1 1 0 0 0,-1-1 1 0 0,1 0-1 0 0,-1 0 0 0 0,-1 0 0 0 0,0 1 0 0 0,-1-1 0 0 0,1 0 1 0 0,-2 0-1 0 0,0-1 0 0 0,0 1 0 0 0,0 0 0 0 0,-8 11 1 0 0,-8 17-286 0 0,-2-2 0 0 0,-29 39 1 0 0,35-54-150 0 0,-35 51-3966 0 0</inkml:trace>
</inkml:ink>
</file>

<file path=ppt/ink/ink2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1.9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127 1 6449 0 0,'-17'16'1264'0'0,"2"1"0"0"0,0 1 1 0 0,0 1-1 0 0,2 0 0 0 0,-13 23 0 0 0,22-34-1127 0 0,0 0 0 0 0,1 0 0 0 0,0 0 0 0 0,0 0 0 0 0,1 0 0 0 0,0 1 0 0 0,0-1 0 0 0,1 1 0 0 0,0-1 0 0 0,0 1 0 0 0,1-1 0 0 0,0 1 0 0 0,1 0 0 0 0,0-1 0 0 0,0 1 0 0 0,1-1 0 0 0,3 11 0 0 0,-3-14-128 0 0,0 0 1 0 0,0-1-1 0 0,0 1 1 0 0,1-1-1 0 0,0 0 1 0 0,-1 0-1 0 0,1 0 1 0 0,1 0 0 0 0,-1 0-1 0 0,1-1 1 0 0,-1 1-1 0 0,1-1 1 0 0,0 0-1 0 0,0 0 1 0 0,0-1 0 0 0,1 1-1 0 0,-1-1 1 0 0,8 3-1 0 0,-5-3 13 0 0,-1 0-1 0 0,1-1 1 0 0,-1 0 0 0 0,1 0-1 0 0,-1 0 1 0 0,1-1-1 0 0,-1 0 1 0 0,1 0-1 0 0,0-1 1 0 0,-1 0-1 0 0,1 0 1 0 0,12-5 0 0 0,-13 4-3 0 0,0 0 1 0 0,0-1 0 0 0,1 0 0 0 0,-2 0 0 0 0,1-1-1 0 0,0 1 1 0 0,-1-1 0 0 0,1-1 0 0 0,-1 1 0 0 0,-1-1-1 0 0,1 0 1 0 0,7-9 0 0 0,-10 10-14 0 0,1 0 0 0 0,-1-1 0 0 0,0 1 0 0 0,0-1 0 0 0,0 1 0 0 0,0-1-1 0 0,-1 0 1 0 0,0 0 0 0 0,0 0 0 0 0,0 0 0 0 0,0 0 0 0 0,-1 0 0 0 0,0 0 0 0 0,0 0 0 0 0,-1 0 0 0 0,1 0 0 0 0,-1 0 0 0 0,-2-7 0 0 0,0 3-125 0 0,0 0 0 0 0,-1 0 1 0 0,-1 0-1 0 0,1 0 1 0 0,-1 1-1 0 0,-1 0 0 0 0,1 0 1 0 0,-1 0-1 0 0,-1 1 0 0 0,-11-11 1 0 0,13 13-106 0 0,0 1 1 0 0,0 0 0 0 0,0 0-1 0 0,-1 0 1 0 0,0 1-1 0 0,0 0 1 0 0,0 0 0 0 0,0 0-1 0 0,0 1 1 0 0,0-1 0 0 0,-1 2-1 0 0,1-1 1 0 0,-1 1-1 0 0,0 0 1 0 0,1 0 0 0 0,-10 1-1 0 0,-2 2-5044 0 0</inkml:trace>
</inkml:ink>
</file>

<file path=ppt/ink/ink2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2.2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6 5985 0 0,'3'-5'737'0'0,"-10"7"107"0"0,-11 7 241 0 0,1 3-70 0 0,1 2-1 0 0,0-1 0 0 0,-17 21 1 0 0,26-26-701 0 0,1-1 0 0 0,0 1 1 0 0,0 1-1 0 0,1-1 0 0 0,0 1 1 0 0,0 0-1 0 0,1 0 1 0 0,-6 18-1 0 0,10-24-282 0 0,-1 0 1 0 0,1-1-1 0 0,0 1 1 0 0,0 0-1 0 0,0-1 1 0 0,0 1-1 0 0,1 0 1 0 0,-1 0-1 0 0,1-1 1 0 0,-1 1-1 0 0,1-1 1 0 0,0 1-1 0 0,0-1 1 0 0,0 1-1 0 0,0-1 1 0 0,1 1-1 0 0,-1-1 1 0 0,1 0-1 0 0,-1 0 1 0 0,1 0-1 0 0,0 0 1 0 0,0 0-1 0 0,0 0 1 0 0,0 0-1 0 0,0 0 1 0 0,0-1-1 0 0,1 1 1 0 0,-1-1-1 0 0,0 0 1 0 0,6 2-1 0 0,7 4-47 0 0,1 0 0 0 0,1-2 0 0 0,29 7 0 0 0,-26-7 278 0 0,-12-3-198 0 0,0 0 0 0 0,0 1 1 0 0,0 0-1 0 0,0 0 1 0 0,0 1-1 0 0,-1 0 1 0 0,9 6-1 0 0,-14-9-89 0 0,0 1 1 0 0,-1-1-1 0 0,1 1 0 0 0,-1-1 1 0 0,1 1-1 0 0,-1-1 0 0 0,0 1 0 0 0,1 0 1 0 0,-1 0-1 0 0,0 0 0 0 0,0 0 1 0 0,0 0-1 0 0,-1 0 0 0 0,1 0 1 0 0,0 0-1 0 0,-1 0 0 0 0,1 0 0 0 0,-1 0 1 0 0,0 1-1 0 0,0-1 0 0 0,0 0 1 0 0,0 0-1 0 0,0 0 0 0 0,0 0 0 0 0,0 1 1 0 0,-1-1-1 0 0,1 0 0 0 0,-1 0 1 0 0,0 0-1 0 0,1 0 0 0 0,-1 0 1 0 0,-2 2-1 0 0,-5 13-1411 0 0,-3 2-4025 0 0</inkml:trace>
</inkml:ink>
</file>

<file path=ppt/ink/ink2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2.4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6913 0 0,'8'4'916'0'0,"1"1"0"0"0,-1 0 0 0 0,0 1-1 0 0,0 0 1 0 0,0 0 0 0 0,-1 0 0 0 0,0 1-1 0 0,0 0 1 0 0,-1 1 0 0 0,0-1-1 0 0,0 1 1 0 0,6 13 0 0 0,-7-10-713 0 0,0-1 0 0 0,0 2 0 0 0,4 20 0 0 0,-5-15-1284 0 0,-1 0 0 0 0,0 22 1 0 0,-2-26-201 0 0</inkml:trace>
</inkml:ink>
</file>

<file path=ppt/ink/ink2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2.6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30 50 9218 0 0,'-4'-17'408'0'0,"1"9"80"0"0,1 1-392 0 0,0 2-96 0 0,1 2 0 0 0,-2 0 616 0 0,0 2 104 0 0,-1-2 17 0 0,0 0 7 0 0,1 3-888 0 0,2 3-176 0 0,2 1-40 0 0,2 3-8 0 0,1 4 368 0 0,3 3 0 0 0,6 1 0 0 0,0 0 0 0 0</inkml:trace>
</inkml:ink>
</file>

<file path=ppt/ink/ink2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2.8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4145 0 0,'9'30'7676'0'0,"1"0"-5102"0"0,51 183 3398 0 0,19-7-8102 0 0,-70-180-4473 0 0</inkml:trace>
</inkml:ink>
</file>

<file path=ppt/ink/ink2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3.1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3 163 2304 0 0,'-1'0'68'0'0,"1"0"0"0"0,0-1 0 0 0,0 1 0 0 0,0-1 0 0 0,-1 1 0 0 0,1 0 0 0 0,0-1 0 0 0,0 1-1 0 0,0-1 1 0 0,0 1 0 0 0,0-1 0 0 0,0 1 0 0 0,0 0 0 0 0,0-1 0 0 0,0 1 0 0 0,0-1-1 0 0,0 1 1 0 0,0-1 0 0 0,0 1 0 0 0,0 0 0 0 0,0-1 0 0 0,0 1 0 0 0,1-1 0 0 0,-1 1-1 0 0,0-1 1 0 0,0 1 0 0 0,1 0 0 0 0,-1-1 0 0 0,0 1 0 0 0,0 0 0 0 0,1-1 0 0 0,-1 1 0 0 0,0 0-1 0 0,1 0 1 0 0,-1-1 0 0 0,0 1 0 0 0,1 0 0 0 0,-1 0 0 0 0,1-1 0 0 0,-1 1 0 0 0,0 0-1 0 0,1 0 1 0 0,-1 0 0 0 0,1 0 0 0 0,19-14 1230 0 0,21-3-722 0 0,1 1 0 0 0,73-18-1 0 0,-65 21 64 0 0,71-29 0 0 0,-117 40-63 0 0,1 0 0 0 0,-1 1 0 0 0,0-1-1 0 0,0 1 1 0 0,1 0 0 0 0,-1 0 0 0 0,1 0 0 0 0,-1 1-1 0 0,8-1 1 0 0,-10 1-378 0 0,0 1-1 0 0,1 0 0 0 0,-1-1 0 0 0,0 1 0 0 0,-1 0 1 0 0,1 0-1 0 0,0 0 0 0 0,0 0 0 0 0,0 0 0 0 0,0 0 1 0 0,-1 0-1 0 0,1 1 0 0 0,-1-1 0 0 0,1 1 1 0 0,-1-1-1 0 0,1 1 0 0 0,-1 0 0 0 0,0-1 0 0 0,0 1 1 0 0,0 0-1 0 0,0 0 0 0 0,1 2 0 0 0,12 25 471 0 0,13 25-3001 0 0</inkml:trace>
</inkml:ink>
</file>

<file path=ppt/ink/ink2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3.3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33 97 10138 0 0,'-8'-13'425'0'0,"-12"-27"769"0"0,19 38-1015 0 0,0 1-1 0 0,1-1 1 0 0,-1 0 0 0 0,1 0-1 0 0,-1 1 1 0 0,1-1 0 0 0,0 0 0 0 0,0 0-1 0 0,0 0 1 0 0,0 0 0 0 0,0 1 0 0 0,0-1-1 0 0,0 0 1 0 0,1 0 0 0 0,-1 0-1 0 0,1 1 1 0 0,-1-1 0 0 0,1 0 0 0 0,1-2-1 0 0,-2 3-145 0 0,1 1-1 0 0,-1-1 0 0 0,1 1 1 0 0,-1 0-1 0 0,1-1 1 0 0,-1 1-1 0 0,1 0 0 0 0,-1-1 1 0 0,1 1-1 0 0,-1 0 1 0 0,1 0-1 0 0,0-1 0 0 0,-1 1 1 0 0,1 0-1 0 0,-1 0 1 0 0,1 0-1 0 0,0 0 0 0 0,-1 0 1 0 0,1 0-1 0 0,0 0 0 0 0,-1 0 1 0 0,1 0-1 0 0,-1 0 1 0 0,1 0-1 0 0,0 0 0 0 0,-1 1 1 0 0,1-1-1 0 0,-1 0 1 0 0,1 0-1 0 0,0 1 0 0 0,-1-1 1 0 0,1 0-1 0 0,-1 1 1 0 0,1-1-1 0 0,-1 0 0 0 0,1 1 1 0 0,-1-1-1 0 0,0 1 1 0 0,1-1-1 0 0,-1 1 0 0 0,1-1 1 0 0,-1 1-1 0 0,1 0 1 0 0,16 23-1820 0 0,-10-9-3621 0 0</inkml:trace>
</inkml:ink>
</file>

<file path=ppt/ink/ink2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3.6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1 197 6913 0 0,'18'-5'12248'0'0,"-8"10"-11971"0"0,0 0-1 0 0,-1 1 0 0 0,0 0 0 0 0,1 1 0 0 0,10 10 0 0 0,-12-10-71 0 0,0 0-1 0 0,1 0 0 0 0,-1-1 1 0 0,1 0-1 0 0,1-1 0 0 0,-1 0 1 0 0,15 6-1 0 0,-23-11-203 0 0,1 0 0 0 0,-1 0 1 0 0,0 0-1 0 0,0 0 0 0 0,0 0 1 0 0,0 0-1 0 0,0 0 0 0 0,0 0 1 0 0,0 0-1 0 0,0-1 0 0 0,0 1 0 0 0,0 0 1 0 0,0-1-1 0 0,0 1 0 0 0,0-1 1 0 0,0 1-1 0 0,0-1 0 0 0,0 1 1 0 0,0-1-1 0 0,0 0 0 0 0,0 1 0 0 0,-1-1 1 0 0,1 0-1 0 0,0 0 0 0 0,0 0 1 0 0,-1 0-1 0 0,1 1 0 0 0,-1-1 1 0 0,1 0-1 0 0,-1 0 0 0 0,1 0 1 0 0,-1 0-1 0 0,0 0 0 0 0,1-1 0 0 0,-1-1 1 0 0,10-47 80 0 0,-8 34-59 0 0,1-2-136 0 0,20-85 53 0 0,-19 90-831 0 0,1 1 0 0 0,0 0 0 0 0,9-15 0 0 0,-2 9-6022 0 0</inkml:trace>
</inkml:ink>
</file>

<file path=ppt/ink/ink2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3.9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0 101 2761 0 0,'1'1'85'0'0,"0"0"0"0"0,0 0 0 0 0,1 0 0 0 0,-1-1 0 0 0,0 1 1 0 0,0-1-1 0 0,1 1 0 0 0,-1-1 0 0 0,0 1 0 0 0,0-1 0 0 0,1 0 1 0 0,-1 1-1 0 0,0-1 0 0 0,1 0 0 0 0,-1 0 0 0 0,1 0 0 0 0,-1 0 1 0 0,0 0-1 0 0,1 0 0 0 0,-1-1 0 0 0,0 1 0 0 0,1 0 0 0 0,-1-1 1 0 0,0 1-1 0 0,0-1 0 0 0,1 1 0 0 0,-1-1 0 0 0,0 0 0 0 0,0 1 1 0 0,0-1-1 0 0,0 0 0 0 0,0 0 0 0 0,0 0 0 0 0,0 0 1 0 0,0 0-1 0 0,0 0 0 0 0,1-1 0 0 0,1-1 195 0 0,0-1 1 0 0,0 1-1 0 0,-1 0 0 0 0,1-1 1 0 0,-1 0-1 0 0,0 1 0 0 0,0-1 1 0 0,0 0-1 0 0,0 0 0 0 0,1-7 1 0 0,-3 8-150 0 0,0 1 1 0 0,1 0 0 0 0,-2 0 0 0 0,1-1 0 0 0,0 1 0 0 0,0 0 0 0 0,-1 0 0 0 0,1-1-1 0 0,-1 1 1 0 0,0 0 0 0 0,1 0 0 0 0,-1 0 0 0 0,0 0 0 0 0,0 0 0 0 0,-1 0-1 0 0,1 0 1 0 0,-2-2 0 0 0,2 3-44 0 0,1 1-1 0 0,-1-1 0 0 0,0 1 1 0 0,1-1-1 0 0,-1 1 1 0 0,0-1-1 0 0,0 1 1 0 0,0-1-1 0 0,1 1 1 0 0,-1 0-1 0 0,0-1 0 0 0,0 1 1 0 0,0 0-1 0 0,0 0 1 0 0,0 0-1 0 0,0 0 1 0 0,0 0-1 0 0,1 0 0 0 0,-1 0 1 0 0,0 0-1 0 0,0 0 1 0 0,0 0-1 0 0,0 0 1 0 0,0 0-1 0 0,0 1 0 0 0,1-1 1 0 0,-1 0-1 0 0,0 1 1 0 0,0-1-1 0 0,0 0 1 0 0,0 1-1 0 0,1-1 0 0 0,-1 1 1 0 0,0 0-1 0 0,1-1 1 0 0,-1 1-1 0 0,0-1 1 0 0,1 1-1 0 0,-1 0 0 0 0,1 0 1 0 0,-1-1-1 0 0,1 1 1 0 0,-1 0-1 0 0,1 1 1 0 0,-3 1 40 0 0,0 1 0 0 0,1 0 0 0 0,-1-1 0 0 0,1 1 0 0 0,0 0 0 0 0,1 0 0 0 0,-1 1 0 0 0,1-1 0 0 0,-1 0 0 0 0,1 0 0 0 0,0 1 0 0 0,1-1 0 0 0,-1 1 0 0 0,1-1 0 0 0,0 0 0 0 0,0 1 1 0 0,0-1-1 0 0,1 1 0 0 0,0-1 0 0 0,-1 1 0 0 0,1-1 0 0 0,1 0 0 0 0,-1 0 0 0 0,3 6 0 0 0,-1-5-179 0 0,0 0 1 0 0,1 0-1 0 0,-1 0 1 0 0,1-1-1 0 0,0 1 1 0 0,0-1-1 0 0,0 0 0 0 0,1-1 1 0 0,-1 1-1 0 0,1-1 1 0 0,0 1-1 0 0,0-2 1 0 0,0 1-1 0 0,0 0 0 0 0,1-1 1 0 0,-1 0-1 0 0,1 0 1 0 0,7 1-1 0 0,10 1-798 0 0</inkml:trace>
</inkml:ink>
</file>

<file path=ppt/ink/ink2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4.4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6 7834 0 0,'-2'-4'5829'0'0,"12"3"-3293"0"0,11 1-559 0 0,-7 3-1674 0 0,-1 1 1 0 0,0 1 0 0 0,0 0-1 0 0,0 1 1 0 0,0 0-1 0 0,-1 1 1 0 0,0 1-1 0 0,-1-1 1 0 0,0 2-1 0 0,0 0 1 0 0,0 0 0 0 0,-1 1-1 0 0,14 17 1 0 0,-5-3-193 0 0,-2 1 0 0 0,0 0 0 0 0,-1 1 0 0 0,-2 1 0 0 0,15 35 0 0 0,-6 3 35 0 0,25 106 1 0 0,0 71-1062 0 0,-47-234 838 0 0,7 38-703 0 0</inkml:trace>
</inkml:ink>
</file>

<file path=ppt/ink/ink2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5.0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60 8754 0 0,'-3'-5'1170'0'0,"0"0"-1"0"0,1 0 1 0 0,-1 0 0 0 0,1-1-1 0 0,0 1 1 0 0,1 0 0 0 0,-1-1 0 0 0,1 0-1 0 0,0-5 1 0 0,1 11-1118 0 0,0 0 1 0 0,1 0-1 0 0,-1 0 0 0 0,0 0 1 0 0,1-1-1 0 0,-1 1 0 0 0,0 0 1 0 0,1 0-1 0 0,-1 0 0 0 0,0 0 1 0 0,1 0-1 0 0,-1 0 0 0 0,0 0 1 0 0,1 0-1 0 0,-1 1 0 0 0,0-1 1 0 0,1 0-1 0 0,-1 0 0 0 0,0 0 1 0 0,1 0-1 0 0,-1 0 0 0 0,0 0 1 0 0,1 1-1 0 0,-1-1 0 0 0,0 0 1 0 0,0 0-1 0 0,1 0 0 0 0,-1 1 1 0 0,0-1-1 0 0,0 0 0 0 0,1 1 1 0 0,-1-1-1 0 0,0 0 0 0 0,0 0 1 0 0,0 1-1 0 0,12 10 174 0 0,-3 2-136 0 0,0 1-1 0 0,-1 0 1 0 0,-1 0 0 0 0,0 0 0 0 0,5 17-1 0 0,23 83 88 0 0,-18-52-112 0 0,-7-30-143 0 0,1 0-1 0 0,17 32 1 0 0,-24-55-344 0 0,0-1 0 0 0,1 1 1 0 0,0-1-1 0 0,1-1 1 0 0,0 1-1 0 0,0-1 1 0 0,0 0-1 0 0,1 0 0 0 0,0-1 1 0 0,0 1-1 0 0,1-2 1 0 0,10 7-1 0 0,-5-8-4118 0 0</inkml:trace>
</inkml:ink>
</file>

<file path=ppt/ink/ink2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5.5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1 300 4145 0 0,'0'-1'159'0'0,"0"0"-1"0"0,0 0 1 0 0,0 0 0 0 0,1 0-1 0 0,-1-1 1 0 0,0 1 0 0 0,1 0-1 0 0,-1 0 1 0 0,1 0 0 0 0,-1 0 0 0 0,1 0-1 0 0,0 0 1 0 0,-1 0 0 0 0,1 0-1 0 0,0 0 1 0 0,0 0 0 0 0,-1 1-1 0 0,1-1 1 0 0,0 0 0 0 0,0 0-1 0 0,2 0 1 0 0,23-19 2175 0 0,-25 19-2114 0 0,30-18 738 0 0,0 2 0 0 0,1 1 0 0 0,0 1 0 0 0,36-10 1 0 0,-33 13-1971 0 0,1-2 0 0 0,-2-2 1 0 0,45-27-1 0 0,-44 17-1301 0 0,-24 18 1665 0 0,-1 0 0 0 0,1 1 0 0 0,0 0 1 0 0,1 0-1 0 0,26-2 10207 0 0,-29 26-6935 0 0,-8-16-2661 0 0,6 15 845 0 0,0 0-1 0 0,-2 1 1 0 0,6 24 0 0 0,-8-27-627 0 0,1 0 0 0 0,0 0 0 0 0,1 0 0 0 0,1-1 0 0 0,8 15 0 0 0,-12-23-206 0 0,1 0 1 0 0,0-1-1 0 0,0 1 1 0 0,1-1-1 0 0,-1 0 1 0 0,1 0-1 0 0,0 0 1 0 0,0-1-1 0 0,0 1 1 0 0,5 2 0 0 0,-7-5-31 0 0,1 0 1 0 0,-1-1 0 0 0,0 1 0 0 0,0-1 0 0 0,0 1-1 0 0,1-1 1 0 0,-1 0 0 0 0,0 0 0 0 0,0 0 0 0 0,1 0-1 0 0,-1 0 1 0 0,0 0 0 0 0,0-1 0 0 0,0 1 0 0 0,1-1-1 0 0,-1 0 1 0 0,0 1 0 0 0,0-1 0 0 0,0 0 0 0 0,0 0-1 0 0,0-1 1 0 0,0 1 0 0 0,0 0 0 0 0,-1 0 0 0 0,1-1 0 0 0,2-2-1 0 0,14-11-527 0 0,-2-1 1 0 0,0 0-1 0 0,19-25 0 0 0,-30 34 560 0 0,0 1 0 0 0,0-2 0 0 0,-1 1 0 0 0,0 0 0 0 0,0-1 0 0 0,-1 0 0 0 0,0 0 0 0 0,0 0 0 0 0,-1 0 0 0 0,0-1-1 0 0,0 1 1 0 0,0-11 0 0 0,-3 3 306 0 0,0-14 2250 0 0,0 30-2515 0 0,1 0-1 0 0,0 0 1 0 0,0 0 0 0 0,0 0-1 0 0,0 0 1 0 0,1 0-1 0 0,-1-1 1 0 0,0 1 0 0 0,0 0-1 0 0,0 0 1 0 0,0 0 0 0 0,0 0-1 0 0,0 0 1 0 0,0 0-1 0 0,0 0 1 0 0,0 0 0 0 0,0 0-1 0 0,0-1 1 0 0,0 1 0 0 0,0 0-1 0 0,0 0 1 0 0,0 0 0 0 0,0 0-1 0 0,0 0 1 0 0,1 0-1 0 0,-1 0 1 0 0,0 0 0 0 0,0 0-1 0 0,0 0 1 0 0,0 0 0 0 0,0 0-1 0 0,0 0 1 0 0,0 0 0 0 0,0 0-1 0 0,1 0 1 0 0,-1 0-1 0 0,0 0 1 0 0,0 0 0 0 0,0 0-1 0 0,0 0 1 0 0,0 0 0 0 0,0 0-1 0 0,0 0 1 0 0,0 0 0 0 0,1 0-1 0 0,-1 0 1 0 0,0 0-1 0 0,0 0 1 0 0,0 0 0 0 0,0 0-1 0 0,0 0 1 0 0,0 0 0 0 0,0 0-1 0 0,0 0 1 0 0,1 0-1 0 0,-1 0 1 0 0,0 0 0 0 0,0 0-1 0 0,0 1 1 0 0,10 14 288 0 0,-7-10-244 0 0,3 6 108 0 0,0-1 1 0 0,14 20 0 0 0,-17-27-318 0 0,0-1 0 0 0,-1 1 0 0 0,1 0 0 0 0,0-1-1 0 0,0 0 1 0 0,0 1 0 0 0,0-1 0 0 0,1-1 0 0 0,-1 1 0 0 0,1 0 0 0 0,-1-1 0 0 0,1 0 0 0 0,6 2 0 0 0,5-1-1308 0 0</inkml:trace>
</inkml:ink>
</file>

<file path=ppt/ink/ink2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6.0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77 5529 0 0,'11'5'8400'0'0,"3"0"-4202"0"0,-4-2-3803 0 0,0 1 0 0 0,-1 0 1 0 0,1 1-1 0 0,-1 0 0 0 0,9 6 0 0 0,-6-1-57 0 0,-1 0 0 0 0,0 0 1 0 0,16 21-1 0 0,-23-26-307 0 0,1 1 0 0 0,-2 0 0 0 0,1 0 0 0 0,-1 0 0 0 0,0 0 0 0 0,0 1 0 0 0,0-1 0 0 0,-1 1 1 0 0,0 0-1 0 0,1 9 0 0 0,-3-16-17 0 0,1 1 1 0 0,-1-1-1 0 0,0 1 1 0 0,0-1-1 0 0,0 1 1 0 0,0-1-1 0 0,0 1 1 0 0,0-1-1 0 0,0 1 1 0 0,0-1-1 0 0,0 1 1 0 0,0-1-1 0 0,0 1 1 0 0,0-1-1 0 0,0 1 1 0 0,0-1-1 0 0,-1 1 1 0 0,1-1-1 0 0,0 1 1 0 0,0-1-1 0 0,-1 1 0 0 0,1-1 1 0 0,0 0-1 0 0,0 1 1 0 0,-1-1-1 0 0,1 1 1 0 0,-1-1-1 0 0,1 0 1 0 0,0 1-1 0 0,-1-1 1 0 0,1 0-1 0 0,-1 1 1 0 0,1-1-1 0 0,-1 0 1 0 0,-1 0 16 0 0,1 0 0 0 0,0 0 0 0 0,-1 0 0 0 0,1 0 0 0 0,0-1 0 0 0,-1 1 0 0 0,1 0 0 0 0,0-1 0 0 0,-1 1 0 0 0,1-1 0 0 0,0 0 0 0 0,-2-1 0 0 0,-2-1 43 0 0,0-1 1 0 0,0 0-1 0 0,0 1 0 0 0,1-2 1 0 0,-7-7-1 0 0,8 6-60 0 0,0 0 1 0 0,0-1-1 0 0,0 1 1 0 0,1-1-1 0 0,0 1 1 0 0,1-1-1 0 0,-1 0 1 0 0,1 0-1 0 0,1 0 1 0 0,-1 0-1 0 0,1 0 0 0 0,0 0 1 0 0,2-8-1 0 0,0 0-431 0 0,1 1 0 0 0,0 0-1 0 0,1 1 1 0 0,0-1 0 0 0,11-19-1 0 0,0 2-7242 0 0</inkml:trace>
</inkml:ink>
</file>

<file path=ppt/ink/ink2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7.7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47 5985 0 0,'8'0'936'0'0,"-1"0"0"0"0,1 0 0 0 0,0 1 0 0 0,-1 0 0 0 0,1 0 0 0 0,12 5 0 0 0,-16-5-666 0 0,-1 1 0 0 0,0 0 0 0 0,1 0 0 0 0,-1 0-1 0 0,0 1 1 0 0,0-1 0 0 0,0 1 0 0 0,-1-1 0 0 0,1 1-1 0 0,-1 0 1 0 0,1 0 0 0 0,-1 1 0 0 0,0-1 0 0 0,0 0-1 0 0,2 5 1 0 0,5 11-25 0 0,20 38 46 0 0,-27-54-320 0 0,0 0-1 0 0,0 0 1 0 0,0 0-1 0 0,1 0 1 0 0,-1-1-1 0 0,1 1 1 0 0,-1-1-1 0 0,1 1 1 0 0,0-1-1 0 0,0 0 1 0 0,0 0-1 0 0,0 0 0 0 0,7 2 1 0 0,-10-4 9 0 0,1 0 1 0 0,0 0-1 0 0,0 0 1 0 0,0 0-1 0 0,-1 0 1 0 0,1 0-1 0 0,0 0 1 0 0,0-1-1 0 0,0 1 1 0 0,-1 0-1 0 0,1-1 1 0 0,0 1-1 0 0,0 0 1 0 0,-1-1-1 0 0,1 1 0 0 0,0-1 1 0 0,-1 1-1 0 0,1-1 1 0 0,0 1-1 0 0,-1-1 1 0 0,1 1-1 0 0,-1-1 1 0 0,1 0-1 0 0,-1 1 1 0 0,1-1-1 0 0,-1 0 1 0 0,0 1-1 0 0,1-1 1 0 0,-1 0-1 0 0,0 0 0 0 0,1 1 1 0 0,-1-1-1 0 0,0 0 1 0 0,0 0-1 0 0,0 0 1 0 0,0 1-1 0 0,0-2 1 0 0,5-38 476 0 0,-4 32-232 0 0,0 1-41 0 0,0-7 250 0 0,0-1 0 0 0,2 1 0 0 0,0 0-1 0 0,6-19 1 0 0,-8 30-377 0 0,0 0-1 0 0,0 1 1 0 0,1-1-1 0 0,-1 0 0 0 0,1 0 1 0 0,-1 1-1 0 0,1-1 1 0 0,0 1-1 0 0,0 0 1 0 0,0-1-1 0 0,0 1 1 0 0,0 0-1 0 0,1 0 1 0 0,-1 0-1 0 0,1 1 1 0 0,-1-1-1 0 0,1 0 0 0 0,0 1 1 0 0,-1 0-1 0 0,1 0 1 0 0,0-1-1 0 0,0 2 1 0 0,0-1-1 0 0,0 0 1 0 0,0 1-1 0 0,0-1 1 0 0,4 1-1 0 0,-3 0-13 0 0,0 1 0 0 0,-1-1 0 0 0,1 1 0 0 0,0 0-1 0 0,-1 0 1 0 0,1 1 0 0 0,-1-1 0 0 0,1 1 0 0 0,-1 0 0 0 0,0 0 0 0 0,0 0 0 0 0,0 0-1 0 0,0 0 1 0 0,0 1 0 0 0,0-1 0 0 0,3 5 0 0 0,6 7-257 0 0,0 1 0 0 0,10 19 0 0 0,-2-6-1388 0 0,-1-3-5371 0 0</inkml:trace>
</inkml:ink>
</file>

<file path=ppt/ink/ink2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8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66 5065 0 0,'-2'-5'396'0'0,"0"-1"1"0"0,0 1-1 0 0,0 0 0 0 0,-1 0 1 0 0,0 0-1 0 0,0 0 0 0 0,-1 1 1 0 0,1-1-1 0 0,-7-6 0 0 0,9 10-245 0 0,0 0-1 0 0,0 1 1 0 0,0-1-1 0 0,0 0 1 0 0,-1 0-1 0 0,1 0 1 0 0,0 1-1 0 0,0-1 1 0 0,0 1-1 0 0,-1-1 1 0 0,1 1-1 0 0,0-1 1 0 0,0 1-1 0 0,-1 0 1 0 0,1 0-1 0 0,0-1 1 0 0,-1 1-1 0 0,1 0 1 0 0,0 0-1 0 0,-1 0 1 0 0,1 0-1 0 0,0 1 1 0 0,-1-1-1 0 0,1 0 1 0 0,0 1-1 0 0,-1-1 1 0 0,1 0-1 0 0,0 1 1 0 0,0 0-1 0 0,0-1 1 0 0,-1 1-1 0 0,1 0 1 0 0,0-1-1 0 0,0 1 1 0 0,0 0-1 0 0,0 0 1 0 0,0 0-1 0 0,0 0 1 0 0,1 0-1 0 0,-1 0 1 0 0,0 0-1 0 0,0 0 1 0 0,1 1-1 0 0,-1-1 1 0 0,0 2-1 0 0,-4 5-19 0 0,1 1 0 0 0,0-1-1 0 0,1 1 1 0 0,0 0-1 0 0,0 0 1 0 0,1 0-1 0 0,0 0 1 0 0,1 0 0 0 0,0 1-1 0 0,1-1 1 0 0,-1 0-1 0 0,2 1 1 0 0,-1-1-1 0 0,1 0 1 0 0,4 16-1 0 0,-3-18-171 0 0,-1-1-1 0 0,2 1 0 0 0,-1 0 1 0 0,1-1-1 0 0,0 0 0 0 0,0 0 1 0 0,0 0-1 0 0,1 0 0 0 0,0 0 1 0 0,0-1-1 0 0,1 1 0 0 0,-1-1 1 0 0,1 0-1 0 0,0-1 0 0 0,1 1 1 0 0,-1-1-1 0 0,1 0 0 0 0,0 0 1 0 0,0-1-1 0 0,0 0 0 0 0,10 4 1 0 0,-2-3-276 0 0,0-1 1 0 0,1 0-1 0 0,-1-1 0 0 0,1-1 1 0 0,0 0-1 0 0,0-1 1 0 0,-1 0-1 0 0,20-4 0 0 0,-26 3 180 0 0,1 0 0 0 0,-1-1-1 0 0,0 0 1 0 0,0 0-1 0 0,0-1 1 0 0,-1 0 0 0 0,1-1-1 0 0,-1 1 1 0 0,1-2-1 0 0,-1 1 1 0 0,0-1 0 0 0,-1 0-1 0 0,1 0 1 0 0,-1-1-1 0 0,0 1 1 0 0,5-8 0 0 0,-9 11 191 0 0,-1 0 1 0 0,0 0 0 0 0,0 0 0 0 0,0 1 0 0 0,0-1 0 0 0,0 0 0 0 0,-1 0 0 0 0,1-1 0 0 0,0 1 0 0 0,-1 0-1 0 0,0 0 1 0 0,1 0 0 0 0,-1 0 0 0 0,0 0 0 0 0,0 0 0 0 0,0-1 0 0 0,-1 1 0 0 0,1 0 0 0 0,-1-4 0 0 0,-1 3 90 0 0,1-1 1 0 0,-1 0-1 0 0,0 1 1 0 0,0-1 0 0 0,0 1-1 0 0,-1 0 1 0 0,1 0 0 0 0,-1 0-1 0 0,1 0 1 0 0,-5-3 0 0 0,-1-1 156 0 0,-1 0 1 0 0,-1 0 0 0 0,1 1-1 0 0,-1 1 1 0 0,0 0-1 0 0,-19-7 1 0 0,17 8-512 0 0,0 1 0 0 0,0 0 0 0 0,0 1 0 0 0,0 0 0 0 0,-1 1 1 0 0,1 1-1 0 0,-1 0 0 0 0,1 0 0 0 0,0 1 0 0 0,-18 4 0 0 0,9 0-5080 0 0</inkml:trace>
</inkml:ink>
</file>

<file path=ppt/ink/ink2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8.7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53 3681 0 0,'1'3'578'0'0,"1"1"1"0"0,-1-1 0 0 0,1 1-1 0 0,-1-1 1 0 0,1 1 0 0 0,0-1-1 0 0,0 0 1 0 0,1 0-1 0 0,-1 0 1 0 0,1 0 0 0 0,-1 0-1 0 0,1-1 1 0 0,0 1 0 0 0,6 4-1 0 0,18 20 2280 0 0,-21-17-2348 0 0,10 13-4 0 0,-1 2 0 0 0,-2 0-1 0 0,0 0 1 0 0,-2 1 0 0 0,10 30 0 0 0,-28-85-61 0 0,1-1 0 0 0,-3-44 0 0 0,9 63-473 0 0,1 1 0 0 0,1-1 0 0 0,0 1 0 0 0,0 0 0 0 0,1 0 0 0 0,0 0 0 0 0,0 0 0 0 0,9-15 0 0 0,-9 19 76 0 0,0-1-1 0 0,1 1 1 0 0,0 0-1 0 0,0 1 1 0 0,1-1-1 0 0,-1 1 1 0 0,1 0-1 0 0,0 0 1 0 0,1 0-1 0 0,-1 1 1 0 0,1-1-1 0 0,0 1 1 0 0,10-5-1 0 0,-13 8 27 0 0,0 1 1 0 0,0-1-1 0 0,1 1 1 0 0,-1 0-1 0 0,0-1 0 0 0,0 1 1 0 0,0 0-1 0 0,0 1 0 0 0,0-1 1 0 0,0 1-1 0 0,0-1 1 0 0,0 1-1 0 0,0 0 0 0 0,0 0 1 0 0,0 0-1 0 0,0 0 1 0 0,-1 1-1 0 0,1-1 0 0 0,0 1 1 0 0,-1 0-1 0 0,1 0 0 0 0,-1-1 1 0 0,0 2-1 0 0,1-1 1 0 0,-1 0-1 0 0,0 0 0 0 0,2 4 1 0 0,8 9-37 0 0,0 1 1 0 0,-2 0 0 0 0,11 19-1 0 0,-15-25 16 0 0,10 24 49 0 0,-13-25-98 0 0,1-1 0 0 0,0 0 0 0 0,0 0 0 0 0,1 0 1 0 0,11 13-1 0 0,-16-20-19 0 0,1-1 0 0 0,-1 0 1 0 0,0 0-1 0 0,0 0 0 0 0,1 1 1 0 0,-1-1-1 0 0,0 0 0 0 0,1 0 1 0 0,-1 0-1 0 0,0 0 0 0 0,0 0 1 0 0,1 0-1 0 0,-1 0 0 0 0,0 0 1 0 0,1 0-1 0 0,-1 1 0 0 0,0-1 1 0 0,1-1-1 0 0,-1 1 0 0 0,0 0 1 0 0,1 0-1 0 0,-1 0 0 0 0,0 0 0 0 0,1 0 1 0 0,-1 0-1 0 0,0 0 0 0 0,1 0 1 0 0,-1 0-1 0 0,0-1 0 0 0,0 1 1 0 0,1 0-1 0 0,-1 0 0 0 0,0 0 1 0 0,0-1-1 0 0,1 1 0 0 0,-1 0 1 0 0,0-1-1 0 0,9-10-2449 0 0,-8 9 2002 0 0,4-6-1235 0 0</inkml:trace>
</inkml:ink>
</file>

<file path=ppt/ink/ink2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36.6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67 167 1376 0 0,'-6'-10'697'0'0,"-1"1"0"0"0,1-1 0 0 0,1-1-1 0 0,-1 1 1 0 0,2-1 0 0 0,-7-19 0 0 0,9 22-218 0 0,-4-7 473 0 0,3 9 29 0 0,1-1-1 0 0,0 1 1 0 0,0-1-1 0 0,0 0 1 0 0,-1-13 1412 0 0,10 35-314 0 0,0 0-1864 0 0,0 0 0 0 0,-2 1 0 0 0,0-1 0 0 0,-1 1 1 0 0,4 31-1 0 0,3 92 238 0 0,-9-88-285 0 0,7 120 414 0 0,28 287 820 0 0,-28-356-1225 0 0,-4 1 0 0 0,-12 152-1 0 0,2 91 364 0 0,14-104-394 0 0,9 115-97 0 0,-12 9 542 0 0,-10-266-420 0 0,5 0 0 0 0,19 150 0 0 0,30 219 827 0 0,-36-339-894 0 0,-7-81-183 0 0,-2 1 0 0 0,-4 92-1 0 0,1-106-2452 0 0</inkml:trace>
</inkml:ink>
</file>

<file path=ppt/ink/ink2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37.4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39 152 2761 0 0,'-29'-5'3959'0'0,"20"1"-1541"0"0,25 2-1402 0 0,296-25 2153 0 0,-80 3-1825 0 0,578-10 2494 0 0,-529 32-3848 0 0,705-22 2167 0 0,-427-2-2093 0 0,-397 22 120 0 0,319 35 1 0 0,-349-15 310 0 0,135 22-670 0 0,-265-38 133 0 0,10 3-335 0 0,-1-1-1 0 0,1-1 0 0 0,16 0 0 0 0,-24-1-108 0 0,-1 0 0 0 0,1 0-1 0 0,0-1 1 0 0,-1 0 0 0 0,1 0 0 0 0,-1 0-1 0 0,1 0 1 0 0,-1-1 0 0 0,5-1 0 0 0</inkml:trace>
</inkml:ink>
</file>

<file path=ppt/ink/ink2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38.0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178 86 456 0 0,'-5'-2'113'0'0,"-1"0"1"0"0,1 0-1 0 0,0-1 0 0 0,0 0 1 0 0,0 0-1 0 0,0 0 0 0 0,0 0 0 0 0,1-1 1 0 0,-1 0-1 0 0,1 0 0 0 0,-4-4 1 0 0,2 1 738 0 0,0 2 1 0 0,-1-1 0 0 0,-14-9-1 0 0,17 13-63 0 0,0 0 0 0 0,-1 0 0 0 0,0 1 0 0 0,1 0 0 0 0,-1 0 0 0 0,-7-1 0 0 0,10 2-476 0 0,1-1 1 0 0,-1 1-1 0 0,1 0 0 0 0,-1 0 0 0 0,1 0 0 0 0,-1 0 1 0 0,1 0-1 0 0,-1 0 0 0 0,1 1 0 0 0,-1-1 0 0 0,1 0 0 0 0,-1 1 1 0 0,1-1-1 0 0,0 1 0 0 0,-1 0 0 0 0,1-1 0 0 0,0 1 1 0 0,-1 0-1 0 0,1 0 0 0 0,0 0 0 0 0,0 0 0 0 0,0 0 0 0 0,0 0 1 0 0,0 0-1 0 0,-1 2 0 0 0,2-3-230 0 0,0 1 1 0 0,0 0-1 0 0,0 0 1 0 0,0-1-1 0 0,0 1 1 0 0,0 0-1 0 0,0 0 0 0 0,1-1 1 0 0,-1 1-1 0 0,0 0 1 0 0,0-1-1 0 0,1 1 0 0 0,-1 0 1 0 0,1 0-1 0 0,-1-1 1 0 0,0 1-1 0 0,1-1 0 0 0,-1 1 1 0 0,1-1-1 0 0,0 1 1 0 0,-1-1-1 0 0,1 1 1 0 0,-1-1-1 0 0,1 1 0 0 0,1 0 1 0 0,23 15 271 0 0,-18-11-110 0 0,14 9-31 0 0,37 17 0 0 0,-45-25-210 0 0,0 0-1 0 0,0 1 1 0 0,-1 0-1 0 0,0 1 1 0 0,-1 0-1 0 0,0 1 1 0 0,0 0 0 0 0,-1 1-1 0 0,13 14 1 0 0,-22-21 16 0 0,1 1 1 0 0,0-1-1 0 0,-1 1 1 0 0,0-1 0 0 0,0 1-1 0 0,0-1 1 0 0,0 1-1 0 0,0 0 1 0 0,-1-1 0 0 0,0 1-1 0 0,1 0 1 0 0,-2 0-1 0 0,1-1 1 0 0,0 1 0 0 0,-1 0-1 0 0,1-1 1 0 0,-1 1-1 0 0,0 0 1 0 0,0-1 0 0 0,-1 1-1 0 0,1-1 1 0 0,-1 1-1 0 0,0-1 1 0 0,0 0-1 0 0,-2 4 1 0 0,-8 10 149 0 0,-1 0 1 0 0,0 0-1 0 0,-19 17 0 0 0,20-21-154 0 0,-95 107 174 0 0,65-65-2608 0 0</inkml:trace>
</inkml:ink>
</file>

<file path=ppt/ink/ink2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39.3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46 1088 2761 0 0,'-1'-3'12410'0'0,"-7"-13"-11940"0"0,2-1 0 0 0,0 1 1 0 0,0-2-1 0 0,2 1 0 0 0,0 0 0 0 0,1-1 0 0 0,-1-19 0 0 0,1-14 271 0 0,4-67 0 0 0,6-224 782 0 0,1 222-1354 0 0,-3 68-160 0 0,-2-69 1 0 0,-10 68-18 0 0,-1-11-1857 0 0,8 64 1787 0 0,0-1 1 0 0,0 1-1 0 0,0 0 0 0 0,0 0 0 0 0,0-1 0 0 0,0 1 0 0 0,0 0 0 0 0,0-1 0 0 0,0 1 0 0 0,0 0 0 0 0,1-1 0 0 0,-1 1 0 0 0,0 0 1 0 0,0 0-1 0 0,0-1 0 0 0,0 1 0 0 0,0 0 0 0 0,1 0 0 0 0,-1-1 0 0 0,0 1 0 0 0,0 0 0 0 0,0 0 0 0 0,1 0 0 0 0,-1-1 1 0 0,0 1-1 0 0,0 0 0 0 0,1 0 0 0 0,-1 0 0 0 0,0 0 0 0 0,1 0 0 0 0,-1-1 0 0 0,0 1 0 0 0,0 0 0 0 0,1 0 0 0 0,-1 0 1 0 0,0 0-1 0 0,1 0 0 0 0,-1 0 0 0 0,0 0 0 0 0,0 0 0 0 0,1 0 0 0 0,-1 0 0 0 0,0 0 0 0 0,1 0 0 0 0,-1 0 0 0 0,0 1 1 0 0,1-1-1 0 0,-1 0 0 0 0</inkml:trace>
</inkml:ink>
</file>

<file path=ppt/ink/ink2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39.8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263 112 2745 0 0,'-3'-20'186'0'0,"-6"-31"1837"0"0,-8 11 8491 0 0,-13 88-9889 0 0,-119 176-464 0 0,111-169-320 0 0,37-55 150 0 0,1 1 0 0 0,0 0 0 0 0,-1 0 0 0 0,1-1 0 0 0,-1 1 0 0 0,1 0 0 0 0,-1-1 0 0 0,1 1 0 0 0,-1 0 0 0 0,0-1 0 0 0,1 1 0 0 0,-1-1 0 0 0,0 1 0 0 0,1-1 0 0 0,-1 0 0 0 0,0 1 0 0 0,0-1 0 0 0,1 1 0 0 0,-2-1 0 0 0,-1-10-201 0 0,8-27 124 0 0,0 21 98 0 0,1-1 0 0 0,0 1 0 0 0,1 1 0 0 0,1-1 0 0 0,1 1 0 0 0,10-14 0 0 0,-15 22 142 0 0,1 1 0 0 0,1-1 0 0 0,-1 1 1 0 0,1 0-1 0 0,0 1 0 0 0,0 0 0 0 0,1 0 0 0 0,0 0 0 0 0,-1 1 0 0 0,2 0 0 0 0,-1 0 0 0 0,0 0 0 0 0,1 1 0 0 0,15-4 1 0 0,-20 7 59 0 0,1-1 1 0 0,0 1 0 0 0,0 0 0 0 0,0 0-1 0 0,0 1 1 0 0,0-1 0 0 0,0 1 0 0 0,0 0-1 0 0,0 0 1 0 0,0 0 0 0 0,-1 0 0 0 0,6 3-1 0 0,44 27 530 0 0,-9-4-628 0 0,35 5-1908 0 0,-44-19-5343 0 0</inkml:trace>
</inkml:ink>
</file>

<file path=ppt/ink/ink2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42.2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12 355 4609 0 0,'0'-16'2008'0'0,"-1"-1"0"0"0,0 1 1 0 0,-1 0-1 0 0,-1 0 0 0 0,-1-21 3393 0 0,28 54-4962 0 0,-10-2-360 0 0,0 0 0 0 0,-1 1 0 0 0,-1 0 0 0 0,17 31 0 0 0,31 76 62 0 0,1 1-133 0 0,-44-95-44 0 0,29 36 0 0 0,-39-56 58 0 0,0 0 0 0 0,1-1 1 0 0,1 1-1 0 0,-1-2 0 0 0,2 1 1 0 0,-1-1-1 0 0,16 9 1 0 0,-23-15-7 0 0,-1 0 1 0 0,1-1-1 0 0,-1 1 1 0 0,1 0 0 0 0,0-1-1 0 0,-1 1 1 0 0,1-1-1 0 0,0 0 1 0 0,0 1 0 0 0,0-1-1 0 0,-1 0 1 0 0,1 0 0 0 0,0 0-1 0 0,0 0 1 0 0,-1 0-1 0 0,1-1 1 0 0,0 1 0 0 0,0 0-1 0 0,-1-1 1 0 0,1 0 0 0 0,0 1-1 0 0,-1-1 1 0 0,1 0-1 0 0,0 0 1 0 0,-1 0 0 0 0,1 0-1 0 0,-1 0 1 0 0,0 0 0 0 0,1 0-1 0 0,-1 0 1 0 0,0-1-1 0 0,0 1 1 0 0,1 0 0 0 0,-1-1-1 0 0,1-2 1 0 0,3-6 176 0 0,0 0 0 0 0,0 0 0 0 0,-1 0 0 0 0,5-20 1 0 0,-3 10-182 0 0,13-48 277 0 0,18-125 1 0 0,-5 16-85 0 0,-20 129-435 0 0,12-62 507 0 0,-17 36-3690 0 0</inkml:trace>
</inkml:ink>
</file>

<file path=ppt/ink/ink2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42.7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20 10138 0 0,'-19'-19'8726'0'0,"27"25"-7219"0"0,-4-2-1359 0 0,0 1-1 0 0,0-1 1 0 0,0 1-1 0 0,-1 0 1 0 0,0 1-1 0 0,0-1 1 0 0,0 1-1 0 0,0-1 1 0 0,2 10-1 0 0,14 58 214 0 0,-16-58-251 0 0,8 32-195 0 0,27 136 368 0 0,-22-61-2860 0 0,-16-91-944 0 0</inkml:trace>
</inkml:ink>
</file>

<file path=ppt/ink/ink2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43.0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6 131 1840 0 0,'0'-1'37'0'0,"-1"1"0"0"0,0-1 0 0 0,1 0 0 0 0,0 1 0 0 0,-1-1 0 0 0,1 0 0 0 0,-1 1 0 0 0,1-1 0 0 0,0 0 0 0 0,0 0 0 0 0,-1 1 0 0 0,1-1 0 0 0,0 0 0 0 0,0 0 0 0 0,0 1 0 0 0,0-1 0 0 0,0 0 0 0 0,0 0 0 0 0,0 0 0 0 0,0 1 0 0 0,0-1-1 0 0,0 0 1 0 0,0 0 0 0 0,1 0 0 0 0,-1 1 0 0 0,1-2 0 0 0,16-22 1410 0 0,-9 17-810 0 0,0 0 0 0 0,1 0 0 0 0,12-7 0 0 0,-5 6 111 0 0,1 0-1 0 0,0 1 1 0 0,0 1-1 0 0,0 1 1 0 0,1 0-1 0 0,0 1 0 0 0,0 1 1 0 0,0 1-1 0 0,1 0 1 0 0,26 2-1 0 0,-35 0-634 0 0,1 0 0 0 0,-1 1 0 0 0,0 1 0 0 0,0 0 0 0 0,1 0 0 0 0,-1 1 0 0 0,0 0 0 0 0,-1 0 0 0 0,1 1 0 0 0,-1 1 0 0 0,0 0 0 0 0,0 0 0 0 0,0 1 0 0 0,0 0 0 0 0,-1 0 0 0 0,0 1-1 0 0,0 0 1 0 0,-1 0 0 0 0,11 15 0 0 0,-13-14-74 0 0,0 0-1 0 0,-1 1 0 0 0,0 0 0 0 0,0-1 0 0 0,-1 1 0 0 0,-1 0 1 0 0,1 0-1 0 0,-1 1 0 0 0,-1-1 0 0 0,0 0 0 0 0,0 1 0 0 0,-1-1 1 0 0,0 1-1 0 0,0-1 0 0 0,-1 1 0 0 0,-1-1 0 0 0,1 0 0 0 0,-2 0 1 0 0,1 0-1 0 0,-1 0 0 0 0,-7 14 0 0 0,5-12-1 0 0,-1 0 1 0 0,0 0-1 0 0,-1-1 0 0 0,0 0 1 0 0,-1 0-1 0 0,0 0 0 0 0,-1-1 0 0 0,0-1 1 0 0,0 1-1 0 0,-1-1 0 0 0,0-1 1 0 0,0 0-1 0 0,-1 0 0 0 0,0-1 0 0 0,-21 8 1 0 0,6-4-761 0 0,-38 8 1 0 0,2-11-4127 0 0,55-8 3706 0 0,1-1-1 0 0</inkml:trace>
</inkml:ink>
</file>

<file path=ppt/ink/ink2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43.7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285 21 3681 0 0,'-1'-1'181'0'0,"1"0"0"0"0,-1 0 0 0 0,1 0 0 0 0,-1 0 0 0 0,0 0 0 0 0,1 0 0 0 0,-1 0 0 0 0,0 0 0 0 0,0 1 0 0 0,0-1 0 0 0,0 0 1 0 0,0 1-1 0 0,0-1 0 0 0,0 0 0 0 0,0 1 0 0 0,0-1 0 0 0,0 1 0 0 0,0-1 0 0 0,0 1 0 0 0,0 0 0 0 0,0-1 0 0 0,0 1 0 0 0,-3 0 0 0 0,-27-5 3422 0 0,21 6-3272 0 0,0 0-1 0 0,0 1 1 0 0,1 0 0 0 0,-1 1-1 0 0,1 0 1 0 0,0 0-1 0 0,0 1 1 0 0,0 0 0 0 0,0 0-1 0 0,0 1 1 0 0,1 0-1 0 0,-14 12 1 0 0,11-8-121 0 0,0 1-1 0 0,0 0 1 0 0,1 0-1 0 0,0 2 1 0 0,1-1 0 0 0,0 1-1 0 0,-13 24 1 0 0,22-35-209 0 0,-1 0 1 0 0,0 1-1 0 0,1-1 1 0 0,0 0-1 0 0,-1 1 1 0 0,1-1-1 0 0,0 1 1 0 0,0-1-1 0 0,0 0 1 0 0,0 1-1 0 0,0-1 1 0 0,0 1-1 0 0,0-1 1 0 0,0 1-1 0 0,0-1 1 0 0,1 0 0 0 0,-1 1-1 0 0,1-1 1 0 0,-1 0-1 0 0,1 1 1 0 0,-1-1-1 0 0,1 0 1 0 0,0 0-1 0 0,0 1 1 0 0,0-1-1 0 0,0 0 1 0 0,-1 0-1 0 0,2 0 1 0 0,-1 0-1 0 0,0 0 1 0 0,0 0-1 0 0,0 0 1 0 0,0-1-1 0 0,0 1 1 0 0,1 0-1 0 0,-1-1 1 0 0,0 1-1 0 0,1 0 1 0 0,1 0-1 0 0,10 4 22 0 0,0-1 0 0 0,0 0 0 0 0,20 3 0 0 0,-7-1-7 0 0,-16-2 77 0 0,1 0 1 0 0,-1 0-1 0 0,0 1 0 0 0,0 0 1 0 0,-1 1-1 0 0,0 0 1 0 0,0 0-1 0 0,0 1 1 0 0,0 0-1 0 0,12 15 0 0 0,-19-19-59 0 0,0-1-1 0 0,1 1 1 0 0,-1 0-1 0 0,0 0 1 0 0,-1 0-1 0 0,1 0 1 0 0,-1 0-1 0 0,1 0 1 0 0,-1 1-1 0 0,0-1 1 0 0,0 1-1 0 0,0-1 1 0 0,-1 0-1 0 0,1 1 1 0 0,-1-1-1 0 0,0 1 1 0 0,0 0-1 0 0,0-1 1 0 0,0 1-1 0 0,-1-1 1 0 0,1 1-1 0 0,-1-1 1 0 0,0 0-1 0 0,0 1 1 0 0,0-1-1 0 0,0 0 1 0 0,-1 1-1 0 0,0-1 1 0 0,1 0-1 0 0,-1 0 1 0 0,0 0-1 0 0,0-1 1 0 0,-1 1-1 0 0,1 0 1 0 0,0-1-1 0 0,-6 5 1 0 0,-2 1 177 0 0,-1-1 0 0 0,0 0 0 0 0,0 0 0 0 0,0-1 1 0 0,-1 0-1 0 0,0-1 0 0 0,0 0 0 0 0,-1-1 0 0 0,1-1 0 0 0,-1 0 0 0 0,0 0 0 0 0,-15 0 1 0 0,5-6-999 0 0,17-1 3 0 0</inkml:trace>
</inkml:ink>
</file>

<file path=ppt/ink/ink2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48.1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 22 7834 0 0,'-27'-21'11493'0'0,"27"21"-11441"0"0,8 18 908 0 0,121 293 1409 0 0,-103-245-2349 0 0,3-2 0 0 0,2 0 1 0 0,75 109-1 0 0,-105-171-36 0 0,12 17-59 0 0,-1 0-1 0 0,10 24 1 0 0,-19-37-188 0 0,-1 0 0 0 0,0 0 0 0 0,0 0 0 0 0,0 0 0 0 0,-1 0 0 0 0,0 0 1 0 0,0 0-1 0 0,0 0 0 0 0,-1 1 0 0 0,0-1 0 0 0,0 0 0 0 0,-1 0 1 0 0,-1 7-1 0 0,2-12-53 0 0,-1 0 1 0 0,1 1 0 0 0,-1-1 0 0 0,1 0 0 0 0,-1 0-1 0 0,0 0 1 0 0,1 0 0 0 0,-1 0 0 0 0,0 0 0 0 0,0 0-1 0 0,0 0 1 0 0,0 0 0 0 0,-1 1 0 0 0</inkml:trace>
</inkml:ink>
</file>

<file path=ppt/ink/ink2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48.3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62 6793 0 0,'0'0'13'0'0,"-1"0"0"0"0,1 1 0 0 0,0-1 0 0 0,0 0 0 0 0,0 0 0 0 0,0 0 0 0 0,0 0 0 0 0,0 0 0 0 0,0 1 0 0 0,0-1 0 0 0,0 0 0 0 0,0 0-1 0 0,1 0 1 0 0,-1 0 0 0 0,0 1 0 0 0,0-1 0 0 0,0 0 0 0 0,0 0 0 0 0,0 0 0 0 0,0 0 0 0 0,0 0 0 0 0,0 0 0 0 0,0 1 0 0 0,0-1 0 0 0,0 0-1 0 0,1 0 1 0 0,-1 0 0 0 0,0 0 0 0 0,0 0 0 0 0,0 0 0 0 0,0 0 0 0 0,0 0 0 0 0,0 0 0 0 0,1 1 0 0 0,-1-1 0 0 0,0 0 0 0 0,0 0 0 0 0,0 0 0 0 0,0 0-1 0 0,0 0 1 0 0,1 0 0 0 0,-1 0 0 0 0,0 0 0 0 0,0 0 0 0 0,0 0 0 0 0,0 0 0 0 0,1 0 0 0 0,-1 0 0 0 0,15 0 384 0 0,14-5 582 0 0,104-30 3641 0 0,-78 14-5118 0 0,-42 15-4129 0 0</inkml:trace>
</inkml:ink>
</file>

<file path=ppt/ink/ink2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48.6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10594 0 0,'5'9'695'0'0,"0"1"0"0"0,1 0 0 0 0,0-1 0 0 0,1 0 0 0 0,0-1 0 0 0,0 0 0 0 0,1 0 0 0 0,12 10 0 0 0,5 7 520 0 0,3 4-852 0 0,78 86 893 0 0,-89-94-2024 0 0,-1 2 1 0 0,0-1-1 0 0,20 43 1 0 0,-16-26-5073 0 0</inkml:trace>
</inkml:ink>
</file>

<file path=ppt/ink/ink2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49.0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86 57 1808 0 0,'-45'0'260'0'0,"42"0"27"0"0,1 0 0 0 0,-1-1 0 0 0,1 1 0 0 0,-1-1 0 0 0,1 1 0 0 0,-1-1 0 0 0,1 0 0 0 0,0 0 0 0 0,-1 0 0 0 0,1 0 0 0 0,0 0 0 0 0,0 0 0 0 0,0-1 0 0 0,0 1 0 0 0,-3-4 0 0 0,5 4-134 0 0,0 1 1 0 0,-1-1-1 0 0,1 0 0 0 0,0 0 0 0 0,0 1 1 0 0,1-1-1 0 0,-1 0 0 0 0,0 0 0 0 0,0 1 1 0 0,0-1-1 0 0,0 0 0 0 0,1 0 0 0 0,-1 1 1 0 0,0-1-1 0 0,1 0 0 0 0,-1 1 0 0 0,1-1 1 0 0,-1 0-1 0 0,0 1 0 0 0,1-1 0 0 0,-1 1 1 0 0,1-1-1 0 0,0 1 0 0 0,-1-1 0 0 0,1 1 1 0 0,-1-1-1 0 0,1 1 0 0 0,0-1 0 0 0,-1 1 1 0 0,1 0-1 0 0,0-1 0 0 0,0 1 0 0 0,-1 0 1 0 0,1 0-1 0 0,1-1 0 0 0,27-9 843 0 0,-19 7-712 0 0,1 1-1 0 0,0 0 0 0 0,0 1 0 0 0,-1 0 0 0 0,1 1 0 0 0,0 0 0 0 0,0 1 0 0 0,18 3 0 0 0,-24-2-252 0 0,-1-1 0 0 0,1 1 0 0 0,-1-1 0 0 0,1 1 0 0 0,-1 1 1 0 0,0-1-1 0 0,0 0 0 0 0,0 1 0 0 0,0 0 0 0 0,0 0 0 0 0,-1 0 0 0 0,1 1 0 0 0,-1-1 0 0 0,0 1 0 0 0,0 0 0 0 0,0 0 0 0 0,-1 0 1 0 0,1 0-1 0 0,-1 0 0 0 0,0 0 0 0 0,3 9 0 0 0,-2-4-106 0 0,-1 0-1 0 0,0 1 1 0 0,0-1 0 0 0,-1 0 0 0 0,0 1 0 0 0,-1-1-1 0 0,0 1 1 0 0,0-1 0 0 0,-1 1 0 0 0,0-1 0 0 0,-1 1-1 0 0,0-1 1 0 0,-1 0 0 0 0,1 0 0 0 0,-2 0 0 0 0,1 0-1 0 0,-1 0 1 0 0,-1-1 0 0 0,0 0 0 0 0,0 0-1 0 0,0 0 1 0 0,-1 0 0 0 0,0-1 0 0 0,-1 0 0 0 0,1 0-1 0 0,-2-1 1 0 0,-7 6 0 0 0,6-6-765 0 0</inkml:trace>
</inkml:ink>
</file>

<file path=ppt/ink/ink2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49.5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154 0 5529 0 0,'-4'1'256'0'0,"-1"0"-1"0"0,0 0 1 0 0,0 1-1 0 0,0-1 1 0 0,1 1-1 0 0,-1 0 1 0 0,0 0-1 0 0,1 0 1 0 0,0 1-1 0 0,0 0 1 0 0,0 0-1 0 0,0 0 1 0 0,0 0-1 0 0,0 0 1 0 0,1 1-1 0 0,-1 0 1 0 0,1 0-1 0 0,0 0 1 0 0,1 0-1 0 0,-1 0 1 0 0,0 0-1 0 0,1 1 1 0 0,0-1-1 0 0,-3 10 1 0 0,4-10-211 0 0,0-1 1 0 0,0 1 0 0 0,0-1-1 0 0,1 1 1 0 0,-1 0 0 0 0,1 0 0 0 0,0-1-1 0 0,0 1 1 0 0,0 0 0 0 0,0 0-1 0 0,1-1 1 0 0,0 1 0 0 0,-1 0-1 0 0,4 5 1 0 0,-3-6-36 0 0,0 0-1 0 0,1-1 1 0 0,0 1-1 0 0,-1-1 1 0 0,1 0-1 0 0,0 0 1 0 0,0 1-1 0 0,1-1 1 0 0,-1-1 0 0 0,0 1-1 0 0,1 0 1 0 0,-1 0-1 0 0,1-1 1 0 0,-1 0-1 0 0,1 1 1 0 0,0-1 0 0 0,0 0-1 0 0,-1 0 1 0 0,1-1-1 0 0,6 2 1 0 0,33 4-34 0 0,-19-3-16 0 0,38 9 0 0 0,-56-10 78 0 0,0-1-1 0 0,0 1 1 0 0,0 0-1 0 0,0 0 1 0 0,0 1-1 0 0,-1-1 1 0 0,1 1-1 0 0,-1 0 1 0 0,0 0-1 0 0,0 0 1 0 0,0 1-1 0 0,7 7 1 0 0,-10-10 16 0 0,0 1 0 0 0,0-1 1 0 0,-1 0-1 0 0,1 0 0 0 0,0 1 1 0 0,-1-1-1 0 0,1 1 0 0 0,-1-1 1 0 0,1 1-1 0 0,-1-1 1 0 0,0 1-1 0 0,1-1 0 0 0,-1 1 1 0 0,0-1-1 0 0,0 1 0 0 0,0-1 1 0 0,0 1-1 0 0,0-1 0 0 0,-1 1 1 0 0,1-1-1 0 0,0 1 0 0 0,-1-1 1 0 0,0 3-1 0 0,-1-1 127 0 0,0 0 0 0 0,0 0 1 0 0,0 0-1 0 0,0-1 0 0 0,0 1 0 0 0,-1 0 1 0 0,1-1-1 0 0,-1 1 0 0 0,-5 2 1 0 0,-5 4 432 0 0,-1-1 0 0 0,0-1 1 0 0,-20 8-1 0 0,22-11-467 0 0,-77 28 784 0 0,78-29-1098 0 0,0-1 0 0 0,0 0-1 0 0,0 0 1 0 0,-1-1 0 0 0,1 0-1 0 0,-14-2 1 0 0,18 0-731 0 0,1-1-220 0 0</inkml:trace>
</inkml:ink>
</file>

<file path=ppt/ink/ink2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0.1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78 89 5985 0 0,'-8'5'513'0'0,"0"-1"-1"0"0,0-1 1 0 0,-1 1-1 0 0,-15 3 0 0 0,4-1 3126 0 0,151-56 3401 0 0,29-9-8518 0 0,-131 50-4912 0 0</inkml:trace>
</inkml:ink>
</file>

<file path=ppt/ink/ink2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4.1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65 10138 0 0,'-2'-3'190'0'0,"0"0"-1"0"0,1 0 1 0 0,0 0-1 0 0,0 0 1 0 0,0-1-1 0 0,0 1 1 0 0,0 0-1 0 0,1-1 1 0 0,-1 1-1 0 0,1 0 1 0 0,0-4-1 0 0,-3-15 915 0 0,17 73 3324 0 0,13 61-3105 0 0,46 538 240 0 0,-37-262-940 0 0,-35-373-684 0 0,4 25-2303 0 0,-1 1-1 0 0,-3 59 1 0 0,-4-77-3797 0 0</inkml:trace>
</inkml:ink>
</file>

<file path=ppt/ink/ink2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4.4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72 10594 0 0,'19'-1'553'0'0,"-1"-1"-1"0"0,0-1 1 0 0,0 0 0 0 0,17-7-1 0 0,21-4 769 0 0,-1 7-87 0 0,1 1 0 0 0,88 4 1 0 0,-96 2-1425 0 0,-35 0 266 0 0,45-1-2250 0 0,-51 0 1178 0 0,0 0 1 0 0,0-1-1 0 0,0 1 0 0 0,0-1 0 0 0,13-5 0 0 0,-6-1 368 0 0</inkml:trace>
</inkml:ink>
</file>

<file path=ppt/ink/ink2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4.7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0 11058 0 0,'-1'1'266'0'0,"0"0"0"0"0,1 0-1 0 0,-1 0 1 0 0,1 0 0 0 0,-1 0 0 0 0,1 1-1 0 0,-1-1 1 0 0,1 0 0 0 0,0 0-1 0 0,0 0 1 0 0,-1 0 0 0 0,1 1-1 0 0,0-1 1 0 0,0 1 0 0 0,4 33 1498 0 0,-3-28-1158 0 0,0 4-207 0 0,53 313 2925 0 0,-53-318-3375 0 0,5 23-787 0 0,-4-9-3192 0 0</inkml:trace>
</inkml:ink>
</file>

<file path=ppt/ink/ink2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5.1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63 1840 0 0,'0'0'86'0'0,"-1"-1"1"0"0,1 1-1 0 0,-1 0 0 0 0,1 0 0 0 0,-1-1 0 0 0,1 1 0 0 0,-1 0 0 0 0,1-1 0 0 0,0 1 0 0 0,-1 0 0 0 0,1-1 0 0 0,-1 1 1 0 0,1-1-1 0 0,0 1 0 0 0,0-1 0 0 0,-1 1 0 0 0,1-1 0 0 0,0 1 0 0 0,0-1 0 0 0,-1 1 0 0 0,1-1 0 0 0,0 1 0 0 0,0-1 1 0 0,0 1-1 0 0,0-1 0 0 0,0 1 0 0 0,0-1 0 0 0,0 1 0 0 0,0-1 0 0 0,0 1 0 0 0,0-1 0 0 0,0 0 0 0 0,0 0 0 0 0,14-18 2345 0 0,-10 15-1974 0 0,0 1 0 0 0,0 0 1 0 0,0 0-1 0 0,0 0 1 0 0,1 0-1 0 0,-1 1 1 0 0,10-4-1 0 0,-9 6-258 0 0,1 0 0 0 0,-1 0-1 0 0,1 0 1 0 0,-1 0 0 0 0,1 1 0 0 0,0 0-1 0 0,-1 0 1 0 0,0 1 0 0 0,1-1 0 0 0,-1 1 0 0 0,0 1-1 0 0,0-1 1 0 0,0 0 0 0 0,0 1 0 0 0,0 0 0 0 0,-1 1-1 0 0,1-1 1 0 0,6 7 0 0 0,0 0 5 0 0,-1 1 0 0 0,1 0 1 0 0,-1 0-1 0 0,-1 1 0 0 0,13 23 0 0 0,-19-30-159 0 0,-1 1 0 0 0,0-1 0 0 0,0 1 0 0 0,0 0 0 0 0,-1 0 0 0 0,0 0 0 0 0,0 0 0 0 0,0 0 0 0 0,-1 0 0 0 0,0 0 0 0 0,0 0 1 0 0,0 0-1 0 0,-1 0 0 0 0,0 0 0 0 0,0 0 0 0 0,-1 0 0 0 0,0-1 0 0 0,0 1 0 0 0,0 0 0 0 0,0-1 0 0 0,-1 1 0 0 0,-5 7 0 0 0,3-6 14 0 0,0 0 0 0 0,0 0 0 0 0,0 0 0 0 0,-1-1 0 0 0,0 1 1 0 0,0-2-1 0 0,-1 1 0 0 0,0-1 0 0 0,0 0 0 0 0,0 0 0 0 0,0-1 1 0 0,-1 0-1 0 0,0 0 0 0 0,0-1 0 0 0,-13 5 0 0 0,19-8-178 0 0,1 0 0 0 0,-1 1-1 0 0,1-1 1 0 0,0 0 0 0 0,-1 0 0 0 0,1 0-1 0 0,0 0 1 0 0,-1 0 0 0 0,1-1 0 0 0,0 1 0 0 0,-1 0-1 0 0,1 0 1 0 0,0-1 0 0 0,-1 1 0 0 0,1-1-1 0 0,-2-1 1 0 0</inkml:trace>
</inkml:ink>
</file>

<file path=ppt/ink/ink2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5.5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30 1 8754 0 0,'-9'4'407'0'0,"8"-4"-52"0"0,-1 1 0 0 0,1 0 0 0 0,-1-1 0 0 0,1 1-1 0 0,-1 0 1 0 0,1 0 0 0 0,0 0 0 0 0,0 0 0 0 0,-1 0 0 0 0,1 0 0 0 0,-2 2 0 0 0,3-1-120 0 0,-1 0 0 0 0,1 0 0 0 0,-1 0 0 0 0,1 0 0 0 0,0 0 0 0 0,0 0 0 0 0,0-1 0 0 0,0 1 0 0 0,0 0 0 0 0,0 0 0 0 0,0 0 0 0 0,1 3 1 0 0,0 5-215 0 0,1 0 1 0 0,0-1 0 0 0,1 1-1 0 0,0 0 1 0 0,0-1 0 0 0,6 11 0 0 0,-7-16-13 0 0,1 0 1 0 0,0 0-1 0 0,0 0 1 0 0,0-1-1 0 0,0 1 1 0 0,1-1-1 0 0,-1 0 1 0 0,1 0-1 0 0,0 0 1 0 0,0 0-1 0 0,0-1 1 0 0,0 0-1 0 0,1 0 1 0 0,-1 0-1 0 0,6 2 1 0 0,6 1 121 0 0,-1 1 1 0 0,0 0-1 0 0,0 1 1 0 0,0 1-1 0 0,13 10 0 0 0,-26-16-46 0 0,1 0-1 0 0,-1-1 0 0 0,0 2 0 0 0,0-1 0 0 0,0 0 0 0 0,0 0 0 0 0,0 0 0 0 0,-1 1 0 0 0,1-1 1 0 0,-1 1-1 0 0,1 0 0 0 0,-1-1 0 0 0,0 1 0 0 0,0 0 0 0 0,1 3 0 0 0,-2-3 20 0 0,0 0 0 0 0,0 0 0 0 0,-1 0 0 0 0,1-1-1 0 0,-1 1 1 0 0,1 0 0 0 0,-1-1 0 0 0,0 1 0 0 0,0 0 0 0 0,0-1 0 0 0,0 1-1 0 0,-1-1 1 0 0,1 0 0 0 0,-1 1 0 0 0,1-1 0 0 0,-1 0 0 0 0,0 0-1 0 0,0 0 1 0 0,-3 3 0 0 0,-3 3-8 0 0,-1-1-1 0 0,1 0 1 0 0,-1 0-1 0 0,-18 9 1 0 0,7-6-424 0 0</inkml:trace>
</inkml:ink>
</file>

<file path=ppt/ink/ink2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6.1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67 58 456 0 0,'0'0'76'0'0,"-1"0"1"0"0,1-1-1 0 0,0 1 0 0 0,-1 0 0 0 0,1 0 0 0 0,-1 0 1 0 0,1 0-1 0 0,-1 0 0 0 0,1 0 0 0 0,-1 0 0 0 0,1 0 1 0 0,0 0-1 0 0,-1 0 0 0 0,1 0 0 0 0,-1 0 0 0 0,1 0 1 0 0,-1 0-1 0 0,1 0 0 0 0,-1 1 0 0 0,1-1 1 0 0,0 0-1 0 0,-1 0 0 0 0,1 0 0 0 0,-1 1 0 0 0,1-1 1 0 0,0 0-1 0 0,-1 0 0 0 0,1 1 0 0 0,0-1 0 0 0,-1 0 1 0 0,1 1-1 0 0,0-1 0 0 0,-1 1 0 0 0,-15 12 1591 0 0,8-6-709 0 0,5-5-507 0 0,0 0 0 0 0,0 0 0 0 0,0 1 0 0 0,1-1 0 0 0,-1 1 0 0 0,1 0 0 0 0,0 0 0 0 0,0 0 0 0 0,0 0 0 0 0,-2 3 0 0 0,4-5-343 0 0,1-1-1 0 0,-1 1 1 0 0,1-1-1 0 0,-1 0 1 0 0,0 1 0 0 0,1-1-1 0 0,-1 0 1 0 0,1 0-1 0 0,-1 1 1 0 0,1-1-1 0 0,-1 0 1 0 0,1 0 0 0 0,-1 0-1 0 0,1 0 1 0 0,-1 0-1 0 0,1 1 1 0 0,-1-1 0 0 0,1 0-1 0 0,-1 0 1 0 0,1 0-1 0 0,-1 0 1 0 0,1 0 0 0 0,-1-1-1 0 0,1 1 1 0 0,-1 0-1 0 0,1 0 1 0 0,-1 0 0 0 0,1 0-1 0 0,-1-1 1 0 0,1 1-1 0 0,-1 0 1 0 0,1 0 0 0 0,-1-1-1 0 0,1 1 1 0 0,-1-1-1 0 0,23-7 886 0 0,55-30 588 0 0,25-10-1306 0 0,-89 43-1093 0 0,-1 1-1 0 0,1 0 1 0 0,18-2 0 0 0,-10 4-4398 0 0</inkml:trace>
</inkml:ink>
</file>

<file path=ppt/ink/ink2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7.22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152 123 3225 0 0,'0'-13'230'0'0,"1"5"-110"0"0,0 0-1 0 0,-1-1 0 0 0,-1 1 1 0 0,0 0-1 0 0,0-1 1 0 0,0 1-1 0 0,-1 0 0 0 0,0 0 1 0 0,-6-14-1 0 0,7 21-31 0 0,0 0-1 0 0,0 0 1 0 0,0 0-1 0 0,0 0 1 0 0,0 0-1 0 0,-1 0 1 0 0,1 0-1 0 0,0 0 1 0 0,-1 0-1 0 0,1 1 1 0 0,0-1-1 0 0,-1 0 1 0 0,1 1-1 0 0,-1 0 1 0 0,1-1-1 0 0,-1 1 1 0 0,1 0-1 0 0,-1-1 1 0 0,1 1-1 0 0,-1 0 1 0 0,0 0-1 0 0,1 0 1 0 0,-1 1-1 0 0,1-1 1 0 0,-1 0 0 0 0,1 0-1 0 0,-1 1 1 0 0,1-1-1 0 0,-1 1 1 0 0,1 0-1 0 0,0-1 1 0 0,-1 1-1 0 0,1 0 1 0 0,0 0-1 0 0,-1 0 1 0 0,1 0-1 0 0,-1 1 1 0 0,-4 1 289 0 0,1 1 1 0 0,1 0 0 0 0,-1 0-1 0 0,0 1 1 0 0,1-1-1 0 0,0 1 1 0 0,0 0 0 0 0,-3 6-1 0 0,0 4 86 0 0,0 0-1 0 0,1 1 1 0 0,1 0-1 0 0,1 0 1 0 0,0 0 0 0 0,1 0-1 0 0,1 1 1 0 0,0 29-1 0 0,2-22-277 0 0,1 0-1 0 0,1-1 0 0 0,2 1 1 0 0,0-1-1 0 0,11 36 0 0 0,-12-51-100 0 0,1 0 0 0 0,-1 0-1 0 0,1 0 1 0 0,1 0 0 0 0,-1-1 0 0 0,1 0-1 0 0,0 0 1 0 0,1 0 0 0 0,0-1 0 0 0,0 0-1 0 0,0 0 1 0 0,1 0 0 0 0,0-1 0 0 0,0 0-1 0 0,0 0 1 0 0,1 0 0 0 0,-1-1 0 0 0,1-1-1 0 0,12 5 1 0 0,-13-6-120 0 0,0 0 1 0 0,0-1-1 0 0,0 0 1 0 0,1 0-1 0 0,-1 0 1 0 0,1-1-1 0 0,-1 0 0 0 0,0 0 1 0 0,1-1-1 0 0,7-2 1 0 0,-8 2-329 0 0,0-1 1 0 0,0-1-1 0 0,-1 0 0 0 0,1 1 1 0 0,0-2-1 0 0,-1 1 1 0 0,0-1-1 0 0,0 0 1 0 0,0 0-1 0 0,0-1 0 0 0,5-6 1 0 0,3-5-1117 0 0</inkml:trace>
</inkml:ink>
</file>

<file path=ppt/ink/ink2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7.5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 5 4609 0 0,'-6'-5'3515'0'0,"5"5"-3330"0"0,1 0 0 0 0,-6 1 2589 0 0,5 0-2589 0 0,-7 16 3113 0 0,4 25-921 0 0,5-27-2102 0 0,0 1 0 0 0,1-1 0 0 0,1 0 0 0 0,1 0 0 0 0,0 0 0 0 0,11 27 0 0 0,-3-17-178 0 0,0-1 0 0 0,1 0-1 0 0,18 23 1 0 0,-28-43-386 0 0,0 0 0 0 0,1 0 0 0 0,-1 0 0 0 0,1-1 0 0 0,0 0-1 0 0,0 0 1 0 0,0 0 0 0 0,0 0 0 0 0,0-1 0 0 0,1 1 0 0 0,-1-1 0 0 0,1 0 0 0 0,5 1 0 0 0,4 1-5414 0 0</inkml:trace>
</inkml:ink>
</file>

<file path=ppt/ink/ink2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7.8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 6913 0 0,'-15'0'7459'0'0</inkml:trace>
</inkml:ink>
</file>

<file path=ppt/ink/ink2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8.3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106 0 4929 0 0,'-72'105'480'0'0,"67"-99"-359"0"0,-18 20 848 0 0,23-26-944 0 0,-1 1-1 0 0,1-1 1 0 0,0 0-1 0 0,-1 1 0 0 0,1-1 1 0 0,-1 1-1 0 0,1-1 1 0 0,0 1-1 0 0,-1-1 0 0 0,1 1 1 0 0,0 0-1 0 0,0-1 1 0 0,0 1-1 0 0,-1-1 1 0 0,1 1-1 0 0,0 0 0 0 0,0-1 1 0 0,0 1-1 0 0,0-1 1 0 0,0 1-1 0 0,0 0 0 0 0,0-1 1 0 0,0 1-1 0 0,0-1 1 0 0,0 1-1 0 0,0 0 0 0 0,1-1 1 0 0,-1 1-1 0 0,0-1 1 0 0,0 1-1 0 0,0 0 1 0 0,1-1-1 0 0,-1 1 0 0 0,0-1 1 0 0,1 1-1 0 0,-1-1 1 0 0,1 1-1 0 0,-1-1 0 0 0,0 0 1 0 0,1 1-1 0 0,3 0 329 0 0,-1 0 1 0 0,0 0-1 0 0,0-1 0 0 0,0 1 0 0 0,1-1 0 0 0,-1 0 1 0 0,0 0-1 0 0,1 0 0 0 0,-1-1 0 0 0,0 1 0 0 0,0-1 1 0 0,0 0-1 0 0,1 0 0 0 0,-1 0 0 0 0,4-2 0 0 0,1 0-46 0 0,1-1-1 0 0,-1 0 0 0 0,0 0 1 0 0,10-8-1 0 0,7-14-1030 0 0,-12 5-3657 0 0,-8 9 252 0 0</inkml:trace>
</inkml:ink>
</file>

<file path=ppt/ink/ink2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8.4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11 3225 0 0,'0'-1'84'0'0,"0"0"1"0"0,-1 1-1 0 0,1-1 1 0 0,0 1-1 0 0,0-1 1 0 0,0 1 0 0 0,-1 0-1 0 0,1-1 1 0 0,0 1-1 0 0,-1-1 1 0 0,1 1-1 0 0,0-1 1 0 0,-1 1-1 0 0,1 0 1 0 0,-1-1-1 0 0,1 1 1 0 0,0 0 0 0 0,-1-1-1 0 0,1 1 1 0 0,-1 0-1 0 0,1 0 1 0 0,-1-1-1 0 0,1 1 1 0 0,-1 0-1 0 0,1 0 1 0 0,-1 0-1 0 0,1 0 1 0 0,-1 0 0 0 0,1 0-1 0 0,-1 0 1 0 0,0 0-1 0 0,1 0 1 0 0,-1 0-1 0 0,1 0 1 0 0,-1 0-1 0 0,1 0 1 0 0,-1 0 0 0 0,1 0-1 0 0,-1 0 1 0 0,1 1-1 0 0,-1-1 1 0 0,1 0-1 0 0,-1 0 1 0 0,1 1-1 0 0,-1-1 1 0 0,1 0-1 0 0,0 1 1 0 0,-1-1 0 0 0,1 0-1 0 0,-1 1 1 0 0,1-1-1 0 0,0 1 1 0 0,-1-1-1 0 0,1 0 1 0 0,0 1-1 0 0,0-1 1 0 0,-1 1-1 0 0,1-1 1 0 0,0 1 0 0 0,0-1-1 0 0,0 1 1 0 0,0-1-1 0 0,-1 1 1 0 0,1 0-1 0 0,0-1 1 0 0,0 1-1 0 0,0-1 1 0 0,0 1 0 0 0,1 0-1 0 0,-3 4 495 0 0,1 1 1 0 0,1-1-1 0 0,-1 0 0 0 0,1 1 0 0 0,1 8 1 0 0,4 14 1172 0 0,16 44 1 0 0,2-6-3313 0 0,-14-41-1300 0 0,0-3-2163 0 0</inkml:trace>
</inkml:ink>
</file>

<file path=ppt/ink/ink2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8.8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0 118 6913 0 0,'1'-1'129'0'0,"0"1"-1"0"0,0 0 0 0 0,0 0 0 0 0,0-1 0 0 0,-1 1 1 0 0,1 0-1 0 0,0 0 0 0 0,0 0 0 0 0,0 0 0 0 0,0 0 1 0 0,0 0-1 0 0,0 0 0 0 0,-1 0 0 0 0,1 0 0 0 0,0 1 0 0 0,0-1 1 0 0,0 0-1 0 0,0 0 0 0 0,0 1 0 0 0,-1-1 0 0 0,1 1 1 0 0,0-1-1 0 0,0 1 0 0 0,-1-1 0 0 0,1 1 0 0 0,0-1 1 0 0,-1 1-1 0 0,1-1 0 0 0,0 1 0 0 0,-1 0 0 0 0,1 0 0 0 0,0 0 1 0 0,19 24 2339 0 0,17 36-94 0 0,-28-44-2105 0 0,0-1-1 0 0,1 0 0 0 0,1 0 1 0 0,0-1-1 0 0,1-1 0 0 0,0 0 1 0 0,19 16-1 0 0,-34-33-228 0 0,0 1 0 0 0,1-1 0 0 0,-1 0 0 0 0,0 0 0 0 0,1 0 0 0 0,0 0 0 0 0,0-1 0 0 0,0 1 0 0 0,0-1 0 0 0,0 1 0 0 0,1-1 0 0 0,-1 1 0 0 0,1-1 0 0 0,0 0 0 0 0,0 0 0 0 0,0-5 0 0 0,0-1-208 0 0,1 0 1 0 0,0 0-1 0 0,0 0 1 0 0,1 0-1 0 0,0 0 1 0 0,5-15-1 0 0,-2 8-143 0 0,1 0-1 0 0,1 1 1 0 0,1 0-1 0 0,1 0 1 0 0,0 0-1 0 0,0 1 1 0 0,2 1-1 0 0,15-20 0 0 0,0 7-1871 0 0,-12 13-2476 0 0</inkml:trace>
</inkml:ink>
</file>

<file path=ppt/ink/ink2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9.3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38 3225 0 0,'0'-1'178'0'0,"1"1"1"0"0,-1-1 0 0 0,0 0 0 0 0,0 1-1 0 0,0-1 1 0 0,0 0 0 0 0,1 1 0 0 0,-1-1-1 0 0,0 1 1 0 0,0-1 0 0 0,1 1 0 0 0,-1-1-1 0 0,1 1 1 0 0,-1-1 0 0 0,0 1 0 0 0,1-1-1 0 0,-1 1 1 0 0,1-1 0 0 0,-1 1 0 0 0,1 0-1 0 0,-1-1 1 0 0,1 1 0 0 0,0 0-1 0 0,-1-1 1 0 0,1 1 0 0 0,-1 0 0 0 0,1 0-1 0 0,0-1 1 0 0,-1 1 0 0 0,1 0 0 0 0,-1 0-1 0 0,1 0 1 0 0,0 0 0 0 0,-1 0 0 0 0,1 0-1 0 0,0 0 1 0 0,-1 0 0 0 0,2 0 0 0 0,22 6 3291 0 0,-17-1-3121 0 0,-1-1 1 0 0,0 1 0 0 0,0 0 0 0 0,0 1 0 0 0,-1-1-1 0 0,0 1 1 0 0,0 0 0 0 0,0 1 0 0 0,6 9 0 0 0,3 11 80 0 0,13 33 1 0 0,10 18 68 0 0,-39-83-217 0 0,1 0 0 0 0,-1-1-1 0 0,1 1 1 0 0,0-1 0 0 0,0 0 0 0 0,1 1 0 0 0,0-1-1 0 0,0 0 1 0 0,1-6 0 0 0,6-59-93 0 0,4 9-956 0 0,-1 21-5211 0 0,-2 18-382 0 0</inkml:trace>
</inkml:ink>
</file>

<file path=ppt/ink/ink2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9.4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12483 0 0,'0'0'0'0'0</inkml:trace>
</inkml:ink>
</file>

<file path=ppt/ink/ink2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9.9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0 373 3225 0 0,'18'-16'1064'0'0,"-12"6"-447"0"0,0-1 0 0 0,-1 0 0 0 0,-1 0 0 0 0,0-1 0 0 0,0 1 0 0 0,2-13-1 0 0,-5 18-495 0 0,0 0 1 0 0,0-1-1 0 0,0 1 0 0 0,-1 0 0 0 0,0 0 0 0 0,0 0 0 0 0,-1 0 0 0 0,0 0 0 0 0,0 0 0 0 0,0-1 0 0 0,-1 2 0 0 0,0-1 0 0 0,-4-11 0 0 0,6 17-83 0 0,0 0-1 0 0,0 0 0 0 0,0-1 1 0 0,0 1-1 0 0,0 0 1 0 0,0 0-1 0 0,0 0 0 0 0,0-1 1 0 0,0 1-1 0 0,-1 0 1 0 0,1 0-1 0 0,0 0 0 0 0,0-1 1 0 0,0 1-1 0 0,0 0 1 0 0,0 0-1 0 0,0 0 0 0 0,0 0 1 0 0,0-1-1 0 0,-1 1 0 0 0,1 0 1 0 0,0 0-1 0 0,0 0 1 0 0,0 0-1 0 0,0 0 0 0 0,-1 0 1 0 0,1-1-1 0 0,0 1 1 0 0,0 0-1 0 0,0 0 0 0 0,0 0 1 0 0,-1 0-1 0 0,1 0 1 0 0,0 0-1 0 0,0 0 0 0 0,0 0 1 0 0,-1 0-1 0 0,1 0 1 0 0,0 0-1 0 0,0 0 0 0 0,-1 0 1 0 0,1 0-1 0 0,0 0 1 0 0,0 0-1 0 0,0 0 0 0 0,0 0 1 0 0,-1 0-1 0 0,1 0 0 0 0,-2 13 987 0 0,4 16-475 0 0,-1-21-550 0 0,0 3-142 0 0,1 1 0 0 0,0 0 0 0 0,0-1 0 0 0,2 0 0 0 0,5 16-1 0 0,-7-24 129 0 0,0 1 0 0 0,0-1 0 0 0,0 0 0 0 0,1 0 0 0 0,-1 0 0 0 0,1-1 0 0 0,-1 1-1 0 0,1 0 1 0 0,0-1 0 0 0,0 0 0 0 0,0 0 0 0 0,0 0 0 0 0,1 0 0 0 0,-1 0 0 0 0,1-1-1 0 0,-1 1 1 0 0,1-1 0 0 0,-1 0 0 0 0,1 0 0 0 0,0 0 0 0 0,3 0 0 0 0,-1-1 5 0 0,-1 1-1 0 0,0-1 1 0 0,0 0 0 0 0,0-1 0 0 0,1 1 0 0 0,-1-1 0 0 0,0 0 0 0 0,0 0-1 0 0,0-1 1 0 0,0 1 0 0 0,0-1 0 0 0,0 0 0 0 0,-1 0 0 0 0,1-1 0 0 0,-1 0 0 0 0,1 0-1 0 0,-1 0 1 0 0,0 0 0 0 0,0 0 0 0 0,0-1 0 0 0,-1 0 0 0 0,1 0 0 0 0,-1 0 0 0 0,4-6-1 0 0,6-10 18 0 0,-1 0 0 0 0,-1-1 0 0 0,17-44 0 0 0,-24 54 187 0 0,-3 9-174 0 0,1-4 106 0 0,0 0 0 0 0,1 1 0 0 0,-1-1 0 0 0,1 1 1 0 0,0 0-1 0 0,8-9 0 0 0,-11 13-97 0 0,1 0 1 0 0,0 1-1 0 0,-1-1 1 0 0,1 1-1 0 0,0-1 1 0 0,0 1-1 0 0,0-1 0 0 0,0 1 1 0 0,-1-1-1 0 0,1 1 1 0 0,0 0-1 0 0,0 0 0 0 0,0-1 1 0 0,0 1-1 0 0,0 0 1 0 0,0 0-1 0 0,0 0 1 0 0,0 0-1 0 0,2 0 0 0 0,-1 1 9 0 0,0-1 0 0 0,-1 1 0 0 0,1 0 0 0 0,0 0 0 0 0,0 0 0 0 0,0 0 0 0 0,-1 0 0 0 0,1 0-1 0 0,0 1 1 0 0,-1-1 0 0 0,1 1 0 0 0,2 2 0 0 0,9 12 1193 0 0,21 34-1 0 0,-24-35-952 0 0,0 1-1 0 0,1-2 1 0 0,13 15 0 0 0,-23-28-283 0 0,-1-1 1 0 0,1 1-1 0 0,0 0 1 0 0,-1 0 0 0 0,1 0-1 0 0,0 0 1 0 0,-1-1 0 0 0,1 1-1 0 0,0 0 1 0 0,0-1 0 0 0,0 1-1 0 0,0-1 1 0 0,0 1 0 0 0,-1-1-1 0 0,1 1 1 0 0,0-1-1 0 0,0 1 1 0 0,0-1 0 0 0,0 0-1 0 0,0 0 1 0 0,0 0 0 0 0,0 1-1 0 0,1-1 1 0 0,-1 0 0 0 0,0 0-1 0 0,0 0 1 0 0,0 0 0 0 0,0-1-1 0 0,2 1 1 0 0,-1-2-19 0 0,-1-1-1 0 0,1 1 1 0 0,0 0 0 0 0,-1-1-1 0 0,0 1 1 0 0,1-1 0 0 0,-1 1 0 0 0,0-1-1 0 0,0 0 1 0 0,1-4 0 0 0,18-72-331 0 0,-17 58 290 0 0,2 1 1 0 0,1 0-1 0 0,0 1 0 0 0,12-25 1 0 0,-17 42 73 0 0,0-1 1 0 0,1 1 0 0 0,-1 0 0 0 0,1-1-1 0 0,0 1 1 0 0,-1 0 0 0 0,1 0-1 0 0,0 0 1 0 0,0 1 0 0 0,1-1 0 0 0,-1 0-1 0 0,0 1 1 0 0,0-1 0 0 0,5-1 0 0 0,-6 3 24 0 0,0 0 0 0 0,0-1 0 0 0,1 1 0 0 0,-1 0 0 0 0,0 0 0 0 0,1 0 0 0 0,-1 0 0 0 0,0 0 0 0 0,0 0 0 0 0,1 1 0 0 0,-1-1 0 0 0,0 0 0 0 0,0 1 0 0 0,0-1 0 0 0,1 1 0 0 0,-1-1 0 0 0,0 1 0 0 0,0-1 0 0 0,0 1 0 0 0,0 0 0 0 0,0 0 0 0 0,0-1 0 0 0,0 1 0 0 0,0 0 0 0 0,0 0 0 0 0,-1 0 0 0 0,1 0 0 0 0,0 0 0 0 0,0 0 0 0 0,-1 0 0 0 0,1 0 0 0 0,-1 1 0 0 0,1 0 0 0 0,20 46 1168 0 0,-4-6-1832 0 0,-3-17-4321 0 0</inkml:trace>
</inkml:ink>
</file>

<file path=ppt/ink/ink2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0.1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14 10594 0 0,'0'-1'58'0'0,"0"1"1"0"0,0-1-1 0 0,0 1 0 0 0,0-1 0 0 0,0 1 0 0 0,0-1 0 0 0,0 1 1 0 0,0-1-1 0 0,0 1 0 0 0,0-1 0 0 0,0 1 0 0 0,0 0 1 0 0,1-1-1 0 0,-1 1 0 0 0,0-1 0 0 0,0 1 0 0 0,1-1 0 0 0,-1 1 1 0 0,0 0-1 0 0,1-1 0 0 0,-1 1 0 0 0,0-1 0 0 0,1 1 0 0 0,-1 0 1 0 0,1 0-1 0 0,-1-1 0 0 0,0 1 0 0 0,1 0 0 0 0,-1 0 0 0 0,1-1 1 0 0,-1 1-1 0 0,1 0 0 0 0,-1 0 0 0 0,1 0 0 0 0,-1 0 0 0 0,1 0 1 0 0,-1 0-1 0 0,1 0 0 0 0,-1 0 0 0 0,1 0 0 0 0,1 0 119 0 0,0 1 0 0 0,0 0 0 0 0,-1 1 0 0 0,1-1-1 0 0,0 0 1 0 0,-1 0 0 0 0,1 1 0 0 0,-1-1 0 0 0,0 1 0 0 0,3 2-1 0 0,25 43 2728 0 0,42 119 287 0 0,-7 3-3854 0 0,-46-121-329 0 0,-8-16 320 0 0</inkml:trace>
</inkml:ink>
</file>

<file path=ppt/ink/ink2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0.3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0 115 6913 0 0,'3'-5'305'0'0,"-2"3"63"0"0,3-2-296 0 0,0-1-72 0 0,-1 3 0 0 0,1-1 0 0 0,3-1 96 0 0,6-4 0 0 0,7-6 0 0 0,9-1 0 0 0,3-2-96 0 0,-1 3 0 0 0,1 2 0 0 0,-3 2 0 0 0</inkml:trace>
</inkml:ink>
</file>

<file path=ppt/ink/ink2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1.1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188 3 6913 0 0,'-3'-1'128'0'0,"1"1"-1"0"0,-1-1 1 0 0,0 1-1 0 0,0 0 0 0 0,0 0 1 0 0,1 0-1 0 0,-1 0 1 0 0,0 0-1 0 0,0 0 1 0 0,1 1-1 0 0,-1-1 0 0 0,0 1 1 0 0,1 0-1 0 0,-1 0 1 0 0,-5 2-1 0 0,-36 23 1789 0 0,35-18-1684 0 0,0 1 1 0 0,1 0-1 0 0,0 1 0 0 0,0 0 1 0 0,1 0-1 0 0,1 0 1 0 0,0 1-1 0 0,0 0 1 0 0,1 0-1 0 0,0 1 1 0 0,1-1-1 0 0,1 1 0 0 0,0 0 1 0 0,0 0-1 0 0,1 0 1 0 0,-1 25-1 0 0,3-35-289 0 0,0 1 0 0 0,0 0 0 0 0,1-1 1 0 0,-1 1-1 0 0,0 0 0 0 0,1-1 0 0 0,0 1 0 0 0,0-1 0 0 0,0 1 0 0 0,0-1 0 0 0,0 1 0 0 0,0-1 1 0 0,0 0-1 0 0,1 0 0 0 0,-1 1 0 0 0,1-1 0 0 0,0 0 0 0 0,0 0 0 0 0,0-1 0 0 0,0 1 0 0 0,0 0 1 0 0,0-1-1 0 0,0 1 0 0 0,0-1 0 0 0,1 1 0 0 0,-1-1 0 0 0,0 0 0 0 0,1 0 0 0 0,4 1 0 0 0,-5-2-8 0 0,1 1-1 0 0,0-1 0 0 0,0 0 0 0 0,0-1 0 0 0,-1 1 0 0 0,1 0 0 0 0,0-1 0 0 0,0 1 1 0 0,-1-1-1 0 0,1 0 0 0 0,0 0 0 0 0,-1 0 0 0 0,1 0 0 0 0,-1 0 0 0 0,1-1 0 0 0,-1 1 0 0 0,0-1 1 0 0,1 0-1 0 0,-1 1 0 0 0,0-1 0 0 0,0 0 0 0 0,0 0 0 0 0,0-1 0 0 0,-1 1 0 0 0,1 0 1 0 0,-1 0-1 0 0,3-5 0 0 0,24-53-715 0 0,-21 41 956 0 0,2 1 0 0 0,0 0 0 0 0,22-32-1 0 0,-30 49-103 0 0,0 0 0 0 0,0-1 0 0 0,0 1-1 0 0,0 0 1 0 0,0 0 0 0 0,0-1-1 0 0,0 1 1 0 0,1 0 0 0 0,-1 0-1 0 0,0 0 1 0 0,1 1 0 0 0,-1-1 0 0 0,1 0-1 0 0,-1 0 1 0 0,1 1 0 0 0,-1-1-1 0 0,1 1 1 0 0,-1-1 0 0 0,1 1-1 0 0,0 0 1 0 0,-1 0 0 0 0,4-1 0 0 0,-3 2 40 0 0,0 0-1 0 0,-1-1 1 0 0,1 1 0 0 0,0 0 0 0 0,0 0 0 0 0,-1 0 0 0 0,1 0 0 0 0,0 0 0 0 0,-1 1 0 0 0,0-1-1 0 0,1 0 1 0 0,-1 1 0 0 0,1-1 0 0 0,-1 1 0 0 0,0 0 0 0 0,1 1 0 0 0,5 10 598 0 0,0 1 0 0 0,-1 0 1 0 0,9 28-1 0 0,-12-31-528 0 0,1-2-138 0 0,-1 0 1 0 0,-1 0 0 0 0,1 1-1 0 0,-2-1 1 0 0,1 1 0 0 0,-1-1-1 0 0,-1 1 1 0 0,1-1 0 0 0,-2 1-1 0 0,1-1 1 0 0,-1 1-1 0 0,-1-1 1 0 0,0 1 0 0 0,0-1-1 0 0,-1 0 1 0 0,0 0 0 0 0,-1 0-1 0 0,1 0 1 0 0,-2-1 0 0 0,1 1-1 0 0,-1-1 1 0 0,-1 0 0 0 0,1-1-1 0 0,-1 1 1 0 0,-1-1-1 0 0,1 0 1 0 0,-1 0 0 0 0,-15 10-1 0 0,0-1-1884 0 0</inkml:trace>
</inkml:ink>
</file>

<file path=ppt/ink/ink2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1.5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76 1 6913 0 0,'-7'-1'3075'0'0,"-7"6"-1662"0"0,9 0-1237 0 0,0 0 0 0 0,0 1-1 0 0,1-1 1 0 0,-1 1 0 0 0,1 0-1 0 0,0 0 1 0 0,1 0 0 0 0,0 0 0 0 0,0 1-1 0 0,0-1 1 0 0,1 1 0 0 0,0 0-1 0 0,0 0 1 0 0,0 0 0 0 0,1 0 0 0 0,0 0-1 0 0,1 0 1 0 0,-1 0 0 0 0,2 10 0 0 0,-1-10-29 0 0,0 0 0 0 0,0 0 0 0 0,1 0 0 0 0,0 0 1 0 0,1 0-1 0 0,-1 0 0 0 0,1 0 0 0 0,1 0 0 0 0,-1-1 1 0 0,1 1-1 0 0,0-1 0 0 0,1 1 0 0 0,-1-1 1 0 0,1 0-1 0 0,1-1 0 0 0,-1 1 0 0 0,1-1 0 0 0,0 0 1 0 0,7 6-1 0 0,-9-9-140 0 0,0 0 0 0 0,0 0-1 0 0,0 0 1 0 0,0-1 0 0 0,0 1 0 0 0,0-1 0 0 0,1 0 0 0 0,-1 0 0 0 0,0 0-1 0 0,1 0 1 0 0,-1-1 0 0 0,1 1 0 0 0,-1-1 0 0 0,1 0 0 0 0,-1 0 0 0 0,1 0-1 0 0,-1-1 1 0 0,1 1 0 0 0,-1-1 0 0 0,0 0 0 0 0,1 1 0 0 0,-1-2 0 0 0,0 1-1 0 0,1 0 1 0 0,-1-1 0 0 0,0 1 0 0 0,0-1 0 0 0,0 0 0 0 0,-1 0 0 0 0,1 0-1 0 0,0-1 1 0 0,-1 1 0 0 0,1-1 0 0 0,3-4 0 0 0,-2 2 5 0 0,-1 0 0 0 0,0 0 0 0 0,0 0 0 0 0,0 0 0 0 0,-1-1 0 0 0,0 1 0 0 0,0-1 0 0 0,0 0 0 0 0,0 1 0 0 0,-1-1 0 0 0,0 0 0 0 0,-1 0 0 0 0,1 0 0 0 0,-1 0 0 0 0,0 0 0 0 0,0 0 0 0 0,-1 0 0 0 0,0 0 0 0 0,-3-11 0 0 0,1 9-209 0 0,0 0 0 0 0,-1 0 0 0 0,0 1-1 0 0,0-1 1 0 0,-1 1 0 0 0,-10-14 0 0 0,12 19 30 0 0,1-1 1 0 0,-1 0-1 0 0,1 1 0 0 0,-1-1 1 0 0,0 1-1 0 0,0 0 0 0 0,0 0 1 0 0,0 0-1 0 0,0 0 0 0 0,-1 0 1 0 0,1 1-1 0 0,-1 0 1 0 0,1-1-1 0 0,-1 1 0 0 0,1 0 1 0 0,-1 1-1 0 0,0-1 0 0 0,-6 0 1 0 0</inkml:trace>
</inkml:ink>
</file>

<file path=ppt/ink/ink2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1.7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3225 0 0,'17'7'7572'0'0,"-15"-5"-7098"0"0,13 21 2908 0 0,6 34-2200 0 0,-17-41-67 0 0,4 8-426 0 0,0 2-2813 0 0,-10-48-610 0 0,-1 10 1758 0 0,1-3-187 0 0</inkml:trace>
</inkml:ink>
</file>

<file path=ppt/ink/ink2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2.0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5 9218 0 0,'-2'-1'816'0'0,"-3"-2"680"0"0,4 3-1688 0 0,1 3-416 0 0,18 19 216 0 0</inkml:trace>
</inkml:ink>
</file>

<file path=ppt/ink/ink2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2.4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52 9218 0 0,'2'5'440'0'0,"-1"1"1"0"0,0-1-1 0 0,1 1 0 0 0,0-1 1 0 0,5 9-1 0 0,-1 1 56 0 0,31 114 2165 0 0,-37-135-2693 0 0,0 0 1 0 0,0 0 0 0 0,1 0 0 0 0,0 0 0 0 0,0 0 0 0 0,0 0 0 0 0,4-8 0 0 0,18-52-89 0 0,-17 54 102 0 0,0 0-1 0 0,1 0 0 0 0,0 1 0 0 0,11-12 0 0 0,-15 19 141 0 0,0 0 1 0 0,0 0-1 0 0,0 1 0 0 0,1 0 1 0 0,-1 0-1 0 0,1 0 0 0 0,0 0 1 0 0,0 0-1 0 0,0 1 0 0 0,0 0 1 0 0,1 0-1 0 0,-1 0 0 0 0,1 0 1 0 0,-1 0-1 0 0,6 0 1 0 0,-9 2-33 0 0,1 0 0 0 0,-1 0 0 0 0,0 0 0 0 0,0 1 0 0 0,1-1 0 0 0,-1 0 0 0 0,0 1 0 0 0,0-1 0 0 0,1 1 0 0 0,-1-1 0 0 0,0 1 0 0 0,0-1 0 0 0,0 1 0 0 0,0 0 0 0 0,0 0 0 0 0,0 0 0 0 0,0-1 0 0 0,0 1 0 0 0,0 0 0 0 0,-1 0 0 0 0,1 0 0 0 0,0 0 0 0 0,0 2 0 0 0,17 32 316 0 0,-6-10-2298 0 0</inkml:trace>
</inkml:ink>
</file>

<file path=ppt/ink/ink2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3.1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12 1376 0 0,'-1'-1'165'0'0,"1"0"-1"0"0,-1 0 1 0 0,0 0 0 0 0,-1 1-1 0 0,1-1 1 0 0,0 0-1 0 0,0 0 1 0 0,0 0-1 0 0,0 1 1 0 0,-1-1 0 0 0,1 1-1 0 0,0-1 1 0 0,0 1-1 0 0,-1-1 1 0 0,1 1 0 0 0,0 0-1 0 0,-1 0 1 0 0,1-1-1 0 0,-3 1 1 0 0,2 1 163 0 0,-1 0 1 0 0,1-1-1 0 0,0 1 1 0 0,0 0-1 0 0,0 0 1 0 0,0 0-1 0 0,1 1 1 0 0,-1-1-1 0 0,0 0 1 0 0,0 1-1 0 0,1-1 0 0 0,-3 3 1 0 0,-3 5 104 0 0,0 0 0 0 0,1 0-1 0 0,0 0 1 0 0,1 1 0 0 0,-1 0 0 0 0,2 0 0 0 0,0 0 0 0 0,0 0-1 0 0,1 1 1 0 0,0 0 0 0 0,1 0 0 0 0,0 0 0 0 0,0 0 0 0 0,2 0-1 0 0,-1 0 1 0 0,1 0 0 0 0,3 20 0 0 0,-2-27-438 0 0,1-1 0 0 0,-1 1 0 0 0,1-1 0 0 0,0 0 0 0 0,0 0 0 0 0,0 0 0 0 0,0 0 0 0 0,1 0 0 0 0,4 4 1 0 0,-7-6-26 0 0,1-1 0 0 0,-1 1 0 0 0,1 0 1 0 0,-1-1-1 0 0,1 0 0 0 0,0 1 0 0 0,-1-1 1 0 0,1 1-1 0 0,-1-1 0 0 0,1 0 1 0 0,0 1-1 0 0,-1-1 0 0 0,1 0 0 0 0,0 0 1 0 0,-1 0-1 0 0,1 1 0 0 0,0-1 0 0 0,0 0 1 0 0,-1 0-1 0 0,1 0 0 0 0,0 0 1 0 0,-1 0-1 0 0,1 0 0 0 0,0 0 0 0 0,0-1 1 0 0,-1 1-1 0 0,1 0 0 0 0,0 0 0 0 0,-1 0 1 0 0,1-1-1 0 0,0 1 0 0 0,-1 0 1 0 0,1-1-1 0 0,-1 1 0 0 0,1-1 0 0 0,0 1 1 0 0,-1 0-1 0 0,1-1 0 0 0,-1 1 0 0 0,1-1 1 0 0,-1 0-1 0 0,0 1 0 0 0,1-1 1 0 0,-1 1-1 0 0,1-1 0 0 0,-1 0 0 0 0,0 1 1 0 0,0-1-1 0 0,1 0 0 0 0,-1 1 0 0 0,0-1 1 0 0,0 0-1 0 0,0 1 0 0 0,0-2 1 0 0,5-13 408 0 0,-2 5-77 0 0,0 1-1 0 0,0 0 1 0 0,0 0 0 0 0,1 0-1 0 0,1 1 1 0 0,0-1-1 0 0,0 1 1 0 0,12-15 0 0 0,-17 22-339 0 0,1 1 0 0 0,-1-1 0 0 0,1 0 0 0 0,-1 0 0 0 0,1 1 0 0 0,-1-1 0 0 0,1 1 0 0 0,0-1 0 0 0,-1 0 0 0 0,1 1 0 0 0,0-1 0 0 0,0 1 0 0 0,-1-1 0 0 0,1 1 0 0 0,0 0 0 0 0,0-1 0 0 0,0 1 0 0 0,0 0 0 0 0,-1 0 0 0 0,1 0 0 0 0,0-1 0 0 0,0 1 0 0 0,0 0 1 0 0,0 0-1 0 0,0 0 0 0 0,0 0 0 0 0,0 0 0 0 0,-1 1 0 0 0,1-1 0 0 0,0 0 0 0 0,0 0 0 0 0,0 0 0 0 0,0 1 0 0 0,-1-1 0 0 0,1 1 0 0 0,0-1 0 0 0,0 0 0 0 0,0 1 0 0 0,-1-1 0 0 0,1 1 0 0 0,0 0 0 0 0,0 0 0 0 0,1 1-148 0 0,-1-2 156 0 0,-1 0 1 0 0,0 0 0 0 0,0 0-1 0 0,0 1 1 0 0,1-1 0 0 0,-1 0-1 0 0,0 0 1 0 0,0 0 0 0 0,1 0-1 0 0,-1 0 1 0 0,0 1 0 0 0,1-1-1 0 0,-1 0 1 0 0,0 0 0 0 0,0 0-1 0 0,1 0 1 0 0,-1 0 0 0 0,0 0-1 0 0,1 0 1 0 0,-1 0 0 0 0,0 0 0 0 0,0 0-1 0 0,1 0 1 0 0,-1 0 0 0 0,0 0-1 0 0,0 0 1 0 0,1-1 0 0 0,-1 1-1 0 0,0 0 1 0 0,1 0 0 0 0,-1 0-1 0 0,0 0 1 0 0,0 0 0 0 0,0-1-1 0 0,1 1 1 0 0,-1 0 0 0 0,0 0-1 0 0,0 0 1 0 0,0-1 0 0 0,1 1 0 0 0,-1 0-1 0 0,0-1 1 0 0,11-4-780 0 0,-8 5 1043 0 0,-1 1 1 0 0,0 0-1 0 0,0 0 1 0 0,0 0-1 0 0,0 0 1 0 0,1 0-1 0 0,-1 1 1 0 0,-1-1-1 0 0,1 1 1 0 0,0-1-1 0 0,0 1 1 0 0,0 0-1 0 0,-1-1 1 0 0,1 1-1 0 0,-1 0 1 0 0,0 0-1 0 0,2 3 1 0 0,24 42 242 0 0,-24-42-217 0 0,13 28 205 0 0,-1 0 0 0 0,-2 1 0 0 0,14 54 0 0 0,-22-70-421 0 0,-2 0 1 0 0,0 1 0 0 0,-1-1 0 0 0,-1 1-1 0 0,0-1 1 0 0,-2 1 0 0 0,0-1 0 0 0,-7 34-1 0 0,6-44 32 0 0,0 0 0 0 0,-1 0-1 0 0,-1-1 1 0 0,1 1 0 0 0,-1-1-1 0 0,-1 0 1 0 0,-6 10 0 0 0,9-15-58 0 0,0 1 1 0 0,0-1 0 0 0,0 1 0 0 0,0-1 0 0 0,-1 0 0 0 0,1 0 0 0 0,-1 0 0 0 0,1 0 0 0 0,-1-1 0 0 0,1 1 0 0 0,-1-1 0 0 0,0 1 0 0 0,0-1 0 0 0,0 0 0 0 0,0 0 0 0 0,0 0 0 0 0,0 0 0 0 0,0-1 0 0 0,0 0 0 0 0,0 1 0 0 0,0-1 0 0 0,-5 0 0 0 0,6-1-122 0 0,1 1 1 0 0,-1-1 0 0 0,1 1 0 0 0,-1-1 0 0 0,1 0-1 0 0,-1 0 1 0 0,1 0 0 0 0,0 0 0 0 0,-1 0 0 0 0,1 0-1 0 0,0 0 1 0 0,0 0 0 0 0,0 0 0 0 0,0 0 0 0 0,0-1-1 0 0,0 1 1 0 0,0 0 0 0 0,0-1 0 0 0,0 1 0 0 0,1 0-1 0 0,-1-1 1 0 0,1 1 0 0 0,-1-1 0 0 0,0-2 0 0 0,-2-17-7182 0 0</inkml:trace>
</inkml:ink>
</file>

<file path=ppt/ink/ink2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3.6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69 0 7370 0 0,'-2'1'412'0'0,"0"-1"-1"0"0,0 1 1 0 0,0-1 0 0 0,0 1 0 0 0,0 0 0 0 0,0 0 0 0 0,0 0 0 0 0,0 0 0 0 0,0 1 0 0 0,0-1 0 0 0,1 0 0 0 0,-1 1 0 0 0,1-1 0 0 0,-1 1 0 0 0,1-1 0 0 0,-1 1 0 0 0,-1 3 0 0 0,-19 33 1537 0 0,19-28-1726 0 0,0 1 0 0 0,1 0 1 0 0,0 0-1 0 0,1 0 0 0 0,0 1 0 0 0,1-1 0 0 0,0 0 0 0 0,1 0 0 0 0,0 0 0 0 0,1 1 0 0 0,0-1 1 0 0,0 0-1 0 0,1-1 0 0 0,7 16 0 0 0,5 13 29 0 0,2-2 0 0 0,34 55 1 0 0,41 47-1110 0 0,-74-116-1652 0 0,37 36-1 0 0,-43-47 823 0 0</inkml:trace>
</inkml:ink>
</file>

<file path=ppt/ink/ink2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3.8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1 251 5529 0 0,'2'-6'488'0'0,"2"1"-392"0"0,2-1-96 0 0,-2 2 0 0 0,2 0 480 0 0,3-4 65 0 0,10-6 23 0 0,12-11 0 0 0,7-4-168 0 0,4-3-32 0 0,-5 6-8 0 0,-6 3 0 0 0,-3 6-624 0 0,-3 2-128 0 0,-2 3-24 0 0,-2-2-8 0 0,-1 3 328 0 0</inkml:trace>
</inkml:ink>
</file>

<file path=ppt/ink/ink2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4.1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 8754 0 0,'-2'2'262'0'0,"-1"1"-1"0"0,0 0 1 0 0,1-1 0 0 0,0 1-1 0 0,-1 1 1 0 0,1-1 0 0 0,0 0-1 0 0,1 0 1 0 0,-1 1 0 0 0,1-1-1 0 0,-1 1 1 0 0,1 0 0 0 0,-1 5-1 0 0,-9 53 1843 0 0,10-52-1638 0 0,0-5-226 0 0,0 1-1 0 0,1 0 0 0 0,0 0 1 0 0,0 0-1 0 0,1 0 0 0 0,0-1 1 0 0,0 1-1 0 0,0 0 0 0 0,0 0 1 0 0,1-1-1 0 0,0 1 0 0 0,4 7 1 0 0,-5-11-164 0 0,1 0 0 0 0,-1 0 1 0 0,0 0-1 0 0,1 0 1 0 0,0 0-1 0 0,0-1 1 0 0,-1 1-1 0 0,1 0 0 0 0,0-1 1 0 0,0 1-1 0 0,0-1 1 0 0,0 0-1 0 0,1 0 1 0 0,-1 0-1 0 0,0 0 1 0 0,1 0-1 0 0,-1 0 0 0 0,0 0 1 0 0,1-1-1 0 0,-1 1 1 0 0,1-1-1 0 0,-1 0 1 0 0,1 0-1 0 0,-1 0 0 0 0,1 0 1 0 0,-1 0-1 0 0,0 0 1 0 0,1-1-1 0 0,-1 1 1 0 0,1-1-1 0 0,2-1 0 0 0,-2 2-52 0 0,0-1-1 0 0,-1 0 1 0 0,1 0-1 0 0,-1 0 1 0 0,1 0-1 0 0,-1 0 1 0 0,0-1 0 0 0,1 1-1 0 0,-1-1 1 0 0,0 1-1 0 0,0-1 1 0 0,0 0-1 0 0,0 0 1 0 0,0 0-1 0 0,-1 0 1 0 0,1 0-1 0 0,0 0 1 0 0,-1 0-1 0 0,0-1 1 0 0,1 1-1 0 0,-1 0 1 0 0,0-1-1 0 0,0 0 1 0 0,-1 1-1 0 0,1-1 1 0 0,0 1-1 0 0,-1-1 1 0 0,1 0-1 0 0,-1 1 1 0 0,0-1-1 0 0,0 0 1 0 0,0 1-1 0 0,0-1 1 0 0,-1 0-1 0 0,1 1 1 0 0,-1-1 0 0 0,1 0-1 0 0,-3-4 1 0 0,0-3-24 0 0,-1 0 0 0 0,-1 0 0 0 0,1 1 0 0 0,-2-1 0 0 0,1 1 0 0 0,-1 0 0 0 0,-1 0 0 0 0,-8-10 0 0 0,4 9-459 0 0,2 1-188 0 0</inkml:trace>
</inkml:ink>
</file>

<file path=ppt/ink/ink2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4.4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22 9674 0 0,'2'-2'524'0'0,"1"0"1"0"0,0 0-1 0 0,0 0 0 0 0,0 0 1 0 0,0 0-1 0 0,1 0 0 0 0,-1 1 0 0 0,0 0 1 0 0,1-1-1 0 0,-1 1 0 0 0,1 1 1 0 0,-1-1-1 0 0,1 0 0 0 0,4 1 0 0 0,-8 4 638 0 0</inkml:trace>
</inkml:ink>
</file>

<file path=ppt/ink/ink2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4.8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3 269 10594 0 0,'-1'-1'96'0'0,"1"0"0"0"0,0 0 0 0 0,-1 0 0 0 0,1 0 0 0 0,0 0 1 0 0,0 0-1 0 0,0 0 0 0 0,0 0 0 0 0,0 0 0 0 0,0 0 0 0 0,0 0 0 0 0,0 0 0 0 0,1 0 0 0 0,-1 0 0 0 0,0 0 0 0 0,0 0 0 0 0,1 0 0 0 0,-1 0 0 0 0,1 1 0 0 0,-1-1 0 0 0,1 0 0 0 0,-1 0 0 0 0,1 0 0 0 0,0 0 0 0 0,-1 1 0 0 0,1-1 0 0 0,0 0 0 0 0,-1 1 0 0 0,1-1 0 0 0,0 0 1 0 0,0 1-1 0 0,0-1 0 0 0,0 1 0 0 0,-1 0 0 0 0,1-1 0 0 0,0 1 0 0 0,0-1 0 0 0,0 1 0 0 0,1 0 0 0 0,2-2 177 0 0,0 1 1 0 0,0 0-1 0 0,0 0 1 0 0,-1 0-1 0 0,1 0 1 0 0,0 1-1 0 0,0-1 0 0 0,0 1 1 0 0,4 1-1 0 0,2 1 31 0 0,-1 1 0 0 0,0 0-1 0 0,-1 0 1 0 0,1 1 0 0 0,-1 1-1 0 0,1-1 1 0 0,-1 1 0 0 0,0 1-1 0 0,-1-1 1 0 0,14 14-1 0 0,-6-5 89 0 0,-1 1 0 0 0,-1 1-1 0 0,23 33 1 0 0,-26-26-301 0 0,-9-14 48 0 0,-6-11 535 0 0,1-4-614 0 0,1 0 1 0 0,0 0-1 0 0,1-1 0 0 0,-1 1 0 0 0,1-1 1 0 0,1 1-1 0 0,-1-1 0 0 0,1 0 1 0 0,0 1-1 0 0,0-15 0 0 0,1 17-35 0 0,-1-16-36 0 0,1 0 0 0 0,0 1 0 0 0,2-1 0 0 0,0 1-1 0 0,2-1 1 0 0,10-34 0 0 0,-10 40-385 0 0,2 0 0 0 0,0 0 0 0 0,15-24-1 0 0,-16 30-352 0 0,1 0 0 0 0,0 0 0 0 0,0 1 0 0 0,1 0 0 0 0,0 0-1 0 0,13-9 1 0 0,-3 5-1042 0 0</inkml:trace>
</inkml:ink>
</file>

<file path=ppt/ink/ink2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5.1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1368 0 0,'-1'2'363'0'0,"0"1"-1"0"0,-1-1 0 0 0,1 1 1 0 0,0-1-1 0 0,1 1 1 0 0,-1-1-1 0 0,0 1 0 0 0,1 0 1 0 0,-1-1-1 0 0,1 1 1 0 0,0 0-1 0 0,0-1 0 0 0,0 1 1 0 0,0 0-1 0 0,0 0 1 0 0,1 2-1 0 0,0 2 665 0 0,0 0-1 0 0,0 0 1 0 0,1 0 0 0 0,0-1 0 0 0,4 9 0 0 0,-4-11-800 0 0,0 0-1 0 0,1-1 1 0 0,-1 1 0 0 0,1-1 0 0 0,0 0 0 0 0,0 0 0 0 0,0 0 0 0 0,1 0 0 0 0,-1 0 0 0 0,1-1 0 0 0,-1 1 0 0 0,1-1 0 0 0,0 0 0 0 0,0 0 0 0 0,0-1 0 0 0,0 1 0 0 0,0-1-1 0 0,1 0 1 0 0,-1 0 0 0 0,0 0 0 0 0,0-1 0 0 0,1 1 0 0 0,-1-1 0 0 0,0 0 0 0 0,1 0 0 0 0,-1 0 0 0 0,0-1 0 0 0,1 0 0 0 0,7-2 0 0 0,-11 2-230 0 0,-1 1 0 0 0,1-1 1 0 0,-1 0-1 0 0,1 1 1 0 0,-1-1-1 0 0,1 0 0 0 0,-1 1 1 0 0,0-1-1 0 0,1 0 1 0 0,-1 0-1 0 0,0 0 0 0 0,0 1 1 0 0,0-1-1 0 0,0 0 0 0 0,1 0 1 0 0,-1 1-1 0 0,0-1 1 0 0,0 0-1 0 0,-1 0 0 0 0,1 0 1 0 0,0 0-1 0 0,0 1 1 0 0,0-1-1 0 0,0 0 0 0 0,-1 0 1 0 0,1 1-1 0 0,0-1 0 0 0,-1 0 1 0 0,1 0-1 0 0,0 1 1 0 0,-1-1-1 0 0,1 0 0 0 0,-1 1 1 0 0,1-1-1 0 0,-1 1 1 0 0,0-1-1 0 0,0 0 0 0 0,-23-29-665 0 0,22 29 585 0 0,-25-27-2890 0 0</inkml:trace>
</inkml:ink>
</file>

<file path=ppt/ink/ink2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5.6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1 104 7834 0 0,'1'-1'287'0'0,"1"0"1"0"0,-1 0 0 0 0,1 0-1 0 0,-1 0 1 0 0,1 0 0 0 0,0 1 0 0 0,-1-1-1 0 0,1 1 1 0 0,0-1 0 0 0,0 1-1 0 0,-1-1 1 0 0,1 1 0 0 0,0 0 0 0 0,0 0-1 0 0,0 0 1 0 0,0 0 0 0 0,-1 0-1 0 0,1 1 1 0 0,0-1 0 0 0,2 1-1 0 0,-1 0-4 0 0,0 1 0 0 0,-1-1 0 0 0,1 1-1 0 0,0 0 1 0 0,-1 0 0 0 0,1 0-1 0 0,-1 0 1 0 0,0 0 0 0 0,0 0-1 0 0,4 6 1 0 0,3 5 115 0 0,0 1 1 0 0,-2 0-1 0 0,11 28 0 0 0,-11-26-197 0 0,-5-12-180 0 0,-1-1-1 0 0,1 1 1 0 0,0-1 0 0 0,0 0 0 0 0,0 1 0 0 0,1-1 0 0 0,3 4 0 0 0,-6-7-20 0 0,0 0 0 0 0,1 0 0 0 0,-1 1 1 0 0,0-1-1 0 0,1 0 0 0 0,-1 0 0 0 0,0 0 1 0 0,0 0-1 0 0,1 1 0 0 0,-1-1 0 0 0,0 0 1 0 0,1 0-1 0 0,-1 0 0 0 0,0 0 0 0 0,1 0 1 0 0,-1 0-1 0 0,0 0 0 0 0,1 0 0 0 0,-1 0 1 0 0,0 0-1 0 0,1 0 0 0 0,-1 0 0 0 0,1 0 1 0 0,-1 0-1 0 0,0 0 0 0 0,1 0 0 0 0,-1 0 0 0 0,0-1 1 0 0,0 1-1 0 0,1 0 0 0 0,8-19-10 0 0,-2-43-488 0 0,-7 52 492 0 0,0-1 1 0 0,1 1-1 0 0,0-1 1 0 0,1 1 0 0 0,0 0-1 0 0,1 0 1 0 0,0 0-1 0 0,1 0 1 0 0,7-15-1 0 0,-10 24 16 0 0,-1 0 0 0 0,1 0 0 0 0,-1 0-1 0 0,1 0 1 0 0,-1 0 0 0 0,1 0 0 0 0,0 0-1 0 0,-1 1 1 0 0,1-1 0 0 0,0 0 0 0 0,0 0-1 0 0,0 1 1 0 0,0-1 0 0 0,0 0 0 0 0,0 1-1 0 0,0-1 1 0 0,0 1 0 0 0,0-1 0 0 0,0 1-1 0 0,0 0 1 0 0,0-1 0 0 0,0 1 0 0 0,0 0-1 0 0,0 0 1 0 0,0 0 0 0 0,0 0 0 0 0,0 0-1 0 0,0 0 1 0 0,1 0 0 0 0,-1 0 0 0 0,0 0-1 0 0,0 0 1 0 0,0 1 0 0 0,0-1 0 0 0,0 0-1 0 0,0 1 1 0 0,0-1 0 0 0,2 2 0 0 0,2 2 151 0 0,1 1-1 0 0,-1-1 1 0 0,0 1 0 0 0,0 1 0 0 0,6 8 0 0 0,-9-11-136 0 0,0 1 0 0 0,1-1 0 0 0,0 0 0 0 0,-1 0 0 0 0,1 0 0 0 0,0 0 1 0 0,1 0-1 0 0,-1-1 0 0 0,0 1 0 0 0,7 2 0 0 0,-8-4-46 0 0,1-1 0 0 0,-1 0 0 0 0,0 0 1 0 0,1 0-1 0 0,-1 0 0 0 0,0 0 0 0 0,1-1 0 0 0,-1 1 0 0 0,0-1 1 0 0,0 1-1 0 0,0-1 0 0 0,1 0 0 0 0,-1 0 0 0 0,0 0 0 0 0,0 0 0 0 0,0 0 1 0 0,0 0-1 0 0,0-1 0 0 0,0 1 0 0 0,-1-1 0 0 0,3-2 0 0 0,4-4-155 0 0,-2 0 0 0 0,1-1 1 0 0,8-14-1 0 0,11-15 28 0 0,-25 37 195 0 0,0 0 0 0 0,1 0 1 0 0,-1 0-1 0 0,0 0 0 0 0,0 0 0 0 0,0 0 0 0 0,1 0 0 0 0,-1 0 1 0 0,0 0-1 0 0,1 1 0 0 0,-1-1 0 0 0,1 1 0 0 0,-1-1 0 0 0,1 1 0 0 0,-1-1 1 0 0,1 1-1 0 0,-1 0 0 0 0,1 0 0 0 0,-1-1 0 0 0,1 1 0 0 0,0 1 1 0 0,-1-1-1 0 0,1 0 0 0 0,-1 0 0 0 0,1 0 0 0 0,2 2 0 0 0,1 0-281 0 0,-1 1-1 0 0,1 0 1 0 0,-1 0-1 0 0,0 0 0 0 0,1 0 1 0 0,4 6-1 0 0,3 3-3627 0 0</inkml:trace>
</inkml:ink>
</file>

<file path=ppt/ink/ink2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6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229 394 7834 0 0,'-1'-4'394'0'0,"-1"0"0"0"0,1 0 0 0 0,-1 0-1 0 0,0 1 1 0 0,-1-1 0 0 0,1 0 0 0 0,-1 1 0 0 0,1 0 0 0 0,-1-1 0 0 0,0 1 0 0 0,0 0 0 0 0,0 1 0 0 0,-1-1 0 0 0,1 0 0 0 0,-1 1 0 0 0,1 0 0 0 0,-6-2 0 0 0,6 2-191 0 0,0 2-1 0 0,-1-1 1 0 0,1 0 0 0 0,0 1-1 0 0,-1-1 1 0 0,1 1 0 0 0,-1 0-1 0 0,1 0 1 0 0,0 1 0 0 0,-1-1 0 0 0,1 1-1 0 0,0-1 1 0 0,0 1 0 0 0,-1 0-1 0 0,1 0 1 0 0,0 1 0 0 0,0-1-1 0 0,0 1 1 0 0,0-1 0 0 0,0 1-1 0 0,0 0 1 0 0,-3 4 0 0 0,-4 3-109 0 0,1 0 1 0 0,0 1-1 0 0,1 0 0 0 0,0 1 1 0 0,1 0-1 0 0,0 0 0 0 0,0 1 1 0 0,2 0-1 0 0,-1 0 0 0 0,1 0 1 0 0,1 0-1 0 0,0 1 0 0 0,1 0 0 0 0,-3 24 1 0 0,6-35-127 0 0,0 0 1 0 0,0 0-1 0 0,0 0 0 0 0,0 0 1 0 0,0 0-1 0 0,0 0 1 0 0,1-1-1 0 0,-1 1 0 0 0,0 0 1 0 0,1 0-1 0 0,0 0 1 0 0,-1 0-1 0 0,1-1 0 0 0,0 1 1 0 0,0 0-1 0 0,1 1 1 0 0,-1-2-36 0 0,0 0 1 0 0,0-1 0 0 0,0 1 0 0 0,0-1 0 0 0,0 1-1 0 0,0-1 1 0 0,0 1 0 0 0,0-1 0 0 0,0 1 0 0 0,0-1-1 0 0,0 0 1 0 0,0 1 0 0 0,0-1 0 0 0,0 0 0 0 0,0 0 0 0 0,0 0-1 0 0,0 0 1 0 0,0 0 0 0 0,0 0 0 0 0,2-1 0 0 0,1 0-130 0 0,0 0 1 0 0,0 0-1 0 0,0-1 0 0 0,0 1 1 0 0,-1-1-1 0 0,1 0 1 0 0,0 0-1 0 0,-1-1 1 0 0,0 1-1 0 0,0-1 1 0 0,1 0-1 0 0,-2 1 0 0 0,5-5 1 0 0,2-7-225 0 0,0 1 0 0 0,-1-1 0 0 0,0 0 0 0 0,-1-1 1 0 0,-1 0-1 0 0,0 0 0 0 0,-1-1 0 0 0,0 1 0 0 0,3-27 0 0 0,-5 21 200 0 0,-1-1 0 0 0,0 0 0 0 0,-2 0 0 0 0,-1 0-1 0 0,0 0 1 0 0,-8-34 0 0 0,3 30 959 0 0,-2 1 0 0 0,-18-43 0 0 0,21 56 240 0 0,-1 1 0 0 0,-1 0-1 0 0,0 0 1 0 0,-11-13 0 0 0,18 24-924 0 0,-2-3 1260 0 0,2 3-1260 0 0,0 0 0 0 0,0 0 0 0 0,0 0-1 0 0,0-1 1 0 0,-1 1 0 0 0,1 0 0 0 0,0 0 0 0 0,0 0-1 0 0,0 0 1 0 0,0 0 0 0 0,-1 0 0 0 0,1 0 0 0 0,0 0 0 0 0,0 0-1 0 0,-2 2 988 0 0,1-2-987 0 0,3 13 1037 0 0,6 17-698 0 0,12 12-141 0 0,1 0-1 0 0,2-1 0 0 0,33 44 0 0 0,-36-60-888 0 0,1 0 0 0 0,0-1 0 0 0,2-1 0 0 0,1-1 0 0 0,37 28 0 0 0,-37-35-6557 0 0</inkml:trace>
</inkml:ink>
</file>

<file path=ppt/ink/ink2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6.5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1 147 2304 0 0,'29'4'6438'0'0,"-23"-1"-5705"0"0,1 0 0 0 0,-1 1-1 0 0,0-1 1 0 0,0 1 0 0 0,0 0 0 0 0,0 1 0 0 0,-1 0 0 0 0,0 0 0 0 0,0 0-1 0 0,8 11 1 0 0,10 9 411 0 0,-22-24-1081 0 0,-1-1 0 0 0,1 1 0 0 0,-1 0 0 0 0,1-1 0 0 0,-1 1 0 0 0,1-1 0 0 0,-1 1 0 0 0,1 0 0 0 0,-1-1 0 0 0,1 0 0 0 0,0 1 0 0 0,-1-1 0 0 0,1 1 1 0 0,0-1-1 0 0,0 0 0 0 0,-1 1 0 0 0,1-1 0 0 0,0 0 0 0 0,0 0 0 0 0,-1 1 0 0 0,1-1 0 0 0,0 0 0 0 0,0 0 0 0 0,0 0 0 0 0,-1 0 0 0 0,1 0 1 0 0,0 0-1 0 0,0 0 0 0 0,0-1 0 0 0,0 0 33 0 0,0 0-1 0 0,0 0 1 0 0,-1 0 0 0 0,1 0 0 0 0,-1 0 0 0 0,1 0 0 0 0,-1 0 0 0 0,1 0-1 0 0,-1-1 1 0 0,0 1 0 0 0,1 0 0 0 0,-1 0 0 0 0,0 0 0 0 0,0-1 0 0 0,0 1-1 0 0,0-2 1 0 0,-6-56 1311 0 0,5 56-1469 0 0,-2-12-94 0 0,1 1 1 0 0,0 0-1 0 0,1-1 1 0 0,1 1-1 0 0,0-1 1 0 0,1 1-1 0 0,4-24 1 0 0,1 19-1194 0 0</inkml:trace>
</inkml:ink>
</file>

<file path=ppt/ink/ink2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7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87 72 3209 0 0,'-1'-1'226'0'0,"0"0"0"0"0,0-1 0 0 0,0 1 0 0 0,0 0 1 0 0,-1 0-1 0 0,1 1 0 0 0,0-1 0 0 0,-1 0 0 0 0,1 0 1 0 0,0 1-1 0 0,-1-1 0 0 0,1 1 0 0 0,-1-1 0 0 0,1 1 0 0 0,-1-1 1 0 0,1 1-1 0 0,-1 0 0 0 0,0 0 0 0 0,1 0 0 0 0,-1 0 1 0 0,1 0-1 0 0,-1 0 0 0 0,1 0 0 0 0,-1 1 0 0 0,1-1 0 0 0,-1 0 1 0 0,1 1-1 0 0,-1-1 0 0 0,1 1 0 0 0,-1 0 0 0 0,1 0 1 0 0,0-1-1 0 0,-1 1 0 0 0,1 0 0 0 0,0 0 0 0 0,0 0 0 0 0,0 0 1 0 0,0 0-1 0 0,0 0 0 0 0,0 1 0 0 0,0-1 0 0 0,0 0 1 0 0,0 0-1 0 0,-1 3 0 0 0,-2 2 292 0 0,1-1 0 0 0,0 1 1 0 0,0 0-1 0 0,0 0 0 0 0,1 0 0 0 0,0 1 1 0 0,0-1-1 0 0,0 0 0 0 0,0 9 0 0 0,1-11-483 0 0,1 1-1 0 0,0-1 0 0 0,1 0 1 0 0,-1 0-1 0 0,1 0 0 0 0,0 1 0 0 0,0-1 1 0 0,0 0-1 0 0,0 0 0 0 0,1 0 1 0 0,-1 0-1 0 0,1-1 0 0 0,0 1 1 0 0,1 0-1 0 0,2 3 0 0 0,-4-6-58 0 0,0 0 0 0 0,0 0 0 0 0,0 0-1 0 0,0 0 1 0 0,1 0 0 0 0,-1 0 0 0 0,0 0-1 0 0,0 0 1 0 0,1-1 0 0 0,-1 1 0 0 0,1-1-1 0 0,-1 1 1 0 0,0-1 0 0 0,1 1 0 0 0,-1-1-1 0 0,1 0 1 0 0,-1 0 0 0 0,2 1 0 0 0,0-2-59 0 0,-1 1 1 0 0,1-1 0 0 0,-1 1 0 0 0,0-1 0 0 0,1 0 0 0 0,-1 0-1 0 0,0 0 1 0 0,0 0 0 0 0,0 0 0 0 0,0 0 0 0 0,0-1 0 0 0,0 1-1 0 0,0-1 1 0 0,3-2 0 0 0,6-9-491 0 0,0 0 0 0 0,-1 0 0 0 0,-1-1 0 0 0,0-1-1 0 0,-1 1 1 0 0,0-2 0 0 0,6-18 0 0 0,8-14 2268 0 0,-21 47-1479 0 0,-1-1 1 0 0,1 1-1 0 0,0-1 0 0 0,0 1 0 0 0,0 0 0 0 0,0-1 1 0 0,0 1-1 0 0,0 0 0 0 0,0 0 0 0 0,1-1 0 0 0,-1 1 1 0 0,2-1-1 0 0,-2 2-123 0 0,0 0 1 0 0,-1-1-1 0 0,1 1 1 0 0,0 0-1 0 0,-1 0 1 0 0,1 0-1 0 0,0 0 1 0 0,-1 0-1 0 0,1 0 0 0 0,0 0 1 0 0,-1 0-1 0 0,1 0 1 0 0,0 0-1 0 0,-1 0 1 0 0,1 0-1 0 0,0 0 1 0 0,-1 0-1 0 0,1 1 1 0 0,0-1-1 0 0,-1 0 1 0 0,2 1-1 0 0,2 2 219 0 0,0 1 0 0 0,0-1 0 0 0,0 1 0 0 0,-1 0 0 0 0,1 0 1 0 0,4 8-1 0 0,-6-8-298 0 0,1-1 1 0 0,-1 1 0 0 0,1-1 0 0 0,0 1-1 0 0,0-1 1 0 0,1 0 0 0 0,-1 0 0 0 0,6 3-1 0 0,-4-4-277 0 0,0 0 0 0 0,0-1 0 0 0,0 0 0 0 0,0 0 0 0 0,0 0 0 0 0,0-1 0 0 0,1 0-1 0 0,-1 0 1 0 0,0 0 0 0 0,0 0 0 0 0,10-3 0 0 0,-13 3 96 0 0,1-1-1 0 0,0 0 1 0 0,-1 0 0 0 0,1 0 0 0 0,-1 0-1 0 0,0 0 1 0 0,1 0 0 0 0,-1-1 0 0 0,0 1-1 0 0,0-1 1 0 0,0 1 0 0 0,0-1 0 0 0,0 0-1 0 0,0 0 1 0 0,0 0 0 0 0,-1 0-1 0 0,1 0 1 0 0,-1-1 0 0 0,1 1 0 0 0,-1 0-1 0 0,0-1 1 0 0,0 1 0 0 0,0-1 0 0 0,1-3-1 0 0,-1 3 331 0 0,0 0 0 0 0,0 1 0 0 0,0-1 0 0 0,0 0 0 0 0,0 0 0 0 0,1 1 0 0 0,-1-1 0 0 0,1 0 0 0 0,0 1 0 0 0,0 0 0 0 0,3-4 0 0 0,-4 5-102 0 0,0 0 0 0 0,-1 1 0 0 0,1-1 0 0 0,0 1 0 0 0,0 0 0 0 0,-1-1 0 0 0,1 1 0 0 0,0-1 0 0 0,0 1 1 0 0,0 0-1 0 0,0 0 0 0 0,0 0 0 0 0,0-1 0 0 0,-1 1 0 0 0,1 0 0 0 0,0 0 0 0 0,0 0 0 0 0,0 0 0 0 0,0 0 1 0 0,0 1-1 0 0,0-1 0 0 0,0 0 0 0 0,-1 0 0 0 0,1 1 0 0 0,0-1 0 0 0,0 0 0 0 0,0 1 0 0 0,0-1 1 0 0,-1 1-1 0 0,1-1 0 0 0,0 1 0 0 0,0-1 0 0 0,-1 1 0 0 0,1-1 0 0 0,-1 1 0 0 0,1 0 0 0 0,0 0 0 0 0,-1-1 1 0 0,1 1-1 0 0,-1 0 0 0 0,1 0 0 0 0,-1-1 0 0 0,1 2 0 0 0,15 21-958 0 0</inkml:trace>
</inkml:ink>
</file>

<file path=ppt/ink/ink2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7.3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 18 14283 0 0,'-7'-1'632'0'0,"3"-1"136"0"0,0 1-616 0 0,1-1-152 0 0,2 1 0 0 0,1 0 0 0 0,-1 1 176 0 0,-1-2 8 0 0,1 0 0 0 0,1 0 1 0 0,3-1-714 0 0,1 2-143 0 0,4 1-24 0 0,0 1-8 0 0,3 2 592 0 0,-1-1 112 0 0,0-1 0 0 0,-1 0 64 0 0</inkml:trace>
</inkml:ink>
</file>

<file path=ppt/ink/ink2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7.7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71 3209 0 0,'4'0'538'0'0,"-1"1"1"0"0,1 0-1 0 0,-1 0 1 0 0,0 0 0 0 0,1 1-1 0 0,-1-1 1 0 0,0 1-1 0 0,0 0 1 0 0,0 0 0 0 0,0 0-1 0 0,0 0 1 0 0,0 0-1 0 0,-1 1 1 0 0,1 0 0 0 0,-1-1-1 0 0,1 1 1 0 0,-1 0-1 0 0,4 6 1 0 0,4 7 1403 0 0,0 1-1 0 0,8 19 1 0 0,-10-15-1165 0 0,-7-17-700 0 0,0 0 0 0 0,1 1 0 0 0,0-1 0 0 0,0 0 0 0 0,0 0 0 0 0,0 0 0 0 0,4 5 0 0 0,-4-11-106 0 0,0 0 0 0 0,0 1 0 0 0,0-1 1 0 0,0 0-1 0 0,-1 0 0 0 0,1 0 0 0 0,-1 0 0 0 0,1 0 0 0 0,-1-1 0 0 0,2-3 0 0 0,25-64-165 0 0,-21 48 56 0 0,17-36 0 0 0,-21 53 126 0 0,0 0 1 0 0,0 0-1 0 0,0 0 0 0 0,1 0 1 0 0,0 1-1 0 0,0-1 0 0 0,0 1 1 0 0,0 0-1 0 0,1 0 0 0 0,-1 0 1 0 0,10-4-1 0 0,-11 7 54 0 0,0-1-1 0 0,0 1 1 0 0,0 0-1 0 0,0 1 0 0 0,0-1 1 0 0,1 1-1 0 0,-1-1 1 0 0,0 1-1 0 0,0 0 1 0 0,1 0-1 0 0,-1 0 1 0 0,0 1-1 0 0,0-1 1 0 0,1 1-1 0 0,-1 0 0 0 0,4 1 1 0 0,53 25 1102 0 0,-27-11-854 0 0,18 1-2197 0 0,-31-13-5270 0 0</inkml:trace>
</inkml:ink>
</file>

<file path=ppt/ink/ink2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8.2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75 133 3225 0 0,'-4'-9'288'0'0,"-1"1"-288"0"0,4 3 0 0 0,0 2 0 0 0,-1 0 0 0 0,0-4 0 0 0,-4-5 0 0 0,-2-8 0 0 0,-2 1-472 0 0,1 1-72 0 0,2 5-9 0 0,1 4-7 0 0,2 4 440 0 0,0 3 120 0 0,1 2 0 0 0,0 2 0 0 0</inkml:trace>
</inkml:ink>
</file>

<file path=ppt/ink/ink2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8.5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 16 10594 0 0,'-24'-16'9485'0'0,"22"30"-8419"0"0,5 23-881 0 0,1-1 1 0 0,2 1 0 0 0,1-1-1 0 0,2 0 1 0 0,2 0 0 0 0,1-1-1 0 0,2-1 1 0 0,32 60 0 0 0,-39-84-452 0 0,-1 0 1 0 0,2-1 0 0 0,13 14 0 0 0,-18-20-169 0 0,0 0 0 0 0,1 0 0 0 0,-1 0 0 0 0,1 0 0 0 0,0-1 0 0 0,0 0 0 0 0,0 1 0 0 0,0-2 0 0 0,1 1 0 0 0,-1 0 0 0 0,1-1 0 0 0,4 2 0 0 0</inkml:trace>
</inkml:ink>
</file>

<file path=ppt/ink/ink2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8.8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10 187 3225 0 0,'-9'0'838'0'0,"8"-4"-161"0"0,20-13 287 0 0,34-18 36 0 0,-51 34-956 0 0,21-14 77 0 0,76-44 442 0 0,-85 52-386 0 0,1 0-1 0 0,-1 1 0 0 0,1 1 0 0 0,0 0 1 0 0,18-2-1 0 0,-28 6-31 0 0,0 0 1 0 0,0 0-1 0 0,0 1 0 0 0,1 0 1 0 0,-1 0-1 0 0,0 0 1 0 0,0 1-1 0 0,0-1 1 0 0,0 1-1 0 0,1 1 0 0 0,-1-1 1 0 0,-1 1-1 0 0,7 2 1 0 0,-8-2 16 0 0,0 0 0 0 0,-1 0 0 0 0,1 0 0 0 0,-1 1 0 0 0,1-1 1 0 0,-1 1-1 0 0,0-1 0 0 0,0 1 0 0 0,0 0 0 0 0,0 0 0 0 0,0 0 1 0 0,-1 0-1 0 0,1 0 0 0 0,-1 0 0 0 0,0 0 0 0 0,0 1 0 0 0,0-1 0 0 0,0 0 1 0 0,-1 1-1 0 0,1 6 0 0 0,0-7-60 0 0,0 14 316 0 0,1 0-1 0 0,1 0 1 0 0,0-1-1 0 0,9 25 1 0 0,-11-38-385 0 0,0-1 0 0 0,0 1 0 0 0,0 0 1 0 0,1-1-1 0 0,-1 1 0 0 0,0 0 0 0 0,1-1 0 0 0,0 0 0 0 0,-1 1 1 0 0,1-1-1 0 0,0 0 0 0 0,0 0 0 0 0,0 0 0 0 0,1 0 0 0 0,-1 0 0 0 0,0-1 1 0 0,1 1-1 0 0,-1-1 0 0 0,1 1 0 0 0,0-1 0 0 0,-1 0 0 0 0,1 0 0 0 0,0 0 1 0 0,-1-1-1 0 0,1 1 0 0 0,0 0 0 0 0,0-1 0 0 0,0 0 0 0 0,0 0 0 0 0,0 0 1 0 0,0 0-1 0 0,0 0 0 0 0,-1-1 0 0 0,1 1 0 0 0,3-1 0 0 0,-3 0 7 0 0,0 0-1 0 0,1 0 1 0 0,-1 0-1 0 0,0-1 0 0 0,0 1 1 0 0,0-1-1 0 0,0 0 1 0 0,0 1-1 0 0,-1-1 1 0 0,1-1-1 0 0,-1 1 0 0 0,1 0 1 0 0,-1 0-1 0 0,0-1 1 0 0,1 0-1 0 0,-1 1 1 0 0,-1-1-1 0 0,4-4 0 0 0,-4 2 88 0 0,1 0-1 0 0,0 1 0 0 0,-1-1 0 0 0,0 0 1 0 0,0 0-1 0 0,-1 0 0 0 0,1 0 0 0 0,-1 0 1 0 0,0 0-1 0 0,0 0 0 0 0,-2-7 1 0 0,0 3 39 0 0,0 0 0 0 0,0 0 0 0 0,-1 0 1 0 0,0 0-1 0 0,-1 0 0 0 0,1 1 1 0 0,-2 0-1 0 0,1 0 0 0 0,-1 0 1 0 0,-1 0-1 0 0,1 1 0 0 0,-14-13 1 0 0,17 17-225 0 0,-1 1 0 0 0,1 0-1 0 0,-1 0 1 0 0,0 0 0 0 0,1 0 0 0 0,-1 1 0 0 0,0-1 0 0 0,0 1 0 0 0,0 0 0 0 0,0-1 0 0 0,0 1 0 0 0,-1 1 0 0 0,1-1 0 0 0,-5 0 0 0 0,-1 3-904 0 0</inkml:trace>
</inkml:ink>
</file>

<file path=ppt/ink/ink2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13.6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0 17052 0 0,'0'6'1664'0'0,"0"-5"-1480"0"0,0 0-184 0 0,-1 1 0 0 0,-2 2-1080 0 0,1-4 672 0 0,-3-2 296 0 0</inkml:trace>
</inkml:ink>
</file>

<file path=ppt/ink/ink2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26.1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157 6 10594 0 0,'0'-1'76'0'0,"0"1"1"0"0,-1-1-1 0 0,1 1 0 0 0,-1 0 0 0 0,1-1 1 0 0,0 1-1 0 0,-1 0 0 0 0,1-1 0 0 0,-1 1 0 0 0,1 0 1 0 0,0 0-1 0 0,-1-1 0 0 0,1 1 0 0 0,-1 0 0 0 0,1 0 1 0 0,-1 0-1 0 0,1 0 0 0 0,-1 0 0 0 0,1 0 0 0 0,-1-1 1 0 0,1 1-1 0 0,-1 0 0 0 0,1 1 0 0 0,-1-1 1 0 0,1 0-1 0 0,-1 0 0 0 0,1 0 0 0 0,-1 0 0 0 0,1 0 1 0 0,-1 0-1 0 0,1 1 0 0 0,-1-1 0 0 0,1 0 0 0 0,-1 0 1 0 0,1 0-1 0 0,0 1 0 0 0,-1 0 0 0 0,-21 8 1006 0 0,12-4-807 0 0,0 1-1 0 0,0 1 1 0 0,1 0-1 0 0,0 0 1 0 0,0 0-1 0 0,1 2 1 0 0,0-1-1 0 0,0 1 1 0 0,-9 14-1 0 0,14-20-239 0 0,1 0 0 0 0,0 0 0 0 0,0 0 0 0 0,0 1 0 0 0,1-1 0 0 0,-1 0 0 0 0,1 1 0 0 0,0-1 0 0 0,0 1 0 0 0,0-1 0 0 0,0 1 0 0 0,1 0 0 0 0,0-1 0 0 0,-1 1 0 0 0,1 0 0 0 0,1 0 0 0 0,-1-1 1 0 0,0 1-1 0 0,1 0 0 0 0,0-1 0 0 0,0 1 0 0 0,0-1 0 0 0,0 1 0 0 0,0-1 0 0 0,1 1 0 0 0,0-1 0 0 0,-1 0 0 0 0,1 0 0 0 0,0 0 0 0 0,1 0 0 0 0,-1 0 0 0 0,0 0 0 0 0,5 3 0 0 0,4 2 4 0 0,1 0 0 0 0,0-1-1 0 0,0 0 1 0 0,1-1 0 0 0,0 0 0 0 0,0-1 0 0 0,0-1-1 0 0,1 0 1 0 0,0-1 0 0 0,14 2 0 0 0,-10-2 13 0 0,1 2 0 0 0,-1 0 1 0 0,0 1-1 0 0,29 14 0 0 0,-45-19-51 0 0,0 0 0 0 0,0 0 1 0 0,0 0-1 0 0,0 1 0 0 0,0-1 0 0 0,-1 1 0 0 0,1-1 1 0 0,-1 1-1 0 0,1 0 0 0 0,-1 0 0 0 0,0-1 0 0 0,1 1 1 0 0,-1 0-1 0 0,0 0 0 0 0,0 0 0 0 0,0 1 0 0 0,-1-1 1 0 0,1 0-1 0 0,0 0 0 0 0,-1 0 0 0 0,1 1 0 0 0,-1-1 0 0 0,0 0 1 0 0,0 0-1 0 0,0 1 0 0 0,0-1 0 0 0,0 0 0 0 0,-1 0 1 0 0,1 1-1 0 0,0-1 0 0 0,-1 0 0 0 0,0 0 0 0 0,1 0 1 0 0,-1 0-1 0 0,0 0 0 0 0,0 0 0 0 0,-2 3 0 0 0,-6 9-4 0 0,1 0-1 0 0,-2 0 1 0 0,0-1-1 0 0,-13 14 0 0 0,10-13-35 0 0,-18 23-2608 0 0</inkml:trace>
</inkml:ink>
</file>

<file path=ppt/ink/ink2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26.5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1 103 6913 0 0,'5'-10'419'0'0,"11"-17"-236"0"0,-15 26-44 0 0,0 0-1 0 0,-1 0 1 0 0,1 0 0 0 0,0 0-1 0 0,0 0 1 0 0,0 0 0 0 0,0 0-1 0 0,0 0 1 0 0,0 1 0 0 0,0-1 0 0 0,0 0-1 0 0,0 0 1 0 0,0 1 0 0 0,0-1-1 0 0,1 1 1 0 0,-1-1 0 0 0,2 0-1 0 0,-2 4 177 0 0,0-1 0 0 0,0 1-1 0 0,-1-1 1 0 0,1 1-1 0 0,-1-1 1 0 0,1 1-1 0 0,-1 0 1 0 0,0-1-1 0 0,0 1 1 0 0,0-1 0 0 0,0 1-1 0 0,-1 4 1 0 0,1-5-88 0 0,-1 8 52 0 0,2-1 0 0 0,-1 1 0 0 0,1 0 0 0 0,0 0 0 0 0,1-1 0 0 0,0 1 0 0 0,1-1 0 0 0,0 1 0 0 0,0-1 0 0 0,1 0 0 0 0,1 0 0 0 0,8 13-1 0 0,-10-17-208 0 0,0-1 0 0 0,1 0 0 0 0,-1 0 0 0 0,1 0 0 0 0,0 0-1 0 0,0-1 1 0 0,1 1 0 0 0,-1-1 0 0 0,1 0 0 0 0,0 0 0 0 0,-1-1-1 0 0,1 1 1 0 0,0-1 0 0 0,1 0 0 0 0,-1-1 0 0 0,0 1 0 0 0,0-1-1 0 0,1 0 1 0 0,-1 0 0 0 0,1-1 0 0 0,-1 0 0 0 0,1 0 0 0 0,-1 0-1 0 0,7-1 1 0 0,-6 0-9 0 0,-1-1-1 0 0,0 1 1 0 0,0-1 0 0 0,0 0-1 0 0,0-1 1 0 0,0 1-1 0 0,0-1 1 0 0,-1 0 0 0 0,1 0-1 0 0,-1 0 1 0 0,0-1-1 0 0,0 0 1 0 0,0 1 0 0 0,0-1-1 0 0,0-1 1 0 0,-1 1 0 0 0,0 0-1 0 0,0-1 1 0 0,4-8-1 0 0,-4 8-35 0 0,-1-1 0 0 0,1 1 0 0 0,-1 0-1 0 0,-1-1 1 0 0,1 0 0 0 0,-1 1 0 0 0,1-1 0 0 0,-2 0-1 0 0,1 0 1 0 0,-1 0 0 0 0,0 1 0 0 0,0-1 0 0 0,0 0-1 0 0,-1 0 1 0 0,0 0 0 0 0,0 1 0 0 0,0-1-1 0 0,-3-7 1 0 0,0 6-2 0 0,0 1-1 0 0,0-1 1 0 0,0 1 0 0 0,-1 0-1 0 0,1 0 1 0 0,-2 0-1 0 0,1 0 1 0 0,-1 1-1 0 0,1 0 1 0 0,-1 0 0 0 0,-1 1-1 0 0,-9-6 1 0 0,12 7-207 0 0,-1 1 0 0 0,1 0 1 0 0,-1 0-1 0 0,0 0 0 0 0,0 1 1 0 0,0 0-1 0 0,0 0 0 0 0,0 0 0 0 0,0 0 1 0 0,0 1-1 0 0,0 0 0 0 0,0 0 1 0 0,0 0-1 0 0,0 1 0 0 0,-1 0 0 0 0,1 0 1 0 0,0 0-1 0 0,1 0 0 0 0,-10 4 1 0 0,2 2-984 0 0</inkml:trace>
</inkml:ink>
</file>

<file path=ppt/ink/ink2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27.0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70 5065 0 0,'12'-28'15134'0'0,"1"43"-14421"0"0,12 21 439 0 0,-10-13-954 0 0,1 0 1 0 0,27 28 0 0 0,-39-46-176 0 0,0-1 1 0 0,1 0 0 0 0,0 0-1 0 0,0 0 1 0 0,0 0 0 0 0,0-1-1 0 0,0 0 1 0 0,1 0 0 0 0,-1 0-1 0 0,1-1 1 0 0,0 1 0 0 0,0-2 0 0 0,0 1-1 0 0,0-1 1 0 0,0 1 0 0 0,8-1-1 0 0,-11-1-19 0 0,-1 0 0 0 0,1 0 0 0 0,0-1-1 0 0,-1 0 1 0 0,1 1 0 0 0,-1-1 0 0 0,1 0-1 0 0,-1 0 1 0 0,1 0 0 0 0,-1 0 0 0 0,1-1-1 0 0,-1 1 1 0 0,0-1 0 0 0,0 1 0 0 0,0-1 0 0 0,0 0-1 0 0,0 0 1 0 0,0 0 0 0 0,0 0 0 0 0,-1 0-1 0 0,1 0 1 0 0,-1 0 0 0 0,1 0 0 0 0,-1-1-1 0 0,0 1 1 0 0,0-1 0 0 0,0 1 0 0 0,0-1-1 0 0,0-3 1 0 0,3-9 18 0 0,-1-1 0 0 0,-1 1 0 0 0,1-31 0 0 0,-1 18-95 0 0,0 15 373 0 0,-1 8-310 0 0,0 0 0 0 0,-1 0 0 0 0,1 0 0 0 0,-1 0 0 0 0,0 0 0 0 0,-1 0 0 0 0,1 0 0 0 0,-1-1 0 0 0,-1-4 0 0 0,26 64-114 0 0,-16-34 36 0 0,1-1 0 0 0,1 1 0 0 0,1-1 0 0 0,25 34 0 0 0,14 9-2783 0 0,-37-45 1856 0 0</inkml:trace>
</inkml:ink>
</file>

<file path=ppt/ink/ink2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28.0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2 159 6913 0 0,'-1'-1'303'0'0,"1"1"-243"0"0,0 0 1 0 0,0 0-1 0 0,0-1 1 0 0,0 1-1 0 0,0 0 1 0 0,0 0-1 0 0,0 0 1 0 0,-1 0-1 0 0,1-1 0 0 0,0 1 1 0 0,0 0-1 0 0,0 0 1 0 0,0 0-1 0 0,0 0 1 0 0,0-1-1 0 0,0 1 1 0 0,0 0-1 0 0,0 0 1 0 0,0 0-1 0 0,0-1 1 0 0,0 1-1 0 0,0 0 0 0 0,0 0 1 0 0,1 0-1 0 0,-1 0 1 0 0,0-1-1 0 0,0 1 1 0 0,0 0-1 0 0,0 0 1 0 0,0 0-1 0 0,1-1 243 0 0,-1 1-243 0 0,0 0 0 0 0,0 0 1 0 0,0 0-1 0 0,0-1 1 0 0,1 1-1 0 0,-1 0 1 0 0,0 0-1 0 0,0 0 1 0 0,16-5 1396 0 0,18 2-36 0 0,-27 3-1191 0 0,0 1 0 0 0,0 0 0 0 0,0 0 1 0 0,0 1-1 0 0,0 0 0 0 0,0 1 1 0 0,-1-1-1 0 0,1 1 0 0 0,-1 0 0 0 0,0 1 1 0 0,1-1-1 0 0,-2 1 0 0 0,1 1 0 0 0,0-1 1 0 0,-1 1-1 0 0,0 0 0 0 0,0 0 0 0 0,0 0 1 0 0,-1 1-1 0 0,0 0 0 0 0,3 7 3873 0 0,-31-49-3138 0 0,21 28-922 0 0,0 1 0 0 0,1-1 0 0 0,0 0 0 0 0,0 0 0 0 0,1-1-1 0 0,0 1 1 0 0,0 0 0 0 0,2-14 0 0 0,0 10-703 0 0,0 1 0 0 0,1 0 0 0 0,1 0 0 0 0,0-1 0 0 0,8-17 0 0 0,-3 11-6313 0 0</inkml:trace>
</inkml:ink>
</file>

<file path=ppt/ink/ink2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28.3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164 4 3225 0 0,'-4'-1'481'0'0,"-1"0"0"0"0,1 0 0 0 0,-1 1-1 0 0,1 0 1 0 0,-1 0 0 0 0,1 0 0 0 0,-1 0 0 0 0,0 0 0 0 0,1 1 0 0 0,-1 0 0 0 0,1 0 0 0 0,0 0 0 0 0,-1 1 0 0 0,1 0 0 0 0,0 0 0 0 0,0 0 0 0 0,-7 4 0 0 0,5-2-48 0 0,1 1 0 0 0,-1 0 0 0 0,1 0 0 0 0,0 0 1 0 0,0 1-1 0 0,0-1 0 0 0,1 1 0 0 0,0 0 0 0 0,0 1 0 0 0,-4 10 0 0 0,4-8-143 0 0,0 0-1 0 0,1 0 0 0 0,1 1 0 0 0,-1-1 1 0 0,1 1-1 0 0,1 0 0 0 0,-1 17 1 0 0,2-21-190 0 0,0 1 1 0 0,1-1-1 0 0,0 0 1 0 0,0 0-1 0 0,0 0 1 0 0,0 0-1 0 0,1 0 1 0 0,0 0-1 0 0,1-1 1 0 0,-1 1-1 0 0,1 0 1 0 0,4 6-1 0 0,-4-9-147 0 0,0 1-1 0 0,1 0 1 0 0,-1-1-1 0 0,1 0 1 0 0,0 0-1 0 0,0 0 1 0 0,0 0-1 0 0,0-1 1 0 0,0 1-1 0 0,1-1 1 0 0,-1 0 0 0 0,1 0-1 0 0,-1-1 1 0 0,1 1-1 0 0,0-1 1 0 0,-1 0-1 0 0,1 0 1 0 0,0-1-1 0 0,0 1 1 0 0,0-1 0 0 0,0 0-1 0 0,-1-1 1 0 0,1 1-1 0 0,0-1 1 0 0,0 0-1 0 0,0 0 1 0 0,-1 0-1 0 0,1-1 1 0 0,0 0-1 0 0,6-3 1 0 0,10-6-1273 0 0</inkml:trace>
</inkml:ink>
</file>

<file path=ppt/ink/ink2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28.6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14 227 5065 0 0,'0'1'207'0'0,"-1"0"-1"0"0,1 0 0 0 0,0 0 1 0 0,0 0-1 0 0,-1 1 1 0 0,1-1-1 0 0,0 0 1 0 0,0 0-1 0 0,0 0 1 0 0,0 1-1 0 0,0-1 1 0 0,0 0-1 0 0,1 0 1 0 0,-1 0-1 0 0,0 1 1 0 0,1-1-1 0 0,-1 0 0 0 0,0 0 1 0 0,1 0-1 0 0,0 0 1 0 0,-1 0-1 0 0,1 0 1 0 0,0 0-1 0 0,-1 0 1 0 0,1 0-1 0 0,0 0 1 0 0,0 0-1 0 0,0 0 1 0 0,0-1-1 0 0,0 1 1 0 0,1 1-1 0 0,-1-2 5 0 0,1 0 1 0 0,-1 1-1 0 0,1-1 0 0 0,-1 0 0 0 0,1 0 1 0 0,0 0-1 0 0,-1 0 0 0 0,1 0 1 0 0,-1 0-1 0 0,1 0 0 0 0,-1 0 0 0 0,1-1 1 0 0,0 1-1 0 0,-1-1 0 0 0,1 1 1 0 0,-1-1-1 0 0,0 0 0 0 0,1 1 1 0 0,-1-1-1 0 0,0 0 0 0 0,1 0 0 0 0,-1 0 1 0 0,0 0-1 0 0,2-2 0 0 0,3-3-68 0 0,-1 0 1 0 0,0-1-1 0 0,0 1 0 0 0,0-1 0 0 0,-1 0 0 0 0,0-1 0 0 0,0 1 0 0 0,-1-1 1 0 0,0 1-1 0 0,0-1 0 0 0,-1 0 0 0 0,0 0 0 0 0,2-17 0 0 0,-4 19-66 0 0,1 0-1 0 0,-1 0 0 0 0,0 0 1 0 0,0 0-1 0 0,-1-1 0 0 0,1 1 0 0 0,-1 0 1 0 0,-1 0-1 0 0,1 0 0 0 0,-1 0 1 0 0,0 1-1 0 0,-1-1 0 0 0,1 0 1 0 0,-1 1-1 0 0,0 0 0 0 0,-1-1 0 0 0,1 1 1 0 0,-1 0-1 0 0,-6-6 0 0 0,9 10-77 0 0,0 0 1 0 0,0 0-1 0 0,0 0 0 0 0,0 0 0 0 0,0 0 0 0 0,0 1 0 0 0,0-1 0 0 0,-1 0 0 0 0,1 0 0 0 0,0 1 0 0 0,0-1 0 0 0,-1 1 0 0 0,1-1 0 0 0,-1 1 0 0 0,1 0 0 0 0,0-1 1 0 0,-1 1-1 0 0,1 0 0 0 0,-1 0 0 0 0,1 0 0 0 0,-1 0 0 0 0,1 0 0 0 0,0 0 0 0 0,-1 1 0 0 0,-1-1 0 0 0,1 2-2 0 0,0-1-1 0 0,0 0 1 0 0,0 1 0 0 0,1-1-1 0 0,-1 1 1 0 0,0-1-1 0 0,1 1 1 0 0,-1 0-1 0 0,1 0 1 0 0,0-1 0 0 0,-1 1-1 0 0,1 0 1 0 0,0 0-1 0 0,-1 3 1 0 0,-2 5-6 0 0,0 1 0 0 0,1-1-1 0 0,1 1 1 0 0,-1 0 0 0 0,0 15 0 0 0,3-18 31 0 0,0 1 1 0 0,0-1 0 0 0,1 0-1 0 0,0 0 1 0 0,0 0 0 0 0,1 0-1 0 0,0 0 1 0 0,0 0 0 0 0,1 0-1 0 0,0 0 1 0 0,1-1 0 0 0,-1 0-1 0 0,1 0 1 0 0,1 0-1 0 0,0 0 1 0 0,-1 0 0 0 0,2-1-1 0 0,-1 0 1 0 0,1 0 0 0 0,12 9-1 0 0,-7-7-377 0 0,1 0 0 0 0,0-1 0 0 0,0 0 0 0 0,1-1 0 0 0,-1-1-1 0 0,2 0 1 0 0,-1 0 0 0 0,0-1 0 0 0,1-1 0 0 0,0-1 0 0 0,21 2 0 0 0,-3-2-5747 0 0</inkml:trace>
</inkml:ink>
</file>

<file path=ppt/ink/ink2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29.7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39 252 11522 0 0,'-38'-126'9290'0'0,"67"184"-7666"0"0,-4-11-1669 0 0,88 242 124 0 0,-69-166-27 0 0,74 144-1 0 0,-103-239-34 0 0,2-2-1 0 0,0 0 1 0 0,2 0 0 0 0,42 43 0 0 0,-48-56-11 0 0,1 0 0 0 0,1-1 0 0 0,0 0 0 0 0,1-2 0 0 0,0 1 1 0 0,1-2-1 0 0,0 0 0 0 0,0-1 0 0 0,25 7 0 0 0,-40-14 0 0 0,0-1-1 0 0,0 1 0 0 0,0-1 1 0 0,0 0-1 0 0,0 1 0 0 0,1-1 1 0 0,-1 0-1 0 0,0 0 0 0 0,0-1 1 0 0,0 1-1 0 0,0 0 0 0 0,0-1 1 0 0,0 1-1 0 0,0-1 1 0 0,0 0-1 0 0,0 1 0 0 0,0-1 1 0 0,0 0-1 0 0,-1 0 0 0 0,1-1 1 0 0,0 1-1 0 0,-1 0 0 0 0,1 0 1 0 0,0-1-1 0 0,-1 1 0 0 0,0-1 1 0 0,1 1-1 0 0,-1-1 1 0 0,0 0-1 0 0,0 0 0 0 0,0 1 1 0 0,0-1-1 0 0,0 0 0 0 0,0 0 1 0 0,0-2-1 0 0,4-9 122 0 0,-1 1 1 0 0,-1-1-1 0 0,0-1 0 0 0,1-18 1 0 0,-2 16-88 0 0,33-505 978 0 0,-30 357-949 0 0,-8-119-275 0 0,1 225-118 0 0,3 31-253 0 0,-1 27 528 0 0,0-1 1 0 0,0 1 0 0 0,0-1-1 0 0,0 1 1 0 0,0-1 0 0 0,0 1-1 0 0,0 0 1 0 0,1-1 0 0 0,-1 1-1 0 0,0-1 1 0 0,0 1 0 0 0,0-1-1 0 0,0 1 1 0 0,1 0 0 0 0,-1-1-1 0 0,0 1 1 0 0,0 0 0 0 0,1-1-1 0 0,-1 1 1 0 0,0 0 0 0 0,0-1-1 0 0,1 1 1 0 0,-1 0 0 0 0,0-1-1 0 0,1 1 1 0 0,-1 0 0 0 0,1 0-1 0 0,-1-1 1 0 0,0 1 0 0 0,1 0-1 0 0,-1 0 1 0 0,1 0 0 0 0,-1 0-1 0 0,0 0 1 0 0,1 0 0 0 0,-1 0-1 0 0,1 0 1 0 0,-1 0 0 0 0,1 0-1 0 0,-1 0 1 0 0,1 0 0 0 0,-1 0-1 0 0,0 0 1 0 0,1 0 0 0 0,-1 0-1 0 0,1 0 1 0 0,-1 0 0 0 0,0 0-1 0 0,1 1 1 0 0,-1-1 0 0 0,1 0-1 0 0,0 1 1 0 0,7 5-1490 0 0</inkml:trace>
</inkml:ink>
</file>

<file path=ppt/ink/ink2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0.0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23 9674 0 0,'0'-1'189'0'0,"-1"0"-1"0"0,1 0 1 0 0,0 0-1 0 0,0 0 1 0 0,0 0 0 0 0,-1 0-1 0 0,1 0 1 0 0,0 0-1 0 0,0 0 1 0 0,1 0 0 0 0,-1 0-1 0 0,0 0 1 0 0,0 0-1 0 0,0 0 1 0 0,1 0 0 0 0,-1 0-1 0 0,0 0 1 0 0,1 0-1 0 0,-1 0 1 0 0,1 0 0 0 0,0-1-1 0 0,0 2-57 0 0,-1 0-1 0 0,1 0 1 0 0,0 0-1 0 0,-1 1 1 0 0,1-1 0 0 0,0 0-1 0 0,-1 0 1 0 0,1 1-1 0 0,-1-1 1 0 0,1 0-1 0 0,0 0 1 0 0,-1 1 0 0 0,1-1-1 0 0,-1 1 1 0 0,1-1-1 0 0,-1 1 1 0 0,1-1-1 0 0,-1 1 1 0 0,1-1 0 0 0,-1 1-1 0 0,0-1 1 0 0,1 1-1 0 0,-1-1 1 0 0,0 1-1 0 0,1 0 1 0 0,-1-1-1 0 0,0 1 1 0 0,0 0 0 0 0,1-1-1 0 0,-1 1 1 0 0,0 0-1 0 0,0 0 1 0 0,12 34 903 0 0,-1 1 1 0 0,-2-1-1 0 0,6 51 1 0 0,15 60-772 0 0,-5-63-4571 0 0,-21-64-2419 0 0</inkml:trace>
</inkml:ink>
</file>

<file path=ppt/ink/ink2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0.3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62 4609 0 0,'1'-3'137'0'0,"0"1"0"0"0,0 0 0 0 0,0 0 1 0 0,0-1-1 0 0,1 1 0 0 0,-1 0 0 0 0,1 0 0 0 0,0 0 0 0 0,0 0 0 0 0,0 1 1 0 0,-1-1-1 0 0,1 0 0 0 0,1 1 0 0 0,-1 0 0 0 0,0-1 0 0 0,0 1 0 0 0,1 0 0 0 0,-1 0 1 0 0,0 0-1 0 0,5-1 0 0 0,57-13 2732 0 0,-55 13-2511 0 0,8-1 205 0 0,0 1 0 0 0,0 0 1 0 0,0 1-1 0 0,0 1 1 0 0,0 1-1 0 0,0 0 1 0 0,0 1-1 0 0,21 6 1 0 0,-33-7-429 0 0,0 0 1 0 0,0 1 0 0 0,0 0-1 0 0,0 0 1 0 0,0 1 0 0 0,-1-1-1 0 0,1 1 1 0 0,-1 0 0 0 0,0 0-1 0 0,0 0 1 0 0,0 1 0 0 0,0-1-1 0 0,-1 1 1 0 0,1 0 0 0 0,-1 0-1 0 0,0 0 1 0 0,0 1 0 0 0,-1-1-1 0 0,1 1 1 0 0,-1-1 0 0 0,0 1-1 0 0,0 0 1 0 0,0 0 0 0 0,-1 0-1 0 0,0 0 1 0 0,0 0 0 0 0,0 0-1 0 0,0 1 1 0 0,-1-1 0 0 0,-1 10-1 0 0,0-2 51 0 0,0 0 0 0 0,-1-1 0 0 0,-1 1 0 0 0,0-1 0 0 0,-1 1 0 0 0,0-1 0 0 0,-1 0 0 0 0,0-1 0 0 0,-1 1 0 0 0,-1-1 0 0 0,1 0 0 0 0,-15 16 0 0 0,4-7-452 0 0,-32 31-1 0 0,-22 8-3762 0 0,63-53 2400 0 0</inkml:trace>
</inkml:ink>
</file>

<file path=ppt/ink/ink2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0.7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122 9 920 0 0,'-7'-8'6723'0'0,"6"8"-6577"0"0,-16 9 3539 0 0,-13 21-517 0 0,21-19-2642 0 0,1 1-1 0 0,0 1 1 0 0,1 0 0 0 0,0 0 0 0 0,1 0 0 0 0,0 1 0 0 0,-6 26 0 0 0,11-35-484 0 0,0 1 0 0 0,0 0 0 0 0,1 0 0 0 0,0-1 0 0 0,0 1 0 0 0,0 0 0 0 0,0 0 0 0 0,1 0 0 0 0,0-1 0 0 0,0 1 0 0 0,1 0 0 0 0,0-1 0 0 0,0 1 0 0 0,0-1 0 0 0,0 0 0 0 0,1 0 0 0 0,0 0 0 0 0,0 0 0 0 0,1 0 0 0 0,-1 0 0 0 0,1-1 0 0 0,5 6 0 0 0,7 3-25 0 0,1-1 1 0 0,0 0 0 0 0,0-1-1 0 0,1-1 1 0 0,26 10-1 0 0,-19-8 83 0 0,46 29 0 0 0,-70-41-95 0 0,1 1 0 0 0,-1 0 0 0 0,0 0 0 0 0,0 0 0 0 0,0-1 0 0 0,0 1 0 0 0,0 0 0 0 0,0 1 0 0 0,0-1 0 0 0,0 0 0 0 0,-1 0 0 0 0,1 0 0 0 0,0 0 0 0 0,-1 1 0 0 0,1-1 0 0 0,-1 0 0 0 0,1 0-1 0 0,-1 1 1 0 0,0-1 0 0 0,1 1 0 0 0,-1-1 0 0 0,0 0 0 0 0,0 3 0 0 0,0-1 43 0 0,-1-1 0 0 0,0 0 0 0 0,0 0-1 0 0,0 1 1 0 0,0-1 0 0 0,0 0 0 0 0,0 0-1 0 0,0 0 1 0 0,-1 0 0 0 0,1-1 0 0 0,0 1 0 0 0,-1 0-1 0 0,-2 1 1 0 0,-6 6 280 0 0,-1 0 0 0 0,-1-2-1 0 0,-21 13 1 0 0,30-19-310 0 0,-39 18-292 0 0,13-9-5331 0 0,6-3-1423 0 0</inkml:trace>
</inkml:ink>
</file>

<file path=ppt/ink/ink2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1.6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29 167 12443 0 0,'-22'-17'5329'0'0,"15"11"-2220"0"0,16 17-1729 0 0,97 111-1106 0 0,90 111 148 0 0,-61-44-422 0 0,-134-187 1 0 0,35 42 149 0 0,-35-42-143 0 0,1 0-1 0 0,-1-1 1 0 0,1 1-1 0 0,0 0 1 0 0,0-1-1 0 0,-1 1 1 0 0,1-1-1 0 0,0 0 1 0 0,0 0-1 0 0,0 0 1 0 0,1 0-1 0 0,-1 0 1 0 0,0 0-1 0 0,0 0 1 0 0,1-1-1 0 0,-1 1 1 0 0,0-1-1 0 0,0 0 1 0 0,1 1-1 0 0,2-1 1 0 0,-3-1 3 0 0,-1 0 0 0 0,1 0 1 0 0,0 0-1 0 0,-1 0 0 0 0,1 0 0 0 0,-1 0 0 0 0,0 0 1 0 0,1 0-1 0 0,-1 0 0 0 0,0-1 0 0 0,0 1 1 0 0,1-1-1 0 0,-1 1 0 0 0,0-1 0 0 0,-1 1 0 0 0,1-1 1 0 0,0 0-1 0 0,0 1 0 0 0,-1-1 0 0 0,1 0 1 0 0,-1 0-1 0 0,1 1 0 0 0,-1-5 0 0 0,4-48 226 0 0,-4 40-197 0 0,-3-199 411 0 0,-1 141-739 0 0,4-1 1 0 0,15-132-1 0 0,-14 196-121 0 0,1 0 0 0 0,0 0-1 0 0,0 0 1 0 0,1 0 0 0 0,0 1 0 0 0,1-1-1 0 0,0 1 1 0 0,0 0 0 0 0,9-12 0 0 0</inkml:trace>
</inkml:ink>
</file>

<file path=ppt/ink/ink2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2.6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64 29 5985 0 0,'-4'0'556'0'0,"1"-1"1"0"0,-1 1-1 0 0,0 1 0 0 0,0-1 0 0 0,1 1 0 0 0,-1-1 0 0 0,1 1 1 0 0,-1 0-1 0 0,0 0 0 0 0,1 0 0 0 0,-1 1 0 0 0,-2 1 1 0 0,4-2-286 0 0,1 0 1 0 0,0 0 0 0 0,0 0 0 0 0,0 1 0 0 0,0-1-1 0 0,0 0 1 0 0,1 0 0 0 0,-1 1 0 0 0,0-1 0 0 0,1 0-1 0 0,-1 1 1 0 0,0-1 0 0 0,1 0 0 0 0,0 1 0 0 0,-1-1-1 0 0,1 2 1 0 0,0 23 12 0 0,2-17-209 0 0,-1-1 1 0 0,2 1 0 0 0,-1-1-1 0 0,1 0 1 0 0,1 0-1 0 0,-1 0 1 0 0,1 0-1 0 0,1-1 1 0 0,-1 1-1 0 0,1-1 1 0 0,1 0 0 0 0,-1-1-1 0 0,1 1 1 0 0,0-1-1 0 0,1 0 1 0 0,-1-1-1 0 0,1 1 1 0 0,0-2-1 0 0,1 1 1 0 0,-1-1 0 0 0,1 1-1 0 0,0-2 1 0 0,0 0-1 0 0,0 0 1 0 0,9 2-1 0 0,-16-4-39 0 0,0-1-1 0 0,0 0 0 0 0,0 0 1 0 0,0 0-1 0 0,1 0 1 0 0,-1 0-1 0 0,0 0 0 0 0,0 0 1 0 0,0-1-1 0 0,0 1 1 0 0,1 0-1 0 0,-1-1 0 0 0,0 1 1 0 0,0-1-1 0 0,0 1 1 0 0,0-1-1 0 0,0 1 0 0 0,0-1 1 0 0,0 0-1 0 0,0 1 1 0 0,0-1-1 0 0,0 0 0 0 0,0-1 1 0 0,1 0 0 0 0,-1 0 0 0 0,1-1 0 0 0,-1 1 0 0 0,0 0 0 0 0,0-1 0 0 0,0 1 0 0 0,0-1 0 0 0,-1 1 0 0 0,1-1 0 0 0,0-2-1 0 0,0-6 29 0 0,-1 0-1 0 0,0 0 0 0 0,0 0 1 0 0,-3-11-1 0 0,2 12 9 0 0,-1 0 0 0 0,-1-1 0 0 0,0 1 0 0 0,-1 1 1 0 0,1-1-1 0 0,-11-17 0 0 0,11 22-271 0 0,1 0 0 0 0,-2 1 0 0 0,1 0 0 0 0,0-1 0 0 0,-1 1 0 0 0,1 0 0 0 0,-1 1 0 0 0,0-1 0 0 0,-1 1 0 0 0,1 0 0 0 0,0 0 0 0 0,-1 0 0 0 0,0 0 0 0 0,0 1 0 0 0,-5-3 0 0 0</inkml:trace>
</inkml:ink>
</file>

<file path=ppt/ink/ink2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3.2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56 10138 0 0,'0'-6'670'0'0,"1"1"0"0"0,-1-1-1 0 0,1 1 1 0 0,0-1 0 0 0,0 1 0 0 0,1 0 0 0 0,0-1-1 0 0,3-6 1 0 0,-4 14-394 0 0,0-1-1 0 0,0 1 0 0 0,1-1 1 0 0,-1 1-1 0 0,0 0 1 0 0,-1-1-1 0 0,1 1 1 0 0,0 0-1 0 0,0 0 1 0 0,0 2-1 0 0,46 178 3423 0 0,-29-105-5163 0 0,2-1-4251 0 0,-10-43-1043 0 0</inkml:trace>
</inkml:ink>
</file>

<file path=ppt/ink/ink2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4.2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45 11979 0 0,'-2'-4'668'0'0,"-9"-37"7853"0"0,21 58-7636 0 0,32 70-280 0 0,-10-19-1343 0 0,80 126 1 0 0,-97-174-690 0 0</inkml:trace>
</inkml:ink>
</file>

<file path=ppt/ink/ink2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4.7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1 325 5985 0 0,'0'0'31'0'0,"0"-1"-1"0"0,0 1 0 0 0,0-1 0 0 0,0 1 1 0 0,-1-1-1 0 0,1 1 0 0 0,0-1 1 0 0,0 1-1 0 0,0-1 0 0 0,0 1 0 0 0,0-1 1 0 0,0 1-1 0 0,0-1 0 0 0,0 1 1 0 0,1-1-1 0 0,-1 1 0 0 0,0-1 0 0 0,0 1 1 0 0,0-1-1 0 0,0 1 0 0 0,1-1 1 0 0,-1 1-1 0 0,0 0 0 0 0,1-1 0 0 0,-1 1 1 0 0,0-1-1 0 0,1 1 0 0 0,-1 0 1 0 0,0-1-1 0 0,1 1 0 0 0,-1 0 1 0 0,0-1-1 0 0,1 1 0 0 0,-1 0 0 0 0,1 0 1 0 0,-1-1-1 0 0,1 1 0 0 0,22-19 404 0 0,-20 17-348 0 0,48-35 1475 0 0,102-55-1 0 0,-99 62 789 0 0,101-73 0 0 0,-130 80-1915 0 0,-23 21-424 0 0,-15 14-14 0 0,6-5 104 0 0,1-1-1 0 0,1 1 1 0 0,0 0-1 0 0,0 1 1 0 0,0-1-1 0 0,1 1 1 0 0,0 0-1 0 0,0 0 0 0 0,1 1 1 0 0,0-1-1 0 0,0 1 1 0 0,1-1-1 0 0,1 1 1 0 0,-2 10-1 0 0,2-12-57 0 0,1 0 0 0 0,-1 0 0 0 0,1 0-1 0 0,0 1 1 0 0,1-1 0 0 0,0 0 0 0 0,0 0 0 0 0,1 0-1 0 0,0 0 1 0 0,0 0 0 0 0,0-1 0 0 0,1 1-1 0 0,0-1 1 0 0,0 1 0 0 0,1-1 0 0 0,0 0 0 0 0,0 0-1 0 0,6 6 1 0 0,-9-10-62 0 0,0-1-1 0 0,1 1 1 0 0,0-1-1 0 0,-1 1 0 0 0,1-1 1 0 0,0 0-1 0 0,0 1 1 0 0,-1-1-1 0 0,1 0 1 0 0,0 0-1 0 0,0-1 1 0 0,0 1-1 0 0,0 0 1 0 0,1-1-1 0 0,-1 1 0 0 0,0-1 1 0 0,0 1-1 0 0,0-1 1 0 0,0 0-1 0 0,1 0 1 0 0,2 0-1 0 0,-2-1-27 0 0,-1 0 1 0 0,1 0-1 0 0,0-1 0 0 0,-1 1 0 0 0,1 0 1 0 0,-1-1-1 0 0,0 1 0 0 0,1-1 0 0 0,-1 0 1 0 0,0 0-1 0 0,0 0 0 0 0,0 0 0 0 0,0 0 1 0 0,2-4-1 0 0,2-3-106 0 0,0-2-1 0 0,0 1 1 0 0,-1-1 0 0 0,-1 0-1 0 0,1 0 1 0 0,3-18 0 0 0,-5 12-39 0 0,-1 0 1 0 0,0-21 0 0 0,-1 22 1234 0 0,0 0-1 0 0,5-25 1 0 0,0 49 2109 0 0,14 14-2850 0 0,-12-14 40 0 0,24 28-677 0 0,58 51 0 0 0,-71-72-1539 0 0,0-1 0 0 0,40 22 0 0 0,-36-25 1369 0 0</inkml:trace>
</inkml:ink>
</file>

<file path=ppt/ink/ink2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5.2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159 8 10138 0 0,'-2'-1'233'0'0,"1"0"0"0"0,0 0 0 0 0,-1 1 0 0 0,1-1 0 0 0,-1 0 0 0 0,0 1 0 0 0,1-1 0 0 0,-1 1-1 0 0,1 0 1 0 0,-1-1 0 0 0,0 1 0 0 0,1 0 0 0 0,-1 0 0 0 0,0 0 0 0 0,1 0 0 0 0,-1 0 0 0 0,0 0 0 0 0,1 1 0 0 0,-1-1 0 0 0,0 0 0 0 0,1 1 0 0 0,-1-1-1 0 0,1 1 1 0 0,-1 0 0 0 0,1-1 0 0 0,-1 1 0 0 0,1 0 0 0 0,-1 0 0 0 0,1 0 0 0 0,0 0 0 0 0,0 0 0 0 0,-1 1 0 0 0,0 0 0 0 0,-4 4-53 0 0,-1 0 0 0 0,1 0 0 0 0,1 0-1 0 0,-1 1 1 0 0,-5 8 0 0 0,2 2-180 0 0,0 1-1 0 0,0-1 1 0 0,2 1-1 0 0,0 0 1 0 0,1 1-1 0 0,1 0 1 0 0,1 0-1 0 0,0 0 1 0 0,0 30-1 0 0,3-49-9 0 0,1 0 0 0 0,0 0 0 0 0,0 1 1 0 0,0-1-1 0 0,0 0 0 0 0,0 0 0 0 0,0 1 0 0 0,0-1 0 0 0,0 0 0 0 0,0 0 0 0 0,0 1 1 0 0,0-1-1 0 0,0 0 0 0 0,0 0 0 0 0,0 1 0 0 0,1-1 0 0 0,-1 0 0 0 0,0 0 0 0 0,0 1 0 0 0,0-1 1 0 0,0 0-1 0 0,0 0 0 0 0,0 0 0 0 0,1 1 0 0 0,-1-1 0 0 0,0 0 0 0 0,0 0 0 0 0,0 0 1 0 0,1 1-1 0 0,-1-1 0 0 0,0 0 0 0 0,0 0 0 0 0,0 0 0 0 0,1 0 0 0 0,-1 0 0 0 0,0 0 1 0 0,0 0-1 0 0,1 0 0 0 0,-1 1 0 0 0,0-1 0 0 0,12-6-913 0 0,7-15-726 0 0,-10 8 1175 0 0,-2-1-1 0 0,10-20 0 0 0,-13 24 642 0 0,0 0 0 0 0,1 1 0 0 0,0-1 0 0 0,1 1 0 0 0,0 0 0 0 0,1 1 0 0 0,10-12 0 0 0,-16 20-65 0 0,-1-1-1 0 0,1 1 0 0 0,0 0 0 0 0,0-1 1 0 0,0 1-1 0 0,-1 0 0 0 0,1 0 0 0 0,0 0 0 0 0,0 0 1 0 0,0 0-1 0 0,0 0 0 0 0,0 0 0 0 0,0 0 0 0 0,-1 0 1 0 0,1 0-1 0 0,0 0 0 0 0,0 0 0 0 0,0 1 1 0 0,0-1-1 0 0,-1 0 0 0 0,1 0 0 0 0,0 1 0 0 0,0-1 1 0 0,0 1-1 0 0,-1-1 0 0 0,1 1 0 0 0,0-1 0 0 0,-1 1 1 0 0,1 0-1 0 0,0-1 0 0 0,-1 1 0 0 0,1 0 1 0 0,-1-1-1 0 0,1 2 0 0 0,22 29 893 0 0,-19-26-718 0 0,9 16-79 0 0,0 0 0 0 0,-2 1-1 0 0,0 1 1 0 0,-2 0 0 0 0,0 0-1 0 0,-1 1 1 0 0,7 42 0 0 0,-13-53-176 0 0,0 0 0 0 0,0 0-1 0 0,-2 0 1 0 0,0 0 0 0 0,0 0 0 0 0,-1 0 0 0 0,0 0 0 0 0,-2-1 0 0 0,1 1 0 0 0,-1 0 0 0 0,-1-1-1 0 0,0 0 1 0 0,-1 0 0 0 0,-1 0 0 0 0,1 0 0 0 0,-13 16 0 0 0,15-23-169 0 0,0-1-1 0 0,-1 0 1 0 0,0 0 0 0 0,0 0 0 0 0,0-1-1 0 0,0 1 1 0 0,0-1 0 0 0,-1 0 0 0 0,0 0 0 0 0,1-1-1 0 0,-1 0 1 0 0,-6 3 0 0 0</inkml:trace>
</inkml:ink>
</file>

<file path=ppt/ink/ink2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5.5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61 203 4145 0 0,'7'-9'448'0'0,"0"1"0"0"0,-1-1 0 0 0,0 0 0 0 0,-1-1 0 0 0,1 0 0 0 0,-2 1 1 0 0,0-1-1 0 0,0-1 0 0 0,0 1 0 0 0,-2-1 0 0 0,1 1 0 0 0,-1-1 0 0 0,1-22 0 0 0,-3 31-471 0 0,0 0 1 0 0,0 0-1 0 0,0 0 0 0 0,-1 0 0 0 0,1 0 0 0 0,0 0 1 0 0,-1 1-1 0 0,1-1 0 0 0,-1 0 0 0 0,0 0 1 0 0,0 0-1 0 0,0 0 0 0 0,0 1 0 0 0,0-1 0 0 0,0 0 1 0 0,0 1-1 0 0,0-1 0 0 0,-1 1 0 0 0,-1-3 0 0 0,1 3 59 0 0,1 1-1 0 0,-1-1 0 0 0,1 1 1 0 0,-1-1-1 0 0,1 1 0 0 0,-1-1 0 0 0,0 1 1 0 0,1 0-1 0 0,-1 0 0 0 0,1 0 0 0 0,-1 0 1 0 0,0 0-1 0 0,1 0 0 0 0,-1 0 0 0 0,1 0 1 0 0,-1 1-1 0 0,0-1 0 0 0,-2 2 0 0 0,-1-1 209 0 0,1 1 0 0 0,0 1 0 0 0,0-1 0 0 0,0 1 0 0 0,0-1 0 0 0,0 1 0 0 0,0 0 0 0 0,0 1 0 0 0,1-1 0 0 0,0 0 0 0 0,0 1 0 0 0,0 0 0 0 0,0 0 0 0 0,-4 8 0 0 0,3-3 127 0 0,1 0-1 0 0,1 0 0 0 0,0 0 0 0 0,0 1 0 0 0,1-1 1 0 0,0 1-1 0 0,0-1 0 0 0,1 1 0 0 0,1-1 0 0 0,0 1 1 0 0,0-1-1 0 0,0 0 0 0 0,1 1 0 0 0,1-1 0 0 0,0 0 1 0 0,0 0-1 0 0,0 0 0 0 0,1-1 0 0 0,10 17 0 0 0,-10-19-343 0 0,0-1-1 0 0,0 1 1 0 0,0-1 0 0 0,1 0-1 0 0,-1 0 1 0 0,1 0-1 0 0,0-1 1 0 0,1 0 0 0 0,-1 0-1 0 0,1 0 1 0 0,0-1-1 0 0,0 1 1 0 0,0-1 0 0 0,0-1-1 0 0,0 1 1 0 0,1-1-1 0 0,-1 0 1 0 0,1-1 0 0 0,0 0-1 0 0,-1 0 1 0 0,1 0-1 0 0,0-1 1 0 0,0 1 0 0 0,-1-2-1 0 0,1 1 1 0 0,0-1-1 0 0,0 0 1 0 0,8-3-1 0 0,10-4-1754 0 0,3-4-5736 0 0</inkml:trace>
</inkml:ink>
</file>

<file path=ppt/ink/ink2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6.0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39 12443 0 0,'-15'-18'1531'0'0,"14"17"-1401"0"0,1 1-1 0 0,-1 0 1 0 0,1-1-1 0 0,0 1 1 0 0,-1-1-1 0 0,1 1 1 0 0,0-1-1 0 0,0 1 1 0 0,-1-1-1 0 0,1 1 1 0 0,0-1-1 0 0,0 1 1 0 0,0-1-1 0 0,0 0 1 0 0,-1 1-1 0 0,1-1 1 0 0,0 1-1 0 0,0-1 1 0 0,0 1 0 0 0,0-1-1 0 0,0 0 1 0 0,1 1-1 0 0,-1-1 1 0 0,0 1-1 0 0,0-1 1 0 0,0 1-1 0 0,0-1 1 0 0,1 1-1 0 0,-1-1 1 0 0,0 1-1 0 0,0-1 1 0 0,1 1-1 0 0,-1-1 1 0 0,0 1-1 0 0,1-1 1 0 0,-1 1-1 0 0,1 0 1 0 0,-1-1-1 0 0,1 0 1 0 0,1 5 167 0 0,1 1 0 0 0,-1-1 0 0 0,0 0 0 0 0,0 0 0 0 0,0 1 1 0 0,1 5-1 0 0,-3-10-239 0 0,47 164 1288 0 0,-38-121-1309 0 0,3 0 0 0 0,1-1 0 0 0,2-1 0 0 0,38 74 0 0 0,-51-112-13 0 0,0 1 0 0 0,0-1 0 0 0,1 1 1 0 0,-1-1-1 0 0,1 0 0 0 0,-1 0 1 0 0,1 0-1 0 0,0-1 0 0 0,1 1 0 0 0,4 3 1 0 0,-6-6-12 0 0,-1 1 1 0 0,0-1 0 0 0,1 0-1 0 0,-1 1 1 0 0,0-1-1 0 0,1 0 1 0 0,-1 0 0 0 0,1 0-1 0 0,-1 0 1 0 0,0 0-1 0 0,1-1 1 0 0,-1 1 0 0 0,0 0-1 0 0,1-1 1 0 0,-1 1-1 0 0,0-1 1 0 0,1 1 0 0 0,-1-1-1 0 0,0 0 1 0 0,0 1-1 0 0,0-1 1 0 0,0 0-1 0 0,1 0 1 0 0,-1 0 0 0 0,0 0-1 0 0,0 0 1 0 0,-1 0-1 0 0,1 0 1 0 0,0 0 0 0 0,0 0-1 0 0,0 0 1 0 0,-1-1-1 0 0,1-1 1 0 0,7-9-247 0 0,-1-1 0 0 0,0 0-1 0 0,5-17 1 0 0,-3 7-730 0 0,1 0-266 0 0</inkml:trace>
</inkml:ink>
</file>

<file path=ppt/ink/ink2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6.3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1 203 5065 0 0,'0'1'272'0'0,"1"1"0"0"0,0-1 0 0 0,0 0-1 0 0,0 1 1 0 0,0-1 0 0 0,0 0 0 0 0,0 0 0 0 0,0 0-1 0 0,0 1 1 0 0,1-1 0 0 0,-1-1 0 0 0,0 1 0 0 0,1 0-1 0 0,2 1 1 0 0,-4-2-108 0 0,1 0-1 0 0,0 0 0 0 0,0 0 0 0 0,-1-1 0 0 0,1 1 1 0 0,0 0-1 0 0,-1-1 0 0 0,1 1 0 0 0,0 0 0 0 0,-1-1 1 0 0,1 1-1 0 0,-1-1 0 0 0,1 1 0 0 0,-1-1 0 0 0,1 1 1 0 0,-1-1-1 0 0,1 1 0 0 0,-1-1 0 0 0,1 0 1 0 0,-1 1-1 0 0,0-1 0 0 0,1 0 0 0 0,-1 1 0 0 0,0-1 1 0 0,0 0-1 0 0,1 1 0 0 0,-1-1 0 0 0,0 0 0 0 0,0 0 1 0 0,0 1-1 0 0,0-1 0 0 0,0 0 0 0 0,0 1 0 0 0,0-1 1 0 0,0-1-1 0 0,2-20 142 0 0,0 1 0 0 0,-2 0 0 0 0,0-1-1 0 0,-1 1 1 0 0,-2 0 0 0 0,0 0 0 0 0,-8-29 0 0 0,10 49-351 0 0,1 5 180 0 0,2 16 451 0 0,7 28 329 0 0,-8-43-853 0 0,1 0 1 0 0,0 0-1 0 0,0 0 0 0 0,0-1 1 0 0,0 1-1 0 0,1-1 0 0 0,0 0 1 0 0,0 1-1 0 0,0-1 1 0 0,0-1-1 0 0,1 1 0 0 0,0 0 1 0 0,-1-1-1 0 0,1 0 0 0 0,0 0 1 0 0,1 0-1 0 0,7 4 0 0 0,-4-3-107 0 0,0-2 0 0 0,0 1 0 0 0,1-1 0 0 0,-1 0 0 0 0,1 0 0 0 0,-1-1 0 0 0,1 0 0 0 0,0-1 0 0 0,15-1 0 0 0,-3-1-622 0 0</inkml:trace>
</inkml:ink>
</file>

<file path=ppt/ink/ink2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6.8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77 12 4609 0 0,'-20'-6'562'0'0,"-34"0"11979"0"0,52 25-6816 0 0</inkml:trace>
</inkml:ink>
</file>

<file path=ppt/ink/ink2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7.3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14 3225 0 0,'-1'-2'528'0'0,"-1"1"0"0"0,1 0 0 0 0,-1 0 0 0 0,0 0 0 0 0,1 0 0 0 0,-1 0 0 0 0,0 0 0 0 0,0 0 0 0 0,0 0 0 0 0,0 1 0 0 0,0-1 0 0 0,0 1 0 0 0,-2-1 0 0 0,3 1-357 0 0,1 0 1 0 0,-1 0-1 0 0,1 0 0 0 0,-1 0 0 0 0,1 0 0 0 0,-1 0 0 0 0,0 0 1 0 0,1 0-1 0 0,-1 0 0 0 0,1 0 0 0 0,-1 1 0 0 0,1-1 0 0 0,-1 0 1 0 0,1 0-1 0 0,-1 1 0 0 0,1-1 0 0 0,-1 0 0 0 0,1 0 0 0 0,0 1 0 0 0,-2 0 343 0 0,2-1-343 0 0,0 1 0 0 0,-1-1 0 0 0,1 1 1 0 0,0-1-1 0 0,0 0 0 0 0,-1 1 0 0 0,1-1 0 0 0,0 1 0 0 0,0-1 1 0 0,0 1-1 0 0,-1 0 0 0 0,1-1 0 0 0,0 1 0 0 0,0-1 0 0 0,0 1 0 0 0,0-1 1 0 0,0 1-1 0 0,0-1 0 0 0,0 1 0 0 0,0-1 0 0 0,0 1 0 0 0,1-1 1 0 0,-1 1-1 0 0,0-1 0 0 0,0 2 0 0 0,47 168 3792 0 0,-18-76-3461 0 0,-28-90-520 0 0,14 53-621 0 0,3 0-1 0 0,28 60 1 0 0,-35-96-7107 0 0</inkml:trace>
</inkml:ink>
</file>

<file path=ppt/ink/ink2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7.5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1 166 8754 0 0,'0'-2'449'0'0,"0"-1"0"0"0,1 1 1 0 0,0-1-1 0 0,-1 1 0 0 0,1 0 1 0 0,0-1-1 0 0,0 1 0 0 0,0 0 1 0 0,2-3-1 0 0,26-33 1195 0 0,-27 35-1510 0 0,5-5-235 0 0,0 1 1 0 0,1 0-1 0 0,0 0 1 0 0,1 0-1 0 0,-1 1 1 0 0,1 0-1 0 0,0 1 1 0 0,0 0-1 0 0,11-4 1 0 0,-2 3-1314 0 0,0 0 1 0 0,0 1-1 0 0,0 0 1 0 0,22-1-1 0 0,-14 3 767 0 0</inkml:trace>
</inkml:ink>
</file>

<file path=ppt/ink/ink2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7.9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29 154 6449 0 0,'-1'0'325'0'0,"0"0"-1"0"0,0 0 1 0 0,0 0-1 0 0,0 1 1 0 0,0-1-1 0 0,0 0 1 0 0,0 0-1 0 0,0 1 1 0 0,0-1-1 0 0,0 0 1 0 0,0 1-1 0 0,0-1 1 0 0,0 1-1 0 0,0 0 1 0 0,0-1-1 0 0,1 1 1 0 0,-1 0-1 0 0,0-1 1 0 0,0 1-1 0 0,1 0 1 0 0,-1 0 0 0 0,0 0-1 0 0,1-1 1 0 0,-1 1-1 0 0,1 0 1 0 0,-1 2-1 0 0,-1 0 123 0 0,1 1 1 0 0,1 0-1 0 0,-1-1 1 0 0,0 1-1 0 0,1 0 1 0 0,0-1-1 0 0,0 1 0 0 0,0 4 1 0 0,1 5 123 0 0,1 1 0 0 0,1 0 0 0 0,6 20 0 0 0,-5-22-423 0 0,1 0 0 0 0,0 0 0 0 0,1-1 0 0 0,8 12-1 0 0,-12-20-117 0 0,-1 0 0 0 0,1 0 0 0 0,0 0 0 0 0,1 0 0 0 0,-1-1 0 0 0,0 1 0 0 0,1-1 0 0 0,0 1 0 0 0,-1-1 0 0 0,1 0 0 0 0,0 0 0 0 0,0 0 0 0 0,0-1 0 0 0,1 1 0 0 0,-1-1 0 0 0,0 0 0 0 0,0 1 0 0 0,1-1 0 0 0,5 0 0 0 0,-7-1-27 0 0,-1 0-1 0 0,1-1 1 0 0,-1 0 0 0 0,1 1-1 0 0,-1-1 1 0 0,1 0 0 0 0,-1 0 0 0 0,0 0-1 0 0,1 0 1 0 0,-1 0 0 0 0,0 0 0 0 0,0 0-1 0 0,0 0 1 0 0,0 0 0 0 0,0 0-1 0 0,0-1 1 0 0,0 1 0 0 0,0 0 0 0 0,0-1-1 0 0,-1 1 1 0 0,1-1 0 0 0,-1 1-1 0 0,1-1 1 0 0,0-1 0 0 0,9-40 65 0 0,-10 3-251 0 0,-1 32 126 0 0,1 1 0 0 0,0-1-1 0 0,0 1 1 0 0,1-1 0 0 0,-1 1-1 0 0,2-1 1 0 0,-1 1 0 0 0,1-1-1 0 0,0 1 1 0 0,4-9-1 0 0,-5 15 52 0 0,0 0 0 0 0,0 0 0 0 0,0 1-1 0 0,0-1 1 0 0,0 0 0 0 0,0 1 0 0 0,0-1 0 0 0,0 1-1 0 0,0-1 1 0 0,0 1 0 0 0,0 0 0 0 0,1-1-1 0 0,-1 1 1 0 0,0 0 0 0 0,0 0 0 0 0,0 0-1 0 0,0 0 1 0 0,1 0 0 0 0,-1 0 0 0 0,0 0 0 0 0,0 0-1 0 0,0 0 1 0 0,0 1 0 0 0,1-1 0 0 0,-1 0-1 0 0,0 1 1 0 0,0-1 0 0 0,1 1 0 0 0,39 18-27 0 0,-28-11 41 0 0,-4-4 51 0 0,0-1 0 0 0,0 1 1 0 0,0-1-1 0 0,1-1 0 0 0,-1 0 0 0 0,1 0 0 0 0,0-1 0 0 0,-1 0 1 0 0,1-1-1 0 0,13 0 0 0 0,-20-1-35 0 0,1 1 1 0 0,0-1-1 0 0,-1 0 1 0 0,1 0-1 0 0,-1-1 1 0 0,0 1-1 0 0,1-1 0 0 0,-1 1 1 0 0,0-1-1 0 0,0 0 1 0 0,0 0-1 0 0,0-1 1 0 0,0 1-1 0 0,0-1 0 0 0,-1 1 1 0 0,1-1-1 0 0,-1 0 1 0 0,0 0-1 0 0,0 0 1 0 0,0 0-1 0 0,0 0 0 0 0,0 0 1 0 0,-1-1-1 0 0,1 1 1 0 0,-1-1-1 0 0,0 1 1 0 0,0-1-1 0 0,0 1 0 0 0,-1-1 1 0 0,1-5-1 0 0,0-2 21 0 0,-1 1 0 0 0,0-1-1 0 0,-1 0 1 0 0,-4-20-1 0 0,3 22-654 0 0,1 0 0 0 0,0 0 0 0 0,0 0-1 0 0,1-1 1 0 0,0 1 0 0 0,2-17-1 0 0</inkml:trace>
</inkml:ink>
</file>

<file path=ppt/ink/ink2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8.3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15 199 456 0 0,'0'3'1731'0'0,"4"-29"8577"0"0,1 1-7445 0 0,-3 9-845 0 0,0 1-1277 0 0,-1 0 0 0 0,0-1 1 0 0,-1 1-1 0 0,-1-1 0 0 0,0 1 1 0 0,-4-20-1 0 0,5 35-740 0 0,0 0 0 0 0,0-1 1 0 0,0 1-1 0 0,0 0 0 0 0,0 0 1 0 0,0-1-1 0 0,0 1 0 0 0,-1 0 0 0 0,1-1 1 0 0,0 1-1 0 0,0 0 0 0 0,0 0 1 0 0,0-1-1 0 0,0 1 0 0 0,0 0 0 0 0,0 0 1 0 0,-1-1-1 0 0,1 1 0 0 0,0 0 1 0 0,0 0-1 0 0,0 0 0 0 0,0-1 0 0 0,-1 1 1 0 0,1 0-1 0 0,0 0 0 0 0,0 0 1 0 0,-1 0-1 0 0,1-1 0 0 0,0 1 0 0 0,0 0 1 0 0,-1 0-1 0 0,1 0 0 0 0,0 0 1 0 0,0 0-1 0 0,-1 0 0 0 0,1 0 0 0 0,0 0 1 0 0,-1 0-1 0 0,1 0 0 0 0,0 0 1 0 0,-1 0-1 0 0,-6 12 45 0 0,0 21-2 0 0,7-26-54 0 0,0-1-1 0 0,1 0 1 0 0,0 1 0 0 0,1-1 0 0 0,-1 0 0 0 0,1 0 0 0 0,0 0-1 0 0,1 0 1 0 0,-1 0 0 0 0,1 0 0 0 0,0-1 0 0 0,1 1-1 0 0,-1-1 1 0 0,1 0 0 0 0,0 0 0 0 0,1 0 0 0 0,-1-1 0 0 0,1 1-1 0 0,5 3 1 0 0,-6-5-2 0 0,1 0-1 0 0,-1 0 0 0 0,1 0 1 0 0,-1-1-1 0 0,1 0 1 0 0,0 0-1 0 0,0 0 1 0 0,0-1-1 0 0,0 1 0 0 0,0-1 1 0 0,0 0-1 0 0,1-1 1 0 0,-1 1-1 0 0,0-1 1 0 0,0 0-1 0 0,1 0 0 0 0,-1-1 1 0 0,0 0-1 0 0,0 0 1 0 0,0 0-1 0 0,1 0 1 0 0,-1-1-1 0 0,7-3 0 0 0,13-9-2770 0 0,-1 0 0 0 0,43-36-1 0 0,-2 2-4757 0 0,-51 39 7326 0 0</inkml:trace>
</inkml:ink>
</file>

<file path=ppt/ink/ink2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8.6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77 204 3225 0 0,'-5'-15'9857'0'0,"6"13"-9445"0"0,1-25 2527 0 0,-1 21-1930 0 0,0-10-230 0 0,-1 0-1 0 0,-1 0 1 0 0,-2-17-1 0 0,2 29-730 0 0,1 0 0 0 0,-1 0-1 0 0,0 0 1 0 0,0 0 0 0 0,0 0 0 0 0,-1 0-1 0 0,1 0 1 0 0,-1 0 0 0 0,0 0-1 0 0,0 1 1 0 0,-1-1 0 0 0,1 1 0 0 0,-1-1-1 0 0,1 1 1 0 0,-1 0 0 0 0,0 0 0 0 0,-4-2-1 0 0,7 4-45 0 0,-1 1-1 0 0,0-1 0 0 0,1 1 0 0 0,-1 0 1 0 0,1-1-1 0 0,-1 1 0 0 0,0 0 1 0 0,1-1-1 0 0,-1 1 0 0 0,0 0 0 0 0,0 0 1 0 0,1 0-1 0 0,-1 0 0 0 0,0 0 1 0 0,1 0-1 0 0,-1 0 0 0 0,0 0 0 0 0,0 0 1 0 0,1 0-1 0 0,-1 0 0 0 0,0 0 1 0 0,1 1-1 0 0,-1-1 0 0 0,0 0 0 0 0,1 0 1 0 0,-1 1-1 0 0,0-1 0 0 0,0 1 1 0 0,-1 0 7 0 0,1 1 1 0 0,0-1 0 0 0,0 1 0 0 0,0-1 0 0 0,0 1 0 0 0,1-1 0 0 0,-1 1 0 0 0,0 0 0 0 0,0-1 0 0 0,1 1 0 0 0,-1 2-1 0 0,-1 5 36 0 0,1-1 0 0 0,0 1 0 0 0,1 16 0 0 0,0-18-12 0 0,0 0 0 0 0,1 0 0 0 0,1 0 0 0 0,-1 0 0 0 0,1 0 0 0 0,0 0 0 0 0,0-1 0 0 0,1 1 0 0 0,0-1 0 0 0,0 1 0 0 0,1-1 0 0 0,0 0 0 0 0,0 0 0 0 0,0 0 0 0 0,0-1 0 0 0,1 0-1 0 0,0 0 1 0 0,0 0 0 0 0,1 0 0 0 0,-1-1 0 0 0,1 0 0 0 0,0 0 0 0 0,0 0 0 0 0,1-1 0 0 0,-1 0 0 0 0,9 3 0 0 0,-8-4-253 0 0,0-1 1 0 0,0 1-1 0 0,0-1 0 0 0,0 0 0 0 0,0-1 1 0 0,1 0-1 0 0,-1 0 0 0 0,0 0 1 0 0,0-1-1 0 0,10-2 0 0 0,-2-1-1312 0 0</inkml:trace>
</inkml:ink>
</file>

<file path=ppt/ink/ink2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9.1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46 2304 0 0,'0'-2'475'0'0,"0"0"-1"0"0,0 0 0 0 0,0 0 0 0 0,0 1 1 0 0,0-1-1 0 0,1 0 0 0 0,-1 0 0 0 0,0 1 1 0 0,1-1-1 0 0,0 0 0 0 0,-1 0 0 0 0,1 1 0 0 0,0-1 1 0 0,0 1-1 0 0,0-1 0 0 0,0 1 0 0 0,0-1 1 0 0,0 1-1 0 0,0 0 0 0 0,1-1 0 0 0,-1 1 1 0 0,0 0-1 0 0,1 0 0 0 0,-1 0 0 0 0,1 0 0 0 0,-1 0 1 0 0,1 0-1 0 0,0 0 0 0 0,3 0 0 0 0,-3 0-203 0 0,1 1 0 0 0,-1 0 0 0 0,1-1-1 0 0,-1 1 1 0 0,1 0 0 0 0,-1 1-1 0 0,1-1 1 0 0,-1 0 0 0 0,1 1 0 0 0,-1-1-1 0 0,1 1 1 0 0,-1 0 0 0 0,0 0 0 0 0,1 0-1 0 0,-1 0 1 0 0,0 0 0 0 0,0 0 0 0 0,0 1-1 0 0,0-1 1 0 0,3 4 0 0 0,4 2-180 0 0,-1 0 1 0 0,-1 0 0 0 0,1 1-1 0 0,-2 1 1 0 0,1-1-1 0 0,-1 1 1 0 0,0 0 0 0 0,0 0-1 0 0,-1 1 1 0 0,-1 0-1 0 0,0 0 1 0 0,0 0 0 0 0,-1 0-1 0 0,0 0 1 0 0,2 17-1 0 0,-4-18-77 0 0,3 13 52 0 0,-1-24-115 0 0,1-14-123 0 0,-2 4 64 0 0,2-12-31 0 0,14-42-1 0 0,-17 60 146 0 0,2 0-1 0 0,-1 1 1 0 0,0-1 0 0 0,1 1-1 0 0,0 0 1 0 0,1 0-1 0 0,-1 0 1 0 0,1 0-1 0 0,0 0 1 0 0,0 1-1 0 0,0 0 1 0 0,10-7-1 0 0,-13 10 20 0 0,0 0 0 0 0,0 1 0 0 0,1-1 0 0 0,-1 1 0 0 0,0 0 0 0 0,1-1 0 0 0,-1 1 1 0 0,1 0-1 0 0,-1 0 0 0 0,0 0 0 0 0,1 0 0 0 0,-1 0 0 0 0,0 0 0 0 0,1 0 0 0 0,-1 0 0 0 0,1 1 0 0 0,-1-1 0 0 0,0 0 0 0 0,0 1 0 0 0,1-1 0 0 0,-1 1 0 0 0,0 0 0 0 0,0-1 0 0 0,1 1 0 0 0,-1 0 0 0 0,1 1 0 0 0,34 31 390 0 0,-8-6-25 0 0,-19-23-460 0 0,0 1 1 0 0,-1-2 0 0 0,2 1 0 0 0,-1-1 0 0 0,0-1-1 0 0,0 0 1 0 0,1 0 0 0 0,-1-1 0 0 0,19 1 0 0 0,-4-3-309 0 0,0 0 1 0 0,43-9-1 0 0,-32 2 357 0 0</inkml:trace>
</inkml:ink>
</file>

<file path=ppt/ink/ink2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9.9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0 216 1376 0 0,'23'-19'5819'0'0,"-8"4"-4075"0"0,-1 0 0 0 0,0-1 0 0 0,-1-1 0 0 0,-1 0 0 0 0,13-23-1 0 0,-24 39-1662 0 0,-1 0 0 0 0,1-1 0 0 0,0 1 0 0 0,-1-1-1 0 0,1 1 1 0 0,-1-1 0 0 0,1 1 0 0 0,-1-1 0 0 0,1 1-1 0 0,-1-1 1 0 0,0 0 0 0 0,0 1 0 0 0,0-1 0 0 0,0 1-1 0 0,0-1 1 0 0,0 0 0 0 0,-1 1 0 0 0,1-1 0 0 0,-1 1-1 0 0,1-1 1 0 0,-1 1 0 0 0,1-1 0 0 0,-1 1 0 0 0,0-1-1 0 0,1 1 1 0 0,-1-1 0 0 0,0 1 0 0 0,0 0 0 0 0,0 0-1 0 0,0-1 1 0 0,0 1 0 0 0,-1 0 0 0 0,1 0 0 0 0,0 0-1 0 0,0 0 1 0 0,-1 0 0 0 0,-1 0 0 0 0,-3-3-28 0 0,1 1 1 0 0,-1 1-1 0 0,-1-1 1 0 0,1 1-1 0 0,0 0 1 0 0,0 0-1 0 0,-10-1 1 0 0,6 2-879 0 0,-1-1-255 0 0</inkml:trace>
</inkml:ink>
</file>

<file path=ppt/ink/ink2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41.7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247 391 6913 0 0,'-3'-2'211'0'0,"0"0"0"0"0,0 0 0 0 0,0 1-1 0 0,0-1 1 0 0,0 1 0 0 0,0 0-1 0 0,0 0 1 0 0,0 0 0 0 0,0 0 0 0 0,-1 0-1 0 0,1 1 1 0 0,0-1 0 0 0,-5 1-1 0 0,-42 1 2584 0 0,43 0-2696 0 0,1-1 0 0 0,0 1 0 0 0,0 1-1 0 0,0-1 1 0 0,0 1 0 0 0,0 0 0 0 0,0 1 0 0 0,0-1-1 0 0,0 1 1 0 0,1 0 0 0 0,0 0 0 0 0,-1 1-1 0 0,1 0 1 0 0,0 0 0 0 0,-7 8 0 0 0,6-5 175 0 0,1 0 0 0 0,0 0 0 0 0,1 1 0 0 0,0-1-1 0 0,0 1 1 0 0,0 0 0 0 0,1 0 0 0 0,0 1 0 0 0,1-1 0 0 0,-3 13 0 0 0,3-3 111 0 0,0 0 1 0 0,1-1-1 0 0,1 1 1 0 0,1 0-1 0 0,0 0 1 0 0,2 0-1 0 0,0 0 0 0 0,0-1 1 0 0,2 1-1 0 0,10 25 1 0 0,-13-37-442 0 0,0-1 0 0 0,1 0 1 0 0,0 0-1 0 0,0 0 1 0 0,0-1-1 0 0,0 1 0 0 0,1-1 1 0 0,0 1-1 0 0,0-1 0 0 0,0 0 1 0 0,0-1-1 0 0,1 1 1 0 0,-1-1-1 0 0,10 5 0 0 0,-11-6 6 0 0,1-1 0 0 0,-1 0 0 0 0,1 0 0 0 0,-1-1 0 0 0,1 1 0 0 0,-1-1 0 0 0,1 0 0 0 0,-1 0 0 0 0,1 0 0 0 0,-1 0 0 0 0,1 0 0 0 0,-1-1 0 0 0,1 0 0 0 0,-1 0 0 0 0,1 0 0 0 0,-1 0 0 0 0,1 0 0 0 0,-1-1 0 0 0,0 1 0 0 0,0-1 0 0 0,0 0 0 0 0,0 0 0 0 0,0 0 0 0 0,4-4 0 0 0,3-4-593 0 0,0 0 1 0 0,-1 0-1 0 0,0-1 0 0 0,-1 0 0 0 0,0-1 1 0 0,-1 0-1 0 0,0 0 0 0 0,-1 0 0 0 0,-1-1 0 0 0,8-22 1 0 0,-4 1-605 0 0,0 0 0 0 0,-2-1 1 0 0,2-36-1 0 0,-7 40 772 0 0,-2 0 1 0 0,0 0-1 0 0,-2-1 0 0 0,-2 1 0 0 0,-1 0 0 0 0,-1 1 0 0 0,-11-34 1 0 0,4 25 2375 0 0,-2 0 1 0 0,-32-58-1 0 0,37 80 3162 0 0,15 29-681 0 0,15 29-1537 0 0,170 376-872 0 0,-184-401-2043 0 0,54 133 274 0 0,-49-127-752 0 0,1 0 0 0 0,0-1 0 0 0,1-1 1 0 0,24 29-1 0 0,-19-32-1766 0 0,-2-6-4526 0 0</inkml:trace>
</inkml:ink>
</file>

<file path=ppt/ink/ink2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42.0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31 10594 0 0,'-3'0'2930'0'0,"7"5"-1060"0"0,17 13-330 0 0,33 18-398 0 0,-22-20-352 0 0,-2 3-1 0 0,0 1 1 0 0,0 0 0 0 0,35 35 0 0 0,-69-60-714 0 0,0 0 1 0 0,0-1 0 0 0,1 0-1 0 0,0 0 1 0 0,0 0-1 0 0,0 0 1 0 0,1 0 0 0 0,0-1-1 0 0,0 1 1 0 0,0-1 0 0 0,0-8-1 0 0,-1-1-641 0 0,2 0 1 0 0,0-1-1 0 0,1 1 0 0 0,2-20 0 0 0,3-2-6728 0 0</inkml:trace>
</inkml:ink>
</file>

<file path=ppt/ink/ink2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42.6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114 87 4609 0 0,'-9'-28'1020'0'0,"-2"-10"2490"0"0,10 37-3257 0 0,1 0-1 0 0,-1-1 1 0 0,0 1-1 0 0,1 0 1 0 0,-1 0-1 0 0,0 0 1 0 0,0 0 0 0 0,1 0-1 0 0,-1 0 1 0 0,0 0-1 0 0,0 0 1 0 0,0 0-1 0 0,0 0 1 0 0,0 0-1 0 0,-1 1 1 0 0,1-1-1 0 0,0 0 1 0 0,0 1-1 0 0,0-1 1 0 0,-1 1 0 0 0,-1-1-1 0 0,2 1-75 0 0,-1 0-1 0 0,1 1 1 0 0,-1-1 0 0 0,1 1-1 0 0,-1 0 1 0 0,1-1-1 0 0,0 1 1 0 0,0 0 0 0 0,-1 0-1 0 0,1 0 1 0 0,0 0 0 0 0,0 0-1 0 0,0 0 1 0 0,0 0-1 0 0,0 0 1 0 0,0 0 0 0 0,0 1-1 0 0,0-1 1 0 0,1 0-1 0 0,-2 2 1 0 0,-14 29 1390 0 0,9-10-1361 0 0,0 1-1 0 0,2 0 1 0 0,1-1 0 0 0,1 2 0 0 0,1-1 0 0 0,1 0-1 0 0,0 0 1 0 0,2 1 0 0 0,7 41 0 0 0,-7-60-245 0 0,0-1 1 0 0,0 1 0 0 0,1-1-1 0 0,-1 1 1 0 0,1-1 0 0 0,0 0-1 0 0,0 0 1 0 0,0 0 0 0 0,1 0-1 0 0,-1 0 1 0 0,1 0 0 0 0,0-1-1 0 0,4 4 1 0 0,-6-6-16 0 0,0 0 0 0 0,1 1 0 0 0,0-2 0 0 0,-1 1 0 0 0,1 0-1 0 0,-1 0 1 0 0,1 0 0 0 0,0-1 0 0 0,0 1 0 0 0,-1-1 0 0 0,1 1 0 0 0,0-1 0 0 0,0 0 0 0 0,0 0 0 0 0,-1 0 0 0 0,1 0 0 0 0,0 0 0 0 0,0 0 0 0 0,0 0 0 0 0,0 0-1 0 0,-1-1 1 0 0,1 1 0 0 0,0-1 0 0 0,0 1 0 0 0,-1-1 0 0 0,1 0 0 0 0,-1 0 0 0 0,1 0 0 0 0,0 0 0 0 0,-1 0 0 0 0,1 0 0 0 0,-1 0 0 0 0,0 0 0 0 0,1-1 0 0 0,0-1 0 0 0,4-3-191 0 0,0 0 1 0 0,-1 0 0 0 0,0-1 0 0 0,-1 0 0 0 0,1 0-1 0 0,-1 0 1 0 0,-1-1 0 0 0,1 1 0 0 0,-1-1 0 0 0,0 0 0 0 0,-1 0-1 0 0,0 0 1 0 0,1-12 0 0 0,1-10-93 0 0,-2-1 0 0 0,-3-39 0 0 0,0 26 2833 0 0,3 50-2105 0 0,0-1 1 0 0,1 1-1 0 0,-1-1 0 0 0,1 0 1 0 0,0 0-1 0 0,0 0 0 0 0,1 0 1 0 0,-1 0-1 0 0,9 7 1 0 0,-4-2-35 0 0,1 1-212 0 0,1 0 0 0 0,0-1 0 0 0,0 0 0 0 0,22 15 0 0 0,-28-23-190 0 0,-1 1-1 0 0,1-1 0 0 0,0 1 0 0 0,0-1 0 0 0,0 0 0 0 0,1-1 0 0 0,-1 1 1 0 0,0-1-1 0 0,1 0 0 0 0,-1 0 0 0 0,0 0 0 0 0,1 0 0 0 0,0-1 0 0 0,-1 0 1 0 0,1 0-1 0 0,-1 0 0 0 0,1 0 0 0 0,-1-1 0 0 0,6-1 0 0 0,-5-1-520 0 0,0 0 0 0 0,-1-1 1 0 0,1 1-1 0 0,-1-1 0 0 0,1 0 0 0 0,-1 0 0 0 0,-1-1 0 0 0,1 0 0 0 0,0 1 0 0 0,-1-1 0 0 0,0 0 0 0 0,0 0 1 0 0,2-6-1 0 0,7-10-2771 0 0,-1 4 723 0 0</inkml:trace>
</inkml:ink>
</file>

<file path=ppt/ink/ink2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42.8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2304 0 0,'5'26'14078'0'0,"11"15"-10489"0"0,-4-12-2317 0 0,39 101 643 0 0,-43-111-2403 0 0,2 0 1 0 0,1-1-1 0 0,0 0 1 0 0,22 26-1 0 0</inkml:trace>
</inkml:ink>
</file>

<file path=ppt/ink/ink2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42.9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14283 0 0,'-3'0'1552'0'0,"4"1"-1320"0"0,1 0 24 0 0,-1 2 1 0 0,2 1-1 0 0,1 3-416 0 0,0-1-88 0 0,1 2-9 0 0,1-1-7 0 0,0 0 264 0 0,-1 1 0 0 0,2 0 0 0 0,1-1 64 0 0</inkml:trace>
</inkml:ink>
</file>

<file path=ppt/ink/ink2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43.3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2 108 3225 0 0,'-1'-1'317'0'0,"1"-1"0"0"0,0 1 0 0 0,0-1 0 0 0,0 1 0 0 0,0-1 0 0 0,0 1 0 0 0,0-1 0 0 0,0 1 0 0 0,0-1 0 0 0,0 1 0 0 0,1-1 0 0 0,-1 1 0 0 0,1-1 0 0 0,-1 1 0 0 0,1 0 0 0 0,-1-1 0 0 0,1 1 0 0 0,0 0 0 0 0,0-1 0 0 0,0 1 0 0 0,0 0 0 0 0,0 0 0 0 0,0 0 0 0 0,1-2 0 0 0,-1 3-156 0 0,0-1 1 0 0,0 0 0 0 0,0 1 0 0 0,0-1 0 0 0,-1 0-1 0 0,1 1 1 0 0,0-1 0 0 0,0 1 0 0 0,0-1-1 0 0,0 1 1 0 0,1 0 0 0 0,-1 0 0 0 0,0-1 0 0 0,0 1-1 0 0,0 0 1 0 0,0 0 0 0 0,0 0 0 0 0,0 0 0 0 0,0 0-1 0 0,0 0 1 0 0,0 0 0 0 0,1 0 0 0 0,-1 1-1 0 0,0-1 1 0 0,0 0 0 0 0,0 1 0 0 0,0-1 0 0 0,0 1-1 0 0,0-1 1 0 0,0 1 0 0 0,0-1 0 0 0,-1 1-1 0 0,3 1 1 0 0,9 10 386 0 0,-1 1 0 0 0,11 15-1 0 0,-16-19-249 0 0,0-1 0 0 0,1 1-1 0 0,0-2 1 0 0,0 1 0 0 0,1-1-1 0 0,0 0 1 0 0,0 0 0 0 0,16 9-1 0 0,-24-16-306 0 0,1 0 0 0 0,-1 0 0 0 0,1 0 0 0 0,-1 0 0 0 0,1 0 0 0 0,0 0-1 0 0,-1 0 1 0 0,1 0 0 0 0,-1 0 0 0 0,1 0 0 0 0,-1 0 0 0 0,1 0-1 0 0,0 0 1 0 0,-1-1 0 0 0,1 1 0 0 0,-1 0 0 0 0,1 0 0 0 0,-1-1-1 0 0,1 1 1 0 0,-1 0 0 0 0,1-1 0 0 0,-1 1 0 0 0,0 0 0 0 0,1-1-1 0 0,-1 1 1 0 0,1-1 0 0 0,-1 1 0 0 0,0-1 0 0 0,1 1 0 0 0,-1-1 0 0 0,0 1-1 0 0,0-1 1 0 0,1 1 0 0 0,-1-1 0 0 0,0 1 0 0 0,0-1 0 0 0,0 1-1 0 0,0-1 1 0 0,0 1 0 0 0,0-1 0 0 0,0-1 0 0 0,7-32-602 0 0,-5 23 480 0 0,1-4 26 0 0,-1 2 85 0 0,1 0 1 0 0,0-1-1 0 0,1 1 0 0 0,0 1 0 0 0,9-19 1 0 0,-11 29 97 0 0,-1 0 0 0 0,0 0 0 0 0,1 0 0 0 0,-1 0 0 0 0,1 0 0 0 0,0 0 1 0 0,0 0-1 0 0,0 0 0 0 0,0 0 0 0 0,0 1 0 0 0,0-1 0 0 0,0 1 0 0 0,0 0 0 0 0,1-1 0 0 0,-1 1 1 0 0,0 0-1 0 0,1 1 0 0 0,-1-1 0 0 0,1 0 0 0 0,-1 1 0 0 0,1-1 0 0 0,-1 1 0 0 0,1 0 1 0 0,0-1-1 0 0,-1 1 0 0 0,1 1 0 0 0,-1-1 0 0 0,1 0 0 0 0,0 1 0 0 0,-1-1 0 0 0,1 1 0 0 0,-1 0 1 0 0,0 0-1 0 0,5 2 0 0 0,20 10 153 0 0,10 3 17 0 0,-10-12-6560 0 0</inkml:trace>
</inkml:ink>
</file>

<file path=ppt/ink/ink2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44.2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155 31 14283 0 0,'-4'1'180'0'0,"1"0"-1"0"0,0-1 1 0 0,0 1-1 0 0,0 0 1 0 0,0 1-1 0 0,0-1 1 0 0,0 0-1 0 0,0 1 1 0 0,0 0-1 0 0,0 0 1 0 0,1-1-1 0 0,-5 5 1 0 0,-26 28 1031 0 0,24-22-1055 0 0,1 1-1 0 0,0 0 1 0 0,1 0 0 0 0,1 1 0 0 0,0 0 0 0 0,0 0-1 0 0,2 0 1 0 0,-4 19 0 0 0,2-6-55 0 0,2 1 0 0 0,0 0 1 0 0,2 43-1 0 0,2-60-85 0 0,1-1 0 0 0,0 1 0 0 0,1-1 1 0 0,0 1-1 0 0,1-1 0 0 0,0 0 0 0 0,7 15 0 0 0,-9-22-37 0 0,0-1-1 0 0,0 1 1 0 0,0-1-1 0 0,1 0 1 0 0,-1 0-1 0 0,1 0 1 0 0,-1 0-1 0 0,1 0 1 0 0,0 0-1 0 0,-1 0 1 0 0,1 0 0 0 0,0 0-1 0 0,0-1 1 0 0,0 1-1 0 0,1-1 1 0 0,-1 0-1 0 0,0 0 1 0 0,1 0-1 0 0,-1 0 1 0 0,0 0-1 0 0,1 0 1 0 0,-1 0-1 0 0,1-1 1 0 0,-1 1-1 0 0,1-1 1 0 0,0 0-1 0 0,-1 0 1 0 0,1 0-1 0 0,-1 0 1 0 0,1 0-1 0 0,-1 0 1 0 0,1-1-1 0 0,0 1 1 0 0,-1-1-1 0 0,1 0 1 0 0,2-1-1 0 0,0-1-137 0 0,-1 0 0 0 0,0 1 0 0 0,1-2 0 0 0,-1 1 0 0 0,0 0 0 0 0,0-1 0 0 0,-1 0 0 0 0,1 0 0 0 0,-1 0 0 0 0,0 0 0 0 0,0-1 0 0 0,0 1 0 0 0,-1-1 0 0 0,1 0 0 0 0,1-7 0 0 0,3-7 57 0 0,0 0-1 0 0,6-32 1 0 0,-9 22 231 0 0,-1 0 0 0 0,-1-42 0 0 0,0 3 922 0 0,-2 68-946 0 0,0-1 0 0 0,0 0 0 0 0,0 0 0 0 0,0 1 0 0 0,0-1 0 0 0,0 0 0 0 0,0 1 0 0 0,0-1 0 0 0,0 0 0 0 0,0 0 0 0 0,1 1 0 0 0,-1-1 0 0 0,0 0 0 0 0,0 1 0 0 0,1-1 0 0 0,-1 1 0 0 0,0-1 0 0 0,1 0 1 0 0,-1 1-1 0 0,1-1 0 0 0,-1 1 0 0 0,1-1 0 0 0,-1 1 0 0 0,1-1 0 0 0,-1 1 0 0 0,1-1 0 0 0,1 0 0 0 0,-1 1-41 0 0,0 0 1 0 0,0 1 0 0 0,0-1-1 0 0,0 0 1 0 0,0 0-1 0 0,0 1 1 0 0,0-1-1 0 0,0 1 1 0 0,-1-1 0 0 0,1 1-1 0 0,0-1 1 0 0,0 1-1 0 0,0-1 1 0 0,0 1-1 0 0,-1 0 1 0 0,1-1 0 0 0,1 2-1 0 0,35 45 174 0 0,-29-36 134 0 0,0-1-286 0 0,4 6 19 0 0,26 25 1 0 0,-34-37-104 0 0,1 0 0 0 0,-1-1 0 0 0,1 1 0 0 0,0-1 0 0 0,-1 0 0 0 0,2-1 0 0 0,-1 1 1 0 0,0-1-1 0 0,0 0 0 0 0,12 3 0 0 0,-16-5 0 0 0,1 0 0 0 0,-1 0 0 0 0,1 0 0 0 0,0 0 0 0 0,-1 0 0 0 0,1-1 0 0 0,-1 1 0 0 0,1 0 1 0 0,-1-1-1 0 0,1 1 0 0 0,-1-1 0 0 0,1 0 0 0 0,-1 1 0 0 0,1-1 0 0 0,-1 0 0 0 0,0 0 0 0 0,1 0 0 0 0,-1 0 0 0 0,0 0 0 0 0,0 0 1 0 0,0 0-1 0 0,0 0 0 0 0,0-1 0 0 0,0 1 0 0 0,0 0 0 0 0,0 0 0 0 0,0-1 0 0 0,-1 1 0 0 0,1-1 0 0 0,-1 1 0 0 0,2-3 0 0 0,1-7-48 0 0,1 0-1 0 0,-2 0 0 0 0,3-17 0 0 0,-3 13 56 0 0,0 4 3 0 0,1 1 0 0 0,-1-1 0 0 0,2 1 0 0 0,-1 0 0 0 0,1 0 0 0 0,10-17 0 0 0,-13 25-5 0 0,0 1-1 0 0,1-1 1 0 0,-1 0-1 0 0,0 1 1 0 0,1-1-1 0 0,-1 1 1 0 0,1 0-1 0 0,-1 0 1 0 0,1-1-1 0 0,0 1 1 0 0,0 0-1 0 0,-1 0 1 0 0,1 1 0 0 0,0-1-1 0 0,0 0 1 0 0,0 1-1 0 0,3-2 1 0 0,-3 2-3 0 0,1 1 1 0 0,0-1 0 0 0,-1 0 0 0 0,1 1 0 0 0,0-1 0 0 0,-1 1-1 0 0,1 0 1 0 0,0 0 0 0 0,-1 0 0 0 0,1 0 0 0 0,-1 0 0 0 0,0 0 0 0 0,1 1-1 0 0,-1-1 1 0 0,0 1 0 0 0,3 3 0 0 0,11 10 143 0 0,12 11-128 0 0,-27-24-19 0 0,0-1 0 0 0,1 0 1 0 0,-1 0-1 0 0,0-1 0 0 0,1 1 0 0 0,-1 0 0 0 0,1 0 0 0 0,0-1 0 0 0,-1 1 0 0 0,1-1 0 0 0,-1 1 0 0 0,1-1 0 0 0,0 0 1 0 0,-1 1-1 0 0,1-1 0 0 0,0 0 0 0 0,1 0 0 0 0,-1-1-6 0 0,-1 0 1 0 0,1 0-1 0 0,0 0 1 0 0,-1 0-1 0 0,0-1 1 0 0,1 1-1 0 0,-1 0 1 0 0,0-1 0 0 0,1 1-1 0 0,-1 0 1 0 0,0-1-1 0 0,0 0 1 0 0,0 1-1 0 0,1-4 1 0 0,13-27-3 0 0,-14 29-4 0 0,3-6-128 0 0,1-4 24 0 0,1 0-1 0 0,0 0 1 0 0,12-17-1 0 0,-17 28 124 0 0,0 0-1 0 0,1 0 1 0 0,-1 1-1 0 0,0-1 0 0 0,1 0 1 0 0,-1 0-1 0 0,1 1 0 0 0,-1-1 1 0 0,1 1-1 0 0,0 0 1 0 0,0-1-1 0 0,0 1 0 0 0,0 0 1 0 0,0 0-1 0 0,0 0 1 0 0,0 0-1 0 0,0 0 0 0 0,0 1 1 0 0,0-1-1 0 0,0 1 0 0 0,1-1 1 0 0,-1 1-1 0 0,0 0 1 0 0,0 0-1 0 0,1 0 0 0 0,-1 0 1 0 0,0 0-1 0 0,0 0 0 0 0,4 2 1 0 0,-3-1 34 0 0,0 1 0 0 0,0-1 0 0 0,0 1 1 0 0,0 0-1 0 0,-1 0 0 0 0,1 1 0 0 0,-1-1 1 0 0,5 5-1 0 0,-6-5-52 0 0,1 0 1 0 0,0 0 0 0 0,0 0-1 0 0,-1 0 1 0 0,1-1-1 0 0,0 1 1 0 0,1 0 0 0 0,-1-1-1 0 0,0 0 1 0 0,0 1-1 0 0,0-1 1 0 0,1 0 0 0 0,-1 0-1 0 0,1-1 1 0 0,-1 1-1 0 0,1 0 1 0 0,-1-1 0 0 0,6 1-1 0 0,18-6-1018 0 0,-11 0-10 0 0</inkml:trace>
</inkml:ink>
</file>

<file path=ppt/ink/ink2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44.6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154 426 3209 0 0,'1'-2'189'0'0,"-1"0"1"0"0,1 0 0 0 0,-1 0 0 0 0,0-1-1 0 0,0 1 1 0 0,0 0 0 0 0,0 0 0 0 0,0 0-1 0 0,-1-1 1 0 0,1 1 0 0 0,-1 0-1 0 0,1 0 1 0 0,-2-2 0 0 0,1 2 309 0 0,1 0 1 0 0,-1 0-1 0 0,-1 0 1 0 0,1 1-1 0 0,0-1 1 0 0,0 1-1 0 0,-1-1 0 0 0,1 0 1 0 0,-1 1-1 0 0,1 0 1 0 0,-1-1-1 0 0,1 1 1 0 0,-1 0-1 0 0,0 0 1 0 0,0 0-1 0 0,0 0 0 0 0,0 0 1 0 0,1 1-1 0 0,-1-1 1 0 0,0 0-1 0 0,0 1 1 0 0,0 0-1 0 0,0-1 0 0 0,-1 1 1 0 0,1 0-1 0 0,0 0 1 0 0,0 0-1 0 0,0 0 1 0 0,0 0-1 0 0,0 1 0 0 0,-3 0 1 0 0,3 0-473 0 0,0-1 1 0 0,0 1-1 0 0,0 0 0 0 0,0 0 1 0 0,0 1-1 0 0,0-1 0 0 0,1 0 0 0 0,-1 1 1 0 0,0-1-1 0 0,-2 4 0 0 0,0 1 21 0 0,0 0 0 0 0,0 0 0 0 0,1 1 0 0 0,0-1 0 0 0,0 1 0 0 0,0 0-1 0 0,1 0 1 0 0,0 0 0 0 0,1 0 0 0 0,-1 0 0 0 0,1 0 0 0 0,1 1-1 0 0,-1-1 1 0 0,2 12 0 0 0,-1-14-26 0 0,0 0 0 0 0,1 0-1 0 0,-1-1 1 0 0,1 1 0 0 0,0 0 0 0 0,1 0-1 0 0,-1-1 1 0 0,1 1 0 0 0,0-1 0 0 0,0 1-1 0 0,0-1 1 0 0,0 0 0 0 0,1 1-1 0 0,0-1 1 0 0,0-1 0 0 0,0 1 0 0 0,0 0-1 0 0,1-1 1 0 0,-1 0 0 0 0,1 1 0 0 0,0-1-1 0 0,6 3 1 0 0,-8-5-43 0 0,-1 0 0 0 0,1-1 0 0 0,-1 0 0 0 0,0 1 0 0 0,1-1 1 0 0,-1 0-1 0 0,1 1 0 0 0,-1-1 0 0 0,1 0 0 0 0,-1 0 0 0 0,0 0 0 0 0,1-1 0 0 0,-1 1 0 0 0,1 0 0 0 0,-1 0 0 0 0,1-1 0 0 0,-1 1 1 0 0,0-1-1 0 0,1 1 0 0 0,-1-1 0 0 0,0 0 0 0 0,0 1 0 0 0,1-1 0 0 0,-1 0 0 0 0,0 0 0 0 0,0 0 0 0 0,0 0 0 0 0,0 0 0 0 0,0 0 1 0 0,0 0-1 0 0,0 0 0 0 0,0-1 0 0 0,0 1 0 0 0,-1 0 0 0 0,1 0 0 0 0,-1-1 0 0 0,2-1 0 0 0,2-8-275 0 0,0 1 0 0 0,0-1 0 0 0,3-20 0 0 0,-5 21 169 0 0,3-16-655 0 0,-1 1-1 0 0,-2-1 1 0 0,0 0-1 0 0,-2-1 0 0 0,0 1 1 0 0,-2 0-1 0 0,-10-48 1 0 0,7 53 781 0 0,0 1 0 0 0,-1 0 1 0 0,-1 0-1 0 0,-1 1 0 0 0,-1 0 1 0 0,-1 0-1 0 0,0 1 0 0 0,-2 1 1 0 0,1-1-1 0 0,-20-19 0 0 0,9 20 1235 0 0,22 17-1097 0 0,-1 0 1 0 0,1 0 0 0 0,-1-1 0 0 0,0 1-1 0 0,1 0 1 0 0,-1 0 0 0 0,0 0 0 0 0,1 0 0 0 0,-1 0-1 0 0,1 0 1 0 0,-1 0 0 0 0,0 0 0 0 0,1 0-1 0 0,-1 0 1 0 0,0 0 0 0 0,1 0 0 0 0,-1 0-1 0 0,0 1 1 0 0,1-1 0 0 0,-1 0 0 0 0,1 0-1 0 0,-2 1 1 0 0,1 1 46 0 0,0 0-1 0 0,-1 0 1 0 0,1 0-1 0 0,0 0 1 0 0,0 0-1 0 0,0 0 0 0 0,0 0 1 0 0,1 0-1 0 0,-1 1 1 0 0,0-1-1 0 0,1 0 1 0 0,0 0-1 0 0,-1 1 1 0 0,1-1-1 0 0,0 0 1 0 0,0 1-1 0 0,1 2 1 0 0,0 15-61 0 0,1 0 1 0 0,1 0 0 0 0,0 0-1 0 0,2 0 1 0 0,0-1 0 0 0,1 1-1 0 0,9 17 1 0 0,71 131 1085 0 0,-49-100-1034 0 0,-4-2-88 0 0,-17-32-50 0 0,2 0 1 0 0,43 61-1 0 0,-39-69-500 0 0</inkml:trace>
</inkml:ink>
</file>

<file path=ppt/ink/ink2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45.4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191 1 10594 0 0,'-25'11'4901'0'0,"10"2"-4510"0"0,0 0 0 0 0,1 1 0 0 0,1 0-1 0 0,0 1 1 0 0,1 0 0 0 0,1 1 0 0 0,0 0-1 0 0,1 1 1 0 0,1 0 0 0 0,0 1 0 0 0,1 0-1 0 0,2 0 1 0 0,-1 1 0 0 0,-4 28 0 0 0,10-42-369 0 0,1 0 1 0 0,-1 0 0 0 0,2-1 0 0 0,-1 1 0 0 0,0 0 0 0 0,1 0 0 0 0,0-1-1 0 0,0 1 1 0 0,0 0 0 0 0,0-1 0 0 0,1 1 0 0 0,0-1 0 0 0,0 0 0 0 0,0 0-1 0 0,1 1 1 0 0,-1-1 0 0 0,1-1 0 0 0,0 1 0 0 0,0 0 0 0 0,0-1 0 0 0,0 1-1 0 0,1-1 1 0 0,0 0 0 0 0,5 4 0 0 0,10 6 100 0 0,1-1 0 0 0,0-1 0 0 0,38 15 0 0 0,-45-20-114 0 0,39 11-30 0 0,-43-15 17 0 0,1 1 1 0 0,-1-1-1 0 0,0 1 0 0 0,0 1 0 0 0,-1 0 0 0 0,1 0 0 0 0,-1 1 0 0 0,1 0 0 0 0,-2 0 0 0 0,1 1 0 0 0,7 7 0 0 0,-14-12 6 0 0,0 1-1 0 0,-1-1 1 0 0,1 1 0 0 0,0-1 0 0 0,-1 1 0 0 0,0 0 0 0 0,1-1 0 0 0,-1 1-1 0 0,0-1 1 0 0,0 1 0 0 0,0 0 0 0 0,0-1 0 0 0,0 1 0 0 0,0 0 0 0 0,-1-1-1 0 0,1 1 1 0 0,0-1 0 0 0,-1 1 0 0 0,1-1 0 0 0,-1 1 0 0 0,0-1 0 0 0,1 1-1 0 0,-1-1 1 0 0,0 1 0 0 0,0-1 0 0 0,0 0 0 0 0,0 1 0 0 0,0-1-1 0 0,0 0 1 0 0,0 0 0 0 0,-3 2 0 0 0,-6 6-40 0 0,1 0 1 0 0,-20 12-1 0 0,25-18 52 0 0,-72 47-3484 0 0,59-38 2239 0 0</inkml:trace>
</inkml:ink>
</file>

<file path=ppt/ink/ink2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45.7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48 11979 0 0,'0'20'1353'0'0,"0"-1"0"0"0,2 0 1 0 0,0 0-1 0 0,2 0 1 0 0,10 36-1 0 0,-12-49-1274 0 0,0-1 1 0 0,0 1-1 0 0,0-1 0 0 0,1 0 0 0 0,0 0 0 0 0,0 0 0 0 0,0 0 1 0 0,1-1-1 0 0,0 1 0 0 0,-1-1 0 0 0,2 0 0 0 0,-1 0 0 0 0,0 0 0 0 0,1 0 1 0 0,0-1-1 0 0,0 0 0 0 0,0 0 0 0 0,0 0 0 0 0,0-1 0 0 0,0 0 0 0 0,1 0 1 0 0,-1 0-1 0 0,1 0 0 0 0,8 0 0 0 0,-12-2-63 0 0,0 1 0 0 0,-1-1-1 0 0,1 0 1 0 0,0 0 0 0 0,0 0 0 0 0,0 0-1 0 0,0-1 1 0 0,0 1 0 0 0,0 0 0 0 0,-1-1-1 0 0,1 1 1 0 0,0-1 0 0 0,0 0 0 0 0,0 0-1 0 0,-1 1 1 0 0,1-1 0 0 0,-1 0 0 0 0,1-1-1 0 0,0 1 1 0 0,-1 0 0 0 0,0 0 0 0 0,3-3-1 0 0,-2 1 6 0 0,0-1 0 0 0,0 1-1 0 0,0-1 1 0 0,0 1-1 0 0,-1-1 1 0 0,0 0 0 0 0,0 0-1 0 0,0 0 1 0 0,0 0 0 0 0,0-5-1 0 0,0-5-10 0 0,0 0-1 0 0,-1 0 1 0 0,-1 0 0 0 0,-1 1-1 0 0,-3-19 1 0 0,3 25-50 0 0,0-1 1 0 0,-1 1 0 0 0,0 0-1 0 0,0 0 1 0 0,0 0-1 0 0,-1 0 1 0 0,0 0-1 0 0,0 1 1 0 0,-1-1-1 0 0,0 1 1 0 0,0 1-1 0 0,0-1 1 0 0,-1 1 0 0 0,0-1-1 0 0,-8-4 1 0 0,8 6-587 0 0,0 0 0 0 0,-1 1 0 0 0,1 0 0 0 0,-1 0 0 0 0,1 1 0 0 0,-9-2 0 0 0</inkml:trace>
</inkml:ink>
</file>

<file path=ppt/ink/ink2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46.1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0 13363 0 0,'-2'8'5488'0'0,"1"27"-3070"0"0,4-15-2202 0 0,1-1 1 0 0,1 1 0 0 0,0-1-1 0 0,1 0 1 0 0,2 0 0 0 0,0-1 0 0 0,0 0-1 0 0,2 0 1 0 0,0-1 0 0 0,1 0-1 0 0,26 29 1 0 0,-37-45-223 0 0,2 1 0 0 0,-1-1-1 0 0,0 0 1 0 0,0 1 0 0 0,0-1 0 0 0,1 0-1 0 0,-1 0 1 0 0,0 0 0 0 0,1 0 0 0 0,-1 0 0 0 0,1 0-1 0 0,0 0 1 0 0,-1 0 0 0 0,1-1 0 0 0,0 1-1 0 0,-1-1 1 0 0,1 1 0 0 0,0-1 0 0 0,-1 0-1 0 0,1 1 1 0 0,0-1 0 0 0,0 0 0 0 0,0 0-1 0 0,-1 0 1 0 0,1-1 0 0 0,0 1 0 0 0,0 0 0 0 0,-1-1-1 0 0,1 1 1 0 0,2-2 0 0 0,-1 0-52 0 0,-1 0-1 0 0,0-1 1 0 0,1 1 0 0 0,-1-1 0 0 0,0 1 0 0 0,0-1 0 0 0,0 0-1 0 0,-1 0 1 0 0,1 0 0 0 0,-1 0 0 0 0,1 0 0 0 0,-1-1-1 0 0,0 1 1 0 0,0 0 0 0 0,0-5 0 0 0,2-7-244 0 0,-2-1-1 0 0,1 1 1 0 0,-2-1-1 0 0,0 0 1 0 0,-1 1 0 0 0,-3-20-1 0 0,0 0-393 0 0,4 35 736 0 0,0-1 0 0 0,0 0 0 0 0,0 1 0 0 0,-1-1 0 0 0,1 1-1 0 0,0-1 1 0 0,0 0 0 0 0,0 0 0 0 0,0 1 0 0 0,0-1 0 0 0,0 0 0 0 0,0 1 0 0 0,1-1-1 0 0,-1 0 1 0 0,0 1 0 0 0,0-1 0 0 0,0 0 0 0 0,1 1 0 0 0,-1-1 0 0 0,0 1-1 0 0,1-1 1 0 0,-1 1 0 0 0,0-1 0 0 0,1 0 0 0 0,-1 1 0 0 0,1-1 0 0 0,-1 1-1 0 0,1-1 1 0 0,0 1 17 0 0,0 0-1 0 0,0 0 1 0 0,0 0-1 0 0,0 1 1 0 0,0-1-1 0 0,0 0 1 0 0,0 1-1 0 0,0-1 1 0 0,0 0-1 0 0,0 1 1 0 0,0-1-1 0 0,-1 1 1 0 0,1 0-1 0 0,0-1 1 0 0,0 1-1 0 0,1 1 1 0 0,35 40 1012 0 0,-31-35-1030 0 0,3 3-5 0 0,1 0 0 0 0,0-1 1 0 0,0 0-1 0 0,1-1 0 0 0,0 0 0 0 0,0 0 0 0 0,1-1 1 0 0,21 9-1 0 0,-25-13-482 0 0,0-1 1 0 0,0 1-1 0 0,0-2 0 0 0,0 1 1 0 0,12 0-1 0 0</inkml:trace>
</inkml:ink>
</file>

<file path=ppt/ink/ink2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46.5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21 132 9674 0 0,'-20'-13'11637'0'0,"29"19"-10725"0"0,42 37 88 0 0,59 43-543 0 0,-99-78-443 0 0,-3-4-5 0 0,0 2 0 0 0,-1-1-1 0 0,0 1 1 0 0,0 0 0 0 0,11 13-1 0 0,-25-31 67 0 0,0-1 0 0 0,1 1 0 0 0,1-1 0 0 0,0 0-1 0 0,1 0 1 0 0,0 0 0 0 0,1-1 0 0 0,0 1 0 0 0,1-1-1 0 0,0-18 1 0 0,1 20-424 0 0,2 0-1 0 0,-1-1 0 0 0,2 1 0 0 0,0 0 1 0 0,0 0-1 0 0,1 0 0 0 0,5-15 0 0 0,7-6-7506 0 0</inkml:trace>
</inkml:ink>
</file>

<file path=ppt/ink/ink2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48.1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140 16 2761 0 0,'-1'-2'380'0'0,"0"1"1"0"0,-1 0 0 0 0,1-1 0 0 0,-1 1-1 0 0,1 0 1 0 0,-1 0 0 0 0,0 0-1 0 0,1 0 1 0 0,-1 0 0 0 0,0 1 0 0 0,1-1-1 0 0,-1 0 1 0 0,0 1 0 0 0,0-1 0 0 0,0 1-1 0 0,0 0 1 0 0,0-1 0 0 0,0 1 0 0 0,1 0-1 0 0,-1 0 1 0 0,0 0 0 0 0,-3 1 0 0 0,2 0-22 0 0,0 0 1 0 0,0 1 0 0 0,0-1 0 0 0,0 1 0 0 0,0-1-1 0 0,0 1 1 0 0,0 0 0 0 0,1 0 0 0 0,-1 0 0 0 0,0 1-1 0 0,-3 4 1 0 0,-1 1 150 0 0,1 1 1 0 0,0 0-1 0 0,0 0 0 0 0,1 0 0 0 0,0 1 0 0 0,1-1 0 0 0,-4 15 0 0 0,4-10-175 0 0,1 0-1 0 0,1 1 1 0 0,0-1-1 0 0,1 1 1 0 0,0 0 0 0 0,1-1-1 0 0,5 29 1 0 0,-5-39-301 0 0,1 0-1 0 0,0 1 1 0 0,1-1 0 0 0,-1 0 0 0 0,1 0 0 0 0,0 0 0 0 0,0 0 0 0 0,0 0 0 0 0,1 0 0 0 0,-1-1 0 0 0,1 1-1 0 0,0-1 1 0 0,3 4 0 0 0,-3-5-35 0 0,0 0 0 0 0,0 0 0 0 0,0-1 0 0 0,0 1 0 0 0,0-1 0 0 0,1 1 0 0 0,-1-1 0 0 0,1 0 0 0 0,-1 0 0 0 0,0-1 0 0 0,1 1 0 0 0,-1-1 0 0 0,1 1 0 0 0,0-1 0 0 0,-1 0 0 0 0,1-1 0 0 0,-1 1 0 0 0,7-2 0 0 0,0 0-217 0 0,-1 0 0 0 0,1-1 0 0 0,-1-1 1 0 0,1 1-1 0 0,9-6 0 0 0,5-6-3528 0 0,41-30 1 0 0,-53 36 2535 0 0,12-8 357 0 0</inkml:trace>
</inkml:ink>
</file>

<file path=ppt/ink/ink2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48.4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1 353 4145 0 0,'5'6'4440'0'0,"-5"-6"-4344"0"0,13-7 2754 0 0,7-12 133 0 0,-11 7-2612 0 0,-2 0-1 0 0,0-1 1 0 0,0 0 0 0 0,-1 0 0 0 0,0-1-1 0 0,-2 0 1 0 0,1 0 0 0 0,-2 0 0 0 0,4-24 0 0 0,-6 26-640 0 0,0 0 0 0 0,0-1 1 0 0,-1 1-1 0 0,-1 0 0 0 0,0 0 1 0 0,-1-1-1 0 0,0 1 0 0 0,-1 0 1 0 0,0 1-1 0 0,-1-1 1 0 0,-9-20-1 0 0,13 31 258 0 0,0 1 0 0 0,0 0-1 0 0,0-1 1 0 0,0 1 0 0 0,0-1 0 0 0,0 1 0 0 0,-1-1 0 0 0,1 1 0 0 0,0-1-1 0 0,0 1 1 0 0,0 0 0 0 0,-1-1 0 0 0,1 1 0 0 0,0 0 0 0 0,-1-1 0 0 0,1 1-1 0 0,0 0 1 0 0,-1-1 0 0 0,1 1 0 0 0,0 0 0 0 0,-1-1 0 0 0,1 1-1 0 0,-1 0 1 0 0,1 0 0 0 0,0 0 0 0 0,-1-1 0 0 0,1 1 0 0 0,-1 0 0 0 0,1 0-1 0 0,-1 0 1 0 0,1 0 0 0 0,-1 0 0 0 0,1 0 0 0 0,-1 0 0 0 0,1 0 0 0 0,0 0-1 0 0,-2 0 1 0 0,-6 18 433 0 0,3 32 1056 0 0,5-50-1459 0 0,-2 29 587 0 0,2 0 0 0 0,1 1 0 0 0,2-1-1 0 0,0 0 1 0 0,2 0 0 0 0,13 42 0 0 0,-14-60-504 0 0,0 0 0 0 0,1-1 0 0 0,0 1 0 0 0,1-1 0 0 0,0-1-1 0 0,0 1 1 0 0,1-1 0 0 0,13 14 0 0 0,-15-18-211 0 0,1 0 1 0 0,0 0-1 0 0,1-1 0 0 0,-1 0 0 0 0,1 0 0 0 0,-1 0 0 0 0,1-1 1 0 0,0 0-1 0 0,1 0 0 0 0,-1-1 0 0 0,0 0 0 0 0,1 0 1 0 0,-1-1-1 0 0,10 1 0 0 0,9-2-7099 0 0</inkml:trace>
</inkml:ink>
</file>

<file path=ppt/ink/ink2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48.40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 35 5985 0 0,'-12'-35'12749'0'0,"15"54"-9128"0"0,78 526-2875 0 0,-79-516-794 0 0,-2-18-42 0 0,0 1 0 0 0,1-1 1 0 0,1 1-1 0 0,0-1 0 0 0,0 1 0 0 0,1-1 0 0 0,8 20 0 0 0,-11-31 17 0 0,0 0 0 0 0,0 0 0 0 0,0 0 0 0 0,0 1 0 0 0,0-1 0 0 0,0 0 0 0 0,0 0 0 0 0,1 1 0 0 0,-1-1 0 0 0,0 0 0 0 0,0 0 0 0 0,0 0 0 0 0,0 0 0 0 0,0 1 0 0 0,1-1-366 0 0,0 1 366 0 0,-1-1 0 0 0,0 0 0 0 0,0 0 0 0 0,0 0 0 0 0,1 0 0 0 0,-1 0 0 0 0,0 0 0 0 0,0 0 0 0 0,0 0 0 0 0,1 0 0 0 0,-1 0 0 0 0,0 0 0 0 0,0 0 0 0 0,1 0 0 0 0,-1 0 0 0 0,0 0 0 0 0,0 0 0 0 0,0 0 0 0 0,1 0 0 0 0,-1 0 0 0 0,0 0 0 0 0,0 0-1 0 0,0 0 1 0 0,1 0 0 0 0,-1-1 0 0 0</inkml:trace>
</inkml:ink>
</file>

<file path=ppt/ink/ink2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48.67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23 101 7114 0 0,'-1'1'48'0'0,"0"-1"1"0"0,0 0 0 0 0,0 0-1 0 0,0 1 1 0 0,0-1 0 0 0,0 0 0 0 0,0 0-1 0 0,0 0 1 0 0,0 0 0 0 0,0 0 0 0 0,0 0-1 0 0,0 0 1 0 0,0 0 0 0 0,0-1 0 0 0,0 1-1 0 0,0 0 1 0 0,0-1 0 0 0,0 1 0 0 0,0 0-1 0 0,-1-2 1 0 0,2 1 56 0 0,0 1 0 0 0,0-1 0 0 0,0 0 0 0 0,0 1 1 0 0,1-1-1 0 0,-1 0 0 0 0,0 1 0 0 0,1-1 0 0 0,-1 0 0 0 0,0 1 0 0 0,1-1 0 0 0,-1 1 0 0 0,1-1 0 0 0,-1 1 1 0 0,0-1-1 0 0,1 1 0 0 0,0-1 0 0 0,-1 1 0 0 0,1-1 0 0 0,0 0 0 0 0,40-25 2754 0 0,-38 24-2759 0 0,86-38 3320 0 0,-79 36-3801 0 0,1 1 1 0 0,-1 0 0 0 0,1 1-1 0 0,0 0 1 0 0,0 0 0 0 0,20 1-1 0 0,-15 2-4797 0 0</inkml:trace>
</inkml:ink>
</file>

<file path=ppt/ink/ink2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48.86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 78 11058 0 0,'-1'0'58'0'0,"1"1"-1"0"0,0-1 0 0 0,-1 0 1 0 0,1 0-1 0 0,0 1 0 0 0,0-1 0 0 0,-1 0 1 0 0,1 1-1 0 0,0-1 0 0 0,0 1 1 0 0,0-1-1 0 0,-1 0 0 0 0,1 1 1 0 0,0-1-1 0 0,0 0 0 0 0,0 1 0 0 0,0-1 1 0 0,0 1-1 0 0,0-1 0 0 0,0 1 1 0 0,0-1-1 0 0,0 0 0 0 0,0 1 1 0 0,0-1-1 0 0,0 1 0 0 0,0-1 1 0 0,0 0-1 0 0,0 1 0 0 0,0-1 0 0 0,1 1 1 0 0,-1-1-1 0 0,0 0 0 0 0,0 1 1 0 0,0-1-1 0 0,1 0 0 0 0,-1 1 1 0 0,0-1-1 0 0,1 0 0 0 0,-1 1 0 0 0,0-1 1 0 0,0 0-1 0 0,1 1 0 0 0,0-1 1 0 0,23 0 1811 0 0,31-16 594 0 0,10-16-1799 0 0,11-5-3534 0 0,-54 29-2874 0 0</inkml:trace>
</inkml:ink>
</file>

<file path=ppt/ink/ink2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50.55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99 920 0 0,'5'-12'390'0'0,"-2"5"-263"0"0,-1 0 0 0 0,1 0 0 0 0,-1 0 0 0 0,1-15-1 0 0,0-15 16025 0 0</inkml:trace>
</inkml:ink>
</file>

<file path=ppt/ink/ink2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51.10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46 2761 0 0,'2'-18'6926'0'0,"-2"16"-6369"0"0,1 0 1 0 0,-1 0 0 0 0,0 0-1 0 0,0 0 1 0 0,0 0-1 0 0,0 0 1 0 0,0 0 0 0 0,0 1-1 0 0,-1-1 1 0 0,1 0-1 0 0,0 0 1 0 0,-2-2 0 0 0,22 78 2284 0 0,9 85 1 0 0,-16-88-2043 0 0,15 132-2714 0 0</inkml:trace>
</inkml:ink>
</file>

<file path=ppt/ink/ink2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51.32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13 4609 0 0,'3'-2'567'0'0,"0"0"0"0"0,-1 1 1 0 0,1 0-1 0 0,0-1 0 0 0,0 1 0 0 0,0 0 1 0 0,0 0-1 0 0,0 1 0 0 0,0-1 0 0 0,0 1 1 0 0,0 0-1 0 0,0-1 0 0 0,0 1 0 0 0,0 0 1 0 0,5 1-1 0 0,2 0 290 0 0,-1 0 1 0 0,1 1-1 0 0,15 5 0 0 0,-18-5-632 0 0,0 1-1 0 0,-1-1 1 0 0,1 2-1 0 0,-1-1 0 0 0,0 1 1 0 0,1 0-1 0 0,-2 0 1 0 0,1 1-1 0 0,-1-1 1 0 0,1 1-1 0 0,-1 1 0 0 0,0-1 1 0 0,-1 1-1 0 0,0 0 1 0 0,0 0-1 0 0,0 0 1 0 0,0 0-1 0 0,-1 1 0 0 0,0-1 1 0 0,3 14-1 0 0,-4-12-170 0 0,0 0 0 0 0,-1 0-1 0 0,0 1 1 0 0,-1-1 0 0 0,0 1-1 0 0,0-1 1 0 0,-1 0-1 0 0,0 1 1 0 0,0-1 0 0 0,-1 0-1 0 0,0 0 1 0 0,-1 0 0 0 0,0 0-1 0 0,0 0 1 0 0,0 0 0 0 0,-1-1-1 0 0,-7 11 1 0 0,4-7-230 0 0,-1-1-1 0 0,0 1 1 0 0,0-2 0 0 0,-1 1 0 0 0,0-1 0 0 0,0-1 0 0 0,-1 1-1 0 0,-20 11 1 0 0,18-14-1227 0 0</inkml:trace>
</inkml:ink>
</file>

<file path=ppt/ink/ink2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51.71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159 10 3681 0 0,'13'-9'2189'0'0,"-19"10"-404"0"0,2 1-1197 0 0,-15 10 872 0 0,0 0 0 0 0,1 1 1 0 0,-17 15-1 0 0,31-24-1117 0 0,-1 0 0 0 0,1 1 1 0 0,0 0-1 0 0,0-1 1 0 0,0 1-1 0 0,1 1 1 0 0,-1-1-1 0 0,1 0 0 0 0,1 1 1 0 0,-1-1-1 0 0,1 1 1 0 0,0 0-1 0 0,0 0 0 0 0,1 0 1 0 0,-1 0-1 0 0,0 11 1 0 0,3-14-312 0 0,-1 1 0 0 0,0-1 1 0 0,1 0-1 0 0,0 0 1 0 0,0 0-1 0 0,0 0 1 0 0,0 1-1 0 0,0-1 1 0 0,0-1-1 0 0,1 1 0 0 0,0 0 1 0 0,-1 0-1 0 0,1 0 1 0 0,0-1-1 0 0,0 1 1 0 0,1-1-1 0 0,-1 0 0 0 0,0 0 1 0 0,1 0-1 0 0,0 0 1 0 0,-1 0-1 0 0,5 2 1 0 0,7 4-32 0 0,1-1 1 0 0,-1-1 0 0 0,24 7 0 0 0,6 3 121 0 0,-41-15-107 0 0,0 1 1 0 0,-1-1 0 0 0,1 0-1 0 0,-1 1 1 0 0,1-1-1 0 0,-1 1 1 0 0,0 0 0 0 0,0 0-1 0 0,0 0 1 0 0,1 0-1 0 0,-2 0 1 0 0,1 0 0 0 0,0 0-1 0 0,0 1 1 0 0,-1-1-1 0 0,1 1 1 0 0,-1-1 0 0 0,0 1-1 0 0,0 0 1 0 0,0-1-1 0 0,0 1 1 0 0,0 0 0 0 0,-1 0-1 0 0,1-1 1 0 0,-1 5-1 0 0,0-2 40 0 0,-1 0 0 0 0,0 0 0 0 0,0 0 0 0 0,0 0 0 0 0,-1-1 0 0 0,0 1 0 0 0,0 0 0 0 0,0-1 0 0 0,0 0 0 0 0,-1 1 0 0 0,1-1 0 0 0,-1 0 0 0 0,0 0 0 0 0,-5 4 0 0 0,0 0 10 0 0,0 0 0 0 0,-1-1 0 0 0,1 0 0 0 0,-1-1 0 0 0,-1 0 0 0 0,1 0 0 0 0,-14 5 0 0 0,18-9-374 0 0,0 1 0 0 0,0-1 0 0 0,0-1 1 0 0,0 1-1 0 0,-1-1 0 0 0,1 0 0 0 0,0 0 0 0 0,-1 0 0 0 0,1-1 1 0 0,0 0-1 0 0,-1 0 0 0 0,1 0 0 0 0,-1-1 0 0 0,1 0 0 0 0,0 0 1 0 0,-10-3-1 0 0,14 4 135 0 0,0-1 1 0 0,0 1 0 0 0,1-1-1 0 0,-1 1 1 0 0,0 0 0 0 0,1-1-1 0 0,-1 0 1 0 0,0 1 0 0 0,1-1-1 0 0,-1 1 1 0 0,0-1 0 0 0,1 0-1 0 0,-1 1 1 0 0,1-1 0 0 0,0 0-1 0 0,-1 0 1 0 0,1 1 0 0 0,-1-1-1 0 0,1 0 1 0 0,0 0 0 0 0,-1-1-1 0 0,1-10-540 0 0</inkml:trace>
</inkml:ink>
</file>

<file path=ppt/ink/ink2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51.98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93 10138 0 0,'7'-24'10924'0'0,"10"0"-8814"0"0,-11 18-2853 0 0,1-1-1 0 0,-1 2 0 0 0,1-1 0 0 0,15-9 0 0 0,-13 10-1009 0 0</inkml:trace>
</inkml:ink>
</file>

<file path=ppt/ink/ink2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52.14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 72 6449 0 0,'-2'3'1502'0'0,"1"-2"-1201"0"0,1-1-1 0 0,0 1 0 0 0,-1 0 1 0 0,1 0-1 0 0,0-1 1 0 0,0 1-1 0 0,0 0 0 0 0,0 0 1 0 0,0-1-1 0 0,0 1 1 0 0,0 0-1 0 0,0 0 0 0 0,0 0 1 0 0,0-1-1 0 0,0 1 1 0 0,0 0-1 0 0,1 1 0 0 0,0-2-151 0 0,-1 1 0 0 0,1-1 0 0 0,-1 0 0 0 0,1 0 1 0 0,-1 1-1 0 0,1-1 0 0 0,-1 0 0 0 0,1 0 0 0 0,0 1 0 0 0,-1-1 0 0 0,1 0 0 0 0,0 0 0 0 0,-1 0 0 0 0,1 0 0 0 0,-1 0 0 0 0,1 0 0 0 0,0 0 0 0 0,-1 0 0 0 0,1 0 0 0 0,0 0 0 0 0,0-1 0 0 0,3 0-136 0 0,1 0-1 0 0,-1 0 1 0 0,0-1-1 0 0,0 0 1 0 0,0 0-1 0 0,7-4 1 0 0,7-8-2826 0 0,29-29-1 0 0,-27 23 2254 0 0</inkml:trace>
</inkml:ink>
</file>

<file path=ppt/ink/ink2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52.64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110 9 11979 0 0,'0'-1'139'0'0,"-1"1"1"0"0,0-1 0 0 0,1 0 0 0 0,-1 1 0 0 0,0-1 0 0 0,0 1 0 0 0,0-1 0 0 0,1 1 0 0 0,-1-1 0 0 0,0 1 0 0 0,0-1-1 0 0,0 1 1 0 0,0 0 0 0 0,0 0 0 0 0,0-1 0 0 0,0 1 0 0 0,0 0 0 0 0,1 0 0 0 0,-1 0 0 0 0,0 0 0 0 0,0 0 0 0 0,0 0-1 0 0,0 0 1 0 0,0 0 0 0 0,0 1 0 0 0,-1-1 0 0 0,0 1 38 0 0,-1 1-1 0 0,1-1 1 0 0,0 0 0 0 0,0 1-1 0 0,1-1 1 0 0,-1 1 0 0 0,0-1-1 0 0,0 1 1 0 0,1 0 0 0 0,-3 3 0 0 0,-1 3 187 0 0,0 0 0 0 0,0 1 1 0 0,1 0-1 0 0,-5 13 1 0 0,0 6-153 0 0,2 0 0 0 0,1 0 1 0 0,1 0-1 0 0,1 1 1 0 0,2-1-1 0 0,0 1 1 0 0,4 30-1 0 0,-1-43-214 0 0,1 0-1 0 0,0 0 0 0 0,1 0 1 0 0,1-1-1 0 0,1 1 0 0 0,0-1 1 0 0,1 0-1 0 0,0 0 0 0 0,1-1 1 0 0,1 0-1 0 0,1 0 0 0 0,-1-1 1 0 0,2 0-1 0 0,13 14 1 0 0,-14-19 21 0 0,0-1 1 0 0,0 0 0 0 0,1 0 0 0 0,0-1 0 0 0,1 0 0 0 0,0-1 0 0 0,-1 0 0 0 0,1 0 0 0 0,1-1 0 0 0,-1-1 0 0 0,1 0 0 0 0,-1-1 0 0 0,1 0 0 0 0,20 1 0 0 0,-23-3 61 0 0,0 1 0 0 0,1-2 1 0 0,-1 1-1 0 0,0-1 0 0 0,0-1 0 0 0,0 0 1 0 0,0 0-1 0 0,0-1 0 0 0,0 0 1 0 0,0 0-1 0 0,-1-1 0 0 0,1 0 1 0 0,-1-1-1 0 0,0 1 0 0 0,-1-2 1 0 0,1 1-1 0 0,-1-1 0 0 0,0 0 1 0 0,7-8-1 0 0,-9 7-27 0 0,-1 0 0 0 0,0 0 0 0 0,0 0-1 0 0,0 0 1 0 0,-1 0 0 0 0,0-1 0 0 0,-1 1 0 0 0,0-1 0 0 0,0 0 0 0 0,0 0-1 0 0,-1 0 1 0 0,0 0 0 0 0,-1 0 0 0 0,0 0 0 0 0,0 0 0 0 0,-1 0 0 0 0,0 0-1 0 0,0 0 1 0 0,0 0 0 0 0,-5-10 0 0 0,-4-15 49 0 0,-2 1 0 0 0,-2 0 0 0 0,-24-42-1 0 0,29 57-86 0 0,-47-78-1861 0 0,34 65-6362 0 0</inkml:trace>
</inkml:ink>
</file>

<file path=ppt/ink/ink2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45.09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34 277 4145 0 0,'-2'-4'595'0'0,"-1"-1"1"0"0,1 1-1 0 0,-1-1 1 0 0,1 0-1 0 0,1 0 1 0 0,-1 1-1 0 0,1-1 1 0 0,0 0-1 0 0,0 0 1 0 0,-1-10-1 0 0,-6-23 2870 0 0,7 37-3214 0 0,0 0 1 0 0,1 0-1 0 0,-1-1 0 0 0,1 1 0 0 0,-1 0 0 0 0,1 0 0 0 0,-1-1 0 0 0,1 1 0 0 0,0 0 0 0 0,0 0 0 0 0,-1-1 0 0 0,1 1 0 0 0,0 0 1 0 0,0-1-1 0 0,0 1 0 0 0,0 0 0 0 0,1-1 0 0 0,-1 0 0 0 0,1 2-120 0 0,0 0 0 0 0,0 0-1 0 0,-1 0 1 0 0,1 0 0 0 0,0 0 0 0 0,0 0-1 0 0,0 0 1 0 0,-1 1 0 0 0,1-1 0 0 0,0 0-1 0 0,-1 1 1 0 0,1-1 0 0 0,0 1 0 0 0,-1-1-1 0 0,1 0 1 0 0,0 1 0 0 0,-1 0 0 0 0,1-1-1 0 0,-1 1 1 0 0,2 0 0 0 0,36 40 714 0 0,10 28-800 0 0,-4 2 0 0 0,66 141 0 0 0,-66-122-33 0 0,-39-79-2 0 0,-3-7 13 0 0,0 1 0 0 0,0 0-1 0 0,0 0 1 0 0,1-1 0 0 0,-1 0-1 0 0,1 1 1 0 0,0-1 0 0 0,1 0-1 0 0,-1 0 1 0 0,1-1 0 0 0,-1 1 0 0 0,1-1-1 0 0,8 6 1 0 0,-11-10 4 0 0,-1 1 0 0 0,1 0-1 0 0,0 0 1 0 0,0 0 0 0 0,0 0 0 0 0,0-1 0 0 0,0 1 0 0 0,-1 0 0 0 0,1-1-1 0 0,0 1 1 0 0,0-1 0 0 0,-1 1 0 0 0,1-1 0 0 0,0 1 0 0 0,-1-1 0 0 0,1 0-1 0 0,0 1 1 0 0,-1-1 0 0 0,1 0 0 0 0,-1 1 0 0 0,1-1 0 0 0,-1 0 0 0 0,0 1-1 0 0,1-1 1 0 0,-1 0 0 0 0,1 0 0 0 0,-1 0 0 0 0,0 0 0 0 0,0 0 0 0 0,11-31 183 0 0,-10 29-145 0 0,50-216 628 0 0,4-12-743 0 0,-39 173-124 0 0,-8 26-744 0 0,2 0 1 0 0,19-44-1 0 0,-14 61-570 0 0,-15 15 1481 0 0,0 0 0 0 0,1-1 0 0 0,-1 1 1 0 0,0 0-1 0 0,1 0 0 0 0,-1 0 0 0 0,0 0 0 0 0,1 0 1 0 0,-1 0-1 0 0,0 0 0 0 0,1 0 0 0 0,-1 0 1 0 0,1 0-1 0 0,-1 0 0 0 0,0 0 0 0 0,0 0 0 0 0,1 1 1 0 0,-1-1-1 0 0,0 0 0 0 0,1 0 0 0 0,-1 0 0 0 0,0 0 1 0 0,1 1-1 0 0,-1-1 0 0 0,0 0 0 0 0,0 0 1 0 0,1 0-1 0 0,-1 1 0 0 0,0-1 0 0 0,0 0 0 0 0,1 0 1 0 0,-1 1-1 0 0,0-1 0 0 0,0 0 0 0 0,0 1 0 0 0,0-1 1 0 0,0 0-1 0 0,1 1 0 0 0,-1-1 0 0 0,0 0 1 0 0,0 1-1 0 0,0-1 0 0 0,0 0 0 0 0,0 1 0 0 0,0-1 1 0 0,0 0-1 0 0,0 1 0 0 0,0-1 0 0 0,0 0 0 0 0,0 1 1 0 0,0-1-1 0 0,0 0 0 0 0,-1 1 0 0 0,1-1 1 0 0,0 0-1 0 0,0 1 0 0 0,-1 12 60 0 0</inkml:trace>
</inkml:ink>
</file>

<file path=ppt/ink/ink2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46.07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61 11058 0 0,'15'-9'5972'0'0,"16"-9"-2284"0"0,9-1-4353 0 0,5 6-4186 0 0,-41 12 3743 0 0,1 1-1 0 0,0-1 0 0 0,0 1 1 0 0,-1 0-1 0 0,1 0 1 0 0,0 1-1 0 0,5 1 0 0 0,-2-1 889 0 0</inkml:trace>
</inkml:ink>
</file>

<file path=ppt/ink/ink2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46.23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 33 9674 0 0,'-7'8'424'0'0,"3"-4"96"0"0,1 0-416 0 0,2-1-104 0 0,0-2 0 0 0,1 1 0 0 0,0 0 1113 0 0,1 1-505 0 0,2-2 8 0 0,1-1-104 0 0,1-1-16 0 0,5-3-8 0 0,0-3 0 0 0,2-1-1992 0 0,3-3-393 0 0,2-3-87 0 0,0-1-8 0 0</inkml:trace>
</inkml:ink>
</file>

<file path=ppt/ink/ink2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46.76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104 35 12443 0 0,'-21'-19'2820'0'0,"3"3"984"0"0,17 16-3729 0 0,0 0-1 0 0,0 0 1 0 0,0 0-1 0 0,1 1 0 0 0,-1-1 1 0 0,0 0-1 0 0,0 0 1 0 0,0 0-1 0 0,1 1 1 0 0,-1-1-1 0 0,0 0 1 0 0,0 1-1 0 0,1-1 1 0 0,-1 0-1 0 0,0 1 0 0 0,1-1 1 0 0,-1 1-1 0 0,0 0 1 0 0,1-1-1 0 0,-1 1 1 0 0,1-1-1 0 0,-1 1 1 0 0,1 0-1 0 0,-1-1 1 0 0,1 1-1 0 0,0 0 0 0 0,-1 0 1 0 0,1-1-1 0 0,0 1 1 0 0,-1 1-1 0 0,-6 13 35 0 0,0 0 0 0 0,1 0 0 0 0,0 1-1 0 0,2 0 1 0 0,0 0 0 0 0,0 0 0 0 0,2 0 0 0 0,0 1-1 0 0,0 0 1 0 0,2-1 0 0 0,2 23 0 0 0,-1-21-110 0 0,1-1 0 0 0,1 0 0 0 0,1 0-1 0 0,0 0 1 0 0,1-1 0 0 0,1 0 0 0 0,1 0 0 0 0,0 0 0 0 0,1 0 0 0 0,18 25 0 0 0,-17-30-7 0 0,1 0 0 0 0,0 0 1 0 0,1-1-1 0 0,0-1 0 0 0,1 0 0 0 0,0-1 0 0 0,18 10 1 0 0,-24-14 14 0 0,1 0 1 0 0,0 0 0 0 0,1-1 0 0 0,-1-1-1 0 0,0 1 1 0 0,1-1 0 0 0,-1 0-1 0 0,1-1 1 0 0,0 0 0 0 0,0 0 0 0 0,0-1-1 0 0,-1 0 1 0 0,1 0 0 0 0,0-1-1 0 0,9-1 1 0 0,-13 1 5 0 0,1-1-1 0 0,-1 1 0 0 0,-1-1 0 0 0,1 0 1 0 0,0 0-1 0 0,0 0 0 0 0,-1-1 1 0 0,1 1-1 0 0,-1-1 0 0 0,0 0 1 0 0,0 0-1 0 0,0 0 0 0 0,0 0 1 0 0,0-1-1 0 0,2-3 0 0 0,-1 0 46 0 0,-1 0 0 0 0,0 0 0 0 0,0 0-1 0 0,0 0 1 0 0,-1-1 0 0 0,0 1 0 0 0,2-14-1 0 0,-2-6 220 0 0,-1 0 0 0 0,-2 1 0 0 0,-5-46 0 0 0,4 56-157 0 0,-1 1 1 0 0,-1-1-1 0 0,0 1 0 0 0,0 0 0 0 0,-2 0 1 0 0,0 0-1 0 0,-15-26 0 0 0,15 31-213 0 0,0 1 0 0 0,-1 0 0 0 0,0 0 1 0 0,-1 1-1 0 0,0 0 0 0 0,0 1 0 0 0,0 0 0 0 0,-1 0 0 0 0,0 0 0 0 0,0 1 1 0 0,-1 1-1 0 0,-12-6 0 0 0,7 5-378 0 0</inkml:trace>
</inkml:ink>
</file>

<file path=ppt/ink/ink2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0.19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242 27 5417 0 0,'0'-2'464'0'0,"0"0"0"0"0,0 1 1 0 0,0-1-1 0 0,0 1 0 0 0,0-1 0 0 0,0 0 0 0 0,0 1 0 0 0,-1-1 0 0 0,1 1 0 0 0,-1-1 1 0 0,1 1-1 0 0,-1-1 0 0 0,-1-1 0 0 0,1 2-300 0 0,0 1 1 0 0,1 0-1 0 0,-1-1 0 0 0,0 1 1 0 0,0 0-1 0 0,0 0 0 0 0,0 0 1 0 0,0 0-1 0 0,0 0 0 0 0,1 0 1 0 0,-1 0-1 0 0,0 0 0 0 0,0 0 1 0 0,0 1-1 0 0,0-1 0 0 0,0 0 1 0 0,1 0-1 0 0,-1 1 0 0 0,0-1 1 0 0,0 1-1 0 0,0-1 0 0 0,1 0 1 0 0,-1 1-1 0 0,0 0 1 0 0,1-1-1 0 0,-1 1 0 0 0,0-1 1 0 0,0 2-1 0 0,-18 14 144 0 0,0 0 0 0 0,2 1 0 0 0,0 0 0 0 0,1 2 0 0 0,0 0 0 0 0,2 1 0 0 0,0 0 0 0 0,2 1 0 0 0,0 1 0 0 0,1 0 0 0 0,2 0 0 0 0,0 1 0 0 0,1 0 0 0 0,-9 48 0 0 0,16-65-318 0 0,0 0 1 0 0,1 0 0 0 0,0 0 0 0 0,0 0 0 0 0,1 0 0 0 0,-1 0 0 0 0,1 0 0 0 0,0 0 0 0 0,1 0 0 0 0,0 0 0 0 0,0 0 0 0 0,0 0 0 0 0,0-1 0 0 0,1 1-1 0 0,0-1 1 0 0,0 0 0 0 0,1 0 0 0 0,4 6 0 0 0,-5-8 0 0 0,0 0 0 0 0,0 0 0 0 0,1-1 0 0 0,-1 1 0 0 0,1-1 0 0 0,0 0 0 0 0,0 0 0 0 0,0 0 0 0 0,0 0 0 0 0,0 0 0 0 0,0-1 0 0 0,0 0 0 0 0,1 0 0 0 0,-1 0 0 0 0,0 0 0 0 0,1-1 0 0 0,-1 0 0 0 0,0 0 0 0 0,1 0 0 0 0,-1 0 0 0 0,1-1 0 0 0,-1 0 0 0 0,0 1 0 0 0,1-2 0 0 0,6-2 0 0 0,-2 1-42 0 0,0-1 1 0 0,0-1 0 0 0,0 1-1 0 0,-1-2 1 0 0,0 1-1 0 0,0-1 1 0 0,-1 0-1 0 0,1 0 1 0 0,-1-1-1 0 0,-1 0 1 0 0,1-1 0 0 0,10-15-1 0 0,-15 20 44 0 0,0-1 0 0 0,0 1-1 0 0,0-1 1 0 0,-1 1 0 0 0,1-1-1 0 0,-1 1 1 0 0,0-1 0 0 0,0 0 0 0 0,0 0-1 0 0,0 0 1 0 0,-1 1 0 0 0,0-1-1 0 0,0 0 1 0 0,0 0 0 0 0,0 0 0 0 0,0 0-1 0 0,-1 0 1 0 0,0 0 0 0 0,1 1-1 0 0,-2-1 1 0 0,1 0 0 0 0,0 0-1 0 0,-1 1 1 0 0,1-1 0 0 0,-1 1 0 0 0,0 0-1 0 0,0-1 1 0 0,-1 1 0 0 0,1 0-1 0 0,-1 0 1 0 0,1 0 0 0 0,-1 1 0 0 0,0-1-1 0 0,-6-3 1 0 0,9 5 7 0 0,-1 1-1 0 0,0-1 1 0 0,0 1 0 0 0,0-1 0 0 0,0 1 0 0 0,1-1-1 0 0,-1 1 1 0 0,0-1 0 0 0,0 0 0 0 0,1 1-1 0 0,-1-1 1 0 0,1 0 0 0 0,-1 1 0 0 0,1-1 0 0 0,-1 0-1 0 0,1 0 1 0 0,-1 0 0 0 0,1 0 0 0 0,-1 0-1 0 0,1 1 1 0 0,0-1 0 0 0,0 0 0 0 0,-1 0-1 0 0,1 0 1 0 0,0 0 0 0 0,0 0 0 0 0,0 0 0 0 0,0 0-1 0 0,0 0 1 0 0,0 0 0 0 0,1 0 0 0 0,-1-2-1 0 0,2 1-5 0 0,1-1 0 0 0,-1 1 0 0 0,1-1 0 0 0,-1 1 0 0 0,1 0 0 0 0,0 0 0 0 0,0 0 0 0 0,4-2 0 0 0,-7 4 4 0 0,21-12-13 0 0,0 0 0 0 0,43-16 0 0 0,-55 25 12 0 0,1 0 0 0 0,-1 0 0 0 0,1 1 0 0 0,-1 0 0 0 0,1 1 0 0 0,0 0 0 0 0,0 0 0 0 0,0 1 0 0 0,17 2 0 0 0,-24-2 17 0 0,0 1 1 0 0,-1 0-1 0 0,1 0 0 0 0,0 0 0 0 0,-1 0 1 0 0,1 0-1 0 0,-1 1 0 0 0,1-1 0 0 0,-1 1 0 0 0,0 0 1 0 0,0-1-1 0 0,0 1 0 0 0,1 0 0 0 0,-2 0 1 0 0,1 0-1 0 0,0 1 0 0 0,0-1 0 0 0,-1 0 1 0 0,1 1-1 0 0,-1-1 0 0 0,0 1 0 0 0,0-1 0 0 0,0 1 1 0 0,0 0-1 0 0,0-1 0 0 0,0 1 0 0 0,-1 0 1 0 0,1 5-1 0 0,0 8 108 0 0,-1 0 0 0 0,0 0 0 0 0,-1 0 0 0 0,-4 19 0 0 0,0 15-51 0 0,6-35-796 0 0</inkml:trace>
</inkml:ink>
</file>

<file path=ppt/ink/ink2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0.56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124 97 3225 0 0,'2'-4'316'0'0,"0"0"0"0"0,0-1 1 0 0,0 1-1 0 0,0-1 0 0 0,-1 1 0 0 0,1-1 1 0 0,-1 0-1 0 0,0 1 0 0 0,-1-1 1 0 0,1 0-1 0 0,-1 0 0 0 0,0 0 0 0 0,0 1 1 0 0,-1-1-1 0 0,1 0 0 0 0,-1 0 1 0 0,-3-8-1 0 0,4 13-209 0 0,0 0 1 0 0,0-1-1 0 0,0 1 1 0 0,0 0-1 0 0,-1-1 1 0 0,1 1-1 0 0,0 0 1 0 0,0 0-1 0 0,-1-1 1 0 0,1 1-1 0 0,0 0 1 0 0,-1 0-1 0 0,1-1 1 0 0,0 1-1 0 0,-1 0 1 0 0,1 0-1 0 0,0 0 1 0 0,-1 0-1 0 0,1 0 1 0 0,0-1-1 0 0,-1 1 1 0 0,1 0-1 0 0,-1 0 1 0 0,1 0-1 0 0,0 0 1 0 0,-1 0-1 0 0,1 0 1 0 0,0 0-1 0 0,-1 0 1 0 0,1 0-1 0 0,-1 0 1 0 0,1 1-1 0 0,-1-1 1 0 0,-14 9 2039 0 0,-9 15 182 0 0,10-8-1434 0 0,-32 43 1085 0 0,43-55-1866 0 0,0 1 0 0 0,0-1 1 0 0,1 1-1 0 0,0 0 0 0 0,0 0 0 0 0,0 0 1 0 0,0 0-1 0 0,1 0 0 0 0,-1 0 0 0 0,0 10 1 0 0,3-13-108 0 0,-1 0 0 0 0,0-1 0 0 0,1 1 1 0 0,0-1-1 0 0,-1 1 0 0 0,1 0 1 0 0,0-1-1 0 0,0 1 0 0 0,-1-1 1 0 0,1 0-1 0 0,0 1 0 0 0,1-1 1 0 0,-1 0-1 0 0,0 0 0 0 0,0 0 1 0 0,0 1-1 0 0,1-1 0 0 0,-1 0 1 0 0,1-1-1 0 0,-1 1 0 0 0,1 0 0 0 0,-1 0 1 0 0,1-1-1 0 0,-1 1 0 0 0,3 0 1 0 0,47 12 97 0 0,-41-11-75 0 0,2 1-21 0 0,1 0 1 0 0,-1 0-1 0 0,0 1 0 0 0,-1 1 1 0 0,1 0-1 0 0,11 7 0 0 0,-21-11-5 0 0,0 0 0 0 0,1 1 1 0 0,-1-1-1 0 0,0 1 0 0 0,0 0 0 0 0,-1 0 0 0 0,1-1 0 0 0,0 1 0 0 0,-1 0 0 0 0,1 1 0 0 0,-1-1 0 0 0,1 0 0 0 0,-1 0 0 0 0,0 0 0 0 0,0 1 0 0 0,0-1 0 0 0,0 1 0 0 0,0-1 0 0 0,-1 1 0 0 0,1-1 0 0 0,-1 1 0 0 0,0-1 0 0 0,0 1 0 0 0,0 0 0 0 0,0-1 0 0 0,0 1 0 0 0,0-1 0 0 0,-1 1 0 0 0,1-1 0 0 0,-1 1 0 0 0,1-1 0 0 0,-1 1 0 0 0,0-1 1 0 0,0 1-1 0 0,0-1 0 0 0,-3 4 0 0 0,0-1-24 0 0,0 1-1 0 0,0 0 1 0 0,0-1 0 0 0,-1 0 0 0 0,0 0 0 0 0,0 0 0 0 0,0 0 0 0 0,-1-1 0 0 0,0 0-1 0 0,0 0 1 0 0,0 0 0 0 0,0-1 0 0 0,0 0 0 0 0,-1 0 0 0 0,1-1 0 0 0,-1 0 0 0 0,0 0 0 0 0,0 0-1 0 0,1-1 1 0 0,-1 0 0 0 0,0 0 0 0 0,0-1 0 0 0,-8 0 0 0 0</inkml:trace>
</inkml:ink>
</file>

<file path=ppt/ink/ink2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3.32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173 68 3225 0 0,'-8'-10'1427'0'0,"3"3"65"0"0,0 0 0 0 0,-1 0 0 0 0,0 1-1 0 0,0 0 1 0 0,0 0 0 0 0,-11-7 0 0 0,15 12-1234 0 0,1 0-1 0 0,-1 1 1 0 0,1-1 0 0 0,-1 0-1 0 0,0 1 1 0 0,1-1 0 0 0,-1 1 0 0 0,1 0-1 0 0,-1-1 1 0 0,0 1 0 0 0,1 0-1 0 0,-1 0 1 0 0,0 0 0 0 0,1 0 0 0 0,-1 1-1 0 0,-2-1 1 0 0,2 1-118 0 0,-1 0 0 0 0,1 0 0 0 0,0 1 0 0 0,0-1 0 0 0,-1 0 0 0 0,1 1 0 0 0,0 0 0 0 0,0-1 0 0 0,1 1 0 0 0,-1 0 0 0 0,0 0 0 0 0,1 0 1 0 0,-4 4-1 0 0,-2 7 7 0 0,0 0 0 0 0,0 1 0 0 0,2 0 1 0 0,-1 0-1 0 0,2 0 0 0 0,0 0 0 0 0,0 1 1 0 0,2 0-1 0 0,-2 18 0 0 0,2-4-149 0 0,1 0-1 0 0,2 0 1 0 0,7 53 0 0 0,-6-72-4 0 0,0 0 0 0 0,1 0 0 0 0,0 0 0 0 0,1-1 0 0 0,0 1 0 0 0,0-1 0 0 0,1 0 0 0 0,0 0 0 0 0,0 0 0 0 0,1-1 0 0 0,0 0 0 0 0,1 0 0 0 0,0 0 0 0 0,0-1 0 0 0,14 11 0 0 0,-15-14 4 0 0,0 0 0 0 0,0-1 0 0 0,0 1-1 0 0,0-2 1 0 0,1 1 0 0 0,-1-1 0 0 0,1 0 0 0 0,0 0-1 0 0,-1 0 1 0 0,1-1 0 0 0,0 0 0 0 0,0-1 0 0 0,0 1-1 0 0,0-1 1 0 0,0-1 0 0 0,0 1 0 0 0,-1-1-1 0 0,1-1 1 0 0,0 1 0 0 0,0-1 0 0 0,-1 0 0 0 0,1 0-1 0 0,-1-1 1 0 0,8-4 0 0 0,-5 2-3 0 0,0 0 0 0 0,-1-1-1 0 0,1 0 1 0 0,-1 0 0 0 0,0-1 0 0 0,-1 0 0 0 0,0 0 0 0 0,0-1-1 0 0,0 0 1 0 0,-1 0 0 0 0,0 0 0 0 0,-1-1 0 0 0,8-16 0 0 0,-10 17 23 0 0,0 0 0 0 0,0 0 0 0 0,-1 0 1 0 0,0 0-1 0 0,-1-1 0 0 0,0 1 0 0 0,0 0 0 0 0,-1-1 1 0 0,0 1-1 0 0,0-1 0 0 0,-1 1 0 0 0,0-1 0 0 0,0 1 1 0 0,-1 0-1 0 0,0-1 0 0 0,-7-14 0 0 0,4 10-85 0 0,-1 1 0 0 0,-1 0 0 0 0,0 0 0 0 0,0 0-1 0 0,-1 1 1 0 0,-1 0 0 0 0,0 0 0 0 0,0 1 0 0 0,-1 0-1 0 0,-1 1 1 0 0,1 0 0 0 0,-1 0 0 0 0,-1 1 0 0 0,0 1 0 0 0,0 0-1 0 0,0 1 1 0 0,-1 0 0 0 0,0 1 0 0 0,0 0 0 0 0,0 1-1 0 0,-1 0 1 0 0,1 2 0 0 0,-22-3 0 0 0</inkml:trace>
</inkml:ink>
</file>

<file path=ppt/ink/ink2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3.57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17972 0 0,'1'3'320'0'0,"1"1"1"0"0,-1-1-1 0 0,1 1 0 0 0,-1-1 1 0 0,1 1-1 0 0,0-1 1 0 0,4 4-1 0 0,5 12 543 0 0,7 30-324 0 0,-2 1 0 0 0,-3 0-1 0 0,14 98 1 0 0,9 41 329 0 0,-29-160-1420 0 0,-5-17-584 0 0,0-1 0 0 0,1 0 0 0 0,1 0-1 0 0,0-1 1 0 0,8 17 0 0 0</inkml:trace>
</inkml:ink>
</file>

<file path=ppt/ink/ink2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3.76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4 181 5985 0 0,'-1'-3'234'0'0,"0"1"0"0"0,1 0 0 0 0,0-1 0 0 0,-1 1 1 0 0,1-1-1 0 0,0 1 0 0 0,0-1 0 0 0,0 1 0 0 0,0-1 0 0 0,1 1 0 0 0,-1-1 0 0 0,1 1 0 0 0,-1-1 0 0 0,1 1 0 0 0,0-1 0 0 0,0 1 0 0 0,1-3 0 0 0,22-41 3011 0 0,-20 39-2676 0 0,0 0 0 0 0,1 0 0 0 0,0 1 0 0 0,0 0 0 0 0,1 0 0 0 0,0 0 0 0 0,9-7 0 0 0,-9 9-607 0 0,0 0 0 0 0,0 0 0 0 0,0 1 0 0 0,1 0 0 0 0,7-3-1 0 0,3 1-6277 0 0</inkml:trace>
</inkml:ink>
</file>

<file path=ppt/ink/ink2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3.94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1 160 6449 0 0,'30'-23'5980'0'0,"34"-18"-5417"0"0,-30 21-770 0 0,63-38-3713 0 0,-72 40 2609 0 0</inkml:trace>
</inkml:ink>
</file>

<file path=ppt/ink/ink2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4.15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30 0 2304 0 0,'-2'1'411'0'0,"1"0"0"0"0,-1 0 0 0 0,0 0 0 0 0,0 0 0 0 0,1 0 0 0 0,-1 0 0 0 0,1 0 0 0 0,-1 1-1 0 0,1-1 1 0 0,-1 1 0 0 0,1-1 0 0 0,0 1 0 0 0,0-1 0 0 0,0 1 0 0 0,0 0 0 0 0,0-1-1 0 0,0 1 1 0 0,0 0 0 0 0,0 0 0 0 0,1 0 0 0 0,-1 0 0 0 0,1-1 0 0 0,-1 1 0 0 0,1 0-1 0 0,0 0 1 0 0,0 0 0 0 0,0 0 0 0 0,0 3 0 0 0,0 10 1069 0 0,0 0 0 0 0,4 23-1 0 0,-4-31-1086 0 0,2 11 121 0 0,25 174 2796 0 0,-19-152-4171 0 0,1-1-1 0 0,25 67 0 0 0</inkml:trace>
</inkml:ink>
</file>

<file path=ppt/ink/ink2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4.34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1 231 6449 0 0,'0'-9'351'0'0,"0"0"0"0"0,1 0 0 0 0,0 0-1 0 0,1 0 1 0 0,0 0 0 0 0,0 0 0 0 0,1 0 0 0 0,0 0-1 0 0,0 1 1 0 0,1-1 0 0 0,1 1 0 0 0,-1 0-1 0 0,11-13 1 0 0,-9 12-116 0 0,0 1-1 0 0,1 0 1 0 0,0 0-1 0 0,1 0 1 0 0,0 1-1 0 0,0 0 0 0 0,0 1 1 0 0,1-1-1 0 0,0 2 1 0 0,0-1-1 0 0,18-6 1 0 0,-25 11-303 0 0,0 0 1 0 0,0 1-1 0 0,0-1 1 0 0,1 1 0 0 0,-1-1-1 0 0,0 1 1 0 0,0 0-1 0 0,1 0 1 0 0,-1 0 0 0 0,0 0-1 0 0,1 0 1 0 0,-1 0-1 0 0,0 1 1 0 0,0-1 0 0 0,1 1-1 0 0,-1-1 1 0 0,0 1-1 0 0,0 0 1 0 0,0 0 0 0 0,0 0-1 0 0,0 0 1 0 0,0 0-1 0 0,0 1 1 0 0,0-1 0 0 0,0 1-1 0 0,-1-1 1 0 0,1 1-1 0 0,-1 0 1 0 0,1-1 0 0 0,-1 1-1 0 0,1 0 1 0 0,-1 0-1 0 0,0 0 1 0 0,0 0-1 0 0,0 0 1 0 0,0 0 0 0 0,0 0-1 0 0,-1 1 1 0 0,1-1-1 0 0,-1 0 1 0 0,1 0 0 0 0,-1 1-1 0 0,0-1 1 0 0,0 0-1 0 0,0 4 1 0 0,-2 11 52 0 0</inkml:trace>
</inkml:ink>
</file>

<file path=ppt/ink/ink2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4.47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0 220 2304 0 0,'37'-13'6937'0'0,"43"-36"-2786"0"0,-2-6-3420 0 0,42-28-4759 0 0,-88 63 2503 0 0</inkml:trace>
</inkml:ink>
</file>

<file path=ppt/ink/ink2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4.94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150 14 3225 0 0,'0'0'68'0'0,"0"-1"1"0"0,0 1-1 0 0,0-1 1 0 0,-1 0-1 0 0,1 1 1 0 0,0-1-1 0 0,0 1 1 0 0,0-1-1 0 0,0 1 1 0 0,0-1-1 0 0,-1 1 1 0 0,1-1-1 0 0,0 1 1 0 0,-1-1-1 0 0,1 1 1 0 0,0-1-1 0 0,-1 1 1 0 0,1-1-1 0 0,0 1 1 0 0,-1-1 0 0 0,1 1-1 0 0,-1 0 1 0 0,1-1-1 0 0,-1 1 1 0 0,1 0-1 0 0,-1 0 1 0 0,1-1-1 0 0,-1 1 1 0 0,1 0-1 0 0,-1 0 1 0 0,1 0-1 0 0,-2-1 1 0 0,-25 3 2952 0 0,-25 17 2019 0 0,48-17-4802 0 0,0 0 0 0 0,0 0-1 0 0,1 0 1 0 0,-1 1 0 0 0,1-1 0 0 0,0 1 0 0 0,0 0 0 0 0,-1 0-1 0 0,2 0 1 0 0,-1 0 0 0 0,0 0 0 0 0,1 1 0 0 0,-1-1 0 0 0,1 1 0 0 0,0 0-1 0 0,0-1 1 0 0,1 1 0 0 0,-1 0 0 0 0,1 0 0 0 0,-2 7 0 0 0,3-6-160 0 0,0-1 0 0 0,0 0 0 0 0,0 1 1 0 0,0-1-1 0 0,1 0 0 0 0,0 0 0 0 0,0 1 1 0 0,0-1-1 0 0,0 0 0 0 0,1 0 1 0 0,0 0-1 0 0,0 0 0 0 0,0-1 0 0 0,0 1 1 0 0,0 0-1 0 0,1-1 0 0 0,-1 1 0 0 0,1-1 1 0 0,6 6-1 0 0,21 19 249 0 0,60 60 574 0 0,-81-77-834 0 0,0 1 0 0 0,0 0 0 0 0,-1 0 0 0 0,0 1 0 0 0,-1-1 1 0 0,7 20-1 0 0,-13-28-56 0 0,0 0 0 0 0,0 0 0 0 0,0-1 0 0 0,-1 1 0 0 0,1 0 0 0 0,-1 0 0 0 0,0 0 0 0 0,-1 0 0 0 0,1 0 0 0 0,-1 0 0 0 0,1 0 1 0 0,-1 0-1 0 0,0-1 0 0 0,-1 1 0 0 0,1 0 0 0 0,-1-1 0 0 0,1 1 0 0 0,-1-1 0 0 0,0 1 0 0 0,-1-1 0 0 0,1 0 0 0 0,0 0 0 0 0,-1 0 0 0 0,0 0 0 0 0,1 0 1 0 0,-1 0-1 0 0,0-1 0 0 0,-4 3 0 0 0,4-3-43 0 0,-1 0 0 0 0,1 1 0 0 0,0-1 0 0 0,-1 0 0 0 0,0-1-1 0 0,0 1 1 0 0,1-1 0 0 0,-1 1 0 0 0,0-1 0 0 0,0 0 0 0 0,0-1 0 0 0,0 1 0 0 0,0-1 0 0 0,0 1 0 0 0,-1-1 0 0 0,1-1 0 0 0,0 1 0 0 0,0 0 0 0 0,0-1 0 0 0,0 0 0 0 0,0 0 0 0 0,0 0 0 0 0,0 0 0 0 0,1-1 0 0 0,-1 0 0 0 0,-6-4 0 0 0,-2-4-1057 0 0</inkml:trace>
</inkml:ink>
</file>

<file path=ppt/ink/ink2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5.17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0 10138 0 0,'7'33'8015'0'0,"0"-8"-6440"0"0,-2 27 64 0 0,0 76 0 0 0,0 20-1499 0 0,-3-127-379 0 0,1 0-1 0 0,2 0 1 0 0,0 0 0 0 0,14 37 0 0 0,-12-42-5093 0 0</inkml:trace>
</inkml:ink>
</file>

<file path=ppt/ink/ink2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5.68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0 224 4145 0 0,'15'-12'435'0'0,"0"0"0"0"0,1 2 1 0 0,0 0-1 0 0,1 0 0 0 0,0 2 0 0 0,20-8 1 0 0,0-1-290 0 0,249-108-1917 0 0,-271 121 1563 0 0,-15 4 254 0 0,1 0 1 0 0,-1 0-1 0 0,0 0 1 0 0,0 0-1 0 0,0 1 1 0 0,0-1-1 0 0,0 0 1 0 0,1 0-1 0 0,-1 0 1 0 0,0 0-1 0 0,0 0 1 0 0,0 0 0 0 0,0 0-1 0 0,0 0 1 0 0,0 1-1 0 0,0-1 1 0 0,1 0-1 0 0,-1 0 1 0 0,0 0-1 0 0,0 0 1 0 0,0 0-1 0 0,0 0 1 0 0,0 1-1 0 0,0-1 1 0 0,0 0-1 0 0,0 0 1 0 0,0 0-1 0 0,0 0 1 0 0,0 1-1 0 0,0-1 1 0 0,0 0-1 0 0,0 0 1 0 0,0 0-1 0 0,0 0 1 0 0,0 0-1 0 0,0 1 1 0 0,0-1-1 0 0,0 0 1 0 0,0 0-1 0 0,0 0 1 0 0,0 0 0 0 0,0 0-1 0 0,0 1 1 0 0,-17 24 6386 0 0,6-9-3970 0 0,1 3-1034 0 0,0 0 0 0 0,2 0 0 0 0,-12 40 0 0 0,17-48-1298 0 0,1 0 0 0 0,0 0 0 0 0,0 1 0 0 0,2-1 0 0 0,-1 1 0 0 0,1-1 0 0 0,1 1 0 0 0,4 21 0 0 0,-5-32-136 0 0,0 0 1 0 0,0 0-1 0 0,0 0 1 0 0,0 0-1 0 0,0 0 1 0 0,1 0-1 0 0,-1 0 1 0 0,0 0-1 0 0,1 0 1 0 0,-1 0-1 0 0,0 0 1 0 0,1 0-1 0 0,-1-1 1 0 0,1 1-1 0 0,0 0 1 0 0,-1 0-1 0 0,1 0 1 0 0,0-1-1 0 0,-1 1 1 0 0,1 0-1 0 0,0-1 1 0 0,0 1-1 0 0,0-1 1 0 0,-1 1-1 0 0,1-1 1 0 0,0 1-1 0 0,0-1 1 0 0,1 1-1 0 0,0-1-38 0 0,-1-1-1 0 0,1 1 0 0 0,-1-1 1 0 0,1 1-1 0 0,-1-1 1 0 0,1 1-1 0 0,-1-1 1 0 0,0 0-1 0 0,1 0 1 0 0,-1 1-1 0 0,0-1 1 0 0,0 0-1 0 0,1 0 0 0 0,-1 0 1 0 0,2-3-1 0 0,3-4-184 0 0,1 0 1 0 0,-1-1-1 0 0,0 0 0 0 0,5-10 0 0 0,7-27-12 0 0,-13 31 595 0 0,1 0 0 0 0,13-22 0 0 0,-19 36-332 0 0,0 1-1 0 0,0-1 0 0 0,1 1 0 0 0,-1 0 0 0 0,0-1 0 0 0,0 1 0 0 0,0 0 0 0 0,1-1 1 0 0,-1 1-1 0 0,0 0 0 0 0,0 0 0 0 0,1-1 0 0 0,-1 1 0 0 0,0 0 0 0 0,1 0 1 0 0,-1-1-1 0 0,0 1 0 0 0,1 0 0 0 0,-1 0 0 0 0,0 0 0 0 0,1-1 0 0 0,-1 1 1 0 0,1 0-1 0 0,-1 0 0 0 0,0 0 0 0 0,1 0 0 0 0,-1 0 0 0 0,1 0 0 0 0,-1 0 1 0 0,0 0-1 0 0,1 0 0 0 0,7 11 354 0 0,2 23-99 0 0,-9-30-220 0 0,2 11-141 0 0,1 7 167 0 0,2 1 0 0 0,0-1 1 0 0,2 0-1 0 0,19 41 1 0 0,-24-58-253 0 0,-1-1 0 0 0,1 1 0 0 0,0-1 0 0 0,1 0 0 0 0,-1 0 0 0 0,1 0 0 0 0,-1 0 0 0 0,1-1 0 0 0,0 1 0 0 0,1-1 0 0 0,-1 0 0 0 0,0 0 0 0 0,1-1 0 0 0,0 1 0 0 0,0-1 0 0 0,-1 0 0 0 0,1 0 0 0 0,0-1 0 0 0,1 0 0 0 0,-1 1 0 0 0,0-2-1 0 0,0 1 1 0 0,0-1 0 0 0,1 1 0 0 0,-1-1 0 0 0,0-1 0 0 0,1 1 0 0 0,4-2 0 0 0,-4 1-255 0 0,1-1 0 0 0,-1 0 0 0 0,0 0 0 0 0,0 0 0 0 0,0-1 0 0 0,-1 0 0 0 0,1 0 0 0 0,5-5 0 0 0,21-14-278 0 0</inkml:trace>
</inkml:ink>
</file>

<file path=ppt/ink/ink2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5.90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1 7370 0 0,'-1'7'6737'0'0,"6"13"-3312"0"0,12 32-1199 0 0,-11-37-1157 0 0,-4-10-898 0 0,54 154 2709 0 0,-32-97-3149 0 0,59 105 0 0 0,-79-161 265 0 0,12 25-1761 0 0,-16-30 1449 0 0,1 1 0 0 0,0 0 0 0 0,-1-1 0 0 0,1 1 0 0 0,-1 0 0 0 0,0 0 0 0 0,1 0 0 0 0,-1-1 0 0 0,0 1-1 0 0,0 0 1 0 0,0 0 0 0 0,0 0 0 0 0,-1-1 0 0 0,1 1 0 0 0,-1 3 0 0 0,-6 5-1859 0 0</inkml:trace>
</inkml:ink>
</file>

<file path=ppt/ink/ink2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6.08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2 150 5009 0 0,'0'0'12'0'0,"0"0"-1"0"0,0 0 1 0 0,0 0-1 0 0,0 0 1 0 0,-1 0 0 0 0,1-1-1 0 0,0 1 1 0 0,0 0-1 0 0,0 0 1 0 0,0 0 0 0 0,0 0-1 0 0,0 0 1 0 0,0-1-1 0 0,0 1 1 0 0,0 0-1 0 0,0 0 1 0 0,0 0 0 0 0,0 0-1 0 0,0-1 1 0 0,0 1-1 0 0,0 0 1 0 0,0 0 0 0 0,0 0-1 0 0,0 0 1 0 0,0-1-1 0 0,0 1 1 0 0,0 0 0 0 0,0 0-1 0 0,0 0 1 0 0,0 0-1 0 0,0 0 1 0 0,0-1 0 0 0,0 1-1 0 0,0 0 1 0 0,0 0-1 0 0,0 0 1 0 0,0 0-1 0 0,1 0 1 0 0,-1-1 0 0 0,0 1-1 0 0,0 0 1 0 0,0 0-1 0 0,0 0 1 0 0,0 0 0 0 0,0 0-1 0 0,1 0 1 0 0,-1 0-1 0 0,0 0 1 0 0,0 0 0 0 0,0 0-1 0 0,0-1 1 0 0,1 1-1 0 0,-1 0 1 0 0,16-11 2158 0 0,19-9 2221 0 0,-8 4-1236 0 0,28-22 0 0 0,-22 16-3433 0 0,1 0-4198 0 0,-10 8-1418 0 0</inkml:trace>
</inkml:ink>
</file>

<file path=ppt/ink/ink2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6.47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24 0 10138 0 0,'-2'2'146'0'0,"1"-1"0"0"0,-1 0 0 0 0,0 1 0 0 0,0 0 0 0 0,1-1 0 0 0,-1 1 0 0 0,1 0 0 0 0,-1 0 0 0 0,1 0 0 0 0,0 0 0 0 0,0 0 0 0 0,0 0 0 0 0,0 0 0 0 0,0 0 0 0 0,0 1 0 0 0,1-1 0 0 0,-1 0 0 0 0,1 0 0 0 0,-1 1 0 0 0,1-1 0 0 0,0 0 0 0 0,0 1 0 0 0,0-1 0 0 0,0 0 0 0 0,1 1 0 0 0,-1-1 0 0 0,0 0 0 0 0,1 0 0 0 0,1 4 0 0 0,-1-2 179 0 0,0 1 1 0 0,0-1 0 0 0,0 0 0 0 0,1 0-1 0 0,-1 0 1 0 0,1 0 0 0 0,0-1-1 0 0,0 1 1 0 0,1 0 0 0 0,-1-1 0 0 0,1 1-1 0 0,0-1 1 0 0,0 0 0 0 0,0 0-1 0 0,0 0 1 0 0,0 0 0 0 0,1-1-1 0 0,4 4 1 0 0,-5-5-242 0 0,-1 0 0 0 0,1 0 0 0 0,0 0 0 0 0,-1 0 0 0 0,1 0 0 0 0,0-1 0 0 0,0 1 0 0 0,-1-1 0 0 0,1 0 0 0 0,0 0 0 0 0,0 0 0 0 0,0 0 0 0 0,-1 0 0 0 0,1-1 0 0 0,0 1-1 0 0,0-1 1 0 0,-1 0 0 0 0,1 0 0 0 0,0 0 0 0 0,-1 0 0 0 0,1 0 0 0 0,-1 0 0 0 0,1-1 0 0 0,-1 1 0 0 0,0-1 0 0 0,1 0 0 0 0,-1 0 0 0 0,4-4 0 0 0,10-14 41 0 0,-13 16-112 0 0,0 0 0 0 0,0 0 0 0 0,0 0 0 0 0,0 0 0 0 0,1 1 0 0 0,0 0 0 0 0,-1-1 1 0 0,6-1-1 0 0,-9 4-12 0 0,0 1-1 0 0,0 0 1 0 0,0 0 0 0 0,0 0 0 0 0,0 0 0 0 0,0 0 0 0 0,0 0 0 0 0,1 0 0 0 0,-1 0-1 0 0,0 0 1 0 0,0 0 0 0 0,0 0 0 0 0,0 0 0 0 0,0 0 0 0 0,0 0 0 0 0,0 0 0 0 0,1 0-1 0 0,-1 0 1 0 0,0 0 0 0 0,0 0 0 0 0,0 0 0 0 0,0 0 0 0 0,0 0 0 0 0,0 0 0 0 0,0 0 0 0 0,1 1-1 0 0,-1-1 1 0 0,0 0 0 0 0,0 0 0 0 0,0 0 0 0 0,0 0 0 0 0,0 0 0 0 0,0 0 0 0 0,0 0-1 0 0,0 0 1 0 0,0 0 0 0 0,0 0 0 0 0,0 1 0 0 0,0-1 0 0 0,1 0 0 0 0,-1 0 0 0 0,0 0-1 0 0,0 0 1 0 0,0 0 0 0 0,0 0 0 0 0,0 0 0 0 0,0 1 0 0 0,0-1 0 0 0,0 0 0 0 0,0 0-1 0 0,0 0 1 0 0,0 0 0 0 0,0 0 0 0 0,-1 12 65 0 0,-5 10 90 0 0,4-18-150 0 0,-3 6 49 0 0,1 1 0 0 0,1-1-1 0 0,-1 1 1 0 0,2 0 0 0 0,-1 0 0 0 0,0 12 0 0 0,3-21-42 0 0,0 0 0 0 0,0 0 0 0 0,1 0 0 0 0,-1 0 0 0 0,0 0 0 0 0,1 0 1 0 0,-1 0-1 0 0,1 0 0 0 0,0 0 0 0 0,-1-1 0 0 0,1 1 0 0 0,0 0 1 0 0,0 0-1 0 0,0-1 0 0 0,0 1 0 0 0,3 2 0 0 0,-2-2-7 0 0,1 0 1 0 0,-1-1-1 0 0,0 1 0 0 0,1-1 0 0 0,-1 0 0 0 0,1 0 1 0 0,0 0-1 0 0,-1 0 0 0 0,1 0 0 0 0,0-1 0 0 0,0 1 0 0 0,-1-1 1 0 0,1 0-1 0 0,0 0 0 0 0,4 0 0 0 0,2 0-165 0 0,0-2-1 0 0,0 1 1 0 0,0-1-1 0 0,0 0 0 0 0,-1-1 1 0 0,1 1-1 0 0,-1-2 1 0 0,1 1-1 0 0,-1-2 1 0 0,0 1-1 0 0,-1-1 1 0 0,1 0-1 0 0,7-7 0 0 0,6-5-7792 0 0</inkml:trace>
</inkml:ink>
</file>

<file path=ppt/ink/ink2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7.17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0 357 1376 0 0,'9'-12'9590'0'0,"22"-19"-8233"0"0,2 0-188 0 0,-21 17-860 0 0,0 1-1 0 0,-1-2 1 0 0,-1 1-1 0 0,0-1 1 0 0,-1-1 0 0 0,9-21-1 0 0,-15 30-430 0 0,0 1 1 0 0,-1-1-1 0 0,0 1 1 0 0,0-1-1 0 0,-1 0 0 0 0,1 0 1 0 0,-1 0-1 0 0,-1 0 1 0 0,0 0-1 0 0,0 1 1 0 0,0-1-1 0 0,-1 0 0 0 0,0 0 1 0 0,0 0-1 0 0,0 0 1 0 0,-1 0-1 0 0,0 1 0 0 0,-1-1 1 0 0,-3-7-1 0 0,6 13 104 0 0,-1 0 0 0 0,1 0-1 0 0,-1 0 1 0 0,1 0 0 0 0,-1 1 0 0 0,1-1-1 0 0,-1 0 1 0 0,0 0 0 0 0,1 0 0 0 0,-1 1-1 0 0,0-1 1 0 0,0 0 0 0 0,1 1 0 0 0,-1-1 0 0 0,0 1-1 0 0,0-1 1 0 0,0 1 0 0 0,0-1 0 0 0,0 1-1 0 0,0 0 1 0 0,0-1 0 0 0,0 1 0 0 0,0 0-1 0 0,0 0 1 0 0,0 0 0 0 0,-1 0 0 0 0,1 0 29 0 0,-1 1 0 0 0,1-1 0 0 0,-1 1 0 0 0,1 0-1 0 0,0-1 1 0 0,-1 1 0 0 0,1 0 0 0 0,0 0 0 0 0,-1 0 0 0 0,1 0 0 0 0,0 0 0 0 0,0 0 0 0 0,0 0 0 0 0,-2 3 0 0 0,-3 5 194 0 0,0 0-1 0 0,1 1 1 0 0,-7 15-1 0 0,11-23-184 0 0,-7 18 422 0 0,0 0 1 0 0,1 0 0 0 0,1 1 0 0 0,1 0 0 0 0,-3 36 0 0 0,7-50-228 0 0,0-1 0 0 0,1 1 1 0 0,0-1-1 0 0,0 1 1 0 0,1-1-1 0 0,0 1 1 0 0,0-1-1 0 0,0 1 0 0 0,1-1 1 0 0,0 0-1 0 0,0 0 1 0 0,1 0-1 0 0,-1 0 0 0 0,1 0 1 0 0,1-1-1 0 0,-1 1 1 0 0,1-1-1 0 0,0 0 1 0 0,0 0-1 0 0,0 0 0 0 0,1 0 1 0 0,0-1-1 0 0,5 5 1 0 0,-5-7-194 0 0,-1 0 1 0 0,1 1-1 0 0,-1-2 1 0 0,1 1 0 0 0,0-1-1 0 0,0 1 1 0 0,-1-1 0 0 0,1 0-1 0 0,0-1 1 0 0,0 1 0 0 0,0-1-1 0 0,0 0 1 0 0,0-1-1 0 0,9-1 1 0 0,0 0-558 0 0,1-2 0 0 0,-1 0 0 0 0,23-10 0 0 0,7-6-6586 0 0</inkml:trace>
</inkml:ink>
</file>

<file path=ppt/ink/ink2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41.63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33 195 456 0 0,'-33'-8'11371'0'0,"38"21"-9163"0"0,-3-10-2079 0 0,-1-1-1 0 0,1 0 1 0 0,-1 0-1 0 0,1 0 1 0 0,0-1-1 0 0,0 1 1 0 0,-1 0-1 0 0,1-1 1 0 0,0 1-1 0 0,1-1 1 0 0,-1 1-1 0 0,0-1 1 0 0,0 0-1 0 0,1 0 1 0 0,-1 0-1 0 0,0 0 1 0 0,1-1-1 0 0,-1 1 1 0 0,5 0-1 0 0,4 1 552 0 0,1-1 0 0 0,22-1-1 0 0,-19-1-112 0 0,273-22 1161 0 0,-130 6-1332 0 0,116 8 282 0 0,-23-5-152 0 0,-77 2-372 0 0,-136 10-132 0 0,169-13 300 0 0,-100 5-226 0 0,129 5 1 0 0,-201 5-87 0 0,179-14 171 0 0,-45 0-37 0 0,65-2-101 0 0,132-2 42 0 0,-293 17 1 0 0,114-17 1 0 0,46-2 60 0 0,4 10 64 0 0,-214 8-206 0 0,-7 2-5 0 0,-13 1-1 0 0,0-1 0 0 0,0 0 0 0 0,1 0 1 0 0,-1 0-1 0 0,0 0 0 0 0,0 0 1 0 0,0-1-1 0 0,0 1 0 0 0,0-1 0 0 0,0 0 1 0 0,0 0-1 0 0,0 0 0 0 0,3-2 1 0 0,-5 2-355 0 0,0-2 953 0 0</inkml:trace>
</inkml:ink>
</file>

<file path=ppt/ink/ink2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42.35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86 36 5065 0 0,'-85'-36'12725'0'0,"117"54"-8243"0"0,7 4-4805 0 0,22 3 323 0 0,132 67 242 0 0,-191-91-235 0 0,0 0 0 0 0,1 0-1 0 0,-1 0 1 0 0,0 0 0 0 0,0 1-1 0 0,-1-1 1 0 0,1 1-1 0 0,0-1 1 0 0,0 1 0 0 0,-1-1-1 0 0,1 1 1 0 0,-1 0 0 0 0,1 0-1 0 0,-1 0 1 0 0,0 0-1 0 0,0 0 1 0 0,0 0 0 0 0,0 0-1 0 0,0 1 1 0 0,0-1 0 0 0,-1 0-1 0 0,1 0 1 0 0,-1 1 0 0 0,1-1-1 0 0,-1 0 1 0 0,0 1-1 0 0,0 2 1 0 0,-2 2 64 0 0,0 0 0 0 0,-1 0 0 0 0,1 0 0 0 0,-2 0 0 0 0,1-1 0 0 0,-1 0 0 0 0,-6 9 0 0 0,10-14-54 0 0,-20 27 146 0 0,-2-1 0 0 0,-1-1-1 0 0,-35 32 1 0 0,-37 42 317 0 0,76-75-449 0 0,10-13-161 0 0,0 0 0 0 0,-1 0-1 0 0,-1-1 1 0 0,-15 13 0 0 0,24-22-402 0 0</inkml:trace>
</inkml:ink>
</file>

<file path=ppt/ink/ink2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43.16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1522 1 6913 0 0,'-8'3'5794'0'0,"-14"8"-1704"0"0,-43 23-1427 0 0,15 1-1976 0 0,1 2-1 0 0,2 3 1 0 0,2 1-1 0 0,-67 80 1 0 0,42-39-541 0 0,-190 207 49 0 0,19-10-183 0 0,25 20-13 0 0,204-282 1 0 0,-54 80 207 0 0,5 4 0 0 0,4 2 0 0 0,-44 111 0 0 0,92-189-290 0 0,8-19-169 0 0,-1 0 1 0 0,-1 1-1 0 0,1-1 0 0 0,-1 0 0 0 0,0 0 1 0 0,-1-1-1 0 0,1 1 0 0 0,-7 7 1 0 0</inkml:trace>
</inkml:ink>
</file>

<file path=ppt/ink/ink2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43.68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45 101 2304 0 0,'-5'-5'503'0'0,"1"0"0"0"0,-1-1 0 0 0,1 1 0 0 0,1-1 0 0 0,-1 0 0 0 0,1 0-1 0 0,-5-11 1 0 0,6 11 1288 0 0,1 1 0 0 0,-1 0 0 0 0,1-1-1 0 0,0 1 1 0 0,1-1 0 0 0,-1-5 0 0 0,2 38-680 0 0,1 0 0 0 0,2 0 0 0 0,10 38 0 0 0,29 81-1701 0 0,-36-122 897 0 0,-4-15-288 0 0,1 1 1 0 0,-1-1 0 0 0,2 0 0 0 0,-1 0-1 0 0,1-1 1 0 0,0 0 0 0 0,1 1 0 0 0,0-2 0 0 0,0 1-1 0 0,1-1 1 0 0,0 0 0 0 0,14 11 0 0 0,-14-13 23 0 0,0-1 1 0 0,0 0 0 0 0,0 0 0 0 0,1-1 0 0 0,-1 0-1 0 0,1-1 1 0 0,0 0 0 0 0,0 0 0 0 0,0 0-1 0 0,0-1 1 0 0,0 0 0 0 0,0-1 0 0 0,0 1 0 0 0,0-2-1 0 0,16-1 1 0 0,-5-2 55 0 0,0-1-1 0 0,0 0 1 0 0,-1-1-1 0 0,0-1 1 0 0,0-1-1 0 0,30-18 1 0 0,94-73-113 0 0,-111 76-191 0 0,-24 17-964 0 0</inkml:trace>
</inkml:ink>
</file>

<file path=ppt/ink/ink2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31.61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21 4897 0 0,'2'1'187'0'0,"6"-5"-429"0"0,11-11-343 0 0,-19 13 329 0 0,0 1 168 0 0</inkml:trace>
</inkml:ink>
</file>

<file path=ppt/ink/ink2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44.80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28 3894 1840 0 0,'-9'29'2632'0'0,"16"-2"7459"0"0,-9-25-10481 0 0,-15 11 2243 0 0,12-16-243 0 0,8-12-1086 0 0,-2 11-413 0 0,0 0 0 0 0,-1 0 0 0 0,0 0 0 0 0,0 1 1 0 0,0-1-1 0 0,0 0 0 0 0,0 0 0 0 0,-1 1 0 0 0,-1-6 0 0 0,1 5-18 0 0,0-1-1 0 0,1 0 0 0 0,-1 1 1 0 0,1-1-1 0 0,0 0 0 0 0,0-5 1 0 0,137-518 2338 0 0,-116 446-2273 0 0,18-155 0 0 0,-22 116 38 0 0,-3 15-101 0 0,-7 43-87 0 0,21-83 1 0 0,121-331-81 0 0,-130 430 92 0 0,30-55-1 0 0,3-5 6 0 0,-7 11-25 0 0,5 2 0 0 0,3 2 0 0 0,5 3 0 0 0,81-97 0 0 0,-101 139 0 0 0,2 1 0 0 0,1 2 0 0 0,3 3 0 0 0,1 1 0 0 0,87-58 0 0 0,-80 62-21 0 0,-2-2-1 0 0,61-61 1 0 0,-82 75 13 0 0,0 0 0 0 0,1 2 0 0 0,48-26 1 0 0,106-45-26 0 0,-179 91 33 0 0,189-94 0 0 0,-123 64 0 0 0,2 3 0 0 0,0 3 0 0 0,79-17 0 0 0,3-8 0 0 0,2-1 0 0 0,-66 30 0 0 0,170-48 0 0 0,-190 52-13 0 0,0 2-1 0 0,0 4 1 0 0,87-4-1 0 0,-27 4 4 0 0,62-18 10 0 0,60-5 0 0 0,-139 28-18 0 0,61-5-90 0 0,-131 2-4244 0 0,-38 9 2965 0 0</inkml:trace>
</inkml:ink>
</file>

<file path=ppt/ink/ink2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46.2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19 398 456 0 0,'-3'-4'893'0'0,"0"-1"-1"0"0,1 0 0 0 0,0 0 1 0 0,0 0-1 0 0,1 0 1 0 0,-1 0-1 0 0,0-8 0 0 0,1 10-253 0 0,1 1 0 0 0,0-1-1 0 0,0 1 1 0 0,0-1 0 0 0,0 1-1 0 0,0-1 1 0 0,0 1 0 0 0,1 0-1 0 0,-1-1 1 0 0,1 1 0 0 0,1-3-1 0 0,-2 4-599 0 0,0 0 0 0 0,1 1 0 0 0,-1-1 0 0 0,0 1 0 0 0,1-1 0 0 0,-1 0 0 0 0,0 1 0 0 0,1-1 0 0 0,-1 1 0 0 0,1-1 0 0 0,-1 1 0 0 0,1-1 0 0 0,-1 1 0 0 0,1-1 0 0 0,0 1 0 0 0,-1 0 0 0 0,1-1 0 0 0,-1 1 0 0 0,1 0 0 0 0,0-1 0 0 0,-1 1 0 0 0,1 0 0 0 0,0 0 0 0 0,-1 0-1 0 0,1-1 1 0 0,0 1 0 0 0,0 0 0 0 0,-1 0 0 0 0,1 0 0 0 0,1 1 0 0 0,0-1 151 0 0,0 1 0 0 0,0 0 0 0 0,0 0 1 0 0,-1 0-1 0 0,1 0 0 0 0,0 0 0 0 0,-1 0 0 0 0,1 0 0 0 0,0 0 0 0 0,2 4 0 0 0,27 37 2673 0 0,-16-18-2893 0 0,0-1 0 0 0,2 0 0 0 0,1-1 0 0 0,29 28 1 0 0,-41-44 23 0 0,0 0 0 0 0,0-1 1 0 0,0 0-1 0 0,1 0 0 0 0,0-1 1 0 0,0 0-1 0 0,0 0 0 0 0,0-1 1 0 0,1 0-1 0 0,-1 0 0 0 0,1 0 1 0 0,0-1-1 0 0,0-1 0 0 0,0 1 1 0 0,0-1-1 0 0,0 0 0 0 0,0-1 1 0 0,0 0-1 0 0,0 0 0 0 0,9-2 1 0 0,-12 0 57 0 0,1 0 1 0 0,-2 0-1 0 0,1 0 0 0 0,0-1 1 0 0,0 1-1 0 0,-1-1 1 0 0,1 0-1 0 0,-1-1 1 0 0,0 1-1 0 0,0-1 1 0 0,0 0-1 0 0,-1 0 1 0 0,1 0-1 0 0,-1 0 1 0 0,0-1-1 0 0,0 1 1 0 0,0-1-1 0 0,-1 0 1 0 0,0 0-1 0 0,0 0 1 0 0,0 0-1 0 0,1-7 1 0 0,4-14 63 0 0,-1 0 0 0 0,-1 0 0 0 0,2-30 1 0 0,-7 49-105 0 0,6-148 272 0 0,0 2-1254 0 0,-5 141-130 0 0,2 4-307 0 0</inkml:trace>
</inkml:ink>
</file>

<file path=ppt/ink/ink2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47.34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166 76 4249 0 0,'-3'-8'917'0'0,"0"0"0"0"0,0 1 0 0 0,-1-1-1 0 0,0 1 1 0 0,0-1 0 0 0,-6-7 0 0 0,9 14-768 0 0,0 0 1 0 0,0 0-1 0 0,0 0 0 0 0,0 0 1 0 0,0 0-1 0 0,0 0 0 0 0,0 0 1 0 0,0 0-1 0 0,0 0 0 0 0,-1 0 1 0 0,1 1-1 0 0,0-1 0 0 0,-1 1 0 0 0,1-1 1 0 0,0 1-1 0 0,-1-1 0 0 0,1 1 1 0 0,-1 0-1 0 0,1 0 0 0 0,0-1 1 0 0,-1 1-1 0 0,1 0 0 0 0,-1 0 1 0 0,1 1-1 0 0,-1-1 0 0 0,1 0 1 0 0,-1 0-1 0 0,1 1 0 0 0,0-1 1 0 0,-1 1-1 0 0,1-1 0 0 0,0 1 1 0 0,-1-1-1 0 0,1 1 0 0 0,0 0 1 0 0,0 0-1 0 0,0 0 0 0 0,-1 0 0 0 0,1-1 1 0 0,0 2-1 0 0,0-1 0 0 0,0 0 1 0 0,1 0-1 0 0,-2 2 0 0 0,-8 10 42 0 0,1 0-1 0 0,0 1 0 0 0,1 0 0 0 0,1 1 0 0 0,0 0 0 0 0,1 0 0 0 0,1 0 1 0 0,0 1-1 0 0,1-1 0 0 0,1 1 0 0 0,-2 23 0 0 0,5-32-206 0 0,0 1 0 0 0,0 0 0 0 0,1-1-1 0 0,0 1 1 0 0,1-1 0 0 0,0 1 0 0 0,0-1-1 0 0,0 0 1 0 0,1 0 0 0 0,0 0 0 0 0,1 0-1 0 0,-1 0 1 0 0,1-1 0 0 0,6 8 0 0 0,-7-10 2 0 0,0 0 0 0 0,1 0 0 0 0,-1 0 1 0 0,1 0-1 0 0,0 0 0 0 0,0-1 0 0 0,0 0 0 0 0,1 0 1 0 0,-1 0-1 0 0,1 0 0 0 0,0-1 0 0 0,0 1 1 0 0,0-1-1 0 0,0-1 0 0 0,0 1 0 0 0,0-1 0 0 0,0 0 1 0 0,1 0-1 0 0,-1 0 0 0 0,0-1 0 0 0,6 1 0 0 0,-8-2-16 0 0,0 1-1 0 0,0-1 1 0 0,0 0 0 0 0,0 0-1 0 0,-1 0 1 0 0,1 0-1 0 0,0-1 1 0 0,-1 1-1 0 0,1-1 1 0 0,-1 1-1 0 0,1-1 1 0 0,-1 0-1 0 0,0 0 1 0 0,2-2-1 0 0,-3 3 46 0 0,0 0 0 0 0,0 0 0 0 0,0 0-1 0 0,0 0 1 0 0,-1 0 0 0 0,1 0-1 0 0,-1 0 1 0 0,1 0 0 0 0,0 0-1 0 0,-1 0 1 0 0,0 0 0 0 0,1-1-1 0 0,-1 1 1 0 0,0 0 0 0 0,0 0 0 0 0,1 0-1 0 0,-1 0 1 0 0,0-1 0 0 0,0 1-1 0 0,0 0 1 0 0,0 0 0 0 0,-1-1-1 0 0,1 1 1 0 0,0 0 0 0 0,0 0-1 0 0,-1 0 1 0 0,1 0 0 0 0,-1-1 0 0 0,1 1-1 0 0,-1 0 1 0 0,1 0 0 0 0,-1 0-1 0 0,0 0 1 0 0,0 0 0 0 0,1 0-1 0 0,-2-1 1 0 0,1 2-4 0 0,1 0-38 0 0,0 0-1 0 0,0-1 1 0 0,0 1 0 0 0,0 0-1 0 0,0 0 1 0 0,0 0 0 0 0,0 0-1 0 0,0 0 1 0 0,0-1 0 0 0,0 1-1 0 0,0 0 1 0 0,-1 0-1 0 0,1 0 1 0 0,0 0 0 0 0,1-1-1 0 0,-1 1 1 0 0,0 0 0 0 0,0 0-1 0 0,0 0 1 0 0,0 0 0 0 0,0-1-1 0 0,0 1 1 0 0,0 0 0 0 0,0 0-1 0 0,0 0 1 0 0,0 0-1 0 0,0-1 1 0 0,0 1 0 0 0,0 0-1 0 0,0 0 1 0 0,1 0 0 0 0,-1 0-1 0 0,0 0 1 0 0,0 0 0 0 0,0 0-1 0 0,0-1 1 0 0,0 1-1 0 0,0 0 1 0 0,1 0 0 0 0,-1 0-1 0 0,0 0 1 0 0,0 0 0 0 0,0 0-1 0 0,0 0 1 0 0,1 0 0 0 0,-1 0-1 0 0,0 0 1 0 0,0 0 0 0 0,0 0-1 0 0,0 0 1 0 0,1 0-1 0 0,-1 0 1 0 0,4-3 33 0 0,30-26-55 0 0,-32 28 45 0 0,0 0 0 0 0,-1-1 0 0 0,1 1 1 0 0,-1-1-1 0 0,1 1 0 0 0,-1-1 1 0 0,0 0-1 0 0,0 0 0 0 0,1 0 0 0 0,-1 0 1 0 0,-1 0-1 0 0,1 0 0 0 0,0 0 0 0 0,0 0 1 0 0,-1 0-1 0 0,1 0 0 0 0,0-4 0 0 0,-2 6-5 0 0,1-1 0 0 0,-1 0 0 0 0,1 0 0 0 0,-1 0-1 0 0,1 0 1 0 0,-1 0 0 0 0,1 1 0 0 0,-1-1 0 0 0,0 0-1 0 0,1 0 1 0 0,-1 1 0 0 0,0-1 0 0 0,1 1-1 0 0,-1-1 1 0 0,0 0 0 0 0,0 1 0 0 0,0 0 0 0 0,0-1-1 0 0,0 1 1 0 0,0-1 0 0 0,1 1 0 0 0,-1 0 0 0 0,0 0-1 0 0,0-1 1 0 0,0 1 0 0 0,0 0 0 0 0,0 0-1 0 0,0 0 1 0 0,0 0 0 0 0,0 0 0 0 0,0 0 0 0 0,0 1-1 0 0,0-1 1 0 0,-2 1 0 0 0,-14-3-102 0 0,42-15 738 0 0,5-1-348 0 0,-18 9-149 0 0,1 1 0 0 0,0 0 0 0 0,1 1 0 0 0,0 1 0 0 0,0 0 0 0 0,0 1 0 0 0,1 0 0 0 0,24-4 0 0 0,-36 9-95 0 0,-1 0-1 0 0,0 0 0 0 0,0 1 1 0 0,0-1-1 0 0,1 1 0 0 0,-1 0 1 0 0,0 0-1 0 0,0-1 0 0 0,0 1 1 0 0,0 1-1 0 0,0-1 0 0 0,0 0 1 0 0,-1 0-1 0 0,1 1 0 0 0,0-1 1 0 0,-1 1-1 0 0,1-1 0 0 0,-1 1 1 0 0,1 0-1 0 0,-1-1 0 0 0,0 1 1 0 0,0 0-1 0 0,1 0 0 0 0,-1 0 1 0 0,-1 0-1 0 0,1 0 0 0 0,0 0 1 0 0,0 1-1 0 0,-1-1 0 0 0,1 0 1 0 0,-1 3-1 0 0,3 10 127 0 0,0 0 0 0 0,-2 1 0 0 0,1 19-1 0 0,-2-28-118 0 0,-1 41 80 0 0,0-33-743 0 0,1 0 0 0 0,0 0 0 0 0,1 0 0 0 0,5 21 1 0 0</inkml:trace>
</inkml:ink>
</file>

<file path=ppt/ink/ink2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47.68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106 57 4145 0 0,'1'-3'-231'0'0,"10"-37"3493"0"0,-11 39-3115 0 0,0 1 1 0 0,0-1-1 0 0,0 1 0 0 0,0-1 0 0 0,0 0 1 0 0,0 1-1 0 0,0-1 0 0 0,0 1 0 0 0,0-1 0 0 0,-1 1 1 0 0,1-1-1 0 0,0 1 0 0 0,0-1 0 0 0,0 1 1 0 0,-1-1-1 0 0,1 1 0 0 0,0-1 0 0 0,0 1 1 0 0,-1-1-1 0 0,1 1 0 0 0,-1 0 0 0 0,1-1 1 0 0,0 1-1 0 0,-2-1 0 0 0,1 1 45 0 0,0-1-1 0 0,0 1 1 0 0,0 0 0 0 0,0 0-1 0 0,-1 0 1 0 0,1 0 0 0 0,0 0-1 0 0,0 0 1 0 0,0 1 0 0 0,0-1-1 0 0,-1 0 1 0 0,1 1 0 0 0,0-1-1 0 0,0 1 1 0 0,0-1 0 0 0,0 1-1 0 0,-1 0 1 0 0,-6 3 141 0 0,1 1 1 0 0,0 0-1 0 0,1 0 1 0 0,-1 1-1 0 0,1-1 0 0 0,0 1 1 0 0,0 1-1 0 0,1-1 1 0 0,0 1-1 0 0,0 0 1 0 0,0 0-1 0 0,1 1 0 0 0,0-1 1 0 0,-4 14-1 0 0,7-20-316 0 0,1 0 1 0 0,0 1-1 0 0,0-1 1 0 0,0 0-1 0 0,0 0 0 0 0,0 0 1 0 0,0 0-1 0 0,0 0 0 0 0,0 0 1 0 0,1 1-1 0 0,-1-1 0 0 0,0 0 1 0 0,1 0-1 0 0,-1 0 1 0 0,0 0-1 0 0,1 0 0 0 0,0 0 1 0 0,-1 0-1 0 0,1 0 0 0 0,-1 0 1 0 0,1 0-1 0 0,0-1 0 0 0,0 1 1 0 0,0 0-1 0 0,-1 0 0 0 0,1-1 1 0 0,0 1-1 0 0,0 0 1 0 0,0-1-1 0 0,0 1 0 0 0,0-1 1 0 0,0 1-1 0 0,0-1 0 0 0,0 0 1 0 0,0 1-1 0 0,1-1 0 0 0,-1 0 1 0 0,0 0-1 0 0,0 0 0 0 0,1 1 1 0 0,9 0 23 0 0,0 1 0 0 0,-1-1 0 0 0,15-1 0 0 0,-13 0 62 0 0,16 1-68 0 0,39 6 0 0 0,-60-6-23 0 0,0 1 0 0 0,1 0 0 0 0,-1 0 0 0 0,0 0 1 0 0,0 1-1 0 0,0 0 0 0 0,-1 0 0 0 0,1 1 0 0 0,-1 0 0 0 0,10 7 0 0 0,-15-10 1 0 0,1 1-1 0 0,-1-1 1 0 0,0 1 0 0 0,0-1 0 0 0,1 1 0 0 0,-1-1-1 0 0,0 1 1 0 0,0 0 0 0 0,-1 0 0 0 0,1-1 0 0 0,0 1 0 0 0,-1 0-1 0 0,1 0 1 0 0,-1 0 0 0 0,1 0 0 0 0,-1 0 0 0 0,0 0 0 0 0,0 0-1 0 0,0 2 1 0 0,-1 0 7 0 0,1 0-1 0 0,-1 0 0 0 0,0 0 1 0 0,0 0-1 0 0,-1 0 1 0 0,1-1-1 0 0,-1 1 1 0 0,-4 6-1 0 0,-2 1-39 0 0,0 0-1 0 0,-1-1 1 0 0,0 0-1 0 0,-17 14 1 0 0,7-9-787 0 0,0 0-1 0 0,-1-2 1 0 0,-26 14-1 0 0,30-20-730 0 0</inkml:trace>
</inkml:ink>
</file>

<file path=ppt/ink/ink2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47.89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57 1376 0 0,'8'-11'3753'0'0,"-4"5"-1360"0"0,0-1 1 0 0,1 1-1 0 0,-1 1 0 0 0,9-8 0 0 0,6 4-407 0 0,-18 9-2217 0 0,0 0 1 0 0,0 0-1 0 0,0 0 1 0 0,0 1-1 0 0,1-1 1 0 0,-1 0-1 0 0,0 0 1 0 0,0 1 0 0 0,0-1-1 0 0,0 1 1 0 0,0-1-1 0 0,0 1 1 0 0,0-1-1 0 0,-1 1 1 0 0,1 0-1 0 0,0-1 1 0 0,0 1-1 0 0,1 1 1 0 0,8 18-5541 0 0,-2 16 4418 0 0,-8-28 1353 0 0</inkml:trace>
</inkml:ink>
</file>

<file path=ppt/ink/ink2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48.04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53 1376 0 0,'0'31'13545'0'0,"17"-41"-13912"0"0,12-10-1686 0 0,41-21 0 0 0,-48 29 1943 0 0</inkml:trace>
</inkml:ink>
</file>

<file path=ppt/ink/ink2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48.37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65 10138 0 0,'0'-4'473'0'0,"0"0"1"0"0,0 0-1 0 0,0 0 0 0 0,1 1 1 0 0,0-1-1 0 0,0 0 0 0 0,0 0 0 0 0,0 1 1 0 0,3-6-1 0 0,-4 7-288 0 0,1 1-1 0 0,-1 0 1 0 0,0 0 0 0 0,1 0-1 0 0,-1 0 1 0 0,1 0 0 0 0,0 0 0 0 0,-1 0-1 0 0,1 0 1 0 0,0 0 0 0 0,-1 0-1 0 0,1 0 1 0 0,0 0 0 0 0,0 1-1 0 0,0-1 1 0 0,0 0 0 0 0,0 0-1 0 0,0 1 1 0 0,0-1 0 0 0,0 1 0 0 0,0-1-1 0 0,0 1 1 0 0,0-1 0 0 0,0 1-1 0 0,0 0 1 0 0,1 0 0 0 0,-1-1-1 0 0,0 1 1 0 0,0 0 0 0 0,0 0-1 0 0,1 0 1 0 0,-1 0 0 0 0,0 0 0 0 0,2 1-1 0 0,-2 0-113 0 0,1 0 0 0 0,-1 0-1 0 0,0 0 1 0 0,0 0-1 0 0,0 0 1 0 0,0 0 0 0 0,0 0-1 0 0,0 0 1 0 0,0 1 0 0 0,0-1-1 0 0,-1 0 1 0 0,1 1 0 0 0,-1-1-1 0 0,1 0 1 0 0,0 1 0 0 0,-1-1-1 0 0,0 1 1 0 0,1-1 0 0 0,-1 4-1 0 0,2 33 25 0 0,-1-30 26 0 0,-1 72-154 0 0,8 88 471 0 0,-6-148-940 0 0,2-1 1 0 0,0 1 0 0 0,1-1 0 0 0,1 0 0 0 0,1-1-1 0 0,14 29 1 0 0,-11-31-6708 0 0</inkml:trace>
</inkml:ink>
</file>

<file path=ppt/ink/ink2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48.59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 29 5985 0 0,'-17'-23'8959'0'0,"19"17"-7864"0"0,34 8-11633 0 0,-28-1 10358 0 0</inkml:trace>
</inkml:ink>
</file>

<file path=ppt/ink/ink2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49.07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0 242 3225 0 0,'3'-16'680'0'0,"0"0"1"0"0,2 1 0 0 0,-1-1-1 0 0,2 1 1 0 0,0 0 0 0 0,1 1-1 0 0,0-1 1 0 0,1 1 0 0 0,0 1-1 0 0,2-1 1 0 0,-1 2 0 0 0,2-1 0 0 0,-1 1-1 0 0,20-16 1 0 0,-28 27-546 0 0,0-1 0 0 0,0 1 1 0 0,0 0-1 0 0,0 0 0 0 0,0-1 0 0 0,0 1 1 0 0,0 1-1 0 0,0-1 0 0 0,1 0 1 0 0,-1 0-1 0 0,0 1 0 0 0,1 0 0 0 0,-1-1 1 0 0,4 1-1 0 0,-5 0-95 0 0,-1 0 1 0 0,1 0-1 0 0,-1 0 1 0 0,1 1-1 0 0,-1-1 1 0 0,1 0-1 0 0,-1 0 1 0 0,1 1-1 0 0,-1-1 1 0 0,1 0 0 0 0,-1 0-1 0 0,1 1 1 0 0,-1-1-1 0 0,0 0 1 0 0,1 1-1 0 0,-1-1 1 0 0,0 1-1 0 0,1-1 1 0 0,-1 1-1 0 0,0-1 1 0 0,1 1-1 0 0,-1-1 1 0 0,1 1-1 0 0,-1 1-7 0 0,0 0 0 0 0,0-1 0 0 0,1 1 0 0 0,-1 0 0 0 0,0-1 0 0 0,0 1 0 0 0,-1 0 0 0 0,1-1 0 0 0,0 1 0 0 0,0-1 0 0 0,-2 4 0 0 0,-41 107-358 0 0,31-86-37 0 0,2-1 0 0 0,0 2 0 0 0,2-1 0 0 0,-10 56-1 0 0,18-77 354 0 0,0 0-1 0 0,0 0 0 0 0,0 0 0 0 0,1 0 1 0 0,-1 0-1 0 0,1 1 0 0 0,1-1 1 0 0,-1-1-1 0 0,1 1 0 0 0,0 0 0 0 0,0 0 1 0 0,0 0-1 0 0,0-1 0 0 0,1 0 0 0 0,0 1 1 0 0,0-1-1 0 0,0 0 0 0 0,0 0 0 0 0,1 0 1 0 0,0-1-1 0 0,-1 1 0 0 0,1-1 0 0 0,1 0 1 0 0,-1 0-1 0 0,0-1 0 0 0,1 1 0 0 0,-1-1 1 0 0,7 3-1 0 0,-5-3 144 0 0,0 0 0 0 0,1 0 0 0 0,-1 0 0 0 0,0-1 0 0 0,1 0-1 0 0,-1 0 1 0 0,1-1 0 0 0,-1 1 0 0 0,1-1 0 0 0,-1-1 0 0 0,0 1 0 0 0,1-1 0 0 0,-1 0 0 0 0,1-1 0 0 0,-1 0 0 0 0,0 0 0 0 0,0 0 0 0 0,0 0 0 0 0,0-1 0 0 0,0 0 0 0 0,-1 0-1 0 0,8-6 1 0 0,-11 7 12 0 0,1 0-1 0 0,-1 0 1 0 0,1-1-1 0 0,-1 1 1 0 0,0-1 0 0 0,0 1-1 0 0,0-1 1 0 0,-1 0-1 0 0,1 1 1 0 0,0-1-1 0 0,-1 0 1 0 0,0 0-1 0 0,0 0 1 0 0,0 0-1 0 0,0-1 1 0 0,0 1-1 0 0,0 0 1 0 0,-1-6-1 0 0,0 4-19 0 0,0 0 0 0 0,-1 0 0 0 0,0 0 0 0 0,0 0 0 0 0,-1 1 0 0 0,1-1 0 0 0,-1 0 0 0 0,0 1 0 0 0,0-1 0 0 0,-1 1 0 0 0,-3-6 1 0 0,-3-2-73 0 0,-1 0 1 0 0,-1 0-1 0 0,0 1 1 0 0,0 0 0 0 0,-1 1-1 0 0,-24-16 1 0 0,-76-40-4733 0 0,92 53-1796 0 0</inkml:trace>
</inkml:ink>
</file>

<file path=ppt/ink/ink2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49.52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35 293 3681 0 0,'-1'-2'291'0'0,"0"0"0"0"0,0 1 0 0 0,0-1 0 0 0,0 0 0 0 0,-1 0-1 0 0,1 1 1 0 0,0-1 0 0 0,-1 1 0 0 0,1-1 0 0 0,-1 1 0 0 0,-2-2 0 0 0,-12-14 6640 0 0,20 26-5585 0 0,1 0-1 0 0,1-1 1 0 0,10 13-1 0 0,-12-16-1219 0 0,1 0-1 0 0,-1 0 1 0 0,1-1-1 0 0,0 0 1 0 0,0 0-1 0 0,1 0 0 0 0,-1-1 1 0 0,1 0-1 0 0,0 0 1 0 0,0 0-1 0 0,0-1 1 0 0,0 0-1 0 0,0 0 1 0 0,1 0-1 0 0,-1-1 0 0 0,1 0 1 0 0,-1 0-1 0 0,12 0 1 0 0,-15-1-69 0 0,0 0 1 0 0,0 0 0 0 0,0 0-1 0 0,0-1 1 0 0,0 1 0 0 0,1-1-1 0 0,-1 1 1 0 0,0-1 0 0 0,0 0-1 0 0,-1 0 1 0 0,1 0 0 0 0,0-1-1 0 0,0 1 1 0 0,0-1 0 0 0,-1 0-1 0 0,1 1 1 0 0,4-5 0 0 0,-5 3-18 0 0,0 0 0 0 0,-1 0 0 0 0,1 0 0 0 0,-1 0 0 0 0,0 0 0 0 0,0 0 0 0 0,0 0 1 0 0,0-1-1 0 0,0 1 0 0 0,-1 0 0 0 0,1 0 0 0 0,-1-1 0 0 0,0 1 0 0 0,0 0 1 0 0,0-1-1 0 0,0 1 0 0 0,-2-4 0 0 0,-14-85 506 0 0,-2-5-1342 0 0,17 83-1411 0 0,0-1 0 0 0,2-21 0 0 0,2 14-5005 0 0</inkml:trace>
</inkml:ink>
</file>

<file path=ppt/ink/ink2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50.57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66 264 5065 0 0,'3'-10'731'0'0,"-1"0"1"0"0,-1 0-1 0 0,0 0 0 0 0,0-1 1 0 0,-1-16-1 0 0,-1 21-183 0 0,1 0 0 0 0,-1-1 0 0 0,0 1 0 0 0,-1 0 0 0 0,1 0 0 0 0,-1 0 0 0 0,-1 0 0 0 0,1 0 0 0 0,-1 0 0 0 0,-4-7 0 0 0,7 12-391 0 0,-1 0 0 0 0,0 0 1 0 0,0 0-1 0 0,1 0 1 0 0,-1 0-1 0 0,0 0 1 0 0,0 0-1 0 0,0 0 0 0 0,0 1 1 0 0,0-1-1 0 0,0 0 1 0 0,0 0-1 0 0,-1 1 1 0 0,1-1-1 0 0,0 1 0 0 0,0-1 1 0 0,0 1-1 0 0,-3-1 1 0 0,3 1-74 0 0,0 0 0 0 0,0 0 0 0 0,1 1 0 0 0,-1-1 0 0 0,0 0 0 0 0,0 0 1 0 0,0 1-1 0 0,1-1 0 0 0,-1 1 0 0 0,0-1 0 0 0,0 1 0 0 0,1-1 0 0 0,-1 1 0 0 0,0-1 1 0 0,1 1-1 0 0,-1-1 0 0 0,1 1 0 0 0,-1 0 0 0 0,1-1 0 0 0,-1 1 0 0 0,0 1 0 0 0,-1 2 47 0 0,0 0 0 0 0,0 0 0 0 0,0 1 0 0 0,1-1 0 0 0,0 1 0 0 0,0-1 0 0 0,0 1 0 0 0,-1 7 0 0 0,2-2-98 0 0,0 0 0 0 0,1 0 0 0 0,0 1 0 0 0,1-1 0 0 0,0 0 0 0 0,0 0 0 0 0,1 0 0 0 0,0-1 0 0 0,1 1 0 0 0,0-1 0 0 0,0 0 0 0 0,1 0 0 0 0,0 0 1 0 0,1 0-1 0 0,0-1 0 0 0,9 9 0 0 0,-7-8-62 0 0,1-1 0 0 0,0 0 0 0 0,1 0 0 0 0,0-1 1 0 0,0 0-1 0 0,1-1 0 0 0,-1 0 0 0 0,1-1 0 0 0,1 0 1 0 0,-1-1-1 0 0,1 0 0 0 0,-1-1 0 0 0,18 3 0 0 0,-25-5-14 0 0,0 0 0 0 0,1-1 0 0 0,-1 1 0 0 0,0-1 0 0 0,1 0 0 0 0,-1 0 0 0 0,1-1 0 0 0,-1 1 0 0 0,0-1 0 0 0,1 0 0 0 0,-1 0 0 0 0,0-1 0 0 0,0 1 0 0 0,0-1 0 0 0,0 0 0 0 0,0 0 0 0 0,0 0 0 0 0,0 0-1 0 0,-1-1 1 0 0,1 0 0 0 0,-1 0 0 0 0,0 0 0 0 0,0 0 0 0 0,0 0 0 0 0,0 0 0 0 0,0-1 0 0 0,-1 1 0 0 0,1-1 0 0 0,-1 0 0 0 0,0 0 0 0 0,0 0 0 0 0,2-8 0 0 0,-1 2 78 0 0,-1 0 0 0 0,0 0 0 0 0,0 0 0 0 0,-1 0 0 0 0,0-1 0 0 0,-1 1 0 0 0,0-1 0 0 0,0 1 0 0 0,-1 0 0 0 0,-1-1 0 0 0,0 1 0 0 0,-6-19 0 0 0,1 10 193 0 0,-1 0 0 0 0,-1 1 0 0 0,0 0 0 0 0,-1 0 0 0 0,-19-23 0 0 0,25 36-231 0 0,-1-1-1 0 0,0 1 1 0 0,-1 0 0 0 0,1 0-1 0 0,-1 0 1 0 0,0 1 0 0 0,0 0-1 0 0,-8-4 1 0 0,10 7-122 0 0,0-1-1 0 0,0 1 1 0 0,0-1 0 0 0,0 1 0 0 0,0 1-1 0 0,0-1 1 0 0,-1 0 0 0 0,1 1 0 0 0,0 0 0 0 0,0 0-1 0 0,0 0 1 0 0,-1 1 0 0 0,1-1 0 0 0,0 1-1 0 0,-5 2 1 0 0,-4 2-4817 0 0</inkml:trace>
</inkml:ink>
</file>

<file path=ppt/ink/ink2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50.88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 1 6449 0 0,'-1'10'4853'0'0,"1"13"-2233"0"0,0 8-541 0 0,-6 50 1 0 0,3-47-1594 0 0,0 52 1 0 0,4-77-768 0 0,-1 1 1 0 0,2-1 0 0 0,-1 0 0 0 0,1 0 0 0 0,1 0-1 0 0,-1 0 1 0 0,2-1 0 0 0,-1 1 0 0 0,1-1 0 0 0,6 11-1 0 0,-1-7-1047 0 0</inkml:trace>
</inkml:ink>
</file>

<file path=ppt/ink/ink2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51.24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0 382 2761 0 0,'2'-11'1204'0'0,"1"0"1"0"0,0 0 0 0 0,0 0-1 0 0,7-13 1 0 0,-9 20-565 0 0,1 0-1 0 0,0 0 1 0 0,0 0-1 0 0,1 0 1 0 0,-1 1 0 0 0,1-1-1 0 0,0 1 1 0 0,0-1-1 0 0,0 1 1 0 0,0 0 0 0 0,1 0-1 0 0,-1 0 1 0 0,7-3-1 0 0,-9 6-503 0 0,1-1 0 0 0,0 1 0 0 0,0 0 0 0 0,0-1 0 0 0,-1 1-1 0 0,1 0 1 0 0,0 0 0 0 0,0 0 0 0 0,0 1 0 0 0,0-1 0 0 0,-1 0-1 0 0,1 1 1 0 0,0-1 0 0 0,0 1 0 0 0,-1-1 0 0 0,1 1 0 0 0,0 0-1 0 0,-1 0 1 0 0,1 0 0 0 0,1 1 0 0 0,34 28 553 0 0,-21-16-478 0 0,6 2-89 0 0,1 0 0 0 0,0-2 0 0 0,33 16 0 0 0,-45-25-79 0 0,-1-1-1 0 0,1 0 0 0 0,-1-1 0 0 0,1 0 0 0 0,0 0 1 0 0,0-1-1 0 0,1-1 0 0 0,-1 0 0 0 0,0 0 0 0 0,21-2 0 0 0,-31 1-25 0 0,0-1-1 0 0,0 1 1 0 0,0-1-1 0 0,0 1 1 0 0,0-1-1 0 0,0 1 1 0 0,0-1-1 0 0,0 1 1 0 0,0-1-1 0 0,0 0 1 0 0,0 0-1 0 0,0 1 1 0 0,-1-1-1 0 0,1 0 1 0 0,0 0-1 0 0,-1 0 1 0 0,1 0-1 0 0,0 0 1 0 0,-1 0-1 0 0,1 0 1 0 0,-1 0-1 0 0,0 0 1 0 0,1 0-1 0 0,-1 0 0 0 0,0 0 1 0 0,0-1-1 0 0,1 1 1 0 0,-1 0-1 0 0,0 0 1 0 0,0 0-1 0 0,0 0 1 0 0,-1-3-1 0 0,-6-43 528 0 0,5 34-406 0 0,-11-54-43 0 0,-9-69 657 0 0,14 45-7858 0 0,8 62-374 0 0</inkml:trace>
</inkml:ink>
</file>

<file path=ppt/ink/ink2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2:53.60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42 5985 0 0,'-3'-15'463'0'0,"3"-12"9492"0"0,3 47-7875 0 0,76 642 1824 0 0,-4-44-3750 0 0,-74-606-255 0 0,3 36 274 0 0,-4-45-321 0 0,0 0 1 0 0,0 1-1 0 0,0-1 0 0 0,-1 0 1 0 0,1 0-1 0 0,-1 0 0 0 0,0 0 0 0 0,0 0 1 0 0,0 0-1 0 0,0 0 0 0 0,-3 4 0 0 0</inkml:trace>
</inkml:ink>
</file>

<file path=ppt/ink/ink2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2:54.12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 44 1464 0 0,'-25'-43'11966'0'0,"59"63"-10787"0"0,0-1 0 0 0,41 14 0 0 0,16 9-260 0 0,218 112-82 0 0,-205-107-856 0 0,112 32-1 0 0,-172-66 29 0 0,-8-3-27 0 0,0 2 0 0 0,-1 1-1 0 0,34 18 1 0 0,-68-31 18 0 0,-1 1-1 0 0,1-1 1 0 0,0 0 0 0 0,0 1-1 0 0,0-1 1 0 0,-1 1 0 0 0,1-1-1 0 0,0 1 1 0 0,-1-1 0 0 0,1 1-1 0 0,0-1 1 0 0,-1 1 0 0 0,1 0-1 0 0,-1 0 1 0 0,1-1 0 0 0,-1 1-1 0 0,1 0 1 0 0,-1 0-1 0 0,1-1 1 0 0,-1 1 0 0 0,0 0-1 0 0,1 0 1 0 0,-1 0 0 0 0,0-1-1 0 0,0 1 1 0 0,0 0 0 0 0,0 0-1 0 0,0 0 1 0 0,0 0 0 0 0,0 0-1 0 0,0 1 1 0 0,-1 0-7 0 0,0 0 0 0 0,0 0-1 0 0,0 0 1 0 0,-1 0 0 0 0,1-1 0 0 0,-1 1-1 0 0,1-1 1 0 0,-1 1 0 0 0,1-1 0 0 0,-1 1 0 0 0,0-1-1 0 0,-3 2 1 0 0,-8 4 52 0 0,0 0 0 0 0,-25 8 1 0 0,-38 16 120 0 0,1 2 0 0 0,2 4 0 0 0,2 3 0 0 0,1 3 1 0 0,2 3-1 0 0,3 3 0 0 0,-97 94 0 0 0,91-81-1205 0 0,39-35-14 0 0,0 2 1 0 0,-28 34-1 0 0,55-57-70 0 0,4-2-134 0 0</inkml:trace>
</inkml:ink>
</file>

<file path=ppt/ink/ink2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2:54.55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 51 9674 0 0,'0'-7'324'0'0,"0"2"431"0"0,0 1 0 0 0,0 0 1 0 0,0 0-1 0 0,-1 0 0 0 0,1 0 1 0 0,-1 0-1 0 0,0 0 0 0 0,-2-7 1 0 0,2 34 2753 0 0,0 0-3236 0 0,64 508 1610 0 0,-45-423-1883 0 0,4-1 0 0 0,5-2 0 0 0,4 0 0 0 0,54 120 0 0 0,64 180-1877 0 0,-148-401 2027 0 0,1 1-906 0 0,-1 0 0 0 0,1 0 0 0 0,0 0 0 0 0,0-1 0 0 0,5 8 0 0 0,-7-11 547 0 0,1-1 1 0 0,-1 1 0 0 0,1 0 0 0 0,0 0 0 0 0,0 0 0 0 0,0-1 0 0 0,-1 1-1 0 0,1 0 1 0 0,0-1 0 0 0,0 1 0 0 0,0-1 0 0 0,0 1 0 0 0,0-1 0 0 0,0 1-1 0 0,0-1 1 0 0,0 0 0 0 0,0 1 0 0 0,0-1 0 0 0,0 0 0 0 0,0 0-1 0 0,1 0 1 0 0,-1 0 0 0 0,0 0 0 0 0,0 0 0 0 0,0 0 0 0 0,0 0 0 0 0,0 0-1 0 0,0-1 1 0 0,0 1 0 0 0,0 0 0 0 0,0-1 0 0 0,2 0 0 0 0,7-4 17 0 0</inkml:trace>
</inkml:ink>
</file>

<file path=ppt/ink/ink2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2:54.88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30 106 5985 0 0,'-2'0'176'0'0,"0"0"-1"0"0,-1-1 0 0 0,1 0 1 0 0,0 0-1 0 0,0 1 0 0 0,0-1 1 0 0,0 0-1 0 0,0-1 0 0 0,0 1 0 0 0,0 0 1 0 0,-3-3-1 0 0,4-5 1567 0 0,14 0-403 0 0,16 0-739 0 0,1 2 0 0 0,0 0 0 0 0,0 2 0 0 0,43-1 0 0 0,-13 0 28 0 0,581-29 3915 0 0,1 52-3288 0 0,-596-14-1425 0 0,91 2 155 0 0,-48-9-3207 0 0,-71 2-3069 0 0</inkml:trace>
</inkml:ink>
</file>

<file path=ppt/ink/ink2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2:55.43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1775 37 5985 0 0,'5'0'295'0'0,"0"-1"-1"0"0,-1 1 0 0 0,1-1 1 0 0,-1-1-1 0 0,1 1 0 0 0,-1 0 1 0 0,0-1-1 0 0,0 0 1 0 0,0 0-1 0 0,6-4 0 0 0,-10 6-243 0 0,0-1 0 0 0,0 1 0 0 0,0-1 0 0 0,0 1 0 0 0,0 0 0 0 0,0-1 0 0 0,0 1 0 0 0,0-1 0 0 0,0 1 0 0 0,0 0 0 0 0,0-1 0 0 0,0 1 0 0 0,0-1 0 0 0,0 1 0 0 0,0 0 0 0 0,-1-1 0 0 0,1 1 0 0 0,0-1 0 0 0,0 1 0 0 0,0 0 0 0 0,-1-1 0 0 0,1 1 0 0 0,0 0 0 0 0,0-1 0 0 0,-1 1 0 0 0,1 0 0 0 0,0 0 0 0 0,-1-1 0 0 0,1 1 0 0 0,0 0 0 0 0,-1 0 0 0 0,1-1 0 0 0,0 1 0 0 0,-1 0 0 0 0,1 0 0 0 0,-1 0-1 0 0,1 0 1 0 0,0 0 0 0 0,-1-1 0 0 0,1 1 0 0 0,-1 0 0 0 0,1 0 0 0 0,0 0 0 0 0,-1 0 0 0 0,0 0 0 0 0,-21-5 1353 0 0,-26 5-87 0 0,0 3 1 0 0,1 1-1 0 0,-50 12 1 0 0,-16 1-46 0 0,-690 55 2044 0 0,790-72-3313 0 0,-483 19 161 0 0,476-19-160 0 0,5-1-322 0 0,-1 1 0 0 0,1 1 0 0 0,0 0 0 0 0,-1 1 0 0 0,-17 5 0 0 0</inkml:trace>
</inkml:ink>
</file>

<file path=ppt/ink/ink2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2:56.1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9674 0 0,'3'13'5898'0'0,"1"8"-4301"0"0,5 21-1222 0 0,18 149 861 0 0,-10-52-1420 0 0,50 189-1 0 0,-62-310-644 0 0,1 0-1 0 0,1 0 1 0 0,0-1 0 0 0,1 0 0 0 0,18 27 0 0 0,-11-25-4237 0 0</inkml:trace>
</inkml:ink>
</file>

<file path=ppt/ink/ink2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2:56.46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99 7370 0 0,'-1'-2'45'0'0,"1"1"0"0"0,-1-1 0 0 0,1 0 0 0 0,0 1 0 0 0,-1-1 0 0 0,1 0 0 0 0,0 1 0 0 0,0-1 0 0 0,0 0 0 0 0,0 1 0 0 0,1-1 0 0 0,-1 0 0 0 0,0 1 0 0 0,1-1 0 0 0,-1 0 0 0 0,1 1 0 0 0,-1-1 0 0 0,1 1 0 0 0,2-4 0 0 0,0 3 77 0 0,0-1 0 0 0,0 1 0 0 0,0 0 0 0 0,1-1 0 0 0,-1 2 0 0 0,1-1 0 0 0,6-2 0 0 0,-9 3-101 0 0,16-6 815 0 0,1-1 0 0 0,-1 2 0 0 0,1 1-1 0 0,1 0 1 0 0,-1 1 0 0 0,35-3-1 0 0,-45 7-685 0 0,0 0-1 0 0,0 0 1 0 0,0 1-1 0 0,-1 0 1 0 0,1 1-1 0 0,0-1 1 0 0,-1 1-1 0 0,1 1 1 0 0,-1 0-1 0 0,0 0 0 0 0,1 0 1 0 0,-1 1-1 0 0,-1 0 1 0 0,1 0-1 0 0,-1 1 1 0 0,1-1-1 0 0,-1 1 1 0 0,-1 1-1 0 0,7 6 1 0 0,-2 1-112 0 0,-1 1 0 0 0,0-1 0 0 0,-1 1 0 0 0,-1 1 1 0 0,0 0-1 0 0,-1 0 0 0 0,-1 0 0 0 0,0 0 0 0 0,-1 1 1 0 0,0 0-1 0 0,-2 0 0 0 0,0 0 0 0 0,0 0 1 0 0,-2 1-1 0 0,0-1 0 0 0,-1 0 0 0 0,0 0 0 0 0,-7 28 1 0 0,5-27-139 0 0,-2 1 0 0 0,0-1 0 0 0,0-1 0 0 0,-2 1 0 0 0,0-1 0 0 0,-1 0 0 0 0,-1 0 0 0 0,0-1 0 0 0,-1 0 1 0 0,0-1-1 0 0,-1 0 0 0 0,-1-1 0 0 0,0 0 0 0 0,-1-1 0 0 0,-1 0 0 0 0,1-1 0 0 0,-17 9 0 0 0</inkml:trace>
</inkml:ink>
</file>

<file path=ppt/ink/ink2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2:56.66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9674 0 0,'6'5'370'0'0,"-1"1"0"0"0,1-1 0 0 0,-1 1-1 0 0,0 0 1 0 0,0 0 0 0 0,-1 0 0 0 0,0 1 0 0 0,0-1 0 0 0,5 14-1 0 0,-3-10-23 0 0,3 8 111 0 0,-1 1 0 0 0,-1 0 1 0 0,0 0-1 0 0,-2 0 1 0 0,0 1-1 0 0,4 33 1 0 0,-3 65-5039 0 0,-5-114 4581 0 0</inkml:trace>
</inkml:ink>
</file>

<file path=ppt/ink/ink2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2:56.80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29 67 8754 0 0,'-10'-14'384'0'0,"4"7"88"0"0,2-1-376 0 0,0 3-96 0 0,2 1 0 0 0,2 1 0 0 0,0 0 184 0 0,-1-1 16 0 0,1-2 8 0 0,-2 0 0 0 0,2 1-208 0 0,3 3-152 0 0,0 5 24 0 0,1 4 8 0 0,1 5 120 0 0,-3 3 0 0 0</inkml:trace>
</inkml:ink>
</file>

<file path=ppt/ink/ink2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2:57.15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37 58 5529 0 0,'-1'0'42'0'0,"0"1"0"0"0,0 0 0 0 0,0-1 0 0 0,0 1 0 0 0,0 0 0 0 0,0-1 0 0 0,1 1 0 0 0,-1 0 0 0 0,0 0 0 0 0,0 0 0 0 0,1 0 0 0 0,-1 0 0 0 0,0 0 0 0 0,1 0 0 0 0,-1 0 0 0 0,1 0 0 0 0,-1 0-1 0 0,1 0 1 0 0,0 0 0 0 0,-1 0 0 0 0,1 0 0 0 0,0 2 0 0 0,-9 35 528 0 0,7-27-110 0 0,-1 2 156 0 0,0 0 0 0 0,1 0 0 0 0,0 0 0 0 0,1 0 0 0 0,1 24 0 0 0,0-33-500 0 0,1-1 1 0 0,-1 0 0 0 0,1 1 0 0 0,0-1-1 0 0,0 0 1 0 0,0 0 0 0 0,1 1 0 0 0,-1-1-1 0 0,1 0 1 0 0,-1 0 0 0 0,1 0 0 0 0,0-1-1 0 0,0 1 1 0 0,0 0 0 0 0,1-1 0 0 0,-1 1-1 0 0,1-1 1 0 0,-1 0 0 0 0,1 0 0 0 0,0 0-1 0 0,0 0 1 0 0,0 0 0 0 0,0-1-1 0 0,0 1 1 0 0,0-1 0 0 0,0 0 0 0 0,7 2-1 0 0,-1-2 116 0 0,1 0 0 0 0,-1-1 0 0 0,1 0 0 0 0,-1 0 0 0 0,1-1 0 0 0,-1 0 0 0 0,1-1 0 0 0,-1 0 0 0 0,0 0 0 0 0,0-1 0 0 0,0 0 0 0 0,0-1 0 0 0,0 0 0 0 0,-1 0 0 0 0,1-1 0 0 0,-1 0 0 0 0,0 0 0 0 0,13-13 0 0 0,-16 13-144 0 0,1 0 0 0 0,-1 0 0 0 0,-1 0 0 0 0,1-1 0 0 0,-1 0 1 0 0,0 0-1 0 0,0 0 0 0 0,-1 0 0 0 0,0-1 0 0 0,0 1 0 0 0,3-11 0 0 0,-5 12-32 0 0,0 0 0 0 0,0 0-1 0 0,-1 0 1 0 0,1 0 0 0 0,-1 1 0 0 0,-1-1-1 0 0,1 0 1 0 0,-1 0 0 0 0,1 0 0 0 0,-1 0-1 0 0,-1 1 1 0 0,1-1 0 0 0,-1 0 0 0 0,0 1-1 0 0,0-1 1 0 0,0 1 0 0 0,0 0 0 0 0,-4-5-1 0 0,1 3-63 0 0,0 0 0 0 0,0 1 0 0 0,0-1 0 0 0,-1 1-1 0 0,0 0 1 0 0,0 1 0 0 0,-1-1 0 0 0,1 1 0 0 0,-1 0-1 0 0,0 1 1 0 0,0 0 0 0 0,0 0 0 0 0,0 0-1 0 0,0 1 1 0 0,-1 0 0 0 0,-9-1 0 0 0,8 2-337 0 0,0 0 0 0 0,0 0 1 0 0,1 1-1 0 0,-1 0 0 0 0,0 1 1 0 0,0 0-1 0 0,1 0 0 0 0,-15 5 0 0 0,21-6 25 0 0,-1 1 0 0 0,1 0 0 0 0,-1 1 0 0 0,1-1 0 0 0,0 0 0 0 0,-1 1 0 0 0,1-1 0 0 0,-3 4 0 0 0,-4 3-1151 0 0</inkml:trace>
</inkml:ink>
</file>

<file path=ppt/ink/ink2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2:57.59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252 433 2761 0 0,'0'-1'114'0'0,"-1"-1"-1"0"0,1 0 1 0 0,-1 0 0 0 0,1 1 0 0 0,-1-1 0 0 0,0 0 0 0 0,1 1 0 0 0,-1-1 0 0 0,0 1 0 0 0,0-1 0 0 0,0 1 0 0 0,0-1-1 0 0,0 1 1 0 0,0 0 0 0 0,-1-1 0 0 0,1 1 0 0 0,0 0 0 0 0,-1 0 0 0 0,1 0 0 0 0,-1 0 0 0 0,1 0 0 0 0,-1 0 0 0 0,1 1 0 0 0,-1-1-1 0 0,0 0 1 0 0,1 1 0 0 0,-1-1 0 0 0,0 1 0 0 0,0 0 0 0 0,1 0 0 0 0,-1-1 0 0 0,0 1 0 0 0,-3 1 0 0 0,-4-2 511 0 0,0 1 1 0 0,0 0-1 0 0,0 1 0 0 0,0 0 1 0 0,-13 3-1 0 0,12-1-308 0 0,1 0-1 0 0,0 1 1 0 0,0 0-1 0 0,1 1 0 0 0,-1 0 1 0 0,1 0-1 0 0,0 1 1 0 0,0 0-1 0 0,1 1 1 0 0,0-1-1 0 0,0 1 0 0 0,-9 13 1 0 0,13-17-293 0 0,1 0 0 0 0,-1 0 0 0 0,1 0 1 0 0,0 1-1 0 0,0 0 0 0 0,0-1 0 0 0,0 1 1 0 0,1 0-1 0 0,0 0 0 0 0,-1 0 0 0 0,2 0 1 0 0,-1 0-1 0 0,0 0 0 0 0,1 0 0 0 0,-1 0 0 0 0,1 0 1 0 0,0 0-1 0 0,1 0 0 0 0,-1 0 0 0 0,1 0 1 0 0,0 0-1 0 0,-1 0 0 0 0,2 0 0 0 0,-1 0 0 0 0,0 0 1 0 0,1 0-1 0 0,0-1 0 0 0,0 1 0 0 0,0-1 1 0 0,0 1-1 0 0,1-1 0 0 0,3 4 0 0 0,-3-4-33 0 0,0 0 0 0 0,0 0 1 0 0,0-1-1 0 0,0 1 0 0 0,1-1 0 0 0,-1 0 0 0 0,1 0 0 0 0,-1 0 0 0 0,1 0 0 0 0,0-1 0 0 0,0 1 1 0 0,0-1-1 0 0,0 0 0 0 0,0-1 0 0 0,6 2 0 0 0,-3-2-122 0 0,-1 0 1 0 0,1-1-1 0 0,0 1 0 0 0,-1-1 0 0 0,1-1 1 0 0,-1 1-1 0 0,0-1 0 0 0,1 0 0 0 0,6-3 1 0 0,-4 0-123 0 0,0 1 0 0 0,-1-1 0 0 0,1-1 0 0 0,-1 1 0 0 0,0-2 0 0 0,0 1 0 0 0,-1-1 0 0 0,0 0 0 0 0,0 0 0 0 0,0-1 0 0 0,-1 0 0 0 0,8-14 0 0 0,-8 9 116 0 0,-1 0-1 0 0,-1-1 1 0 0,0 1 0 0 0,-1-1 0 0 0,0 0 0 0 0,-1 0-1 0 0,-1 0 1 0 0,0 0 0 0 0,-1 0 0 0 0,-1 0-1 0 0,-2-19 1 0 0,-6-18 1176 0 0,-26-86 0 0 0,25 101-503 0 0,5 18-46 0 0,-12-39 1066 0 0,16 53-1308 0 0,-1 1-1 0 0,0-1 1 0 0,1 0 0 0 0,-1 1 0 0 0,-1-1 0 0 0,1 1-1 0 0,0 0 1 0 0,-1 0 0 0 0,0 0 0 0 0,1 0 0 0 0,-7-4 0 0 0,9 7-164 0 0,0-1 0 0 0,-1 1 0 0 0,1 0 0 0 0,-1-1 0 0 0,1 1 0 0 0,-1 0 0 0 0,1-1 0 0 0,-1 1 0 0 0,0 0 0 0 0,1 0 0 0 0,-1 0 0 0 0,1-1 0 0 0,-1 1 0 0 0,0 0 0 0 0,1 0 0 0 0,-1 0 0 0 0,1 0 0 0 0,-1 0 0 0 0,0 0 0 0 0,1 0 0 0 0,-1 0 0 0 0,1 0 1 0 0,-1 1-1 0 0,0-1 0 0 0,1 0 0 0 0,-1 0 0 0 0,1 0 0 0 0,-1 1 0 0 0,1-1 0 0 0,-1 0 0 0 0,1 1 0 0 0,-1-1 0 0 0,0 1 0 0 0,0 1 41 0 0,0 0-1 0 0,0-1 1 0 0,0 1 0 0 0,0 0-1 0 0,0 0 1 0 0,1 0-1 0 0,-1-1 1 0 0,1 1 0 0 0,-1 0-1 0 0,1 4 1 0 0,-1 45 673 0 0,13 9-689 0 0,2 0-1 0 0,3-1 1 0 0,32 77 0 0 0,-10-29-1222 0 0,-23-60-3962 0 0,0-2-1720 0 0</inkml:trace>
</inkml:ink>
</file>

<file path=ppt/ink/ink2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2:57.96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1 454 7834 0 0,'15'-2'693'0'0,"0"-1"0"0"0,0 0 1 0 0,0-1-1 0 0,-1-1 0 0 0,1 0 1 0 0,-1-1-1 0 0,0 0 0 0 0,-1-1 1 0 0,21-15-1 0 0,-23 15-539 0 0,-1-1-1 0 0,1-1 0 0 0,-2 0 1 0 0,1-1-1 0 0,-1 1 1 0 0,-1-2-1 0 0,1 1 1 0 0,-2-1-1 0 0,0-1 0 0 0,0 1 1 0 0,7-18-1 0 0,-7 10-123 0 0,0 0-1 0 0,-1 0 1 0 0,-1-1 0 0 0,0 0-1 0 0,-2 0 1 0 0,2-37 0 0 0,-5 53 69 0 0,0-1 1 0 0,0 0-1 0 0,-1 0 0 0 0,1 0 1 0 0,-1 1-1 0 0,0-1 1 0 0,0 0-1 0 0,-1 1 1 0 0,1-1-1 0 0,-1 1 1 0 0,0 0-1 0 0,-3-5 1 0 0,4 8-35 0 0,0-1-1 0 0,0 1 1 0 0,0 0 0 0 0,-1-1 0 0 0,1 1 0 0 0,0 0 0 0 0,-1 0 0 0 0,1 0 0 0 0,-1 0 0 0 0,0 1 0 0 0,1-1 0 0 0,-1 0 0 0 0,0 1 0 0 0,1-1 0 0 0,-1 1 0 0 0,0-1 0 0 0,0 1 0 0 0,1 0 0 0 0,-1 0-1 0 0,0 0 1 0 0,0 0 0 0 0,0 0 0 0 0,1 0 0 0 0,-1 0 0 0 0,0 0 0 0 0,0 1 0 0 0,1-1 0 0 0,-1 1 0 0 0,0 0 0 0 0,1-1 0 0 0,-1 1 0 0 0,0 0 0 0 0,1 0 0 0 0,-3 1 0 0 0,-5 4 39 0 0,-1 1 1 0 0,1-1-1 0 0,1 1 1 0 0,-1 1-1 0 0,1-1 1 0 0,0 1-1 0 0,1 1 1 0 0,-9 12-1 0 0,5-4-107 0 0,0 0-1 0 0,1 0 1 0 0,-13 35 0 0 0,20-44-5 0 0,0 0 1 0 0,0 0-1 0 0,1 0 1 0 0,0 1-1 0 0,0-1 1 0 0,1 1-1 0 0,0 0 1 0 0,0-1 0 0 0,1 1-1 0 0,1 0 1 0 0,-1-1-1 0 0,1 1 1 0 0,1-1-1 0 0,0 1 1 0 0,0-1 0 0 0,0 1-1 0 0,1-1 1 0 0,0 0-1 0 0,1 0 1 0 0,0 0-1 0 0,0-1 1 0 0,1 0 0 0 0,0 1-1 0 0,0-1 1 0 0,0-1-1 0 0,1 1 1 0 0,0-1-1 0 0,0 0 1 0 0,1 0-1 0 0,0-1 1 0 0,0 0 0 0 0,15 8-1 0 0,-7-5-632 0 0,1 0 0 0 0,0-2 0 0 0,30 9 0 0 0,-10-7-6068 0 0</inkml:trace>
</inkml:ink>
</file>

<file path=ppt/ink/ink2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2:59.29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867 2 13827 0 0,'-3'-1'2524'0'0,"1"8"-1562"0"0,0 10-214 0 0,10 65-430 0 0,4-1 0 0 0,23 83-1 0 0,-16-83-508 0 0,1 5-983 0 0,3-1 1 0 0,41 94-1 0 0,-60-168 1058 0 0,15 40-238 0 0,-18-49 351 0 0,-1 0 0 0 0,1 0 0 0 0,-1 0 0 0 0,1 0 0 0 0,-1 0 0 0 0,0-1 0 0 0,0 1 0 0 0,0 0 0 0 0,0 0 0 0 0,0 0 0 0 0,-1 0 0 0 0,1 0 0 0 0,0 0 0 0 0,-1 0 0 0 0,1-1 0 0 0,-1 1 0 0 0,0 0 0 0 0,0 0 0 0 0,1-1 0 0 0,-1 1 0 0 0,0 0 0 0 0,-3 2 0 0 0,2-3 8 0 0,0 0 0 0 0,0 0 0 0 0,0 0 1 0 0,0 0-1 0 0,0-1 0 0 0,0 1 0 0 0,0-1 0 0 0,-1 1 0 0 0,1-1 0 0 0,0 0 0 0 0,0 0 0 0 0,-1 0 0 0 0,1 0 0 0 0,0 0 1 0 0,0 0-1 0 0,-4-1 0 0 0,-37-10 52 0 0,37 9-53 0 0,-53-13 513 0 0,-1 2 0 0 0,-120-9 0 0 0,-124 15 1892 0 0,267 7-2148 0 0,-12 2-172 0 0,1 2 0 0 0,0 3 0 0 0,1 1 0 0 0,-76 24 1 0 0,111-28-1824 0 0</inkml:trace>
</inkml:ink>
</file>

<file path=ppt/ink/ink2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2:59.71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1 3225 0 0,'-5'20'10017'0'0,"6"-19"-9683"0"0,3 19 1588 0 0,44 194 3348 0 0,9 106-4090 0 0,-16-80-785 0 0,-26-134-223 0 0,2 129 0 0 0,-13-137-141 0 0,-2-67-43 0 0,9 44 0 0 0,-9-64-54 0 0,0-1 0 0 0,1 0 0 0 0,0-1 0 0 0,1 1 0 0 0,0-1 0 0 0,0 1 0 0 0,1-1 1 0 0,7 10-1 0 0,-10-18 42 0 0,-1 0 0 0 0,0 0 0 0 0,1-1 1 0 0,-1 1-1 0 0,0 0 0 0 0,1 0 0 0 0,-1-1 0 0 0,1 1 1 0 0,-1-1-1 0 0,1 1 0 0 0,0-1 0 0 0,-1 0 0 0 0,1 0 1 0 0,-1 0-1 0 0,1 0 0 0 0,0 0 0 0 0,-1 0 0 0 0,1 0 1 0 0,-1 0-1 0 0,1 0 0 0 0,-1-1 0 0 0,1 1 0 0 0,2-2 1 0 0,44-16-46 0 0,-35 13 77 0 0,18-6 61 0 0,0 1 1 0 0,1 2-1 0 0,0 1 1 0 0,58-5-1 0 0,133 13 0 0 0,-55 1-129 0 0,-56-6-2796 0 0,-76 3-4046 0 0</inkml:trace>
</inkml:ink>
</file>

<file path=ppt/ink/ink2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0.03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11058 0 0,'5'67'7230'0'0,"12"35"-3675"0"0,-2-22-2828 0 0,168 938 1063 0 0,-177-974-1775 0 0,-1 1-1 0 0,-3 68 1 0 0,-2-110-59 0 0</inkml:trace>
</inkml:ink>
</file>

<file path=ppt/ink/ink2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0.70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0 456 0 0,'12'14'18523'0'0,"-3"-2"-16266"0"0,30 45-1899 0 0,-21-17-42 0 0,-1 1 0 0 0,-2 1 0 0 0,17 80 0 0 0,7 133 252 0 0,-30-172-1643 0 0,4 0-1 0 0,44 152 1 0 0,-48-210-281 0 0</inkml:trace>
</inkml:ink>
</file>

<file path=ppt/ink/ink2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1.06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2356 70 5985 0 0,'6'-4'439'0'0,"-1"0"-1"0"0,1-1 0 0 0,-1 1 1 0 0,0-1-1 0 0,0 0 0 0 0,-1 0 0 0 0,1-1 1 0 0,6-10-1 0 0,-11 16-410 0 0,0-1 0 0 0,0 0-1 0 0,0 1 1 0 0,0-1 0 0 0,-1 1-1 0 0,1-1 1 0 0,0 0 0 0 0,0 1 0 0 0,0-1-1 0 0,0 1 1 0 0,-1-1 0 0 0,1 1-1 0 0,0-1 1 0 0,-1 1 0 0 0,1-1 0 0 0,0 1-1 0 0,-1-1 1 0 0,1 1 0 0 0,-1-1-1 0 0,1 1 1 0 0,-1-1 0 0 0,1 1 0 0 0,-1 0-1 0 0,1-1 1 0 0,-1 1 0 0 0,1 0-1 0 0,-1 0 1 0 0,1-1 0 0 0,-1 1 0 0 0,0 0-1 0 0,1 0 1 0 0,-1 0 0 0 0,1 0-1 0 0,-1 0 1 0 0,0-1 0 0 0,1 1 0 0 0,-1 0-1 0 0,1 0 1 0 0,-1 1 0 0 0,0-1-1 0 0,-32-2 1729 0 0,29 2-1543 0 0,-270 14 6926 0 0,112-3-5994 0 0,-964 10 349 0 0,495-23-1462 0 0,493 11-3362 0 0,116-7-3782 0 0</inkml:trace>
</inkml:ink>
</file>

<file path=ppt/ink/ink2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3.07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0 144 6913 0 0,'341'-81'2593'0'0,"-100"29"-1249"0"0,-217 46-1344 0 0,-4 1 0 0 0</inkml:trace>
</inkml:ink>
</file>

<file path=ppt/ink/ink2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3.30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 1 6449 0 0,'-11'4'4579'0'0,"25"15"-3051"0"0,2 9-855 0 0,-1 0 0 0 0,-1 2 1 0 0,-2 0-1 0 0,-1 0 0 0 0,8 37 0 0 0,7 19-272 0 0,52 111-1300 0 0,-69-176-227 0 0</inkml:trace>
</inkml:ink>
</file>

<file path=ppt/ink/ink2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3.61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0 139 8754 0 0,'0'0'673'0'0,"24"10"450"0"0,6 6-603 0 0,-2 0 0 0 0,0 2-1 0 0,-1 2 1 0 0,0 0 0 0 0,23 24-1 0 0,-36-24 2803 0 0,-16-25-1832 0 0,0-2-1091 0 0,-4-9-11 0 0,2-2 1 0 0,0 1-1 0 0,1 0 1 0 0,-2-23 0 0 0,5 25-839 0 0,0-1 0 0 0,1 0 1 0 0,1 0-1 0 0,0 0 1 0 0,1 0-1 0 0,1 1 1 0 0,1 0-1 0 0,7-19 1 0 0,-1 10-948 0 0</inkml:trace>
</inkml:ink>
</file>

<file path=ppt/ink/ink2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4.31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132 1 2304 0 0,'-4'9'5278'0'0,"3"-9"-5132"0"0,-13 11 649 0 0,12-9-703 0 0,-7 6 135 0 0,0 1-1 0 0,0 1 0 0 0,1-1 1 0 0,0 1-1 0 0,1 1 0 0 0,0 0 1 0 0,1 0-1 0 0,0 0 1 0 0,-5 13-1 0 0,5-8-11 0 0,0 1 0 0 0,1 0 0 0 0,1 0 0 0 0,0 0 0 0 0,-1 33 0 0 0,4-47-171 0 0,1 1 0 0 0,0-1 0 0 0,1 1 0 0 0,-1-1-1 0 0,0 1 1 0 0,1-1 0 0 0,0 0 0 0 0,0 1 0 0 0,0-1 0 0 0,0 0-1 0 0,0 0 1 0 0,1 1 0 0 0,0-1 0 0 0,-1 0 0 0 0,1-1-1 0 0,4 6 1 0 0,-4-6-54 0 0,0-1-1 0 0,-1 0 1 0 0,1 0-1 0 0,-1 0 1 0 0,1 0-1 0 0,0 0 1 0 0,0-1-1 0 0,0 1 1 0 0,-1-1-1 0 0,1 1 1 0 0,0-1-1 0 0,0 1 1 0 0,0-1-1 0 0,0 0 1 0 0,0 0-1 0 0,0 0 1 0 0,0 0 0 0 0,0 0-1 0 0,0-1 1 0 0,0 1-1 0 0,-1 0 1 0 0,1-1-1 0 0,0 0 1 0 0,0 1-1 0 0,0-1 1 0 0,0 0-1 0 0,-1 0 1 0 0,1 0-1 0 0,-1 0 1 0 0,1 0-1 0 0,1-2 1 0 0,4-1 61 0 0,-1-1 0 0 0,1 0 1 0 0,-1-1-1 0 0,-1 1 0 0 0,1-1 1 0 0,-1 0-1 0 0,0-1 0 0 0,0 1 1 0 0,-1-1-1 0 0,4-8 0 0 0,0-4 375 0 0,0 0-1 0 0,7-30 0 0 0,-1 1 247 0 0,-14 58-446 0 0,1 0 0 0 0,0 0 0 0 0,0 0 0 0 0,1 0 0 0 0,5 16 1 0 0,-4-19-198 0 0,0 0-1 0 0,0-1 1 0 0,0 1 0 0 0,1-1 0 0 0,0 1 0 0 0,1-1 0 0 0,-1 0 0 0 0,1-1 0 0 0,11 11 0 0 0,-14-14-26 0 0,1 1 0 0 0,0-1 0 0 0,0 0-1 0 0,0 0 1 0 0,0 0 0 0 0,0 0 0 0 0,0-1-1 0 0,0 1 1 0 0,1-1 0 0 0,-1 0 0 0 0,0 0 0 0 0,1 0-1 0 0,-1 0 1 0 0,1-1 0 0 0,-1 1 0 0 0,1-1-1 0 0,-1 0 1 0 0,1 0 0 0 0,-1 0 0 0 0,1-1-1 0 0,0 1 1 0 0,5-2 0 0 0,-6 1-5 0 0,-1 0-1 0 0,0-1 1 0 0,0 1 0 0 0,0 0-1 0 0,0-1 1 0 0,0 1 0 0 0,0-1-1 0 0,0 1 1 0 0,-1-1 0 0 0,1 0-1 0 0,0 0 1 0 0,-1 0 0 0 0,0 0-1 0 0,1 0 1 0 0,-1 0 0 0 0,0 0-1 0 0,1-3 1 0 0,11-45 41 0 0,-12 44-35 0 0,-1 0-1 0 0,1 0 1 0 0,1 1-1 0 0,-1-1 1 0 0,1 1 0 0 0,0-1-1 0 0,0 1 1 0 0,1 0-1 0 0,-1 0 1 0 0,1 0-1 0 0,4-5 1 0 0,-6 9-1 0 0,0 1 1 0 0,0-1-1 0 0,-1 1 1 0 0,1-1 0 0 0,0 1-1 0 0,0-1 1 0 0,0 1-1 0 0,0 0 1 0 0,0-1-1 0 0,0 1 1 0 0,0 0-1 0 0,0 0 1 0 0,0 0-1 0 0,1 0 1 0 0,-1 0-1 0 0,0 0 1 0 0,0 0-1 0 0,0 0 1 0 0,0 0-1 0 0,0 0 1 0 0,0 1-1 0 0,0-1 1 0 0,0 0-1 0 0,0 1 1 0 0,0-1-1 0 0,0 1 1 0 0,-1-1-1 0 0,1 1 1 0 0,0 0-1 0 0,0-1 1 0 0,0 1-1 0 0,0 0 1 0 0,-1-1-1 0 0,1 1 1 0 0,0 0-1 0 0,-1 0 1 0 0,2 1-1 0 0,28 40 171 0 0,-24-34-121 0 0,0 0 13 0 0,-1 0-1 0 0,1-1 1 0 0,1 0 0 0 0,0 0 0 0 0,0 0-1 0 0,0-1 1 0 0,13 8 0 0 0,-18-12-66 0 0,-1-1 1 0 0,1 0-1 0 0,0 0 1 0 0,0-1 0 0 0,-1 1-1 0 0,1 0 1 0 0,0 0-1 0 0,0-1 1 0 0,0 1 0 0 0,0-1-1 0 0,0 0 1 0 0,0 0-1 0 0,0 1 1 0 0,0-1 0 0 0,0-1-1 0 0,0 1 1 0 0,0 0-1 0 0,0 0 1 0 0,0-1 0 0 0,0 1-1 0 0,0-1 1 0 0,0 1-1 0 0,0-1 1 0 0,-1 0 0 0 0,1 0-1 0 0,0 0 1 0 0,0 0-1 0 0,-1 0 1 0 0,1 0 0 0 0,-1 0-1 0 0,1-1 1 0 0,-1 1-1 0 0,1-1 1 0 0,-1 1 0 0 0,0-1-1 0 0,0 1 1 0 0,1-1-1 0 0,-1 0 1 0 0,0 0 0 0 0,-1 1-1 0 0,2-4 1 0 0,0 2 11 0 0,13-28 333 0 0,25-36 0 0 0,-35 59-309 0 0,0 1 0 0 0,1 0 0 0 0,0 0 1 0 0,0 0-1 0 0,1 1 0 0 0,0 0 0 0 0,0 0 0 0 0,0 0 1 0 0,1 1-1 0 0,8-4 0 0 0,-14 8-35 0 0,0 1 1 0 0,0-1-1 0 0,-1 1 0 0 0,1-1 1 0 0,0 1-1 0 0,0 0 0 0 0,0 0 1 0 0,0 0-1 0 0,0 0 0 0 0,0 0 0 0 0,0 1 1 0 0,-1-1-1 0 0,1 1 0 0 0,0-1 1 0 0,0 1-1 0 0,0-1 0 0 0,-1 1 1 0 0,1 0-1 0 0,0 0 0 0 0,-1 0 1 0 0,1 0-1 0 0,0 0 0 0 0,-1 0 1 0 0,1 0-1 0 0,-1 1 0 0 0,0-1 0 0 0,0 1 1 0 0,3 2-1 0 0,4 7 26 0 0,0-1 1 0 0,-1 2-1 0 0,8 13 0 0 0,-4-6-221 0 0,7 9-1834 0 0,-8-14-4059 0 0</inkml:trace>
</inkml:ink>
</file>

<file path=ppt/ink/ink2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4.64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189 37 2761 0 0,'0'0'-35'0'0,"9"-30"1520"0"0,-9 30-1422 0 0,0-1 0 0 0,0 1 0 0 0,0 0 0 0 0,0 0-1 0 0,0-1 1 0 0,0 1 0 0 0,0 0 0 0 0,0-1 0 0 0,0 1 0 0 0,-1 0-1 0 0,1 0 1 0 0,0-1 0 0 0,0 1 0 0 0,0 0 0 0 0,0 0-1 0 0,0-1 1 0 0,-1 1 0 0 0,1 0 0 0 0,0 0 0 0 0,0 0 0 0 0,0 0-1 0 0,-1-1 1 0 0,1 1 0 0 0,0 0 0 0 0,0 0 0 0 0,-1 0 0 0 0,1 0-1 0 0,0 0 1 0 0,-1-1 0 0 0,1 1 0 0 0,0 0 0 0 0,-1 0-1 0 0,-18 5 1929 0 0,2 4-1414 0 0,0 0 0 0 0,1 1 0 0 0,0 1 0 0 0,1 1 0 0 0,1 0 0 0 0,-1 1 0 0 0,2 0 0 0 0,-23 29 0 0 0,34-40-549 0 0,1-1 0 0 0,0 1 1 0 0,0 0-1 0 0,0-1 0 0 0,0 1 0 0 0,0 0 0 0 0,0 0 0 0 0,0 0 0 0 0,0 0 1 0 0,1 0-1 0 0,-1 0 0 0 0,1 0 0 0 0,-1 0 0 0 0,1 0 0 0 0,0 0 0 0 0,0 0 1 0 0,0 0-1 0 0,0 0 0 0 0,0 0 0 0 0,0 0 0 0 0,1 0 0 0 0,-1 0 0 0 0,0 0 0 0 0,2 2 1 0 0,0-1-16 0 0,0-1 0 0 0,-1 0 0 0 0,1 0 1 0 0,1 0-1 0 0,-1 0 0 0 0,0 0 1 0 0,0 0-1 0 0,1-1 0 0 0,-1 1 0 0 0,1-1 1 0 0,-1 1-1 0 0,1-1 0 0 0,0 0 0 0 0,5 1 1 0 0,9 3-37 0 0,0-2 1 0 0,0 0 0 0 0,0-2-1 0 0,26 1 1 0 0,-29-3-91 0 0,-11 0 76 0 0,1 1 0 0 0,-1-1 0 0 0,0 1 0 0 0,1 0 0 0 0,-1 0-1 0 0,0 0 1 0 0,1 1 0 0 0,-1-1 0 0 0,0 1 0 0 0,5 1 0 0 0,-12 1 9 0 0,1 1 0 0 0,-1-1 1 0 0,0-1-1 0 0,0 1 0 0 0,0-1 1 0 0,-7 4-1 0 0,-25 13-590 0 0,-8 3-593 0 0,14-8-2797 0 0</inkml:trace>
</inkml:ink>
</file>

<file path=ppt/ink/ink2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4.9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77 2304 0 0,'25'-43'1722'0'0,"-22"39"-1140"0"0,0 0 0 0 0,0 1-1 0 0,1-1 1 0 0,-1 1 0 0 0,1 0 0 0 0,0-1-1 0 0,0 2 1 0 0,5-4 0 0 0,-8 6-430 0 0,-1 0 1 0 0,1 0-1 0 0,0 0 1 0 0,0 1-1 0 0,-1-1 1 0 0,1 0-1 0 0,0 1 0 0 0,-1-1 1 0 0,1 1-1 0 0,0-1 1 0 0,-1 1-1 0 0,1-1 1 0 0,0 1-1 0 0,-1-1 1 0 0,1 1-1 0 0,-1 0 0 0 0,1-1 1 0 0,-1 1-1 0 0,0 0 1 0 0,1-1-1 0 0,-1 1 1 0 0,1 0-1 0 0,-1 0 0 0 0,0 1 1 0 0,13 24 1370 0 0,-12-23-1124 0 0,60 147 3512 0 0,-14 2-5688 0 0,-43-137-2448 0 0,0-2-1325 0 0</inkml:trace>
</inkml:ink>
</file>

<file path=ppt/ink/ink2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5.09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34 9 6449 0 0,'-7'-6'577'0'0,"5"3"-465"0"0,-8 5 3728 0 0,7 2-3640 0 0,-1 1-200 0 0,1 1 0 0 0,0 1 0 0 0,2 2-976 0 0,1-1-240 0 0,0-1-40 0 0,4-3-17 0 0,0-1 985 0 0</inkml:trace>
</inkml:ink>
</file>

<file path=ppt/ink/ink2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5.3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77 0 6449 0 0,'-22'33'1267'0'0,"11"-19"-348"0"0,7-8-698 0 0,0 0-1 0 0,1 0 0 0 0,-1 0 1 0 0,1 0-1 0 0,0 0 0 0 0,1 1 1 0 0,0-1-1 0 0,0 1 1 0 0,-1 7-1 0 0,2-10-147 0 0,1-1 0 0 0,1 1 1 0 0,-1-1-1 0 0,0 0 0 0 0,1 1 0 0 0,0-1 1 0 0,0 1-1 0 0,0-1 0 0 0,0 0 1 0 0,0 0-1 0 0,1 0 0 0 0,-1 1 0 0 0,1-1 1 0 0,0-1-1 0 0,0 1 0 0 0,0 0 0 0 0,0 0 1 0 0,1-1-1 0 0,-1 1 0 0 0,4 2 0 0 0,9 7 333 0 0,-9-7-194 0 0,-1 0-1 0 0,1 0 0 0 0,-1 1 0 0 0,0-1 1 0 0,0 1-1 0 0,7 11 0 0 0,-11-16-188 0 0,-1 1-1 0 0,1-1 0 0 0,-1 0 0 0 0,1 1 1 0 0,-1-1-1 0 0,0 1 0 0 0,1-1 1 0 0,-1 1-1 0 0,0-1 0 0 0,0 0 0 0 0,0 1 1 0 0,0-1-1 0 0,0 1 0 0 0,0-1 0 0 0,-1 1 1 0 0,0 1-1 0 0,0 0-36 0 0,0-1 0 0 0,0 0 1 0 0,0 0-1 0 0,-1 0 0 0 0,1 0 0 0 0,-1 0 1 0 0,0-1-1 0 0,1 1 0 0 0,-1 0 0 0 0,0-1 1 0 0,0 1-1 0 0,0-1 0 0 0,-3 2 0 0 0,-4 3-306 0 0,0-1 0 0 0,-1 0 0 0 0,1-1 0 0 0,-21 7 0 0 0,17-8-341 0 0</inkml:trace>
</inkml:ink>
</file>

<file path=ppt/ink/ink2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5.59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12 3225 0 0,'2'-1'153'0'0,"1"-1"0"0"0,-1 1 0 0 0,1 0 0 0 0,0 0 0 0 0,-1 0 0 0 0,1 0 0 0 0,0 0 0 0 0,-1 0 0 0 0,1 1 0 0 0,0-1 0 0 0,0 1 0 0 0,0 0 0 0 0,5 0 0 0 0,-5 1 295 0 0,1 0 0 0 0,-1 1-1 0 0,0-1 1 0 0,0 1 0 0 0,1-1 0 0 0,-1 1-1 0 0,-1 0 1 0 0,1 0 0 0 0,0 1-1 0 0,0-1 1 0 0,2 3 0 0 0,5 6 436 0 0,0 0 0 0 0,-1 1 0 0 0,0 0 0 0 0,-1 1 0 0 0,-1-1 0 0 0,0 1 1 0 0,-1 1-1 0 0,0-1 0 0 0,7 26 0 0 0,-3 0-393 0 0,-1 1 1 0 0,4 54-1 0 0,-6 33-1779 0 0,-6-42-2348 0 0,-1-80 3258 0 0,0 22-1140 0 0</inkml:trace>
</inkml:ink>
</file>

<file path=ppt/ink/ink2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5.79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74 6449 0 0,'0'0'29'0'0,"-1"0"1"0"0,1-1-1 0 0,0 1 0 0 0,0 0 0 0 0,0-1 0 0 0,0 1 0 0 0,-1 0 0 0 0,1-1 0 0 0,0 1 0 0 0,0 0 0 0 0,0-1 0 0 0,0 1 0 0 0,0 0 1 0 0,0-1-1 0 0,0 1 0 0 0,0 0 0 0 0,0-1 0 0 0,0 1 0 0 0,0 0 0 0 0,0-1 0 0 0,0 1 0 0 0,0 0 0 0 0,0-1 0 0 0,0 1 0 0 0,0 0 0 0 0,1-1 1 0 0,-1 1-1 0 0,0 0 0 0 0,0 0 0 0 0,0-1 0 0 0,1 1 0 0 0,-1 0 0 0 0,0-1 0 0 0,16-8 805 0 0,30-4 712 0 0,-28 8-618 0 0,4-3-1023 0 0,1 1 0 0 0,0 1 0 0 0,1 1 0 0 0,0 1 0 0 0,0 1 0 0 0,-1 1 0 0 0,41 2 0 0 0,-44 2 95 0 0</inkml:trace>
</inkml:ink>
</file>

<file path=ppt/ink/ink2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6.09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92 17 2304 0 0,'-3'-2'416'0'0,"-1"0"0"0"0,0 0 0 0 0,1 0-1 0 0,-1 1 1 0 0,0-1 0 0 0,0 1-1 0 0,0 0 1 0 0,0 0 0 0 0,0 0-1 0 0,0 0 1 0 0,0 1 0 0 0,-1 0-1 0 0,-4 0 1 0 0,8 0-314 0 0,0 0-1 0 0,-1 0 1 0 0,1 0-1 0 0,0 0 1 0 0,0 0-1 0 0,-1 1 1 0 0,1-1-1 0 0,0 0 1 0 0,0 1-1 0 0,-1-1 1 0 0,1 1-1 0 0,0-1 1 0 0,0 1-1 0 0,0 0 1 0 0,0-1-1 0 0,0 1 1 0 0,0 0-1 0 0,0 0 1 0 0,0 0-1 0 0,0 0 1 0 0,0 0-1 0 0,0 0 1 0 0,1 0-1 0 0,-1 0 1 0 0,0 0-1 0 0,1 0 1 0 0,-1 0-1 0 0,1 0 1 0 0,-1 1-1 0 0,1-1 1 0 0,-1 0-1 0 0,1 0 1 0 0,0 1-1 0 0,0-1 1 0 0,0 0-1 0 0,0 1 1 0 0,-1-1-1 0 0,2 0 1 0 0,-1 0-1 0 0,0 1 1 0 0,0-1-1 0 0,0 0 1 0 0,1 0-1 0 0,-1 1 1 0 0,1 1-1 0 0,1 1 18 0 0,0-1 0 0 0,0 1 0 0 0,0-1 0 0 0,0 0 0 0 0,0 1 0 0 0,1-1 0 0 0,0 0 0 0 0,-1-1 0 0 0,1 1 0 0 0,0 0 0 0 0,0-1 0 0 0,1 1 0 0 0,-1-1 0 0 0,0 0 0 0 0,1 0 0 0 0,-1 0 0 0 0,1-1 0 0 0,0 1 0 0 0,6 0 0 0 0,7 4 269 0 0,0-2 0 0 0,35 5 0 0 0,-47-8-400 0 0,31 2 102 0 0,-34-3-131 0 0,0 0-1 0 0,0 0 1 0 0,0-1 0 0 0,0 1-1 0 0,0 0 1 0 0,0-1 0 0 0,0 1 0 0 0,0-1-1 0 0,0 1 1 0 0,0-1 0 0 0,0 0-1 0 0,0 0 1 0 0,-1 0 0 0 0,4-2-1 0 0,-5 2 0 0 0,1 0 0 0 0,-1 0-1 0 0,1-1 1 0 0,-1 1 0 0 0,0 0-1 0 0,1 0 1 0 0,-1 0 0 0 0,0-1 0 0 0,0 1-1 0 0,0 0 1 0 0,0 0 0 0 0,0 0-1 0 0,0-1 1 0 0,0 1 0 0 0,-1 0-1 0 0,1 0 1 0 0,0 0 0 0 0,-1-1-1 0 0,1 1 1 0 0,-1 0 0 0 0,1 0-1 0 0,-2-1 1 0 0,-12-26-1694 0 0,14 28 1658 0 0</inkml:trace>
</inkml:ink>
</file>

<file path=ppt/ink/ink2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6.37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0 217 3225 0 0,'16'2'1406'0'0,"0"1"1"0"0,-1 0 0 0 0,0 1 0 0 0,0 1-1 0 0,24 10 1 0 0,-35-13-860 0 0,-2-1-107 0 0,23 9 1384 0 0,-24-10-1645 0 0,-1 0 0 0 0,1 1-1 0 0,0-1 1 0 0,0 0 0 0 0,0 1 0 0 0,-1-1 0 0 0,1 0-1 0 0,0 1 1 0 0,-1-1 0 0 0,1 1 0 0 0,0-1-1 0 0,-1 1 1 0 0,1 0 0 0 0,0-1 0 0 0,-1 1 0 0 0,1-1-1 0 0,-1 1 1 0 0,1 0 0 0 0,-1 0 0 0 0,0-1-1 0 0,1 1 1 0 0,-1 1 0 0 0,0-2-97 0 0,0 0 1 0 0,-1 1-1 0 0,1-1 0 0 0,-1 0 1 0 0,1 0-1 0 0,-1 0 0 0 0,1 0 1 0 0,0 0-1 0 0,-1 0 0 0 0,1 0 1 0 0,-1 0-1 0 0,1 0 0 0 0,-1 0 0 0 0,1 0 1 0 0,-1 0-1 0 0,1 0 0 0 0,-1 0 1 0 0,1 0-1 0 0,-1 0 0 0 0,1 0 1 0 0,0 0-1 0 0,-1-1 0 0 0,1 1 1 0 0,-1 0-1 0 0,1 0 0 0 0,0-1 1 0 0,-1 1-1 0 0,1 0 0 0 0,-1 0 1 0 0,1-1-1 0 0,0 1 0 0 0,0 0 1 0 0,-1-1-1 0 0,1 1 0 0 0,0-1 0 0 0,-1 1 1 0 0,1 0-1 0 0,0-1 0 0 0,0 1 1 0 0,0-1-1 0 0,-1 0 0 0 0,-12-18 545 0 0,11 8-509 0 0,0 0 0 0 0,0 0 0 0 0,1-1 1 0 0,1 1-1 0 0,0 0 0 0 0,0-1 0 0 0,1 1 1 0 0,3-12-1 0 0,0 0-850 0 0,2 0 0 0 0,16-41 1 0 0,-11 38-7015 0 0</inkml:trace>
</inkml:ink>
</file>

<file path=ppt/ink/ink2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6.54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 1 17052 0 0,'-6'7'1512'0'0,"3"-3"-1208"0"0,0 2-240 0 0,2-2-64 0 0,1-3 0 0 0,3-2-64 0 0</inkml:trace>
</inkml:ink>
</file>

<file path=ppt/ink/ink2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22.93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94 565 1840 0 0,'-14'-128'436'0'0,"12"94"-196"0"0,-1 1 0 0 0,-13-56 1 0 0,16 88-217 0 0,0 0 0 0 0,0 0 0 0 0,-1 0 1 0 0,1 0-1 0 0,0 1 0 0 0,0-1 0 0 0,0 0 1 0 0,-1 0-1 0 0,1 1 0 0 0,0-1 0 0 0,-1 0 1 0 0,1 0-1 0 0,-1 1 0 0 0,1-1 1 0 0,-1 0-1 0 0,1 1 0 0 0,-1-1 0 0 0,1 1 1 0 0,-1-1-1 0 0,1 1 0 0 0,-1-1 0 0 0,0 1 1 0 0,1-1-1 0 0,-1 1 0 0 0,0-1 0 0 0,-1 1 1 0 0,2 0 20 0 0,-1 0-1 0 0,0 1 1 0 0,0-1 0 0 0,0 1 0 0 0,1-1 0 0 0,-1 1 0 0 0,0-1 0 0 0,0 1 0 0 0,1-1 0 0 0,-1 1 0 0 0,1 0 0 0 0,-1 0 0 0 0,0-1-1 0 0,1 1 1 0 0,-1 0 0 0 0,1 0 0 0 0,0-1 0 0 0,-1 3 0 0 0,-16 42 950 0 0,8 27-657 0 0,2 0 0 0 0,6 131-1 0 0,3-95-201 0 0,-1 2 0 0 0,19 139 0 0 0,-19-244-135 0 0,0 5 7 0 0,0 0 0 0 0,1 0 0 0 0,0 0 0 0 0,1 0 0 0 0,0-1 0 0 0,1 1 0 0 0,6 12-1 0 0,-10-22-7 0 0,0 1 0 0 0,0-1 0 0 0,1 0-1 0 0,-1 1 1 0 0,0-1 0 0 0,0 0-1 0 0,0 1 1 0 0,1-1 0 0 0,-1 0 0 0 0,0 1-1 0 0,0-1 1 0 0,1 0 0 0 0,-1 0-1 0 0,0 1 1 0 0,1-1 0 0 0,-1 0-1 0 0,0 0 1 0 0,1 0 0 0 0,-1 1 0 0 0,1-1-1 0 0,-1 0 1 0 0,0 0 0 0 0,1 0-1 0 0,-1 0 1 0 0,1 0 0 0 0,-1 0 0 0 0,0 0-1 0 0,1 0 1 0 0,-1 0 0 0 0,1 0-1 0 0,-1 0 1 0 0,0 0 0 0 0,1 0-1 0 0,-1 0 1 0 0,1 0 0 0 0,-1 0 0 0 0,1-1-1 0 0,10-14-24 0 0,0-23-11 0 0,48-492 1658 0 0,-37 274-751 0 0,5 63-459 0 0,-20 161-375 0 0,1 1-1 0 0,2 0 1 0 0,26-59 0 0 0,-31 70 827 0 0,-11 29-243 0 0,2 3-537 0 0,0 0-1 0 0,0 1 0 0 0,1-1 1 0 0,1 1-1 0 0,0 0 0 0 0,0 0 1 0 0,1 0-1 0 0,2 18 0 0 0,-2-3-64 0 0,-3 584-95 0 0,5-357 56 0 0,56 447 12 0 0,-55-681 8 0 0,-1-6-10 0 0,-1-11 7 0 0,0 0 0 0 0,0 0 0 0 0,0 0 0 0 0,0 0 0 0 0,1 0-1 0 0,0 0 1 0 0,0 0 0 0 0,0 0 0 0 0,0 0 0 0 0,0-1 0 0 0,1 1 0 0 0,0 0-1 0 0,3 5 1 0 0,-5-9 3 0 0,1 0-1 0 0,-1-1 1 0 0,1 1-1 0 0,-1 0 0 0 0,1 0 1 0 0,-1 0-1 0 0,1 0 1 0 0,-1-1-1 0 0,1 1 0 0 0,-1 0 1 0 0,1 0-1 0 0,-1-1 1 0 0,0 1-1 0 0,1 0 1 0 0,-1-1-1 0 0,1 1 0 0 0,-1 0 1 0 0,0-1-1 0 0,1 1 1 0 0,-1-1-1 0 0,0 1 1 0 0,0-1-1 0 0,1 1 0 0 0,-1-1 1 0 0,0 1-1 0 0,0 0 1 0 0,0-1-1 0 0,0 1 1 0 0,1-1-1 0 0,-1 0 0 0 0,0 0 1 0 0,6-17-264 0 0,0-17 3 0 0,-2 1 0 0 0,-1 0 1 0 0,-1-40-1 0 0,-1 25 134 0 0,-11-561-859 0 0,1 334 1029 0 0,9 202-158 0 0,1 33 89 0 0,-2-1 0 0 0,-2 1 0 0 0,-15-80 0 0 0,18 119 48 0 0,-1-1 0 0 0,0 0-1 0 0,0 1 1 0 0,1-1 0 0 0,-2 0 0 0 0,1 1-1 0 0,0-1 1 0 0,0 1 0 0 0,-1 0-1 0 0,1-1 1 0 0,-1 1 0 0 0,0 0 0 0 0,0 0-1 0 0,0 0 1 0 0,0 0 0 0 0,0 0-1 0 0,0 1 1 0 0,0-1 0 0 0,-1 1-1 0 0,1-1 1 0 0,0 1 0 0 0,-1 0 0 0 0,1 0-1 0 0,-5-2 1 0 0,4 3 45 0 0,0 0 0 0 0,1 1 1 0 0,-1-1-1 0 0,0 0 0 0 0,1 1 0 0 0,-1-1 1 0 0,0 1-1 0 0,1 0 0 0 0,-1 0 0 0 0,1 0 1 0 0,-1 0-1 0 0,1 1 0 0 0,0-1 0 0 0,-1 1 1 0 0,1-1-1 0 0,0 1 0 0 0,0 0 0 0 0,0 0 1 0 0,0 0-1 0 0,0 0 0 0 0,0 0 1 0 0,1 0-1 0 0,-1 0 0 0 0,1 1 0 0 0,-2 2 1 0 0,-5 10 77 0 0,0 1 1 0 0,0 0 0 0 0,2 1 0 0 0,0 0 0 0 0,1 0 0 0 0,-5 31 0 0 0,-6 111-32 0 0,14-117-73 0 0,-35 775-218 0 0,21-379 98 0 0,6-234 110 0 0,-6 179 129 0 0,26-1-11 0 0,-7-347-11 0 0,2 1 1 0 0,1 0 0 0 0,12 34 0 0 0,-18-68-131 0 0,1-1 1 0 0,-1 1 0 0 0,0-1 0 0 0,1 1-1 0 0,0 0 1 0 0,-1-1 0 0 0,1 1 0 0 0,0-1-1 0 0,0 0 1 0 0,-1 1 0 0 0,1-1 0 0 0,0 0 0 0 0,0 1-1 0 0,1-1 1 0 0,-1 0 0 0 0,0 0 0 0 0,0 0-1 0 0,1 0 1 0 0,0 1 0 0 0,-1-2 4 0 0,0 0 1 0 0,0 0-1 0 0,0 0 1 0 0,0 0-1 0 0,0 0 1 0 0,-1-1-1 0 0,1 1 1 0 0,0 0-1 0 0,0 0 0 0 0,0-1 1 0 0,0 1-1 0 0,-1 0 1 0 0,1-1-1 0 0,0 1 1 0 0,0-1-1 0 0,-1 1 1 0 0,1-1-1 0 0,0 1 1 0 0,-1-1-1 0 0,1 0 1 0 0,0 1-1 0 0,-1-1 0 0 0,1 0 1 0 0,0 0-1 0 0,3-6 55 0 0,0 1 0 0 0,0-1-1 0 0,-1 0 1 0 0,1 0 0 0 0,-2 0-1 0 0,4-10 1 0 0,12-73-686 0 0,11-150-1 0 0,-14 94 168 0 0,65-756-1670 0 0,-20 65 1793 0 0,-58 816 272 0 0,0 7-63 0 0,-1 0 0 0 0,0-23 0 0 0,-1 37 104 0 0,0 0 0 0 0,0 0 1 0 0,0 0-1 0 0,0-1 0 0 0,0 1 1 0 0,0 0-1 0 0,0 0 0 0 0,0 0 1 0 0,0-1-1 0 0,0 1 0 0 0,0 0 1 0 0,0 0-1 0 0,0 0 0 0 0,0-1 0 0 0,0 1 1 0 0,0 0-1 0 0,0 0 0 0 0,0-1 1 0 0,0 1-1 0 0,0 0 0 0 0,0 0 1 0 0,0 0-1 0 0,-1-1 0 0 0,1 1 1 0 0,0 0-1 0 0,0 0 0 0 0,0 0 1 0 0,0 0-1 0 0,0-1 0 0 0,-1 1 0 0 0,1 0 1 0 0,0 0-1 0 0,0 0 0 0 0,0 0 1 0 0,0 0-1 0 0,-1 0 0 0 0,1 0 1 0 0,0-1-1 0 0,0 1 0 0 0,0 0 1 0 0,-1 0-1 0 0,1 0 0 0 0,0 0 1 0 0,0 0-1 0 0,-1 0 0 0 0,1 0 1 0 0,0 0-1 0 0,0 0 0 0 0,0 0 0 0 0,-1 0 1 0 0,-9 12-109 0 0,-5 18 208 0 0,4 3 37 0 0,1 1-1 0 0,3 0 1 0 0,-6 47-1 0 0,0 109 85 0 0,12-163-182 0 0,-3 127 30 0 0,7 1-1 0 0,7-1 1 0 0,6-1 0 0 0,39 160-1 0 0,-47-275-46 0 0,-2-7 12 0 0,1 0 0 0 0,2 0 0 0 0,22 52 0 0 0,-31-81-13 0 0,1-1 1 0 0,-1 1-1 0 0,1-1 1 0 0,-1 0-1 0 0,1 1 1 0 0,0-1-1 0 0,0 0 1 0 0,0 0-1 0 0,0 1 1 0 0,0-1-1 0 0,0 0 1 0 0,0 0-1 0 0,0 0 1 0 0,0 0-1 0 0,0 0 1 0 0,0-1-1 0 0,1 1 1 0 0,-1 0-1 0 0,0 0 1 0 0,1-1-1 0 0,-1 1 1 0 0,0-1-1 0 0,3 1 1 0 0,-3-1 12 0 0,0-1 0 0 0,1 1 1 0 0,-1-1-1 0 0,0 1 0 0 0,1-1 1 0 0,-1 1-1 0 0,0-1 0 0 0,0 0 1 0 0,0 0-1 0 0,1 1 1 0 0,-1-1-1 0 0,0 0 0 0 0,0 0 1 0 0,0 0-1 0 0,0 0 0 0 0,-1 0 1 0 0,1-1-1 0 0,0 1 1 0 0,0-1-1 0 0,5-8 144 0 0,-1 0 0 0 0,-1 0 0 0 0,0 0 0 0 0,5-20-1 0 0,3-26 141 0 0,-3-1 0 0 0,3-108 0 0 0,-17-119-140 0 0,1 190-50 0 0,-31-680 275 0 0,17 419-510 0 0,15 289 142 0 0,-7-100-81 0 0,7 138 149 0 0,-2-1-1 0 0,-1 1 1 0 0,-15-45 0 0 0,5 39 282 0 0,16 33-311 0 0,-1 0 0 0 0,1 0 0 0 0,-1 0 0 0 0,0 0 0 0 0,1 0 0 0 0,-1 0 0 0 0,0 0 1 0 0,1 0-1 0 0,-1 0 0 0 0,0 0 0 0 0,0 0 0 0 0,0 0 0 0 0,0 1 0 0 0,0-1 0 0 0,0 0 0 0 0,0 1 0 0 0,0-1 0 0 0,0 1 1 0 0,0-1-1 0 0,0 1 0 0 0,0-1 0 0 0,-1 1 0 0 0,1 0 0 0 0,0 0 0 0 0,0-1 0 0 0,0 1 0 0 0,-2 0 0 0 0,2 1-5 0 0,0 0 1 0 0,0 0-1 0 0,0 0 0 0 0,0-1 0 0 0,0 1 0 0 0,0 0 0 0 0,0 0 0 0 0,0 1 0 0 0,0-1 1 0 0,0 0-1 0 0,1 0 0 0 0,-1 0 0 0 0,0 1 0 0 0,1-1 0 0 0,-1 0 0 0 0,1 0 1 0 0,-1 3-1 0 0,-6 27 294 0 0,6-26-276 0 0,-43 362 345 0 0,27 6-762 0 0,9-154 303 0 0,-82 823-68 0 0,20-206 56 0 0,69-821 42 0 0,-2 21-48 0 0,1-17-32 0 0,0 0 0 0 0,2 0 1 0 0,0 1-1 0 0,1-1 1 0 0,7 36-1 0 0,-8-55 55 0 0,0 1 0 0 0,0 0-1 0 0,0-1 1 0 0,0 1 0 0 0,0 0-1 0 0,0-1 1 0 0,0 1 0 0 0,1-1-1 0 0,-1 1 1 0 0,0 0 0 0 0,0-1 0 0 0,1 1-1 0 0,-1-1 1 0 0,0 1 0 0 0,1-1-1 0 0,-1 1 1 0 0,1-1 0 0 0,-1 1 0 0 0,0-1-1 0 0,1 1 1 0 0,-1-1 0 0 0,1 0-1 0 0,0 1 1 0 0,-1-1 0 0 0,1 0 0 0 0,-1 1-1 0 0,1-1 1 0 0,0 0 0 0 0,0 0-21 0 0,0 0 0 0 0,0-1 0 0 0,-1 1 0 0 0,1-1 0 0 0,0 1 0 0 0,0-1 0 0 0,-1 1 0 0 0,1-1 0 0 0,0 1 0 0 0,-1-1 1 0 0,1 0-1 0 0,-1 1 0 0 0,1-1 0 0 0,-1 0 0 0 0,1 0 0 0 0,-1 1 0 0 0,1-2 0 0 0,14-37-1228 0 0,7-65-219 0 0,-6-2-1 0 0,5-138 1 0 0,-19 217 1293 0 0,23-483-1542 0 0,-7 97 1257 0 0,-6-499 395 0 0,-15 836 477 0 0,-3-1 0 0 0,-3 2 0 0 0,-4-1 0 0 0,-26-87 0 0 0,36 155-230 0 0,0-1 0 0 0,0 1 0 0 0,-1 0 0 0 0,-1 0 0 0 0,-8-12 0 0 0,13 19-96 0 0,-1 0 0 0 0,0 0 0 0 0,0 0-1 0 0,1 0 1 0 0,-1 0 0 0 0,0 1 0 0 0,0-1 0 0 0,0 0 0 0 0,0 1 0 0 0,0-1-1 0 0,0 0 1 0 0,0 1 0 0 0,0-1 0 0 0,0 1 0 0 0,-1 0 0 0 0,1-1-1 0 0,0 1 1 0 0,0 0 0 0 0,0 0 0 0 0,-2-1 0 0 0,1 2 21 0 0,0 0 0 0 0,1-1 0 0 0,0 1 0 0 0,-1 0 0 0 0,1 0 1 0 0,-1 0-1 0 0,1 0 0 0 0,0 0 0 0 0,0 0 0 0 0,-1 0 0 0 0,1 0 0 0 0,0 0 0 0 0,0 1 0 0 0,0-1 1 0 0,0 0-1 0 0,1 1 0 0 0,-1-1 0 0 0,0 1 0 0 0,0-1 0 0 0,0 3 0 0 0,-5 10 273 0 0,1 1-1 0 0,0 0 0 0 0,1 0 1 0 0,1 0-1 0 0,-3 30 0 0 0,3 81-74 0 0,3-98-249 0 0,29 618 376 0 0,-19-487-354 0 0,0 0-1104 0 0,42 225 0 0 0,-37-320-3124 0 0</inkml:trace>
</inkml:ink>
</file>

<file path=ppt/ink/ink2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23.15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48 0 11979 0 0,'-11'30'528'0'0,"5"-18"112"0"0,1-1-512 0 0,0-1-128 0 0,3-2 0 0 0,0-2 0 0 0,1 2 224 0 0,-2 5 24 0 0,-3 4 0 0 0,2 4 0 0 0,1-4-632 0 0,3-4-128 0 0,2-5-32 0 0,0-3 0 0 0,6-5 456 0 0,-3-3 88 0 0</inkml:trace>
</inkml:ink>
</file>

<file path=ppt/ink/ink2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0.23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5 428 5529 0 0,'0'0'21'0'0,"0"1"-1"0"0,0-1 1 0 0,0 0-1 0 0,1 0 0 0 0,-1 0 1 0 0,0 0-1 0 0,0 0 1 0 0,0 1-1 0 0,0-1 1 0 0,0 0-1 0 0,0 0 1 0 0,1 0-1 0 0,-1 0 1 0 0,0 1-1 0 0,0-1 1 0 0,0 0-1 0 0,0 0 0 0 0,0 0 1 0 0,0 1-1 0 0,0-1 1 0 0,0 0-1 0 0,0 0 1 0 0,0 0-1 0 0,0 1 1 0 0,0-1-1 0 0,0 0 1 0 0,0 0-1 0 0,0 0 1 0 0,0 1-1 0 0,0-1 0 0 0,0 0 1 0 0,0 0-1 0 0,0 0 1 0 0,0 1-1 0 0,-1-1 1 0 0,1 0-1 0 0,0 0 1 0 0,0 0-1 0 0,0 0 1 0 0,0 1-1 0 0,0-1 1 0 0,-1 0-1 0 0,1 0 0 0 0,0 0 1 0 0,0 0-1 0 0,0 0 1 0 0,0 1-1 0 0,-1-1 1 0 0,1 0-1 0 0,0 0 1 0 0,0 0-1 0 0,0 0 1 0 0,-1 0-1 0 0,1 0 1 0 0,0 0-1 0 0,0 0 0 0 0,0 0 1 0 0,-1 0-1 0 0,1 0 1 0 0,0 0-1 0 0,0 0 1 0 0,0 0-1 0 0,-1 0 1 0 0,1 0 366 0 0,4-1-22 0 0,61-15 1931 0 0,0-3-1 0 0,111-49 1 0 0,49-36-180 0 0,44-18 182 0 0,-186 86-2313 0 0,-42 17-21 0 0,75-24-1 0 0,-100 38-493 0 0,-7 2-2791 0 0</inkml:trace>
</inkml:ink>
</file>

<file path=ppt/ink/ink2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0.60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20 22 5985 0 0,'-1'0'180'0'0,"0"0"1"0"0,0 0-1 0 0,0-1 0 0 0,0 1 0 0 0,0 0 0 0 0,0 0 0 0 0,0-1 0 0 0,0 1 0 0 0,0-1 1 0 0,0 1-1 0 0,0-1 0 0 0,0 1 0 0 0,0-1 0 0 0,0 0 0 0 0,1 1 0 0 0,-1-1 0 0 0,0 0 1 0 0,0 0-1 0 0,0-8 3217 0 0,13 6-2051 0 0,10 3-856 0 0,0 1 0 0 0,0 0 0 0 0,0 2 0 0 0,-1 1 0 0 0,22 6 0 0 0,-37-8-470 0 0,0 0 0 0 0,-1-1 0 0 0,1 2 0 0 0,-1-1 0 0 0,0 1 0 0 0,1 0 0 0 0,-1 0 0 0 0,0 0 0 0 0,-1 1 0 0 0,1-1 0 0 0,-1 1 1 0 0,1 0-1 0 0,-1 1 0 0 0,0-1 0 0 0,-1 1 0 0 0,1 0 0 0 0,-1-1 0 0 0,0 2 0 0 0,0-1 0 0 0,-1 0 0 0 0,1 1 0 0 0,-1-1 0 0 0,2 9 0 0 0,-3-8-8 0 0,-1 0 0 0 0,0-1 0 0 0,0 1 1 0 0,0 0-1 0 0,-1 0 0 0 0,0-1 0 0 0,0 1 0 0 0,0 0 1 0 0,-1-1-1 0 0,-2 8 0 0 0,-29 56 197 0 0,16-38-168 0 0,14-25-51 0 0,-46 108-3524 0 0,42-91-1796 0 0</inkml:trace>
</inkml:ink>
</file>

<file path=ppt/ink/ink2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1.02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101 14 5065 0 0,'-1'-2'238'0'0,"0"1"0"0"0,0 0 0 0 0,-1 0 0 0 0,1 0 0 0 0,0 0 0 0 0,0 0 0 0 0,-1 1 0 0 0,1-1 0 0 0,0 0-1 0 0,-1 0 1 0 0,1 1 0 0 0,0-1 0 0 0,-1 1 0 0 0,1 0 0 0 0,-1-1 0 0 0,1 1 0 0 0,-1 0 0 0 0,1 0 0 0 0,-1 0 0 0 0,1 0 0 0 0,-1 0 0 0 0,-2 0 0 0 0,1 1-25 0 0,1 0 1 0 0,0 0 0 0 0,-1 0 0 0 0,1 0-1 0 0,0 1 1 0 0,0-1 0 0 0,0 1-1 0 0,0-1 1 0 0,0 1 0 0 0,1 0 0 0 0,-1 0-1 0 0,-2 3 1 0 0,-1 2 69 0 0,1-1 0 0 0,-1 1 0 0 0,2 1 0 0 0,-1-1 0 0 0,1 0 1 0 0,0 1-1 0 0,-2 11 0 0 0,2-4-146 0 0,2 1 0 0 0,0 0 1 0 0,0-1-1 0 0,2 1 1 0 0,0 0-1 0 0,0-1 0 0 0,2 1 1 0 0,0-1-1 0 0,0 0 1 0 0,2 0-1 0 0,7 18 0 0 0,-7-21-79 0 0,1 1 0 0 0,0-2 0 0 0,1 1 0 0 0,1-1 0 0 0,0 0 0 0 0,0 0 0 0 0,1-1-1 0 0,0 0 1 0 0,0-1 0 0 0,2 0 0 0 0,-1 0 0 0 0,1-1 0 0 0,17 10 0 0 0,-22-15-211 0 0,0 0 0 0 0,0 0 1 0 0,1-1-1 0 0,-1 0 0 0 0,1 0 0 0 0,-1-1 1 0 0,1 1-1 0 0,11 0 0 0 0,-14-2-285 0 0,0 0-1 0 0,0-1 1 0 0,0 1-1 0 0,1-1 1 0 0,-1 0-1 0 0,0 0 1 0 0,0 0-1 0 0,0 0 0 0 0,5-3 1 0 0,5-4-4224 0 0</inkml:trace>
</inkml:ink>
</file>

<file path=ppt/ink/ink2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1.31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73 5065 0 0,'2'7'7446'0'0,"13"52"-3200"0"0,-13-51-4093 0 0,0-1 0 0 0,1 1 1 0 0,1-1-1 0 0,-1 1 1 0 0,1-1-1 0 0,8 12 0 0 0,-8-15-114 0 0,0 0 0 0 0,1 0 0 0 0,-1-1-1 0 0,1 1 1 0 0,-1-1 0 0 0,1 0-1 0 0,0-1 1 0 0,0 1 0 0 0,0-1-1 0 0,1 0 1 0 0,-1 0 0 0 0,0 0-1 0 0,1-1 1 0 0,0 0 0 0 0,-1 0-1 0 0,11 0 1 0 0,-13-1-17 0 0,1 0 0 0 0,-1 0 0 0 0,0-1 0 0 0,1 1 0 0 0,-1-1 0 0 0,0 0 0 0 0,0 0 0 0 0,1 0 0 0 0,-1 0 0 0 0,0 0 0 0 0,0-1 0 0 0,0 1 0 0 0,0-1 0 0 0,-1 0 0 0 0,1 0 0 0 0,0 0 0 0 0,-1 0 0 0 0,1-1 0 0 0,-1 1 0 0 0,0-1 0 0 0,0 1 0 0 0,0-1 0 0 0,0 0 0 0 0,0 0 0 0 0,-1 0 0 0 0,1 0 0 0 0,-1 0 0 0 0,0 0 0 0 0,2-4 0 0 0,-2 0-26 0 0,1 0 0 0 0,-1 0-1 0 0,0-1 1 0 0,0 1 0 0 0,-1-1 0 0 0,0 1-1 0 0,-1-1 1 0 0,1 1 0 0 0,-1 0 0 0 0,-1-1-1 0 0,1 1 1 0 0,-1 0 0 0 0,-1 0 0 0 0,1 0-1 0 0,-7-12 1 0 0,7 15-4 0 0,-1 0-1 0 0,1 0 0 0 0,-1 0 1 0 0,0 1-1 0 0,0-1 0 0 0,0 1 1 0 0,0-1-1 0 0,-1 1 0 0 0,1 0 1 0 0,-1 0-1 0 0,0 1 0 0 0,0-1 1 0 0,0 1-1 0 0,0 0 1 0 0,0 0-1 0 0,-1 0 0 0 0,1 1 1 0 0,-1-1-1 0 0,1 1 0 0 0,-1 0 1 0 0,1 1-1 0 0,-1-1 0 0 0,0 1 1 0 0,1-1-1 0 0,-1 1 0 0 0,-6 1 1 0 0,-6 3-939 0 0,1 2-3334 0 0,1 1-1576 0 0</inkml:trace>
</inkml:ink>
</file>

<file path=ppt/ink/ink2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1.74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1 141 7370 0 0,'21'4'3506'0'0,"-12"1"-2877"0"0,0 0 0 0 0,0 1 0 0 0,-1 0 1 0 0,0 0-1 0 0,0 1 0 0 0,0 0 1 0 0,10 13-1 0 0,-11-12-329 0 0,0 0 1 0 0,1-1 0 0 0,-1 0-1 0 0,2 0 1 0 0,-1-1-1 0 0,1 0 1 0 0,13 7 0 0 0,-18-15-349 0 0,-5-8 81 0 0,-8-18 76 0 0,5 17-141 0 0,0-2-21 0 0,1 0 0 0 0,0-1-1 0 0,1 0 1 0 0,1 1 0 0 0,0-1-1 0 0,1 0 1 0 0,0 0 0 0 0,1 1-1 0 0,1-1 1 0 0,0 0-1 0 0,1 1 1 0 0,9-27 0 0 0,-12 40 71 0 0,0-1 1 0 0,0 0 0 0 0,0 0-1 0 0,1 0 1 0 0,-1 1 0 0 0,0-1 0 0 0,1 0-1 0 0,-1 1 1 0 0,1-1 0 0 0,-1 0-1 0 0,1 1 1 0 0,-1-1 0 0 0,1 0-1 0 0,-1 1 1 0 0,1-1 0 0 0,0 1-1 0 0,-1-1 1 0 0,1 1 0 0 0,0-1-1 0 0,0 1 1 0 0,-1 0 0 0 0,1-1-1 0 0,0 1 1 0 0,0 0 0 0 0,-1 0-1 0 0,1-1 1 0 0,0 1 0 0 0,0 0-1 0 0,0 0 1 0 0,-1 0 0 0 0,1 0-1 0 0,0 0 1 0 0,0 0 0 0 0,0 0-1 0 0,0 0 1 0 0,-1 1 0 0 0,1-1 0 0 0,0 0-1 0 0,0 0 1 0 0,-1 1 0 0 0,1-1-1 0 0,0 0 1 0 0,0 1 0 0 0,-1-1-1 0 0,1 1 1 0 0,0-1 0 0 0,-1 1-1 0 0,1-1 1 0 0,0 1 0 0 0,-1-1-1 0 0,1 1 1 0 0,-1 0 0 0 0,1-1-1 0 0,-1 1 1 0 0,0 0 0 0 0,1 1-1 0 0,7 7 386 0 0,-1 1 0 0 0,-1 0 1 0 0,7 14-1 0 0,-4-8-133 0 0,9 13-1590 0 0,1 0 1 0 0,2-2-1 0 0,27 28 0 0 0,-36-43 281 0 0</inkml:trace>
</inkml:ink>
</file>

<file path=ppt/ink/ink2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2.1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22 10594 0 0,'0'-1'192'0'0,"-1"0"0"0"0,1 0 1 0 0,0 0-1 0 0,0 0 0 0 0,0 0 0 0 0,0 0 0 0 0,0 0 0 0 0,1 1 0 0 0,-1-1 0 0 0,0 0 0 0 0,0 0 1 0 0,0 0-1 0 0,1 0 0 0 0,-1 0 0 0 0,1 1 0 0 0,-1-1 0 0 0,0 0 0 0 0,1 0 0 0 0,-1 1 0 0 0,1-1 0 0 0,0 0 1 0 0,-1 0-1 0 0,2 0 0 0 0,-1 1-31 0 0,0-1 0 0 0,0 1 0 0 0,0 0 1 0 0,-1 0-1 0 0,1 0 0 0 0,0 1 0 0 0,0-1 1 0 0,0 0-1 0 0,0 0 0 0 0,-1 0 0 0 0,1 1 0 0 0,0-1 1 0 0,0 0-1 0 0,0 1 0 0 0,-1-1 0 0 0,1 0 1 0 0,0 1-1 0 0,-1-1 0 0 0,2 2 0 0 0,4 3 278 0 0,0 0 0 0 0,-1 0 0 0 0,0 0 0 0 0,7 10 0 0 0,10 20-6 0 0,-1 1 0 0 0,28 68-1 0 0,13 24 219 0 0,-44-96-1086 0 0,29 46-3949 0 0</inkml:trace>
</inkml:ink>
</file>

<file path=ppt/ink/ink2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2.28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2 210 2761 0 0,'0'-3'234'0'0,"-1"1"1"0"0,1-1-1 0 0,0 1 1 0 0,0-1-1 0 0,0 0 1 0 0,0 1 0 0 0,1-1-1 0 0,-1 0 1 0 0,1 1-1 0 0,0-1 1 0 0,0 1-1 0 0,0-1 1 0 0,0 1 0 0 0,1-3-1 0 0,18-34 2201 0 0,-14 28-2042 0 0,1 1 0 0 0,0 0 0 0 0,1 1 0 0 0,-1 0 0 0 0,2 0 0 0 0,-1 0 0 0 0,2 1 0 0 0,-1 0 0 0 0,1 1 0 0 0,0 0 1 0 0,0 1-1 0 0,1 0 0 0 0,0 0 0 0 0,13-4 0 0 0,-10 6-480 0 0</inkml:trace>
</inkml:ink>
</file>

<file path=ppt/ink/ink2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2.6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3 142 6913 0 0,'-1'-1'81'0'0,"1"0"-1"0"0,0 1 1 0 0,-1-1-1 0 0,1 0 1 0 0,0 0-1 0 0,0 0 0 0 0,-1 1 1 0 0,1-1-1 0 0,0 0 1 0 0,0 0-1 0 0,0 0 1 0 0,0 0-1 0 0,0 1 0 0 0,0-1 1 0 0,0 0-1 0 0,1 0 1 0 0,-1 0-1 0 0,0 0 1 0 0,0 1-1 0 0,1-1 0 0 0,-1 0 1 0 0,0 0-1 0 0,1 1 1 0 0,-1-1-1 0 0,1 0 0 0 0,-1 1 1 0 0,1-1-1 0 0,-1 0 1 0 0,1 1-1 0 0,-1-1 1 0 0,2 0-1 0 0,21-18 3112 0 0,-17 18-2865 0 0,0-1 0 0 0,0 1 1 0 0,0 1-1 0 0,1-1 0 0 0,-1 1 1 0 0,0 0-1 0 0,0 0 0 0 0,1 1 0 0 0,-1 0 1 0 0,0 0-1 0 0,0 0 0 0 0,0 1 1 0 0,0 0-1 0 0,0 0 0 0 0,7 4 1 0 0,-7-3-192 0 0,0 0 1 0 0,0 0 0 0 0,0 0 0 0 0,-1 1 0 0 0,1 0 0 0 0,-1 0 0 0 0,0 0 0 0 0,0 1 0 0 0,-1-1 0 0 0,1 1 0 0 0,-1 0 0 0 0,0 1 0 0 0,0-1 0 0 0,4 9 0 0 0,-8-7-19 0 0,-9-14-54 0 0,-7-15 72 0 0,11 11-245 0 0,1 0 0 0 0,1 0 0 0 0,0-1 0 0 0,0 1 0 0 0,-2-23 0 0 0,5 28-687 0 0,0-1 0 0 0,0 1 0 0 0,1 0 0 0 0,0-1 0 0 0,0 1 0 0 0,0 0 0 0 0,3-10-1 0 0,0 7-962 0 0</inkml:trace>
</inkml:ink>
</file>

<file path=ppt/ink/ink2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3.12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 66 8290 0 0,'-5'11'4078'0'0,"-1"13"-2820"0"0,5-15-966 0 0,0 0 0 0 0,1 0 0 0 0,0 1 1 0 0,1-1-1 0 0,0 0 0 0 0,0 0 0 0 0,1 0 1 0 0,0-1-1 0 0,1 1 0 0 0,0 0 1 0 0,7 13-1 0 0,-9-18-230 0 0,1 0 1 0 0,0-1-1 0 0,0 0 0 0 0,1 1 1 0 0,-1-1-1 0 0,1 0 0 0 0,-1 0 1 0 0,1 0-1 0 0,0-1 1 0 0,0 1-1 0 0,0-1 0 0 0,1 0 1 0 0,-1 1-1 0 0,1-1 0 0 0,-1-1 1 0 0,1 1-1 0 0,-1 0 1 0 0,1-1-1 0 0,0 0 0 0 0,0 0 1 0 0,0 0-1 0 0,0 0 0 0 0,0-1 1 0 0,0 0-1 0 0,-1 1 1 0 0,1-1-1 0 0,0-1 0 0 0,0 1 1 0 0,5-1-1 0 0,-6 0-24 0 0,0 0 1 0 0,0 0-1 0 0,0-1 0 0 0,0 1 1 0 0,0-1-1 0 0,0 1 0 0 0,0-1 1 0 0,0 0-1 0 0,-1 0 0 0 0,1 0 1 0 0,-1 0-1 0 0,1-1 0 0 0,-1 1 1 0 0,0-1-1 0 0,0 0 0 0 0,0 1 0 0 0,0-1 1 0 0,0 0-1 0 0,-1 0 0 0 0,0 0 1 0 0,1 0-1 0 0,-1 0 0 0 0,0-1 1 0 0,0 1-1 0 0,-1 0 0 0 0,1 0 1 0 0,-1-1-1 0 0,1 1 0 0 0,-1-4 1 0 0,0-3-90 0 0,1 1 0 0 0,-2 0 0 0 0,1-1 0 0 0,-1 1 0 0 0,-1-1 0 0 0,1 1 0 0 0,-2 0 0 0 0,1 0 0 0 0,-5-11 0 0 0,3 12-270 0 0,0-1-1 0 0,-1 0 0 0 0,1 1 1 0 0,-2 0-1 0 0,1 0 0 0 0,-1 0 1 0 0,0 1-1 0 0,-1 0 0 0 0,-7-7 1 0 0,3 7-800 0 0</inkml:trace>
</inkml:ink>
</file>

<file path=ppt/ink/ink2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3.33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 11058 0 0,'0'0'77'0'0,"1"-1"0"0"0,-1 1 1 0 0,0 0-1 0 0,0 0 0 0 0,1 0 0 0 0,-1-1 0 0 0,0 1 0 0 0,0 0 0 0 0,1 0 0 0 0,-1 0 0 0 0,0 0 0 0 0,1 0 0 0 0,-1 0 0 0 0,0-1 0 0 0,1 1 0 0 0,-1 0 0 0 0,0 0 0 0 0,1 0 0 0 0,-1 0 0 0 0,0 0 1 0 0,1 0-1 0 0,-1 0 0 0 0,0 1 0 0 0,1-1 0 0 0,-1 0 0 0 0,0 0 0 0 0,0 0 0 0 0,1 0 0 0 0,-1 0 0 0 0,0 0 0 0 0,1 0 0 0 0,-1 1 0 0 0,0-1 0 0 0,1 0 0 0 0,10 14 1800 0 0,7 25 332 0 0,-15-32-1766 0 0,84 172 4227 0 0,-55-121-6271 0 0,1-1-3858 0 0,-23-40-1369 0 0</inkml:trace>
</inkml:ink>
</file>

<file path=ppt/ink/ink2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3.56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10138 0 0,'35'55'5180'0'0,"-4"-11"-2774"0"0,47 53 1 0 0,7-13-8172 0 0,-61-64-391 0 0</inkml:trace>
</inkml:ink>
</file>

<file path=ppt/ink/ink2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3.90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32 326 8754 0 0,'37'-67'3795'0'0,"-29"48"-3591"0"0,-1 0 0 0 0,0-1 0 0 0,-2 1-1 0 0,0-1 1 0 0,-1-1 0 0 0,-1 1 0 0 0,-1-1 0 0 0,-1 1-1 0 0,-2-35 1 0 0,1 54-183 0 0,0 0 0 0 0,0 0 0 0 0,0 0-1 0 0,0 0 1 0 0,0 0 0 0 0,0 0 0 0 0,-1 0 0 0 0,1 0 0 0 0,0 0-1 0 0,-1 0 1 0 0,1 0 0 0 0,0 0 0 0 0,-1 0 0 0 0,1 0 0 0 0,-1 0-1 0 0,1 0 1 0 0,-1 1 0 0 0,0-1 0 0 0,1 0 0 0 0,-1 0 0 0 0,0 1-1 0 0,1-1 1 0 0,-1 0 0 0 0,0 1 0 0 0,0-1 0 0 0,0 1 0 0 0,-1-1-1 0 0,1 1 43 0 0,0 0-1 0 0,-1 0 1 0 0,1 0-1 0 0,0 1 1 0 0,-1-1-1 0 0,1 0 1 0 0,0 1-1 0 0,0-1 1 0 0,-1 1-1 0 0,1 0 1 0 0,0-1-1 0 0,0 1 1 0 0,0 0-1 0 0,0 0 1 0 0,0 0-1 0 0,0-1 1 0 0,-1 3-1 0 0,-6 5 370 0 0,0 1-1 0 0,1 0 1 0 0,-8 12-1 0 0,10-14-316 0 0,1 1-1 0 0,0-1 1 0 0,0 1-1 0 0,1-1 1 0 0,-1 1-1 0 0,2 0 1 0 0,-1 0-1 0 0,1 0 1 0 0,0 1-1 0 0,0 10 1 0 0,2-13-116 0 0,0 0 0 0 0,1 0 0 0 0,0-1 1 0 0,0 1-1 0 0,0 0 0 0 0,1-1 0 0 0,0 1 1 0 0,0-1-1 0 0,0 0 0 0 0,0 1 1 0 0,1-1-1 0 0,0 0 0 0 0,0-1 0 0 0,1 1 1 0 0,-1 0-1 0 0,5 4 0 0 0,-1-2-263 0 0,-1-1 1 0 0,1 1-1 0 0,1-1 1 0 0,8 6-1 0 0,-13-10-19 0 0,0 0 1 0 0,-1-1-1 0 0,1 1 0 0 0,0-1 0 0 0,1 0 1 0 0,-1 1-1 0 0,0-1 0 0 0,0-1 1 0 0,0 1-1 0 0,1 0 0 0 0,-1-1 1 0 0,0 0-1 0 0,1 0 0 0 0,-1 0 1 0 0,5-1-1 0 0,8-2-1189 0 0</inkml:trace>
</inkml:ink>
</file>

<file path=ppt/ink/ink2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4.29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97 380 4145 0 0,'0'-1'70'0'0,"0"0"0"0"0,0 0 0 0 0,0 1 0 0 0,0-1 0 0 0,0 0 0 0 0,-1 0 0 0 0,1 0 0 0 0,0 1 1 0 0,0-1-1 0 0,-1 0 0 0 0,1 0 0 0 0,0 1 0 0 0,-1-1 0 0 0,1 0 0 0 0,-1 0 0 0 0,1 1 0 0 0,-1-1 0 0 0,0 1 0 0 0,1-1 0 0 0,-1 0 0 0 0,1 1 1 0 0,-1-1-1 0 0,0 1 0 0 0,1 0 0 0 0,-1-1 0 0 0,0 1 0 0 0,0-1 0 0 0,-1 1 0 0 0,1 0 125 0 0,-1 0 1 0 0,1 0-1 0 0,-1 1 0 0 0,1-1 0 0 0,0 1 0 0 0,-1-1 1 0 0,1 1-1 0 0,0-1 0 0 0,-1 1 0 0 0,1 0 1 0 0,0 0-1 0 0,0-1 0 0 0,0 1 0 0 0,0 0 1 0 0,-1 1-1 0 0,-4 4 625 0 0,0 1 1 0 0,0-1-1 0 0,1 1 0 0 0,-7 13 1 0 0,7-10-594 0 0,1-1 1 0 0,0 1 0 0 0,1 1-1 0 0,0-1 1 0 0,1 0 0 0 0,0 1-1 0 0,0-1 1 0 0,1 16-1 0 0,0-22-218 0 0,1 0-1 0 0,0 0 1 0 0,1 0-1 0 0,-1 0 1 0 0,1 0 0 0 0,-1 0-1 0 0,1 0 1 0 0,0 0-1 0 0,0-1 1 0 0,1 1-1 0 0,-1 0 1 0 0,1 0-1 0 0,0-1 1 0 0,0 1-1 0 0,0-1 1 0 0,1 0-1 0 0,-1 0 1 0 0,1 1-1 0 0,0-2 1 0 0,-1 1 0 0 0,1 0-1 0 0,1 0 1 0 0,-1-1-1 0 0,7 4 1 0 0,-8-5-64 0 0,0 0-1 0 0,-1 0 1 0 0,1 0 0 0 0,0-1 0 0 0,0 1 0 0 0,0-1 0 0 0,1 0 0 0 0,-1 1 0 0 0,0-1 0 0 0,0 0 0 0 0,0 0-1 0 0,0 0 1 0 0,0 0 0 0 0,0-1 0 0 0,0 1 0 0 0,0-1 0 0 0,0 1 0 0 0,0-1 0 0 0,0 0 0 0 0,0 1-1 0 0,2-3 1 0 0,0 1-232 0 0,-1 0 0 0 0,0-1-1 0 0,0 0 1 0 0,-1 1 0 0 0,1-1-1 0 0,0 0 1 0 0,-1-1-1 0 0,0 1 1 0 0,1 0 0 0 0,1-6-1 0 0,1-1-476 0 0,-1 0 0 0 0,0 0 0 0 0,-1 0 1 0 0,0 0-1 0 0,-1 0 0 0 0,0-1 0 0 0,0-16 0 0 0,-4-8 188 0 0,-3 2-1 0 0,0-1 1 0 0,-2 0 0 0 0,-17-46 0 0 0,4 7 2275 0 0,9 31-488 0 0,6 16 306 0 0,-2 1 0 0 0,0 0-1 0 0,-14-29 1 0 0,8 38 1195 0 0,13 16-2586 0 0,0 0 0 0 0,-1 0 0 0 0,1 0-1 0 0,0 0 1 0 0,-1 0 0 0 0,1 0-1 0 0,0 0 1 0 0,-1 0 0 0 0,1 0 0 0 0,0 0-1 0 0,-1 0 1 0 0,1 0 0 0 0,0 0-1 0 0,-1 0 1 0 0,1 0 0 0 0,-1 0-1 0 0,1 0 1 0 0,0 0 0 0 0,-3 2 1257 0 0,2-1-1258 0 0,0 1 136 0 0,0 0-1 0 0,0 0 1 0 0,0 0-1 0 0,0 0 0 0 0,0 0 1 0 0,1 0-1 0 0,-1 0 1 0 0,1 0-1 0 0,-1 0 1 0 0,1 1-1 0 0,0-1 0 0 0,0 0 1 0 0,0 4-1 0 0,1 9-149 0 0,2 0 0 0 0,0-1-1 0 0,0 1 1 0 0,1-1-1 0 0,1 0 1 0 0,1 0 0 0 0,0 0-1 0 0,0-1 1 0 0,1 0-1 0 0,1 0 1 0 0,9 12 0 0 0,8 7-116 0 0,2-1 1 0 0,53 50-1 0 0,46 25-22 0 0,-73-63-576 0 0,-18-12-79 0 0</inkml:trace>
</inkml:ink>
</file>

<file path=ppt/ink/ink2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5.25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 2 6913 0 0,'-19'-2'7079'0'0,"24"11"-6158"0"0,16 35 167 0 0,-15-29-894 0 0,0-1 0 0 0,1 0 0 0 0,1 0 0 0 0,0 0 0 0 0,1-1 0 0 0,1-1 0 0 0,0 1-1 0 0,14 13 1 0 0,-13-16-138 0 0,0-1-1 0 0,1 0 0 0 0,0-1 1 0 0,0 0-1 0 0,1-1 0 0 0,0 0 1 0 0,0-1-1 0 0,1 0 0 0 0,0-1 0 0 0,0-1 1 0 0,0 0-1 0 0,17 2 0 0 0,-29-6-38 0 0,1-1-1 0 0,0 1 0 0 0,0 0 0 0 0,-1-1 1 0 0,1 1-1 0 0,0-1 0 0 0,-1 0 1 0 0,1 0-1 0 0,-1 0 0 0 0,1 0 1 0 0,-1-1-1 0 0,0 1 0 0 0,1-1 0 0 0,-1 1 1 0 0,0-1-1 0 0,0 0 0 0 0,0 0 1 0 0,0 0-1 0 0,0 0 0 0 0,-1 0 0 0 0,1 0 1 0 0,-1 0-1 0 0,1-1 0 0 0,-1 1 1 0 0,0 0-1 0 0,0-1 0 0 0,0 1 1 0 0,0-1-1 0 0,0 0 0 0 0,1-4 0 0 0,0-1-136 0 0,0-1 0 0 0,-1 1 0 0 0,0-1 0 0 0,0 1 0 0 0,-1-1 0 0 0,0 1 0 0 0,-1-1 0 0 0,-2-14 0 0 0,0 11-862 0 0</inkml:trace>
</inkml:ink>
</file>

<file path=ppt/ink/ink2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5.75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0 130 11979 0 0,'7'6'5514'0'0,"4"9"-3395"0"0,0-1-1559 0 0,5 6 57 0 0,0 0 0 0 0,23 20 0 0 0,-33-35-715 0 0,1 1 1 0 0,-1-1-1 0 0,1-1 1 0 0,0 1-1 0 0,0-1 1 0 0,1 0-1 0 0,-1-1 0 0 0,1 0 1 0 0,0 0-1 0 0,15 3 1 0 0,-21-6-36 0 0,-1 0 1 0 0,1 0 0 0 0,-1 0-1 0 0,1 0 1 0 0,0-1 0 0 0,-1 1-1 0 0,1 0 1 0 0,-1-1-1 0 0,1 0 1 0 0,-1 1 0 0 0,1-1-1 0 0,-1 0 1 0 0,1 0-1 0 0,-1 0 1 0 0,0 1 0 0 0,1-1-1 0 0,-1-1 1 0 0,0 1 0 0 0,0 0-1 0 0,0 0 1 0 0,0 0-1 0 0,0-1 1 0 0,0 1 0 0 0,0 0-1 0 0,0-1 1 0 0,-1 1-1 0 0,1-1 1 0 0,0 1 0 0 0,-1-1-1 0 0,1 1 1 0 0,-1-4-1 0 0,4-7-534 0 0,-1 0-1 0 0,-1 0 1 0 0,2-13-1 0 0,-3 17 204 0 0,0-9-334 0 0,0 0 1 0 0,-2 0-1 0 0,0 1 1 0 0,0-1-1 0 0,-7-26 0 0 0,0-2 1591 0 0,8 44-622 0 0,0 0 0 0 0,0 0 1 0 0,0 0-1 0 0,0 0 0 0 0,0 1 0 0 0,0-1 1 0 0,0 0-1 0 0,0 0 0 0 0,0 0 0 0 0,0 0 0 0 0,0 1 1 0 0,0-1-1 0 0,1 0 0 0 0,-1 0 0 0 0,0 1 0 0 0,0-1 1 0 0,1 0-1 0 0,-1 0 0 0 0,2-1 0 0 0,-2 2-33 0 0,0 0 0 0 0,1 0 0 0 0,-1-1 0 0 0,1 1 0 0 0,-1 0 0 0 0,1 0 0 0 0,-1 0 0 0 0,1-1 0 0 0,-1 1 0 0 0,1 0 0 0 0,-1 0 0 0 0,1 0 0 0 0,0 0 0 0 0,-1 0 0 0 0,1 0 0 0 0,-1 0 0 0 0,1 0 0 0 0,-1 0 0 0 0,1 1 0 0 0,-1-1 0 0 0,1 0 0 0 0,0 0 0 0 0,1 1 111 0 0,0 0 0 0 0,0 0 0 0 0,0 0-1 0 0,0 1 1 0 0,0-1 0 0 0,0 0 0 0 0,0 1 0 0 0,-1-1 0 0 0,1 1-1 0 0,0 0 1 0 0,-1 0 0 0 0,3 2 0 0 0,107 219 1758 0 0,-97-181-4256 0 0,-10-20-4701 0 0</inkml:trace>
</inkml:ink>
</file>

<file path=ppt/ink/ink2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6.35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11522 0 0,'18'33'5147'0'0,"90"100"-350"0"0,-40-53-3890 0 0,-27-28-819 0 0,21 23-1251 0 0,54 89 0 0 0,-108-148-1103 0 0</inkml:trace>
</inkml:ink>
</file>

<file path=ppt/ink/ink2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6.78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6 475 3225 0 0,'-1'-1'50'0'0,"0"-1"0"0"0,0 1 0 0 0,1-1 0 0 0,-1 1 0 0 0,1 0 0 0 0,0-1 0 0 0,-1 1 0 0 0,1-1 0 0 0,0 1 0 0 0,0-1 0 0 0,0 1 0 0 0,0-1 1 0 0,0 1-1 0 0,0-1 0 0 0,0 0 0 0 0,0 1 0 0 0,1-1 0 0 0,-1 1 0 0 0,0 0 0 0 0,1-1 0 0 0,-1 1 0 0 0,1-1 0 0 0,0 1 0 0 0,0 0 0 0 0,-1-1 0 0 0,1 1 0 0 0,2-2 1 0 0,32-38 1641 0 0,-24 30-1255 0 0,199-228 6514 0 0,-201 228-6698 0 0,-1 0 113 0 0,1 1-1 0 0,0 1 1 0 0,1 0-1 0 0,17-14 1 0 0,-25 22-258 0 0,1-1 0 0 0,-1 1 0 0 0,0 0 0 0 0,0 0 0 0 0,1-1 0 0 0,-1 2 0 0 0,1-1 0 0 0,-1 0 0 0 0,1 0 0 0 0,-1 1 0 0 0,1-1-1 0 0,-1 1 1 0 0,1 0 0 0 0,-1 0 0 0 0,1 0 0 0 0,0 0 0 0 0,-1 0 0 0 0,1 1 0 0 0,-1-1 0 0 0,1 1 0 0 0,-1 0 0 0 0,1-1 0 0 0,-1 1 0 0 0,1 0 0 0 0,-1 0 0 0 0,0 1 0 0 0,0-1 0 0 0,1 0 0 0 0,3 4 0 0 0,10 12 288 0 0,0 0 1 0 0,-1 1-1 0 0,-1 0 0 0 0,-1 1 1 0 0,20 39-1 0 0,27 36 404 0 0,-54-85-781 0 0,15 15-209 0 0,-11-23 70 0 0,-1-16 67 0 0,0-25 66 0 0,5-45 1 0 0,-10 54 0 0 0,1 0 0 0 0,2 0-1 0 0,11-32 1 0 0,-17 60 10 0 0,0 0 0 0 0,0 0-1 0 0,0 0 1 0 0,1 0-1 0 0,0 0 1 0 0,-1 0-1 0 0,1 0 1 0 0,0 0 0 0 0,0 1-1 0 0,0-1 1 0 0,1 1-1 0 0,-1 0 1 0 0,0-1-1 0 0,1 1 1 0 0,0 0 0 0 0,-1 0-1 0 0,5-1 1 0 0,-4 2-5 0 0,0 0-1 0 0,0 1 1 0 0,0 0 0 0 0,0-1 0 0 0,0 1 0 0 0,0 1 0 0 0,0-1 0 0 0,-1 0-1 0 0,1 1 1 0 0,0-1 0 0 0,0 1 0 0 0,0 0 0 0 0,0 0 0 0 0,0 0 0 0 0,-1 0-1 0 0,1 0 1 0 0,-1 1 0 0 0,1-1 0 0 0,3 4 0 0 0,0-1 15 0 0,56 32 637 0 0,-17-18-3271 0 0,-25-13-4951 0 0</inkml:trace>
</inkml:ink>
</file>

<file path=ppt/ink/ink2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7.05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149 290 6449 0 0,'0'-41'2341'0'0,"-2"-69"1313"0"0,1 95-3184 0 0,-1 1 0 0 0,0 0 1 0 0,-1 0-1 0 0,-1 0 1 0 0,-7-19-1 0 0,10 30-402 0 0,0 1 1 0 0,-1-1-1 0 0,1 1 0 0 0,0 0 1 0 0,0 0-1 0 0,-1 0 0 0 0,0 0 1 0 0,1 0-1 0 0,-1 0 1 0 0,0 0-1 0 0,0 0 0 0 0,0 1 1 0 0,-3-3-1 0 0,4 3-11 0 0,-1 1-1 0 0,1-1 0 0 0,-1 1 1 0 0,1-1-1 0 0,0 1 1 0 0,-1 0-1 0 0,1 0 1 0 0,-1-1-1 0 0,1 1 1 0 0,0 0-1 0 0,-1 0 1 0 0,1 1-1 0 0,-1-1 1 0 0,1 0-1 0 0,-1 0 1 0 0,1 1-1 0 0,0-1 1 0 0,-2 1-1 0 0,-1 1 67 0 0,0 0-1 0 0,1 1 0 0 0,-1-1 1 0 0,1 1-1 0 0,0-1 1 0 0,0 1-1 0 0,0 0 0 0 0,0 1 1 0 0,0-1-1 0 0,1 0 1 0 0,-1 1-1 0 0,1-1 0 0 0,0 1 1 0 0,-3 6-1 0 0,1 0 49 0 0,0 0-1 0 0,0 0 1 0 0,1 1 0 0 0,1-1-1 0 0,0 1 1 0 0,0 0-1 0 0,1-1 1 0 0,0 1 0 0 0,1 0-1 0 0,0 0 1 0 0,1 0-1 0 0,3 18 1 0 0,-2-22-123 0 0,0 0 0 0 0,0 0-1 0 0,1-1 1 0 0,0 1 0 0 0,0 0 0 0 0,1-1 0 0 0,0 0-1 0 0,0 0 1 0 0,0 0 0 0 0,1-1 0 0 0,0 1 0 0 0,0-1-1 0 0,0 0 1 0 0,0 0 0 0 0,1-1 0 0 0,0 0 0 0 0,0 0-1 0 0,0 0 1 0 0,14 5 0 0 0,-7-4-91 0 0,1 0 0 0 0,0-1-1 0 0,0 0 1 0 0,0-1 0 0 0,1-1 0 0 0,-1-1 0 0 0,22 0-1 0 0,23-6-3112 0 0,-39 1-3725 0 0</inkml:trace>
</inkml:ink>
</file>

<file path=ppt/ink/ink2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7.70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184 1 6913 0 0,'-3'0'216'0'0,"0"0"0"0"0,0 0-1 0 0,0 0 1 0 0,0 0-1 0 0,0 1 1 0 0,0-1 0 0 0,0 1-1 0 0,0 0 1 0 0,0 0-1 0 0,0 0 1 0 0,0 0-1 0 0,0 1 1 0 0,1-1 0 0 0,-1 1-1 0 0,0 0 1 0 0,-3 3-1 0 0,-5 4 308 0 0,0 0 0 0 0,1 2 0 0 0,1-1 0 0 0,-1 1 0 0 0,2 0 0 0 0,-1 1 0 0 0,2 0 0 0 0,-1 1 0 0 0,2-1 0 0 0,-7 17 1 0 0,7-13-203 0 0,1 0 1 0 0,0 0 0 0 0,1 0 0 0 0,1 0 0 0 0,0 1 0 0 0,1-1-1 0 0,1 1 1 0 0,2 26 0 0 0,-1-40-265 0 0,1 0 0 0 0,-1 0 0 0 0,1 0 1 0 0,0 0-1 0 0,0 0 0 0 0,0 0 0 0 0,1 0 0 0 0,-1-1 0 0 0,1 1 0 0 0,-1-1 0 0 0,1 1 1 0 0,0-1-1 0 0,0 1 0 0 0,0-1 0 0 0,0 0 0 0 0,3 2 0 0 0,-4-3-85 0 0,0 0 1 0 0,0-1-1 0 0,0 1 0 0 0,0 0 1 0 0,0-1-1 0 0,0 0 0 0 0,0 1 0 0 0,0-1 1 0 0,0 0-1 0 0,1 1 0 0 0,-1-1 0 0 0,0 0 1 0 0,0 0-1 0 0,0 0 0 0 0,0 0 0 0 0,1 0 1 0 0,-1 0-1 0 0,0 0 0 0 0,0 0 0 0 0,0-1 1 0 0,0 1-1 0 0,0 0 0 0 0,1-1 0 0 0,-1 1 1 0 0,0-1-1 0 0,0 1 0 0 0,0-1 1 0 0,0 0-1 0 0,0 1 0 0 0,0-1 0 0 0,-1 0 1 0 0,1 0-1 0 0,0 1 0 0 0,0-1 0 0 0,0 0 1 0 0,-1 0-1 0 0,1 0 0 0 0,0 0 0 0 0,-1 0 1 0 0,1 0-1 0 0,-1 0 0 0 0,1 0 0 0 0,-1-2 1 0 0,8-15-232 0 0,-1 1 0 0 0,-1-1 0 0 0,-1 0 0 0 0,-1-1 0 0 0,0 1 0 0 0,1-23 0 0 0,-2 16 574 0 0,1 1 0 0 0,12-39 0 0 0,-15 60-248 0 0,-1 0 1 0 0,1 0-1 0 0,1 0 1 0 0,-1 0-1 0 0,0 0 1 0 0,1 0-1 0 0,0 0 1 0 0,-1 0-1 0 0,1 1 1 0 0,0-1-1 0 0,1 1 1 0 0,-1-1-1 0 0,0 1 1 0 0,1 0 0 0 0,-1 0-1 0 0,1 0 1 0 0,0 0-1 0 0,-1 0 1 0 0,1 0-1 0 0,0 1 1 0 0,0 0-1 0 0,0-1 1 0 0,0 1-1 0 0,1 0 1 0 0,-1 1-1 0 0,0-1 1 0 0,0 0-1 0 0,0 1 1 0 0,1 0 0 0 0,-1 0-1 0 0,0 0 1 0 0,1 0-1 0 0,-1 0 1 0 0,0 1-1 0 0,0-1 1 0 0,1 1-1 0 0,-1 0 1 0 0,0 0-1 0 0,0 0 1 0 0,4 2-1 0 0,5 3 82 0 0,1 0-1 0 0,-1 1 0 0 0,0 0 0 0 0,-1 1 0 0 0,0 0 0 0 0,0 1 0 0 0,-1 0 1 0 0,13 14-1 0 0,-13-12-114 0 0,-1 1 0 0 0,0-1 0 0 0,-1 2 0 0 0,0-1 0 0 0,-1 1 0 0 0,0 0 0 0 0,7 21 0 0 0,-13-29-26 0 0,1-1 0 0 0,-1 1 1 0 0,0-1-1 0 0,0 1 0 0 0,-1 0 1 0 0,1 0-1 0 0,-1-1 0 0 0,0 1 0 0 0,-1 0 1 0 0,1-1-1 0 0,-1 1 0 0 0,0 0 1 0 0,0-1-1 0 0,0 1 0 0 0,0-1 1 0 0,-1 1-1 0 0,0-1 0 0 0,0 1 0 0 0,0-1 1 0 0,0 0-1 0 0,-1 0 0 0 0,0 0 1 0 0,0-1-1 0 0,0 1 0 0 0,0-1 1 0 0,-6 6-1 0 0,-1-2-259 0 0,0-1-1 0 0,0 0 1 0 0,0 0-1 0 0,-1-1 1 0 0,0 0 0 0 0,-14 4-1 0 0,10-4-310 0 0,1 0-1 0 0,-21 12 0 0 0</inkml:trace>
</inkml:ink>
</file>

<file path=ppt/ink/ink2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8.1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142 28 6913 0 0,'0'-1'196'0'0,"-1"-1"0"0"0,1 1 0 0 0,-1-1-1 0 0,0 0 1 0 0,0 1 0 0 0,0 0-1 0 0,0-1 1 0 0,0 1 0 0 0,0-1-1 0 0,0 1 1 0 0,-1 0 0 0 0,1 0 0 0 0,0 0-1 0 0,-1 0 1 0 0,1 0 0 0 0,-1 0-1 0 0,1 0 1 0 0,-1 0 0 0 0,1 1-1 0 0,-1-1 1 0 0,0 0 0 0 0,1 1 0 0 0,-1 0-1 0 0,0-1 1 0 0,0 1 0 0 0,1 0-1 0 0,-1 0 1 0 0,0 0 0 0 0,1 0-1 0 0,-1 0 1 0 0,0 0 0 0 0,0 0 0 0 0,1 1-1 0 0,-1-1 1 0 0,0 1 0 0 0,1-1-1 0 0,-1 1 1 0 0,0 0 0 0 0,1-1-1 0 0,-1 1 1 0 0,1 0 0 0 0,-2 1 0 0 0,-2 2 244 0 0,-1 0 0 0 0,1 0 0 0 0,0 0 1 0 0,0 1-1 0 0,1 0 0 0 0,0 0 0 0 0,0 0 0 0 0,0 0 1 0 0,-6 12-1 0 0,5-7-94 0 0,1 1 0 0 0,0 0 0 0 0,0 1 0 0 0,1-1 0 0 0,1 0 0 0 0,-2 21 0 0 0,3-28-326 0 0,1-1-1 0 0,-1 0 1 0 0,1 1 0 0 0,0-1-1 0 0,0 0 1 0 0,1 1 0 0 0,-1-1-1 0 0,1 0 1 0 0,-1 0-1 0 0,1 1 1 0 0,0-1 0 0 0,0 0-1 0 0,1 0 1 0 0,-1 0 0 0 0,1 0-1 0 0,-1 0 1 0 0,1 0-1 0 0,0 0 1 0 0,0-1 0 0 0,0 1-1 0 0,0-1 1 0 0,1 1-1 0 0,-1-1 1 0 0,1 0 0 0 0,0 0-1 0 0,-1 0 1 0 0,1 0 0 0 0,4 1-1 0 0,-6-2-26 0 0,0-1 0 0 0,1 1 0 0 0,-1-1 0 0 0,0 0-1 0 0,0 0 1 0 0,1 0 0 0 0,-1 0 0 0 0,0 0 0 0 0,0 0 0 0 0,1 0 0 0 0,-1 0-1 0 0,0 0 1 0 0,0 0 0 0 0,1-1 0 0 0,-1 1 0 0 0,0 0 0 0 0,0-1 0 0 0,0 1-1 0 0,1-1 1 0 0,-1 1 0 0 0,0-1 0 0 0,0 0 0 0 0,1-1 0 0 0,1 0-33 0 0,-1-1 1 0 0,1 0 0 0 0,-1 1 0 0 0,0-1 0 0 0,0 0-1 0 0,0 0 1 0 0,0 0 0 0 0,1-5 0 0 0,2-4-202 0 0,-2 1 0 0 0,1 0 0 0 0,-1-1 1 0 0,1-14-1 0 0,-3-3 27 0 0,2-18-11 0 0,-2 45 268 0 0,-1-1 1 0 0,0 1-1 0 0,1 0 1 0 0,0 0-1 0 0,0 0 1 0 0,0 0-1 0 0,-1 0 1 0 0,2 0-1 0 0,-1 0 0 0 0,0 0 1 0 0,0 0-1 0 0,1 0 1 0 0,-1 0-1 0 0,1 1 1 0 0,-1-1-1 0 0,5-2 1 0 0,-5 3 1 0 0,0 1 1 0 0,1-1 0 0 0,-1 1-1 0 0,1-1 1 0 0,-1 1-1 0 0,1 0 1 0 0,-1-1 0 0 0,1 1-1 0 0,-1 0 1 0 0,1 0-1 0 0,-1 0 1 0 0,1 0-1 0 0,-1 0 1 0 0,1 1 0 0 0,-1-1-1 0 0,1 0 1 0 0,-1 1-1 0 0,0-1 1 0 0,1 1 0 0 0,-1-1-1 0 0,1 1 1 0 0,0 1-1 0 0,35 23 271 0 0,-6-4-249 0 0,-27-20-116 0 0,0 0-1 0 0,0 0 1 0 0,0 0 0 0 0,0 0-1 0 0,0-1 1 0 0,0 1 0 0 0,0-1-1 0 0,1 0 1 0 0,-1 0 0 0 0,0-1-1 0 0,0 1 1 0 0,5-2 0 0 0,29-13-3827 0 0</inkml:trace>
</inkml:ink>
</file>

<file path=ppt/ink/ink2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8.31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42 81 920 0 0,'-4'-5'-190'0'0,"-1"0"1199"0"0,1 0 0 0 0,0-1 0 0 0,0 1-1 0 0,0-1 1 0 0,1 0 0 0 0,0 0 0 0 0,0 0-1 0 0,0 0 1 0 0,1 0 0 0 0,-1-13 2367 0 0,3 19-3319 0 0,1 0 1 0 0,-1 0 0 0 0,0 0 0 0 0,0 0-1 0 0,0 0 1 0 0,0 0 0 0 0,0 0 0 0 0,1 0-1 0 0,-1 0 1 0 0,0 0 0 0 0,0 0 0 0 0,0 0 115 0 0,1 0-116 0 0,10 8 1390 0 0,9 12-34 0 0,63 69 1890 0 0,-59-68-3238 0 0,0-1 0 0 0,1-2 0 0 0,49 30 1 0 0,18 7-2802 0 0,-76-45-4090 0 0</inkml:trace>
</inkml:ink>
</file>

<file path=ppt/ink/ink2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8.52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21 165 5985 0 0,'-1'0'157'0'0,"1"0"-1"0"0,-1 0 0 0 0,1 1 0 0 0,-1-1 0 0 0,0 0 1 0 0,1 0-1 0 0,-1 0 0 0 0,1 0 0 0 0,-1 1 1 0 0,0-1-1 0 0,1 0 0 0 0,-1 0 0 0 0,1 0 1 0 0,-1 0-1 0 0,0-1 0 0 0,1 1 0 0 0,-1 0 1 0 0,1 0-1 0 0,-1 0 0 0 0,0 0 0 0 0,1-1 0 0 0,-1 1 1 0 0,1 0-1 0 0,-1 0 0 0 0,1-1 0 0 0,-1 1 1 0 0,1-1-1 0 0,-1 1 0 0 0,1 0 0 0 0,-1-1 1 0 0,1 1-1 0 0,0-1 0 0 0,-1 1 0 0 0,1-1 0 0 0,0 1 1 0 0,-1-2-1 0 0,1 1 46 0 0,0-1-1 0 0,1 0 1 0 0,-1 0-1 0 0,0 1 1 0 0,1-1-1 0 0,-1 0 1 0 0,1 1 0 0 0,0-1-1 0 0,0 1 1 0 0,0-1-1 0 0,-1 0 1 0 0,3-1 0 0 0,38-45 1170 0 0,-22 32-1686 0 0,0 0 0 0 0,1 2-1 0 0,23-13 1 0 0,-20 14-4922 0 0</inkml:trace>
</inkml:ink>
</file>

<file path=ppt/ink/ink2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8.85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1 190 2304 0 0,'0'1'16'0'0,"0"-1"-1"0"0,0 1 1 0 0,0 0-1 0 0,0-1 0 0 0,-1 1 1 0 0,1 0-1 0 0,0 0 0 0 0,0-1 1 0 0,1 1-1 0 0,-1 0 0 0 0,0-1 1 0 0,0 1-1 0 0,0 0 0 0 0,0 0 1 0 0,1-1-1 0 0,-1 1 0 0 0,0 0 1 0 0,0-1-1 0 0,1 1 0 0 0,-1-1 1 0 0,1 1-1 0 0,-1 0 0 0 0,1-1 1 0 0,-1 1-1 0 0,1-1 0 0 0,-1 1 1 0 0,1-1-1 0 0,-1 1 0 0 0,1-1 1 0 0,-1 0-1 0 0,1 1 0 0 0,0-1 1 0 0,-1 0-1 0 0,1 1 0 0 0,0-1 1 0 0,-1 0-1 0 0,1 0 1 0 0,0 0-1 0 0,-1 0 0 0 0,2 1 1 0 0,0-2 120 0 0,0 1 0 0 0,0-1 0 0 0,0 0 0 0 0,0 1 1 0 0,-1-1-1 0 0,1 0 0 0 0,0 0 0 0 0,0 0 1 0 0,-1-1-1 0 0,1 1 0 0 0,-1 0 0 0 0,1-1 1 0 0,-1 1-1 0 0,3-3 0 0 0,0-2 138 0 0,-1 0-1 0 0,1 0 1 0 0,-1 0-1 0 0,0-1 1 0 0,0 1-1 0 0,-1-1 1 0 0,0 1-1 0 0,0-1 1 0 0,0 0-1 0 0,-1 0 1 0 0,0 0 0 0 0,-1 0-1 0 0,1 0 1 0 0,-1 0-1 0 0,-1 0 1 0 0,1 0-1 0 0,-1 0 1 0 0,-1 0-1 0 0,1 1 1 0 0,-1-1-1 0 0,0 0 1 0 0,0 0-1 0 0,-1 1 1 0 0,0 0 0 0 0,0-1-1 0 0,-7-7 1 0 0,10 13-196 0 0,0 1 1 0 0,0-1-1 0 0,-1 1 1 0 0,1-1-1 0 0,0 1 0 0 0,0 0 1 0 0,-1-1-1 0 0,1 1 1 0 0,-1 0-1 0 0,1-1 1 0 0,0 1-1 0 0,-1 0 1 0 0,1 0-1 0 0,-1-1 1 0 0,1 1-1 0 0,0 0 1 0 0,-1 0-1 0 0,1 0 1 0 0,-1-1-1 0 0,1 1 0 0 0,-1 0 1 0 0,1 0-1 0 0,-1 0 1 0 0,1 0-1 0 0,-1 0 1 0 0,1 0-1 0 0,-1 0 1 0 0,1 0-1 0 0,-1 0 1 0 0,1 0-1 0 0,-1 0 1 0 0,1 1-1 0 0,-1-1 1 0 0,1 0-1 0 0,-1 0 1 0 0,-8 18 1834 0 0,3 24 243 0 0,6-32-1923 0 0,1 0-1 0 0,-1 0 1 0 0,2 0 0 0 0,-1 0-1 0 0,1 0 1 0 0,1-1-1 0 0,0 1 1 0 0,0-1-1 0 0,1 0 1 0 0,0 0-1 0 0,0 0 1 0 0,1 0-1 0 0,7 8 1 0 0,-8-12-260 0 0,0 0 0 0 0,0-1-1 0 0,1 0 1 0 0,0 1 0 0 0,0-2 0 0 0,0 1 0 0 0,0-1 0 0 0,1 1 0 0 0,-1-1 0 0 0,1-1 0 0 0,0 1 0 0 0,0-1 0 0 0,0 0-1 0 0,0 0 1 0 0,0-1 0 0 0,0 0 0 0 0,1 0 0 0 0,-1 0 0 0 0,0-1 0 0 0,0 0 0 0 0,11-1 0 0 0,8-3-5260 0 0,1 0-1853 0 0</inkml:trace>
</inkml:ink>
</file>

<file path=ppt/ink/ink2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49.54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4 8290 0 0,'10'-3'9248'0'0,"-10"2"-9080"0"0,11 23 1363 0 0,-1 29-862 0 0,4 57 0 0 0,-4-27-613 0 0,35 394 582 0 0,-40-201-377 0 0,16 216 402 0 0,24 86-369 0 0,-42-513-304 0 0,13 145 65 0 0,5 122 58 0 0,-22-164-85 0 0,22 459 192 0 0,10-297-182 0 0,-7-78-12 0 0,-10-38 755 0 0,-8-99-461 0 0,2-36-165 0 0,-8-77-234 0 0,-1-4-1387 0 0,-1-15 731 0 0</inkml:trace>
</inkml:ink>
</file>

<file path=ppt/ink/ink2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49.93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27 49 4145 0 0,'-27'3'14807'0'0,"53"7"-12651"0"0,15 7-1895 0 0,-39-17-261 0 0,0 1 1 0 0,0-1-1 0 0,0 1 0 0 0,0-1 0 0 0,0 1 0 0 0,0-1 1 0 0,0 0-1 0 0,0 0 0 0 0,0 0 0 0 0,0 0 1 0 0,0-1-1 0 0,0 1 0 0 0,0 0 0 0 0,-1-1 0 0 0,5-1 1 0 0,-5 2 13 0 0,0-1 1 0 0,0 0 0 0 0,0 0 0 0 0,-1 0 0 0 0,1-1-1 0 0,0 1 1 0 0,0 0 0 0 0,-1 0 0 0 0,1 0 0 0 0,0 0 0 0 0,-1-1-1 0 0,1 1 1 0 0,-1 0 0 0 0,0-1 0 0 0,1 1 0 0 0,-1 0-1 0 0,0-1 1 0 0,0 1 0 0 0,0 0 0 0 0,0-1 0 0 0,0 1-1 0 0,0 0 1 0 0,0-1 0 0 0,-1 1 0 0 0,1 0 0 0 0,0-1 0 0 0,-1 1-1 0 0,1 0 1 0 0,-1 0 0 0 0,1-1 0 0 0,-1 1 0 0 0,0 0-1 0 0,1 0 1 0 0,-1 0 0 0 0,0 0 0 0 0,-1-2 0 0 0,0 1 15 0 0,1 0 1 0 0,-1-1-1 0 0,1 1 0 0 0,-1 0 1 0 0,0 0-1 0 0,0 0 1 0 0,0 0-1 0 0,0 0 1 0 0,0 1-1 0 0,0-1 1 0 0,0 1-1 0 0,-1-1 1 0 0,1 1-1 0 0,-1 0 0 0 0,1 0 1 0 0,-1 0-1 0 0,-3-1 1 0 0,5 2-80 0 0,0 0-1 0 0,1 1 1 0 0,-1-1 0 0 0,1 0 0 0 0,-1 1 0 0 0,1-1-1 0 0,-1 1 1 0 0,1-1 0 0 0,-1 0 0 0 0,1 1-1 0 0,0-1 1 0 0,-1 1 0 0 0,1-1 0 0 0,-1 1 0 0 0,1 0-1 0 0,0-1 1 0 0,0 1 0 0 0,-1-1 0 0 0,1 1-1 0 0,0-1 1 0 0,0 1 0 0 0,0 0 0 0 0,0-1 0 0 0,0 1-1 0 0,-1 0 1 0 0,1-1 0 0 0,0 1 0 0 0,1 0 0 0 0,-1-1-1 0 0,0 2 1 0 0</inkml:trace>
</inkml:ink>
</file>

<file path=ppt/ink/ink2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0.68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82 111 1376 0 0,'-3'-5'576'0'0,"0"1"0"0"0,-1-1 0 0 0,1 1 0 0 0,-1 0 0 0 0,0 0 0 0 0,0 1 0 0 0,-4-4 0 0 0,7 6-401 0 0,0 0-1 0 0,0 0 1 0 0,-1 0-1 0 0,1 0 1 0 0,0 0 0 0 0,0 0-1 0 0,-1 0 1 0 0,1 1-1 0 0,0-1 1 0 0,-1 1 0 0 0,1-1-1 0 0,-1 1 1 0 0,1-1 0 0 0,0 1-1 0 0,-1 0 1 0 0,1-1-1 0 0,-1 1 1 0 0,1 0 0 0 0,-1 0-1 0 0,1 0 1 0 0,-1 1 0 0 0,1-1-1 0 0,-1 0 1 0 0,1 0-1 0 0,-1 1 1 0 0,1-1 0 0 0,-1 1-1 0 0,1-1 1 0 0,0 1 0 0 0,-1 0-1 0 0,-1 1 1 0 0,2-1 20 0 0,1 0 0 0 0,0 0 1 0 0,-1 0-1 0 0,1-1 0 0 0,0 1 1 0 0,0 0-1 0 0,-1 0 0 0 0,1 0 1 0 0,0 0-1 0 0,0 0 0 0 0,0 0 1 0 0,0 0-1 0 0,0 0 0 0 0,0 0 1 0 0,1 0-1 0 0,-1 0 0 0 0,0 0 1 0 0,0 0-1 0 0,1-1 0 0 0,0 3 1 0 0,11 24 773 0 0,-6-16-608 0 0,-5-7-315 0 0,9 21 153 0 0,-10-24-195 0 0,0-1 0 0 0,0 1 0 0 0,0 0 0 0 0,1-1 0 0 0,-1 1 0 0 0,0 0 0 0 0,0-1 0 0 0,1 1 0 0 0,-1-1 0 0 0,1 1 0 0 0,-1 0 0 0 0,0-1 0 0 0,1 1 0 0 0,-1-1-1 0 0,1 1 1 0 0,-1-1 0 0 0,1 0 0 0 0,0 1 0 0 0,-1-1 0 0 0,1 1 0 0 0,-1-1 0 0 0,1 0 0 0 0,0 0 0 0 0,-1 1 0 0 0,1-1 0 0 0,1 0 0 0 0,-1-4 53 0 0,0 0-1 0 0,0 0 1 0 0,-1-1 0 0 0,1 1 0 0 0,-1-1 0 0 0,0 1-1 0 0,0 0 1 0 0,0-1 0 0 0,-2-4 0 0 0,2 0 96 0 0,-1 1-1 0 0,0-1 1 0 0,-1 0 0 0 0,0 0 0 0 0,0 1-1 0 0,-1-1 1 0 0,0 1 0 0 0,0 0 0 0 0,-1 0-1 0 0,0 0 1 0 0,-1 0 0 0 0,-10-13 0 0 0,35 45 582 0 0,-17-19-863 0 0,0-1 1 0 0,1 1 0 0 0,-1-1-1 0 0,1 0 1 0 0,0 0-1 0 0,0 0 1 0 0,0-1 0 0 0,0 1-1 0 0,1-1 1 0 0,0 0-1 0 0,7 4 1 0 0,-7-7-449 0 0</inkml:trace>
</inkml:ink>
</file>

<file path=ppt/ink/ink2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1.10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4 7834 0 0,'3'-3'8976'0'0,"6"21"-6886"0"0,7 30-1709 0 0,-3-17-62 0 0,1 0-1 0 0,1 0 0 0 0,2-2 0 0 0,33 46 0 0 0,-30-48-847 0 0,-2 1 0 0 0,0 0 0 0 0,-2 2 0 0 0,21 53 0 0 0,-36-79 60 0 0,0-1 0 0 0,0 0 1 0 0,0 1-1 0 0,-1-1 0 0 0,1 1 1 0 0,-1 0-1 0 0,0-1 0 0 0,0 1 1 0 0,0-1-1 0 0,0 1 0 0 0,-1 3 1 0 0</inkml:trace>
</inkml:ink>
</file>

<file path=ppt/ink/ink2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1.41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26 207 4609 0 0,'-4'-8'368'0'0,"1"1"1"0"0,-1-1-1 0 0,1 1 0 0 0,0-1 1 0 0,1 0-1 0 0,0 0 0 0 0,0 0 1 0 0,1-1-1 0 0,0 1 0 0 0,1 0 1 0 0,-1 0-1 0 0,2-1 0 0 0,-1 1 1 0 0,3-12-1 0 0,-2 16-176 0 0,0 0-1 0 0,0 1 1 0 0,0-1 0 0 0,1 0-1 0 0,-1 0 1 0 0,1 1 0 0 0,0-1-1 0 0,0 1 1 0 0,0 0 0 0 0,1 0-1 0 0,-1-1 1 0 0,1 1 0 0 0,0 1-1 0 0,0-1 1 0 0,0 0 0 0 0,0 1-1 0 0,0-1 1 0 0,0 1 0 0 0,1 0-1 0 0,-1 0 1 0 0,1 1 0 0 0,0-1-1 0 0,-1 1 1 0 0,1-1 0 0 0,0 1-1 0 0,0 0 1 0 0,0 1 0 0 0,0-1-1 0 0,0 1 1 0 0,0-1 0 0 0,6 2-1 0 0,2-1 3 0 0,0 2 0 0 0,0 0-1 0 0,-1 0 1 0 0,1 1-1 0 0,-1 0 1 0 0,1 1 0 0 0,-1 0-1 0 0,0 1 1 0 0,-1 0 0 0 0,1 1-1 0 0,-1 0 1 0 0,0 1-1 0 0,11 10 1 0 0,-9-7-159 0 0,-1 0 0 0 0,1 1 0 0 0,-2 0-1 0 0,0 1 1 0 0,0 1 0 0 0,-1-1 0 0 0,-1 2 0 0 0,0-1 0 0 0,10 24 0 0 0,-14-28 57 0 0,-1 1 0 0 0,-1-1 0 0 0,1 1-1 0 0,-2 0 1 0 0,1 0 0 0 0,-1-1 0 0 0,-1 1 0 0 0,0 0 0 0 0,0 0 0 0 0,-1 0 0 0 0,0 0 0 0 0,-1 0 0 0 0,0 0 0 0 0,-5 11 0 0 0,5-13-163 0 0,-2 0 0 0 0,1-1 0 0 0,-1 0 0 0 0,0 0 0 0 0,-1 0 0 0 0,0 0 0 0 0,0-1 1 0 0,0 1-1 0 0,-10 7 0 0 0,9-8-631 0 0,-1-1 1 0 0,0-1-1 0 0,0 1 1 0 0,0-1-1 0 0,0 0 0 0 0,-10 3 1 0 0</inkml:trace>
</inkml:ink>
</file>

<file path=ppt/ink/ink2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2.29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133 39 5065 0 0,'1'-2'185'0'0,"-1"0"-1"0"0,0 0 1 0 0,0 0 0 0 0,0 0-1 0 0,0 0 1 0 0,-1 0 0 0 0,1 0-1 0 0,0 0 1 0 0,-1 0 0 0 0,1 0-1 0 0,-1 0 1 0 0,0 0 0 0 0,0 0-1 0 0,0 0 1 0 0,0 1 0 0 0,0-1-1 0 0,-2-2 1 0 0,3 4-156 0 0,-1 0 1 0 0,1-1-1 0 0,-1 1 0 0 0,1 0 1 0 0,-1 0-1 0 0,1 0 0 0 0,-1 0 1 0 0,1 0-1 0 0,-1-1 0 0 0,1 1 1 0 0,-1 0-1 0 0,1 0 1 0 0,-1 0-1 0 0,1 0 0 0 0,-1 0 1 0 0,0 1-1 0 0,1-1 0 0 0,-1 0 1 0 0,1 0-1 0 0,-1 0 0 0 0,1 0 1 0 0,-1 1-1 0 0,-18 14 536 0 0,6 2-6 0 0,1 2 1 0 0,1 0-1 0 0,0 0 1 0 0,1 1 0 0 0,1 0-1 0 0,-9 33 1 0 0,12-37 149 0 0,6-15-678 0 0,-1 1 0 0 0,1-1 1 0 0,0 0-1 0 0,0 1 0 0 0,-1-1 0 0 0,1 0 1 0 0,0 1-1 0 0,0-1 0 0 0,0 1 0 0 0,0-1 0 0 0,1 0 1 0 0,-1 1-1 0 0,0-1 0 0 0,0 1 0 0 0,1-1 0 0 0,-1 0 1 0 0,1 0-1 0 0,0 1 0 0 0,-1-1 0 0 0,1 0 0 0 0,0 0 1 0 0,-1 0-1 0 0,1 1 0 0 0,0-1 0 0 0,0 0 0 0 0,0 0 1 0 0,0 0-1 0 0,0 0 0 0 0,0-1 0 0 0,0 1 0 0 0,1 0 1 0 0,-1 0-1 0 0,0-1 0 0 0,0 1 0 0 0,1-1 1 0 0,-1 1-1 0 0,0-1 0 0 0,1 1 0 0 0,-1-1 0 0 0,0 0 1 0 0,3 0-1 0 0,7 3-94 0 0,0-1 0 0 0,1 0 0 0 0,20-1 0 0 0,-25-1 136 0 0,46 1-401 0 0,57 4-62 0 0,-97-3 333 0 0,0 0 0 0 0,-1 1 1 0 0,1 0-1 0 0,-1 1 1 0 0,0 1-1 0 0,18 8 0 0 0,-29-12 58 0 0,0-1 0 0 0,-1 0 0 0 0,1 1 0 0 0,0-1 0 0 0,-1 1 0 0 0,1-1 0 0 0,-1 1 0 0 0,1 0 0 0 0,0-1 0 0 0,-1 1 0 0 0,1 0 0 0 0,-1-1 0 0 0,0 1 0 0 0,1 0 0 0 0,-1-1 0 0 0,0 1 0 0 0,1 0 0 0 0,-1 0 0 0 0,0-1 0 0 0,0 1 0 0 0,0 0 0 0 0,1 0 0 0 0,-1 0 0 0 0,0-1 0 0 0,0 1 0 0 0,0 1 0 0 0,-10 23 143 0 0,-26 19 769 0 0,35-43-852 0 0,-15 15 517 0 0,-1-1 0 0 0,0-1 0 0 0,-2-1 0 0 0,1 0 0 0 0,-2-2 0 0 0,1 0 0 0 0,-2-1 1 0 0,1-1-1 0 0,-42 12 0 0 0,55-19-750 0 0,0-1 1 0 0,0 0-1 0 0,0 0 1 0 0,0-1-1 0 0,0 1 1 0 0,0-2-1 0 0,-14-1 1 0 0</inkml:trace>
</inkml:ink>
</file>

<file path=ppt/ink/ink2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6.49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 36 10594 0 0,'-1'0'57'0'0,"1"0"0"0"0,-1 0-1 0 0,1 0 1 0 0,-1 0 0 0 0,1 0-1 0 0,-1 0 1 0 0,0 0 0 0 0,1 0 0 0 0,-1 1-1 0 0,1-1 1 0 0,-1 0 0 0 0,1 0-1 0 0,-1 1 1 0 0,1-1 0 0 0,-1 0-1 0 0,1 1 1 0 0,0-1 0 0 0,-1 0 0 0 0,1 1-1 0 0,-1-1 1 0 0,1 1 0 0 0,0-1-1 0 0,-1 1 1 0 0,1-1 0 0 0,0 1-1 0 0,0-1 1 0 0,-1 1 0 0 0,1-1 0 0 0,0 1-1 0 0,0-1 1 0 0,0 1 0 0 0,0-1-1 0 0,0 1 1 0 0,0 0 0 0 0,-1-1-1 0 0,1 1 1 0 0,0-1 0 0 0,1 1 0 0 0,-1-1-1 0 0,0 1 1 0 0,0-1 0 0 0,0 1-1 0 0,0 0 1 0 0,0-1 0 0 0,0 1-1 0 0,1-1 1 0 0,-1 1 0 0 0,0-1-1 0 0,1 1 1 0 0,-1-1 0 0 0,0 0 0 0 0,1 1-1 0 0,-1-1 1 0 0,1 1 0 0 0,17 29 1575 0 0,-17-29-1672 0 0,12 19 798 0 0,-8-12-423 0 0,-1-1 1 0 0,1 0-1 0 0,0 0 1 0 0,1 0-1 0 0,0-1 1 0 0,0 0-1 0 0,0 0 1 0 0,1-1-1 0 0,8 7 0 0 0,-15-13-330 0 0,1 1 0 0 0,0-1-1 0 0,-1 0 1 0 0,1 1 0 0 0,-1-1 0 0 0,1 1-1 0 0,-1-1 1 0 0,1 0 0 0 0,-1 1-1 0 0,1-1 1 0 0,-1 0 0 0 0,1 0-1 0 0,-1 1 1 0 0,0-1 0 0 0,0 0-1 0 0,1 0 1 0 0,-1 0 0 0 0,0 1-1 0 0,0-1 1 0 0,0 0 0 0 0,0 0-1 0 0,0 0 1 0 0,0 0 0 0 0,0-1-1 0 0,3-23 209 0 0,-4 13-138 0 0,-1 1 0 0 0,0-1 0 0 0,0 1 0 0 0,-6-15 1 0 0,6 22-57 0 0,1 0 1 0 0,-1 0 0 0 0,0 0 0 0 0,0 0 0 0 0,0 0 0 0 0,0 0 0 0 0,-1 1-1 0 0,1-1 1 0 0,-1 1 0 0 0,0 0 0 0 0,0 0 0 0 0,0 0 0 0 0,-1 0 0 0 0,-5-4-1 0 0,8 7-19 0 0,1 0-1 0 0,-1 0 1 0 0,0 0-1 0 0,1-1 1 0 0,-1 1-1 0 0,0 0 0 0 0,0 0 1 0 0,1 0-1 0 0,-1 0 1 0 0,0 0-1 0 0,1 1 1 0 0,-1-1-1 0 0,0 0 1 0 0,1 0-1 0 0,-1 0 0 0 0,0 0 1 0 0,1 1-1 0 0,-1-1 1 0 0,1 0-1 0 0,-1 1 1 0 0,0-1-1 0 0,1 1 1 0 0,-1-1-1 0 0,1 0 0 0 0,-1 1 1 0 0,1-1-1 0 0,-1 1 1 0 0,1 0-1 0 0,-1-1 1 0 0,1 1-1 0 0,0-1 0 0 0,-1 1 1 0 0,1-1-1 0 0,0 1 1 0 0,0 0-1 0 0,-1-1 1 0 0,1 1-1 0 0,0 0 1 0 0,0-1-1 0 0,0 1 0 0 0,0 0 1 0 0,0 0-1 0 0,0-1 1 0 0,0 2-1 0 0,-5 35-48 0 0,5-34 43 0 0,0 4-16 0 0,0-1 0 0 0,0 1-1 0 0,1 0 1 0 0,0 0 0 0 0,0-1 0 0 0,3 8-1 0 0,-4-12 20 0 0,0-1-1 0 0,1 0 0 0 0,-1 1 1 0 0,1-1-1 0 0,-1 1 0 0 0,1-1 1 0 0,0 0-1 0 0,-1 0 0 0 0,1 1 1 0 0,0-1-1 0 0,0 0 0 0 0,0 0 1 0 0,0 0-1 0 0,0 0 0 0 0,0 0 1 0 0,0 0-1 0 0,0 0 0 0 0,1 0 1 0 0,-1-1-1 0 0,0 1 0 0 0,0 0 1 0 0,1-1-1 0 0,-1 1 0 0 0,1-1 1 0 0,-1 1-1 0 0,0-1 0 0 0,1 0 1 0 0,-1 1-1 0 0,1-1 0 0 0,-1 0 1 0 0,1 0-1 0 0,-1 0 0 0 0,0 0 1 0 0,1 0-1 0 0,1-1 0 0 0,-1 0 44 0 0,1 0-1 0 0,-1 0 1 0 0,1 0 0 0 0,-1 0-1 0 0,0 0 1 0 0,0-1 0 0 0,0 1-1 0 0,1-1 1 0 0,-1 0-1 0 0,-1 0 1 0 0,1 1 0 0 0,0-1-1 0 0,0 0 1 0 0,-1-1-1 0 0,1 1 1 0 0,-1 0 0 0 0,0 0-1 0 0,1-1 1 0 0,-1 1-1 0 0,0-1 1 0 0,-1 1 0 0 0,1-1-1 0 0,0 1 1 0 0,-1-1-1 0 0,1 1 1 0 0,-1-1 0 0 0,0-3-1 0 0,1-1 87 0 0,-1 0-1 0 0,0 0 0 0 0,0 0 1 0 0,0 0-1 0 0,-1 0 1 0 0,0 0-1 0 0,-1 0 1 0 0,-4-13-1 0 0,6 20-129 0 0,0 0-1 0 0,0-1 1 0 0,0 1-1 0 0,0-1 1 0 0,-1 1-1 0 0,1-1 1 0 0,0 1-1 0 0,0 0 1 0 0,0-1-1 0 0,0 1 1 0 0,-1-1-1 0 0,1 1 1 0 0,0 0-1 0 0,0-1 1 0 0,-1 1-1 0 0,1 0 1 0 0,0-1-1 0 0,-1 1 1 0 0,1 0-1 0 0,0-1 1 0 0,-1 1-1 0 0,1 0 1 0 0,-1 0-1 0 0,1 0 1 0 0,0-1-1 0 0,-1 1 1 0 0,1 0-1 0 0,-1 0 1 0 0,1 0 0 0 0,-1 0-1 0 0,1 0 1 0 0,0 0-1 0 0,-1 0 1 0 0,1 0-1 0 0,-1 0 1 0 0,1 0-1 0 0,-1 0 1 0 0,1 0-1 0 0,-1 0 1 0 0,1 0-1 0 0,-1 0 1 0 0,0 1-65 0 0,0 0 0 0 0,1-1 0 0 0,-1 1 0 0 0,0 0 0 0 0,1 0 1 0 0,-1 0-1 0 0,0-1 0 0 0,1 1 0 0 0,-1 0 0 0 0,1 0 0 0 0,-1 0 0 0 0,1 0 1 0 0,0 0-1 0 0,-1 0 0 0 0,1 0 0 0 0,0 2 0 0 0,-3 10-498 0 0</inkml:trace>
</inkml:ink>
</file>

<file path=ppt/ink/ink2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5.57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33 125 656 0 0,'1'-1'377'0'0,"0"0"0"0"0,5-3 1883 0 0,-6 3-1883 0 0,1 0-1 0 0,0 0 1 0 0,-1 0 0 0 0,1 0 0 0 0,-1 0-1 0 0,1 0 1 0 0,-1 0 0 0 0,1 0-1 0 0,-1 0 1 0 0,0 0 0 0 0,1-1 0 0 0,-1 1-1 0 0,0 0 1 0 0,0 0 0 0 0,0 0 0 0 0,0 0-1 0 0,0-1 1 0 0,0 0 0 0 0,-1-11 1334 0 0,3 31 5251 0 0,4 15-5323 0 0,6-1-2205 0 0,-11-31 581 0 0,-1 0 1 0 0,1 0 0 0 0,0-1-1 0 0,-1 1 1 0 0,1 0-1 0 0,0 0 1 0 0,0 0-1 0 0,-1 0 1 0 0,1-1 0 0 0,0 1-1 0 0,0 0 1 0 0,0-1-1 0 0,0 1 1 0 0,0-1-1 0 0,0 1 1 0 0,0-1 0 0 0,0 0-1 0 0,0 1 1 0 0,0-1-1 0 0,0 0 1 0 0,2 1-1 0 0,-1-2 9 0 0,-1 1-1 0 0,1-1 0 0 0,-1 1 0 0 0,1-1 1 0 0,-1 1-1 0 0,1-1 0 0 0,-1 0 0 0 0,1 0 0 0 0,-1 0 1 0 0,0 0-1 0 0,1 0 0 0 0,-1 0 0 0 0,0 0 0 0 0,0 0 1 0 0,0-1-1 0 0,0 1 0 0 0,0 0 0 0 0,0-1 0 0 0,0 1 1 0 0,-1-1-1 0 0,1 1 0 0 0,0-1 0 0 0,-1 1 1 0 0,1-1-1 0 0,-1 1 0 0 0,1-1 0 0 0,-1 1 0 0 0,0-4 1 0 0,2-2 74 0 0,-1 0 1 0 0,0 0-1 0 0,-1-1 1 0 0,0 1-1 0 0,0-8 1 0 0,-1 10-91 0 0,-1 0 1 0 0,1 0-1 0 0,-1 1 0 0 0,0-1 1 0 0,0 1-1 0 0,-1-1 1 0 0,1 1-1 0 0,-1 0 0 0 0,0 0 1 0 0,0 0-1 0 0,0 0 1 0 0,-1 1-1 0 0,1-1 0 0 0,-6-3 1 0 0,8 6-7 0 0,0 0 0 0 0,-1-1 0 0 0,1 1 0 0 0,0 0 0 0 0,-1 0 0 0 0,1 0 0 0 0,-1 1 1 0 0,0-1-1 0 0,1 0 0 0 0,-1 1 0 0 0,0-1 0 0 0,1 1 0 0 0,-1-1 0 0 0,0 1 0 0 0,1 0 0 0 0,-1-1 0 0 0,0 1 0 0 0,0 0 1 0 0,1 0-1 0 0,-1 1 0 0 0,0-1 0 0 0,0 0 0 0 0,1 0 0 0 0,-1 1 0 0 0,0-1 0 0 0,0 1 0 0 0,1 0 0 0 0,-1-1 0 0 0,1 1 1 0 0,-1 0-1 0 0,1 0 0 0 0,-1 0 0 0 0,1 0 0 0 0,-1 0 0 0 0,1 0 0 0 0,0 1 0 0 0,0-1 0 0 0,-1 0 0 0 0,1 1 1 0 0,0-1-1 0 0,0 1 0 0 0,-1 1 0 0 0,1 0-9 0 0,-1 0 1 0 0,1-1 0 0 0,-1 1-1 0 0,1 0 1 0 0,0 0 0 0 0,0 0-1 0 0,0 0 1 0 0,1 0-1 0 0,-1 0 1 0 0,1 0 0 0 0,-1 0-1 0 0,1 0 1 0 0,0 0 0 0 0,0 0-1 0 0,1 0 1 0 0,-1 0-1 0 0,1 0 1 0 0,-1 0 0 0 0,1 0-1 0 0,0 0 1 0 0,0 0 0 0 0,0-1-1 0 0,0 1 1 0 0,1 0-1 0 0,-1-1 1 0 0,1 1 0 0 0,0 0-1 0 0,-1-1 1 0 0,1 0 0 0 0,0 1-1 0 0,1-1 1 0 0,-1 0-1 0 0,0 0 1 0 0,1 0 0 0 0,-1-1-1 0 0,1 1 1 0 0,-1 0 0 0 0,1-1-1 0 0,0 0 1 0 0,-1 1-1 0 0,1-1 1 0 0,0 0 0 0 0,0-1-1 0 0,0 1 1 0 0,0 0 0 0 0,0-1-1 0 0,0 0 1 0 0,0 0-1 0 0,0 0 1 0 0,0 0 0 0 0,0 0-1 0 0,0 0 1 0 0,0-1 0 0 0,0 1-1 0 0,0-1 1 0 0,0 0-1 0 0,0 0 1 0 0,5-2 0 0 0,-2-1 42 0 0,0 1 0 0 0,-1 0 1 0 0,1-1-1 0 0,-1 0 0 0 0,1 0 1 0 0,-1-1-1 0 0,0 0 0 0 0,-1 1 1 0 0,1-2-1 0 0,-1 1 0 0 0,5-8 1 0 0,-8 11-33 0 0,1 0 1 0 0,-1 1 0 0 0,0-1-1 0 0,0 0 1 0 0,-1 0 0 0 0,1 0-1 0 0,0 1 1 0 0,0-1 0 0 0,-1 0-1 0 0,1 0 1 0 0,-1 0 0 0 0,0 0-1 0 0,0 0 1 0 0,0 0 0 0 0,0 0-1 0 0,0 0 1 0 0,0-1 0 0 0,0 1-1 0 0,0 0 1 0 0,-1 0 0 0 0,1 0-1 0 0,-1 1 1 0 0,0-1 0 0 0,1 0-1 0 0,-1 0 1 0 0,0 0 0 0 0,0 0-1 0 0,0 1 1 0 0,0-1 0 0 0,-1 0-1 0 0,1 1 1 0 0,0-1 0 0 0,-1 1-1 0 0,1-1 1 0 0,-1 1 0 0 0,1 0-1 0 0,-1 0 1 0 0,0 0 0 0 0,0 0-1 0 0,1 0 1 0 0,-4-1 0 0 0,4 1-41 0 0,-1 0 0 0 0,0 0 0 0 0,1 1-1 0 0,-1-1 1 0 0,0 1 0 0 0,0-1 0 0 0,0 1 0 0 0,1 0 0 0 0,-1 0 0 0 0,0 0 0 0 0,0 0 0 0 0,0 0 0 0 0,0 0 0 0 0,0 0 0 0 0,1 1-1 0 0,-1-1 1 0 0,0 0 0 0 0,0 1 0 0 0,1 0 0 0 0,-1-1 0 0 0,-2 2 0 0 0,-11 11-5880 0 0</inkml:trace>
</inkml:ink>
</file>

<file path=ppt/ink/ink2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7.4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 1 8290 0 0,'-14'2'1013'0'0,"12"6"1388"0"0,18 13 1858 0 0,-11-15-4216 0 0,14 18 1050 0 0,-1 0 0 0 0,-1 1-1 0 0,24 49 1 0 0,29 90-816 0 0,-9-19-4558 0 0,-46-109-1043 0 0,-13-28 3445 0 0</inkml:trace>
</inkml:ink>
</file>

<file path=ppt/ink/ink2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7.66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10 157 5065 0 0,'-2'-6'458'0'0,"0"0"-1"0"0,1 1 1 0 0,-1-1-1 0 0,1 0 1 0 0,1 0 0 0 0,-1 0-1 0 0,1 0 1 0 0,0 0-1 0 0,0 0 1 0 0,2-10 0 0 0,-1 12-141 0 0,0 0 1 0 0,0 1 0 0 0,1-1 0 0 0,-1 1 0 0 0,1-1 0 0 0,-1 1 0 0 0,1 0 0 0 0,0 0-1 0 0,0 0 1 0 0,1 0 0 0 0,-1 0 0 0 0,1 0 0 0 0,-1 1 0 0 0,1-1 0 0 0,0 1 0 0 0,0-1-1 0 0,0 1 1 0 0,6-3 0 0 0,-2 2-69 0 0,1-1 1 0 0,1 1-1 0 0,-1 0 0 0 0,0 1 0 0 0,1 0 0 0 0,-1 0 1 0 0,1 1-1 0 0,0 0 0 0 0,0 1 0 0 0,-1-1 1 0 0,1 2-1 0 0,0-1 0 0 0,-1 1 0 0 0,1 1 0 0 0,0 0 1 0 0,9 3-1 0 0,-12-3-181 0 0,1 0 0 0 0,-1 1 0 0 0,0 0 0 0 0,0 0 1 0 0,0 0-1 0 0,-1 1 0 0 0,1 0 0 0 0,-1 0 0 0 0,0 1 0 0 0,0-1 0 0 0,0 1 1 0 0,0 0-1 0 0,-1 0 0 0 0,0 1 0 0 0,0-1 0 0 0,-1 1 0 0 0,1 0 0 0 0,-1 0 1 0 0,0 0-1 0 0,-1 0 0 0 0,3 9 0 0 0,-2 1 3 0 0,0 0 1 0 0,-1 0-1 0 0,-1-1 1 0 0,-1 1-1 0 0,0 0 1 0 0,-1 0-1 0 0,0 0 1 0 0,-1 0-1 0 0,-5 16 1 0 0,-20 54-1022 0 0,-7-5-4979 0 0,23-59-827 0 0</inkml:trace>
</inkml:ink>
</file>

<file path=ppt/ink/ink2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8.51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112 21 4609 0 0,'1'-1'234'0'0,"0"0"-1"0"0,0 0 1 0 0,0 0 0 0 0,0 0-1 0 0,0 0 1 0 0,-1-1-1 0 0,1 1 1 0 0,0 0 0 0 0,-1-1-1 0 0,1 1 1 0 0,-1-1 0 0 0,-2-4 2181 0 0,-10 15-767 0 0,1 4-355 0 0,-1 0 0 0 0,2 0 0 0 0,-17 27 0 0 0,20-27-894 0 0,0 0 1 0 0,1 0 0 0 0,1 0 0 0 0,0 1 0 0 0,0-1-1 0 0,1 1 1 0 0,1 1 0 0 0,-2 20 0 0 0,5-32-390 0 0,0 0-1 0 0,1 1 1 0 0,-1-1 0 0 0,1 1 0 0 0,-1-1 0 0 0,1 0 0 0 0,0 0 0 0 0,0 1 0 0 0,1-1 0 0 0,-1 0 0 0 0,1 0 0 0 0,-1 0-1 0 0,1 0 1 0 0,0 0 0 0 0,0-1 0 0 0,1 1 0 0 0,-1-1 0 0 0,0 1 0 0 0,1-1 0 0 0,-1 0 0 0 0,1 0 0 0 0,0 0 0 0 0,4 3-1 0 0,9 3 45 0 0,0 0-1 0 0,0 0 0 0 0,26 7 0 0 0,1 1-65 0 0,-35-13-19 0 0,0 1 0 0 0,-1 0 0 0 0,1 1 0 0 0,-1-1-1 0 0,0 2 1 0 0,0-1 0 0 0,-1 1 0 0 0,0 0 0 0 0,10 11 0 0 0,-14-14 27 0 0,0 0 0 0 0,0 0 1 0 0,-1 0-1 0 0,1 0 1 0 0,-1 1-1 0 0,1-1 1 0 0,-1 0-1 0 0,0 1 1 0 0,0-1-1 0 0,-1 1 1 0 0,1-1-1 0 0,-1 1 0 0 0,0-1 1 0 0,0 1-1 0 0,0-1 1 0 0,0 1-1 0 0,-1-1 1 0 0,1 1-1 0 0,-1-1 1 0 0,0 1-1 0 0,0-1 1 0 0,0 0-1 0 0,0 1 0 0 0,-1-1 1 0 0,-3 6-1 0 0,-2 1 162 0 0,0 0 0 0 0,-1 0 1 0 0,0 0-1 0 0,-1-1 0 0 0,0 0 0 0 0,0-1 0 0 0,-1 0 0 0 0,0-1 0 0 0,-21 12 0 0 0,26-16-195 0 0,0 1 0 0 0,-1-2 0 0 0,0 1-1 0 0,1-1 1 0 0,-1 1 0 0 0,0-1 0 0 0,0-1 0 0 0,0 0 0 0 0,-1 1-1 0 0,1-2 1 0 0,0 1 0 0 0,0-1 0 0 0,-1 0 0 0 0,1 0-1 0 0,0-1 1 0 0,0 1 0 0 0,-1-2 0 0 0,1 1 0 0 0,0 0 0 0 0,0-1-1 0 0,-8-4 1 0 0</inkml:trace>
</inkml:ink>
</file>

<file path=ppt/ink/ink2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47.67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194 73 3225 0 0,'-10'-1'700'0'0,"-1"0"0"0"0,1-1 0 0 0,-14-4 0 0 0,16 4-203 0 0,1 0-1 0 0,0 0 0 0 0,-1 1 0 0 0,1 0 0 0 0,-1 0 1 0 0,0 1-1 0 0,-7 0 0 0 0,13 1-346 0 0,-1 0 0 0 0,0-1 1 0 0,1 1-1 0 0,-1 0 0 0 0,1 1 0 0 0,0-1 0 0 0,-1 0 0 0 0,1 1 1 0 0,0-1-1 0 0,0 1 0 0 0,0-1 0 0 0,0 1 0 0 0,0 0 1 0 0,0 0-1 0 0,0 0 0 0 0,1 0 0 0 0,-1 0 0 0 0,1 1 0 0 0,-1-1 1 0 0,1 0-1 0 0,0 1 0 0 0,0-1 0 0 0,0 1 0 0 0,-1 4 1 0 0,-5 21 272 0 0,1 1 0 0 0,2 0 0 0 0,1 0 0 0 0,1 0 0 0 0,1 0 0 0 0,5 38 1 0 0,-4-54-413 0 0,2 0 1 0 0,0 0-1 0 0,0 0 1 0 0,1-1 0 0 0,0 0-1 0 0,1 1 1 0 0,1-1-1 0 0,0 0 1 0 0,1-1-1 0 0,0 0 1 0 0,8 12 0 0 0,-10-18-9 0 0,0 0 0 0 0,0 0 0 0 0,1-1 0 0 0,-1 1 0 0 0,1-1 0 0 0,0 0 0 0 0,1-1 0 0 0,-1 1 0 0 0,1-1 0 0 0,-1 0 0 0 0,1 0 0 0 0,0 0 0 0 0,0-1 0 0 0,0 0 0 0 0,1 0 0 0 0,-1-1 0 0 0,0 0 0 0 0,1 0 0 0 0,-1 0 0 0 0,1-1 1 0 0,-1 0-1 0 0,1 0 0 0 0,10-2 0 0 0,-9 0 31 0 0,0 0 0 0 0,0 0-1 0 0,-1-1 1 0 0,1 1 0 0 0,0-2 0 0 0,-1 1 0 0 0,0-1 0 0 0,0 0 0 0 0,0-1 0 0 0,-1 0 0 0 0,1 0 0 0 0,-1 0 0 0 0,0-1 0 0 0,-1 0 0 0 0,1 0 0 0 0,-1 0 0 0 0,0-1 0 0 0,-1 1 0 0 0,0-1 0 0 0,6-12 0 0 0,-5 8 34 0 0,0-1 0 0 0,0 0 0 0 0,-1-1 0 0 0,-1 1-1 0 0,0-1 1 0 0,-1 1 0 0 0,0-1 0 0 0,-1 0 0 0 0,0 0 0 0 0,-1 0 0 0 0,0 0 0 0 0,-3-15 0 0 0,-1 6 171 0 0,-2 1 0 0 0,0 0 0 0 0,-1 0 0 0 0,-1 1 0 0 0,-1 0-1 0 0,0 0 1 0 0,-13-18 0 0 0,16 30-222 0 0,1 0 0 0 0,-2 0 0 0 0,1 1 1 0 0,-1 0-1 0 0,0 0 0 0 0,-1 1 0 0 0,-15-11 0 0 0,18 14-132 0 0,0 0 1 0 0,-1 0-1 0 0,1 1 1 0 0,-1 0-1 0 0,0 0 0 0 0,1 0 1 0 0,-1 1-1 0 0,0 0 1 0 0,0 0-1 0 0,0 0 1 0 0,0 1-1 0 0,0 0 1 0 0,-12 1-1 0 0,3 3-1099 0 0,3 1-269 0 0</inkml:trace>
</inkml:ink>
</file>

<file path=ppt/ink/ink2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47.97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37 6449 0 0,'25'-33'3999'0'0,"-25"33"-3882"0"0,1-1 0 0 0,-1 1-1 0 0,0 0 1 0 0,1 0 0 0 0,-1-1 0 0 0,1 1-1 0 0,-1 0 1 0 0,0 0 0 0 0,1-1 0 0 0,-1 1-1 0 0,1 0 1 0 0,-1 0 0 0 0,1 0 0 0 0,-1 0-1 0 0,0-1 1 0 0,1 1 0 0 0,-1 0-1 0 0,1 0 1 0 0,-1 0 0 0 0,1 0 0 0 0,-1 0-1 0 0,1 0 1 0 0,-1 0 0 0 0,1 0 0 0 0,-1 1-1 0 0,1-1 1 0 0,0 0 0 0 0,-1 1-18 0 0,1 0 0 0 0,0 0 0 0 0,-1 0-1 0 0,1 0 1 0 0,0 0 0 0 0,-1 0 0 0 0,1 0 0 0 0,-1 0 0 0 0,1 0 0 0 0,-1 0 0 0 0,0 1 0 0 0,0-1-1 0 0,1 0 1 0 0,-1 0 0 0 0,0 0 0 0 0,0 2 0 0 0,2 49 1137 0 0,-5 61 1 0 0,1 34-1168 0 0,4-109-228 0 0,2 35-193 0 0,7-29-3347 0 0</inkml:trace>
</inkml:ink>
</file>

<file path=ppt/ink/ink2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48.28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6 486 4145 0 0,'-3'-18'692'0'0,"1"-1"0"0"0,1-27-1 0 0,1 39-56 0 0,1 0-1 0 0,0 0 0 0 0,0 0 0 0 0,0 0 1 0 0,1 0-1 0 0,0 1 0 0 0,0-1 0 0 0,1 0 0 0 0,6-10 1 0 0,-9 16-510 0 0,0 1 0 0 0,1-1 0 0 0,-1 1 0 0 0,0-1 0 0 0,1 1 0 0 0,-1-1 0 0 0,1 1 0 0 0,-1 0 0 0 0,1-1 0 0 0,-1 1 0 0 0,1-1 0 0 0,-1 1 0 0 0,1 0 0 0 0,-1-1 0 0 0,1 1 0 0 0,-1 0 0 0 0,1 0 0 0 0,0 0 0 0 0,-1-1 0 0 0,1 1 0 0 0,-1 0 0 0 0,1 0 0 0 0,0 0 0 0 0,-1 0 0 0 0,1 0 0 0 0,0 0 0 0 0,0 0 0 0 0,18 11 1787 0 0,14 30-542 0 0,-28-34-1103 0 0,7 8-129 0 0,0-1-1 0 0,1 0 0 0 0,1-1 1 0 0,0-1-1 0 0,1 0 1 0 0,0 0-1 0 0,24 12 1 0 0,-30-18-53 0 0,1-1 1 0 0,0-1 0 0 0,0 0-1 0 0,0 0 1 0 0,0-1 0 0 0,1 0-1 0 0,0 0 1 0 0,-1-2 0 0 0,1 1-1 0 0,0-1 1 0 0,0-1 0 0 0,0 0-1 0 0,-1 0 1 0 0,16-3 0 0 0,-22 2-44 0 0,0-1 1 0 0,0 1 0 0 0,0-1 0 0 0,0 0-1 0 0,0 0 1 0 0,0 0 0 0 0,0-1-1 0 0,-1 1 1 0 0,1-1 0 0 0,-1 0 0 0 0,0 0-1 0 0,1 0 1 0 0,-2 0 0 0 0,1-1 0 0 0,0 1-1 0 0,-1-1 1 0 0,1 0 0 0 0,-1 0-1 0 0,0 0 1 0 0,0 0 0 0 0,-1 0 0 0 0,1 0-1 0 0,-1 0 1 0 0,0 0 0 0 0,0-1-1 0 0,1-7 1 0 0,0-11 53 0 0,0-1-1 0 0,-2 0 1 0 0,-4-42-1 0 0,3 46-13 0 0,0 13-98 0 0,-2-116 96 0 0,3 109-167 0 0,1 1 1 0 0,1-1-1 0 0,0 1 0 0 0,1 0 0 0 0,0 0 0 0 0,1 0 0 0 0,7-14 1 0 0,6 2-2354 0 0</inkml:trace>
</inkml:ink>
</file>

<file path=ppt/ink/ink2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3.31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152 3 10594 0 0,'-2'-1'190'0'0,"1"0"-1"0"0,-1 1 1 0 0,0 0-1 0 0,0-1 1 0 0,0 1-1 0 0,1 0 1 0 0,-1 0-1 0 0,0 0 0 0 0,0 0 1 0 0,0 0-1 0 0,0 1 1 0 0,1-1-1 0 0,-1 0 1 0 0,0 1-1 0 0,0 0 1 0 0,1-1-1 0 0,-1 1 1 0 0,0 0-1 0 0,1 0 1 0 0,-1 0-1 0 0,1 0 0 0 0,-1 0 1 0 0,1 0-1 0 0,-1 0 1 0 0,1 0-1 0 0,0 1 1 0 0,0-1-1 0 0,-2 3 1 0 0,-3 3 8 0 0,0 0 0 0 0,1 0-1 0 0,0 1 1 0 0,-6 13 0 0 0,-2 10-162 0 0,1 0 0 0 0,1 1-1 0 0,2 0 1 0 0,1 1 0 0 0,2 0-1 0 0,1 1 1 0 0,-1 49 0 0 0,6-74-37 0 0,1 0 1 0 0,0 0 0 0 0,0 0 0 0 0,0 0 0 0 0,1 0-1 0 0,1 0 1 0 0,-1 0 0 0 0,2-1 0 0 0,-1 0-1 0 0,1 1 1 0 0,0-1 0 0 0,1 0 0 0 0,0-1-1 0 0,0 1 1 0 0,0-1 0 0 0,9 8 0 0 0,-9-10 0 0 0,1-1-1 0 0,-1 1 1 0 0,1-1 0 0 0,-1-1 0 0 0,1 1 0 0 0,0-1-1 0 0,0 0 1 0 0,1-1 0 0 0,-1 1 0 0 0,1-1 0 0 0,-1-1 0 0 0,1 1-1 0 0,0-1 1 0 0,-1 0 0 0 0,1 0 0 0 0,0-1 0 0 0,0 0 0 0 0,0 0-1 0 0,-1-1 1 0 0,1 0 0 0 0,0 0 0 0 0,8-3 0 0 0,-4 1 6 0 0,0-1 1 0 0,0 0-1 0 0,-1-1 1 0 0,0 0-1 0 0,0 0 1 0 0,0-1-1 0 0,-1 0 1 0 0,1-1-1 0 0,-2 0 1 0 0,1-1-1 0 0,-1 0 1 0 0,0 0-1 0 0,0-1 1 0 0,-1 1-1 0 0,-1-2 1 0 0,10-15-1 0 0,-12 17 5 0 0,0 1 0 0 0,-1-1 0 0 0,0 0-1 0 0,0-1 1 0 0,-1 1 0 0 0,0 0-1 0 0,-1-1 1 0 0,1 1 0 0 0,-2-1 0 0 0,1 1-1 0 0,-1-1 1 0 0,0 1 0 0 0,-1-1 0 0 0,0 1-1 0 0,-1-1 1 0 0,1 1 0 0 0,-2 0-1 0 0,1-1 1 0 0,-1 1 0 0 0,0 0 0 0 0,-1 1-1 0 0,-6-12 1 0 0,3 9 91 0 0,0 0 1 0 0,-1 0-1 0 0,0 0 0 0 0,-1 1 0 0 0,0 0 0 0 0,0 1 1 0 0,-1 0-1 0 0,0 0 0 0 0,0 1 0 0 0,-1 1 1 0 0,0 0-1 0 0,-14-6 0 0 0,19 9-259 0 0,1 1 0 0 0,-1 0 0 0 0,0 1 1 0 0,1-1-1 0 0,-1 1 0 0 0,0 1 0 0 0,0-1 0 0 0,0 1 0 0 0,0 0 0 0 0,0 0 1 0 0,0 0-1 0 0,0 1 0 0 0,1 0 0 0 0,-1 0 0 0 0,0 0 0 0 0,0 1 0 0 0,1 0 0 0 0,-1 0 1 0 0,1 1-1 0 0,0-1 0 0 0,-1 1 0 0 0,1 0 0 0 0,1 1 0 0 0,-1-1 0 0 0,0 1 1 0 0,1 0-1 0 0,-8 8 0 0 0,-1 6-1018 0 0</inkml:trace>
</inkml:ink>
</file>

<file path=ppt/ink/ink2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3.6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0 3681 0 0,'-2'3'13985'0'0,"49"169"-10695"0"0,-28-109-3048 0 0,4-1 0 0 0,35 71 0 0 0,-30-67-558 0 0,-19-37-3177 0 0</inkml:trace>
</inkml:ink>
</file>

<file path=ppt/ink/ink2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3.77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1 193 8754 0 0,'1'-5'253'0'0,"0"0"-1"0"0,1 0 1 0 0,0 0 0 0 0,0 0 0 0 0,0 0-1 0 0,1 1 1 0 0,0-1 0 0 0,0 1 0 0 0,0-1-1 0 0,0 1 1 0 0,1 0 0 0 0,6-6 0 0 0,8-5 1225 0 0,29-21 1 0 0,-36 27-1401 0 0,0 1-70 0 0,1 0 0 0 0,-1 0 0 0 0,1 2 0 0 0,1-1 0 0 0,-1 1 0 0 0,1 1 0 0 0,0 0 0 0 0,0 1 0 0 0,1 0 0 0 0,18-2 0 0 0,-18 7-392 0 0</inkml:trace>
</inkml:ink>
</file>

<file path=ppt/ink/ink2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3.93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1 182 6913 0 0,'0'0'159'0'0,"1"1"-1"0"0,0-1 0 0 0,0 1 0 0 0,0-1 0 0 0,-1 0 0 0 0,1 0 0 0 0,0 1 1 0 0,0-1-1 0 0,0 0 0 0 0,0 0 0 0 0,0 0 0 0 0,-1 0 0 0 0,1 0 1 0 0,0 0-1 0 0,0 0 0 0 0,0 0 0 0 0,0-1 0 0 0,0 1 0 0 0,-1 0 0 0 0,1 0 1 0 0,0-1-1 0 0,1 1 0 0 0,22-7 1343 0 0,-8 0-1122 0 0,0 0 0 0 0,-1-2 0 0 0,0 1 0 0 0,26-20 1 0 0,51-51-4370 0 0,-82 70 3314 0 0,19-19-988 0 0</inkml:trace>
</inkml:ink>
</file>

<file path=ppt/ink/ink2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4.13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 0 6913 0 0,'-1'1'108'0'0,"1"-1"-1"0"0,-1 0 0 0 0,1 1 0 0 0,-1-1 0 0 0,1 0 1 0 0,0 1-1 0 0,-1-1 0 0 0,1 1 0 0 0,-1-1 0 0 0,1 1 1 0 0,0-1-1 0 0,-1 1 0 0 0,1-1 0 0 0,0 1 0 0 0,0-1 1 0 0,-1 1-1 0 0,1-1 0 0 0,0 1 0 0 0,0-1 0 0 0,0 1 1 0 0,0 0-1 0 0,0-1 0 0 0,0 1 0 0 0,-1-1 0 0 0,2 1 0 0 0,-1 0 1 0 0,0 0-1 0 0,-4 23 1312 0 0,2 18 138 0 0,2 0-1 0 0,1-1 0 0 0,13 75 0 0 0,-4-69-1976 0 0,1-1 0 0 0,2-1 0 0 0,21 48 0 0 0,-26-76-5313 0 0</inkml:trace>
</inkml:ink>
</file>

<file path=ppt/ink/ink2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4.31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1 133 4609 0 0,'0'-4'405'0'0,"0"-1"-1"0"0,0 1 1 0 0,0 0-1 0 0,0-1 1 0 0,1 1-1 0 0,0 0 1 0 0,0-1 0 0 0,0 1-1 0 0,0 0 1 0 0,1 0-1 0 0,-1 0 1 0 0,1 0-1 0 0,0 0 1 0 0,1 0-1 0 0,-1 1 1 0 0,1-1 0 0 0,-1 1-1 0 0,1-1 1 0 0,0 1-1 0 0,0 0 1 0 0,0 0-1 0 0,5-3 1 0 0,-2 1-448 0 0,0 1-1 0 0,1-1 1 0 0,0 1-1 0 0,0 1 1 0 0,0-1-1 0 0,0 1 1 0 0,0 0-1 0 0,1 1 1 0 0,-1-1-1 0 0,1 2 1 0 0,13-3-1 0 0</inkml:trace>
</inkml:ink>
</file>

<file path=ppt/ink/ink2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4.49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9 110 6913 0 0,'-3'5'74'0'0,"-3"8"1826"0"0,16-16-599 0 0,72-40 3413 0 0,12-4-4114 0 0,-79 41-1588 0 0,-1 0 0 0 0,1 2 1 0 0,0 0-1 0 0,30-4 1 0 0,-8 3-2685 0 0,-22 4 2989 0 0</inkml:trace>
</inkml:ink>
</file>

<file path=ppt/ink/ink2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24.51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50 347 9218 0 0,'-3'-8'676'0'0,"0"0"0"0"0,-1 0 0 0 0,0 0-1 0 0,0 0 1 0 0,0 1 0 0 0,-1 0 0 0 0,-1 0 0 0 0,-10-12 0 0 0,30 42 2822 0 0,7 11-3262 0 0,169 202 478 0 0,-132-172-616 0 0,99 86-1 0 0,-133-128 49 0 0,2-2 0 0 0,0 0 0 0 0,1-2 0 0 0,1-1 0 0 0,56 26 0 0 0,-82-42-85 0 0,1-1-1 0 0,-1 1 0 0 0,0 0 1 0 0,0-1-1 0 0,1 1 0 0 0,-1-1 1 0 0,0 0-1 0 0,0 0 0 0 0,1 0 1 0 0,-1 0-1 0 0,0 0 0 0 0,1 0 1 0 0,-1 0-1 0 0,0-1 0 0 0,0 0 1 0 0,1 1-1 0 0,-1-1 0 0 0,0 0 1 0 0,0 0-1 0 0,0 0 0 0 0,0 0 1 0 0,2-2-1 0 0,-1 1 3 0 0,0-1 1 0 0,0 0-1 0 0,-1-1 0 0 0,1 1 0 0 0,-1 0 1 0 0,0-1-1 0 0,0 1 0 0 0,0-1 1 0 0,0 1-1 0 0,-1-1 0 0 0,2-6 0 0 0,2-10 77 0 0,-2 1-1 0 0,0 0 1 0 0,-1-1 0 0 0,-1-20-1 0 0,-14-276 665 0 0,0-23-1765 0 0,13 337 938 0 0,0-7-221 0 0,0 0-1 0 0,1 0 1 0 0,0 0-1 0 0,1 1 1 0 0,-1-1-1 0 0,6-14 1 0 0,-1 13-878 0 0</inkml:trace>
</inkml:ink>
</file>

<file path=ppt/ink/ink2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25.22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170 154 9218 0 0,'-1'-2'131'0'0,"0"0"0"0"0,0 0 1 0 0,0 1-1 0 0,0-1 0 0 0,0 1 0 0 0,-1-1 0 0 0,1 1 1 0 0,0-1-1 0 0,-1 1 0 0 0,1 0 0 0 0,-1-1 0 0 0,0 1 1 0 0,1 0-1 0 0,-1 0 0 0 0,0 0 0 0 0,1 1 0 0 0,-1-1 1 0 0,0 0-1 0 0,0 1 0 0 0,0-1 0 0 0,0 1 0 0 0,0-1 1 0 0,0 1-1 0 0,0 0 0 0 0,0 0 0 0 0,0 0 0 0 0,0 0 1 0 0,0 0-1 0 0,1 0 0 0 0,-1 1 0 0 0,0-1 0 0 0,0 1 1 0 0,0-1-1 0 0,0 1 0 0 0,0 0 0 0 0,1 0 0 0 0,-4 1 1 0 0,0 1 123 0 0,0 0 1 0 0,0 0 0 0 0,0 0-1 0 0,0 1 1 0 0,0-1 0 0 0,1 1-1 0 0,0 1 1 0 0,-1-1 0 0 0,2 0-1 0 0,-1 1 1 0 0,-5 8 0 0 0,2 3-120 0 0,-1 0 1 0 0,2 1-1 0 0,1 0 0 0 0,0 0 1 0 0,1 1-1 0 0,0-1 1 0 0,2 1-1 0 0,0 0 1 0 0,1 0-1 0 0,1 0 0 0 0,3 31 1 0 0,-1-39-134 0 0,0 0-1 0 0,0 0 1 0 0,1 0 0 0 0,0 0 0 0 0,1 0-1 0 0,0-1 1 0 0,0 1 0 0 0,1-1 0 0 0,9 13-1 0 0,-9-16-4 0 0,0 0-1 0 0,0-1 0 0 0,1 0 1 0 0,-1 0-1 0 0,1 0 0 0 0,0-1 1 0 0,0 1-1 0 0,1-1 0 0 0,-1-1 1 0 0,1 1-1 0 0,0-1 0 0 0,0-1 0 0 0,0 1 1 0 0,10 1-1 0 0,-6-2-13 0 0,0-1-1 0 0,0 0 1 0 0,1-1 0 0 0,-1 0-1 0 0,0 0 1 0 0,1-2 0 0 0,-1 1-1 0 0,0-1 1 0 0,0-1 0 0 0,0 0-1 0 0,0-1 1 0 0,-1 0 0 0 0,1 0-1 0 0,-1-1 1 0 0,0-1-1 0 0,0 1 1 0 0,-1-2 0 0 0,1 1-1 0 0,-2-1 1 0 0,1-1 0 0 0,-1 0-1 0 0,0 0 1 0 0,0 0 0 0 0,-1-1-1 0 0,0 0 1 0 0,9-17 0 0 0,-15 23 0 0 0,1-1 1 0 0,-1 0 0 0 0,1 0 0 0 0,-1 0-1 0 0,0 0 1 0 0,-1 0 0 0 0,1 0 0 0 0,-1 0-1 0 0,0-1 1 0 0,0 1 0 0 0,0 0 0 0 0,0 0 0 0 0,-1 0-1 0 0,0 0 1 0 0,1 0 0 0 0,-2 0 0 0 0,1 0-1 0 0,0 0 1 0 0,-3-5 0 0 0,-3-3-95 0 0,-1 0 1 0 0,0 0 0 0 0,-1 1-1 0 0,-13-14 1 0 0,14 17 97 0 0,0-1 0 0 0,1 1 0 0 0,0-1 0 0 0,1 0 0 0 0,0-1 1 0 0,0 0-1 0 0,-6-16 0 0 0,10 20 13 0 0,1 0 1 0 0,0 0 0 0 0,0 0-1 0 0,1 0 1 0 0,0 0-1 0 0,0-1 1 0 0,0 1 0 0 0,1 0-1 0 0,0 0 1 0 0,0 0 0 0 0,1 0-1 0 0,-1 0 1 0 0,1 0-1 0 0,1 0 1 0 0,-1 0 0 0 0,1 1-1 0 0,0-1 1 0 0,0 1 0 0 0,1 0-1 0 0,-1 0 1 0 0,1 0-1 0 0,0 0 1 0 0,9-7 0 0 0,-4 4 98 0 0,2-1 1 0 0,-1 1 0 0 0,1 0 0 0 0,0 1-1 0 0,0 1 1 0 0,1 0 0 0 0,0 0-1 0 0,0 1 1 0 0,0 1 0 0 0,20-5 0 0 0,-29 8-48 0 0,1 0 0 0 0,-1 1-1 0 0,0-1 1 0 0,1 1 0 0 0,-1 0 0 0 0,1 0 0 0 0,-1 1 0 0 0,1-1 0 0 0,-1 1 0 0 0,1 0 0 0 0,-1-1 0 0 0,0 1 0 0 0,1 1 0 0 0,-1-1 0 0 0,0 0 0 0 0,0 1 0 0 0,6 4 0 0 0,-4-3 34 0 0,-1 2 0 0 0,1-1 0 0 0,-1 1 1 0 0,0-1-1 0 0,0 1 0 0 0,-1 0 1 0 0,0 0-1 0 0,1 1 0 0 0,2 7 0 0 0,3 9 256 0 0,-2 1-1 0 0,0 0 1 0 0,7 48-1 0 0,-10-43-532 0 0,4 29 761 0 0,-7-54-1392 0 0,0 0 0 0 0,0 1 0 0 0,0-1 0 0 0,1 0 0 0 0,-1 0 0 0 0,1 0 0 0 0,3 5 0 0 0</inkml:trace>
</inkml:ink>
</file>

<file path=ppt/ink/ink2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25.59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124 53 3681 0 0,'4'-9'36'0'0,"8"-19"1681"0"0,-12 13 2408 0 0,0 15-3922 0 0,-1 0-1 0 0,1 0 0 0 0,-1 0 0 0 0,0 0 0 0 0,1 0 1 0 0,-1 0-1 0 0,0 0 0 0 0,1 0 0 0 0,-1 0 1 0 0,1 0-1 0 0,-1 1 0 0 0,0-1 0 0 0,1 0 1 0 0,-1 0-1 0 0,1 1 0 0 0,-1-1 0 0 0,1 0 0 0 0,-1 1 1 0 0,0 0 403 0 0,0 0-403 0 0,1-1-1 0 0,0 1 0 0 0,-1-1 0 0 0,1 1 0 0 0,0-1 1 0 0,-1 2-1 0 0,-14 16 1174 0 0,-49 82 1865 0 0,56-84-2988 0 0,0-1 0 0 0,1 1-1 0 0,1 0 1 0 0,-8 32 0 0 0,13-45-240 0 0,1 0 0 0 0,-1 0 0 0 0,1 0 0 0 0,-1 0 0 0 0,1 0 0 0 0,0 0 0 0 0,0 0 0 0 0,1 0 0 0 0,-1 0 0 0 0,0 0 0 0 0,1-1 0 0 0,0 1-1 0 0,0 0 1 0 0,0 0 0 0 0,0 0 0 0 0,0-1 0 0 0,0 1 0 0 0,1 0 0 0 0,-1-1 0 0 0,1 0 0 0 0,0 1 0 0 0,4 3 0 0 0,-2-3-39 0 0,0 0 0 0 0,0-1 0 0 0,0 1 0 0 0,0-1-1 0 0,1 0 1 0 0,-1-1 0 0 0,1 1 0 0 0,-1-1 0 0 0,1 0-1 0 0,0 0 1 0 0,-1 0 0 0 0,1-1 0 0 0,7 1 0 0 0,55-4-241 0 0,14 1-231 0 0,-73 2 468 0 0,-1 1 0 0 0,1 0 1 0 0,-1 0-1 0 0,0 1 0 0 0,0 0 0 0 0,0 0 1 0 0,0 1-1 0 0,10 4 0 0 0,-15-5 47 0 0,1-1-1 0 0,-1 0 1 0 0,0 1-1 0 0,0 0 0 0 0,1 0 1 0 0,-1-1-1 0 0,-1 1 1 0 0,1 0-1 0 0,0 1 0 0 0,0-1 1 0 0,-1 0-1 0 0,1 0 1 0 0,-1 1-1 0 0,0-1 0 0 0,1 1 1 0 0,-1-1-1 0 0,0 1 1 0 0,-1 0-1 0 0,2 2 0 0 0,-2 0 51 0 0,0-1-1 0 0,1 1 0 0 0,-2 0 0 0 0,1-1 0 0 0,0 1 1 0 0,-1 0-1 0 0,0-1 0 0 0,0 1 0 0 0,0-1 0 0 0,-3 7 1 0 0,-3 4 119 0 0,-1-1 1 0 0,0 0 0 0 0,-1 0-1 0 0,0 0 1 0 0,-15 15 0 0 0,-48 47 116 0 0,38-47-6654 0 0</inkml:trace>
</inkml:ink>
</file>

<file path=ppt/ink/ink2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26.40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135 10 9218 0 0,'-16'-3'1253'0'0,"0"0"1"0"0,0 1-1 0 0,1 1 0 0 0,-1 1 1 0 0,-27 2-1 0 0,31 3 1184 0 0,22 1-605 0 0,-9-6-1692 0 0,3 1-10 0 0,22 10-31 0 0,1 0 0 0 0,-1 2 1 0 0,-1 1-1 0 0,-1 1 1 0 0,40 32-1 0 0,-28-21 55 0 0,61 35 0 0 0,-39-34-134 0 0,1-3 0 0 0,1-3 0 0 0,1-2 1 0 0,0-3-1 0 0,1-2 0 0 0,103 8 0 0 0,-160-21 15 0 0,-1-1 1 0 0,1 1-1 0 0,0 0 0 0 0,0 0 0 0 0,-1 0 0 0 0,1 1 1 0 0,8 3-1 0 0,-12-4-24 0 0,-1-1 0 0 0,1 0 1 0 0,-1 1-1 0 0,1-1 0 0 0,-1 0 0 0 0,1 1 1 0 0,-1-1-1 0 0,1 1 0 0 0,-1-1 0 0 0,0 1 0 0 0,1 0 1 0 0,-1-1-1 0 0,0 1 0 0 0,1-1 0 0 0,-1 1 1 0 0,0-1-1 0 0,0 1 0 0 0,0 0 0 0 0,0-1 1 0 0,1 1-1 0 0,-1 0 0 0 0,0-1 0 0 0,0 1 1 0 0,0 0-1 0 0,-1 1 15 0 0,1 0 0 0 0,-1-1-1 0 0,0 1 1 0 0,1 0 0 0 0,-1-1 0 0 0,0 1 0 0 0,0-1 0 0 0,0 1 0 0 0,0-1-1 0 0,0 1 1 0 0,-1-1 0 0 0,-1 3 0 0 0,-46 44 179 0 0,3 3 1 0 0,-47 67-1 0 0,-92 186 779 0 0,183-301-1455 0 0,-10 23 1489 0 0,9-12-2592 0 0</inkml:trace>
</inkml:ink>
</file>

<file path=ppt/ink/ink2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26.92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98 213 10594 0 0,'-8'1'271'0'0,"0"0"0"0"0,1 1-1 0 0,0 1 1 0 0,-1-1 0 0 0,1 1-1 0 0,0 0 1 0 0,1 1 0 0 0,-13 7-1 0 0,18-10-134 0 0,-1 0 0 0 0,1 0-1 0 0,-1 0 1 0 0,1 0 0 0 0,0 1-1 0 0,-1-1 1 0 0,1 0 0 0 0,0 1-1 0 0,0-1 1 0 0,0 1 0 0 0,0-1-1 0 0,0 1 1 0 0,0 0 0 0 0,1-1-1 0 0,-1 1 1 0 0,1 0 0 0 0,-1 0-1 0 0,1-1 1 0 0,-1 1 0 0 0,1 0-1 0 0,0 0 1 0 0,0-1 0 0 0,0 1-1 0 0,0 0 1 0 0,0 0 0 0 0,0 0-1 0 0,1-1 1 0 0,-1 1 0 0 0,0 0-1 0 0,1 0 1 0 0,0-1 0 0 0,-1 1-1 0 0,1 0 1 0 0,0-1 0 0 0,0 1-1 0 0,0-1 1 0 0,0 1 0 0 0,0-1-1 0 0,0 1 1 0 0,0-1 0 0 0,0 0-1 0 0,3 3 1 0 0,121 119 2669 0 0,-49-56-2623 0 0,3-3 1 0 0,92 56 0 0 0,-145-104-91 0 0,1-1 1 0 0,1 0 0 0 0,1-2-1 0 0,-1-2 1 0 0,57 15 0 0 0,-84-25-66 0 0,0-1 0 0 0,0 1 1 0 0,1-1-1 0 0,-1 0 0 0 0,0 1 0 0 0,0-1 1 0 0,1 0-1 0 0,-1 0 0 0 0,0 0 0 0 0,0 0 0 0 0,1 0 1 0 0,-1 0-1 0 0,0 0 0 0 0,0-1 0 0 0,1 1 1 0 0,-1 0-1 0 0,0-1 0 0 0,0 1 0 0 0,0-1 1 0 0,0 1-1 0 0,1-1 0 0 0,-1 1 0 0 0,0-1 1 0 0,0 0-1 0 0,0 1 0 0 0,0-1 0 0 0,0 0 1 0 0,-1 0-1 0 0,1 0 0 0 0,0 0 0 0 0,0 0 1 0 0,-1 0-1 0 0,1 0 0 0 0,0 0 0 0 0,-1 0 0 0 0,1 0 1 0 0,-1-1-1 0 0,1 1 0 0 0,-1-2 0 0 0,1-4 134 0 0,0-1 0 0 0,-1 0 0 0 0,0 1 0 0 0,0-1 0 0 0,-3-13 0 0 0,1-9 144 0 0,15-581-658 0 0,-13 597-40 0 0,3-33-2929 0 0</inkml:trace>
</inkml:ink>
</file>

<file path=ppt/ink/ink2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27.43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38 320 8754 0 0,'-13'7'1133'0'0,"11"-6"-751"0"0,0 1 0 0 0,0-1 0 0 0,-1 0 0 0 0,1 0 0 0 0,0 0 0 0 0,0 0-1 0 0,-1-1 1 0 0,-4 2 0 0 0,35-27 4379 0 0,138-93-907 0 0,-32 21-3390 0 0,8 10-3839 0 0,-124 77-3546 0 0</inkml:trace>
</inkml:ink>
</file>

<file path=ppt/ink/ink2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27.68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9218 0 0,'1'2'697'0'0,"1"1"-1"0"0,-1 0 1 0 0,0-1 0 0 0,1 1-1 0 0,-1-1 1 0 0,1 1-1 0 0,0-1 1 0 0,3 3 0 0 0,-2 0 632 0 0,7 11 145 0 0,0 1 1 0 0,-2 1-1 0 0,11 28 0 0 0,-13-27-1420 0 0,2-1-1 0 0,0 0 0 0 0,17 27 1 0 0,-8-21-132 0 0,32 33 1 0 0,2-12-3399 0 0</inkml:trace>
</inkml:ink>
</file>

<file path=ppt/ink/ink2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27.94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 0 7370 0 0,'-6'9'5942'0'0,"6"-9"-5804"0"0,7 22 3198 0 0,16 17-87 0 0,69 123-301 0 0,-70-118-3164 0 0,2-2-1 0 0,1-1 0 0 0,2 0 0 0 0,43 47 0 0 0,-59-75-1692 0 0</inkml:trace>
</inkml:ink>
</file>

<file path=ppt/ink/ink2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28.20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 2 7834 0 0,'-1'0'115'0'0,"1"-1"0"0"0,0 1 0 0 0,-1 0 0 0 0,1 0 0 0 0,0 0 0 0 0,-1 0 0 0 0,1 0 0 0 0,0-1 0 0 0,-1 1-1 0 0,1 0 1 0 0,0 0 0 0 0,-1 0 0 0 0,1 0 0 0 0,-1 0 0 0 0,1 0 0 0 0,0 0 0 0 0,-1 0 0 0 0,1 0 0 0 0,0 0 0 0 0,-1 0 0 0 0,1 1 0 0 0,0-1 0 0 0,-1 0 0 0 0,1 0 0 0 0,0 0 0 0 0,-1 0 0 0 0,1 1 0 0 0,0-1 0 0 0,-1 0 0 0 0,1 0 0 0 0,0 1 115 0 0,-1-1-115 0 0,1 0 0 0 0,0 1 0 0 0,0-1 0 0 0,-1 0 0 0 0,1 0 0 0 0,0 1 0 0 0,0-1 0 0 0,0 0 0 0 0,0 1 0 0 0,-1 0 0 0 0,8 18 3274 0 0,18 21-454 0 0,46 57-1604 0 0,63 116 0 0 0,-103-164-2492 0 0,-10-17-4144 0 0</inkml:trace>
</inkml:ink>
</file>

<file path=ppt/ink/ink2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28.38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0 159 5985 0 0,'28'-16'5942'0'0,"-3"2"-3879"0"0,51-23 1994 0 0,77-40-3117 0 0,-126 62-7708 0 0</inkml:trace>
</inkml:ink>
</file>

<file path=ppt/ink/ink2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0.25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34 335 10594 0 0,'-26'-25'2660'0'0,"18"9"-627"0"0,8 15-1965 0 0,0 1 1 0 0,1-1-1 0 0,-1 1 1 0 0,0-1-1 0 0,0 1 0 0 0,0-1 1 0 0,0 1-1 0 0,1 0 1 0 0,-1-1-1 0 0,0 1 1 0 0,0-1-1 0 0,1 1 1 0 0,-1 0-1 0 0,0-1 1 0 0,1 1-1 0 0,-1 0 1 0 0,0-1-1 0 0,1 1 0 0 0,-1 0 1 0 0,1 0-1 0 0,-1-1 1 0 0,1 1-1 0 0,-1 0 1 0 0,0 0-1 0 0,1 0 1 0 0,-1-1-1 0 0,1 1 1 0 0,-1 0-1 0 0,1 0 1 0 0,-1 0-1 0 0,1 0 0 0 0,-1 0 1 0 0,2 0-1 0 0,0 0 27 0 0,0 0-1 0 0,0 1 1 0 0,0-1-1 0 0,1 0 1 0 0,-1 1-1 0 0,0-1 0 0 0,0 1 1 0 0,0 0-1 0 0,0 0 1 0 0,0 0-1 0 0,0 0 1 0 0,0 0-1 0 0,0 0 0 0 0,0 1 1 0 0,0-1-1 0 0,2 3 1 0 0,29 31 473 0 0,-24-25-372 0 0,56 61 142 0 0,72 100 0 0 0,-133-164-344 0 0,9 11 19 0 0,-7-19-29 0 0,-2-10-44 0 0,5-121-341 0 0,6-44 381 0 0,-12 155 0 0 0,25-110 427 0 0,-25 117-238 0 0,2 0 0 0 0,0 0 0 0 0,1 0 0 0 0,0 1 0 0 0,1 0-1 0 0,15-22 1 0 0,-21 33-140 0 0,0 0-1 0 0,0 1 1 0 0,1-1 0 0 0,-1 1-1 0 0,1-1 1 0 0,-1 1-1 0 0,1 0 1 0 0,-1 0-1 0 0,1-1 1 0 0,0 1-1 0 0,0 0 1 0 0,0 0 0 0 0,-1 1-1 0 0,1-1 1 0 0,0 0-1 0 0,0 1 1 0 0,0-1-1 0 0,0 1 1 0 0,0-1 0 0 0,0 1-1 0 0,0 0 1 0 0,3 0-1 0 0,-2 1-5 0 0,0-1 0 0 0,0 1 0 0 0,0 0 0 0 0,0 1 0 0 0,0-1 0 0 0,0 0 0 0 0,0 1 0 0 0,0 0 0 0 0,-1-1 0 0 0,1 1 0 0 0,-1 0 0 0 0,5 5 0 0 0,5 6 2 0 0,0 1 0 0 0,-1 1 0 0 0,-1-1 0 0 0,8 18 0 0 0,-14-25-12 0 0,57 111 130 0 0,4 9-114 0 0,2-23-385 0 0,-38-60-6310 0 0,-18-27-211 0 0</inkml:trace>
</inkml:ink>
</file>

<file path=ppt/ink/ink2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0.70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 0 11979 0 0,'0'0'41'0'0,"-1"0"1"0"0,1 0 0 0 0,0 0 0 0 0,-1 0 0 0 0,1 0 0 0 0,0 0-1 0 0,-1 0 1 0 0,1 1 0 0 0,0-1 0 0 0,-1 0 0 0 0,1 0-1 0 0,0 0 1 0 0,-1 0 0 0 0,1 0 0 0 0,0 1 0 0 0,-1-1 0 0 0,1 0-1 0 0,0 0 1 0 0,0 1 0 0 0,-1-1 0 0 0,1 0 0 0 0,0 0 0 0 0,0 1-1 0 0,-1-1 1 0 0,1 0 0 0 0,0 1 0 0 0,0-1 0 0 0,0 0 0 0 0,0 1-1 0 0,0-1 1 0 0,-1 1 0 0 0,2 16 527 0 0,15 27-277 0 0,-9-27 154 0 0,201 536 4772 0 0,164 332-4386 0 0,-349-837-775 0 0,27 84 0 0 0,-42-104-1129 0 0,-2 0 0 0 0,0 0 0 0 0,-2 1 0 0 0,2 48 1 0 0</inkml:trace>
</inkml:ink>
</file>

<file path=ppt/ink/ink2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2.15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101 1995 5065 0 0,'-10'-7'227'0'0,"1"1"-1"0"0,0-1 1 0 0,0-1-1 0 0,0 0 1 0 0,1 0-1 0 0,0-1 1 0 0,-7-10 0 0 0,12 16-71 0 0,1-1 0 0 0,-1-1 0 0 0,1 1 0 0 0,-1 0 0 0 0,1 0 0 0 0,1-1 0 0 0,-1 0 0 0 0,1 1 0 0 0,0-1 1 0 0,0 0-1 0 0,0 1 0 0 0,0-1 0 0 0,1 0 0 0 0,0 0 0 0 0,0 0 0 0 0,0 0 0 0 0,1 1 0 0 0,-1-1 0 0 0,3-8 0 0 0,-1 9 19 0 0,0 0 0 0 0,0 1 0 0 0,0-1 0 0 0,1 1 0 0 0,-1 0-1 0 0,1-1 1 0 0,-1 1 0 0 0,1 0 0 0 0,0 1 0 0 0,1-1 0 0 0,-1 0-1 0 0,7-3 1 0 0,51-26 892 0 0,-40 22-771 0 0,194-87 1244 0 0,243-75 1 0 0,57 20 990 0 0,58-15-1588 0 0,-182 50-825 0 0,217-44-150 0 0,-3 13-32 0 0,-564 138 65 0 0,754-167 61 0 0,10 47-5 0 0,96 10 7 0 0,-707 93-64 0 0,100-17 0 0 0,-197 26 8 0 0,357-78 128 0 0,-438 92-145 0 0,190-45 261 0 0,-165 41-793 0 0,1 3 1 0 0,0 1-1 0 0,43 3 0 0 0,-44 0 113 0 0,-1-1-1 0 0,53-11 1 0 0,3 1-2473 0 0,-90 11 2840 0 0,0 0 0 0 0,-1 1 0 0 0,1 0 0 0 0,0 1 0 0 0,-1-1 0 0 0,1 1 0 0 0,0 0-1 0 0,7 3 1 0 0,-9-2 408 0 0,1 0-1 0 0,-1 1 0 0 0,0-1 1 0 0,0 1-1 0 0,-1 0 0 0 0,1 0 1 0 0,0 0-1 0 0,-1 1 0 0 0,0-1 1 0 0,0 1-1 0 0,0 0 0 0 0,0-1 1 0 0,-1 2-1 0 0,1-1 0 0 0,3 8 0 0 0,38 77 1439 0 0,134 249-866 0 0,-75-165-833 0 0,229 402 117 0 0,-320-552-168 0 0,249 515 477 0 0,-258-530-518 0 0,0-1 0 0 0,0 1 0 0 0,-1 0 0 0 0,0 0 0 0 0,-1 0 1 0 0,1 0-1 0 0,-1 0 0 0 0,-1 0 0 0 0,0 0 0 0 0,-1 8 0 0 0,0-11 3 0 0,0-1 1 0 0,0 0-1 0 0,0 0 0 0 0,-1 1 0 0 0,0-1 1 0 0,0 0-1 0 0,0-1 0 0 0,0 1 0 0 0,-1 0 1 0 0,0-1-1 0 0,0 1 0 0 0,1-1 0 0 0,-2 0 0 0 0,1 0 1 0 0,0 0-1 0 0,-1 0 0 0 0,1-1 0 0 0,-1 1 1 0 0,-8 3-1 0 0,-16 8 15 0 0,0-2-1 0 0,-2 0 1 0 0,1-2 0 0 0,-51 10 0 0 0,-129 12 85 0 0,75-14-69 0 0,-834 194-414 0 0,592-121 260 0 0,-192 30-484 0 0,489-105 508 0 0,-373 84-10 0 0,-609 173-272 0 0,436-123 79 0 0,53-25-55 0 0,439-93 263 0 0,-232 61-23 0 0,85-21 490 0 0,-86 27-820 0 0,151-37 149 0 0,-103 38 98 0 0,228-68 1030 0 0,-1-3 0 0 0,-156 27 1 0 0,178-46 337 0 0,64-11-1021 0 0,6-2-375 0 0,11-2-2149 0 0,-11 4 1844 0 0</inkml:trace>
</inkml:ink>
</file>

<file path=ppt/ink/ink2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3.51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71 10594 0 0,'-2'-11'1630'0'0,"3"-22"2105"0"0,-1 31-3529 0 0,0 1 1 0 0,0-1 0 0 0,0 1-1 0 0,1 0 1 0 0,-1-1 0 0 0,1 1-1 0 0,-1-1 1 0 0,1 1 0 0 0,-1 0 0 0 0,1-1-1 0 0,0 1 1 0 0,0 0 0 0 0,0-1-1 0 0,0 1 1 0 0,0 0 0 0 0,0 0-1 0 0,1-1 1 0 0,0 1-146 0 0,-1 1 0 0 0,0 0 1 0 0,1 0-1 0 0,-1-1 0 0 0,0 1 0 0 0,1 0 0 0 0,-1 0 0 0 0,0 1 0 0 0,1-1 0 0 0,-1 0 1 0 0,0 0-1 0 0,1 1 0 0 0,-1-1 0 0 0,0 0 0 0 0,0 1 0 0 0,1-1 0 0 0,-1 1 1 0 0,0 0-1 0 0,0-1 0 0 0,0 1 0 0 0,0 0 0 0 0,0 0 0 0 0,0 0 0 0 0,0 0 0 0 0,2 1 1 0 0,8 9 131 0 0,1 1 1 0 0,-2-1-1 0 0,1 2 1 0 0,-1-1-1 0 0,13 25 1 0 0,36 78 55 0 0,-32-57-288 0 0,31 70-2635 0 0,-57-118-231 0 0</inkml:trace>
</inkml:ink>
</file>

<file path=ppt/ink/ink2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3.78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0 330 2304 0 0,'0'-10'337'0'0,"1"0"0"0"0,-1 0 0 0 0,2 0 0 0 0,0 0 0 0 0,0 0 0 0 0,0 0 0 0 0,1 1 0 0 0,1-1 0 0 0,7-16 0 0 0,-4 10 46 0 0,2-4 377 0 0,0 0-1 0 0,0 1 1 0 0,2 0-1 0 0,1 0 1 0 0,14-16-1 0 0,-22 29-440 0 0,0 1-1 0 0,0 0 0 0 0,1 0 1 0 0,0 0-1 0 0,0 1 1 0 0,0 0-1 0 0,0 0 1 0 0,1 0-1 0 0,0 1 0 0 0,-1-1 1 0 0,1 1-1 0 0,1 1 1 0 0,-1-1-1 0 0,0 1 1 0 0,1 0-1 0 0,-1 1 0 0 0,1-1 1 0 0,-1 1-1 0 0,1 0 1 0 0,10 1-1 0 0,-15 0-255 0 0,1 0 0 0 0,-1 0 0 0 0,1 1 0 0 0,-1-1 0 0 0,1 1 0 0 0,-1 0 0 0 0,1 0 0 0 0,-1 0 0 0 0,0 0 0 0 0,1 0 0 0 0,-1 0 0 0 0,0 0 0 0 0,0 1 0 0 0,0-1 0 0 0,0 1 0 0 0,0 0 0 0 0,0 0 0 0 0,0-1 0 0 0,-1 1 0 0 0,1 0 0 0 0,1 3 0 0 0,-1-1-41 0 0,-1 0 0 0 0,1 0 0 0 0,-1 0 0 0 0,0 0 0 0 0,0 0 0 0 0,0 1 0 0 0,-1-1 0 0 0,1 0 0 0 0,-1 0 0 0 0,0 1 0 0 0,-1 6 0 0 0,-1 4-32 0 0,-1-1 0 0 0,0 1-1 0 0,-1-1 1 0 0,-1 0-1 0 0,0 0 1 0 0,-9 17 0 0 0,6-15-90 0 0,-1-1-1 0 0,0 0 1 0 0,-1 0 0 0 0,0-1 0 0 0,-1 0 0 0 0,-1 0-1 0 0,-26 22 1 0 0,27-30-789 0 0</inkml:trace>
</inkml:ink>
</file>

<file path=ppt/ink/ink2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4.75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46 575 11979 0 0,'-15'-16'3142'0'0,"-15"-13"2480"0"0,94 66-3352 0 0,67 76-1848 0 0,-90-75-375 0 0,0-2 0 0 0,69 44 0 0 0,-102-75-46 0 0,39 24 33 0 0,74 33-1 0 0,-105-55-28 0 0,-1-1 0 0 0,1-1 0 0 0,0 0 0 0 0,0-2 0 0 0,0 1 0 0 0,1-2-1 0 0,-1 0 1 0 0,1-1 0 0 0,24-2 0 0 0,-35 0 36 0 0,-1 1 0 0 0,1-1 0 0 0,0 0 0 0 0,-1-1 0 0 0,1 0 0 0 0,-1 0 0 0 0,1 0 0 0 0,-1 0 1 0 0,0-1-1 0 0,0 0 0 0 0,0 0 0 0 0,0 0 0 0 0,0-1 0 0 0,-1 1 0 0 0,0-1 0 0 0,1 0 0 0 0,-1 0 0 0 0,-1-1 0 0 0,1 1 0 0 0,-1-1 0 0 0,0 0 0 0 0,5-9 0 0 0,-3 2 68 0 0,-1 0 0 0 0,0 0 0 0 0,-1-1 0 0 0,0 1-1 0 0,-1-1 1 0 0,0 0 0 0 0,-1 0 0 0 0,-1 0 0 0 0,-1-14-1 0 0,-31-339 783 0 0,29 346-907 0 0,-12-132-198 0 0,15 132-28 0 0,0 0 0 0 0,1 0-1 0 0,1 0 1 0 0,1 1 0 0 0,8-31 0 0 0,-10 47 94 0 0,0-1-1 0 0,0 1 0 0 0,0 0 0 0 0,0 0 1 0 0,1 0-1 0 0,0 0 0 0 0,0 0 1 0 0,-1 1-1 0 0,1-1 0 0 0,1 0 0 0 0,-1 1 1 0 0,0 0-1 0 0,1-1 0 0 0,-1 1 0 0 0,1 0 1 0 0,0 0-1 0 0,0 1 0 0 0,-1-1 0 0 0,1 0 1 0 0,1 1-1 0 0,-1 0 0 0 0,4-2 1 0 0,15 0-7642 0 0</inkml:trace>
</inkml:ink>
</file>

<file path=ppt/ink/ink2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5.56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51 37 6449 0 0,'0'-37'14247'0'0,"-11"50"-13305"0"0,5-3-897 0 0,1 0-1 0 0,0 1 1 0 0,0 0 0 0 0,1-1-1 0 0,1 1 1 0 0,-1 1 0 0 0,2-1 0 0 0,0 0-1 0 0,0 1 1 0 0,1-1 0 0 0,1 14-1 0 0,0 4 46 0 0,1 0 0 0 0,2 0-1 0 0,8 35 1 0 0,-8-50-113 0 0,1 0 0 0 0,0-1 0 0 0,1 0 0 0 0,1 0 0 0 0,0 0 1 0 0,0-1-1 0 0,1 1 0 0 0,1-2 0 0 0,0 1 0 0 0,19 20 0 0 0,-21-26 6 0 0,1 0-1 0 0,-1-1 0 0 0,1 1 1 0 0,0-1-1 0 0,1-1 1 0 0,-1 1-1 0 0,1-1 1 0 0,0 0-1 0 0,0-1 0 0 0,0 0 1 0 0,0 0-1 0 0,0-1 1 0 0,1 0-1 0 0,-1 0 1 0 0,1-1-1 0 0,0 0 1 0 0,-1-1-1 0 0,18-1 0 0 0,-22 0 7 0 0,1 0-1 0 0,-1-1 1 0 0,1 0-1 0 0,-1 0 1 0 0,1 0-1 0 0,-1 0 1 0 0,0 0-1 0 0,0-1 1 0 0,0 0-1 0 0,-1 0 1 0 0,1 0-1 0 0,0 0 1 0 0,-1-1-1 0 0,0 1 1 0 0,0-1-1 0 0,0 0 1 0 0,0 0-1 0 0,-1 0 1 0 0,0 0-1 0 0,1 0 0 0 0,1-6 1 0 0,-2 5 36 0 0,0 1 0 0 0,0-1 0 0 0,-1 0 0 0 0,1 1 0 0 0,-1-1 0 0 0,0 0 1 0 0,0 0-1 0 0,-1 0 0 0 0,1 0 0 0 0,-1 0 0 0 0,0 0 0 0 0,-1 0 0 0 0,1 0 0 0 0,-1 0 0 0 0,0 1 0 0 0,0-1 0 0 0,-1 0 0 0 0,1 0 1 0 0,-1 1-1 0 0,-3-7 0 0 0,1 7-34 0 0,1 0 0 0 0,-1 0 0 0 0,0 0 0 0 0,0 1 0 0 0,-1 0 1 0 0,1 0-1 0 0,-1 0 0 0 0,1 1 0 0 0,-1-1 0 0 0,0 1 0 0 0,0 0 1 0 0,-6-1-1 0 0,5 1-70 0 0,1 0 0 0 0,0 0 0 0 0,-1 0 0 0 0,1-1 0 0 0,0 1 0 0 0,1-1 0 0 0,-1-1 0 0 0,0 1 0 0 0,-6-7 1 0 0,11 9 75 0 0,-1 0 0 0 0,0 0 1 0 0,0 0-1 0 0,1-1 1 0 0,-1 1-1 0 0,1 0 1 0 0,-1-1-1 0 0,1 1 0 0 0,-1 0 1 0 0,1-1-1 0 0,0 1 1 0 0,0 0-1 0 0,0-1 1 0 0,0 1-1 0 0,0-1 0 0 0,0 1 1 0 0,0 0-1 0 0,0-1 1 0 0,1 1-1 0 0,-1-1 1 0 0,0 1-1 0 0,1 0 1 0 0,-1-1-1 0 0,1 1 0 0 0,-1 0 1 0 0,1 0-1 0 0,0-1 1 0 0,0 1-1 0 0,0 0 1 0 0,-1 0-1 0 0,1 0 0 0 0,0 0 1 0 0,0 0-1 0 0,0 0 1 0 0,0 0-1 0 0,1 0 1 0 0,-1 1-1 0 0,2-2 0 0 0,3-3-14 0 0,1 1 0 0 0,0 0 0 0 0,0 0-1 0 0,0 0 1 0 0,11-3 0 0 0,-9 4 62 0 0,1 0 1 0 0,-1 1 0 0 0,1 0-1 0 0,0 1 1 0 0,0 0 0 0 0,0 1 0 0 0,0 0-1 0 0,0 0 1 0 0,0 1 0 0 0,0 1-1 0 0,0-1 1 0 0,-1 2 0 0 0,1-1 0 0 0,0 1-1 0 0,-1 1 1 0 0,0-1 0 0 0,0 2-1 0 0,0-1 1 0 0,15 11 0 0 0,-13-6 14 0 0,0 0 0 0 0,-1 0 1 0 0,1 1-1 0 0,-2 0 0 0 0,0 1 0 0 0,0 0 1 0 0,-1 1-1 0 0,0-1 0 0 0,-1 1 0 0 0,0 1 0 0 0,-1 0 1 0 0,-1 0-1 0 0,7 19 0 0 0,-8-14-111 0 0,-3-14-367 0 0,-1 1 1 0 0,2 0-1 0 0,-1-1 1 0 0,0 1-1 0 0,1-1 0 0 0,0 1 1 0 0,0-1-1 0 0,0 0 0 0 0,5 6 1 0 0,1-3-982 0 0</inkml:trace>
</inkml:ink>
</file>

<file path=ppt/ink/ink2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5.92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125 7 10138 0 0,'0'0'103'0'0,"-1"-1"-1"0"0,1 1 1 0 0,0 0-1 0 0,0-1 1 0 0,-1 1-1 0 0,1-1 1 0 0,0 1-1 0 0,-1 0 1 0 0,1-1-1 0 0,0 1 1 0 0,-1 0-1 0 0,1-1 1 0 0,-1 1 0 0 0,1 0-1 0 0,-1-1 1 0 0,1 1-1 0 0,0 0 1 0 0,-1 0-1 0 0,1 0 1 0 0,-1 0-1 0 0,1-1 1 0 0,-1 1-1 0 0,1 0 1 0 0,-1 0-1 0 0,1 0 1 0 0,-1 0-1 0 0,1 0 1 0 0,-1 0-1 0 0,1 0 1 0 0,-1 0-1 0 0,1 0 1 0 0,-2 1-1 0 0,-18 10 1576 0 0,-12 24-125 0 0,22-19-1200 0 0,0 1 0 0 0,1 0 0 0 0,-7 19 0 0 0,13-30-292 0 0,1 0 0 0 0,0 0 0 0 0,0 0 1 0 0,1 0-1 0 0,0 0 0 0 0,0 0 0 0 0,0 0 0 0 0,1 0 0 0 0,0 0 0 0 0,0 1 1 0 0,1-1-1 0 0,0 0 0 0 0,2 10 0 0 0,-2-13-53 0 0,1 0 1 0 0,-1 0-1 0 0,1 0 0 0 0,0 0 1 0 0,0 0-1 0 0,0 0 0 0 0,1-1 1 0 0,-1 1-1 0 0,1-1 0 0 0,-1 0 1 0 0,1 1-1 0 0,0-1 0 0 0,0-1 1 0 0,-1 1-1 0 0,2 0 0 0 0,-1-1 1 0 0,0 1-1 0 0,0-1 0 0 0,6 2 1 0 0,7 1 62 0 0,1-1 0 0 0,32 3 0 0 0,-7-1-67 0 0,-26-2-14 0 0,0 0-1 0 0,-1 2 1 0 0,24 8 0 0 0,-35-11 17 0 0,0 0 1 0 0,0 0 0 0 0,-1 0 0 0 0,1 1-1 0 0,-1-1 1 0 0,0 1 0 0 0,0 0 0 0 0,5 5-1 0 0,-7-7 17 0 0,0 1-1 0 0,0 0 1 0 0,0-1-1 0 0,0 1 1 0 0,0 0-1 0 0,0 0 0 0 0,0 0 1 0 0,-1 0-1 0 0,1 0 1 0 0,-1 0-1 0 0,1 0 1 0 0,-1 0-1 0 0,0 0 0 0 0,0 0 1 0 0,0 0-1 0 0,0 0 1 0 0,0 0-1 0 0,-1 3 1 0 0,0-1 84 0 0,-1 0 1 0 0,0 0-1 0 0,1 0 1 0 0,-1-1-1 0 0,-1 1 1 0 0,1-1-1 0 0,0 0 1 0 0,-1 1-1 0 0,0-1 1 0 0,0 0-1 0 0,0-1 1 0 0,0 1-1 0 0,0 0 1 0 0,-6 3-1 0 0,-3 1 135 0 0,1 0 0 0 0,-1-1 0 0 0,-15 6 0 0 0,17-8-584 0 0,-1 0 1 0 0,1-1-1 0 0,-1 0 0 0 0,0-1 1 0 0,0 0-1 0 0,-15 0 0 0 0</inkml:trace>
</inkml:ink>
</file>

<file path=ppt/ink/ink2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6.70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188 32 5985 0 0,'4'-32'15288'0'0,"-41"164"-14148"0"0,-7 18-1024 0 0,0-34-6 0 0,-18 55 176 0 0,61-169-269 0 0,1 0 0 0 0,-1 0-1 0 0,0 0 1 0 0,1 1 0 0 0,-1-1 0 0 0,1 0 0 0 0,0 0 0 0 0,0 1 0 0 0,0-1-1 0 0,0 0 1 0 0,0 0 0 0 0,0 1 0 0 0,1-1 0 0 0,-1 0 0 0 0,1 0 0 0 0,0 0-1 0 0,-1 0 1 0 0,1 0 0 0 0,0 0 0 0 0,0 0 0 0 0,0 0 0 0 0,0 0-1 0 0,1 0 1 0 0,-1 0 0 0 0,1 0 0 0 0,-1-1 0 0 0,3 3 0 0 0,1-1 2 0 0,-1-1 0 0 0,1 1 0 0 0,0-1 0 0 0,0 0 1 0 0,0 0-1 0 0,0-1 0 0 0,0 0 0 0 0,0 0 0 0 0,0 0 1 0 0,10 0-1 0 0,195 1 212 0 0,-68-3-209 0 0,-91 0 110 0 0,-1-1-1 0 0,69-13 1 0 0,-114 15 173 0 0</inkml:trace>
</inkml:ink>
</file>

<file path=ppt/ink/ink2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7.34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25 519 11058 0 0,'-20'-35'2153'0'0,"16"9"5228"0"0,31 39-5392 0 0,-5 0-1949 0 0,-1 2 1 0 0,-1 0-1 0 0,0 1 0 0 0,-1 1 1 0 0,-1 1-1 0 0,18 23 1 0 0,7 5 76 0 0,9 8-86 0 0,113 105 102 0 0,-145-143-122 0 0,0 0 0 0 0,2-2-1 0 0,-1 0 1 0 0,2-2 0 0 0,0 0 0 0 0,45 15 0 0 0,-64-25 12 0 0,0-1 0 0 0,0 0 0 0 0,0 0 0 0 0,0 0 0 0 0,0-1 1 0 0,1 1-1 0 0,-1-1 0 0 0,0 0 0 0 0,0 0 0 0 0,5-1 0 0 0,-8 1-13 0 0,1-1 0 0 0,-1 0-1 0 0,0 1 1 0 0,0-1 0 0 0,1 0 0 0 0,-1 0 0 0 0,0 1 0 0 0,0-1-1 0 0,0 0 1 0 0,0 0 0 0 0,0 0 0 0 0,0-1 0 0 0,0 1-1 0 0,0 0 1 0 0,0 0 0 0 0,0 0 0 0 0,-1-1 0 0 0,1 1-1 0 0,0 0 1 0 0,-1-1 0 0 0,1 1 0 0 0,-1-1 0 0 0,0 1 0 0 0,1 0-1 0 0,-1-1 1 0 0,0 1 0 0 0,0-1 0 0 0,0 1 0 0 0,0-1-1 0 0,0 1 1 0 0,0-2 0 0 0,-13-226 1550 0 0,0-18-1127 0 0,14 222-505 0 0,-7-401-1513 0 0,6 425 1529 0 0,-1 1 0 0 0,1-1 0 0 0,0 1-1 0 0,0-1 1 0 0,0 1 0 0 0,0-1 0 0 0,0 1 0 0 0,0-1-1 0 0,0 1 1 0 0,0-1 0 0 0,0 1 0 0 0,0-1-1 0 0,1 1 1 0 0,-1-1 0 0 0,0 1 0 0 0,0-1 0 0 0,0 1-1 0 0,1-1 1 0 0,-1 1 0 0 0,0-1 0 0 0,0 1 0 0 0,1-1-1 0 0,-1 1 1 0 0,0 0 0 0 0,1-1 0 0 0,-1 1 0 0 0,1 0-1 0 0,-1-1 1 0 0,0 1 0 0 0,1 0 0 0 0,-1-1 0 0 0,1 1-1 0 0,-1 0 1 0 0,1 0 0 0 0,-1 0 0 0 0,1-1 0 0 0,-1 1-1 0 0,1 0 1 0 0,-1 0 0 0 0,1 0 0 0 0,-1 0-1 0 0,1 0 1 0 0,-1 0 0 0 0,1 0 0 0 0,-1 0 0 0 0,1 0-1 0 0,0 0 1 0 0,9 3-751 0 0</inkml:trace>
</inkml:ink>
</file>

<file path=ppt/ink/ink2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7.67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103 210 4609 0 0,'-19'0'147'0'0,"10"1"504"0"0,0-1 0 0 0,0 0 0 0 0,0 0 0 0 0,0-1 0 0 0,0 0 0 0 0,-15-5 0 0 0,24 6-526 0 0,-1 0 1 0 0,1-1 0 0 0,-1 1 0 0 0,1 0-1 0 0,0 0 1 0 0,-1-1 0 0 0,1 1 0 0 0,0 0-1 0 0,0-1 1 0 0,-1 1 0 0 0,1 0 0 0 0,0-1-1 0 0,0 1 1 0 0,-1 0 0 0 0,1-1 0 0 0,0 1-1 0 0,0-1 1 0 0,0 1 0 0 0,-1 0 0 0 0,1-1-1 0 0,0 1 1 0 0,0-1 0 0 0,0 1 0 0 0,0-1-1 0 0,0 1 1 0 0,0 0 0 0 0,0-1 0 0 0,0 1-1 0 0,0-1 1 0 0,0 1 0 0 0,0-1 0 0 0,1 1 0 0 0,-1 0-1 0 0,0-1 1 0 0,0 1 0 0 0,0-1 0 0 0,0 1-1 0 0,1 0 1 0 0,-1-1 0 0 0,0 1 0 0 0,0 0-1 0 0,1-1 1 0 0,-1 1 0 0 0,0 0 0 0 0,1-1-1 0 0,-1 1 1 0 0,0 0 0 0 0,1-1 0 0 0,-1 1-1 0 0,0 0 1 0 0,1 0 0 0 0,-1 0 0 0 0,1-1-1 0 0,25-18 2043 0 0,-23 17-1620 0 0,19-12 591 0 0,1 0 1 0 0,40-16-1 0 0,111-27-215 0 0,-135 45-875 0 0,26-12-472 0 0,-38 13-6075 0 0</inkml:trace>
</inkml:ink>
</file>

<file path=ppt/ink/ink2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7.9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5985 0 0,'14'3'8736'0'0,"-1"6"-3335"0"0,13 21-1776 0 0,15 43-5270 0 0,-36-63 2732 0 0,61 145-526 0 0,-45-100-1283 0 0,31 59-1 0 0,-40-95-564 0 0,2-1-4064 0 0</inkml:trace>
</inkml:ink>
</file>

<file path=ppt/ink/ink2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8.20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35 14283 0 0,'-1'-2'269'0'0,"1"-1"-1"0"0,0 1 1 0 0,1 0-1 0 0,-1-1 1 0 0,0 1-1 0 0,1 0 1 0 0,-1 0-1 0 0,1-1 1 0 0,0 1-1 0 0,-1 0 1 0 0,1 0-1 0 0,2-3 1 0 0,-3 5-162 0 0,0 0 0 0 0,1-1 0 0 0,-1 1-1 0 0,0 0 1 0 0,0 0 0 0 0,1 0 0 0 0,-1-1 0 0 0,0 1 0 0 0,1 0 0 0 0,-1 0 0 0 0,0 0-1 0 0,1 0 1 0 0,-1-1 0 0 0,1 1 0 0 0,-1 0 0 0 0,0 0 0 0 0,1 0 0 0 0,-1 0 0 0 0,0 0-1 0 0,1 0 1 0 0,-1 0 0 0 0,0 0 0 0 0,1 0 0 0 0,-1 0 0 0 0,1 0 0 0 0,-1 0-1 0 0,1 1 1 0 0,14 12 1454 0 0,5 16-1085 0 0,28 55 0 0 0,-37-62-725 0 0,1 0-1 0 0,1-1 1 0 0,1 0 0 0 0,1-1 0 0 0,25 26-1 0 0,-11-18-3164 0 0</inkml:trace>
</inkml:ink>
</file>

<file path=ppt/ink/ink2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8.45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6913 0 0,'30'25'8476'0'0,"113"150"-1539"0"0,-18 12-11893 0 0,-116-171-1468 0 0</inkml:trace>
</inkml:ink>
</file>

<file path=ppt/ink/ink2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8.66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1 167 10594 0 0,'57'-39'3962'0'0,"-14"7"-2872"0"0,15-10-2374 0 0,1 2-3311 0 0,-37 26 2566 0 0</inkml:trace>
</inkml:ink>
</file>

<file path=ppt/ink/ink2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9.84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5980 9 6913 0 0,'-29'-9'15560'0'0,"32"21"-16246"0"0,62 206 1116 0 0,47 137 150 0 0,123 181-428 0 0,-122-300-152 0 0,62 113 0 0 0,45 53 197 0 0,-186-336-98 0 0,8 14 165 0 0,-65-84 550 0 0,9 3-777 0 0,0-1 1 0 0,0 2-1 0 0,0 0 1 0 0,0 0 0 0 0,0 1-1 0 0,0 1 1 0 0,-18 5 0 0 0,-8 0 23 0 0,-85 14-361 0 0,-171 52-1 0 0,-115 62-69 0 0,388-127 432 0 0,-603 211-433 0 0,166-48 131 0 0,-54 31-195 0 0,-28 11-156 0 0,-294 122 270 0 0,668-263 160 0 0,-250 96 314 0 0,-138 26-48 0 0,423-152-361 0 0,-659 173 871 0 0,723-198-459 0 0,-131 52 0 0 0,42-12 66 0 0,68-25-335 0 0,-68 17 124 0 0,139-45-969 0 0,-1 0 1 0 0,0-2 0 0 0,1 0 0 0 0,-1-1 0 0 0,0-1 0 0 0,-28-4 0 0 0,32 2-5015 0 0</inkml:trace>
</inkml:ink>
</file>

<file path=ppt/ink/ink2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40.5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27 21 3225 0 0,'-9'-10'-92'0'0,"-4"0"1387"0"0,13 10-1206 0 0,-1 1 0 0 0,1-1 1 0 0,0 1-1 0 0,-1-1 1 0 0,1 1-1 0 0,-1-1 0 0 0,1 1 1 0 0,0 0-1 0 0,-1-1 1 0 0,1 1-1 0 0,0 0 0 0 0,0-1 1 0 0,0 1-1 0 0,-1 0 1 0 0,1-1-1 0 0,0 1 0 0 0,0 0 1 0 0,0-1-1 0 0,0 1 1 0 0,0 0-1 0 0,0-1 1 0 0,0 1-1 0 0,0 0 0 0 0,1-1 1 0 0,-1 2-1 0 0,1 26 2343 0 0,1-1 0 0 0,9 43-1 0 0,20 54 1515 0 0,-4-12-2778 0 0,-11-38-899 0 0,3 0 0 0 0,3-2 0 0 0,4 0 0 0 0,57 115 0 0 0,52 92-115 0 0,-7-10-2 0 0,-92-207-145 0 0,71 96 0 0 0,60 45 190 0 0,-103-119 134 0 0,-4 2 0 0 0,66 125 0 0 0,-75-122 119 0 0,-35-61-294 0 0,19 46 0 0 0,-30-61-15 0 0,-1-1 0 0 0,0 1 0 0 0,-1 0 0 0 0,0 1 0 0 0,-1-1 0 0 0,1 20 0 0 0,-2-24 84 0 0,-1-9-250 0 0,0 0 0 0 0,0 0 0 0 0,0 0-1 0 0,0 0 1 0 0,0 0 0 0 0,0-1 0 0 0,0 1 0 0 0,0 0 0 0 0,0 0-1 0 0,0 0 1 0 0,0 0 0 0 0,0 0 0 0 0,0 0 0 0 0,1 0-1 0 0,-1 0 1 0 0,0 0 0 0 0,0-1 0 0 0,0 1 0 0 0,0 0 0 0 0,0 0-1 0 0,0 0 1 0 0,0 0 0 0 0,0 0 0 0 0,0 0 0 0 0,1 0-1 0 0,-1 0 1 0 0,0 0 0 0 0,0 0 0 0 0,0 0 0 0 0,0 0 0 0 0,0 0-1 0 0,0 0 1 0 0,0 0 0 0 0,0 0 0 0 0,1 0 0 0 0,-1 0-1 0 0,0 0 1 0 0,0 0 0 0 0,0 0 0 0 0,0 0 0 0 0,0 0 0 0 0,0 0-1 0 0,0 0 1 0 0,1 0 0 0 0,-1 0 0 0 0,0 0 0 0 0,0 0 0 0 0,0 0-1 0 0,0 0 1 0 0,0 0 0 0 0,0 0 0 0 0,0 0 0 0 0,0 1-1 0 0,0-1 1 0 0,0 0 0 0 0,1 0 0 0 0,-1 0 0 0 0,0 0 0 0 0,0 0-1 0 0,0 0 1 0 0,0 0 0 0 0,0 0 0 0 0,0 0 0 0 0,0 1-1 0 0,0-1 1 0 0,0 0 0 0 0,0 0 0 0 0,0 0 0 0 0</inkml:trace>
</inkml:ink>
</file>

<file path=ppt/ink/ink2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32.0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16 183 3225 0 0,'-2'-16'478'0'0,"1"0"0"0"0,0 0 1 0 0,1 0-1 0 0,2-16 0 0 0,0 13 819 0 0,-2-1-1 0 0,-1-19 1 0 0,-2 31 1708 0 0,-2 14-557 0 0,-1 13-563 0 0,10 305 1298 0 0,3-162-2535 0 0,1 51-42 0 0,0 99-430 0 0,-6-294-1240 0 0</inkml:trace>
</inkml:ink>
</file>

<file path=ppt/ink/ink2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32.3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77 5985 0 0,'5'7'6466'0'0,"21"22"-4699"0"0,-6-7-762 0 0,148 189 2247 0 0,-98-126-2667 0 0,47 51 272 0 0,-99-119-601 0 0,0 1 0 0 0,1-2 0 0 0,1 0 0 0 0,42 24 0 0 0,-61-39-227 0 0,0-1 1 0 0,1 1 0 0 0,-1-1-1 0 0,0 1 1 0 0,0-1 0 0 0,1 0-1 0 0,-1 1 1 0 0,0-1 0 0 0,1 0 0 0 0,-1 0-1 0 0,0 0 1 0 0,1 0 0 0 0,-1 0-1 0 0,0 0 1 0 0,1 0 0 0 0,-1 0 0 0 0,0-1-1 0 0,1 1 1 0 0,-1 0 0 0 0,0-1-1 0 0,1 0 1 0 0,-1 1 0 0 0,0-1 0 0 0,0 1-1 0 0,0-1 1 0 0,0 0 0 0 0,0 0-1 0 0,0 0 1 0 0,0 0 0 0 0,0 0-1 0 0,0 0 1 0 0,0 0 0 0 0,0 0 0 0 0,0 0-1 0 0,-1 0 1 0 0,1 0 0 0 0,0 0-1 0 0,-1-1 1 0 0,1 1 0 0 0,-1 0 0 0 0,1 0-1 0 0,-1-3 1 0 0,5-9 14 0 0,-2 0 0 0 0,0 0 0 0 0,3-20 0 0 0,-4 18 63 0 0,22-195 124 0 0,-19 140-1051 0 0,3 1-1 0 0,25-103 1 0 0,-15 128-2874 0 0</inkml:trace>
</inkml:ink>
</file>

<file path=ppt/ink/ink2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32.7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7 14283 0 0,'-19'3'956'0'0,"15"-1"-1544"0"0,14 0-723 0 0,11-2 2322 0 0,-1 0-1 0 0,1-1 1 0 0,22-5 0 0 0,12-1-1226 0 0,1 7-4461 0 0,-36 3-694 0 0</inkml:trace>
</inkml:ink>
</file>

<file path=ppt/ink/ink2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33.6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378 76 10594 0 0,'-6'-10'130'0'0,"-2"1"1"0"0,1-1-1 0 0,-11-8 0 0 0,14 15 51 0 0,1 0 0 0 0,-1 0 0 0 0,0 0-1 0 0,0 1 1 0 0,0 0 0 0 0,0 0 0 0 0,-1 0 0 0 0,1 0 0 0 0,0 1 0 0 0,-1 0 0 0 0,-6-2-1 0 0,5 2 80 0 0,-1 1 0 0 0,0-1-1 0 0,0 1 1 0 0,0 0-1 0 0,0 1 1 0 0,0-1-1 0 0,1 1 1 0 0,-1 1-1 0 0,0-1 1 0 0,0 1-1 0 0,1 0 1 0 0,-1 1-1 0 0,1 0 1 0 0,-6 3-1 0 0,3 0-57 0 0,0 0-1 0 0,0 1 0 0 0,1-1 0 0 0,0 2 1 0 0,0-1-1 0 0,1 1 0 0 0,0 0 1 0 0,-7 12-1 0 0,0 2-87 0 0,2 0 0 0 0,0 1 0 0 0,2 0 0 0 0,1 1 0 0 0,0 0 0 0 0,-8 46 0 0 0,11-41-130 0 0,2 0 1 0 0,0 59-1 0 0,4-75-1 0 0,1-1 1 0 0,0 1-1 0 0,0-1 1 0 0,2 1-1 0 0,0-1 1 0 0,0 0 0 0 0,1 0-1 0 0,0 0 1 0 0,10 17-1 0 0,-11-23 1 0 0,1-1 0 0 0,-1 0 0 0 0,1 0 0 0 0,0-1 0 0 0,1 1 1 0 0,-1-1-1 0 0,1 0 0 0 0,0 0 0 0 0,0 0 0 0 0,0-1 0 0 0,0 0 0 0 0,1 0 0 0 0,0 0 0 0 0,10 3 0 0 0,-7-3-56 0 0,1-1 1 0 0,-1-1-1 0 0,0 1 1 0 0,1-1-1 0 0,-1-1 1 0 0,1 0-1 0 0,-1-1 0 0 0,1 1 1 0 0,9-3-1 0 0,-1-1-92 0 0,-1-1 0 0 0,1 0 0 0 0,-1-2 0 0 0,0 1 0 0 0,-1-2 0 0 0,0 0 0 0 0,0-1 0 0 0,0-1 0 0 0,23-20 0 0 0,-27 19 62 0 0,-2-1-1 0 0,1 0 1 0 0,-1 0-1 0 0,-1-1 1 0 0,-1-1-1 0 0,0 1 1 0 0,0-2 0 0 0,-1 1-1 0 0,9-30 1 0 0,0-10 209 0 0,11-83 0 0 0,-14 68 258 0 0,-11 58-209 0 0,0 6 47 0 0,-1-1 1 0 0,1 0 0 0 0,-2 0-1 0 0,1 1 1 0 0,0-1-1 0 0,-1 0 1 0 0,-1 0-1 0 0,-1-8 1042 0 0,2 14-1209 0 0,-1 0 0 0 0,1 0 0 0 0,0 0 0 0 0,0 0 0 0 0,0 0 0 0 0,0 0 0 0 0,0 0-1 0 0,0 0 1 0 0,0 0 0 0 0,-2 0 575 0 0,2 0-575 0 0,2 17 1130 0 0,74 170-761 0 0,-6-20-150 0 0,-57-131-247 0 0,15 44 35 0 0,-24-72-39 0 0,0 0 0 0 0,0-1-1 0 0,1 1 1 0 0,0-1-1 0 0,0 1 1 0 0,1-1-1 0 0,6 6 1 0 0,-11-12-14 0 0,0 1 0 0 0,1-1-1 0 0,-1 0 1 0 0,0 0 0 0 0,1 0 0 0 0,-1 0 0 0 0,1 0 0 0 0,0 0 0 0 0,-1 0 0 0 0,1 0-1 0 0,0 0 1 0 0,-1-1 0 0 0,1 1 0 0 0,0-1 0 0 0,0 1 0 0 0,0-1 0 0 0,-1 0 0 0 0,4 0 0 0 0,-4 0-12 0 0,0 0 0 0 0,0-1 1 0 0,0 1-1 0 0,1-1 1 0 0,-1 0-1 0 0,0 1 1 0 0,0-1-1 0 0,0 0 1 0 0,0 1-1 0 0,0-1 1 0 0,0 0-1 0 0,0 0 1 0 0,0 0-1 0 0,0 0 1 0 0,-1 0-1 0 0,1 0 1 0 0,0 0-1 0 0,-1 0 1 0 0,2-3-1 0 0,2-6-117 0 0,-1 0 1 0 0,0 0-1 0 0,0-1 0 0 0,2-20 0 0 0,-3 15 169 0 0,31-131-298 0 0,-26 127 256 0 0,0 0 1 0 0,1 0-1 0 0,1 1 1 0 0,1 0-1 0 0,13-19 0 0 0,-21 34 45 0 0,1 1-1 0 0,-1 0 0 0 0,1 0 1 0 0,-1 0-1 0 0,1 0 0 0 0,0 1 1 0 0,0-1-1 0 0,0 1 0 0 0,0-1 1 0 0,1 1-1 0 0,-1 0 0 0 0,1 1 1 0 0,-1-1-1 0 0,7-2 0 0 0,-8 4 6 0 0,0 0 0 0 0,0 0 1 0 0,0 0-1 0 0,1 0 0 0 0,-1 0 0 0 0,0 0 0 0 0,0 1 0 0 0,0-1 0 0 0,0 1 0 0 0,1-1 0 0 0,-1 1 0 0 0,0 0 0 0 0,0 0 0 0 0,0 0 0 0 0,0 0 0 0 0,-1 0 0 0 0,1 0 0 0 0,0 0 0 0 0,0 1 0 0 0,-1-1 0 0 0,1 1 1 0 0,-1-1-1 0 0,1 1 0 0 0,-1 0 0 0 0,1 0 0 0 0,1 3 0 0 0,46 74-203 0 0,21 28-1627 0 0,-59-94 17 0 0,0 0 0 0 0,1 0-1 0 0,14 10 1 0 0,-2-5-3978 0 0</inkml:trace>
</inkml:ink>
</file>

<file path=ppt/ink/ink2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34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360 39 6449 0 0,'-4'-4'317'0'0,"1"0"-1"0"0,-2 1 1 0 0,1-1-1 0 0,0 1 0 0 0,-1 1 1 0 0,1-1-1 0 0,-1 0 0 0 0,0 1 1 0 0,1 0-1 0 0,-1 0 1 0 0,-1 1-1 0 0,1-1 0 0 0,0 1 1 0 0,0 0-1 0 0,0 0 0 0 0,-1 1 1 0 0,1 0-1 0 0,0 0 1 0 0,0 0-1 0 0,-1 0 0 0 0,1 1 1 0 0,0 0-1 0 0,0 0 0 0 0,-1 0 1 0 0,-5 3-1 0 0,1 1 5 0 0,-1-1 0 0 0,1 1 0 0 0,1 1 0 0 0,-1 0 1 0 0,1 1-1 0 0,0-1 0 0 0,1 2 0 0 0,-1-1 0 0 0,1 1 0 0 0,1 0 0 0 0,-7 10 0 0 0,-4 7-61 0 0,2 0 0 0 0,0 0-1 0 0,-11 29 1 0 0,20-39-157 0 0,1-1-1 0 0,1 1 1 0 0,0 1 0 0 0,1-1-1 0 0,1 1 1 0 0,1 0 0 0 0,-2 22-1 0 0,4-34-152 0 0,0-1 0 0 0,0 1 0 0 0,1-1 0 0 0,-1 0 0 0 0,1 1 0 0 0,-1-1 0 0 0,1 0 0 0 0,0 0 0 0 0,1 0 0 0 0,-1 1 0 0 0,0-1 0 0 0,1 0 0 0 0,0-1 0 0 0,-1 1 0 0 0,1 0 0 0 0,0 0-1 0 0,1-1 1 0 0,-1 1 0 0 0,0-1 0 0 0,1 0 0 0 0,-1 0 0 0 0,1 0 0 0 0,4 3 0 0 0,-5-4-2 0 0,1 0 0 0 0,0 0 0 0 0,0 0 0 0 0,0-1 0 0 0,0 1-1 0 0,-1-1 1 0 0,1 1 0 0 0,0-1 0 0 0,0 0 0 0 0,0 0 0 0 0,0-1 0 0 0,0 1 0 0 0,0 0-1 0 0,0-1 1 0 0,0 0 0 0 0,-1 0 0 0 0,1 0 0 0 0,0 0 0 0 0,0 0 0 0 0,-1 0 0 0 0,1-1 0 0 0,-1 1-1 0 0,1-1 1 0 0,-1 0 0 0 0,0 1 0 0 0,0-1 0 0 0,3-3 0 0 0,4-5-173 0 0,0 0 0 0 0,-1-1 0 0 0,0 0 0 0 0,-1 0 0 0 0,0-1 0 0 0,-1 0 0 0 0,0 0 0 0 0,-1-1 0 0 0,6-20 0 0 0,1-12 464 0 0,8-64 1 0 0,-17 93-91 0 0,-3 8 218 0 0,1-1 0 0 0,1 1 1 0 0,0 0-1 0 0,0-1 0 0 0,1 1 0 0 0,0 0 1 0 0,4-8-1 0 0,-2 15 853 0 0,0 9-739 0 0,2 13-236 0 0,-7-19-148 0 0,19 67 347 0 0,-12-38-435 0 0,2 0 1 0 0,0 0 0 0 0,26 51-1 0 0,-30-72-468 0 0,1 0 0 0 0,1-1 0 0 0,0 0 0 0 0,0 0 0 0 0,16 15 0 0 0,-15-18-309 0 0,0 1 1 0 0,1-1-1 0 0,0-1 1 0 0,0 1-1 0 0,0-1 1 0 0,1-1-1 0 0,13 5 1 0 0,3-2-4162 0 0</inkml:trace>
</inkml:ink>
</file>

<file path=ppt/ink/ink2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34.8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16 5985 0 0,'1'-1'78'0'0,"-1"0"-1"0"0,0 0 0 0 0,0 1 0 0 0,1-1 1 0 0,-1 0-1 0 0,0 1 0 0 0,1-1 0 0 0,-1 0 1 0 0,0 1-1 0 0,1-1 0 0 0,-1 0 0 0 0,1 1 1 0 0,-1-1-1 0 0,1 1 0 0 0,0-1 0 0 0,-1 1 1 0 0,1-1-1 0 0,0 1 0 0 0,-1-1 0 0 0,1 1 1 0 0,0 0-1 0 0,-1-1 0 0 0,1 1 0 0 0,0 0 1 0 0,0-1-1 0 0,-1 1 0 0 0,1 0 0 0 0,0 0 1 0 0,0 0-1 0 0,-1 0 0 0 0,1 0 0 0 0,0 0 1 0 0,0 0-1 0 0,0 0 0 0 0,-1 0 0 0 0,1 0 1 0 0,0 0-1 0 0,0 1 0 0 0,-1-1 0 0 0,2 1 1 0 0,2-1 397 0 0,0 1 0 0 0,-1 0 1 0 0,1 0-1 0 0,-1 0 0 0 0,0 1 1 0 0,1-1-1 0 0,-1 1 1 0 0,4 2-1 0 0,0 3 85 0 0,0 0 0 0 0,-1 1 0 0 0,0 0 0 0 0,0 0 0 0 0,-1 0 1 0 0,0 1-1 0 0,0 0 0 0 0,-1 0 0 0 0,0 0 0 0 0,5 19 0 0 0,0 10 357 0 0,8 54-1 0 0,-15-75-786 0 0,0 17-46 0 0,-2-29-44 0 0,3-16-19 0 0,-1-2-20 0 0,7-32-69 0 0,2 1 0 0 0,2 0 0 0 0,31-71 0 0 0,-43 113 81 0 0,-1 0 1 0 0,1 1 0 0 0,0-1-1 0 0,-1 0 1 0 0,1 1 0 0 0,0-1-1 0 0,0 1 1 0 0,0-1 0 0 0,0 1-1 0 0,1 0 1 0 0,-1-1 0 0 0,0 1-1 0 0,0 0 1 0 0,1 0 0 0 0,-1 0-1 0 0,1 0 1 0 0,-1 0 0 0 0,1 0-1 0 0,-1 0 1 0 0,1 1 0 0 0,0-1-1 0 0,-1 0 1 0 0,1 1 0 0 0,0 0-1 0 0,0-1 1 0 0,-1 1 0 0 0,1 0-1 0 0,2 0 1 0 0,1 1 50 0 0,-1 0-1 0 0,1 1 1 0 0,-1 0-1 0 0,1 0 1 0 0,-1 0-1 0 0,0 0 1 0 0,0 1 0 0 0,0 0-1 0 0,5 4 1 0 0,5 5-48 0 0,0 1 0 0 0,-1 1 1 0 0,-1 0-1 0 0,0 0 0 0 0,-1 1 0 0 0,0 1 1 0 0,-1-1-1 0 0,-1 2 0 0 0,-1-1 0 0 0,0 1 1 0 0,-1 1-1 0 0,-1-1 0 0 0,0 1 0 0 0,-2 1 1 0 0,4 23-1 0 0,-8-40-57 0 0,1 3-45 0 0,0 0-1 0 0,-1 0 1 0 0,1 0-1 0 0,-1 0 1 0 0,0 0 0 0 0,-1 0-1 0 0,-1 9 1 0 0,-2-48-2850 0 0,3 6 2160 0 0,1-1 0 0 0,7-43 0 0 0,-6 63 779 0 0,0-1 1 0 0,2 0-1 0 0,-1 1 0 0 0,1-1 0 0 0,0 1 1 0 0,1 0-1 0 0,0 0 0 0 0,1 0 0 0 0,-1 1 1 0 0,13-16-1 0 0,-16 22-4 0 0,1 1 0 0 0,-1-1 0 0 0,1 1 0 0 0,-1-1 0 0 0,1 1 0 0 0,-1 0 0 0 0,1 0 0 0 0,0 0 0 0 0,-1 0 0 0 0,1 0 0 0 0,0 0 0 0 0,0 1 0 0 0,0-1 0 0 0,0 0 1 0 0,0 1-1 0 0,0 0 0 0 0,0-1 0 0 0,0 1 0 0 0,0 0 0 0 0,0 0 0 0 0,0 0 0 0 0,0 0 0 0 0,0 0 0 0 0,2 1 0 0 0,-2 0-176 0 0,1 0-1 0 0,0 0 1 0 0,0 1-1 0 0,0-1 1 0 0,-1 1 0 0 0,1 0-1 0 0,-1 0 1 0 0,1 0 0 0 0,-1 0-1 0 0,0 0 1 0 0,1 0-1 0 0,-1 1 1 0 0,0-1 0 0 0,2 4-1 0 0,4 7-4960 0 0</inkml:trace>
</inkml:ink>
</file>

<file path=ppt/ink/ink2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35.8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56 2304 0 0,'0'-1'349'0'0,"0"0"0"0"0,0 0-1 0 0,0 0 1 0 0,0 0-1 0 0,0 0 1 0 0,0-1-1 0 0,0 1 1 0 0,0 0-1 0 0,0 0 1 0 0,0 0 0 0 0,1 0-1 0 0,-1 0 1 0 0,0 0-1 0 0,1 0 1 0 0,-1 0-1 0 0,1 0 1 0 0,-1 0-1 0 0,1 0 1 0 0,0 0-1 0 0,-1 0 1 0 0,2-1 0 0 0,-1 2-120 0 0,0 0 1 0 0,0 0-1 0 0,-1 0 1 0 0,1 0 0 0 0,0 0-1 0 0,0 0 1 0 0,-1 0-1 0 0,1 1 1 0 0,0-1 0 0 0,0 0-1 0 0,-1 0 1 0 0,1 1-1 0 0,0-1 1 0 0,-1 1-1 0 0,1-1 1 0 0,0 0 0 0 0,-1 1-1 0 0,1-1 1 0 0,-1 1-1 0 0,1 0 1 0 0,-1-1 0 0 0,2 2-1 0 0,3 5 589 0 0,1 0 0 0 0,-1 0-1 0 0,9 16 1 0 0,-1 5-421 0 0,-2 1 0 0 0,-1 1 0 0 0,-1-1 0 0 0,-1 2 0 0 0,-2-1 0 0 0,-1 1 1 0 0,1 35-1 0 0,-1-78-333 0 0,7-32-61 0 0,6-22-6 0 0,-15 57-5 0 0,39-103 308 0 0,-36 98-272 0 0,1 0 0 0 0,0 0 0 0 0,1 0 0 0 0,1 1 0 0 0,15-18 0 0 0,-23 30-16 0 0,0 0-1 0 0,-1 0 1 0 0,1 0 0 0 0,0 0 0 0 0,0 0 0 0 0,0 0 0 0 0,0 0 0 0 0,0 1 0 0 0,0-1-1 0 0,0 0 1 0 0,0 0 0 0 0,0 1 0 0 0,0-1 0 0 0,0 1 0 0 0,0-1 0 0 0,1 1-1 0 0,-1-1 1 0 0,0 1 0 0 0,0 0 0 0 0,1-1 0 0 0,-1 1 0 0 0,0 0 0 0 0,1 0 0 0 0,-1 0-1 0 0,0 0 1 0 0,0 0 0 0 0,1 0 0 0 0,-1 1 0 0 0,0-1 0 0 0,0 0 0 0 0,1 1-1 0 0,-1-1 1 0 0,0 0 0 0 0,0 1 0 0 0,0 0 0 0 0,1-1 0 0 0,-1 1 0 0 0,0 0 0 0 0,0-1-1 0 0,0 1 1 0 0,0 0 0 0 0,0 0 0 0 0,-1 0 0 0 0,3 2 0 0 0,2 5 128 0 0,1 1 0 0 0,-1 0 0 0 0,-1 0 1 0 0,8 19-1 0 0,-1-2-407 0 0,1-3-437 0 0,24 31 1 0 0,-13-24-5437 0 0,-6-12-592 0 0</inkml:trace>
</inkml:ink>
</file>

<file path=ppt/ink/ink2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36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0 190 3681 0 0,'14'4'7173'0'0,"-12"-3"-6876"0"0,0 0 0 0 0,0-1 0 0 0,0 1 0 0 0,0 0 1 0 0,0-1-1 0 0,0 1 0 0 0,0-1 0 0 0,0 0 0 0 0,0 0 0 0 0,0 0 1 0 0,1 0-1 0 0,-1 0 0 0 0,0 0 0 0 0,3-1 0 0 0,-1 0-213 0 0,1-1 1 0 0,0 0-1 0 0,-1 0 0 0 0,1 0 0 0 0,-1-1 1 0 0,0 1-1 0 0,0-1 0 0 0,0 0 0 0 0,0 0 0 0 0,0-1 1 0 0,-1 1-1 0 0,1-1 0 0 0,-1 1 0 0 0,0-1 0 0 0,0 0 1 0 0,0-1-1 0 0,-1 1 0 0 0,1 0 0 0 0,-1-1 0 0 0,0 1 1 0 0,-1-1-1 0 0,1 0 0 0 0,-1 1 0 0 0,0-1 0 0 0,0 0 1 0 0,0 0-1 0 0,-1 0 0 0 0,1 0 0 0 0,-1 0 0 0 0,0 0 1 0 0,-1 0-1 0 0,1 0 0 0 0,-1 0 0 0 0,0 0 0 0 0,-1 1 1 0 0,1-1-1 0 0,-1 0 0 0 0,1 1 0 0 0,-2-1 0 0 0,1 1 1 0 0,0-1-1 0 0,-6-6 0 0 0,8 10-36 0 0,-1 0 0 0 0,0-1 0 0 0,-1 1 0 0 0,1 0 0 0 0,0 0 0 0 0,0-1 0 0 0,0 1 0 0 0,-1 0-1 0 0,1 0 1 0 0,-1 0 0 0 0,1 0 0 0 0,-1 1 0 0 0,1-1 0 0 0,-1 0 0 0 0,1 1 0 0 0,-1-1 0 0 0,0 1 0 0 0,1-1 0 0 0,-1 1 0 0 0,0 0 0 0 0,1 0 0 0 0,-1 0 0 0 0,0 0 0 0 0,1 0-1 0 0,-1 0 1 0 0,0 0 0 0 0,0 0 0 0 0,1 1 0 0 0,-1-1 0 0 0,1 1 0 0 0,-1-1 0 0 0,0 1 0 0 0,1 0 0 0 0,-1 0 0 0 0,1-1 0 0 0,-1 1 0 0 0,1 0 0 0 0,0 0 0 0 0,-1 0-1 0 0,1 1 1 0 0,0-1 0 0 0,0 0 0 0 0,0 0 0 0 0,0 1 0 0 0,-2 1 0 0 0,-1 3-45 0 0,0 0 1 0 0,0 0-1 0 0,0 0 0 0 0,0 1 0 0 0,1-1 1 0 0,0 1-1 0 0,1 0 0 0 0,-1 0 1 0 0,-1 10-1 0 0,3-8-90 0 0,0-1-1 0 0,1 1 1 0 0,0 0-1 0 0,1 0 1 0 0,0-1 0 0 0,0 1-1 0 0,0-1 1 0 0,1 1 0 0 0,1-1-1 0 0,-1 1 1 0 0,2-1 0 0 0,-1 0-1 0 0,1 0 1 0 0,0-1 0 0 0,0 1-1 0 0,1-1 1 0 0,0 0 0 0 0,1 0-1 0 0,10 11 1 0 0,-8-11-295 0 0,-1-1 1 0 0,1 1-1 0 0,0-2 1 0 0,1 1-1 0 0,-1-1 1 0 0,1 0-1 0 0,0-1 1 0 0,0 0-1 0 0,0 0 1 0 0,1-1 0 0 0,-1 0-1 0 0,1-1 1 0 0,0 0-1 0 0,0-1 1 0 0,0 0-1 0 0,0 0 1 0 0,11-1-1 0 0,-10-1-260 0 0,-1 0 0 0 0,1 0 0 0 0,0-1 0 0 0,-1-1 0 0 0,1 0 0 0 0,-1 0-1 0 0,0-1 1 0 0,0 0 0 0 0,0-1 0 0 0,14-8 0 0 0,2-6 470 0 0</inkml:trace>
</inkml:ink>
</file>

<file path=ppt/ink/ink2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36.4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50 13 3225 0 0,'-1'-1'60'0'0,"1"0"1"0"0,-1 0-1 0 0,1 0 1 0 0,-1 0-1 0 0,0 1 1 0 0,0-1-1 0 0,1 0 1 0 0,-1 0-1 0 0,0 0 1 0 0,0 1-1 0 0,0-1 1 0 0,0 0-1 0 0,0 1 0 0 0,0-1 1 0 0,-1 0-1 0 0,1 1 106 0 0,1 0 0 0 0,-1 0 0 0 0,1 0-1 0 0,-1 0 1 0 0,1 0 0 0 0,-7 5 2817 0 0,7-5-2818 0 0,-1 1 1 0 0,-11 34 6016 0 0,11-31-6522 0 0,-3 15 1176 0 0,0 1 0 0 0,2-1 0 0 0,1 1 0 0 0,1 34 0 0 0,15 77 819 0 0,-1-63-980 0 0,4-1 1 0 0,38 96 0 0 0,-1-5-1108 0 0,-30-45-2349 0 0,-23-101 2336 0 0,4 17-674 0 0</inkml:trace>
</inkml:ink>
</file>

<file path=ppt/ink/ink2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37.0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 49 6913 0 0,'-11'4'1812'0'0,"-15"11"8396"0"0,56-14-6965 0 0,-10 0-3001 0 0,26-6-410 0 0,0-2-1 0 0,-1-2 0 0 0,53-19 1 0 0,-23 8-7422 0 0</inkml:trace>
</inkml:ink>
</file>

<file path=ppt/ink/ink2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37.3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2 2361 0 0,'-16'23'7554'0'0,"16"-23"-7313"0"0,1 1 0 0 0,0-1 0 0 0,-1 0 0 0 0,1 1 0 0 0,-1-1 0 0 0,1 0 0 0 0,0 0 0 0 0,-1 0 0 0 0,1 1 0 0 0,0-1 0 0 0,0 0 1 0 0,-1 0-1 0 0,1 0 0 0 0,0 0 0 0 0,-1 0 0 0 0,1 0 0 0 0,0 0 0 0 0,0 0 0 0 0,-1-1 0 0 0,1 1 0 0 0,0 0 0 0 0,0 0 0 0 0,48-7 4217 0 0,-23 3-3454 0 0,42-2 1 0 0,-66 6-999 0 0,23 0-93 0 0,0 0 0 0 0,35-7 0 0 0,-50 5-427 0 0</inkml:trace>
</inkml:ink>
</file>

<file path=ppt/ink/ink2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0.4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16 6449 0 0,'-12'-15'11806'0'0,"10"28"-11645"0"0,-9 138 384 0 0,-3 111 1059 0 0,15-225-1450 0 0,1-1 1 0 0,2 0 0 0 0,1 0-1 0 0,2 0 1 0 0,12 38 0 0 0,-13-55-650 0 0,17 34 1 0 0,-20-49 384 0 0,-1 1-1 0 0,1-1 1 0 0,-1 0-1 0 0,1 1 1 0 0,1-1-1 0 0,-1-1 1 0 0,0 1-1 0 0,1 0 1 0 0,0-1-1 0 0,0 0 1 0 0,0 0-1 0 0,0 0 1 0 0,5 2-1 0 0,-8-4-95 0 0,0-1 1 0 0,0 1-1 0 0,0-1 0 0 0,0 0 0 0 0,0 0 0 0 0,1 1 0 0 0,-1-1 0 0 0,0 0 0 0 0,0 0 1 0 0,0 0-1 0 0,0 0 0 0 0,0 0 0 0 0,0 0 0 0 0,1-1 0 0 0,0 1 0 0 0</inkml:trace>
</inkml:ink>
</file>

<file path=ppt/ink/ink2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0.7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1 242 456 0 0,'0'-8'554'0'0,"1"0"0"0"0,0 0 0 0 0,0 0 0 0 0,5-13 1 0 0,-5 19-215 0 0,-1-1 0 0 0,1 0 0 0 0,0 1 0 0 0,0-1 0 0 0,0 1 0 0 0,1 0 0 0 0,-1-1 0 0 0,0 1 0 0 0,1 0 0 0 0,0 0 0 0 0,-1 0 0 0 0,1 0 0 0 0,0 0 0 0 0,0 0 0 0 0,0 1 0 0 0,0-1 0 0 0,4-2 0 0 0,-4 4-83 0 0,0 0 1 0 0,0 0-1 0 0,0 0 0 0 0,-1 0 0 0 0,1 0 0 0 0,0 0 0 0 0,0 1 0 0 0,0-1 0 0 0,-1 0 0 0 0,1 1 0 0 0,0-1 1 0 0,0 1-1 0 0,-1 0 0 0 0,1 0 0 0 0,-1 0 0 0 0,1 0 0 0 0,0 0 0 0 0,-1 0 0 0 0,0 0 0 0 0,1 0 0 0 0,0 2 0 0 0,31 32 1425 0 0,-27-28-1266 0 0,120 167 1689 0 0,-2-4-339 0 0,-117-161-1617 0 0,2 0-1 0 0,-1 0 0 0 0,1-1 0 0 0,1 0 0 0 0,15 10 0 0 0,-23-17-129 0 0,-1 0 1 0 0,0 0-1 0 0,1 0 0 0 0,-1 0 1 0 0,1 0-1 0 0,-1 0 1 0 0,1-1-1 0 0,0 1 1 0 0,-1-1-1 0 0,1 1 0 0 0,0-1 1 0 0,-1 0-1 0 0,1 1 1 0 0,0-1-1 0 0,-1 0 1 0 0,1 0-1 0 0,0 0 0 0 0,0 0 1 0 0,-1-1-1 0 0,1 1 1 0 0,0 0-1 0 0,-1-1 1 0 0,1 1-1 0 0,0-1 0 0 0,-1 1 1 0 0,1-1-1 0 0,-1 0 1 0 0,1 0-1 0 0,-1 0 1 0 0,1 0-1 0 0,-1 0 1 0 0,0 0-1 0 0,1 0 0 0 0,-1 0 1 0 0,0 0-1 0 0,0-1 1 0 0,0 1-1 0 0,0-1 1 0 0,0 1-1 0 0,0-1 0 0 0,0 1 1 0 0,0-1-1 0 0,-1 1 1 0 0,1-1-1 0 0,-1 1 1 0 0,1-1-1 0 0,-1 0 0 0 0,1-3 1 0 0,3-17 94 0 0,-1 0 0 0 0,0-1-1 0 0,-2 1 1 0 0,-1-1 0 0 0,-3-35 0 0 0,-1-15 11 0 0,3 22-733 0 0,2 0 1 0 0,3 0-1 0 0,1 0 1 0 0,17-64-1 0 0,-16 96-4492 0 0</inkml:trace>
</inkml:ink>
</file>

<file path=ppt/ink/ink2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1.1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95 6 14283 0 0,'0'-1'-34'0'0,"-1"1"0"0"0,1-1 0 0 0,-1 1 0 0 0,1-1 0 0 0,-1 1 0 0 0,0-1 0 0 0,1 1 0 0 0,-1 0 0 0 0,0-1 1 0 0,1 1-1 0 0,-1 0 0 0 0,0 0 0 0 0,1 0 0 0 0,-1-1 0 0 0,0 1 0 0 0,0 0 0 0 0,1 0 0 0 0,-1 0 0 0 0,0 0 0 0 0,0 0 0 0 0,1 0 0 0 0,-1 0 0 0 0,0 1 0 0 0,0-1 0 0 0,1 0 0 0 0,-1 0 0 0 0,0 1 0 0 0,1-1 0 0 0,-1 0 0 0 0,-1 1 0 0 0,1 1 130 0 0,-1-1-1 0 0,1 1 0 0 0,-1 0 1 0 0,1-1-1 0 0,-1 1 0 0 0,1 0 1 0 0,0 0-1 0 0,0 0 0 0 0,0 0 1 0 0,-1 3-1 0 0,-3 9 655 0 0,1 0 1 0 0,-3 22-1 0 0,7-34-804 0 0,-19 134 1734 0 0,-2 167 0 0 0,20-270-1654 0 0,1 0 0 0 0,6 39 1 0 0,-4-61-454 0 0,0 0 0 0 0,0-1 0 0 0,1 0 0 0 0,0 0 0 0 0,1 0 0 0 0,0 0 0 0 0,1 0 0 0 0,0-1 0 0 0,0 1 0 0 0,13 14 0 0 0,-5-11-3538 0 0,1-4-911 0 0</inkml:trace>
</inkml:ink>
</file>

<file path=ppt/ink/ink2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1.5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22 153 6913 0 0,'-4'-9'599'0'0,"0"0"0"0"0,1 0 0 0 0,0-1-1 0 0,-3-17 1 0 0,5 24-315 0 0,1 0 1 0 0,0 0-1 0 0,0 0 1 0 0,0 0-1 0 0,0 0 0 0 0,0 0 1 0 0,1 0-1 0 0,-1 0 1 0 0,2-4-1 0 0,-1 6-162 0 0,-1 0 0 0 0,1 0 0 0 0,-1 0 0 0 0,1 0 0 0 0,-1 0 0 0 0,1 0 1 0 0,0 0-1 0 0,0 0 0 0 0,0 0 0 0 0,-1 0 0 0 0,1 0 0 0 0,0 1 0 0 0,0-1 0 0 0,0 0 0 0 0,0 1 0 0 0,0-1 0 0 0,0 0 0 0 0,1 1 0 0 0,-1-1 0 0 0,0 1 0 0 0,0 0 1 0 0,0-1-1 0 0,2 1 0 0 0,0 0 4 0 0,-1 0 1 0 0,1 0 0 0 0,0 0 0 0 0,0 1 0 0 0,0-1-1 0 0,0 1 1 0 0,-1-1 0 0 0,1 1 0 0 0,0 0 0 0 0,-1 0-1 0 0,1 0 1 0 0,0 1 0 0 0,-1-1 0 0 0,0 1 0 0 0,1-1-1 0 0,-1 1 1 0 0,0 0 0 0 0,0 0 0 0 0,0 0 0 0 0,0 0-1 0 0,2 3 1 0 0,6 7 277 0 0,0 0 0 0 0,12 22 1 0 0,-16-23-172 0 0,40 64 109 0 0,-14-21 75 0 0,59 76 1 0 0,-75-109-399 0 0,23 25 99 0 0,-36-43-108 0 0,-1 0 0 0 0,1-1 0 0 0,1 1 0 0 0,-1-1-1 0 0,0 0 1 0 0,1 1 0 0 0,-1-1 0 0 0,1-1 0 0 0,0 1 0 0 0,-1-1 0 0 0,7 2 0 0 0,-8-3-1 0 0,-1 0-1 0 0,1 0 1 0 0,0 0 0 0 0,-1 0 0 0 0,1 0 0 0 0,0-1 0 0 0,-1 1 0 0 0,1-1 0 0 0,0 1 0 0 0,-1-1 0 0 0,1 0 0 0 0,-1 0 0 0 0,1 0 0 0 0,-1 0 0 0 0,1 0 0 0 0,-1 0 0 0 0,0 0 0 0 0,1 0-1 0 0,-1 0 1 0 0,0-1 0 0 0,0 1 0 0 0,0 0 0 0 0,0-1 0 0 0,0 1 0 0 0,0-1 0 0 0,0 1 0 0 0,0-3 0 0 0,20-51 231 0 0,-19 47-154 0 0,11-44-130 0 0,-2-1 0 0 0,5-75 0 0 0,-1 3-15 0 0,-15 122 101 0 0,1 0 0 0 0,0 0 0 0 0,0 0-1 0 0,0 0 1 0 0,0 0 0 0 0,0 0 0 0 0,0 0 0 0 0,1 1 0 0 0,-1-1 0 0 0,4-3 0 0 0,-5 6-23 0 0,0-1 0 0 0,0 1 0 0 0,1 0 0 0 0,-1 0 0 0 0,0-1 0 0 0,1 1 0 0 0,-1 0 0 0 0,0 0 0 0 0,1-1 0 0 0,-1 1 1 0 0,1 0-1 0 0,-1 0 0 0 0,0 0 0 0 0,1 0 0 0 0,-1-1 0 0 0,1 1 0 0 0,-1 0 0 0 0,0 0 0 0 0,1 0 0 0 0,-1 0 1 0 0,1 0-1 0 0,-1 0 0 0 0,1 0 0 0 0,-1 0 0 0 0,0 1 0 0 0,1-1 0 0 0,0 0 0 0 0,0 1-12 0 0,0 0 0 0 0,0-1 0 0 0,0 1 0 0 0,0 0-1 0 0,0 0 1 0 0,0 0 0 0 0,0 0 0 0 0,-1 0 0 0 0,1 1 0 0 0,0-1-1 0 0,-1 0 1 0 0,1 0 0 0 0,0 3 0 0 0,12 33 47 0 0,-2 0-1 0 0,10 54 1 0 0,-14-51-141 0 0,3 0 1 0 0,15 42-1 0 0,8-13-839 0 0,-8-26-5281 0 0,-7-16-504 0 0</inkml:trace>
</inkml:ink>
</file>

<file path=ppt/ink/ink2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1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125 68 11058 0 0,'-4'-4'572'0'0,"1"0"-1"0"0,-1 0 1 0 0,0 1 0 0 0,0 0-1 0 0,0 0 1 0 0,0 0-1 0 0,-1 0 1 0 0,-5-2-1 0 0,9 5-393 0 0,0 0 1 0 0,0-1-1 0 0,0 1 0 0 0,0 0 1 0 0,0 0-1 0 0,0 0 0 0 0,0 0 1 0 0,0 0-1 0 0,0 0 0 0 0,0 0 1 0 0,0 0-1 0 0,0 1 0 0 0,0-1 0 0 0,0 0 1 0 0,1 1-1 0 0,-1-1 0 0 0,0 0 1 0 0,-2 2-1 0 0,2-1-124 0 0,-1 1 0 0 0,0-1 0 0 0,0 1 1 0 0,1 0-1 0 0,-1 0 0 0 0,1 0 0 0 0,-1 0 0 0 0,1 0 0 0 0,0 0 0 0 0,-2 4 1 0 0,-5 14-14 0 0,0 0 0 0 0,1 1 1 0 0,1-1-1 0 0,1 1 0 0 0,1 1 1 0 0,1-1-1 0 0,1 1 0 0 0,0-1 1 0 0,2 1-1 0 0,1-1 0 0 0,0 1 1 0 0,2-1-1 0 0,7 31 0 0 0,-7-42-94 0 0,1-1-1 0 0,0 0 1 0 0,0 0-1 0 0,1 0 1 0 0,0 0-1 0 0,1-1 1 0 0,0 0-1 0 0,0 0 1 0 0,0 0-1 0 0,1-1 1 0 0,1 0-1 0 0,-1 0 1 0 0,1-1-1 0 0,12 8 1 0 0,-15-11 23 0 0,0-1 0 0 0,0 1 0 0 0,0-1 0 0 0,0 0 1 0 0,0 0-1 0 0,1-1 0 0 0,-1 0 0 0 0,1 0 0 0 0,-1 0 0 0 0,1 0 0 0 0,0-1 0 0 0,-1 0 1 0 0,1 0-1 0 0,-1 0 0 0 0,1-1 0 0 0,-1 0 0 0 0,1 0 0 0 0,-1-1 0 0 0,1 1 0 0 0,-1-1 1 0 0,0 0-1 0 0,0 0 0 0 0,0-1 0 0 0,0 0 0 0 0,0 0 0 0 0,0 0 0 0 0,4-4 0 0 0,0-1 85 0 0,-1 0-1 0 0,-1 0 0 0 0,1-1 0 0 0,-1 0 1 0 0,-1 0-1 0 0,0 0 0 0 0,0-1 0 0 0,-1 0 0 0 0,0 0 1 0 0,0-1-1 0 0,-1 1 0 0 0,-1-1 0 0 0,0 0 0 0 0,0 0 1 0 0,-1 0-1 0 0,-1 0 0 0 0,0 0 0 0 0,0-1 1 0 0,-1 1-1 0 0,-1 0 0 0 0,-2-19 0 0 0,1 15 52 0 0,-1 0 1 0 0,0 0-1 0 0,-1 0 0 0 0,-1 0 0 0 0,0 0 1 0 0,-1 1-1 0 0,-1 0 0 0 0,0 0 0 0 0,-1 1 1 0 0,0 0-1 0 0,-1 0 0 0 0,0 1 0 0 0,-1 0 1 0 0,-1 1-1 0 0,-16-15 0 0 0,22 22-199 0 0,-1 0 0 0 0,0 1 0 0 0,0-1 1 0 0,0 1-1 0 0,0 0 0 0 0,-12-4 0 0 0,15 7-154 0 0,0-1 0 0 0,0 0 0 0 0,0 1 0 0 0,-1-1-1 0 0,1 1 1 0 0,0 0 0 0 0,0 0 0 0 0,-1 0 0 0 0,1 0 0 0 0,0 1 0 0 0,0-1 0 0 0,-1 1 0 0 0,1 0 0 0 0,0 0-1 0 0,-6 3 1 0 0</inkml:trace>
</inkml:ink>
</file>

<file path=ppt/ink/ink2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2.3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185 65 4145 0 0,'2'-1'329'0'0,"-1"-1"0"0"0,1 1 0 0 0,-1-1 0 0 0,1 0 0 0 0,-1 0 0 0 0,0 0 0 0 0,0 0 1 0 0,0 0-1 0 0,0 0 0 0 0,0 0 0 0 0,0 0 0 0 0,0 0 0 0 0,-1 0 0 0 0,1 0 0 0 0,-1-1 0 0 0,0 1 0 0 0,1 0 0 0 0,-1 0 0 0 0,0-1 1 0 0,0 1-1 0 0,-1 0 0 0 0,1-3 0 0 0,-1 4-148 0 0,1 0 1 0 0,0 1-1 0 0,-1-1 0 0 0,1 0 1 0 0,-1 0-1 0 0,1 0 0 0 0,-1 1 1 0 0,1-1-1 0 0,-1 0 1 0 0,0 0-1 0 0,1 1 0 0 0,-1-1 1 0 0,0 1-1 0 0,1-1 0 0 0,-1 1 1 0 0,0-1-1 0 0,0 1 1 0 0,0-1-1 0 0,1 1 0 0 0,-1-1 1 0 0,-1 1-1 0 0,0 0-48 0 0,0-1 0 0 0,-1 1 0 0 0,1 0 1 0 0,0 0-1 0 0,0 0 0 0 0,0 0 0 0 0,0 0 0 0 0,0 1 0 0 0,-1-1 0 0 0,1 1 0 0 0,0-1 0 0 0,-3 3 0 0 0,-6 1 20 0 0,1 2 0 0 0,-1 0-1 0 0,1 0 1 0 0,1 0 0 0 0,-1 1-1 0 0,1 1 1 0 0,0 0-1 0 0,1 0 1 0 0,0 0 0 0 0,0 1-1 0 0,1 0 1 0 0,-12 20-1 0 0,16-23-80 0 0,-1 0 0 0 0,1 1 0 0 0,0-1-1 0 0,0 1 1 0 0,1-1 0 0 0,0 1 0 0 0,0 0-1 0 0,0 0 1 0 0,1 0 0 0 0,0 0 0 0 0,1 0-1 0 0,0 1 1 0 0,0-1 0 0 0,0 0 0 0 0,1 0-1 0 0,0 0 1 0 0,0 0 0 0 0,1 0 0 0 0,0 0-1 0 0,0 0 1 0 0,0-1 0 0 0,5 8 0 0 0,4 3-109 0 0,1-1 1 0 0,1-1 0 0 0,0 0 0 0 0,1-1 0 0 0,1 0-1 0 0,0-1 1 0 0,33 21 0 0 0,-28-20-7 0 0,-1 0 0 0 0,0 1 0 0 0,-1 1 0 0 0,27 32 0 0 0,-44-46 45 0 0,1 0-1 0 0,-1 0 0 0 0,1 0 1 0 0,-1 0-1 0 0,0 1 0 0 0,0-1 1 0 0,0 0-1 0 0,0 1 0 0 0,0-1 1 0 0,0 1-1 0 0,-1-1 0 0 0,1 1 1 0 0,-1-1-1 0 0,0 1 0 0 0,0-1 0 0 0,0 1 1 0 0,0-1-1 0 0,0 1 0 0 0,0-1 1 0 0,-2 4-1 0 0,1-2 19 0 0,-1 0 0 0 0,0 0 0 0 0,0 0 0 0 0,0-1 0 0 0,0 1 0 0 0,0-1 0 0 0,-1 0 0 0 0,0 0 0 0 0,0 1 0 0 0,0-2 0 0 0,-4 5 0 0 0,-8 3 138 0 0,0 0 0 0 0,0-1-1 0 0,-1 0 1 0 0,-28 10 0 0 0,-15 2-76 0 0,31-15-292 0 0</inkml:trace>
</inkml:ink>
</file>

<file path=ppt/ink/ink2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3.2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0 10594 0 0,'0'1'83'0'0,"0"-1"0"0"0,0 1 0 0 0,0-1 0 0 0,0 0 0 0 0,0 1-1 0 0,0-1 1 0 0,0 0 0 0 0,0 1 0 0 0,0-1 0 0 0,0 0 0 0 0,-1 1-1 0 0,1-1 1 0 0,0 0 0 0 0,0 1 0 0 0,0-1 0 0 0,-1 0 0 0 0,1 1 0 0 0,0-1-1 0 0,0 0 1 0 0,-1 0 0 0 0,1 1 0 0 0,0-1 0 0 0,0 0 0 0 0,-1 0 0 0 0,1 0-1 0 0,0 1 1 0 0,-1-1 0 0 0,1 0 0 0 0,0 0 0 0 0,-1 0 0 0 0,1 0-1 0 0,0 0 1 0 0,-1 0 0 0 0,1 0 0 0 0,0 0 0 0 0,-1 0 0 0 0,1 0 0 0 0,-1 0-1 0 0,1 0 1 0 0,0 0 0 0 0,-1 0 0 0 0,1 0 0 0 0,0 0 0 0 0,-1 0 0 0 0,1 0-1 0 0,0 0 1 0 0,-1 0 0 0 0,1-1 0 0 0,0 1 0 0 0,-1 0 0 0 0,1 0 0 0 0,0 0-1 0 0,-1-1 1 0 0,1 1 0 0 0,0 0 0 0 0,0 0 0 0 0,-1-1 0 0 0,1 1-1 0 0,0 0 1 0 0,0 0 0 0 0,0-1 0 0 0,-1 1 0 0 0,1-1 0 0 0,12 87 305 0 0,3-1 0 0 0,3-1 0 0 0,48 130 0 0 0,15-31-1594 0 0,-48-113-2420 0 0,-29-57 1206 0 0</inkml:trace>
</inkml:ink>
</file>

<file path=ppt/ink/ink2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3.4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8 446 1376 0 0,'-4'-26'315'0'0,"2"-1"-1"0"0,0 1 1 0 0,2-1-1 0 0,1 0 1 0 0,1 1 0 0 0,12-52-1 0 0,-10 61 184 0 0,2 1 0 0 0,0-1 0 0 0,1 1 0 0 0,0 1 0 0 0,1-1 0 0 0,1 1 0 0 0,1 0 0 0 0,13-15-1 0 0,-20 26-297 0 0,1 0-1 0 0,0-1 0 0 0,0 1 0 0 0,0 1 0 0 0,0-1 1 0 0,1 1-1 0 0,-1 0 0 0 0,1 0 0 0 0,0 0 0 0 0,0 0 1 0 0,0 1-1 0 0,1 0 0 0 0,-1 0 0 0 0,0 1 0 0 0,1-1 0 0 0,-1 1 1 0 0,1 0-1 0 0,0 1 0 0 0,-1-1 0 0 0,1 1 0 0 0,0 0 1 0 0,-1 0-1 0 0,1 1 0 0 0,-1 0 0 0 0,1 0 0 0 0,-1 0 0 0 0,1 1 1 0 0,-1-1-1 0 0,7 4 0 0 0,-7-2-82 0 0,0-1 0 0 0,0 1-1 0 0,0 0 1 0 0,-1 0 0 0 0,1 0 0 0 0,-1 1-1 0 0,0-1 1 0 0,0 1 0 0 0,0 0 0 0 0,-1 0 0 0 0,1 1-1 0 0,-1-1 1 0 0,0 1 0 0 0,0-1 0 0 0,3 8 0 0 0,-3-4 11 0 0,-1 0 0 0 0,1 0 0 0 0,-1 0 1 0 0,-1 0-1 0 0,1 1 0 0 0,-1-1 1 0 0,-1 1-1 0 0,0-1 0 0 0,-1 11 1 0 0,-1-2 82 0 0,-1 0 0 0 0,0 0 0 0 0,-1 0 0 0 0,-1-1 1 0 0,-1 1-1 0 0,-1-1 0 0 0,0-1 0 0 0,0 1 1 0 0,-14 18-1 0 0,-47 53 1206 0 0,27-47-2231 0 0,-3-10-5212 0 0</inkml:trace>
</inkml:ink>
</file>

<file path=ppt/ink/ink2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3.6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39 5985 0 0,'89'-4'9004'0'0,"43"-14"-7767"0"0,-36 5-3879 0 0,-61 10 2253 0 0</inkml:trace>
</inkml:ink>
</file>

<file path=ppt/ink/ink2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4.4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214 187 8754 0 0,'-6'-2'154'0'0,"0"0"0"0"0,0 0 1 0 0,0 1-1 0 0,0-1 0 0 0,-1 1 0 0 0,1 1 1 0 0,0-1-1 0 0,-1 1 0 0 0,1 0 0 0 0,-1 1 1 0 0,1-1-1 0 0,0 1 0 0 0,0 1 0 0 0,-1-1 1 0 0,1 1-1 0 0,0 0 0 0 0,0 0 0 0 0,1 1 1 0 0,-1 0-1 0 0,0 0 0 0 0,1 0 0 0 0,0 0 1 0 0,-1 1-1 0 0,1 0 0 0 0,1 0 1 0 0,-1 1-1 0 0,1-1 0 0 0,-1 1 0 0 0,-3 6 1 0 0,3-2-85 0 0,0 1 1 0 0,0 0 0 0 0,1 0 0 0 0,0 0 0 0 0,0 1 0 0 0,1 0 0 0 0,1-1 0 0 0,0 1 0 0 0,1 0 0 0 0,-1 0 0 0 0,2 0 0 0 0,0 0-1 0 0,1 13 1 0 0,1-9-58 0 0,-1-1-1 0 0,2 0 1 0 0,0 0-1 0 0,1 0 1 0 0,0 0-1 0 0,1-1 1 0 0,0 0-1 0 0,1 0 1 0 0,13 21-1 0 0,-13-27-12 0 0,-1 0-1 0 0,1 0 1 0 0,0 0 0 0 0,1-1-1 0 0,-1 0 1 0 0,1-1 0 0 0,1 1-1 0 0,-1-1 1 0 0,1-1 0 0 0,-1 1-1 0 0,2-1 1 0 0,-1-1 0 0 0,0 0-1 0 0,0 0 1 0 0,1 0 0 0 0,0-1-1 0 0,0 0 1 0 0,-1-1 0 0 0,1 0-1 0 0,0 0 1 0 0,10-1 0 0 0,-9-1-33 0 0,0 0 0 0 0,0 0 1 0 0,-1-1-1 0 0,1 0 0 0 0,-1 0 1 0 0,1-1-1 0 0,-1-1 1 0 0,0 1-1 0 0,0-2 0 0 0,-1 1 1 0 0,1-1-1 0 0,-1 0 0 0 0,0-1 1 0 0,0 0-1 0 0,-1 0 0 0 0,1-1 1 0 0,-2 0-1 0 0,1 0 1 0 0,6-9-1 0 0,-2-2 52 0 0,0 1 0 0 0,-1-2 0 0 0,-1 1 0 0 0,0-2 0 0 0,-2 1 0 0 0,0-1-1 0 0,5-27 1 0 0,-2-11 514 0 0,3-76 0 0 0,-13 133-528 0 0,3-32 404 0 0,0 4 457 0 0,-1 1 1 0 0,-2-1-1 0 0,-3-32 1 0 0,15 120 2417 0 0,35 100-3307 0 0,-43-143-46 0 0,2-1 1 0 0,0 0-1 0 0,0 0 1 0 0,2-1-1 0 0,-1 0 1 0 0,2 0-1 0 0,0-1 0 0 0,1 0 1 0 0,0 0-1 0 0,1-1 1 0 0,0-1-1 0 0,1 0 1 0 0,0 0-1 0 0,1-1 1 0 0,0-1-1 0 0,0 0 1 0 0,23 11-1 0 0,-34-19 22 0 0,-1-1 0 0 0,1 1 0 0 0,0-1 0 0 0,-1 1 0 0 0,1-1-1 0 0,-1 0 1 0 0,1 1 0 0 0,0-1 0 0 0,-1 0 0 0 0,1 0 0 0 0,0 0 0 0 0,-1-1 0 0 0,1 1-1 0 0,0 0 1 0 0,-1 0 0 0 0,1-1 0 0 0,-1 1 0 0 0,1-1 0 0 0,0 0 0 0 0,-1 1 0 0 0,1-1 0 0 0,-1 0-1 0 0,0 0 1 0 0,1 0 0 0 0,-1 0 0 0 0,0 0 0 0 0,0 0 0 0 0,1 0 0 0 0,-1 0 0 0 0,0-1-1 0 0,0 1 1 0 0,0 0 0 0 0,0-1 0 0 0,-1 1 0 0 0,1-1 0 0 0,0 1 0 0 0,0-1 0 0 0,0-1 0 0 0,3-9 8 0 0,1 0 0 0 0,-2 0 1 0 0,0-1-1 0 0,2-13 1 0 0,-1 8 29 0 0,-1 2 34 0 0,23-81 241 0 0,-23 88-219 0 0,1 0 0 0 0,0 0 0 0 0,0 0 0 0 0,1 0 0 0 0,0 1 1 0 0,0 0-1 0 0,1 0 0 0 0,7-7 0 0 0,-12 14-26 0 0,-1 0 1 0 0,1 0-1 0 0,0 0 1 0 0,0 1 0 0 0,0-1-1 0 0,0 1 1 0 0,0-1-1 0 0,0 0 1 0 0,0 1-1 0 0,0-1 1 0 0,0 1-1 0 0,0 0 1 0 0,0-1 0 0 0,0 1-1 0 0,0 0 1 0 0,0 0-1 0 0,0 0 1 0 0,0 0-1 0 0,0 0 1 0 0,0 0-1 0 0,0 0 1 0 0,0 0-1 0 0,0 0 1 0 0,1 0 0 0 0,-1 0-1 0 0,0 1 1 0 0,0-1-1 0 0,0 0 1 0 0,0 1-1 0 0,0-1 1 0 0,0 1-1 0 0,0-1 1 0 0,-1 1-1 0 0,1 0 1 0 0,0-1 0 0 0,0 1-1 0 0,0 0 1 0 0,0 0-1 0 0,-1-1 1 0 0,1 1-1 0 0,0 0 1 0 0,-1 0-1 0 0,2 2 1 0 0,3 5 116 0 0,1 1 0 0 0,-2-1 0 0 0,8 19 0 0 0,-7-16-80 0 0,11 23-504 0 0,38 57 0 0 0,-39-70-639 0 0,1 0 1 0 0,1-2 0 0 0,28 27-1 0 0,-15-21-535 0 0</inkml:trace>
</inkml:ink>
</file>

<file path=ppt/ink/ink2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4.8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221 99 3225 0 0,'-6'-12'497'0'0,"1"1"569"0"0,0 1 1 0 0,-1 0-1 0 0,0 0 1 0 0,0 0-1 0 0,-9-9 1 0 0,13 17-917 0 0,1 1 0 0 0,0 0 0 0 0,0-1 1 0 0,-1 1-1 0 0,1 0 0 0 0,-1 0 1 0 0,1 0-1 0 0,-1 0 0 0 0,0 0 1 0 0,1 0-1 0 0,-1 1 0 0 0,0-1 0 0 0,1 0 1 0 0,-1 1-1 0 0,0 0 0 0 0,0-1 1 0 0,0 1-1 0 0,0 0 0 0 0,1 0 1 0 0,-1 0-1 0 0,0 0 0 0 0,0 0 1 0 0,0 0-1 0 0,0 0 0 0 0,1 1 0 0 0,-1-1 1 0 0,0 1-1 0 0,0-1 0 0 0,1 1 1 0 0,-1 0-1 0 0,0 0 0 0 0,1 0 1 0 0,-1 0-1 0 0,0 0 0 0 0,1 0 1 0 0,0 0-1 0 0,-1 0 0 0 0,1 0 0 0 0,-2 3 1 0 0,-6 5 82 0 0,1 1 0 0 0,1 0 0 0 0,0 0 0 0 0,0 0 0 0 0,1 1 0 0 0,-8 19 0 0 0,1 0 76 0 0,-10 43 1 0 0,20-61-257 0 0,0 0 1 0 0,1 0 0 0 0,1 0-1 0 0,0 0 1 0 0,0 0 0 0 0,1 1-1 0 0,1-1 1 0 0,3 17 0 0 0,-4-25-114 0 0,1 0 0 0 0,0 0 0 0 0,0 0 0 0 0,0-1 0 0 0,1 1 0 0 0,-1 0 0 0 0,1-1 1 0 0,0 1-1 0 0,0-1 0 0 0,0 0 0 0 0,0 0 0 0 0,0 0 0 0 0,1 0 0 0 0,0 0 0 0 0,-1 0 0 0 0,1-1 0 0 0,0 1 1 0 0,0-1-1 0 0,1 0 0 0 0,-1 0 0 0 0,0 0 0 0 0,1 0 0 0 0,-1 0 0 0 0,1-1 0 0 0,-1 0 0 0 0,1 1 1 0 0,0-1-1 0 0,0-1 0 0 0,0 1 0 0 0,5 0 0 0 0,-5-1-135 0 0,1-1 1 0 0,-1 0-1 0 0,0 0 1 0 0,1 0-1 0 0,-1 0 1 0 0,0-1-1 0 0,0 1 1 0 0,0-1-1 0 0,0 0 1 0 0,0 0-1 0 0,0-1 1 0 0,-1 1-1 0 0,1-1 1 0 0,-1 0-1 0 0,1 0 0 0 0,-1 0 1 0 0,0 0-1 0 0,0-1 1 0 0,-1 1-1 0 0,1-1 1 0 0,3-6-1 0 0,4-6-4 0 0,-1-1 0 0 0,0 0 0 0 0,9-29 0 0 0,-2-10 995 0 0,-13 42-10 0 0,1 1 0 0 0,0-1 0 0 0,0 1-1 0 0,2-1 1 0 0,11-20 0 0 0,-17 33-749 0 0,1 1 1 0 0,-1 0-1 0 0,0-1 1 0 0,0 1-1 0 0,1 0 1 0 0,-1-1-1 0 0,0 1 1 0 0,0 0-1 0 0,1-1 1 0 0,-1 1-1 0 0,0 0 0 0 0,1-1 1 0 0,-1 1-1 0 0,1 0 1 0 0,-1 0-1 0 0,0 0 1 0 0,1-1-1 0 0,-1 1 1 0 0,1 0-1 0 0,-1 0 1 0 0,0 0-1 0 0,1 0 1 0 0,-1 0-1 0 0,1 0 1 0 0,-1 0-1 0 0,1 0 1 0 0,-1 0-1 0 0,1 0 1 0 0,-1 0-1 0 0,0 0 1 0 0,1 0-1 0 0,-1 0 1 0 0,1 0-1 0 0,-1 0 1 0 0,0 1-1 0 0,1-1 0 0 0,-1 0 1 0 0,1 0-1 0 0,-1 1 1 0 0,0-1-1 0 0,1 0 1 0 0,-1 0-1 0 0,0 1 1 0 0,1-1-1 0 0,-1 0 1 0 0,0 1-1 0 0,1-1 1 0 0,-1 0-1 0 0,0 1 1 0 0,0-1-1 0 0,0 0 1 0 0,1 1-1 0 0,-1-1 1 0 0,0 1-1 0 0,0-1 1 0 0,0 1-1 0 0,0-1 1 0 0,0 1-1 0 0,14 35 144 0 0,-9-23-46 0 0,0-1-297 0 0,1-1 0 0 0,0 0 0 0 0,1 0-1 0 0,0 0 1 0 0,13 13 0 0 0,-12-15-742 0 0,1-1 0 0 0,0 0 0 0 0,13 9 0 0 0,1-3-4812 0 0</inkml:trace>
</inkml:ink>
</file>

<file path=ppt/ink/ink2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5.2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52 5985 0 0,'1'-1'157'0'0,"0"0"1"0"0,0 1-1 0 0,0-1 0 0 0,1 0 0 0 0,-1 0 0 0 0,0 1 0 0 0,1-1 0 0 0,-1 1 1 0 0,1-1-1 0 0,-1 1 0 0 0,1 0 0 0 0,-1 0 0 0 0,0-1 0 0 0,1 1 0 0 0,-1 0 0 0 0,1 0 1 0 0,-1 0-1 0 0,1 1 0 0 0,-1-1 0 0 0,1 0 0 0 0,-1 0 0 0 0,1 1 0 0 0,-1-1 1 0 0,2 1-1 0 0,0 1 156 0 0,1 0-1 0 0,-1 1 1 0 0,0-1 0 0 0,0 0 0 0 0,0 1 0 0 0,0 0 0 0 0,-1-1 0 0 0,1 1 0 0 0,2 4-1 0 0,5 8 517 0 0,-2-1 0 0 0,1 2 0 0 0,6 17 0 0 0,-15-33-825 0 0,23 65 1300 0 0,-15-40-791 0 0,16 32 0 0 0,-23-80-847 0 0,2 0 0 0 0,6-30 0 0 0,-9 53 320 0 0,5-23-126 0 0,0-1 1 0 0,1 1-1 0 0,2 1 1 0 0,0-1-1 0 0,1 1 1 0 0,19-32 0 0 0,-27 54 234 0 0,-1-1 0 0 0,0 0 1 0 0,1 1-1 0 0,-1-1 0 0 0,1 0 1 0 0,-1 1-1 0 0,1-1 0 0 0,-1 1 1 0 0,1-1-1 0 0,-1 1 0 0 0,1-1 1 0 0,-1 1-1 0 0,1-1 0 0 0,0 1 1 0 0,-1-1-1 0 0,1 1 0 0 0,0 0 1 0 0,0 0-1 0 0,-1-1 0 0 0,1 1 1 0 0,0 0-1 0 0,0 0 0 0 0,-1 0 1 0 0,1-1-1 0 0,0 1 0 0 0,0 0 1 0 0,1 1-1 0 0,-1-1-5 0 0,0 1 1 0 0,1-1-1 0 0,-1 1 0 0 0,0 0 1 0 0,0 0-1 0 0,0 0 0 0 0,1 0 1 0 0,-1 0-1 0 0,0 0 0 0 0,0 0 1 0 0,-1 0-1 0 0,1 0 0 0 0,0 0 1 0 0,1 2-1 0 0,4 9 160 0 0,-1-1-1 0 0,9 24 1 0 0,-10-22-38 0 0,16 34 90 0 0,27 46-1 0 0,-37-76-943 0 0,0-1-1 0 0,2 0 0 0 0,-1-1 0 0 0,2 0 1 0 0,0-1-1 0 0,16 14 0 0 0,-21-22-342 0 0</inkml:trace>
</inkml:ink>
</file>

<file path=ppt/ink/ink2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5.7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51 4609 0 0,'1'-1'210'0'0,"-1"-1"0"0"0,1 1 0 0 0,0 0-1 0 0,0 0 1 0 0,0 0 0 0 0,0 0 0 0 0,0 0 0 0 0,0 0 0 0 0,0 0-1 0 0,0 1 1 0 0,0-1 0 0 0,1 0 0 0 0,-1 1 0 0 0,0-1 0 0 0,0 0-1 0 0,1 1 1 0 0,-1 0 0 0 0,0-1 0 0 0,1 1 0 0 0,-1 0 0 0 0,1-1 0 0 0,-1 1-1 0 0,3 0 1 0 0,-1 1 127 0 0,0-1-1 0 0,0 1 1 0 0,-1 0-1 0 0,1 0 1 0 0,0 0-1 0 0,-1 0 1 0 0,1 1 0 0 0,-1-1-1 0 0,1 1 1 0 0,-1-1-1 0 0,3 3 1 0 0,2 2 278 0 0,0 0-1 0 0,-1 1 1 0 0,0-1 0 0 0,0 2 0 0 0,-1-1 0 0 0,8 12 0 0 0,-5-1-225 0 0,-1 0 0 0 0,-1 1-1 0 0,5 21 1 0 0,14 39-165 0 0,-14-150-2197 0 0,-7 51 1541 0 0,2 1-1 0 0,0-1 1 0 0,1 2 0 0 0,13-26-1 0 0,-16 37 561 0 0,0 0 0 0 0,0 0 0 0 0,0 1 0 0 0,1-1-1 0 0,0 1 1 0 0,0 0 0 0 0,1 0 0 0 0,-1 1 0 0 0,1 0 0 0 0,1 0-1 0 0,-1 0 1 0 0,1 1 0 0 0,0-1 0 0 0,7-2 0 0 0,-12 6 15 0 0,1 1 0 0 0,-1-1 0 0 0,0 1-1 0 0,1 0 1 0 0,-1-1 0 0 0,1 1 0 0 0,-1 0 0 0 0,1 1 0 0 0,-1-1 0 0 0,1 0 0 0 0,-1 1 0 0 0,1-1 0 0 0,-1 1 0 0 0,0 0 0 0 0,1 0 0 0 0,-1 0 0 0 0,0 0 0 0 0,1 0 0 0 0,-1 0-1 0 0,0 1 1 0 0,0-1 0 0 0,0 1 0 0 0,3 3 0 0 0,5 5-32 0 0,-1 0 0 0 0,0 1-1 0 0,10 14 1 0 0,0 1-514 0 0,26 27-1194 0 0,-28-34 497 0 0</inkml:trace>
</inkml:ink>
</file>

<file path=ppt/ink/ink2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6.2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68 631 3225 0 0,'4'-16'738'0'0,"0"-1"0"0"0,2 1 0 0 0,9-19 0 0 0,-7 15 400 0 0,0 0-1 0 0,5-21 0 0 0,-12 35-799 0 0,0 0 1 0 0,0 1-1 0 0,0-1 0 0 0,-1 0 0 0 0,0 0 0 0 0,0 1 1 0 0,0-1-1 0 0,-1 0 0 0 0,0 0 0 0 0,0 1 0 0 0,0-1 0 0 0,-3-6 1 0 0,3 10-232 0 0,1 0 1 0 0,-1-1 0 0 0,0 1 0 0 0,0 0-1 0 0,0 0 1 0 0,-1 0 0 0 0,1 0 0 0 0,0 0-1 0 0,-1 0 1 0 0,0 0 0 0 0,1 0-1 0 0,-1 1 1 0 0,0-1 0 0 0,0 1 0 0 0,0-1-1 0 0,0 1 1 0 0,0 0 0 0 0,0-1 0 0 0,0 1-1 0 0,0 0 1 0 0,-1 1 0 0 0,1-1 0 0 0,0 0-1 0 0,-1 0 1 0 0,1 1 0 0 0,0 0 0 0 0,-1-1-1 0 0,1 1 1 0 0,-1 0 0 0 0,1 0-1 0 0,0 0 1 0 0,-1 1 0 0 0,1-1 0 0 0,-1 1-1 0 0,1-1 1 0 0,0 1 0 0 0,-1 0 0 0 0,1-1-1 0 0,0 1 1 0 0,0 0 0 0 0,0 1 0 0 0,0-1-1 0 0,0 0 1 0 0,0 1 0 0 0,0-1 0 0 0,0 1-1 0 0,0-1 1 0 0,0 1 0 0 0,1 0 0 0 0,-1 0-1 0 0,1 0 1 0 0,0 0 0 0 0,-1 0-1 0 0,1 0 1 0 0,-1 4 0 0 0,-1 0-86 0 0,0 0 0 0 0,1 1 0 0 0,0 0 0 0 0,0 0 0 0 0,0-1 0 0 0,1 1 0 0 0,0 0 0 0 0,1 0 0 0 0,-1 0 0 0 0,1 0-1 0 0,1 0 1 0 0,-1 0 0 0 0,1 0 0 0 0,0 0 0 0 0,1 0 0 0 0,0 0 0 0 0,0 0 0 0 0,0-1 0 0 0,5 8 0 0 0,-5-10-56 0 0,0 0 0 0 0,0 0 0 0 0,0 0 0 0 0,1-1 0 0 0,0 0 0 0 0,0 1 1 0 0,0-1-1 0 0,0 0 0 0 0,0 0 0 0 0,0 0 0 0 0,1-1 0 0 0,-1 1 0 0 0,1-1 0 0 0,0 0 0 0 0,0 0 0 0 0,0 0 0 0 0,0-1 0 0 0,0 1 0 0 0,0-1 0 0 0,0 0 0 0 0,1 0 0 0 0,-1 0 1 0 0,0-1-1 0 0,1 0 0 0 0,-1 1 0 0 0,1-1 0 0 0,-1-1 0 0 0,0 1 0 0 0,1-1 0 0 0,-1 0 0 0 0,8-2 0 0 0,-3-1-198 0 0,0 1-1 0 0,0-2 0 0 0,-1 1 1 0 0,1-1-1 0 0,-1-1 1 0 0,0 1-1 0 0,-1-1 1 0 0,1-1-1 0 0,-1 1 1 0 0,-1-1-1 0 0,10-12 1 0 0,-4 4-83 0 0,-1-1 0 0 0,-1 0 0 0 0,0-1 0 0 0,13-33 0 0 0,-17 32 245 0 0,-1 0-1 0 0,-1 0 1 0 0,0-1-1 0 0,-1 0 1 0 0,-1 1-1 0 0,-1-1 1 0 0,-3-35-1 0 0,0 26 650 0 0,-2 0 0 0 0,-1 1 0 0 0,-1-1 0 0 0,-16-42 0 0 0,22 69-453 0 0,0 0 0 0 0,0 0 0 0 0,-1 0 0 0 0,1 0 0 0 0,0 0 0 0 0,0 0 0 0 0,-1 0 0 0 0,1 0 0 0 0,-1 0 0 0 0,1 0-1 0 0,-1 0 1 0 0,1 0 0 0 0,-1 1 0 0 0,0-1 0 0 0,1 0 0 0 0,-1 0 0 0 0,0 1 0 0 0,1-1 0 0 0,-1 0 0 0 0,0 1 0 0 0,0-1 0 0 0,0 1 0 0 0,0-1-1 0 0,-1 0 1 0 0,1 2-37 0 0,0 0-1 0 0,1 0 0 0 0,-1-1 0 0 0,0 1 1 0 0,1 0-1 0 0,-1 0 0 0 0,1 0 0 0 0,-1 0 1 0 0,1 0-1 0 0,-1 0 0 0 0,1 0 0 0 0,-1 0 1 0 0,1 1-1 0 0,0-1 0 0 0,0 0 0 0 0,0 0 1 0 0,-1 1-1 0 0,-4 59 538 0 0,6-28-537 0 0,1 1 0 0 0,1-1 0 0 0,2-1 1 0 0,2 1-1 0 0,0-1 0 0 0,2 0 0 0 0,2-1 0 0 0,25 53 1 0 0,13 10-1539 0 0,85 120 0 0 0,-77-127-2332 0 0,-38-57 1711 0 0</inkml:trace>
</inkml:ink>
</file>

<file path=ppt/ink/ink2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6.5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54 10594 0 0,'21'-8'3356'0'0,"0"-2"-2923"0"0,0 1 0 0 0,1 1 0 0 0,43-9 0 0 0,-58 16-776 0 0,0 1 0 0 0,0 0 0 0 0,0 0 0 0 0,0 0 0 0 0,0 1 0 0 0,0 0 0 0 0,-1 0 0 0 0,1 1 0 0 0,0 0 0 0 0,-1 0 0 0 0,1 1 0 0 0,-1-1 0 0 0,0 1 0 0 0,0 1 0 0 0,11 6 0 0 0,-8-2 343 0 0</inkml:trace>
</inkml:ink>
</file>

<file path=ppt/ink/ink2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6.6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48 7834 0 0,'-12'4'3640'0'0,"16"-7"-2631"0"0,4 0-257 0 0,15-6-464 0 0,-9 3 0 0 0,4 1-1776 0 0,3-2-361 0 0,4 0-71 0 0,1-4-9 0 0</inkml:trace>
</inkml:ink>
</file>

<file path=ppt/ink/ink2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7.0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12443 0 0,'2'20'3575'0'0,"35"151"1955"0"0,-23-97-5156 0 0,3-1-1 0 0,3-1 1 0 0,44 104-1 0 0,-45-137-523 0 0,1 3-864 0 0,-7-14-4683 0 0,-6-8-1266 0 0</inkml:trace>
</inkml:ink>
</file>

<file path=ppt/ink/ink2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7.3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58 5985 0 0,'7'-6'272'0'0,"1"0"0"0"0,-1 1 0 0 0,1 0-1 0 0,0 0 1 0 0,0 1 0 0 0,1 0-1 0 0,-1 0 1 0 0,1 1 0 0 0,0 0 0 0 0,-1 1-1 0 0,1 0 1 0 0,19-2 0 0 0,5 1 927 0 0,1 2 0 0 0,38 3 0 0 0,-66-1-983 0 0,21 0 826 0 0,45 8 0 0 0,-66-8-856 0 0,-1 1-1 0 0,1-1 1 0 0,0 1-1 0 0,0 0 1 0 0,0 0-1 0 0,-1 1 1 0 0,0-1-1 0 0,1 1 1 0 0,-1 1-1 0 0,0-1 0 0 0,0 1 1 0 0,-1 0-1 0 0,8 7 1 0 0,-11-10-118 0 0,0 1 1 0 0,-1-1-1 0 0,1 1 1 0 0,-1-1-1 0 0,1 1 1 0 0,-1-1-1 0 0,0 1 1 0 0,1 0-1 0 0,-1-1 1 0 0,0 1-1 0 0,0 0 1 0 0,0-1-1 0 0,0 1 1 0 0,0 0-1 0 0,-1-1 1 0 0,1 1-1 0 0,0-1 1 0 0,-1 1-1 0 0,1 0 1 0 0,-1-1-1 0 0,0 1 1 0 0,1-1-1 0 0,-1 1 1 0 0,0-1-1 0 0,0 0 1 0 0,0 1-1 0 0,0-1 1 0 0,0 0-1 0 0,0 0 1 0 0,0 0-1 0 0,-1 1 1 0 0,1-1-1 0 0,-2 1 1 0 0,-7 6 300 0 0,0 1 1 0 0,-22 12-1 0 0,28-18-264 0 0,-52 27-972 0 0,29-16-4581 0 0,7-3-1101 0 0</inkml:trace>
</inkml:ink>
</file>

<file path=ppt/ink/ink2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7.6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13 9674 0 0,'-13'-12'10745'0'0,"17"15"-10300"0"0,0 1-356 0 0,0 0 0 0 0,-1 0 0 0 0,0 0-1 0 0,0 1 1 0 0,0-1 0 0 0,-1 1 0 0 0,1-1-1 0 0,-1 1 1 0 0,0 0 0 0 0,0 0-1 0 0,-1 0 1 0 0,0 0 0 0 0,0 1 0 0 0,1 7-1 0 0,10 107 628 0 0,-9-71-715 0 0,2-1 0 0 0,2 0 0 0 0,3-1 0 0 0,25 78 0 0 0,-19-78-3158 0 0</inkml:trace>
</inkml:ink>
</file>

<file path=ppt/ink/ink2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8.0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62 197 4809 0 0,'-16'-9'221'0'0,"-13"-8"433"0"0,12 3 2655 0 0,34 32-1745 0 0,1-1 1 0 0,1-1 0 0 0,0-1 0 0 0,1 0 0 0 0,40 21-1 0 0,-52-32-1473 0 0,0-1 0 0 0,0 0 0 0 0,0 0 0 0 0,1 0 0 0 0,-1-1 0 0 0,1-1-1 0 0,0 0 1 0 0,-1 0 0 0 0,1 0 0 0 0,0-1 0 0 0,0 0 0 0 0,0-1 0 0 0,-1 0 0 0 0,1 0-1 0 0,0-1 1 0 0,-1 0 0 0 0,1-1 0 0 0,-1 0 0 0 0,0 0 0 0 0,8-5 0 0 0,-5 2-68 0 0,0-1 0 0 0,-1 0 0 0 0,0 0 0 0 0,0-1 0 0 0,-1-1 0 0 0,0 1 0 0 0,0-2 0 0 0,-1 1 0 0 0,9-15 0 0 0,4-9 391 0 0,26-58 1 0 0,-28 51 289 0 0,-18 40-671 0 0,-1-1-1 0 0,0 0 1 0 0,1 0 0 0 0,-1 1 0 0 0,0-1 0 0 0,1 0 0 0 0,-1 1 0 0 0,1-1-1 0 0,-1 1 1 0 0,1-1 0 0 0,-1 1 0 0 0,1-1 0 0 0,-1 1 0 0 0,1-1 0 0 0,0 1-1 0 0,-1-1 1 0 0,1 1 0 0 0,0 0 0 0 0,-1-1 0 0 0,1 1 0 0 0,0 0 0 0 0,-1 0-1 0 0,1-1 1 0 0,0 1 0 0 0,0 0 0 0 0,-1 0 0 0 0,2 0 0 0 0,0 0-6 0 0,-1 1 0 0 0,1-1 0 0 0,-1 1 0 0 0,1-1 0 0 0,-1 1 0 0 0,1 0 0 0 0,-1 0 1 0 0,0 0-1 0 0,0 0 0 0 0,1 0 0 0 0,-1 0 0 0 0,2 2 0 0 0,5 6-14 0 0,-1 1 0 0 0,13 20 0 0 0,-14-20 63 0 0,4 5-169 0 0,98 143 349 0 0,-25-60-4263 0 0,-67-80-3138 0 0</inkml:trace>
</inkml:ink>
</file>

<file path=ppt/ink/ink2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8.4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54 21 7834 0 0,'-2'0'323'0'0,"1"1"1"0"0,-1-1 0 0 0,0 1 0 0 0,1 0-1 0 0,-1 0 1 0 0,0-1 0 0 0,1 1-1 0 0,-1 0 1 0 0,1 0 0 0 0,-1 0 0 0 0,1 1-1 0 0,0-1 1 0 0,0 0 0 0 0,-1 1-1 0 0,1-1 1 0 0,0 0 0 0 0,0 1 0 0 0,0-1-1 0 0,0 1 1 0 0,0 0 0 0 0,1-1-1 0 0,-1 1 1 0 0,0 2 0 0 0,-13 39 2222 0 0,11-31-2237 0 0,1 1-1 0 0,0-1 1 0 0,1 1-1 0 0,0-1 1 0 0,1 1-1 0 0,1 0 1 0 0,0-1-1 0 0,0 1 1 0 0,1-1-1 0 0,1 1 1 0 0,0-1-1 0 0,1 0 1 0 0,10 23-1 0 0,-9-26-285 0 0,0-1 0 0 0,0 1 0 0 0,1-1 0 0 0,1 0 0 0 0,-1 0 0 0 0,1-1 0 0 0,0 0 0 0 0,1 0 0 0 0,0-1 0 0 0,0 0 0 0 0,0 0 0 0 0,1-1 0 0 0,0 0 0 0 0,0 0 0 0 0,0-1 0 0 0,0 0 0 0 0,19 4 0 0 0,-14-5-20 0 0,-1 0-1 0 0,1-1 1 0 0,-1-1 0 0 0,1 0-1 0 0,-1-1 1 0 0,1-1-1 0 0,0 0 1 0 0,14-3 0 0 0,-22 3-11 0 0,0-1 0 0 0,1 1 1 0 0,-1-1-1 0 0,0 0 0 0 0,-1-1 0 0 0,1 1 1 0 0,0-1-1 0 0,-1 0 0 0 0,1 0 1 0 0,-1-1-1 0 0,0 0 0 0 0,0 0 1 0 0,-1 0-1 0 0,1 0 0 0 0,-1-1 0 0 0,0 0 1 0 0,0 0-1 0 0,0 0 0 0 0,4-9 1 0 0,-5 6-2 0 0,-1 1 1 0 0,0-1 0 0 0,-1 1-1 0 0,0-1 1 0 0,0 0 0 0 0,-1 1-1 0 0,1-1 1 0 0,-2 0 0 0 0,1 0 0 0 0,-1 1-1 0 0,0-1 1 0 0,-1 0 0 0 0,-3-10-1 0 0,-3-6-31 0 0,-1-1 0 0 0,-20-38 0 0 0,22 49 61 0 0,-1 0 0 0 0,-17-23 0 0 0,-2 11-1397 0 0,23 23 366 0 0,0 1 0 0 0,0-1 0 0 0,0 1 0 0 0,0 0 0 0 0,-10-3 0 0 0</inkml:trace>
</inkml:ink>
</file>

<file path=ppt/ink/ink2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8.8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64 37 456 0 0,'21'-31'12151'0'0,"-15"25"-10262"0"0,-23 23 3041 0 0,-19 42-3545 0 0,33-54-1332 0 0,0 0 0 0 0,1 1 0 0 0,-1 0 0 0 0,1 0 0 0 0,0-1 0 0 0,1 1 0 0 0,0 0 0 0 0,-1 0 0 0 0,2 1 0 0 0,-1-1 0 0 0,1 0 0 0 0,0 0 0 0 0,0 0 0 0 0,1 0 0 0 0,0 0 0 0 0,0 0 1 0 0,0 0-1 0 0,1 0 0 0 0,0 0 0 0 0,0 0 0 0 0,0 0 0 0 0,1-1 0 0 0,0 1 0 0 0,0-1 0 0 0,8 10 0 0 0,6 6-46 0 0,2 0-1 0 0,0-2 1 0 0,2 0 0 0 0,34 25 0 0 0,-8-6 235 0 0,-44-36-242 0 0,-1 0 0 0 0,1 0 0 0 0,-1 0 1 0 0,0 0-1 0 0,0 1 0 0 0,0-1 0 0 0,0 1 0 0 0,0-1 0 0 0,0 1 0 0 0,-1 0 0 0 0,1 0 0 0 0,-1 0 1 0 0,0 0-1 0 0,2 6 0 0 0,-3-7 5 0 0,0 0 0 0 0,-1 0 1 0 0,1 1-1 0 0,0-1 0 0 0,-1 0 1 0 0,0 0-1 0 0,1 0 0 0 0,-1 0 1 0 0,0 0-1 0 0,0 0 0 0 0,0 0 1 0 0,0 0-1 0 0,-1 0 0 0 0,1-1 1 0 0,0 1-1 0 0,-1 0 0 0 0,1-1 1 0 0,-1 1-1 0 0,0-1 0 0 0,0 1 1 0 0,1-1-1 0 0,-4 2 0 0 0,-11 6-20 0 0,0 0 0 0 0,0-2-1 0 0,-1 0 1 0 0,0 0 0 0 0,0-2-1 0 0,-1 0 1 0 0,0-1 0 0 0,-30 3 0 0 0,24-3-1041 0 0,1 1-6626 0 0</inkml:trace>
</inkml:ink>
</file>

<file path=ppt/ink/ink2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7:01.0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62 1 4513 0 0,'-3'3'518'0'0,"0"1"1"0"0,-1-1-1 0 0,0 0 1 0 0,1 0-1 0 0,-1 0 0 0 0,0 0 1 0 0,0 0-1 0 0,-1-1 1 0 0,1 0-1 0 0,-1 0 0 0 0,1 0 1 0 0,-1-1-1 0 0,-5 2 1613 0 0,13-2-1966 0 0,-1 0 0 0 0,1 1 0 0 0,-1-1 0 0 0,1 0 0 0 0,-1-1 0 0 0,1 1 0 0 0,0 0 0 0 0,-1-1 0 0 0,1 1 0 0 0,0-1 0 0 0,3 0 0 0 0,11 0-45 0 0,-1 0 0 0 0,0-2 0 0 0,1 1-1 0 0,21-7 1 0 0,15-1-388 0 0,2 4-2971 0 0,-38 3-1390 0 0</inkml:trace>
</inkml:ink>
</file>

<file path=ppt/ink/ink2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7:01.5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3225 0 0,'7'-1'8420'0'0,"12"3"-8185"0"0,-1 0 0 0 0,0 1-1 0 0,1 1 1 0 0,-1 1 0 0 0,32 12-1 0 0,-16-3-1966 0 0,-13-9 837 0 0</inkml:trace>
</inkml:ink>
</file>

<file path=ppt/ink/ink2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7:02.1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1376 0 0,'28'6'8367'0'0,"-19"-3"-7837"0"0,0 0-1 0 0,0-1 1 0 0,1-1-1 0 0,-1 1 1 0 0,17-1-1 0 0,89-16-568 0 0,-96 15-4600 0 0</inkml:trace>
</inkml:ink>
</file>

<file path=ppt/ink/ink2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0.5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43 178 1840 0 0,'-29'-21'2787'0'0,"28"20"-2576"0"0,0 0 0 0 0,0 0 0 0 0,0 0 0 0 0,0 0-1 0 0,0 0 1 0 0,0-1 0 0 0,0 1 0 0 0,0 0-1 0 0,1 0 1 0 0,-1-1 0 0 0,0 1 0 0 0,1-1 0 0 0,-1 1-1 0 0,1-1 1 0 0,-1 1 0 0 0,1 0 0 0 0,0-1-1 0 0,0 1 1 0 0,0-1 0 0 0,0 1 0 0 0,0-1 0 0 0,0-1-1 0 0,1 2-95 0 0,-1 1 0 0 0,1 0 0 0 0,0 0 1 0 0,-1 0-1 0 0,1-1 0 0 0,0 1 0 0 0,-1 0 0 0 0,1 0 0 0 0,0 0 0 0 0,-1 0 0 0 0,1 0 0 0 0,0 0 0 0 0,-1 0 0 0 0,1 0 0 0 0,0 1 0 0 0,-1-1 0 0 0,1 0 0 0 0,0 0 0 0 0,-1 0 0 0 0,1 1 0 0 0,0-1 0 0 0,-1 0 0 0 0,1 1 0 0 0,-1-1 0 0 0,1 1 0 0 0,-1-1 0 0 0,1 1 0 0 0,19 11 903 0 0,-19-12-970 0 0,20 17 779 0 0,0 0-1 0 0,-1 2 1 0 0,19 21 0 0 0,-5-4-262 0 0,22 22 92 0 0,49 69 0 0 0,-103-125-631 0 0,0 1 1 0 0,-1-1-1 0 0,1 0 0 0 0,0 0 1 0 0,1 0-1 0 0,-1 0 0 0 0,0-1 1 0 0,0 1-1 0 0,1 0 0 0 0,-1-1 1 0 0,5 2-1 0 0,-7-3-21 0 0,0 0 0 0 0,1 0 0 0 0,-1 0 0 0 0,0 0 0 0 0,0 0 0 0 0,1 0 0 0 0,-1 1 0 0 0,0-2 0 0 0,0 1 0 0 0,1 0 0 0 0,-1 0 0 0 0,0 0 0 0 0,1 0 0 0 0,-1 0 0 0 0,0 0 0 0 0,0 0 0 0 0,1 0 1 0 0,-1 0-1 0 0,0 0 0 0 0,0-1 0 0 0,1 1 0 0 0,-1 0 0 0 0,0 0 0 0 0,0 0 0 0 0,0 0 0 0 0,1-1 0 0 0,-1 1 0 0 0,0 0 0 0 0,0 0 0 0 0,0-1 0 0 0,1 1 0 0 0,-1 0 0 0 0,0 0 0 0 0,0-1 0 0 0,0 1 0 0 0,0 0 0 0 0,-2-22 77 0 0,-14-26-118 0 0,-28-59-1 0 0,30 77 30 0 0,1-1 0 0 0,1 0 0 0 0,2 0 0 0 0,1-1 0 0 0,-8-54 0 0 0,16 84 41 0 0,1 1-1 0 0,-1-1 0 0 0,1 0 0 0 0,0 0 0 0 0,0 0 1 0 0,0 0-1 0 0,0 0 0 0 0,0 0 0 0 0,0 1 0 0 0,1-1 0 0 0,-1 0 1 0 0,0 0-1 0 0,1 0 0 0 0,0 0 0 0 0,-1 1 0 0 0,1-1 1 0 0,0 0-1 0 0,0 1 0 0 0,0-1 0 0 0,0 0 0 0 0,0 1 1 0 0,0 0-1 0 0,1-1 0 0 0,-1 1 0 0 0,0 0 0 0 0,1-1 0 0 0,-1 1 1 0 0,1 0-1 0 0,-1 0 0 0 0,1 0 0 0 0,0 0 0 0 0,-1 0 1 0 0,1 1-1 0 0,0-1 0 0 0,0 0 0 0 0,0 1 0 0 0,-1 0 0 0 0,1-1 1 0 0,0 1-1 0 0,0 0 0 0 0,0 0 0 0 0,0 0 0 0 0,0 0 1 0 0,0 0-1 0 0,2 1 0 0 0,4 0 58 0 0,0 0 0 0 0,0 1 1 0 0,0 0-1 0 0,0 1 0 0 0,-1 0 1 0 0,1 0-1 0 0,-1 0 0 0 0,0 1 0 0 0,9 6 1 0 0,1 4 1 0 0,-2 0 1 0 0,0 1 0 0 0,0 1-1 0 0,14 21 1 0 0,-18-22-205 0 0,2 0 1 0 0,0 0-1 0 0,0-1 0 0 0,1-1 0 0 0,18 14 1 0 0,-28-25-564 0 0,1 1 1 0 0,-1 0 0 0 0,1-1-1 0 0,-1 0 1 0 0,1 0 0 0 0,8 2 0 0 0</inkml:trace>
</inkml:ink>
</file>

<file path=ppt/ink/ink2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0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81 409 4145 0 0,'0'2'134'0'0,"0"-1"-1"0"0,1 1 1 0 0,-1-1 0 0 0,1 1-1 0 0,-1-1 1 0 0,1 1 0 0 0,-1-1-1 0 0,1 1 1 0 0,0-1 0 0 0,0 0-1 0 0,0 1 1 0 0,0-1 0 0 0,0 0-1 0 0,0 0 1 0 0,0 0 0 0 0,0 1-1 0 0,0-1 1 0 0,0 0 0 0 0,1-1-1 0 0,-1 1 1 0 0,0 0 0 0 0,1 0-1 0 0,-1 0 1 0 0,1-1 0 0 0,-1 1-1 0 0,0-1 1 0 0,3 1 0 0 0,-3-1-14 0 0,0 0 0 0 0,1-1 0 0 0,-1 1 0 0 0,1 0 0 0 0,-1-1 0 0 0,1 1 0 0 0,-1-1 0 0 0,0 0 0 0 0,0 1 0 0 0,1-1 0 0 0,-1 0 0 0 0,0 0 0 0 0,0 0 0 0 0,0 0 0 0 0,0 0 0 0 0,0 0 1 0 0,0 0-1 0 0,0 0 0 0 0,0 0 0 0 0,0 0 0 0 0,0 0 0 0 0,0-1 0 0 0,-1 1 0 0 0,1 0 0 0 0,-1-1 0 0 0,1 1 0 0 0,-1 0 0 0 0,1-3 0 0 0,3-11 200 0 0,-1-1 0 0 0,0 1-1 0 0,-1 0 1 0 0,-1-1 0 0 0,0 1 0 0 0,-1-1-1 0 0,-1 1 1 0 0,0-1 0 0 0,-1 1 0 0 0,-8-29-1 0 0,1 15 36 0 0,-1 0 0 0 0,-1 0-1 0 0,-1 1 1 0 0,-26-41 0 0 0,37 67-324 0 0,-1-1 1 0 0,0 0-1 0 0,0 1 1 0 0,0 0 0 0 0,0-1-1 0 0,-1 1 1 0 0,1 0 0 0 0,-1 0-1 0 0,1 1 1 0 0,-1-1-1 0 0,0 0 1 0 0,-3-1 0 0 0,5 3-18 0 0,1 0 0 0 0,-1-1 0 0 0,0 1 0 0 0,0 0 0 0 0,1 0 0 0 0,-1 0 0 0 0,0 0 0 0 0,0 0 0 0 0,0 0 0 0 0,1 0 0 0 0,-1 0 0 0 0,0 0 0 0 0,0 0 0 0 0,1 0 0 0 0,-1 0 0 0 0,0 1 0 0 0,0-1 0 0 0,1 0 0 0 0,-1 1 0 0 0,-1 0 0 0 0,1 0-2 0 0,0 0 0 0 0,0 0 1 0 0,0 0-1 0 0,1 0 0 0 0,-1 0 0 0 0,0 0 0 0 0,1 0 0 0 0,-1 0 0 0 0,0 1 1 0 0,1-1-1 0 0,0 0 0 0 0,-1 0 0 0 0,1 1 0 0 0,0-1 0 0 0,-1 0 1 0 0,1 3-1 0 0,0 4-54 0 0,0 0 1 0 0,1 0-1 0 0,-1 0 1 0 0,2-1-1 0 0,-1 1 1 0 0,1 0-1 0 0,0-1 1 0 0,1 1-1 0 0,4 9 1 0 0,3 5-385 0 0,23 36 1 0 0,-24-45-31 0 0,0 0 1 0 0,1-1-1 0 0,0 0 0 0 0,1-1 1 0 0,0 0-1 0 0,1-1 0 0 0,0 0 1 0 0,1-1-1 0 0,20 12 0 0 0,-5-8-3947 0 0</inkml:trace>
</inkml:ink>
</file>

<file path=ppt/ink/ink2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1.3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96 0 3225 0 0,'-3'1'278'0'0,"0"-1"1"0"0,0 1-1 0 0,0 0 1 0 0,0 0-1 0 0,0 0 1 0 0,0 1-1 0 0,0-1 1 0 0,0 1-1 0 0,0-1 1 0 0,1 1-1 0 0,-1 0 1 0 0,0 0-1 0 0,1 0 1 0 0,0 0-1 0 0,0 1 1 0 0,-1-1-1 0 0,1 1 1 0 0,1-1-1 0 0,-1 1 1 0 0,0 0-1 0 0,1 0 1 0 0,-1-1-1 0 0,1 1 1 0 0,-1 4 0 0 0,-5 9 407 0 0,1 0 1 0 0,0 0-1 0 0,2 1 1 0 0,0-1-1 0 0,1 1 1 0 0,0 0-1 0 0,0 28 1 0 0,3-29-506 0 0,1 0-1 0 0,0 0 1 0 0,1 0 0 0 0,0 0 0 0 0,1-1 0 0 0,1 1 0 0 0,1-1 0 0 0,8 21 0 0 0,-11-33-200 0 0,-1-1 1 0 0,1 1 0 0 0,-1-1-1 0 0,1 1 1 0 0,0-1 0 0 0,0 1-1 0 0,0-1 1 0 0,0 0 0 0 0,0 0-1 0 0,1 0 1 0 0,-1 0 0 0 0,1 0-1 0 0,-1 0 1 0 0,1-1 0 0 0,-1 1-1 0 0,1-1 1 0 0,0 0 0 0 0,0 0-1 0 0,3 1 1 0 0,-4-2-58 0 0,0 0 0 0 0,0 0 0 0 0,0 0 1 0 0,-1 0-1 0 0,1 0 0 0 0,0 0 0 0 0,0-1 0 0 0,0 1 1 0 0,-1-1-1 0 0,1 1 0 0 0,0-1 0 0 0,0 0 0 0 0,-1 1 1 0 0,1-1-1 0 0,-1 0 0 0 0,1 0 0 0 0,-1 0 0 0 0,1 0 0 0 0,-1-1 1 0 0,1 1-1 0 0,-1 0 0 0 0,0-1 0 0 0,0 1 0 0 0,0-1 1 0 0,0 1-1 0 0,0-1 0 0 0,0 1 0 0 0,0-1 0 0 0,0 0 1 0 0,0 1-1 0 0,-1-1 0 0 0,1-3 0 0 0,3-6-268 0 0,-1 0 1 0 0,0 0-1 0 0,-1 0 0 0 0,0-1 1 0 0,-1 1-1 0 0,-1-1 0 0 0,0-11 0 0 0,-2-9 851 0 0,-9-37 0 0 0,6 40 466 0 0,1 0 0 0 0,-1-30 0 0 0,5 57-896 0 0,0 1-1 0 0,0-1 1 0 0,0 1 0 0 0,0-1-1 0 0,0 0 1 0 0,0 1 0 0 0,0-1 0 0 0,1 1-1 0 0,-1-1 1 0 0,0 1 0 0 0,1 0-1 0 0,-1-1 1 0 0,1 1 0 0 0,0-1-1 0 0,-1 1 1 0 0,1 0 0 0 0,0-1 0 0 0,1-1-1 0 0,-1 3-22 0 0,0 0 0 0 0,-1 0 0 0 0,1 0 0 0 0,0 0 0 0 0,0-1 0 0 0,-1 1 0 0 0,1 0 0 0 0,0 0 1 0 0,-1 0-1 0 0,1 1 0 0 0,0-1 0 0 0,0 0 0 0 0,-1 0 0 0 0,1 0 0 0 0,0 0 0 0 0,-1 1 0 0 0,1-1 0 0 0,0 0 0 0 0,-1 1 0 0 0,1-1 0 0 0,0 0 0 0 0,-1 1 0 0 0,1-1 0 0 0,-1 1 0 0 0,2 0 0 0 0,3 4 217 0 0,1 1 0 0 0,-1-1-1 0 0,-1 1 1 0 0,1 0 0 0 0,6 13-1 0 0,4 10 114 0 0,-2 1 1 0 0,-2 1-1 0 0,0 0 0 0 0,6 34 0 0 0,-6-5-507 0 0,6 77-1 0 0,-12-47-1982 0 0,-4-30-3138 0 0</inkml:trace>
</inkml:ink>
</file>

<file path=ppt/ink/ink2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1.8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165 0 10594 0 0,'-28'2'1229'0'0,"24"-2"-1120"0"0,-1-1-1 0 0,1 2 0 0 0,-1-1 1 0 0,1 0-1 0 0,0 1 0 0 0,-1 0 0 0 0,1 0 1 0 0,0 0-1 0 0,-1 1 0 0 0,1-1 1 0 0,-7 5-1 0 0,5-1 161 0 0,0 0-1 0 0,0 0 1 0 0,0 0 0 0 0,1 1 0 0 0,0 0 0 0 0,0 0-1 0 0,1 0 1 0 0,0 0 0 0 0,0 1 0 0 0,0 0 0 0 0,1 0-1 0 0,0 0 1 0 0,0 0 0 0 0,0 0 0 0 0,1 1-1 0 0,-2 14 1 0 0,2-12-170 0 0,1 0-1 0 0,0 0 1 0 0,1 0-1 0 0,0 0 1 0 0,0 1 0 0 0,1-1-1 0 0,1 0 1 0 0,-1 0-1 0 0,2 0 1 0 0,-1 0-1 0 0,1-1 1 0 0,7 14-1 0 0,-10-21-133 0 0,1 0-1 0 0,0 0 0 0 0,0 0 0 0 0,0-1 0 0 0,0 1 0 0 0,0 0 0 0 0,0-1 1 0 0,0 1-1 0 0,1-1 0 0 0,-1 0 0 0 0,1 1 0 0 0,-1-1 0 0 0,1 0 0 0 0,-1 0 1 0 0,1 0-1 0 0,0 0 0 0 0,-1 0 0 0 0,1 0 0 0 0,0 0 0 0 0,0 0 0 0 0,0-1 1 0 0,-1 1-1 0 0,1-1 0 0 0,0 0 0 0 0,0 1 0 0 0,0-1 0 0 0,0 0 0 0 0,0 0 1 0 0,0 0-1 0 0,0 0 0 0 0,0-1 0 0 0,0 1 0 0 0,0 0 0 0 0,0-1 0 0 0,0 1 0 0 0,-1-1 1 0 0,1 0-1 0 0,0 0 0 0 0,0 0 0 0 0,-1 0 0 0 0,1 0 0 0 0,0 0 0 0 0,2-2 1 0 0,2-2-342 0 0,0 0 1 0 0,0-1-1 0 0,0 0 1 0 0,-1 0-1 0 0,0 0 1 0 0,0 0-1 0 0,0-1 1 0 0,-1 1-1 0 0,5-13 1 0 0,-3 5 304 0 0,-1-1 1 0 0,-1 1-1 0 0,0-1 1 0 0,-1-1-1 0 0,0 1 0 0 0,-2 0 1 0 0,1-1-1 0 0,-3-27 1 0 0,16 66 4217 0 0,6 23-3364 0 0,-14-26-378 0 0,2-1 0 0 0,16 29 0 0 0,-23-45-561 0 0,1 1-1 0 0,-1 0 0 0 0,1 0 0 0 0,-1-1 0 0 0,1 0 1 0 0,0 1-1 0 0,0-1 0 0 0,1 0 0 0 0,-1-1 0 0 0,1 1 1 0 0,-1 0-1 0 0,1-1 0 0 0,0 0 0 0 0,0 0 0 0 0,0 0 1 0 0,0-1-1 0 0,0 1 0 0 0,0-1 0 0 0,7 2 0 0 0</inkml:trace>
</inkml:ink>
</file>

<file path=ppt/ink/ink2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2.0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14 9674 0 0,'-13'-13'1333'0'0,"10"21"1212"0"0,11 30 478 0 0,-8-36-3136 0 0,53 171 4303 0 0,-29-107-3458 0 0,62 116 1 0 0,-69-154-959 0 0,1 0 0 0 0,1-1 0 0 0,1-1 0 0 0,1-1-1 0 0,29 26 1 0 0,-25-29-1130 0 0</inkml:trace>
</inkml:ink>
</file>

<file path=ppt/ink/ink2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2.2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1 111 5065 0 0,'0'-2'108'0'0,"0"1"-1"0"0,0 0 1 0 0,0 0-1 0 0,0 0 1 0 0,0 0 0 0 0,0 0-1 0 0,1 0 1 0 0,-1 0-1 0 0,1 0 1 0 0,-1 0 0 0 0,1 0-1 0 0,-1 0 1 0 0,1 0-1 0 0,-1 0 1 0 0,1 0 0 0 0,0 1-1 0 0,-1-1 1 0 0,1 0-1 0 0,1-1 1 0 0,16-18 862 0 0,-10 14-733 0 0,-1 0 0 0 0,1 0 0 0 0,0 0 0 0 0,1 1 0 0 0,-1 0 0 0 0,1 1 0 0 0,0 0 0 0 0,0 0 0 0 0,13-3 0 0 0,51-7-1661 0 0,-57 11-1916 0 0</inkml:trace>
</inkml:ink>
</file>

<file path=ppt/ink/ink2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2.4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53 2240 0 0,'13'-16'1364'0'0,"-9"11"-398"0"0,-1 1 0 0 0,0 0 0 0 0,1 0 0 0 0,0 0 0 0 0,0 0 0 0 0,6-4 0 0 0,-9 7-836 0 0,0 1 1 0 0,0 0-1 0 0,0-1 0 0 0,0 1 1 0 0,0-1-1 0 0,0 1 0 0 0,0 0 1 0 0,0 0-1 0 0,0 0 0 0 0,1-1 0 0 0,-1 1 1 0 0,0 0-1 0 0,0 1 0 0 0,0-1 1 0 0,0 0-1 0 0,0 0 0 0 0,0 0 1 0 0,0 1-1 0 0,0-1 0 0 0,1 0 0 0 0,-1 1 1 0 0,0-1-1 0 0,0 1 0 0 0,0-1 1 0 0,-1 1-1 0 0,1 0 0 0 0,0-1 1 0 0,0 1-1 0 0,0 0 0 0 0,0 0 0 0 0,-1-1 1 0 0,1 1-1 0 0,0 0 0 0 0,0 0 1 0 0,-1 0-1 0 0,2 2 0 0 0,5 8 866 0 0,0 1 1 0 0,-1-1-1 0 0,0 2 0 0 0,7 19 0 0 0,5 24-1522 0 0,-1-3-5560 0 0</inkml:trace>
</inkml:ink>
</file>

<file path=ppt/ink/ink2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2.6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34 7834 0 0,'18'-33'6314'0'0,"-17"33"-6226"0"0,0 0-1 0 0,-1 0 0 0 0,1 0 1 0 0,0 0-1 0 0,0 0 0 0 0,-1 0 0 0 0,1 0 1 0 0,0 0-1 0 0,0 0 0 0 0,-1 0 1 0 0,1 1-1 0 0,0-1 0 0 0,0 0 1 0 0,-1 0-1 0 0,1 1 0 0 0,0-1 0 0 0,-1 0 1 0 0,1 1-1 0 0,0-1 0 0 0,-1 1 1 0 0,1-1-1 0 0,-1 1 0 0 0,1-1 0 0 0,-1 1 1 0 0,1-1-1 0 0,-1 1 0 0 0,1 0 1 0 0,0 0-1 0 0,15 23-201 0 0,-13-18-430 0 0,25 36-2333 0 0,-12-19 1374 0 0</inkml:trace>
</inkml:ink>
</file>

<file path=ppt/ink/ink2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2.9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0 198 10594 0 0,'9'7'951'0'0,"1"-1"-1"0"0,0 0 0 0 0,0 0 0 0 0,0-1 1 0 0,1 0-1 0 0,-1-1 0 0 0,1 0 1 0 0,17 3-1 0 0,-1 2 482 0 0,-17-5-1152 0 0,-1 0-1 0 0,0 0 0 0 0,12 9 1 0 0,19 9 54 0 0,-57-69 263 0 0,5 19-1012 0 0,2-2 0 0 0,0 0 1 0 0,3 0-1 0 0,0 0 1 0 0,-2-35-1 0 0,6 22-6890 0 0</inkml:trace>
</inkml:ink>
</file>

<file path=ppt/ink/ink2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3.2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22 311 2761 0 0,'5'5'121'0'0,"1"0"1"0"0,0 0-1 0 0,-1-1 1 0 0,2 1-1 0 0,-1-1 1 0 0,0-1-1 0 0,1 1 1 0 0,0-1-1 0 0,9 3 1 0 0,-14-5-27 0 0,0 0 1 0 0,0-1 0 0 0,1 1 0 0 0,-1 0 0 0 0,1-1 0 0 0,-1 0 0 0 0,0 1-1 0 0,1-1 1 0 0,-1 0 0 0 0,1 0 0 0 0,-1 0 0 0 0,1-1 0 0 0,-1 1 0 0 0,0-1-1 0 0,1 1 1 0 0,-1-1 0 0 0,0 0 0 0 0,1 0 0 0 0,-1 0 0 0 0,0 0-1 0 0,0 0 1 0 0,0 0 0 0 0,0-1 0 0 0,0 1 0 0 0,0-1 0 0 0,0 1 0 0 0,0-1-1 0 0,-1 0 1 0 0,1 1 0 0 0,0-1 0 0 0,1-4 0 0 0,-1 1 71 0 0,0-1 0 0 0,0 1 0 0 0,0-1-1 0 0,-1 1 1 0 0,0-1 0 0 0,-1 0 0 0 0,1 1 0 0 0,-1-1 0 0 0,0 0 0 0 0,0 1 0 0 0,-1-1 0 0 0,1 0 0 0 0,-1 1-1 0 0,-3-8 1 0 0,-2-10 155 0 0,-2 1 0 0 0,-10-23 0 0 0,18 43-302 0 0,-38-75 379 0 0,34 70-330 0 0,0-1 0 0 0,0 2 0 0 0,-1-1 0 0 0,0 0 0 0 0,-1 1 0 0 0,0 0 0 0 0,0 0 0 0 0,-7-5 0 0 0,12 10-3 0 0,0 0 0 0 0,0 1 0 0 0,0-1 0 0 0,0 0 0 0 0,0 1 0 0 0,1-1 0 0 0,-1 1 0 0 0,-1 0 0 0 0,1-1 1 0 0,0 1-1 0 0,0 0 0 0 0,0-1 0 0 0,0 1 0 0 0,0 0 0 0 0,0 0 0 0 0,0 0 0 0 0,0 0 0 0 0,0 0 0 0 0,0 0 0 0 0,0 0 0 0 0,-1 0 0 0 0,1 1 0 0 0,0-1 1 0 0,0 0-1 0 0,0 1 0 0 0,-2 0 0 0 0,2 0 117 0 0,0 0 0 0 0,0 1 1 0 0,-1-1-1 0 0,1 1 0 0 0,0-1 0 0 0,0 1 1 0 0,0-1-1 0 0,1 1 0 0 0,-1-1 1 0 0,0 1-1 0 0,1 0 0 0 0,-1 0 0 0 0,1-1 1 0 0,-1 4-1 0 0,0 0 159 0 0,0 0 1 0 0,0 1-1 0 0,1-1 0 0 0,0 0 1 0 0,0 0-1 0 0,1 1 0 0 0,-1-1 1 0 0,1 0-1 0 0,0 0 1 0 0,4 9-1 0 0,-3-10-281 0 0,0-1 0 0 0,1 1 0 0 0,0-1 0 0 0,0 0 0 0 0,0 0 1 0 0,0 0-1 0 0,0 0 0 0 0,0 0 0 0 0,1-1 0 0 0,-1 1 0 0 0,1-1 0 0 0,0 0 0 0 0,0 0 0 0 0,0-1 0 0 0,0 1 1 0 0,0-1-1 0 0,0 0 0 0 0,0 0 0 0 0,5 1 0 0 0,38 0-1106 0 0,-2-6-4197 0 0,-10-2-1110 0 0</inkml:trace>
</inkml:ink>
</file>

<file path=ppt/ink/ink2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3.8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97 351 10138 0 0,'-12'11'2631'0'0,"37"-47"1205"0"0,-20 21-3831 0 0,-1-1 1 0 0,-1 0-1 0 0,0 0 1 0 0,-1-1-1 0 0,-1 1 0 0 0,0 0 1 0 0,-1-1-1 0 0,-1 1 1 0 0,-1 0-1 0 0,0-1 0 0 0,-1 1 1 0 0,0 0-1 0 0,-2 1 1 0 0,0-1-1 0 0,-1 1 0 0 0,-13-27 1 0 0,18 40-49 0 0,0 0 0 0 0,0 0 0 0 0,-1 0-1 0 0,1 0 1 0 0,0 1 0 0 0,-1-1 0 0 0,1 0 0 0 0,-1 1 0 0 0,0-1 0 0 0,1 1 0 0 0,-1-1 0 0 0,0 1-1 0 0,0 0 1 0 0,0 0 0 0 0,-2-1 0 0 0,3 2 16 0 0,-1-1 0 0 0,1 1-1 0 0,0 0 1 0 0,0 0 0 0 0,0 0 0 0 0,-1 0-1 0 0,1 0 1 0 0,0 0 0 0 0,0 0 0 0 0,0 0 0 0 0,-1 1-1 0 0,1-1 1 0 0,0 0 0 0 0,0 1 0 0 0,0-1-1 0 0,0 1 1 0 0,0-1 0 0 0,0 1 0 0 0,0 0-1 0 0,-2 0 1 0 0,0 2 38 0 0,1 0 1 0 0,-1 0-1 0 0,1 0 0 0 0,0 0 0 0 0,-1 0 0 0 0,1 0 0 0 0,1 1 1 0 0,-1-1-1 0 0,0 1 0 0 0,1-1 0 0 0,0 1 0 0 0,0-1 0 0 0,0 1 1 0 0,0 0-1 0 0,0 7 0 0 0,0 0 58 0 0,0 0-1 0 0,2 1 1 0 0,-1-1-1 0 0,1 0 1 0 0,1 0-1 0 0,0 0 1 0 0,6 17-1 0 0,-6-22-78 0 0,1 1 0 0 0,0-1 0 0 0,0 0-1 0 0,1 0 1 0 0,0-1 0 0 0,0 1 0 0 0,0-1 0 0 0,0 0-1 0 0,1 0 1 0 0,0 0 0 0 0,0-1 0 0 0,0 1 0 0 0,12 6-1 0 0,-2-4-26 0 0,0 0-1 0 0,0 0 1 0 0,1-2-1 0 0,0 0 0 0 0,0 0 1 0 0,0-2-1 0 0,0 0 0 0 0,1-1 1 0 0,0 0-1 0 0,-1-2 0 0 0,1 0 1 0 0,0 0-1 0 0,-1-2 1 0 0,1 0-1 0 0,-1-1 0 0 0,0 0 1 0 0,18-7-1 0 0,-16 1-1632 0 0,-2-3-3376 0 0</inkml:trace>
</inkml:ink>
</file>

<file path=ppt/ink/ink2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4.1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1 920 0 0,'-1'0'207'0'0,"-1"1"-1"0"0,1 0 1 0 0,0-1 0 0 0,0 1-1 0 0,-1 0 1 0 0,1 0-1 0 0,0 0 1 0 0,0 0-1 0 0,0 0 1 0 0,0 0 0 0 0,0 0-1 0 0,1 0 1 0 0,-1 1-1 0 0,0-1 1 0 0,0 0-1 0 0,1 0 1 0 0,-1 2 0 0 0,-10 24 3796 0 0,10-13-2862 0 0,1-1-1 0 0,0 0 1 0 0,1 1 0 0 0,0-1 0 0 0,1 0 0 0 0,1 0 0 0 0,6 22-1 0 0,5 5 170 0 0,20 41-1 0 0,110 199 1111 0 0,-33-102-4489 0 0,-93-151-5378 0 0</inkml:trace>
</inkml:ink>
</file>

<file path=ppt/ink/ink2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4.5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1 345 9218 0 0,'0'0'17'0'0,"0"0"-1"0"0,0 0 1 0 0,0 0 0 0 0,0 0-1 0 0,0 0 1 0 0,0 0 0 0 0,0 0-1 0 0,0 0 1 0 0,0 0-1 0 0,0 0 1 0 0,0 1 0 0 0,0-1-1 0 0,0 0 1 0 0,0 0 0 0 0,0 0-1 0 0,0 0 1 0 0,0 0 0 0 0,0 0-1 0 0,0 0 1 0 0,0 0 0 0 0,0 1-1 0 0,0-1 1 0 0,0 0 0 0 0,0 0-1 0 0,0 0 1 0 0,0 0 0 0 0,0 0-1 0 0,0 0 1 0 0,0 0-1 0 0,0 0 1 0 0,0 0 0 0 0,0 1-1 0 0,0-1 1 0 0,0 0 0 0 0,0 0-1 0 0,0 0 1 0 0,0 0 0 0 0,0 0-1 0 0,0 0 1 0 0,1 0 0 0 0,-1 0-1 0 0,0 0 1 0 0,0 0 0 0 0,0 0-1 0 0,0 0 1 0 0,0 0 0 0 0,0 0-1 0 0,0 0 1 0 0,0 0-1 0 0,0 0 1 0 0,1 0 0 0 0,-1 0-1 0 0,0 0 1 0 0,0 0 0 0 0,0 0-1 0 0,0 0 1 0 0,0 0 0 0 0,0 0-1 0 0,0 0 1 0 0,0 0 0 0 0,1 0-1 0 0,-1 0 1 0 0,0 0 0 0 0,0 0-1 0 0,0 0 1 0 0,0 0 0 0 0,0 0-1 0 0,0 0 1 0 0,12-7 953 0 0,10-11 317 0 0,-11 6-470 0 0,-1-1 0 0 0,0 0-1 0 0,-1-1 1 0 0,0 0 0 0 0,-1-1 0 0 0,0 0-1 0 0,10-30 1 0 0,-15 37-821 0 0,-1 1 0 0 0,0-1 0 0 0,0 1-1 0 0,-1-1 1 0 0,0 0 0 0 0,0 1 0 0 0,-1-1 0 0 0,0 0 0 0 0,0 0-1 0 0,-1 0 1 0 0,0 1 0 0 0,0-1 0 0 0,-1 0 0 0 0,0 1 0 0 0,0-1-1 0 0,-1 1 1 0 0,0 0 0 0 0,0 0 0 0 0,-5-8 0 0 0,7 13-14 0 0,0 1 1 0 0,0-1-1 0 0,-1 1 0 0 0,1-1 1 0 0,0 1-1 0 0,0-1 1 0 0,-1 1-1 0 0,1 0 0 0 0,-1 0 1 0 0,1 0-1 0 0,-1 0 1 0 0,0 0-1 0 0,1 0 0 0 0,-1 0 1 0 0,0 0-1 0 0,0 1 1 0 0,0-1-1 0 0,1 1 0 0 0,-1-1 1 0 0,0 1-1 0 0,0 0 1 0 0,0 0-1 0 0,0-1 0 0 0,0 1 1 0 0,0 1-1 0 0,0-1 1 0 0,0 0-1 0 0,1 0 0 0 0,-1 1 1 0 0,0-1-1 0 0,0 1 1 0 0,0 0-1 0 0,0-1 0 0 0,-2 2 1 0 0,2 0 12 0 0,-1 0 0 0 0,1 0 0 0 0,-1 0-1 0 0,1 0 1 0 0,0 0 0 0 0,0 0 0 0 0,0 0 0 0 0,0 1 0 0 0,0-1 0 0 0,0 1 0 0 0,1-1 0 0 0,-1 1 0 0 0,1 0 0 0 0,-1 0-1 0 0,1 0 1 0 0,0 0 0 0 0,0 0 0 0 0,1 0 0 0 0,-1 0 0 0 0,0 5 0 0 0,1 1 41 0 0,1 0-1 0 0,0 0 1 0 0,0 0-1 0 0,1 0 1 0 0,0-1 0 0 0,0 1-1 0 0,1-1 1 0 0,0 1 0 0 0,1-1-1 0 0,-1 0 1 0 0,2 0 0 0 0,-1 0-1 0 0,1-1 1 0 0,0 0 0 0 0,1 0-1 0 0,0 0 1 0 0,0 0-1 0 0,0-1 1 0 0,1 0 0 0 0,0 0-1 0 0,0-1 1 0 0,13 7 0 0 0,-8-4-367 0 0,1-1 0 0 0,1-1 0 0 0,-1 0 0 0 0,1 0 0 0 0,0-2 0 0 0,0 0 0 0 0,1 0 0 0 0,-1-1 0 0 0,1-1 0 0 0,-1-1 0 0 0,1 0 0 0 0,0-1 0 0 0,15-1 0 0 0,-7-3-5077 0 0</inkml:trace>
</inkml:ink>
</file>

<file path=ppt/ink/ink2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5.0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82 1 6913 0 0,'-3'0'300'0'0,"0"0"0"0"0,0 0 0 0 0,0 0 0 0 0,0 1 0 0 0,-1-1 0 0 0,1 1 0 0 0,0 0 0 0 0,0 0 0 0 0,0 0 0 0 0,0 0 0 0 0,0 0 0 0 0,1 1 0 0 0,-1-1 0 0 0,0 1 0 0 0,0 0 0 0 0,1 0 0 0 0,-1 0 0 0 0,1 0 0 0 0,0 0 0 0 0,-3 4 0 0 0,2-2 71 0 0,1 1 0 0 0,-1-1-1 0 0,1 1 1 0 0,0-1 0 0 0,1 1 0 0 0,-1 0 0 0 0,1 0-1 0 0,0 0 1 0 0,0 0 0 0 0,0 0 0 0 0,1 9 0 0 0,0 0-24 0 0,1-1 1 0 0,0 1 0 0 0,2-1 0 0 0,-1 1-1 0 0,1-1 1 0 0,1 0 0 0 0,1 0 0 0 0,9 20-1 0 0,-10-26-250 0 0,0 0-1 0 0,1 0 0 0 0,0 0 0 0 0,0 0 0 0 0,0-1 1 0 0,1 0-1 0 0,0-1 0 0 0,1 1 0 0 0,-1-1 0 0 0,12 7 1 0 0,27 10-883 0 0,4-4-4777 0 0,-29-11-1097 0 0</inkml:trace>
</inkml:ink>
</file>

<file path=ppt/ink/ink2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5.3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1 175 8290 0 0,'0'1'113'0'0,"0"-1"-1"0"0,0 1 1 0 0,0-1 0 0 0,0 1 0 0 0,0-1 0 0 0,0 1 0 0 0,1-1 0 0 0,-1 1-1 0 0,0-1 1 0 0,0 1 0 0 0,0-1 0 0 0,1 1 0 0 0,-1-1 0 0 0,0 1 0 0 0,1-1-1 0 0,-1 1 1 0 0,1-1 0 0 0,-1 1 0 0 0,0-1 0 0 0,1 0 0 0 0,-1 1 0 0 0,1-1-1 0 0,-1 0 1 0 0,1 1 0 0 0,-1-1 0 0 0,1 0 0 0 0,-1 0 0 0 0,1 0 0 0 0,-1 1-1 0 0,1-1 1 0 0,-1 0 0 0 0,1 0 0 0 0,-1 0 0 0 0,2 0 0 0 0,25 8 2689 0 0,-21-7-1991 0 0,31 9 1084 0 0,0 1 0 0 0,49 23 0 0 0,-95-39-1743 0 0,0 0-1 0 0,1 0 1 0 0,0-1 0 0 0,0 0-1 0 0,1 0 1 0 0,-1-1 0 0 0,1 0-1 0 0,1 0 1 0 0,-1 0 0 0 0,1-1 0 0 0,1 0-1 0 0,-1-1 1 0 0,1 1 0 0 0,-3-10-1 0 0,-9-32-1950 0 0,9-4-3494 0 0,7 18-1890 0 0</inkml:trace>
</inkml:ink>
</file>

<file path=ppt/ink/ink2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6.9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7834 0 0,'0'3'4239'0'0,"5"16"-2021"0"0,66 130 3177 0 0,-20-45-4545 0 0,-28-57-730 0 0,2-2 0 0 0,3-1-1 0 0,63 80 1 0 0,-8-24-3379 0 0,-61-75-3247 0 0</inkml:trace>
</inkml:ink>
</file>

<file path=ppt/ink/ink2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7.2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11 152 6913 0 0,'-1'-1'83'0'0,"0"0"0"0"0,0 0 0 0 0,0 0 0 0 0,0 0 0 0 0,1 0 0 0 0,-1 0 0 0 0,0-1 0 0 0,1 1 0 0 0,-1 0 0 0 0,0 0 0 0 0,1-1 0 0 0,0 1 0 0 0,-1 0 0 0 0,1-1 0 0 0,0 1 0 0 0,-1 0 0 0 0,1-1 0 0 0,0 1 0 0 0,0 0 0 0 0,0-1 0 0 0,0 1 0 0 0,1-2 0 0 0,0 0 190 0 0,0-1 0 0 0,0 1 0 0 0,1-1 0 0 0,0 1 0 0 0,-1 0-1 0 0,1 0 1 0 0,4-5 0 0 0,-1 1 249 0 0,0 1 1 0 0,1 0-1 0 0,0 0 1 0 0,0 0-1 0 0,0 0 1 0 0,1 1-1 0 0,0 0 0 0 0,0 1 1 0 0,0-1-1 0 0,1 1 1 0 0,-1 1-1 0 0,17-6 1 0 0,-7 4-347 0 0,1 1 0 0 0,0 1 0 0 0,-1 1 0 0 0,1 1 0 0 0,20 0 0 0 0,-21 1-4758 0 0,0-3-1551 0 0</inkml:trace>
</inkml:ink>
</file>

<file path=ppt/ink/ink2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7.5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0 408 456 0 0,'4'-5'5707'0'0,"-3"3"-5094"0"0,0 1 1 0 0,0-1-1 0 0,1 0 1 0 0,-1 0 0 0 0,1 1-1 0 0,-1-1 1 0 0,1 1-1 0 0,0-1 1 0 0,-1 1-1 0 0,1 0 1 0 0,0 0-1 0 0,0 0 1 0 0,3-2-1 0 0,1 1 95 0 0,1 0 0 0 0,-1 1 0 0 0,0 0 0 0 0,1 0-1 0 0,-1 0 1 0 0,1 1 0 0 0,-1 0 0 0 0,1 0-1 0 0,11 2 1 0 0,-2 1-315 0 0,-1 2 0 0 0,25 10-1 0 0,-28-10-219 0 0,1 0 45 0 0,-19-10-100 0 0,-2-1-91 0 0,1-1 0 0 0,-1 1 0 0 0,1-2-1 0 0,1 1 1 0 0,-1-1 0 0 0,1 1 0 0 0,1-2 0 0 0,-1 1-1 0 0,1-1 1 0 0,1 1 0 0 0,0-1 0 0 0,0-1 0 0 0,1 1 0 0 0,0 0-1 0 0,0-1 1 0 0,-1-11 0 0 0,-2-13-370 0 0,2 0 1 0 0,1-1-1 0 0,2-42 0 0 0,3 41-1612 0 0,1 0-5529 0 0</inkml:trace>
</inkml:ink>
</file>

<file path=ppt/ink/ink2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7.9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0 5985 0 0,'-1'0'183'0'0,"0"1"0"0"0,0-1 0 0 0,0 0 0 0 0,0 0 0 0 0,0 1 0 0 0,0-1 0 0 0,0 1 0 0 0,0-1-1 0 0,0 1 1 0 0,0-1 0 0 0,0 1 0 0 0,0 0 0 0 0,0-1 0 0 0,0 1 0 0 0,1 0 0 0 0,-1 0 0 0 0,0 0 0 0 0,0 0 0 0 0,0 1-1 0 0,0 0 191 0 0,1 0 0 0 0,-1 0 0 0 0,1 1-1 0 0,0-1 1 0 0,0 0 0 0 0,0 0 0 0 0,0 1-1 0 0,0-1 1 0 0,1 4 0 0 0,1 5-19 0 0,0-1 1 0 0,1 0-1 0 0,0 1 0 0 0,0-2 0 0 0,2 1 1 0 0,-1 0-1 0 0,1-1 0 0 0,0 1 1 0 0,1-1-1 0 0,13 15 0 0 0,-16-20-359 0 0,0 0-1 0 0,1 0 1 0 0,-1 0-1 0 0,1 0 0 0 0,0-1 1 0 0,1 1-1 0 0,-1-1 0 0 0,0 0 1 0 0,1-1-1 0 0,0 1 0 0 0,-1-1 1 0 0,1 0-1 0 0,0 0 0 0 0,0 0 1 0 0,1-1-1 0 0,-1 1 1 0 0,0-1-1 0 0,0-1 0 0 0,1 1 1 0 0,-1-1-1 0 0,0 0 0 0 0,1 0 1 0 0,5-1-1 0 0,-9 1-29 0 0,-1-1 0 0 0,1 1 0 0 0,-1-1 0 0 0,1 1 0 0 0,-1-1 1 0 0,1 0-1 0 0,-1 1 0 0 0,1-1 0 0 0,-1 0 0 0 0,0 0 0 0 0,1 0 0 0 0,-1 0 0 0 0,0 0 0 0 0,0 0 0 0 0,0 0 0 0 0,0-1 1 0 0,0 1-1 0 0,0 0 0 0 0,0-1 0 0 0,0 1 0 0 0,0-3 0 0 0,0 1-50 0 0,0 0 1 0 0,0 0-1 0 0,-1 0 0 0 0,0 0 0 0 0,1 0 1 0 0,-1 0-1 0 0,0 0 0 0 0,0 0 1 0 0,-1 0-1 0 0,0-5 0 0 0,-1-2-396 0 0,-1 1 0 0 0,0-1 0 0 0,-1 1 0 0 0,0 0 0 0 0,-10-16 0 0 0,5 10-581 0 0,-2 1-125 0 0</inkml:trace>
</inkml:ink>
</file>

<file path=ppt/ink/ink2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8.3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4 220 5985 0 0,'0'-1'203'0'0,"-1"1"0"0"0,1-1 0 0 0,0 0 0 0 0,-1 1-1 0 0,1-1 1 0 0,0 0 0 0 0,-1 0 0 0 0,1 1 0 0 0,0-1-1 0 0,0 0 1 0 0,-1 0 0 0 0,1 1 0 0 0,0-1 0 0 0,0 0 0 0 0,0 0-1 0 0,0 0 1 0 0,0 1 0 0 0,0-1 0 0 0,1 0 0 0 0,-1 0-1 0 0,0 0 1 0 0,0 1 0 0 0,1-1 0 0 0,-1 0 0 0 0,0 0 0 0 0,1 1-1 0 0,-1-1 1 0 0,0 0 0 0 0,1 1 0 0 0,-1-1 0 0 0,1 1-1 0 0,-1-1 1 0 0,1 0 0 0 0,0 1 0 0 0,-1-1 0 0 0,1 1 0 0 0,-1-1-1 0 0,1 1 1 0 0,0 0 0 0 0,-1-1 0 0 0,1 1 0 0 0,0 0-1 0 0,0-1 1 0 0,-1 1 0 0 0,1 0 0 0 0,0 0 0 0 0,0 0 0 0 0,0-1-1 0 0,-1 1 1 0 0,1 0 0 0 0,0 0 0 0 0,0 0 0 0 0,0 0-1 0 0,-1 1 1 0 0,1-1 0 0 0,0 0 0 0 0,0 0 0 0 0,-1 0 0 0 0,1 1-1 0 0,0-1 1 0 0,1 1 0 0 0,35 36 2587 0 0,-32-31-2718 0 0,-1-1 1 0 0,1 0-1 0 0,0 1 1 0 0,1-2-1 0 0,-1 1 0 0 0,1-1 1 0 0,0 1-1 0 0,0-1 1 0 0,9 4-1 0 0,-18-50-1702 0 0,0 14 1340 0 0,-3-68-122 0 0,6 87 418 0 0,0 1 0 0 0,1 0 1 0 0,0-1-1 0 0,0 1 1 0 0,1 0-1 0 0,0 0 0 0 0,1 0 1 0 0,0 0-1 0 0,3-8 1 0 0,-5 15 31 0 0,0-1 1 0 0,0 0-1 0 0,0 1 1 0 0,0-1-1 0 0,1 1 1 0 0,-1-1-1 0 0,0 1 1 0 0,1-1-1 0 0,-1 1 1 0 0,1 0-1 0 0,-1 0 1 0 0,1 0-1 0 0,-1 0 1 0 0,1 0-1 0 0,0 0 1 0 0,0 0 0 0 0,-1 0-1 0 0,1 1 1 0 0,0-1-1 0 0,0 1 1 0 0,0-1-1 0 0,0 1 1 0 0,0 0-1 0 0,0 0 1 0 0,0 0-1 0 0,-1 0 1 0 0,1 0-1 0 0,0 0 1 0 0,0 0-1 0 0,0 1 1 0 0,0-1-1 0 0,0 1 1 0 0,0-1-1 0 0,0 1 1 0 0,-1 0 0 0 0,4 1-1 0 0,6 4 198 0 0,1 1-1 0 0,-1 0 1 0 0,-1 1-1 0 0,15 13 1 0 0,-5-4-160 0 0,-8-8-449 0 0,1 0 1 0 0,0-1 0 0 0,19 9-1 0 0,-13-9-7139 0 0</inkml:trace>
</inkml:ink>
</file>

<file path=ppt/ink/ink2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24.3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35 6913 0 0,'0'-1'176'0'0,"0"0"0"0"0,0-1-1 0 0,0 1 1 0 0,0 0-1 0 0,0-1 1 0 0,0 1-1 0 0,-1-1 1 0 0,1 1-1 0 0,0 0 1 0 0,-1-1-1 0 0,1 1 1 0 0,-1 0-1 0 0,1 0 1 0 0,-1-1-1 0 0,1 1 1 0 0,-1 0-1 0 0,0 0 1 0 0,0 0-1 0 0,0 0 1 0 0,0 0-1 0 0,1 0 1 0 0,-1 0-1 0 0,-1 0 1 0 0,1 0-1 0 0,0 0 1 0 0,0 0-1 0 0,0 1 1 0 0,-3-2 0 0 0,3 2-72 0 0,0 0 0 0 0,-1 0 0 0 0,1 0 0 0 0,0 0 1 0 0,-1 0-1 0 0,1 1 0 0 0,-1-1 0 0 0,1 0 0 0 0,0 1 1 0 0,0-1-1 0 0,-1 1 0 0 0,1-1 0 0 0,0 1 1 0 0,0 0-1 0 0,-1-1 0 0 0,1 1 0 0 0,0 0 0 0 0,0 0 1 0 0,0 0-1 0 0,0 0 0 0 0,0 0 0 0 0,0 0 1 0 0,1 0-1 0 0,-1 0 0 0 0,0 0 0 0 0,0 1 0 0 0,1-1 1 0 0,-1 2-1 0 0,-5 8 214 0 0,1 1 0 0 0,1 0 1 0 0,0 0-1 0 0,1 0 0 0 0,0 0 0 0 0,1 1 0 0 0,1-1 1 0 0,-1 14-1 0 0,1-19-264 0 0,1-1 0 0 0,0 1 0 0 0,1 0 0 0 0,-1 0 1 0 0,1 0-1 0 0,1 0 0 0 0,-1-1 0 0 0,1 1 0 0 0,0 0 0 0 0,1-1 0 0 0,-1 0 0 0 0,1 1 1 0 0,1-1-1 0 0,-1 0 0 0 0,9 10 0 0 0,-7-11-83 0 0,0-1-1 0 0,0-1 1 0 0,0 1 0 0 0,0-1 0 0 0,0 0-1 0 0,1 0 1 0 0,0 0 0 0 0,0-1 0 0 0,-1 0-1 0 0,1 0 1 0 0,0 0 0 0 0,9 0 0 0 0,9 1-531 0 0,48-1 1 0 0,-54-2 268 0 0,0 0 1 0 0,0 1-1 0 0,33 6 0 0 0,-47-6 261 0 0,0 0 0 0 0,0 0 1 0 0,0 1-1 0 0,0-1 0 0 0,0 1 0 0 0,0 0 0 0 0,-1 0 0 0 0,1 0 0 0 0,-1 0 1 0 0,0 1-1 0 0,1-1 0 0 0,-1 1 0 0 0,0 0 0 0 0,0 0 0 0 0,-1 0 0 0 0,1 0 1 0 0,-1 0-1 0 0,3 4 0 0 0,-4-2 46 0 0,1 0 0 0 0,-1-1 1 0 0,0 1-1 0 0,0 0 0 0 0,0 0 1 0 0,-1-1-1 0 0,1 1 0 0 0,-1 0 0 0 0,0 0 1 0 0,-1 0-1 0 0,1 0 0 0 0,-1-1 1 0 0,0 1-1 0 0,0 0 0 0 0,-3 4 0 0 0,0 4 177 0 0,-1 0 0 0 0,0-1 0 0 0,-1 0-1 0 0,-1 0 1 0 0,0 0 0 0 0,0-1 0 0 0,-1 0-1 0 0,-1 0 1 0 0,1-1 0 0 0,-2 0 0 0 0,0-1-1 0 0,0 0 1 0 0,0 0 0 0 0,-1-1 0 0 0,0-1-1 0 0,-1 1 1 0 0,0-2 0 0 0,0 0 0 0 0,0 0-1 0 0,-1-1 1 0 0,0-1 0 0 0,0 0 0 0 0,0-1-1 0 0,0 0 1 0 0,-1-1 0 0 0,1-1 0 0 0,-1 0-1 0 0,1 0 1 0 0,-16-2 0 0 0,17-1-861 0 0,1-2-206 0 0</inkml:trace>
</inkml:ink>
</file>

<file path=ppt/ink/ink2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26.9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763 43 4609 0 0,'-11'-6'300'0'0,"0"0"-1"0"0,0 0 1 0 0,-1 1 0 0 0,0 1 0 0 0,0 0 0 0 0,0 1-1 0 0,-1 0 1 0 0,1 1 0 0 0,-1 0 0 0 0,1 1-1 0 0,-1 0 1 0 0,-13 2 0 0 0,-1 1 191 0 0,1 1-1 0 0,-1 1 1 0 0,1 1 0 0 0,0 1-1 0 0,1 2 1 0 0,0 0 0 0 0,-41 21 0 0 0,31-11-32 0 0,0 2 0 0 0,2 1 0 0 0,0 1 0 0 0,-44 41 0 0 0,65-52-254 0 0,0 1 1 0 0,1 0-1 0 0,1 1 0 0 0,0 0 0 0 0,0 1 1 0 0,1 0-1 0 0,1 0 0 0 0,1 1 0 0 0,0 0 1 0 0,-9 30-1 0 0,10-20-89 0 0,1 0 1 0 0,1 0 0 0 0,2 0-1 0 0,0 0 1 0 0,1 0 0 0 0,5 39-1 0 0,-1-25-126 0 0,2-1 0 0 0,1 1 0 0 0,2-2 0 0 0,1 1 0 0 0,3-1 0 0 0,1 0 1 0 0,1-1-1 0 0,2-1 0 0 0,2-1 0 0 0,28 43 0 0 0,19 11 316 0 0,46 69 268 0 0,-98-137-542 0 0,1 0-1 0 0,1 0 1 0 0,1-1 0 0 0,0-1-1 0 0,1-1 1 0 0,1 0 0 0 0,1-2-1 0 0,0 0 1 0 0,1-1 0 0 0,32 17-1 0 0,-37-23-42 0 0,1-1 0 0 0,-1-1 0 0 0,2-1-1 0 0,-1 0 1 0 0,0-1 0 0 0,1-1-1 0 0,0 0 1 0 0,0-1 0 0 0,0-1 0 0 0,0-1-1 0 0,0 0 1 0 0,0-1 0 0 0,-1-1 0 0 0,1 0-1 0 0,30-10 1 0 0,-11 0 24 0 0,0-2 1 0 0,-1-2-1 0 0,-1-1 0 0 0,0-2 0 0 0,-2-1 1 0 0,35-27-1 0 0,-28 16 207 0 0,-2-2 0 0 0,-1-2 0 0 0,-2-1-1 0 0,38-51 1 0 0,-60 69-132 0 0,-1-1 0 0 0,-1 0 0 0 0,-1-1 0 0 0,0 0 0 0 0,-2 0 0 0 0,0-1 0 0 0,-1 0 0 0 0,-1 0-1 0 0,-2 0 1 0 0,2-23 0 0 0,0-34 286 0 0,-6-107-1 0 0,0 179-374 0 0,0-28 163 0 0,-1 1 0 0 0,-14-62 1 0 0,13 82-96 0 0,-1 1 1 0 0,0 0 0 0 0,-1 0 0 0 0,0 0-1 0 0,-1 0 1 0 0,-1 1 0 0 0,1 0 0 0 0,-2 0-1 0 0,0 1 1 0 0,-13-15 0 0 0,-29-18 163 0 0,-1 1 0 0 0,-110-66-1 0 0,111 76-229 0 0,34 22 12 0 0,0 0-1 0 0,-1 1 0 0 0,0 1 1 0 0,0 1-1 0 0,-22-6 0 0 0,28 10-176 0 0,0 1 0 0 0,-1 0 0 0 0,1 1 0 0 0,-1 0-1 0 0,0 1 1 0 0,1 0 0 0 0,-1 0 0 0 0,0 2-1 0 0,-17 3 1 0 0,0 3-753 0 0</inkml:trace>
</inkml:ink>
</file>

<file path=ppt/ink/ink2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25.1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5065 0 0,'3'9'13306'0'0,"26"11"-12266"0"0,9 9-415 0 0,-27-17-317 0 0,0 1 0 0 0,-1 0 0 0 0,0 1 0 0 0,-1 0 0 0 0,-1 0-1 0 0,0 1 1 0 0,9 26 0 0 0,0 10-17 0 0,11 55 0 0 0,-17-60-209 0 0,29 78 0 0 0,-34-108-189 0 0,-1 0 1 0 0,4 20-1 0 0,-4-14-1015 0 0</inkml:trace>
</inkml:ink>
</file>

<file path=ppt/ink/ink2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25.4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83 110 3681 0 0,'-18'-4'128'0'0,"7"2"691"0"0,1-1 0 0 0,0 1 0 0 0,0-2 0 0 0,-14-11 4061 0 0,24 14-4792 0 0,11-6 1560 0 0,12-5-647 0 0,-22 12-925 0 0,25-11 873 0 0,1 0 0 0 0,1 2 0 0 0,0 1 0 0 0,0 1 0 0 0,38-5 0 0 0,-55 11-875 0 0,0 1 0 0 0,0 0-1 0 0,0 0 1 0 0,0 1 0 0 0,0 0 0 0 0,-1 1-1 0 0,1 0 1 0 0,0 1 0 0 0,-1 0-1 0 0,0 1 1 0 0,0 0 0 0 0,0 0 0 0 0,0 1-1 0 0,0 1 1 0 0,-1 0 0 0 0,0 0 0 0 0,10 9-1 0 0,-7-4-60 0 0,-1 0 0 0 0,-1 1 0 0 0,0 0 0 0 0,0 1 0 0 0,-2 0-1 0 0,1 0 1 0 0,-2 1 0 0 0,0 0 0 0 0,0 0 0 0 0,-1 0 0 0 0,7 31 0 0 0,-10-35 26 0 0,-1 0 0 0 0,-1 0 0 0 0,0 1 0 0 0,-1-1 0 0 0,0 0 0 0 0,0 0 0 0 0,-1 0 0 0 0,0 0 0 0 0,-1 0 1 0 0,0 0-1 0 0,0 0 0 0 0,-1 0 0 0 0,-1-1 0 0 0,0 1 0 0 0,0-1 0 0 0,0 0 0 0 0,-2 0 0 0 0,1 0 0 0 0,-9 10 1 0 0,5-9-105 0 0,0 0 0 0 0,-1-1 1 0 0,0 0-1 0 0,-1 0 0 0 0,1-1 1 0 0,-22 12-1 0 0,-15 1-7212 0 0</inkml:trace>
</inkml:ink>
</file>

<file path=ppt/ink/ink2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28.0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593 70 6913 0 0,'-22'-9'964'0'0,"-15"-7"641"0"0,-1 3 1 0 0,-41-10-1 0 0,66 20-1295 0 0,0 1-1 0 0,0 0 1 0 0,0 1 0 0 0,-1 1-1 0 0,1 0 1 0 0,0 1 0 0 0,-1 0-1 0 0,1 1 1 0 0,0 0 0 0 0,-15 6-1 0 0,8-2 39 0 0,0 2 0 0 0,1 0-1 0 0,0 1 1 0 0,1 1 0 0 0,0 0-1 0 0,1 2 1 0 0,-25 20 0 0 0,35-26-267 0 0,-1 2 0 0 0,1-1 0 0 0,0 1 0 0 0,1 0 0 0 0,-1 1 1 0 0,2-1-1 0 0,-1 1 0 0 0,1 0 0 0 0,1 1 0 0 0,0-1 0 0 0,0 1 1 0 0,1 0-1 0 0,0 0 0 0 0,0 0 0 0 0,1 0 0 0 0,-1 19 0 0 0,3 9-61 0 0,2 0 0 0 0,2 0 1 0 0,1-1-1 0 0,2 1 0 0 0,22 67 0 0 0,0-27 68 0 0,60 119-1 0 0,-46-118-87 0 0,71 97 0 0 0,-94-149 15 0 0,2 0-1 0 0,0-2 0 0 0,2 0 0 0 0,1-2 0 0 0,1-1 0 0 0,0-1 1 0 0,58 35-1 0 0,-70-49-88 0 0,0 0 1 0 0,1-1-1 0 0,-1-1 0 0 0,1 0 1 0 0,0-1-1 0 0,0-1 1 0 0,1 0-1 0 0,-1-1 0 0 0,1-1 1 0 0,-1 0-1 0 0,1-1 0 0 0,-1-1 1 0 0,1 0-1 0 0,-1-1 1 0 0,1-1-1 0 0,-1-1 0 0 0,0 0 1 0 0,0 0-1 0 0,-1-2 1 0 0,1 0-1 0 0,-1 0 0 0 0,0-1 1 0 0,-1-1-1 0 0,0 0 1 0 0,14-12-1 0 0,17-16-16 0 0,-2-1 0 0 0,-1-2 1 0 0,-3-2-1 0 0,50-67 0 0 0,-69 80 427 0 0,-1 0 0 0 0,-1-1 0 0 0,-2 0 0 0 0,-1-2 0 0 0,-1 1 0 0 0,-2-2-1 0 0,-1 0 1 0 0,11-61 0 0 0,-17 66-211 0 0,-1 0-1 0 0,-2 0 1 0 0,0-1-1 0 0,-2 1 1 0 0,-6-37 0 0 0,3 45-20 0 0,-1-1 1 0 0,0 1 0 0 0,-2 0-1 0 0,0 1 1 0 0,-1-1 0 0 0,-1 1 0 0 0,0 1-1 0 0,-14-18 1 0 0,-2-3 118 0 0,-3 2 0 0 0,-56-59 0 0 0,72 83-188 0 0,-1 1-1 0 0,-1 0 1 0 0,1 1-1 0 0,-2 1 1 0 0,1 0 0 0 0,-1 1-1 0 0,0 1 1 0 0,-1 0-1 0 0,0 1 1 0 0,-30-7-1 0 0,11 6-25 0 0,-1 2 0 0 0,1 2 1 0 0,-1 0-1 0 0,-68 6 0 0 0,84-1-193 0 0,0 1 1 0 0,0 0 0 0 0,1 2 0 0 0,-1 0 0 0 0,1 1 0 0 0,0 1 0 0 0,1 1 0 0 0,0 0 0 0 0,0 2 0 0 0,-22 14 0 0 0,20-6-1773 0 0,2 2-5395 0 0</inkml:trace>
</inkml:ink>
</file>

<file path=ppt/ink/ink2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34.4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0 743 5065 0 0,'1'-7'249'0'0,"1"0"-1"0"0,-1-1 1 0 0,1 1 0 0 0,1 0-1 0 0,-1 0 1 0 0,1 0-1 0 0,4-6 1 0 0,4-12 287 0 0,24-56 1520 0 0,4 2 1 0 0,3 1 0 0 0,73-100 0 0 0,-80 132-1197 0 0,54-57 0 0 0,3 14-5513 0 0</inkml:trace>
</inkml:ink>
</file>

<file path=ppt/ink/ink2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34.7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6449 0 0,'0'0'499'0'0,"1"27"1680"0"0,2 3-961 0 0,2 0 0 0 0,14 48 0 0 0,-16-67-936 0 0,1 0-1 0 0,0 0 1 0 0,1 0-1 0 0,0-1 1 0 0,1 1-1 0 0,0-1 1 0 0,0-1 0 0 0,1 1-1 0 0,17 16 1 0 0,-21-22-227 0 0,1-1 0 0 0,1 0 0 0 0,-1 0 1 0 0,0 0-1 0 0,1-1 0 0 0,-1 1 1 0 0,1-1-1 0 0,0 0 0 0 0,0 0 0 0 0,0-1 1 0 0,0 0-1 0 0,0 0 0 0 0,0 0 0 0 0,0 0 1 0 0,0-1-1 0 0,1 0 0 0 0,-1 0 1 0 0,0 0-1 0 0,0 0 0 0 0,0-1 0 0 0,0 0 1 0 0,1 0-1 0 0,-1-1 0 0 0,-1 1 0 0 0,1-1 1 0 0,0 0-1 0 0,0 0 0 0 0,-1-1 1 0 0,1 1-1 0 0,-1-1 0 0 0,0 0 0 0 0,1 0 1 0 0,-2-1-1 0 0,1 1 0 0 0,5-7 0 0 0,35-38-2794 0 0,-20 20-2754 0 0</inkml:trace>
</inkml:ink>
</file>

<file path=ppt/ink/ink2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35.1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47 29 11979 0 0,'-5'-5'168'0'0,"-25"-17"2960"0"0,30 22-3055 0 0,0-1 0 0 0,-1 1-1 0 0,1 0 1 0 0,0 0-1 0 0,-1 0 1 0 0,1 0 0 0 0,0 0-1 0 0,-1 0 1 0 0,1-1-1 0 0,0 1 1 0 0,-1 0 0 0 0,1 0-1 0 0,0 0 1 0 0,-1 0 0 0 0,1 0-1 0 0,0 0 1 0 0,-1 1-1 0 0,1-1 1 0 0,0 0 0 0 0,-1 0-1 0 0,1 0 1 0 0,0 0-1 0 0,-1 0 1 0 0,1 0 0 0 0,0 1-1 0 0,-1-1 1 0 0,1 0-1 0 0,0 0 1 0 0,0 0 0 0 0,-1 1-1 0 0,0 19 2038 0 0,8 24-1684 0 0,1 0-1 0 0,3-1 0 0 0,1 0 1 0 0,2 0-1 0 0,21 40 1 0 0,-31-74-564 0 0,2 0 0 0 0,0-1 1 0 0,0 1-1 0 0,0-1 0 0 0,1 0 1 0 0,0-1-1 0 0,15 12 0 0 0,-17-14-313 0 0,1-1-1 0 0,-1-1 1 0 0,1 1-1 0 0,0-1 1 0 0,0 0-1 0 0,0-1 1 0 0,1 1-1 0 0,-1-1 1 0 0,1 0-1 0 0,-1-1 0 0 0,1 0 1 0 0,-1 0-1 0 0,8 0 1 0 0,-12-1 275 0 0,-1 0 0 0 0,1 0 1 0 0,-1 0-1 0 0,1 0 0 0 0,-1-1 1 0 0,0 1-1 0 0,1-1 0 0 0,-1 1 0 0 0,1-1 1 0 0,-1 0-1 0 0,0 1 0 0 0,0-1 1 0 0,1 0-1 0 0,-1 0 0 0 0,0 0 0 0 0,0 0 1 0 0,0 0-1 0 0,0 0 0 0 0,0 0 1 0 0,0 0-1 0 0,0 0 0 0 0,0-1 0 0 0,-1 1 1 0 0,1 0-1 0 0,0-1 0 0 0,-1 1 1 0 0,1 0-1 0 0,-1-1 0 0 0,1 1 0 0 0,-1-1 1 0 0,0 1-1 0 0,0-1 0 0 0,1 1 1 0 0,-1-1-1 0 0,0 1 0 0 0,-1-3 0 0 0,0-7-2943 0 0</inkml:trace>
</inkml:ink>
</file>

<file path=ppt/ink/ink2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35.4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116 526 3225 0 0,'-78'-116'2883'0'0,"41"59"1987"0"0,58 72 1333 0 0,74 33-4085 0 0,-79-42-1987 0 0,-1-1 0 0 0,1 0 0 0 0,0-1 0 0 0,0-1 0 0 0,1-1 0 0 0,30 2 0 0 0,-40-4-57 0 0,1 0 1 0 0,-1-1-1 0 0,0 1 1 0 0,1-1-1 0 0,-1-1 1 0 0,0 0-1 0 0,1 0 1 0 0,-1 0-1 0 0,0-1 1 0 0,-1 0-1 0 0,1 0 1 0 0,0 0-1 0 0,-1-1 1 0 0,0 0-1 0 0,0-1 1 0 0,0 1-1 0 0,8-8 1 0 0,-11 7-23 0 0,1 0 0 0 0,-1 0 1 0 0,0 0-1 0 0,-1 0 1 0 0,1-1-1 0 0,-1 1 0 0 0,0-1 1 0 0,0 1-1 0 0,-1-1 0 0 0,1 0 1 0 0,-1 1-1 0 0,-1-1 1 0 0,1 0-1 0 0,-1 0 0 0 0,0 0 1 0 0,0 0-1 0 0,-1 0 1 0 0,1 1-1 0 0,-1-1 0 0 0,-1 0 1 0 0,-2-8-1 0 0,-5-13 19 0 0,-1 1 0 0 0,-2 0 0 0 0,-17-31 0 0 0,6 14-111 0 0,6 4-667 0 0,7 13-5133 0 0,4 7-1212 0 0</inkml:trace>
</inkml:ink>
</file>

<file path=ppt/ink/ink2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36.0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247 185 8290 0 0,'-7'-2'201'0'0,"0"2"0"0"0,0-1 0 0 0,0 1 0 0 0,1 0 0 0 0,-1 0 0 0 0,0 1 0 0 0,0-1 1 0 0,0 2-1 0 0,1-1 0 0 0,-1 1 0 0 0,0 0 0 0 0,1 0 0 0 0,0 1 0 0 0,-1 0 0 0 0,1 0 0 0 0,0 0 0 0 0,1 1 0 0 0,-1 0 1 0 0,1 0-1 0 0,-1 1 0 0 0,1-1 0 0 0,0 1 0 0 0,1 0 0 0 0,-1 0 0 0 0,1 1 0 0 0,0-1 0 0 0,0 1 0 0 0,1 0 1 0 0,0 0-1 0 0,0 1 0 0 0,0-1 0 0 0,1 0 0 0 0,0 1 0 0 0,0-1 0 0 0,1 1 0 0 0,-1 0 0 0 0,1 13 0 0 0,1-7-83 0 0,0 1 0 0 0,1 0-1 0 0,1-1 1 0 0,0 0-1 0 0,1 1 1 0 0,1-1-1 0 0,0 0 1 0 0,1-1 0 0 0,0 1-1 0 0,0-1 1 0 0,15 23-1 0 0,-16-30-75 0 0,0 0 0 0 0,0 1 0 0 0,0-1 0 0 0,1-1 0 0 0,0 1 0 0 0,0-1 0 0 0,0 0 0 0 0,0 0 0 0 0,1 0 0 0 0,-1-1 0 0 0,11 5 0 0 0,-12-6-53 0 0,1-1-1 0 0,0 0 0 0 0,0 0 0 0 0,0 0 0 0 0,0 0 0 0 0,0-1 1 0 0,0 0-1 0 0,0 0 0 0 0,0 0 0 0 0,0-1 0 0 0,0 1 0 0 0,0-1 0 0 0,-1-1 1 0 0,1 1-1 0 0,0-1 0 0 0,9-3 0 0 0,-10 3-25 0 0,0 0 0 0 0,0-1 0 0 0,0 1 0 0 0,0-1 0 0 0,0 0 1 0 0,0 0-1 0 0,-1 0 0 0 0,1 0 0 0 0,-1 0 0 0 0,0-1 0 0 0,0 0 0 0 0,0 1 0 0 0,-1-1 0 0 0,1 0 0 0 0,-1-1 0 0 0,2-4 0 0 0,-1 2 24 0 0,-2 0 0 0 0,1 0 0 0 0,-1 0 0 0 0,0 0 0 0 0,0 0 0 0 0,-1 0 0 0 0,0 0 0 0 0,0 0 0 0 0,-2-13 0 0 0,-3 0 188 0 0,0 0-1 0 0,-1 1 0 0 0,-1 0 0 0 0,0 0 0 0 0,-2 1 0 0 0,-16-27 1 0 0,0 9-153 0 0,-3 1 1 0 0,-1 1 0 0 0,-1 1-1 0 0,-1 2 1 0 0,-51-39 0 0 0,80 68-149 0 0,-1-1 0 0 0,0 1 0 0 0,0 0 0 0 0,0 0 0 0 0,0 0 0 0 0,0 0 0 0 0,0 0 1 0 0,0 1-1 0 0,-1 0 0 0 0,1-1 0 0 0,0 1 0 0 0,-6-1 0 0 0</inkml:trace>
</inkml:ink>
</file>

<file path=ppt/ink/ink2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36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 1 3201 0 0,'-19'0'13860'0'0,"11"6"-11132"0"0,33 19-9674 0 0,-14-2 7668 0 0,1 0-1 0 0,1-1 1 0 0,1 0 0 0 0,1-1 0 0 0,1-1-1 0 0,1-1 1 0 0,22 21 0 0 0,-8-13-1076 0 0,2-1 1 0 0,0-2-1 0 0,64 35 0 0 0,-76-48-5846 0 0</inkml:trace>
</inkml:ink>
</file>

<file path=ppt/ink/ink2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36.8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 49 10138 0 0,'-2'2'139'0'0,"0"1"0"0"0,1 0 1 0 0,-1 0-1 0 0,1 0 0 0 0,-1 1 0 0 0,1-1 0 0 0,0 0 0 0 0,1 0 1 0 0,-1 1-1 0 0,1-1 0 0 0,-1 0 0 0 0,1 1 0 0 0,0-1 0 0 0,0 1 0 0 0,0-1 1 0 0,1 0-1 0 0,-1 1 0 0 0,1-1 0 0 0,0 0 0 0 0,0 1 0 0 0,0-1 1 0 0,0 0-1 0 0,1 0 0 0 0,-1 0 0 0 0,1 0 0 0 0,-1 0 0 0 0,1 0 0 0 0,0 0 1 0 0,1-1-1 0 0,1 3 0 0 0,1 0 42 0 0,0-1 1 0 0,0 0-1 0 0,0 0 0 0 0,0-1 1 0 0,1 1-1 0 0,-1-1 0 0 0,1 0 0 0 0,0-1 1 0 0,0 1-1 0 0,0-1 0 0 0,0-1 1 0 0,1 1-1 0 0,-1-1 0 0 0,13 1 1 0 0,-12-2-33 0 0,1 0 1 0 0,-1 0 0 0 0,0-1-1 0 0,0 0 1 0 0,1-1 0 0 0,-1 0-1 0 0,0 0 1 0 0,0 0-1 0 0,8-5 1 0 0,-13 6-139 0 0,-1 0 0 0 0,1 0 0 0 0,-1 0 0 0 0,1 0 0 0 0,-1 0 0 0 0,0 0 0 0 0,1 0 0 0 0,-1 0 0 0 0,0-1 0 0 0,0 1 0 0 0,0 0 0 0 0,0-1 0 0 0,0 1 0 0 0,0-1 0 0 0,-1 1 0 0 0,1-1 0 0 0,0 0 0 0 0,0-1 0 0 0,-1 1-14 0 0,0 0 0 0 0,0 0 0 0 0,0 0 0 0 0,-1-1 0 0 0,1 1 0 0 0,-1 0 0 0 0,1 0 0 0 0,-1 0 1 0 0,0 0-1 0 0,1 1 0 0 0,-1-1 0 0 0,0 0 0 0 0,0 0 0 0 0,0 0 0 0 0,-1 1 0 0 0,1-1 0 0 0,0 1 0 0 0,-1-1 1 0 0,-1-1-1 0 0,-8-8-26 0 0,-1 0 0 0 0,0 1 1 0 0,-1 0-1 0 0,0 1 0 0 0,0 1 1 0 0,-1 0-1 0 0,0 1 0 0 0,0 0 1 0 0,-1 1-1 0 0,0 1 0 0 0,0 0 1 0 0,0 1-1 0 0,-24-3 0 0 0,25 7-1579 0 0</inkml:trace>
</inkml:ink>
</file>

<file path=ppt/ink/ink2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37.1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2761 0 0,'1'0'247'0'0,"0"0"1"0"0,0-1-1 0 0,-1 1 1 0 0,1 0 0 0 0,0 0-1 0 0,0-1 1 0 0,0 1-1 0 0,-1 0 1 0 0,1 0-1 0 0,0 0 1 0 0,0 0 0 0 0,0 0-1 0 0,-1 0 1 0 0,1 0-1 0 0,0 0 1 0 0,0 0 0 0 0,0 0-1 0 0,0 1 1 0 0,-1-1-1 0 0,1 0 1 0 0,0 1 0 0 0,0-1-1 0 0,-1 0 1 0 0,1 1-1 0 0,0-1 1 0 0,-1 1 0 0 0,1-1-1 0 0,0 1 1 0 0,0 0-1 0 0,26 23 2828 0 0,-18-16-1952 0 0,63 56 3129 0 0,-4 4-4285 0 0,-49-49-1079 0 0</inkml:trace>
</inkml:ink>
</file>

<file path=ppt/ink/ink2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37.3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18 6913 0 0,'-1'0'31'0'0,"1"0"-1"0"0,0-1 0 0 0,-1 1 1 0 0,1 0-1 0 0,0 0 0 0 0,0-1 0 0 0,-1 1 1 0 0,1-1-1 0 0,0 1 0 0 0,0 0 1 0 0,0-1-1 0 0,-1 1 0 0 0,1 0 0 0 0,0-1 1 0 0,0 1-1 0 0,0-1 0 0 0,0 1 0 0 0,0-1 1 0 0,0 1-1 0 0,0 0 0 0 0,0-1 1 0 0,0 1-1 0 0,0-1 0 0 0,0 1 0 0 0,0 0 1 0 0,0-1-1 0 0,0 1 0 0 0,1-1 0 0 0,-1 1 1 0 0,0 0-1 0 0,0-1 0 0 0,0 1 1 0 0,1-1-1 0 0,-1 1 0 0 0,0 0 0 0 0,0-1 1 0 0,1 1-1 0 0,17-3 1908 0 0,-12 3-1381 0 0,-1 1 0 0 0,1 0 1 0 0,-1 0-1 0 0,1 1 0 0 0,6 2 1 0 0,-7-1-345 0 0,0 0 0 0 0,0 0 0 0 0,-1 1 1 0 0,0 0-1 0 0,0-1 0 0 0,0 1 1 0 0,0 1-1 0 0,0-1 0 0 0,-1 1 1 0 0,0-1-1 0 0,0 1 0 0 0,0 0 0 0 0,-1 0 1 0 0,1 0-1 0 0,-1 0 0 0 0,-1 1 1 0 0,1-1-1 0 0,1 6 0 0 0,-1 1-347 0 0,-1-1-1 0 0,0 1 0 0 0,-1-1 1 0 0,0 1-1 0 0,0-1 0 0 0,-1 1 0 0 0,-5 20 1 0 0,0-11-864 0 0</inkml:trace>
</inkml:ink>
</file>

<file path=ppt/ink/ink2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37.5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10594 0 0,'3'0'142'0'0,"-1"1"-1"0"0,1 0 1 0 0,-1 0-1 0 0,1 0 0 0 0,-1 0 1 0 0,0 1-1 0 0,1-1 1 0 0,-1 1-1 0 0,0-1 1 0 0,0 1-1 0 0,0 0 1 0 0,0-1-1 0 0,0 1 0 0 0,-1 0 1 0 0,1 1-1 0 0,0-1 1 0 0,-1 0-1 0 0,0 0 1 0 0,1 1-1 0 0,0 2 1 0 0,4 7 605 0 0,0 0 0 0 0,6 22 0 0 0,-4-11-216 0 0,22 80-5282 0 0,-30-99 4766 0 0,0-4 58 0 0</inkml:trace>
</inkml:ink>
</file>

<file path=ppt/ink/ink2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37.6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72 46 4145 0 0,'-19'-18'554'0'0,"11"13"838"0"0,0 0-1 0 0,-1 0 0 0 0,1 1 0 0 0,-11-4 1 0 0,67 37-3094 0 0,-34-23 1702 0 0</inkml:trace>
</inkml:ink>
</file>

<file path=ppt/ink/ink2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38.0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1 221 5065 0 0,'3'-6'611'0'0,"1"-1"-1"0"0,0 1 1 0 0,0 0-1 0 0,1 0 1 0 0,-1 1 0 0 0,1 0-1 0 0,1-1 1 0 0,6-4-1 0 0,-11 9-439 0 0,0 0-1 0 0,0 0 0 0 0,1 0 1 0 0,-1 0-1 0 0,0 0 1 0 0,1 0-1 0 0,-1 1 0 0 0,1-1 1 0 0,-1 0-1 0 0,1 1 1 0 0,-1-1-1 0 0,1 1 0 0 0,0 0 1 0 0,-1 0-1 0 0,1-1 1 0 0,0 1-1 0 0,-1 0 0 0 0,1 0 1 0 0,-1 0-1 0 0,1 1 1 0 0,0-1-1 0 0,-1 0 0 0 0,1 1 1 0 0,-1-1-1 0 0,1 1 1 0 0,-1-1-1 0 0,1 1 0 0 0,-1 0 1 0 0,1-1-1 0 0,-1 1 0 0 0,1 0 1 0 0,-1 0-1 0 0,0 0 1 0 0,0 0-1 0 0,1 0 0 0 0,-1 1 1 0 0,0-1-1 0 0,0 0 1 0 0,0 0-1 0 0,1 3 0 0 0,19 32 1681 0 0,-13-21-1455 0 0,1 0-1 0 0,11 16 1 0 0,-17-28-373 0 0,0 0 0 0 0,-1 0 0 0 0,1 0 0 0 0,0 0 0 0 0,1 0 0 0 0,-1-1 0 0 0,0 1 0 0 0,1-1 0 0 0,-1 0 0 0 0,1 0 0 0 0,0 0 0 0 0,-1-1-1 0 0,1 1 1 0 0,5 0 0 0 0,-9-2-28 0 0,1 0 0 0 0,-1 0 0 0 0,1 0 0 0 0,0 0 0 0 0,-1-1-1 0 0,1 1 1 0 0,-1 0 0 0 0,1 0 0 0 0,-1-1 0 0 0,1 1 0 0 0,-1 0-1 0 0,1-1 1 0 0,-1 1 0 0 0,1 0 0 0 0,-1-1 0 0 0,1 1-1 0 0,-1-1 1 0 0,1 1 0 0 0,-1-1 0 0 0,0 1 0 0 0,1-1 0 0 0,-1 1-1 0 0,0-1 1 0 0,0 1 0 0 0,1-1 0 0 0,-1 0 0 0 0,0 1 0 0 0,0-1-1 0 0,0 1 1 0 0,0-1 0 0 0,1 0 0 0 0,-1 1 0 0 0,0-2-1 0 0,3-26-35 0 0,-3 23-47 0 0,3-27-40 0 0,10-76-1017 0 0,-11 96 1030 0 0,0 1 1 0 0,2 0-1 0 0,-1-1 1 0 0,1 1-1 0 0,1 1 1 0 0,12-22-1 0 0,-17 31 120 0 0,0 0 0 0 0,1 0 0 0 0,0 0 0 0 0,-1 0-1 0 0,1 0 1 0 0,0 0 0 0 0,-1 0 0 0 0,1 0 0 0 0,0 0 0 0 0,0 0 0 0 0,0 1 0 0 0,0-1 0 0 0,0 0 0 0 0,0 0 0 0 0,0 1-1 0 0,0-1 1 0 0,0 1 0 0 0,0-1 0 0 0,0 1 0 0 0,1-1 0 0 0,-1 1 0 0 0,0 0 0 0 0,0-1 0 0 0,0 1 0 0 0,1 0 0 0 0,-1 0-1 0 0,0 0 1 0 0,0 0 0 0 0,0 0 0 0 0,1 0 0 0 0,-1 0 0 0 0,0 1 0 0 0,0-1 0 0 0,0 0 0 0 0,1 1 0 0 0,0 0-1 0 0,3 2 15 0 0,0 1 0 0 0,-1-1 0 0 0,1 1 0 0 0,-1 0 0 0 0,0 1 0 0 0,5 7 0 0 0,13 12-252 0 0,-4-8-2627 0 0</inkml:trace>
</inkml:ink>
</file>

<file path=ppt/ink/ink2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38.4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108 22 3225 0 0,'-1'-2'110'0'0,"-1"0"0"0"0,1 1 0 0 0,0-1 0 0 0,-1 1 0 0 0,1-1 0 0 0,-1 1 1 0 0,1 0-1 0 0,-1-1 0 0 0,0 1 0 0 0,0 0 0 0 0,0 0 0 0 0,1 0 0 0 0,-1 0 0 0 0,0 1 1 0 0,0-1-1 0 0,0 0 0 0 0,0 1 0 0 0,-3-1 0 0 0,3 2 74 0 0,0-1-1 0 0,0 1 1 0 0,0 0-1 0 0,0-1 1 0 0,0 1-1 0 0,0 0 1 0 0,1 0-1 0 0,-1 0 1 0 0,0 0-1 0 0,1 1 1 0 0,-1-1-1 0 0,1 0 1 0 0,-1 1 0 0 0,1-1-1 0 0,0 1 1 0 0,0-1-1 0 0,-1 1 1 0 0,1 0-1 0 0,0-1 1 0 0,-1 4-1 0 0,-4 7 320 0 0,0 0 1 0 0,1 0-1 0 0,1 1 0 0 0,0-1 0 0 0,0 1 0 0 0,1 0 0 0 0,-2 26 1 0 0,5-34-472 0 0,-1 1 0 0 0,1 0 1 0 0,0 0-1 0 0,0-1 0 0 0,0 1 0 0 0,1 0 1 0 0,0 0-1 0 0,0-1 0 0 0,0 1 1 0 0,1 0-1 0 0,0-1 0 0 0,0 0 1 0 0,0 1-1 0 0,1-1 0 0 0,0 0 0 0 0,0 0 1 0 0,0 0-1 0 0,1-1 0 0 0,-1 1 1 0 0,7 5-1 0 0,-9-9-87 0 0,1 0 0 0 0,0 1 0 0 0,1-1 0 0 0,-1 0 0 0 0,0 0 0 0 0,0 0 0 0 0,0-1 0 0 0,1 1 0 0 0,-1 0 1 0 0,0-1-1 0 0,0 0 0 0 0,1 1 0 0 0,-1-1 0 0 0,1 0 0 0 0,-1 0 0 0 0,0 0 0 0 0,1-1 0 0 0,-1 1 0 0 0,0 0 0 0 0,1-1 0 0 0,-1 0 0 0 0,0 1 0 0 0,0-1 0 0 0,0 0 0 0 0,1 0 0 0 0,-1 0 0 0 0,0-1 1 0 0,0 1-1 0 0,-1 0 0 0 0,1-1 0 0 0,0 1 0 0 0,0-1 0 0 0,1-2 0 0 0,8-6 25 0 0,-1-2 1 0 0,-1 1-1 0 0,0-1 0 0 0,8-15 1 0 0,-8 13 201 0 0,-3 5-109 0 0,1-2 159 0 0,0 0 0 0 0,1 0 0 0 0,0 1 0 0 0,1 0 0 0 0,13-11 0 0 0,-20 19-138 0 0,0 0 0 0 0,0 1 1 0 0,0 0-1 0 0,0-1 0 0 0,1 1 0 0 0,-1 0 0 0 0,0 0 1 0 0,1 0-1 0 0,-1 0 0 0 0,0 1 0 0 0,1-1 0 0 0,-1 1 0 0 0,1-1 1 0 0,-1 1-1 0 0,1 0 0 0 0,-1 0 0 0 0,1 0 0 0 0,-1 0 1 0 0,1 0-1 0 0,-1 1 0 0 0,1-1 0 0 0,-1 1 0 0 0,1 0 1 0 0,-1 0-1 0 0,0 0 0 0 0,1 0 0 0 0,-1 0 0 0 0,0 0 1 0 0,0 0-1 0 0,0 1 0 0 0,0-1 0 0 0,0 1 0 0 0,0 0 1 0 0,3 2-1 0 0,3 5 101 0 0,-1-1 0 0 0,0 1 0 0 0,0 0 1 0 0,-1 1-1 0 0,0-1 0 0 0,-1 1 0 0 0,0 0 0 0 0,0 1 1 0 0,-1-1-1 0 0,-1 1 0 0 0,0 0 0 0 0,0 0 0 0 0,-1 0 1 0 0,0 0-1 0 0,-1 0 0 0 0,0 1 0 0 0,-1-1 0 0 0,0 0 0 0 0,-1 0 1 0 0,-4 21-1 0 0,0-8 122 0 0,-1 1 0 0 0,-1-2-1 0 0,0 1 1 0 0,-2-1 0 0 0,-1-1 0 0 0,-1 0 0 0 0,-1 0 0 0 0,-22 30 0 0 0,31-47-305 0 0,0-1 0 0 0,0 0 0 0 0,0 0 0 0 0,-1-1 0 0 0,1 1 1 0 0,-1-1-1 0 0,0 0 0 0 0,0 1 0 0 0,0-2 0 0 0,-7 5 1 0 0,3-5-158 0 0</inkml:trace>
</inkml:ink>
</file>

<file path=ppt/ink/ink2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38.5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0 2304 0 0,'-4'11'201'0'0,"4"-5"-201"0"0,1-1 0 0 0,-1-2 0 0 0</inkml:trace>
</inkml:ink>
</file>

<file path=ppt/ink/ink2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42.9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56 7370 0 0,'2'-2'143'0'0,"1"1"1"0"0,-1-1 0 0 0,1 1 0 0 0,0-1 0 0 0,0 1 0 0 0,-1 0 0 0 0,1 0-1 0 0,0 1 1 0 0,0-1 0 0 0,0 1 0 0 0,6-1 0 0 0,37-1 1532 0 0,-40 2-1306 0 0,23 0 680 0 0,0-1-1 0 0,30-5 0 0 0,-46 4-1264 0 0,0-2 1 0 0,0 1-1 0 0,0-2 1 0 0,12-5-1 0 0,-6 1-4520 0 0</inkml:trace>
</inkml:ink>
</file>

<file path=ppt/ink/ink2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43.7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76 21 2304 0 0,'0'-1'260'0'0,"0"0"-1"0"0,-1 0 0 0 0,1 0 0 0 0,-1 0 0 0 0,1-1 0 0 0,-1 1 0 0 0,1 0 0 0 0,-1 0 1 0 0,0 0-1 0 0,0 0 0 0 0,1 1 0 0 0,-1-1 0 0 0,0 0 0 0 0,0 0 0 0 0,0 0 0 0 0,0 1 0 0 0,0-1 1 0 0,0 0-1 0 0,0 1 0 0 0,0-1 0 0 0,0 1 0 0 0,0-1 0 0 0,-2 0 0 0 0,1 2-60 0 0,1 0-1 0 0,0 0 1 0 0,-1 0 0 0 0,1 0-1 0 0,0 0 1 0 0,0 0-1 0 0,0 0 1 0 0,0 0-1 0 0,0 0 1 0 0,0 0 0 0 0,0 1-1 0 0,0-1 1 0 0,0 0-1 0 0,1 1 1 0 0,-1-1-1 0 0,0 1 1 0 0,1-1 0 0 0,-1 1-1 0 0,0 2 1 0 0,-6 22 177 0 0,1 0 1 0 0,1 1-1 0 0,2-1 1 0 0,-2 36 0 0 0,1-7-212 0 0,4-49-197 0 0,-3 10-205 0 0,2 0 0 0 0,0 0 1 0 0,1 1-1 0 0,1-1 0 0 0,0 0 0 0 0,4 17 0 0 0,0-18-4422 0 0</inkml:trace>
</inkml:ink>
</file>

<file path=ppt/ink/ink2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44.0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7370 0 0,'7'3'740'0'0,"0"0"0"0"0,0 0 0 0 0,0 0 0 0 0,0-1 0 0 0,0 0 0 0 0,1-1 0 0 0,-1 1 0 0 0,9-1 0 0 0,-15-1-623 0 0,12 2 215 0 0,-1-2-1 0 0,1 0 1 0 0,-1 0-1 0 0,20-3 1 0 0,21-10-3482 0 0,-38 8-1551 0 0</inkml:trace>
</inkml:ink>
</file>

<file path=ppt/ink/ink2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44.2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11 5529 0 0,'-7'-10'4150'0'0,"6"21"-42"0"0,0 12-3628 0 0,-4 27 661 0 0,-5 79 439 0 0,10-114-2235 0 0,1 0 1 0 0,0 0-1 0 0,6 22 1 0 0,-2-22-4602 0 0</inkml:trace>
</inkml:ink>
</file>

<file path=ppt/ink/ink2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44.5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52 6913 0 0,'133'-38'3496'0'0,"-111"34"-2428"0"0,37-3 1 0 0,-2 8-2663 0 0,-41-1 1562 0 0,-9-4-22 0 0</inkml:trace>
</inkml:ink>
</file>

<file path=ppt/ink/ink2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44.7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44 1 2761 0 0,'-2'0'320'0'0,"0"1"0"0"0,0-1 0 0 0,0 1 0 0 0,0-1 0 0 0,0 1 0 0 0,0 0 0 0 0,0 0 0 0 0,1 0 0 0 0,-1 0 0 0 0,0 0 0 0 0,1 0 0 0 0,-1 0 0 0 0,1 1 1 0 0,-1-1-1 0 0,1 1 0 0 0,-1-1 0 0 0,1 1 0 0 0,0-1 0 0 0,0 1 0 0 0,0 0 0 0 0,0 0 0 0 0,0-1 0 0 0,0 1 0 0 0,0 0 0 0 0,1 0 0 0 0,-1 0 0 0 0,0 2 1 0 0,0 6 889 0 0,-1 0 1 0 0,2 0-1 0 0,0 0 1 0 0,1 15 0 0 0,0 6-826 0 0,-1-30-363 0 0,1 114 1708 0 0,0-98-2647 0 0,1-1 0 0 0,8 26 0 0 0,-5-26-90 0 0</inkml:trace>
</inkml:ink>
</file>

<file path=ppt/ink/ink2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48.1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722 68 3225 0 0,'-5'-2'16'0'0,"-21"-12"563"0"0,0 2 1 0 0,-1 0-1 0 0,-32-8 1 0 0,48 18-343 0 0,1 0 0 0 0,0 1 0 0 0,-1 0 0 0 0,1 0 0 0 0,-1 1 0 0 0,0 0 0 0 0,1 1 0 0 0,-1 0 0 0 0,1 1 0 0 0,0 0 0 0 0,-1 1 0 0 0,-12 5 1 0 0,-15 9 120 0 0,0 2 1 0 0,2 1 0 0 0,0 2 0 0 0,1 2 0 0 0,-31 28 0 0 0,51-40-214 0 0,1 2 0 0 0,0 0 0 0 0,1 1 0 0 0,1 0 0 0 0,0 1 0 0 0,1 0 0 0 0,1 0 0 0 0,1 2 0 0 0,0-1 0 0 0,-10 29 0 0 0,9-14-40 0 0,1 0 0 0 0,2 1 0 0 0,1-1 0 0 0,1 1 0 0 0,0 46 0 0 0,4-31-105 0 0,2 0 0 0 0,9 59 0 0 0,-7-87 0 0 0,2-1 0 0 0,0 1 0 0 0,1 0 0 0 0,0-1 0 0 0,2-1 0 0 0,1 1 0 0 0,20 33 0 0 0,-8-21-26 0 0,1 0 0 0 0,2-2 0 0 0,1 0 1 0 0,1-2-1 0 0,1-1 0 0 0,1-1 0 0 0,2-1 1 0 0,0-2-1 0 0,2-1 0 0 0,0-1 0 0 0,58 25 0 0 0,-28-19-259 0 0,126 35 1 0 0,-151-52 303 0 0,1-2 0 0 0,0-2 0 0 0,1-1 0 0 0,70-2 0 0 0,-90-4-81 0 0,0-1 0 0 0,0-1 0 0 0,0-1 0 0 0,-1-1 0 0 0,1 0 0 0 0,-1-2-1 0 0,-1 0 1 0 0,0 0 0 0 0,0-2 0 0 0,-1 0 0 0 0,21-17 0 0 0,-2-2 222 0 0,-2-1 1 0 0,-1-1-1 0 0,50-63 0 0 0,-65 72 204 0 0,-1 0 0 0 0,-1-1 0 0 0,-1-1 1 0 0,-2 0-1 0 0,14-34 0 0 0,-20 40-68 0 0,0 0 0 0 0,-2-1 0 0 0,0 1 0 0 0,-1-1 0 0 0,-1 0 0 0 0,-1 0 0 0 0,0 0 0 0 0,-4-28 0 0 0,-1 8 239 0 0,-3 1 0 0 0,-1 0 0 0 0,-2 0 0 0 0,-1 1 0 0 0,-28-62 0 0 0,29 78-328 0 0,-1 0-1 0 0,0 1 1 0 0,-2 1-1 0 0,0 0 0 0 0,-1 0 1 0 0,-1 2-1 0 0,0-1 1 0 0,-2 2-1 0 0,0 0 0 0 0,-37-26 1 0 0,38 34-133 0 0,-1 0-1 0 0,1 1 1 0 0,-1 1 0 0 0,0 0 0 0 0,-1 1 0 0 0,1 1 0 0 0,-1 1-1 0 0,0 0 1 0 0,0 1 0 0 0,-36 2 0 0 0,-66 9-1512 0 0,7 11-5087 0 0,75-12-71 0 0</inkml:trace>
</inkml:ink>
</file>

<file path=ppt/ink/ink2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49.3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790 302 8290 0 0,'-31'-8'780'0'0,"0"2"1"0"0,-1 1-1 0 0,1 1 1 0 0,-1 2-1 0 0,0 1 1 0 0,0 2-1 0 0,1 1 0 0 0,-39 7 1 0 0,44-5-342 0 0,0 1 0 0 0,0 2 0 0 0,0 0 0 0 0,1 2 0 0 0,0 1 0 0 0,1 0 0 0 0,-45 28 0 0 0,52-27-337 0 0,2 1 0 0 0,0 0 0 0 0,0 2 1 0 0,1-1-1 0 0,1 1 0 0 0,0 1 0 0 0,1 1 0 0 0,0 0 1 0 0,2 0-1 0 0,0 1 0 0 0,-12 28 0 0 0,11-19-111 0 0,2 1 0 0 0,0 0 0 0 0,2 0 1 0 0,1 1-1 0 0,2 0 0 0 0,0 0 0 0 0,2 1 0 0 0,1-1 0 0 0,2 0 0 0 0,3 29 0 0 0,-1-35 19 0 0,0-1 1 0 0,2 1-1 0 0,1-1 0 0 0,0 0 1 0 0,2-1-1 0 0,0 1 0 0 0,2-1 1 0 0,0-1-1 0 0,1 0 1 0 0,0 0-1 0 0,2-1 0 0 0,0-1 1 0 0,23 23-1 0 0,-3-10-46 0 0,1-1 0 0 0,2-2 1 0 0,0-2-1 0 0,2-1 0 0 0,1-2 1 0 0,56 24-1 0 0,-37-23-104 0 0,1-2 0 0 0,1-3 0 0 0,0-3 0 0 0,63 8 0 0 0,-83-18-24 0 0,-1-1 0 0 0,1-3 0 0 0,0-1 0 0 0,-1-1 0 0 0,1-3 0 0 0,67-14-1 0 0,-75 9 308 0 0,-1 0 1 0 0,0-2-1 0 0,-1-2 0 0 0,-1 0 0 0 0,0-2 0 0 0,0-2 0 0 0,-2 0 0 0 0,43-36 0 0 0,-46 33 95 0 0,-2-1 1 0 0,-1-1-1 0 0,0-1 0 0 0,-2-1 0 0 0,-1 0 1 0 0,0-2-1 0 0,-2 0 0 0 0,-1-1 1 0 0,-1 0-1 0 0,-2-1 0 0 0,17-54 0 0 0,-12 22-90 0 0,-2-2 0 0 0,11-100-1 0 0,-23 135-74 0 0,-2-1 0 0 0,0 0-1 0 0,-2 0 1 0 0,-2 1 0 0 0,0-1 0 0 0,-2 1-1 0 0,0 0 1 0 0,-15-38 0 0 0,10 41-8 0 0,-2 1 0 0 0,0 1 1 0 0,-2 0-1 0 0,0 1 0 0 0,-2 0 0 0 0,0 1 0 0 0,-1 1 0 0 0,-1 0 1 0 0,-1 2-1 0 0,-24-18 0 0 0,9 9-150 0 0,-2 2-1 0 0,0 2 1 0 0,-2 1-1 0 0,0 2 1 0 0,-55-19-1 0 0,38 21-1718 0 0,-2 1-5990 0 0</inkml:trace>
</inkml:ink>
</file>

<file path=ppt/ink/ink2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50.0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0 7370 0 0,'-2'4'326'0'0,"1"0"0"0"0,-1-1 0 0 0,1 1 1 0 0,0 0-1 0 0,0 0 0 0 0,0 0 1 0 0,1 0-1 0 0,-1 7 0 0 0,0-6 50 0 0,0 2-228 0 0,0-1 0 0 0,1 0-1 0 0,0 1 1 0 0,0-1 0 0 0,0 1-1 0 0,1-1 1 0 0,-1 1 0 0 0,2-1 0 0 0,-1 1-1 0 0,1-1 1 0 0,0 0 0 0 0,0 0-1 0 0,1 0 1 0 0,-1 0 0 0 0,1 0-1 0 0,1-1 1 0 0,-1 1 0 0 0,6 5-1 0 0,-3-5-115 0 0,0 0 0 0 0,0 0 0 0 0,1-1 0 0 0,0 0-1 0 0,0 0 1 0 0,0-1 0 0 0,1 1 0 0 0,0-2 0 0 0,-1 1-1 0 0,1-1 1 0 0,0 0 0 0 0,1-1 0 0 0,11 2 0 0 0,47 3-145 0 0,-52-6 197 0 0,-1 0 0 0 0,1 1 0 0 0,-1 0 1 0 0,1 1-1 0 0,18 7 0 0 0,-33-10-29 0 0,1 0 0 0 0,0 0 0 0 0,-1 0 1 0 0,1 1-1 0 0,0-1 0 0 0,-1 1 0 0 0,1-1 0 0 0,-1 0 1 0 0,1 1-1 0 0,0-1 0 0 0,-1 1 0 0 0,1-1 0 0 0,-1 1 1 0 0,0-1-1 0 0,1 1 0 0 0,-1-1 0 0 0,1 1 0 0 0,-1 0 1 0 0,0-1-1 0 0,1 1 0 0 0,-1 0 0 0 0,0-1 0 0 0,0 1 1 0 0,0 0-1 0 0,1-1 0 0 0,-1 1 0 0 0,0 0 0 0 0,0 0 1 0 0,0-1-1 0 0,0 1 0 0 0,0 1 0 0 0,-1 0 75 0 0,0 1 0 0 0,0-1 0 0 0,0 1-1 0 0,0-1 1 0 0,0 0 0 0 0,0 1 0 0 0,-1-1-1 0 0,1 0 1 0 0,-3 3 0 0 0,-43 39 1521 0 0,45-42-1552 0 0,-7 4-71 0 0,0 0-1 0 0,0 0 0 0 0,-1-1 1 0 0,0 0-1 0 0,0-1 1 0 0,0 0-1 0 0,-1 0 1 0 0,1-1-1 0 0,-1-1 1 0 0,0 0-1 0 0,1 0 0 0 0,-1-1 1 0 0,0 0-1 0 0,0-1 1 0 0,0 0-1 0 0,0-1 1 0 0,0 0-1 0 0,0-1 1 0 0,0 0-1 0 0,1-1 1 0 0,-1 0-1 0 0,1-1 0 0 0,-17-8 1 0 0,19 7-1844 0 0</inkml:trace>
</inkml:ink>
</file>

<file path=ppt/ink/ink2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51.0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 7370 0 0,'5'0'3227'0'0,"-4"-1"-2992"0"0,1 1 0 0 0,-1 0 0 0 0,1-1 1 0 0,-1 1-1 0 0,1 0 0 0 0,-1 0 0 0 0,0 0 0 0 0,1 0 1 0 0,-1 1-1 0 0,1-1 0 0 0,-1 0 0 0 0,1 1 0 0 0,-1-1 1 0 0,0 0-1 0 0,1 1 0 0 0,-1 0 0 0 0,0-1 1 0 0,1 1-1 0 0,-1 0 0 0 0,0 0 0 0 0,2 1 0 0 0,8 11 407 0 0,-1 0 0 0 0,-1 1 0 0 0,0 0 0 0 0,-1 0 0 0 0,-1 1 0 0 0,0 0 0 0 0,-1 0-1 0 0,6 21 1 0 0,-7-18-685 0 0,2 0 0 0 0,0-1-1 0 0,1 0 1 0 0,0 0-1 0 0,1-1 1 0 0,14 18 0 0 0,-10-19-1639 0 0</inkml:trace>
</inkml:ink>
</file>

<file path=ppt/ink/ink2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51.3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91 5985 0 0,'0'-1'30'0'0,"0"0"1"0"0,0 1-1 0 0,0-1 0 0 0,0 0 0 0 0,0 1 0 0 0,1-1 1 0 0,-1 0-1 0 0,0 1 0 0 0,0-1 0 0 0,1 1 0 0 0,-1-1 1 0 0,0 0-1 0 0,0 1 0 0 0,1-1 0 0 0,-1 1 0 0 0,1-1 1 0 0,-1 1-1 0 0,0-1 0 0 0,1 1 0 0 0,-1-1 0 0 0,1 1 0 0 0,-1-1 1 0 0,2 1-1 0 0,16-17 454 0 0,-13 13-111 0 0,1-2 61 0 0,0 1 0 0 0,0-1-1 0 0,1 1 1 0 0,0 1 0 0 0,0-1 0 0 0,0 1 0 0 0,0 1 0 0 0,1-1 0 0 0,-1 1-1 0 0,1 1 1 0 0,0-1 0 0 0,14-1 0 0 0,-17 3-176 0 0,1 1 0 0 0,-1 0 0 0 0,0 0 0 0 0,1 1 0 0 0,-1-1 0 0 0,0 1 0 0 0,1 1 1 0 0,-1-1-1 0 0,0 1 0 0 0,0-1 0 0 0,0 2 0 0 0,0-1 0 0 0,0 0 0 0 0,-1 1 0 0 0,1 0 0 0 0,-1 0 0 0 0,1 1 0 0 0,-1-1 0 0 0,0 1 1 0 0,5 5-1 0 0,-3-1-109 0 0,0-1 0 0 0,0 1 0 0 0,0 0 0 0 0,-1 0 0 0 0,0 1 0 0 0,-1-1 0 0 0,0 1 0 0 0,0 0 0 0 0,-1 0 0 0 0,0 1 0 0 0,-1-1 1 0 0,0 1-1 0 0,0-1 0 0 0,-1 1 0 0 0,-1 0 0 0 0,0 12 0 0 0,-1-9-80 0 0,0 0 1 0 0,-2 0-1 0 0,1 0 1 0 0,-2 0-1 0 0,0 0 0 0 0,0 0 1 0 0,-1-1-1 0 0,-1 0 1 0 0,0 0-1 0 0,-1 0 1 0 0,-9 13-1 0 0,14-23-177 0 0,-66 86-323 0 0,35-55-5845 0 0,18-20-261 0 0</inkml:trace>
</inkml:ink>
</file>

<file path=ppt/ink/ink2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8:56.9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37 7834 0 0,'-3'-3'541'0'0,"0"0"0"0"0,0 0-1 0 0,1 0 1 0 0,0 0 0 0 0,-1 0 0 0 0,1-1 0 0 0,0 1 0 0 0,1-1 0 0 0,-3-4 0 0 0,33 47 3637 0 0,101 165-1937 0 0,-8-10-2683 0 0,-120-189 238 0 0,1-1 1 0 0,1 0-1 0 0,-1 1 1 0 0,1-2-1 0 0,-1 1 0 0 0,1 0 1 0 0,0-1-1 0 0,0 1 0 0 0,1-1 1 0 0,-1 0-1 0 0,1-1 1 0 0,7 4-1 0 0,-1 2-3949 0 0,-1 4-1209 0 0</inkml:trace>
</inkml:ink>
</file>

<file path=ppt/ink/ink2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37.2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173 69 8290 0 0,'-9'-4'742'0'0,"0"-1"0"0"0,1 0-1 0 0,0 0 1 0 0,-13-12 0 0 0,-26-15 4404 0 0,46 32-5072 0 0,1 0-1 0 0,0 0 1 0 0,-1 0 0 0 0,1 1 0 0 0,-1-1-1 0 0,1 0 1 0 0,0 0 0 0 0,-1 0-1 0 0,1 1 1 0 0,0-1 0 0 0,-1 0-1 0 0,1 1 1 0 0,0-1 0 0 0,-1 0 0 0 0,1 1-1 0 0,0-1 1 0 0,0 0 0 0 0,-1 1-1 0 0,1-1 1 0 0,0 1 0 0 0,0-1-1 0 0,0 0 1 0 0,0 1 0 0 0,0-1 0 0 0,-1 1-1 0 0,1-1 1 0 0,0 1 0 0 0,0-1-1 0 0,0 0 1 0 0,0 1 0 0 0,0 0-1 0 0,-4 22 381 0 0,3-17-188 0 0,-5 34 169 0 0,2 0-1 0 0,1 64 1 0 0,2-29-157 0 0,-19 360 369 0 0,-3 73-516 0 0,49 747 528 0 0,-8-1011-427 0 0,4 117 80 0 0,-25-321-296 0 0,2-28-105 0 0,0-1 0 0 0,1 1 0 0 0,0-1 0 0 0,2 16 0 0 0,-2-27 65 0 0,0 0-1 0 0,0 0 1 0 0,0 0-1 0 0,0 0 1 0 0,1 0-1 0 0,-1 1 1 0 0,0-1-1 0 0,0 0 1 0 0,0 0-1 0 0,0 0 1 0 0,0 0 0 0 0,0 0-1 0 0,1 0 1 0 0,-1 1-1 0 0,0-1 1 0 0,0 0-1 0 0,0 0 1 0 0,0 0-1 0 0,0 0 1 0 0,1 0 0 0 0,-1 0-1 0 0,0 0 1 0 0,0 0-1 0 0,0 0 1 0 0,0 0-1 0 0,1 0 1 0 0,-1 0-1 0 0,0 0 1 0 0,0 0-1 0 0,0 0 1 0 0,0 0 0 0 0,1 0-1 0 0,-1 0 1 0 0,0 0-1 0 0,0 0 1 0 0,0 0-1 0 0,0 0 1 0 0,0 0-1 0 0,1 0 1 0 0,-1 0 0 0 0,0-1-1 0 0,0 1 1 0 0,0 0-1 0 0,0 0 1 0 0,0 0-1 0 0,1 0 1 0 0,-1 0-1 0 0,0 0 1 0 0,0-1-1 0 0,0 1 1 0 0,0 0 0 0 0,0 0-1 0 0,0 0 1 0 0,0 0-1 0 0,0 0 1 0 0,0-1-1 0 0,0 1 1 0 0,0 0-1 0 0,1 0 1 0 0,-1-1 0 0 0,7-9-2458 0 0</inkml:trace>
</inkml:ink>
</file>

<file path=ppt/ink/ink2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37.7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76 138 7370 0 0,'-8'6'183'0'0,"-35"32"723"0"0,40-36-649 0 0,1 1 1 0 0,-1 0-1 0 0,1 0 1 0 0,0 0-1 0 0,0 1 1 0 0,0-1-1 0 0,1 0 1 0 0,-1 1-1 0 0,1-1 1 0 0,0 1-1 0 0,-1 0 1 0 0,0 7 0 0 0,2-11-175 0 0,0 1 0 0 0,0-1 0 0 0,0 1 0 0 0,0-1 0 0 0,0 0 0 0 0,0 1 0 0 0,0-1 0 0 0,1 1 0 0 0,-1-1 0 0 0,0 1 0 0 0,0-1 0 0 0,0 1 0 0 0,0-1 0 0 0,1 1 0 0 0,-1-1 0 0 0,0 0 0 0 0,0 1 0 0 0,1-1 0 0 0,-1 1 0 0 0,0-1 0 0 0,1 0 0 0 0,-1 1 0 0 0,1-1 0 0 0,-1 0 0 0 0,0 0 1 0 0,1 1-1 0 0,-1-1 0 0 0,1 0 0 0 0,0 1 0 0 0,19 1 1187 0 0,25-9-349 0 0,-37 5-640 0 0,156-27 1272 0 0,124-27-18 0 0,93-6-812 0 0,6 32-377 0 0,-118 10 12 0 0,1011-19 938 0 0,-697 60-979 0 0,-370-11-258 0 0,-105-12-33 0 0,-30-1-193 0 0,-73 3-519 0 0,-2 1-207 0 0</inkml:trace>
</inkml:ink>
</file>

<file path=ppt/ink/ink2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38.4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148 211 3249 0 0,'-7'-18'4'0'0,"0"1"0"0"0,-5-24 0 0 0,-9-22 129 0 0,20 58 122 0 0,-1 1 0 0 0,0-1 0 0 0,-1 1 0 0 0,1-1 0 0 0,-1 1-1 0 0,0 0 1 0 0,0 0 0 0 0,0 0 0 0 0,0 1 0 0 0,-1-1 0 0 0,0 1 0 0 0,0 0 0 0 0,-7-5 0 0 0,7 6 659 0 0,-1 0 0 0 0,1 0-1 0 0,0 1 1 0 0,-1-1 0 0 0,0 1 0 0 0,1 0 0 0 0,-1 1 0 0 0,1-1 0 0 0,-8 1 968 0 0,45 15 1152 0 0,-12-2-2837 0 0,0 1 0 0 0,-1 0 0 0 0,-1 2 0 0 0,0 0 1 0 0,-1 1-1 0 0,-1 1 0 0 0,-1 0 0 0 0,0 1 0 0 0,-2 1 0 0 0,0 1 0 0 0,18 35 0 0 0,-29-50-185 0 0,-1 1 1 0 0,1-1 0 0 0,-1 0-1 0 0,-1 1 1 0 0,1-1 0 0 0,-1 1-1 0 0,0-1 1 0 0,0 1 0 0 0,-1 0-1 0 0,0-1 1 0 0,0 1 0 0 0,-1 0 0 0 0,0-1-1 0 0,0 1 1 0 0,0 0 0 0 0,-1-1-1 0 0,-2 7 1 0 0,-2 0 19 0 0,-1 0 1 0 0,0-1-1 0 0,-1 1 1 0 0,0-2-1 0 0,-1 1 1 0 0,0-1-1 0 0,-11 10 1 0 0,10-11-308 0 0,-1 0-1 0 0,0 0 1 0 0,-1-1 0 0 0,0-1-1 0 0,0 0 1 0 0,-24 11 0 0 0</inkml:trace>
</inkml:ink>
</file>

<file path=ppt/ink/ink2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2.2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210 39 2761 0 0,'-15'15'2726'0'0,"-6"9"-1121"0"0,-25 26 2212 0 0,-81 71 0 0 0,153-170-5075 0 0,-3 2 924 0 0,-12 23 969 0 0,1 1 1 0 0,1 0 0 0 0,23-30 0 0 0,-35 51-428 0 0,1 0 1 0 0,0-1 0 0 0,0 1-1 0 0,0 0 1 0 0,0 0-1 0 0,0 0 1 0 0,0 0 0 0 0,1 1-1 0 0,-1-1 1 0 0,0 1 0 0 0,1-1-1 0 0,0 1 1 0 0,-1 0-1 0 0,1 0 1 0 0,0 0 0 0 0,-1 0-1 0 0,6 0 1 0 0,-5 1-81 0 0,0 1-1 0 0,0-1 1 0 0,0 1 0 0 0,-1 0 0 0 0,1 0-1 0 0,0 0 1 0 0,0 0 0 0 0,-1 0 0 0 0,1 1-1 0 0,-1-1 1 0 0,0 1 0 0 0,1 0 0 0 0,-1 0-1 0 0,0-1 1 0 0,0 1 0 0 0,0 1 0 0 0,2 1-1 0 0,12 11-59 0 0,1-1-1 0 0,0 0 0 0 0,1-2 1 0 0,1 0-1 0 0,0-1 0 0 0,28 12 1 0 0,-17-8-428 0 0,4 3-230 0 0</inkml:trace>
</inkml:ink>
</file>

<file path=ppt/ink/ink2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3.0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8 11522 0 0,'-13'-7'6273'0'0,"9"15"-3536"0"0,8 25-2086 0 0,-4-29-527 0 0,52 406 1306 0 0,-49-318-1462 0 0,2 41 129 0 0,-3-113-772 0 0,1 0 0 0 0,0 0 1 0 0,2 0-1 0 0,9 26 0 0 0,-7-32-608 0 0,0-3-170 0 0</inkml:trace>
</inkml:ink>
</file>

<file path=ppt/ink/ink2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3.30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2 145 7834 0 0,'0'0'48'0'0,"-1"-1"-1"0"0,1 0 1 0 0,0 0 0 0 0,0 1 0 0 0,0-1 0 0 0,-1 0 0 0 0,1 0-1 0 0,0 0 1 0 0,0 1 0 0 0,0-1 0 0 0,0 0 0 0 0,0 0 0 0 0,0 0-1 0 0,0 1 1 0 0,1-1 0 0 0,-1 0 0 0 0,0 0 0 0 0,0 0 0 0 0,1 1-1 0 0,-1-1 1 0 0,0 0 0 0 0,1 0 0 0 0,-1 1 0 0 0,1-1 0 0 0,-1 0-1 0 0,1 1 1 0 0,-1-1 0 0 0,1 1 0 0 0,-1-1 0 0 0,1 1 0 0 0,0-1-1 0 0,-1 1 1 0 0,1-1 0 0 0,0 1 0 0 0,-1-1 0 0 0,1 1 0 0 0,0 0-1 0 0,0-1 1 0 0,1 1 0 0 0,41-20 1900 0 0,-30 15-1428 0 0,43-21 1792 0 0,-33 13-2104 0 0,1 2 0 0 0,0 1 0 0 0,1 1 0 0 0,-1 1 0 0 0,39-8 0 0 0,-59 16-450 0 0,0 0-1 0 0,0-1 1 0 0,0 1-1 0 0,-1 0 0 0 0,1 1 1 0 0,0-1-1 0 0,0 1 0 0 0,0 0 1 0 0,0 0-1 0 0,0 0 1 0 0,-1 0-1 0 0,1 1 0 0 0,0-1 1 0 0,-1 1-1 0 0,1 0 0 0 0,-1 0 1 0 0,0 0-1 0 0,3 3 1 0 0,-2-1-166 0 0,0 1 1 0 0,0-1 0 0 0,-1 1 0 0 0,1-1 0 0 0,-1 1 0 0 0,0 0 0 0 0,-1 0 0 0 0,1 0-1 0 0,-1 1 1 0 0,0-1 0 0 0,2 11 0 0 0,1 12 232 0 0</inkml:trace>
</inkml:ink>
</file>

<file path=ppt/ink/ink2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3.4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 90 6449 0 0,'-2'1'84'0'0,"-18"20"556"0"0,20-21-603 0 0,0 0 0 0 0,-1 0-1 0 0,1 1 1 0 0,0-1 0 0 0,0 0 0 0 0,-1 0 0 0 0,1 1 0 0 0,0-1 0 0 0,0 0 0 0 0,-1 1 0 0 0,1-1 0 0 0,0 0 0 0 0,0 1 0 0 0,0-1 0 0 0,0 0 0 0 0,-1 1 0 0 0,1-1 0 0 0,0 1 0 0 0,0-1 0 0 0,0 0 0 0 0,0 1 0 0 0,0-1 0 0 0,0 0 0 0 0,0 1 0 0 0,0-1 0 0 0,0 1 0 0 0,0-1 0 0 0,0 0 0 0 0,0 1-1 0 0,1-1 1 0 0,-1 0 0 0 0,0 1 0 0 0,0-1 0 0 0,0 0 0 0 0,0 1 0 0 0,0-1 0 0 0,1 0 0 0 0,-1 1 0 0 0,0-1 0 0 0,0 0 0 0 0,1 0 0 0 0,-1 1 0 0 0,0-1 0 0 0,1 0 0 0 0,-1 0 0 0 0,0 1 0 0 0,1-1 0 0 0,-1 0 0 0 0,0 0 0 0 0,1 0 0 0 0,-1 0 0 0 0,0 1 0 0 0,1-1 0 0 0,-1 0 0 0 0,0 0 0 0 0,1 0-1 0 0,-1 0 1 0 0,1 0 0 0 0,-1 0 0 0 0,0 0 0 0 0,1 0 0 0 0,-1 0 0 0 0,0 0 0 0 0,1 0 0 0 0,-1 0 0 0 0,0 0 0 0 0,2-1 0 0 0,2 1 235 0 0,0-1 0 0 0,-1 0 1 0 0,1 0-1 0 0,0 0 0 0 0,0 0 0 0 0,0-1 0 0 0,-1 1 1 0 0,1-1-1 0 0,0 0 0 0 0,4-3 0 0 0,37-30 502 0 0,-23 18-401 0 0,42-26-1653 0 0,-41 29-3241 0 0</inkml:trace>
</inkml:ink>
</file>

<file path=ppt/ink/ink2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3.7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 1 6449 0 0,'-24'0'7690'0'0,"24"1"-7421"0"0,-3 14 5804 0 0,4 0-6783 0 0,22 120 2176 0 0,13-3-5066 0 0,-29-112 2214 0 0</inkml:trace>
</inkml:ink>
</file>

<file path=ppt/ink/ink2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4.0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59 4233 0 0,'0'0'20'0'0,"-1"-1"0"0"0,1 0 1 0 0,-1 0-1 0 0,1 0 0 0 0,0 0 0 0 0,-1 0 1 0 0,1 0-1 0 0,0 0 0 0 0,0 0 0 0 0,0 0 0 0 0,0 0 1 0 0,0 0-1 0 0,0 0 0 0 0,0 0 0 0 0,0 0 1 0 0,0 0-1 0 0,1 0 0 0 0,-1 0 0 0 0,0 0 1 0 0,1 0-1 0 0,-1 0 0 0 0,0 0 0 0 0,1 0 0 0 0,-1 1 1 0 0,1-1-1 0 0,0-1 0 0 0,1 0 168 0 0,1 0 1 0 0,-1 0-1 0 0,0 0 1 0 0,1 0-1 0 0,-1 1 0 0 0,1-1 1 0 0,-1 1-1 0 0,1-1 0 0 0,3 0 1 0 0,4-2 590 0 0,1 1 1 0 0,-1 1 0 0 0,1 0-1 0 0,15-1 1 0 0,-13 2-278 0 0,0 2-1 0 0,0-1 1 0 0,1 2-1 0 0,-1 0 1 0 0,-1 0 0 0 0,1 1-1 0 0,0 1 1 0 0,-1 0 0 0 0,1 1-1 0 0,-1 0 1 0 0,0 1 0 0 0,-1 0-1 0 0,0 1 1 0 0,13 10 0 0 0,-18-13-457 0 0,-1 0 0 0 0,-1 0 0 0 0,1 1 0 0 0,0 0 0 0 0,-1 0 0 0 0,0 0 0 0 0,0 0 0 0 0,-1 1 0 0 0,1 0 0 0 0,-1 0 0 0 0,-1-1 0 0 0,1 2 0 0 0,-1-1 0 0 0,0 0 0 0 0,0 0 0 0 0,-1 1 0 0 0,1-1 0 0 0,-1 1 0 0 0,-1-1 0 0 0,0 1 0 0 0,1 0 0 0 0,-2-1 0 0 0,1 1 0 0 0,-1-1 0 0 0,0 1 0 0 0,-1-1 0 0 0,1 1 0 0 0,-1-1 0 0 0,-5 10 0 0 0,3-8-223 0 0,0 0-1 0 0,0 0 1 0 0,-1-1-1 0 0,0 1 1 0 0,-1-1-1 0 0,0 0 1 0 0,0-1-1 0 0,0 0 1 0 0,-1 0 0 0 0,-7 6-1 0 0,-1-2-762 0 0</inkml:trace>
</inkml:ink>
</file>

<file path=ppt/ink/ink2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4.5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1 196 6913 0 0,'0'-1'10015'0'0,"8"3"-9644"0"0,0 1-1 0 0,1 1 1 0 0,-1-1 0 0 0,0 1 0 0 0,-1 1 0 0 0,1-1 0 0 0,-1 1 0 0 0,0 1 0 0 0,0-1 0 0 0,6 8 0 0 0,67 76 781 0 0,-41-44-830 0 0,-28-32-284 0 0,0 0 3 0 0,0-1 1 0 0,1 0-1 0 0,0 0 0 0 0,0-1 0 0 0,2-1 1 0 0,16 10-1 0 0,-30-19-26 0 0,1-1-1 0 0,0 0 1 0 0,-1 0 0 0 0,1 0-1 0 0,-1 0 1 0 0,1 0 0 0 0,0 0-1 0 0,-1 0 1 0 0,1 0 0 0 0,0 0-1 0 0,-1 0 1 0 0,1-1 0 0 0,0 1 0 0 0,-1 0-1 0 0,1 0 1 0 0,-1 0 0 0 0,1-1-1 0 0,-1 1 1 0 0,1 0 0 0 0,0-1-1 0 0,-1 1 1 0 0,1-1 0 0 0,-1 1-1 0 0,1 0 1 0 0,-1-1 0 0 0,0 1-1 0 0,1-1 1 0 0,-1 1 0 0 0,1-1 0 0 0,-1 0-1 0 0,0 1 1 0 0,0-1 0 0 0,1 1-1 0 0,-1-1 1 0 0,0 1 0 0 0,0-1-1 0 0,0 0 1 0 0,1 1 0 0 0,-1-1-1 0 0,0 0 1 0 0,0 1 0 0 0,0-1 0 0 0,0 0-1 0 0,0 0 1 0 0,5-41 322 0 0,-5 29-252 0 0,9-99 227 0 0,-8 76-592 0 0,1 1-1 0 0,2 0 0 0 0,2 0 0 0 0,1 0 0 0 0,14-43 0 0 0,-20 76 213 0 0,0-1-220 0 0,0-1 0 0 0,0 1-1 0 0,1 0 1 0 0,-1-1 0 0 0,1 1 0 0 0,0 0 0 0 0,0 0-1 0 0,0 0 1 0 0,0 0 0 0 0,0 0 0 0 0,1 1-1 0 0,0-1 1 0 0,5-4 0 0 0,-8 7 142 0 0,0 1 1 0 0,1-1-1 0 0,-1 0 1 0 0,1 0-1 0 0,-1 0 0 0 0,1 0 1 0 0,-1 0-1 0 0,0 1 1 0 0,1-1-1 0 0,-1 0 0 0 0,0 0 1 0 0,1 0-1 0 0,-1 1 1 0 0,2 1-1020 0 0,-1-1 1019 0 0,-1-1 1 0 0,0 1-1 0 0,0-1 0 0 0,0 0 1 0 0,0 1-1 0 0,1-1 1 0 0,-1 1-1 0 0,0-1 0 0 0,0 1 1 0 0,4 19-2313 0 0,-3-15 1623 0 0,2 11 201 0 0,-1 0 566 0 0</inkml:trace>
</inkml:ink>
</file>

<file path=ppt/ink/ink2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4.8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1 9674 0 0,'0'2'412'0'0,"-1"-1"1"0"0,1 1-1 0 0,-1 0 0 0 0,1 0 1 0 0,0 0-1 0 0,0-1 1 0 0,0 1-1 0 0,0 0 0 0 0,0 0 1 0 0,0 0-1 0 0,1 0 0 0 0,-1-1 1 0 0,1 1-1 0 0,-1 0 0 0 0,2 3 1 0 0,0 3 743 0 0,6 67 2532 0 0,3 31-2399 0 0,-7-81-2050 0 0,1-2-1 0 0,13 35 0 0 0,-13-43-1341 0 0</inkml:trace>
</inkml:ink>
</file>

<file path=ppt/ink/ink2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5.0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33 3681 0 0,'0'0'20'0'0,"0"-1"0"0"0,0 1 1 0 0,0 0-1 0 0,0 0 0 0 0,-1-1 1 0 0,1 1-1 0 0,0 0 0 0 0,0-1 0 0 0,0 1 1 0 0,0 0-1 0 0,0 0 0 0 0,0-1 1 0 0,0 1-1 0 0,0 0 0 0 0,0-1 0 0 0,0 1 1 0 0,0 0-1 0 0,0-1 0 0 0,0 1 1 0 0,0 0-1 0 0,0 0 0 0 0,1-1 0 0 0,-1 1 1 0 0,0 0-1 0 0,0 0 0 0 0,0-1 1 0 0,0 1-1 0 0,0 0 0 0 0,1 0 0 0 0,-1-1 1 0 0,0 1-1 0 0,0 0 0 0 0,0 0 1 0 0,1 0-1 0 0,-1-1 0 0 0,1 1 0 0 0,15-7 629 0 0,23-2 746 0 0,-35 9-1035 0 0,19-3 544 0 0,-1 1 1 0 0,0 0-1 0 0,0 2 1 0 0,1 1-1 0 0,-1 1 1 0 0,0 1-1 0 0,0 0 1 0 0,0 2-1 0 0,-1 1 1 0 0,1 0-1 0 0,-1 2 1 0 0,-1 0-1 0 0,34 19 1 0 0,-50-25-804 0 0,0 1 1 0 0,0-1 0 0 0,-1 1-1 0 0,1 0 1 0 0,-1 0 0 0 0,1 0-1 0 0,-1 0 1 0 0,0 1 0 0 0,0 0-1 0 0,-1-1 1 0 0,1 1 0 0 0,-1 0-1 0 0,1 0 1 0 0,-1 0 0 0 0,-1 0-1 0 0,1 1 1 0 0,-1-1 0 0 0,2 6-1 0 0,-2-4-34 0 0,-1 0 0 0 0,0 0-1 0 0,0 0 1 0 0,-1 0-1 0 0,0 0 1 0 0,0 0 0 0 0,0 0-1 0 0,-1 0 1 0 0,1 0 0 0 0,-2-1-1 0 0,1 1 1 0 0,-4 6-1 0 0,-6 8-109 0 0,-1 0-1 0 0,-1-1 0 0 0,-1 0 0 0 0,0-2 0 0 0,-35 31 1 0 0,11-12-963 0 0,9-7-3547 0 0,-35 24 0 0 0,37-35 1570 0 0</inkml:trace>
</inkml:ink>
</file>

<file path=ppt/ink/ink2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5.8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60 84 5529 0 0,'-4'-8'158'0'0,"-20"-35"2739"0"0,22 40-1971 0 0,0-1 0 0 0,0 1 0 0 0,-1 0 0 0 0,1 0 0 0 0,-1 0 0 0 0,0 0 0 0 0,0 1 0 0 0,0-1 0 0 0,-6-3 0 0 0,20 19 2800 0 0,8 35-3021 0 0,-18-46-561 0 0,15 58 33 0 0,-2 0-1 0 0,-3 1 0 0 0,5 87 0 0 0,-6-42-98 0 0,100 896 16 0 0,-91-593 139 0 0,-14-178-141 0 0,-5-227-93 0 0,8 92-612 0 0,-7-86 256 0 0,1 0 1 0 0,1 0-1 0 0,-1 0 0 0 0,2-1 0 0 0,-1 1 0 0 0,1-1 0 0 0,7 12 0 0 0</inkml:trace>
</inkml:ink>
</file>

<file path=ppt/ink/ink2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6.3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0 373 3225 0 0,'0'1'62'0'0,"0"-1"1"0"0,0 0 0 0 0,0 0 0 0 0,0 1-1 0 0,0-1 1 0 0,0 0 0 0 0,0 1-1 0 0,0-1 1 0 0,0 0 0 0 0,0 0-1 0 0,0 1 1 0 0,0-1 0 0 0,1 0 0 0 0,-1 0-1 0 0,0 1 1 0 0,0-1 0 0 0,0 0-1 0 0,0 0 1 0 0,0 1 0 0 0,1-1-1 0 0,-1 0 1 0 0,0 0 0 0 0,0 0 0 0 0,0 0-1 0 0,1 1 1 0 0,-1-1 0 0 0,0 0-1 0 0,0 0 1 0 0,1 0 0 0 0,-1 0 0 0 0,0 0-1 0 0,0 1 1 0 0,1-1 0 0 0,-1 0-1 0 0,0 0 1 0 0,0 0 0 0 0,1 0-1 0 0,-1 0 1 0 0,0 0 0 0 0,0 0 0 0 0,1 0-1 0 0,-1 0 1 0 0,0 0 0 0 0,1 0-1 0 0,-1 0 1 0 0,0 0 0 0 0,0-1 0 0 0,1 1-1 0 0,-1 0 1 0 0,0 0 0 0 0,0 0-1 0 0,1 0 1 0 0,16-3 1408 0 0,109-31 2943 0 0,54-13-1972 0 0,-24 18-553 0 0,190-13 0 0 0,161 24 126 0 0,345-5-201 0 0,-3-52-1126 0 0,122-25-1238 0 0,-938 94-1110 0 0,-28 4 400 0 0</inkml:trace>
</inkml:ink>
</file>

<file path=ppt/ink/ink2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6.7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111 42 2272 0 0,'-15'-4'98'0'0,"-48"-14"2428"0"0,59 17-1808 0 0,0-1 1 0 0,0 0 0 0 0,1 0-1 0 0,-1 0 1 0 0,0 0 0 0 0,1-1-1 0 0,-4-2 1 0 0,21 5 4463 0 0,7 5-3984 0 0,17 13 537 0 0,0 2 1 0 0,55 40-1 0 0,-80-51-1643 0 0,-1 0-1 0 0,-1 1 0 0 0,0 0 1 0 0,0 1-1 0 0,-1 0 0 0 0,0 1 0 0 0,-1 0 1 0 0,-1 0-1 0 0,0 1 0 0 0,12 25 1 0 0,-18-30-38 0 0,0-1 1 0 0,0 1 0 0 0,0 0 0 0 0,-1 0-1 0 0,0 1 1 0 0,-1-1 0 0 0,0 0 0 0 0,0 0-1 0 0,-1 0 1 0 0,0 0 0 0 0,0 0 0 0 0,-1 0-1 0 0,0 0 1 0 0,0 0 0 0 0,-1-1 0 0 0,0 1 0 0 0,0-1-1 0 0,-1 1 1 0 0,-5 6 0 0 0,-1 2-406 0 0,-1 1 0 0 0,-20 21 1 0 0,-27 23-6391 0 0</inkml:trace>
</inkml:ink>
</file>

<file path=ppt/ink/ink2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7.6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150 677 4145 0 0,'-2'1'13309'0'0,"-2"-32"-12372"0"0,-1 0-1 0 0,-2 0 0 0 0,-10-32 0 0 0,4 20-553 0 0,-5-44 0 0 0,6-9-324 0 0,-8-51 50 0 0,16 124-443 0 0,-2 0 1 0 0,0 1-1 0 0,-2 0 1 0 0,-12-26 0 0 0,13 38-705 0 0</inkml:trace>
</inkml:ink>
</file>

<file path=ppt/ink/ink2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7.9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167 116 2617 0 0,'24'-67'1460'0'0,"-22"19"8811"0"0,-2 48-10210 0 0,-10 9 1322 0 0,-8 15-529 0 0,-19 42-626 0 0,24-40-157 0 0,-1-1 0 0 0,-2 0-1 0 0,0-1 1 0 0,-29 31 0 0 0,45-54-80 0 0,-1-1 0 0 0,1 1 0 0 0,-1 0 0 0 0,1-1 0 0 0,-1 1 0 0 0,1-1 0 0 0,-1 1 0 0 0,1 0 0 0 0,-1-1 0 0 0,0 0 0 0 0,1 1 0 0 0,-1-1 0 0 0,0 1 0 0 0,0-1 1 0 0,1 0-1 0 0,-1 1 0 0 0,0-1 0 0 0,0 0 0 0 0,1 0 0 0 0,-1 0 0 0 0,0 0 0 0 0,0 1 0 0 0,0-1 0 0 0,0 0 0 0 0,0-1 0 0 0,0 1-18 0 0,0-1 0 0 0,1 0-1 0 0,0 1 1 0 0,-1-1 0 0 0,1 0 0 0 0,-1 1-1 0 0,1-1 1 0 0,0 0 0 0 0,0 0 0 0 0,-1 0-1 0 0,1 0 1 0 0,0 1 0 0 0,0-1 0 0 0,0 0-1 0 0,0 0 1 0 0,0 0 0 0 0,0 0 0 0 0,0-1 0 0 0,8-43-784 0 0,-1 16 790 0 0,12-37 525 0 0,-17 60-279 0 0,0 1 1 0 0,0 0-1 0 0,1 0 1 0 0,0 0-1 0 0,0 0 0 0 0,0 1 1 0 0,0-1-1 0 0,1 1 1 0 0,4-5-1 0 0,-7 8-142 0 0,0 1 0 0 0,-1-1 0 0 0,1 1 0 0 0,0-1 0 0 0,0 1 0 0 0,0-1 0 0 0,0 1 0 0 0,0 0 1 0 0,0 0-1 0 0,0-1 0 0 0,0 1 0 0 0,0 0 0 0 0,0 0 0 0 0,0 0 0 0 0,0 0 0 0 0,0 0 0 0 0,0 0 0 0 0,0 1 0 0 0,1-1 0 0 0,-1 0 0 0 0,-1 0 1 0 0,1 1-1 0 0,0-1 0 0 0,0 1 0 0 0,0-1 0 0 0,0 1 0 0 0,0-1 0 0 0,0 1 0 0 0,0-1 0 0 0,0 1 0 0 0,0 1 0 0 0,28 27 648 0 0,-19-17-623 0 0,47 38-297 0 0,-16-19-6078 0 0,-16-14-376 0 0</inkml:trace>
</inkml:ink>
</file>

<file path=ppt/ink/ink2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8.7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1 208 10594 0 0,'0'-1'275'0'0,"0"0"0"0"0,1 0 0 0 0,-1 0-1 0 0,0 1 1 0 0,1-1 0 0 0,-1 0 0 0 0,1 0 0 0 0,-1 0-1 0 0,1 1 1 0 0,0-1 0 0 0,-1 0 0 0 0,1 0 0 0 0,0 1-1 0 0,-1-1 1 0 0,1 1 0 0 0,0-1 0 0 0,0 1 0 0 0,0-1-1 0 0,0 1 1 0 0,-1-1 0 0 0,1 1 0 0 0,0 0 0 0 0,0-1-1 0 0,0 1 1 0 0,1 0 0 0 0,24-4 2746 0 0,-24 4-2924 0 0,1 1 0 0 0,0 0 0 0 0,0 0 0 0 0,-1 0 0 0 0,1 0 0 0 0,0 1-1 0 0,-1-1 1 0 0,1 1 0 0 0,-1-1 0 0 0,0 1 0 0 0,1 0 0 0 0,-1 0-1 0 0,0 0 1 0 0,0 0 0 0 0,0 0 0 0 0,2 4 0 0 0,27 45-39 0 0,-22-35 63 0 0,28 47-80 0 0,2-2 0 0 0,66 77 0 0 0,-81-107 76 0 0,-19-23-90 0 0,1 0-1 0 0,0 0 0 0 0,1 0 1 0 0,-1-1-1 0 0,1 0 0 0 0,1 0 1 0 0,0-1-1 0 0,12 9 1 0 0,-18-15-3 0 0,-1 0 0 0 0,0 0 0 0 0,0 1 0 0 0,1-1 0 0 0,-1 0 0 0 0,0 0 0 0 0,1 0 0 0 0,-1 0 0 0 0,0-1 0 0 0,0 1 0 0 0,1 0 0 0 0,-1-1 0 0 0,0 1 0 0 0,0 0 0 0 0,0-1 0 0 0,1 1 0 0 0,-1-1 0 0 0,0 0 0 0 0,0 1 0 0 0,0-1 0 0 0,0 0 0 0 0,0 0 1 0 0,0 0-1 0 0,0 0 0 0 0,0 0 0 0 0,-1 0 0 0 0,1 0 0 0 0,0 0 0 0 0,0 0 0 0 0,-1 0 0 0 0,1 0 0 0 0,-1 0 0 0 0,1 0 0 0 0,-1-1 0 0 0,1 1 0 0 0,-1-2 0 0 0,16-51 485 0 0,-15 50-470 0 0,9-54 228 0 0,4-81 0 0 0,1-13-608 0 0,-11 127 84 0 0,1 0 1 0 0,2 0-1 0 0,17-45 1 0 0,-19 59-140 0 0,1 0 0 0 0,0 0 0 0 0,13-16 1 0 0,-7 12-549 0 0</inkml:trace>
</inkml:ink>
</file>

<file path=ppt/ink/ink2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9.4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200 132 3193 0 0,'2'-7'334'0'0,"0"0"1"0"0,-1-1 0 0 0,0 1-1 0 0,-1-1 1 0 0,0 1-1 0 0,0-1 1 0 0,0 1 0 0 0,-2-8-1 0 0,1 10 349 0 0,0 0 0 0 0,0 1 0 0 0,0-1 1 0 0,-1 1-1 0 0,0-1 0 0 0,1 1 0 0 0,-1 0 0 0 0,-3-5 0 0 0,3 8-474 0 0,0-1-1 0 0,0 1 1 0 0,0 0-1 0 0,0 0 1 0 0,0 0 0 0 0,0 0-1 0 0,0 0 1 0 0,0 0-1 0 0,0 1 1 0 0,0-1-1 0 0,0 1 1 0 0,0-1 0 0 0,-1 1-1 0 0,1 0 1 0 0,0 0-1 0 0,0 0 1 0 0,0 0 0 0 0,-1 0-1 0 0,1 1 1 0 0,0-1-1 0 0,0 1 1 0 0,0-1 0 0 0,0 1-1 0 0,-1 0 1 0 0,-1 1-1 0 0,-54 23 493 0 0,53-23-629 0 0,1 1 1 0 0,0-1-1 0 0,0 1 0 0 0,0-1 1 0 0,0 1-1 0 0,0 0 0 0 0,1 1 1 0 0,-1-1-1 0 0,1 1 1 0 0,0-1-1 0 0,0 1 0 0 0,0 0 1 0 0,1 0-1 0 0,-1 0 0 0 0,1 1 1 0 0,0-1-1 0 0,0 0 0 0 0,1 1 1 0 0,-1-1-1 0 0,1 1 1 0 0,0 0-1 0 0,0 4 0 0 0,-1-1-62 0 0,0-1 0 0 0,1 1 0 0 0,0-1 0 0 0,0 1-1 0 0,1 0 1 0 0,0-1 0 0 0,0 1 0 0 0,0-1 0 0 0,1 1-1 0 0,1 0 1 0 0,-1-1 0 0 0,1 0 0 0 0,5 11 0 0 0,-4-10 17 0 0,2-1 0 0 0,-1 1 0 0 0,1-1 1 0 0,0-1-1 0 0,1 1 0 0 0,-1-1 0 0 0,1 0 0 0 0,1 0 1 0 0,-1 0-1 0 0,1-1 0 0 0,13 8 0 0 0,-11-8 34 0 0,0 0 0 0 0,0 0 0 0 0,1-1 0 0 0,-1 0 0 0 0,1-1 0 0 0,16 4 0 0 0,-24-7-60 0 0,0 1 0 0 0,-1-1 0 0 0,1 0 0 0 0,0 1 0 0 0,0-1 0 0 0,0 0-1 0 0,-1 0 1 0 0,1 0 0 0 0,0 0 0 0 0,0-1 0 0 0,0 1 0 0 0,0 0 0 0 0,-1-1 0 0 0,1 1 0 0 0,0-1 0 0 0,-1 0 0 0 0,1 0 0 0 0,0 1 0 0 0,-1-1 0 0 0,1 0 0 0 0,-1 0-1 0 0,1 0 1 0 0,-1-1 0 0 0,1 1 0 0 0,-1 0 0 0 0,0 0 0 0 0,0-1 0 0 0,0 1 0 0 0,0-1 0 0 0,0 1 0 0 0,0-1 0 0 0,0 0 0 0 0,0 1 0 0 0,0-1 0 0 0,-1 0 0 0 0,1 1-1 0 0,-1-1 1 0 0,1 0 0 0 0,-1 0 0 0 0,0 0 0 0 0,0 1 0 0 0,1-1 0 0 0,-1 0 0 0 0,-1 0 0 0 0,1-2 0 0 0,-1-2-132 0 0,0-1 0 0 0,0 1 0 0 0,0 0 0 0 0,-1 0 0 0 0,0-1 0 0 0,0 1 0 0 0,-1 0 0 0 0,0 0 0 0 0,0 1 0 0 0,-5-8 0 0 0,4 7-28 0 0,0 0 0 0 0,1-1 0 0 0,0 0-1 0 0,0 1 1 0 0,-3-14 0 0 0,5 17 143 0 0,1 0 0 0 0,0-1 1 0 0,0 1-1 0 0,0 0 1 0 0,0 0-1 0 0,0 0 0 0 0,1 0 1 0 0,0 0-1 0 0,-1-1 0 0 0,1 1 1 0 0,0 0-1 0 0,1 1 0 0 0,-1-1 1 0 0,0 0-1 0 0,1 0 0 0 0,-1 0 1 0 0,5-4-1 0 0,-1 1-23 0 0,0 1 1 0 0,0-1-1 0 0,1 1 1 0 0,-1 1-1 0 0,1-1 1 0 0,0 1-1 0 0,0 0 1 0 0,1 0-1 0 0,-1 1 0 0 0,1 0 1 0 0,0 0-1 0 0,0 0 1 0 0,0 1-1 0 0,0 0 1 0 0,0 1-1 0 0,0-1 1 0 0,12 0-1 0 0,-15 2 73 0 0,1 0 0 0 0,-1 0 0 0 0,0 0 0 0 0,1 1 0 0 0,-1-1 0 0 0,0 1 0 0 0,0 0 0 0 0,1 0 0 0 0,-1 0 0 0 0,0 1 0 0 0,0 0 0 0 0,0 0 0 0 0,-1 0 0 0 0,1 0 0 0 0,0 0 0 0 0,-1 1 0 0 0,1-1 0 0 0,-1 1 0 0 0,0 0 0 0 0,0 0 0 0 0,0 0 0 0 0,0 1 0 0 0,-1-1 0 0 0,1 1 0 0 0,-1-1 0 0 0,0 1 0 0 0,0 0 0 0 0,0 0 0 0 0,0 0 0 0 0,1 7 0 0 0,0 5 236 0 0,0 1-1 0 0,-2-1 1 0 0,1 0 0 0 0,-2 1-1 0 0,-2 20 1 0 0,1 29-574 0 0,2-57-479 0 0,-1 1-1 0 0,2-1 1 0 0,0 0-1 0 0,4 16 1 0 0,10 6-6232 0 0,-13-24 6159 0 0</inkml:trace>
</inkml:ink>
</file>

<file path=ppt/ink/ink2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9.7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142 57 1840 0 0,'1'-4'-558'0'0,"4"-11"772"0"0,1-9 4418 0 0,-6 23-4434 0 0,0 1-1 0 0,0-1 1 0 0,0 1 0 0 0,0-1 0 0 0,0 0 0 0 0,0 1 0 0 0,0-1 0 0 0,0 1-1 0 0,-1-1 1 0 0,1 1 0 0 0,-4-6 2374 0 0,3 5-2374 0 0,0 1-22 0 0,0 0-1 0 0,0-1 1 0 0,0 1-1 0 0,0 0 0 0 0,0 0 1 0 0,0 0-1 0 0,0 0 1 0 0,-1 0-1 0 0,1 1 1 0 0,0-1-1 0 0,0 0 1 0 0,0 0-1 0 0,0 1 1 0 0,0-1-1 0 0,0 1 0 0 0,0-1 1 0 0,-1 1-1 0 0,-9 5 351 0 0,0 0 0 0 0,1 0 0 0 0,0 1 0 0 0,0 0 0 0 0,1 1 0 0 0,-1 0-1 0 0,2 0 1 0 0,-1 1 0 0 0,1 0 0 0 0,1 0 0 0 0,0 1 0 0 0,-8 13 0 0 0,15-21-500 0 0,-1 0 0 0 0,0 0 0 0 0,1 0 1 0 0,0 0-1 0 0,-1 1 0 0 0,1-1 1 0 0,0 0-1 0 0,0 0 0 0 0,0 0 0 0 0,1 1 1 0 0,-1-1-1 0 0,0 0 0 0 0,1 0 1 0 0,0 0-1 0 0,-1 0 0 0 0,1 0 0 0 0,0 0 1 0 0,0 0-1 0 0,0 0 0 0 0,0 0 1 0 0,0 0-1 0 0,1 0 0 0 0,-1 0 1 0 0,1-1-1 0 0,-1 1 0 0 0,1-1 0 0 0,2 3 1 0 0,7 5-11 0 0,1 0 1 0 0,-1-1-1 0 0,18 9 1 0 0,-7-4 109 0 0,-15-8-103 0 0,-1-1 1 0 0,1 1 0 0 0,-1 0 0 0 0,-1 0 0 0 0,1 0 0 0 0,-1 1-1 0 0,1 0 1 0 0,-2 0 0 0 0,6 9 0 0 0,-8-12-16 0 0,-1 0 1 0 0,0 0 0 0 0,0 0 0 0 0,0 1-1 0 0,0-1 1 0 0,0 0 0 0 0,-1 0 0 0 0,0 1-1 0 0,0-1 1 0 0,1 0 0 0 0,-2 1-1 0 0,1-1 1 0 0,0 0 0 0 0,-1 0 0 0 0,0 1-1 0 0,1-1 1 0 0,-1 0 0 0 0,0 0-1 0 0,-1 0 1 0 0,1 0 0 0 0,-1 0 0 0 0,1 0-1 0 0,-1 0 1 0 0,-3 3 0 0 0,-26 30-56 0 0,6-17-6029 0 0,7-8-932 0 0</inkml:trace>
</inkml:ink>
</file>

<file path=ppt/ink/ink2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39.0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0 111 10594 0 0,'0'-2'2548'0'0,"0"2"-2434"0"0,0-1 1 0 0,0 1 0 0 0,0-1-1 0 0,0 1 1 0 0,0 0 0 0 0,0-1-1 0 0,0 1 1 0 0,0-1 0 0 0,1 1-1 0 0,-1-1 1 0 0,0 1-1 0 0,0 0 1 0 0,0-1 0 0 0,0 1-1 0 0,0-1 1 0 0,1 1 0 0 0,-1 0-1 0 0,0-1 1 0 0,0 1-1 0 0,1 0 1 0 0,-1-1 0 0 0,0 1-1 0 0,1 0 1 0 0,-1 0 0 0 0,0-1-1 0 0,1 1 1 0 0,-1 0 0 0 0,0 0-1 0 0,1-1 1 0 0,-1 1-1 0 0,0 0 1 0 0,1 0 0 0 0,-1 0-1 0 0,1 0 1 0 0,-1 0 0 0 0,0 0-1 0 0,1 0 1 0 0,-1 0-1 0 0,1 0 1 0 0,-1 0 0 0 0,1 0-1 0 0,-1 0 1 0 0,0 0 0 0 0,1 0-1 0 0,-1 0 1 0 0,1 0-1 0 0,-1 0 1 0 0,0 0 0 0 0,1 1-1 0 0,7 2 145 0 0,0 1-1 0 0,0 0 1 0 0,0 1-1 0 0,-1 0 1 0 0,0 0-1 0 0,0 1 1 0 0,10 10-1 0 0,47 55 785 0 0,-34-37-824 0 0,35 43 139 0 0,-23-27-97 0 0,73 68-1 0 0,-114-117-245 0 0,0 1-1 0 0,0-1 0 0 0,0 0 1 0 0,1 0-1 0 0,-1 0 0 0 0,0 0 1 0 0,0 0-1 0 0,1 0 0 0 0,-1-1 1 0 0,1 1-1 0 0,-1 0 0 0 0,1-1 1 0 0,-1 1-1 0 0,1-1 1 0 0,-1 1-1 0 0,1-1 0 0 0,-1 0 1 0 0,1 0-1 0 0,-1 0 0 0 0,1 1 1 0 0,0-1-1 0 0,-1-1 0 0 0,1 1 1 0 0,-1 0-1 0 0,1 0 0 0 0,-1-1 1 0 0,1 1-1 0 0,-1-1 0 0 0,1 1 1 0 0,-1-1-1 0 0,1 1 0 0 0,-1-1 1 0 0,1 0-1 0 0,-1 0 0 0 0,0 0 1 0 0,2-2-1 0 0,2-2 30 0 0,0-1-1 0 0,-1 0 0 0 0,0 0 1 0 0,-1 0-1 0 0,1-1 1 0 0,4-12-1 0 0,3-15 10 0 0,-1-1-1 0 0,-2 0 1 0 0,-1 0-1 0 0,-1-1 1 0 0,0-41-1 0 0,1-4-2145 0 0,6 1-3565 0 0,-5 48-1429 0 0</inkml:trace>
</inkml:ink>
</file>

<file path=ppt/ink/ink2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39.3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8754 0 0,'1'8'1831'0'0,"0"1"0"0"0,1-1 0 0 0,-1 1 0 0 0,6 11 0 0 0,0 5-420 0 0,43 256 1701 0 0,-31-91-5993 0 0,-19-173-811 0 0</inkml:trace>
</inkml:ink>
</file>

<file path=ppt/ink/ink2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39.6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48 3825 0 0,'0'-1'24'0'0,"0"0"0"0"0,0 0 0 0 0,0 1-1 0 0,0-1 1 0 0,0 0 0 0 0,0 0 0 0 0,0 0 0 0 0,1 1 0 0 0,-1-1 0 0 0,0 0 0 0 0,0 0 0 0 0,1 1 0 0 0,-1-1 0 0 0,0 0 0 0 0,1 1-1 0 0,-1-1 1 0 0,1 0 0 0 0,-1 1 0 0 0,1-1 0 0 0,-1 1 0 0 0,1-1 0 0 0,-1 1 0 0 0,1-1 0 0 0,0 1 0 0 0,-1-1 0 0 0,1 1 0 0 0,0-1-1 0 0,-1 1 1 0 0,1 0 0 0 0,1-1 0 0 0,27-12 2009 0 0,-26 12-1541 0 0,4-2 34 0 0,1 0 1 0 0,-1 1-1 0 0,1 0 1 0 0,0 1-1 0 0,0 0 0 0 0,0 0 1 0 0,0 0-1 0 0,0 1 1 0 0,0 1-1 0 0,0-1 1 0 0,0 1-1 0 0,0 0 0 0 0,-1 1 1 0 0,9 2-1 0 0,-5 0-98 0 0,-1 0-1 0 0,1 1 1 0 0,-1 0 0 0 0,-1 1-1 0 0,1 0 1 0 0,-1 0-1 0 0,0 1 1 0 0,0 0-1 0 0,12 13 1 0 0,-13-11-221 0 0,0 1 0 0 0,0 0 0 0 0,-1 0 0 0 0,-1 0 0 0 0,0 1 0 0 0,0 0 0 0 0,-1 0 0 0 0,7 21 0 0 0,-10-24-156 0 0,0 1 0 0 0,0 0 0 0 0,-1-1-1 0 0,0 1 1 0 0,0 0 0 0 0,-1 0 0 0 0,0 0-1 0 0,-1 0 1 0 0,0 0 0 0 0,0 0 0 0 0,-1-1-1 0 0,-3 13 1 0 0,-1-8-94 0 0,0 0 0 0 0,0 0 1 0 0,-2 0-1 0 0,1-1 0 0 0,-18 22 0 0 0,-8 3-5972 0 0,14-17-649 0 0</inkml:trace>
</inkml:ink>
</file>

<file path=ppt/ink/ink2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0.7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70 0 3681 0 0,'-10'12'8886'0'0,"-35"48"-4416"0"0,43-56-4315 0 0,0-1 0 0 0,0 1 0 0 0,0 0 0 0 0,1 0 0 0 0,0 0 0 0 0,0 1 0 0 0,0-1-1 0 0,0 0 1 0 0,0 0 0 0 0,1 1 0 0 0,0-1 0 0 0,0 0 0 0 0,0 0 0 0 0,1 6 0 0 0,0-7-153 0 0,0-1-1 0 0,0 1 1 0 0,1-1 0 0 0,-1 1-1 0 0,1-1 1 0 0,-1 0 0 0 0,1 0-1 0 0,0 0 1 0 0,0 0 0 0 0,-1 0 0 0 0,2 0-1 0 0,-1 0 1 0 0,0-1 0 0 0,0 1-1 0 0,0-1 1 0 0,1 1 0 0 0,-1-1-1 0 0,1 0 1 0 0,-1 0 0 0 0,1 0-1 0 0,-1 0 1 0 0,1-1 0 0 0,4 2-1 0 0,47 8-37 0 0,-42-9 88 0 0,0 1-1 0 0,1 0 1 0 0,-1 1-1 0 0,0 0 1 0 0,0 1 0 0 0,0 1-1 0 0,-1-1 1 0 0,0 2-1 0 0,0 0 1 0 0,11 7-1 0 0,-21-12-45 0 0,0 0-1 0 0,0 0 0 0 0,1 0 0 0 0,-1 1 1 0 0,0-1-1 0 0,-1 0 0 0 0,1 0 0 0 0,0 1 1 0 0,0-1-1 0 0,-1 1 0 0 0,1-1 1 0 0,0 1-1 0 0,-1-1 0 0 0,1 1 0 0 0,-1-1 1 0 0,0 1-1 0 0,0-1 0 0 0,1 1 0 0 0,-1-1 1 0 0,0 1-1 0 0,0 0 0 0 0,-1-1 1 0 0,1 1-1 0 0,0-1 0 0 0,0 1 0 0 0,-1-1 1 0 0,1 1-1 0 0,-1-1 0 0 0,1 1 0 0 0,-2 1 1 0 0,-1 3-234 0 0,-1-1 1 0 0,1 1 0 0 0,-1-1-1 0 0,0 0 1 0 0,0 0-1 0 0,-6 5 1 0 0,-9 6-6402 0 0</inkml:trace>
</inkml:ink>
</file>

<file path=ppt/ink/ink2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0.5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27 6449 0 0,'-22'-26'10151'0'0,"32"36"-8484"0"0,15 19-919 0 0,-2 0 0 0 0,-2 2 0 0 0,21 37 0 0 0,45 104-493 0 0,-75-148-246 0 0,14 35-464 0 0,20 39-1417 0 0,-40-87 680 0 0,1-1 1 0 0,0-1-1 0 0,15 17 1 0 0,-14-19-180 0 0</inkml:trace>
</inkml:ink>
</file>

<file path=ppt/ink/ink2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0.7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1 114 8754 0 0,'1'-2'182'0'0,"1"0"0"0"0,-1-1 1 0 0,1 1-1 0 0,0 0 0 0 0,0 0 1 0 0,0 0-1 0 0,0 0 0 0 0,0 0 0 0 0,0 0 1 0 0,1 1-1 0 0,-1-1 0 0 0,1 1 1 0 0,-1-1-1 0 0,1 1 0 0 0,-1 0 0 0 0,4-1 1 0 0,4-3 189 0 0,10-7 567 0 0,7-3 500 0 0,44-20 1 0 0,-65 32-1558 0 0,1 0 1 0 0,0 1 0 0 0,0 0-1 0 0,1 0 1 0 0,-1 1-1 0 0,0 0 1 0 0,0 0 0 0 0,1 1-1 0 0,-1-1 1 0 0,1 2-1 0 0,-1-1 1 0 0,9 2-1 0 0,-12 0 4 0 0,0 0 0 0 0,0 0 0 0 0,0 0 0 0 0,-1 0 0 0 0,1 1-1 0 0,-1-1 1 0 0,1 1 0 0 0,-1 0 0 0 0,0 0 0 0 0,0 0 0 0 0,-1 0-1 0 0,1 0 1 0 0,0 1 0 0 0,-1 0 0 0 0,0-1 0 0 0,0 1-1 0 0,3 8 1 0 0,4 6 104 0 0</inkml:trace>
</inkml:ink>
</file>

<file path=ppt/ink/ink2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0.9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0 192 7370 0 0,'1'0'106'0'0,"0"1"1"0"0,0-1 0 0 0,0 0 0 0 0,0 1 0 0 0,0-1 0 0 0,0 0 0 0 0,0 0 0 0 0,1 0-1 0 0,-1 0 1 0 0,0 0 0 0 0,0 0 0 0 0,0 0 0 0 0,0-1 0 0 0,0 1 0 0 0,0 0 0 0 0,0 0 0 0 0,0-1-1 0 0,0 1 1 0 0,-1-1 0 0 0,1 1 0 0 0,0-1 0 0 0,1 0 0 0 0,23-14 978 0 0,-24 15-1008 0 0,49-38 1735 0 0,22-26-3389 0 0,-14 11 694 0 0,-39 35 823 0 0</inkml:trace>
</inkml:ink>
</file>

<file path=ppt/ink/ink2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1.4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9674 0 0,'0'0'116'0'0,"0"0"1"0"0,-1 0-1 0 0,1 1 0 0 0,0-1 0 0 0,-1 0 1 0 0,1 1-1 0 0,0-1 0 0 0,0 0 0 0 0,-1 1 0 0 0,1-1 1 0 0,0 0-1 0 0,0 1 0 0 0,0-1 0 0 0,0 1 1 0 0,0-1-1 0 0,-1 0 0 0 0,1 1 0 0 0,0-1 1 0 0,0 1-1 0 0,0-1 0 0 0,0 0 0 0 0,0 1 1 0 0,0-1-1 0 0,0 1 0 0 0,0-1 0 0 0,0 0 1 0 0,1 1-1 0 0,-1-1 0 0 0,0 1 0 0 0,0-1 1 0 0,0 0-1 0 0,0 1 0 0 0,1-1 0 0 0,-1 1 1 0 0,0-1-1 0 0,0 0 0 0 0,1 1 0 0 0,-1-1 0 0 0,0 0 1 0 0,0 0-1 0 0,1 1 0 0 0,9 16 2149 0 0,59 51 857 0 0,-39-40-2785 0 0,27 32 1 0 0,-18-5-2162 0 0,-18-14-3176 0 0,-18-32 3281 0 0</inkml:trace>
</inkml:ink>
</file>

<file path=ppt/ink/ink2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1.6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68 1376 0 0,'1'-3'278'0'0,"0"-1"-1"0"0,1 1 1 0 0,-1-1-1 0 0,1 1 1 0 0,0 0-1 0 0,0 0 0 0 0,0 0 1 0 0,0 0-1 0 0,1 0 1 0 0,-1 1-1 0 0,1-1 1 0 0,0 1-1 0 0,-1-1 1 0 0,1 1-1 0 0,0 0 1 0 0,0 0-1 0 0,1 0 0 0 0,-1 1 1 0 0,0-1-1 0 0,1 1 1 0 0,-1 0-1 0 0,1 0 1 0 0,5-1-1 0 0,-1-1 285 0 0,0 1 1 0 0,1 1-1 0 0,-1-1 1 0 0,1 1-1 0 0,-1 1 0 0 0,1 0 1 0 0,0 0-1 0 0,-1 0 1 0 0,12 3-1 0 0,-16-2-371 0 0,0 0 1 0 0,0 0-1 0 0,0 1 0 0 0,0-1 1 0 0,-1 1-1 0 0,1 0 0 0 0,0 0 1 0 0,-1 1-1 0 0,1-1 1 0 0,-1 1-1 0 0,0-1 0 0 0,0 1 1 0 0,0 0-1 0 0,0 0 0 0 0,0 0 1 0 0,-1 1-1 0 0,1-1 0 0 0,2 6 1 0 0,-3-3-64 0 0,1 1 0 0 0,-1-1 1 0 0,-1 0-1 0 0,1 1 0 0 0,-1-1 0 0 0,0 1 1 0 0,-1-1-1 0 0,0 1 0 0 0,0 0 1 0 0,-1 10-1 0 0,-2 4-98 0 0,-2 0 0 0 0,0 0-1 0 0,-1-1 1 0 0,-1 1 0 0 0,-1-2 0 0 0,-13 23 0 0 0,-1-5-820 0 0,5-14-4071 0 0,3-8-849 0 0</inkml:trace>
</inkml:ink>
</file>

<file path=ppt/ink/ink2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1.5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12 2304 0 0,'24'-12'11010'0'0,"-26"13"-10929"0"0,1 1 0 0 0,0-1 1 0 0,0 0-1 0 0,0 1 1 0 0,0-1-1 0 0,0 1 1 0 0,1-1-1 0 0,-1 1 1 0 0,0 0-1 0 0,1-1 1 0 0,-1 1-1 0 0,0 2 1 0 0,0-1 87 0 0,-8 16 185 0 0,1 0 1 0 0,1 0-1 0 0,1 1 0 0 0,0 0 1 0 0,2 0-1 0 0,0 1 1 0 0,-1 29-1 0 0,5-48-350 0 0,0 1 1 0 0,0-1-1 0 0,0 1 0 0 0,0-1 1 0 0,0 1-1 0 0,0 0 0 0 0,1-1 1 0 0,0 0-1 0 0,-1 1 0 0 0,1-1 1 0 0,0 1-1 0 0,0-1 0 0 0,0 0 1 0 0,0 0-1 0 0,1 1 0 0 0,-1-1 1 0 0,1 0-1 0 0,-1 0 0 0 0,1 0 1 0 0,0-1-1 0 0,0 1 0 0 0,-1 0 1 0 0,1-1-1 0 0,1 1 0 0 0,-1-1 1 0 0,3 3-1 0 0,4-2 78 0 0,-1 1-1 0 0,0-1 1 0 0,1-1-1 0 0,-1 0 1 0 0,1 0-1 0 0,13 0 0 0 0,-16-2 2 0 0,0 1 1 0 0,1 0-1 0 0,-1 0 0 0 0,0 1 0 0 0,1 0 0 0 0,-1 0 0 0 0,0 1 0 0 0,0-1 0 0 0,0 1 0 0 0,0 1 0 0 0,0-1 0 0 0,0 1 0 0 0,5 4 0 0 0,-10-6-90 0 0,0 0 1 0 0,0 0 0 0 0,0 0-1 0 0,0 1 1 0 0,0-1 0 0 0,0 0-1 0 0,-1 1 1 0 0,1-1 0 0 0,0 0 0 0 0,-1 1-1 0 0,1-1 1 0 0,-1 1 0 0 0,0-1-1 0 0,1 1 1 0 0,-1-1 0 0 0,0 1-1 0 0,0-1 1 0 0,0 1 0 0 0,0-1-1 0 0,0 1 1 0 0,0-1 0 0 0,-1 1-1 0 0,1-1 1 0 0,-1 4 0 0 0,-7 12-5203 0 0</inkml:trace>
</inkml:ink>
</file>

<file path=ppt/ink/ink2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3.2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130 42 6449 0 0,'-6'-5'816'0'0,"0"0"-1"0"0,0 1 0 0 0,0 0 1 0 0,0 0-1 0 0,-14-5 1 0 0,17 7-401 0 0,-1 0 0 0 0,1 1 0 0 0,-1 0 0 0 0,1 0 0 0 0,-1 0 0 0 0,0 0 0 0 0,1 0 0 0 0,-1 1 0 0 0,0 0 1 0 0,0 0-1 0 0,1 0 0 0 0,-1 0 0 0 0,-6 1 0 0 0,8 0-267 0 0,1 0 0 0 0,-1 0 0 0 0,1 0 0 0 0,-1 0 0 0 0,1 1 1 0 0,0-1-1 0 0,0 0 0 0 0,-1 0 0 0 0,1 1 0 0 0,0-1 0 0 0,0 1 0 0 0,0-1 0 0 0,0 1 0 0 0,1 0 0 0 0,-1-1 0 0 0,0 1 1 0 0,1 0-1 0 0,-1-1 0 0 0,1 1 0 0 0,-1 0 0 0 0,1 0 0 0 0,0-1 0 0 0,0 1 0 0 0,0 0 0 0 0,0 2 0 0 0,5 50 705 0 0,-4-48-744 0 0,13 62-2 0 0,3 0 0 0 0,3-2-1 0 0,3 0 1 0 0,3-2 0 0 0,34 62 0 0 0,-12-36-3768 0 0</inkml:trace>
</inkml:ink>
</file>

<file path=ppt/ink/ink2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3.4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60 179 3337 0 0,'-4'-2'169'0'0,"-1"1"0"0"0,0-1 0 0 0,1-1 0 0 0,-1 1 0 0 0,1-1 0 0 0,0 0 0 0 0,0 0 0 0 0,0 0 0 0 0,0 0 0 0 0,1 0 0 0 0,-4-5 0 0 0,6 6 3 0 0,0 1 1 0 0,0-1-1 0 0,1 0 1 0 0,-1 1 0 0 0,0-1-1 0 0,1 0 1 0 0,-1 0 0 0 0,1 1-1 0 0,0-1 1 0 0,0 0 0 0 0,0 0-1 0 0,0 0 1 0 0,0 0 0 0 0,0 1-1 0 0,0-1 1 0 0,0 0-1 0 0,1 0 1 0 0,-1 0 0 0 0,1 1-1 0 0,-1-1 1 0 0,1 0 0 0 0,0 0-1 0 0,0 1 1 0 0,-1-1 0 0 0,1 1-1 0 0,0-1 1 0 0,1 1 0 0 0,-1-1-1 0 0,0 1 1 0 0,0 0-1 0 0,1-1 1 0 0,-1 1 0 0 0,2-1-1 0 0,8-8 474 0 0,0 0 0 0 0,0 1 0 0 0,1 1-1 0 0,18-10 1 0 0,26-7-1566 0 0,-36 19-3933 0 0</inkml:trace>
</inkml:ink>
</file>

<file path=ppt/ink/ink2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3.6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1 132 5529 0 0,'0'0'69'0'0,"0"1"-1"0"0,0-1 1 0 0,0 1-1 0 0,0-1 1 0 0,0 1 0 0 0,0-1-1 0 0,0 1 1 0 0,0-1-1 0 0,0 1 1 0 0,0-1-1 0 0,1 1 1 0 0,-1-1 0 0 0,0 1-1 0 0,0-1 1 0 0,0 1-1 0 0,1-1 1 0 0,-1 1-1 0 0,0-1 1 0 0,1 0-1 0 0,-1 1 1 0 0,0-1 0 0 0,1 0-1 0 0,-1 1 1 0 0,1-1-1 0 0,-1 0 1 0 0,0 1-1 0 0,1-1 1 0 0,-1 0 0 0 0,1 1-1 0 0,-1-1 1 0 0,1 0-1 0 0,-1 0 1 0 0,1 0-1 0 0,-1 0 1 0 0,1 0 0 0 0,0 1-1 0 0,24-7 1296 0 0,20-20-1269 0 0,95-72-2708 0 0,-116 83 2598 0 0</inkml:trace>
</inkml:ink>
</file>

<file path=ppt/ink/ink2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3.8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1 9674 0 0,'0'0'97'0'0,"-1"1"1"0"0,1 0-1 0 0,0-1 0 0 0,-1 1 1 0 0,1 0-1 0 0,0-1 1 0 0,0 1-1 0 0,0 0 0 0 0,0-1 1 0 0,0 1-1 0 0,0 0 0 0 0,0-1 1 0 0,0 1-1 0 0,0 0 0 0 0,0 0 1 0 0,0-1-1 0 0,0 1 0 0 0,0 0 1 0 0,0-1-1 0 0,1 1 0 0 0,-1 0 1 0 0,0-1-1 0 0,0 1 0 0 0,1 0 1 0 0,-1-1-1 0 0,1 1 1 0 0,-1-1-1 0 0,0 1 0 0 0,1-1 1 0 0,-1 1-1 0 0,2 0 0 0 0,17 23 1811 0 0,-16-21-1511 0 0,39 44 2199 0 0,5 6-1594 0 0,-1 2-4613 0 0</inkml:trace>
</inkml:ink>
</file>

<file path=ppt/ink/ink2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4.10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56 3225 0 0,'1'-1'139'0'0,"1"-1"1"0"0,-1 1 0 0 0,1 0-1 0 0,-1 0 1 0 0,1 0 0 0 0,-1 0-1 0 0,1 0 1 0 0,0 0-1 0 0,-1 0 1 0 0,1 0 0 0 0,0 0-1 0 0,3 0 1 0 0,2-2 168 0 0,9-4 497 0 0,-1 1 0 0 0,1 0 0 0 0,1 1 1 0 0,-1 1-1 0 0,0 0 0 0 0,1 1 0 0 0,26-1 1 0 0,-38 4-629 0 0,1 1-1 0 0,0-1 1 0 0,-1 1 0 0 0,1 0 0 0 0,0 0 0 0 0,-1 0 0 0 0,0 1 0 0 0,1 0 0 0 0,-1 0 0 0 0,0 0 0 0 0,8 5 0 0 0,-10-4-84 0 0,1-1-1 0 0,-1 1 1 0 0,0 0 0 0 0,0 0-1 0 0,-1 0 1 0 0,1 1 0 0 0,-1-1-1 0 0,1 1 1 0 0,-1-1 0 0 0,0 1-1 0 0,0 0 1 0 0,-1 0-1 0 0,1 0 1 0 0,-1 0 0 0 0,0 0-1 0 0,0 0 1 0 0,1 6 0 0 0,-2-3 24 0 0,0 1 1 0 0,0-1 0 0 0,0 1 0 0 0,-1-1 0 0 0,0 0-1 0 0,0 1 1 0 0,0-1 0 0 0,-1 0 0 0 0,-1 0 0 0 0,-2 7-1 0 0,-2 1-382 0 0,0 0 0 0 0,-1-1 0 0 0,-14 20-1 0 0,10-19-946 0 0</inkml:trace>
</inkml:ink>
</file>

<file path=ppt/ink/ink2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4.8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55 1 4145 0 0,'-22'30'5121'0'0,"17"-21"-4544"0"0,0 1 0 0 0,0 0 0 0 0,1 1 1 0 0,-5 18-1 0 0,7-24-492 0 0,1 1 0 0 0,0 0 0 0 0,1-1 0 0 0,-1 1 0 0 0,1 0 0 0 0,0 0 0 0 0,1-1 0 0 0,1 12 0 0 0,-1-14 23 0 0,0 0 0 0 0,0 0 0 0 0,0 0 0 0 0,0-1 1 0 0,1 1-1 0 0,-1 0 0 0 0,1 0 0 0 0,0-1 0 0 0,0 1 0 0 0,0-1 0 0 0,0 0 0 0 0,0 1 1 0 0,1-1-1 0 0,-1 0 0 0 0,0 0 0 0 0,1 0 0 0 0,3 1 0 0 0,21 11 97 0 0,-16-9-176 0 0,0 0 0 0 0,0 1-1 0 0,-1 1 1 0 0,1 0-1 0 0,17 15 1 0 0,-27-20 29 0 0,1 0 1 0 0,-1 0-1 0 0,1 0 1 0 0,-1 0-1 0 0,1 0 1 0 0,-1 0-1 0 0,0 1 1 0 0,0-1-1 0 0,0 0 0 0 0,-1 0 1 0 0,1 1-1 0 0,0-1 1 0 0,-1 1-1 0 0,1-1 1 0 0,-1 1-1 0 0,0-1 0 0 0,0 1 1 0 0,0-1-1 0 0,0 0 1 0 0,0 1-1 0 0,-1-1 1 0 0,1 1-1 0 0,-1-1 0 0 0,0 1 1 0 0,1-1-1 0 0,-1 0 1 0 0,0 0-1 0 0,0 1 1 0 0,-1-1-1 0 0,1 0 1 0 0,0 0-1 0 0,-1 0 0 0 0,1 0 1 0 0,-1 0-1 0 0,-3 2 1 0 0,-3 5-84 0 0,0 0 0 0 0,-1-1 1 0 0,0-1-1 0 0,-1 1 0 0 0,1-1 1 0 0,-2-1-1 0 0,-19 10 0 0 0</inkml:trace>
</inkml:ink>
</file>

<file path=ppt/ink/ink2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5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55 14747 0 0,'6'-2'4181'0'0,"21"-6"-2571"0"0,27-11 74 0 0,-40 13-1588 0 0,1 1 0 0 0,0 0-1 0 0,26-5 1 0 0,-38 10-89 0 0,0 0 0 0 0,0 1-1 0 0,0-1 1 0 0,0 1 0 0 0,0-1 0 0 0,0 1 0 0 0,0 0 0 0 0,0 0-1 0 0,0 0 1 0 0,0 1 0 0 0,-1-1 0 0 0,1 0 0 0 0,0 1 0 0 0,-1 0-1 0 0,1 0 1 0 0,-1 0 0 0 0,0 0 0 0 0,0 0 0 0 0,0 0 0 0 0,0 1-1 0 0,0-1 1 0 0,0 1 0 0 0,2 4 0 0 0,4 7 34 0 0,0 0 0 0 0,-1 0 0 0 0,5 17 0 0 0,20 65-158 0 0,-4 1 0 0 0,22 141 0 0 0,-48-227-727 0 0</inkml:trace>
</inkml:ink>
</file>

<file path=ppt/ink/ink2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6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1 7370 0 0,'-13'5'12505'0'0,"17"22"-10726"0"0,4 4-1412 0 0,-2 1-1 0 0,-2 1 1 0 0,-1-1-1 0 0,-1 0 1 0 0,-2 1-1 0 0,-5 45 1 0 0,4-68-419 0 0,-3 60 405 0 0,4-63-643 0 0,1-1 0 0 0,-1 1 1 0 0,1 0-1 0 0,0-1 0 0 0,1 1 1 0 0,0 0-1 0 0,4 11 0 0 0</inkml:trace>
</inkml:ink>
</file>

<file path=ppt/ink/ink2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6.6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2761 0 0,'7'15'11100'0'0,"-5"-15"-10765"0"0,33 0 1847 0 0,40-6-1 0 0,8 0-3800 0 0,-61 5 818 0 0</inkml:trace>
</inkml:ink>
</file>

<file path=ppt/ink/ink2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7.5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26 6913 0 0,'5'-2'1237'0'0,"0"1"-1"0"0,0-1 0 0 0,0 1 0 0 0,0-1 0 0 0,9 1 0 0 0,35-2 1760 0 0,-19 2-3298 0 0,43-8 0 0 0,-51 5-305 0 0</inkml:trace>
</inkml:ink>
</file>

<file path=ppt/ink/ink2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7.9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0 1376 0 0,'-6'11'8055'0'0,"6"-9"-7608"0"0,2 19 4031 0 0,14 27-1543 0 0,-8-28-1198 0 0,0 9-993 0 0,-1 1-1 0 0,5 48 1 0 0,-8 14-4549 0 0</inkml:trace>
</inkml:ink>
</file>

<file path=ppt/ink/ink2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8.2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49 4145 0 0,'0'-1'122'0'0,"0"-1"1"0"0,0 1-1 0 0,1 0 1 0 0,-1-1-1 0 0,0 1 1 0 0,1 0-1 0 0,-1-1 1 0 0,1 1-1 0 0,-1 0 1 0 0,1 0-1 0 0,0-1 1 0 0,0 1-1 0 0,-1 0 1 0 0,1 0-1 0 0,0 0 1 0 0,0 0-1 0 0,0 0 1 0 0,0 0-1 0 0,0 0 1 0 0,2 0-1 0 0,1-2 288 0 0,-1 1 0 0 0,2 0 0 0 0,-1 0 0 0 0,0 0 0 0 0,0 0 0 0 0,6-1 0 0 0,1 1 548 0 0,0 0 1 0 0,-1 0-1 0 0,1 1 1 0 0,20 0-1 0 0,-21 2-522 0 0,1 0 0 0 0,0 1-1 0 0,-1 0 1 0 0,1 1 0 0 0,-1 0-1 0 0,1 1 1 0 0,-1 0 0 0 0,-1 0 0 0 0,1 1-1 0 0,0 0 1 0 0,15 12 0 0 0,-21-14-362 0 0,-1 1 0 0 0,1-1 1 0 0,0 1-1 0 0,-1 0 0 0 0,0 0 0 0 0,1 0 1 0 0,-2 1-1 0 0,1-1 0 0 0,0 1 0 0 0,-1 0 1 0 0,0-1-1 0 0,0 1 0 0 0,-1 0 0 0 0,1 0 1 0 0,-1 0-1 0 0,0 0 0 0 0,0 0 0 0 0,-1 1 1 0 0,1-1-1 0 0,-1 0 0 0 0,0 0 0 0 0,-1 0 1 0 0,1 1-1 0 0,-1-1 0 0 0,0 0 0 0 0,-2 7 1 0 0,-2 0-48 0 0,1-1 0 0 0,-2 1 0 0 0,1-1 0 0 0,-2 0 0 0 0,1 0 0 0 0,-2-1 0 0 0,1 0 0 0 0,-1 0 0 0 0,-1-1 0 0 0,0 0 0 0 0,0 0 0 0 0,-12 8 0 0 0,13-11-674 0 0,0 0 0 0 0,-1-1 0 0 0,0 0 0 0 0,0-1 0 0 0,-13 5 1 0 0</inkml:trace>
</inkml:ink>
</file>

<file path=ppt/ink/ink2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8.7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11979 0 0,'2'1'281'0'0,"-1"1"0"0"0,1 0 0 0 0,-1-1 0 0 0,1 1 0 0 0,-1 0 1 0 0,0 0-1 0 0,0 0 0 0 0,0 0 0 0 0,0 0 0 0 0,-1 0 1 0 0,1 0-1 0 0,0 0 0 0 0,-1 0 0 0 0,1 0 0 0 0,-1 0 0 0 0,0 3 1 0 0,1-2 36 0 0,16 90 2427 0 0,8 146 1 0 0,-18-142-2610 0 0,25 125 0 0 0,-23-187-41 0 0,1 4-4346 0 0</inkml:trace>
</inkml:ink>
</file>

<file path=ppt/ink/ink2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9.9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60 107 6585 0 0,'-12'-37'639'0'0,"-1"-4"207"0"0,-8 14 6050 0 0,20 27-6566 0 0,0-1 1 0 0,0 1-1 0 0,0 0 1 0 0,1 0-1 0 0,-1 0 0 0 0,0 0 1 0 0,0 0-1 0 0,0 0 1 0 0,1 0-1 0 0,-2 0 1 0 0,2 0-251 0 0,-1 0 0 0 0,1 0 0 0 0,0 0 1 0 0,0 1-1 0 0,-1-1 0 0 0,1 0 0 0 0,0 0 1 0 0,0 1-1 0 0,0-1 0 0 0,-1 0 0 0 0,1 0 0 0 0,0 1 1 0 0,0-1-1 0 0,0 0 0 0 0,0 0 0 0 0,0 1 1 0 0,0-1-1 0 0,0 0 0 0 0,0 1 0 0 0,-1-1 0 0 0,1 0 1 0 0,0 1-1 0 0,0-1 0 0 0,0 0 0 0 0,0 0 1 0 0,1 1-1 0 0,-1-1 0 0 0,0 0 0 0 0,0 1 0 0 0,0-1 1 0 0,0 0-1 0 0,0 0 0 0 0,0 1 0 0 0,0-1 1 0 0,0 0-1 0 0,1 1 0 0 0,-1-1 0 0 0,0 0 1 0 0,0 0-1 0 0,0 1 0 0 0,1-1 0 0 0,-1 0 0 0 0,0 0 1 0 0,0 0-1 0 0,1 0 0 0 0,-1 1 0 0 0,0-1 1 0 0,0 0-1 0 0,1 0 0 0 0,-1 0 0 0 0,0 0 0 0 0,0 0 1 0 0,1 1-1 0 0,15 16 227 0 0,0 1 0 0 0,-2 1 1 0 0,0 0-1 0 0,-1 1 0 0 0,11 22 0 0 0,42 110-129 0 0,-45-100-525 0 0,46 85 0 0 0,-47-109-913 0 0,-13-24 313 0 0</inkml:trace>
</inkml:ink>
</file>

<file path=ppt/ink/ink2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00.6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74 43 6449 0 0,'-5'-4'270'0'0,"0"-1"436"0"0,1 1 0 0 0,-1 0 1 0 0,0 0-1 0 0,-1 1 0 0 0,1 0 1 0 0,-1 0-1 0 0,1 0 0 0 0,-1 0 1 0 0,0 1-1 0 0,-10-3 0 0 0,27 51 5274 0 0,-2-6-5468 0 0,1 0 0 0 0,3 0-1 0 0,34 74 1 0 0,-40-100-474 0 0,0 0 1 0 0,2 0-1 0 0,-1-1 1 0 0,1 0-1 0 0,1-1 1 0 0,0 0-1 0 0,1 0 0 0 0,1-1 1 0 0,-1-1-1 0 0,2 0 1 0 0,-1-1-1 0 0,1 0 0 0 0,23 12 1 0 0,-26-18-10 0 0,-1 0 1 0 0,1-1-1 0 0,0 0 1 0 0,-1 0-1 0 0,1-1 0 0 0,0 0 1 0 0,0-1-1 0 0,0 0 1 0 0,0 0-1 0 0,0-1 1 0 0,0-1-1 0 0,0 0 0 0 0,-1 0 1 0 0,1-1-1 0 0,13-5 1 0 0,-16 3-1571 0 0</inkml:trace>
</inkml:ink>
</file>

<file path=ppt/ink/ink2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01.4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116 32 4145 0 0,'-8'-20'15066'0'0,"7"18"-14764"0"0,-1 1-1 0 0,1 0 0 0 0,-1 0 0 0 0,1 0 0 0 0,-1 1 0 0 0,1-1 0 0 0,-1 0 0 0 0,1 1 1 0 0,-1-1-1 0 0,1 1 0 0 0,-3-1 0 0 0,2 0-290 0 0,-1 1 1 0 0,1 0-1 0 0,0 0 0 0 0,0 0 1 0 0,0 0-1 0 0,0 0 0 0 0,0 0 1 0 0,0 1-1 0 0,0-1 0 0 0,0 1 1 0 0,0-1-1 0 0,0 1 0 0 0,0 0 1 0 0,0 0-1 0 0,0 0 0 0 0,1 0 1 0 0,-1 0-1 0 0,0 0 0 0 0,0 0 1 0 0,1 0-1 0 0,-3 3 0 0 0,-1 2-8 0 0,1 1 0 0 0,-1 0-1 0 0,1 0 1 0 0,0 0 0 0 0,1 0-1 0 0,0 0 1 0 0,0 1 0 0 0,0 0-1 0 0,1-1 1 0 0,0 1 0 0 0,-1 12-1 0 0,2-7 5 0 0,1 0 0 0 0,0 0 0 0 0,1 0 0 0 0,0 1 0 0 0,1-2 1 0 0,6 23-1 0 0,-2-17-1 0 0,0 1 1 0 0,1-2-1 0 0,1 1 1 0 0,1-1-1 0 0,0 0 1 0 0,2-1-1 0 0,-1 0 1 0 0,2 0-1 0 0,23 23 1 0 0,-28-32 19 0 0,1-1 0 0 0,0 1 0 0 0,1-1-1 0 0,10 5 1 0 0,-17-9-18 0 0,1-1 0 0 0,0 0 1 0 0,0 1-1 0 0,0-1 0 0 0,-1 0 0 0 0,1 0 0 0 0,1 0 0 0 0,-1-1 0 0 0,0 1 0 0 0,0-1 0 0 0,0 0 0 0 0,0 0 0 0 0,0 0 0 0 0,0 0 0 0 0,0 0 1 0 0,0-1-1 0 0,6 0 0 0 0,-9 0-6 0 0,1 1-1 0 0,-1 0 1 0 0,0 0 0 0 0,1 0 0 0 0,-1 0 0 0 0,0-1 0 0 0,1 1 0 0 0,-1 0-1 0 0,0 0 1 0 0,0-1 0 0 0,1 1 0 0 0,-1 0 0 0 0,0-1 0 0 0,0 1 0 0 0,1 0-1 0 0,-1-1 1 0 0,0 1 0 0 0,0 0 0 0 0,0-1 0 0 0,1 1 0 0 0,-1 0 0 0 0,0-1-1 0 0,0 1 1 0 0,0 0 0 0 0,0-1 0 0 0,0 1 0 0 0,0-1 0 0 0,0 1-1 0 0,0 0 1 0 0,0-1 0 0 0,0 1 0 0 0,0-1 0 0 0,0 1 0 0 0,-9-16-32 0 0,-18-10-280 0 0,27 25 288 0 0,-7-4-80 0 0,1-1 0 0 0,0 1-1 0 0,1-2 1 0 0,-1 1 0 0 0,1 0 0 0 0,1-1-1 0 0,-1 0 1 0 0,1 0 0 0 0,0 0 0 0 0,-3-10-1 0 0,6 14 50 0 0,0 0-1 0 0,0 0 1 0 0,1 0-1 0 0,0 0 1 0 0,-1 0-1 0 0,1 0 1 0 0,0 0-1 0 0,0 0 1 0 0,1 0-1 0 0,-1 0 1 0 0,1 0-1 0 0,-1 0 1 0 0,1 0-1 0 0,0 0 1 0 0,0 0-1 0 0,1 0 1 0 0,-1 0-1 0 0,0 1 1 0 0,1-1-1 0 0,0 1 1 0 0,-1-1-1 0 0,1 1 1 0 0,0-1-1 0 0,0 1 1 0 0,1 0-1 0 0,-1 0 1 0 0,0 0-1 0 0,1 0 1 0 0,-1 0-1 0 0,6-2 1 0 0,0-1 47 0 0,1 0 1 0 0,0 1 0 0 0,0 0 0 0 0,0 0-1 0 0,0 1 1 0 0,1 0 0 0 0,-1 0 0 0 0,1 1-1 0 0,13-1 1 0 0,-20 3 81 0 0,1 0 0 0 0,-1-1 0 0 0,0 2-1 0 0,1-1 1 0 0,-1 0 0 0 0,1 0 0 0 0,-1 1 0 0 0,0 0 0 0 0,1 0 0 0 0,-1 0-1 0 0,0 0 1 0 0,0 0 0 0 0,1 1 0 0 0,-1-1 0 0 0,0 1 0 0 0,-1 0 0 0 0,1 0 0 0 0,0 0-1 0 0,0 0 1 0 0,-1 1 0 0 0,1-1 0 0 0,-1 1 0 0 0,0-1 0 0 0,0 1 0 0 0,0 0-1 0 0,0 0 1 0 0,0 0 0 0 0,-1 0 0 0 0,2 4 0 0 0,2 8 168 0 0,-2 0 1 0 0,1 0-1 0 0,1 26 1 0 0,-4-26-248 0 0,1-1 1 0 0,0 1-1 0 0,8 25 1 0 0,-5-32-731 0 0</inkml:trace>
</inkml:ink>
</file>

<file path=ppt/ink/ink2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24.2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63 287 6913 0 0,'-10'-10'608'0'0,"2"1"-1"0"0,-15-21 0 0 0,2-8 4612 0 0,21 56-1002 0 0,1 18-3399 0 0,7-10-707 0 0,1-1-1 0 0,2 0 1 0 0,0-1-1 0 0,1 0 1 0 0,21 29-1 0 0,-8-12-116 0 0,167 247 620 0 0,-191-287-570 0 0,0 1 0 0 0,-1-1 0 0 0,1 0-1 0 0,0 0 1 0 0,0 1 0 0 0,0-1-1 0 0,0 0 1 0 0,0 0 0 0 0,0 0 0 0 0,0 0-1 0 0,0 0 1 0 0,1-1 0 0 0,-1 1 0 0 0,0 0-1 0 0,0 0 1 0 0,1-1 0 0 0,-1 1 0 0 0,0-1-1 0 0,1 1 1 0 0,-1-1 0 0 0,1 0-1 0 0,-1 1 1 0 0,1-1 0 0 0,1 0 0 0 0,-2-1 1 0 0,0 0 0 0 0,0 1-1 0 0,1-1 1 0 0,-1 0 0 0 0,0 0 0 0 0,0 0 0 0 0,0-1 0 0 0,0 1 0 0 0,-1 0 0 0 0,1 0 0 0 0,0-1 0 0 0,0 1-1 0 0,-1 0 1 0 0,1-1 0 0 0,-1 1 0 0 0,1 0 0 0 0,-1-1 0 0 0,1 1 0 0 0,-1-1 0 0 0,0 1 0 0 0,0-1 0 0 0,0 1 0 0 0,0-3-1 0 0,13-285 871 0 0,-12 184-916 0 0,17-128 1 0 0,-16 219-413 0 0,0-1 1 0 0,1 1-1 0 0,0 0 0 0 0,1 0 1 0 0,1 0-1 0 0,8-15 0 0 0,-13 28 266 0 0,0 1 0 0 0,0-1 0 0 0,1 1 0 0 0,-1 0-1 0 0,0-1 1 0 0,1 1 0 0 0,-1 0 0 0 0,0-1 0 0 0,1 1 0 0 0,-1 0-1 0 0,0-1 1 0 0,1 1 0 0 0,-1 0 0 0 0,1 0 0 0 0,-1-1-1 0 0,1 1 1 0 0,-1 0 0 0 0,1 0 0 0 0,-1 0 0 0 0,1 0-1 0 0,-1-1 1 0 0,0 1 0 0 0,1 0 0 0 0,-1 0 0 0 0,1 0 0 0 0,-1 0-1 0 0,1 0 1 0 0,-1 0 0 0 0,1 1 0 0 0,-1-1 0 0 0,1 0-1 0 0,-1 0 1 0 0,1 0 0 0 0,-1 0 0 0 0,1 0 0 0 0,-1 1 0 0 0,1-1-1 0 0,-1 0 1 0 0,0 0 0 0 0,1 1 0 0 0,-1-1 0 0 0,1 1-1 0 0,13 17-734 0 0,-11-5 864 0 0</inkml:trace>
</inkml:ink>
</file>

<file path=ppt/ink/ink2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25.0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182 167 2761 0 0,'5'-8'-65'0'0,"0"0"0"0"0,-1-1 1 0 0,1 1-1 0 0,-2-1 1 0 0,5-14-1 0 0,-6 15 646 0 0,1-1-1 0 0,-2 0 1 0 0,1 1 0 0 0,-1-1-1 0 0,0 0 1 0 0,-1-10-1 0 0,0 18-371 0 0,0-1 0 0 0,-1 1-1 0 0,1 0 1 0 0,0-1-1 0 0,0 1 1 0 0,-1 0 0 0 0,1 0-1 0 0,-1-1 1 0 0,1 1-1 0 0,-1 0 1 0 0,1 0 0 0 0,-1 0-1 0 0,0 0 1 0 0,0 0-1 0 0,1-1 1 0 0,-1 1-1 0 0,0 1 1 0 0,0-1 0 0 0,0 0-1 0 0,0 0 1 0 0,0 0-1 0 0,0 0 1 0 0,0 1 0 0 0,-3-2-1 0 0,2 1 62 0 0,-1 1 0 0 0,0-1 0 0 0,0 1 0 0 0,1-1 1 0 0,-1 1-1 0 0,0 0 0 0 0,0 0 0 0 0,0 0 0 0 0,1 1 0 0 0,-1-1 0 0 0,-3 2 0 0 0,-4 0 436 0 0,0 1 1 0 0,1 1 0 0 0,-1 0-1 0 0,1 0 1 0 0,-12 8-1 0 0,14-6-641 0 0,1 0 0 0 0,-1 0 0 0 0,1 0 0 0 0,0 1 0 0 0,1 0 0 0 0,-1 0 0 0 0,1 1 0 0 0,1-1 0 0 0,0 1 0 0 0,0 0 1 0 0,-4 11-1 0 0,2-2-36 0 0,0 0 1 0 0,1 1-1 0 0,1-1 1 0 0,-3 30-1 0 0,6-30-30 0 0,1-1 0 0 0,0 1 0 0 0,1 0 0 0 0,1-1 0 0 0,0 1 0 0 0,9 29-1 0 0,-10-40-31 0 0,1-1-1 0 0,-1 0 0 0 0,1-1 0 0 0,0 1 0 0 0,1 0 0 0 0,-1 0 0 0 0,1-1 1 0 0,0 0-1 0 0,0 1 0 0 0,1-1 0 0 0,-1 0 0 0 0,1-1 0 0 0,0 1 0 0 0,0-1 1 0 0,0 1-1 0 0,0-1 0 0 0,0 0 0 0 0,1-1 0 0 0,-1 1 0 0 0,1-1 0 0 0,0 0 1 0 0,0 0-1 0 0,0 0 0 0 0,0-1 0 0 0,9 2 0 0 0,-12-3 29 0 0,-1 1-1 0 0,1-1 0 0 0,0 0 1 0 0,-1 0-1 0 0,1 0 1 0 0,-1 0-1 0 0,1-1 0 0 0,0 1 1 0 0,-1 0-1 0 0,1-1 1 0 0,-1 1-1 0 0,1-1 0 0 0,-1 1 1 0 0,1-1-1 0 0,-1 0 1 0 0,1 1-1 0 0,-1-1 0 0 0,0 0 1 0 0,1 0-1 0 0,-1 0 1 0 0,0 0-1 0 0,0 0 1 0 0,0-1-1 0 0,0 1 0 0 0,0 0 1 0 0,0 0-1 0 0,0-1 1 0 0,0 1-1 0 0,0 0 0 0 0,0-1 1 0 0,-1 1-1 0 0,1-1 1 0 0,-1 1-1 0 0,1-1 0 0 0,-1 0 1 0 0,0 1-1 0 0,1-1 1 0 0,-1 1-1 0 0,0-3 0 0 0,0 0-62 0 0,0 1-1 0 0,0-1 0 0 0,0 0 1 0 0,-1 1-1 0 0,1-1 0 0 0,-1 0 0 0 0,0 1 1 0 0,0-1-1 0 0,0 1 0 0 0,-1-1 0 0 0,1 1 1 0 0,-1 0-1 0 0,0 0 0 0 0,0-1 0 0 0,0 1 1 0 0,-3-3-1 0 0,4 5 66 0 0,0 0 1 0 0,0 0-1 0 0,-1-1 1 0 0,1 1-1 0 0,0-1 1 0 0,1 1-1 0 0,-1-1 1 0 0,0 1-1 0 0,0-1 1 0 0,1 1-1 0 0,-1-1 1 0 0,1 1-1 0 0,-1-1 1 0 0,1 0-1 0 0,0 1 1 0 0,-1-1-1 0 0,1 0 1 0 0,0 1-1 0 0,0-1 1 0 0,0 0-1 0 0,0 0 1 0 0,1 1-1 0 0,-1-3 1 0 0,2 0-4 0 0,-1 1 1 0 0,1-1 0 0 0,-1 1-1 0 0,1-1 1 0 0,0 1-1 0 0,1 0 1 0 0,-1 0 0 0 0,0-1-1 0 0,6-4 1 0 0,0 1-2 0 0,-1 1 0 0 0,1-1 1 0 0,1 2-1 0 0,-1-1 0 0 0,1 1 0 0 0,0 0 1 0 0,13-5-1 0 0,-18 9 30 0 0,-1 0 1 0 0,0 0-1 0 0,0 1 0 0 0,1-1 1 0 0,-1 1-1 0 0,0-1 1 0 0,1 1-1 0 0,-1 0 0 0 0,0 1 1 0 0,1-1-1 0 0,-1 0 1 0 0,0 1-1 0 0,0 0 0 0 0,1 0 1 0 0,-1 0-1 0 0,0 0 1 0 0,0 0-1 0 0,5 3 0 0 0,-3 0 59 0 0,-1-1 0 0 0,-1 0 0 0 0,1 1 0 0 0,0 0 0 0 0,-1 0 0 0 0,0 0-1 0 0,1 0 1 0 0,-2 0 0 0 0,1 1 0 0 0,0-1 0 0 0,1 6 0 0 0,2 6 127 0 0,0 0 1 0 0,-2 0-1 0 0,0 1 1 0 0,-1-1 0 0 0,0 1-1 0 0,0 24 1 0 0,-5 26-139 0 0,0 5-3439 0 0,4-57-2935 0 0</inkml:trace>
</inkml:ink>
</file>

<file path=ppt/ink/ink2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25.6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250 7 3225 0 0,'25'-6'9851'0'0,"-44"27"-8372"0"0,19-21-1455 0 0,-185 228 4008 0 0,149-179-3584 0 0,30-41-412 0 0,3-5-13 0 0,0 0 1 0 0,0 0 0 0 0,1 0 0 0 0,-1 1 0 0 0,1-1-1 0 0,0 1 1 0 0,0 0 0 0 0,0-1 0 0 0,0 1 0 0 0,1 0 0 0 0,0 0-1 0 0,-2 6 1 0 0,4-10-36 0 0,-1 1 0 0 0,1-1 0 0 0,-1 1 1 0 0,1-1-1 0 0,-1 0 0 0 0,1 0 0 0 0,-1 1 0 0 0,1-1 0 0 0,-1 0 0 0 0,1 0 0 0 0,0 0 0 0 0,-1 0 0 0 0,1 1 0 0 0,0-1 1 0 0,-1 0-1 0 0,1 0 0 0 0,-1 0 0 0 0,1 0 0 0 0,0 0 0 0 0,-1-1 0 0 0,1 1 0 0 0,-1 0 0 0 0,1 0 0 0 0,0 0 0 0 0,22-5-195 0 0,-18 4 143 0 0,8-1 56 0 0,0 1 1 0 0,0 0-1 0 0,0 1 1 0 0,0 0-1 0 0,0 1 1 0 0,-1 1 0 0 0,1 0-1 0 0,0 1 1 0 0,0 0-1 0 0,-1 1 1 0 0,0 0-1 0 0,0 1 1 0 0,21 12-1 0 0,0 3-5 0 0,-1 2-1 0 0,-1 1 1 0 0,38 36-1 0 0,-51-45-872 0 0,-13-11 12 0 0</inkml:trace>
</inkml:ink>
</file>

<file path=ppt/ink/ink2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26.1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44 168 3225 0 0,'-7'-4'-215'0'0,"-14"-8"2585"0"0,20 11-2120 0 0,1 1 0 0 0,-1 0 1 0 0,1-1-1 0 0,-1 1 0 0 0,0 0 0 0 0,1 0 1 0 0,-1-1-1 0 0,0 1 0 0 0,1 0 1 0 0,-1 0-1 0 0,0 0 0 0 0,1 0 1 0 0,-1 0-1 0 0,0 0 0 0 0,0 0 0 0 0,1 0 1 0 0,-1 0-1 0 0,0 0 0 0 0,1 1 1 0 0,-1-1-1 0 0,-1 0 0 0 0,3 3 126 0 0,0-1 0 0 0,1 0 1 0 0,-1 0-1 0 0,0 0 0 0 0,1 0 0 0 0,-1 0 0 0 0,1 0 0 0 0,-1-1 0 0 0,1 1 0 0 0,0 0 0 0 0,0-1 0 0 0,0 1 0 0 0,2 0 0 0 0,-2 0 22 0 0,14 11 228 0 0,0 0 0 0 0,-2 2 0 0 0,0-1 0 0 0,0 2 0 0 0,-2 0 0 0 0,22 34 0 0 0,-18-20-579 0 0,2-1-1 0 0,1 0 1 0 0,31 36-1 0 0,-41-55-23 0 0,0-1-1 0 0,0 0 1 0 0,1-1 0 0 0,0 0 0 0 0,0 0-1 0 0,1-1 1 0 0,0 0 0 0 0,0-1 0 0 0,1 0-1 0 0,0-1 1 0 0,0-1 0 0 0,17 5 0 0 0,-28-8-1 0 0,0-1 1 0 0,0 0 0 0 0,0 0 0 0 0,0 0 0 0 0,0 0 0 0 0,0 0-1 0 0,0 0 1 0 0,0 0 0 0 0,0 0 0 0 0,0 0 0 0 0,0 0 0 0 0,0-1-1 0 0,0 1 1 0 0,0 0 0 0 0,0-1 0 0 0,0 1 0 0 0,0-1 0 0 0,0 1 0 0 0,-1-1-1 0 0,1 1 1 0 0,0-1 0 0 0,0 0 0 0 0,0 1 0 0 0,-1-1 0 0 0,1 0-1 0 0,0 0 1 0 0,-1 1 0 0 0,1-1 0 0 0,-1 0 0 0 0,1 0 0 0 0,-1 0-1 0 0,1 0 1 0 0,-1 0 0 0 0,1 0 0 0 0,-1 0 0 0 0,0 0 0 0 0,0 0-1 0 0,1 0 1 0 0,-1 0 0 0 0,0 0 0 0 0,0 0 0 0 0,0 0 0 0 0,0 0 0 0 0,0 0-1 0 0,-1-1 1 0 0,1-9-7 0 0,-1 0-1 0 0,0 0 1 0 0,-4-16-1 0 0,2 12 85 0 0,-20-108 330 0 0,13 79-468 0 0,1 0-1 0 0,3-1 0 0 0,-1-66 1 0 0,7 99-356 0 0,1 0 1 0 0,0 1-1 0 0,6-22 0 0 0,4 5-5878 0 0</inkml:trace>
</inkml:ink>
</file>

<file path=ppt/ink/ink2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26.5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1 148 3681 0 0,'21'-12'2546'0'0,"9"-6"809"0"0,60-27 1 0 0,-49 30-2613 0 0,1 1 0 0 0,69-14 0 0 0,-33 14-4133 0 0,-66 13 2207 0 0</inkml:trace>
</inkml:ink>
</file>

<file path=ppt/ink/ink2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26.7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2304 0 0,'3'1'1874'0'0,"4"1"-498"0"0,-1 1 1 0 0,1 0-1 0 0,-1 0 0 0 0,1 1 1 0 0,9 7-1 0 0,-12-6-926 0 0,0 1 0 0 0,0 0 1 0 0,-1 0-1 0 0,0 0 0 0 0,0 1 0 0 0,-1-1 0 0 0,0 1 0 0 0,0-1 1 0 0,0 1-1 0 0,0 7 0 0 0,5 75 1243 0 0,-6-54-1391 0 0,17 101-2101 0 0,-15-119 764 0 0,1 13-5024 0 0</inkml:trace>
</inkml:ink>
</file>

<file path=ppt/ink/ink2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27.7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3073 1 6449 0 0,'18'5'10451'0'0,"-13"20"-9562"0"0,0-1 1 0 0,-2 1-1 0 0,0 0 1 0 0,-2 29-1 0 0,3 23-322 0 0,3-21-412 0 0,24 85 1 0 0,3 14-160 0 0,-30-109-91 0 0,-2 0 1 0 0,-3 0-1 0 0,-1 0 1 0 0,-12 62 0 0 0,13-96 114 0 0,-1-1 0 0 0,0 1 0 0 0,-1 0 0 0 0,0-1 0 0 0,-1 0 0 0 0,0 1 0 0 0,-1-1 0 0 0,0-1 0 0 0,-1 1 0 0 0,0-1 0 0 0,-1 0 0 0 0,0 0 0 0 0,0-1 0 0 0,-1 0 0 0 0,0 0 0 0 0,-1-1 0 0 0,0 0 0 0 0,0-1 0 0 0,0 0 0 0 0,-1 0 0 0 0,-18 9 0 0 0,-34 16 54 0 0,-1-2 1 0 0,-1-3 0 0 0,-1-3-1 0 0,-1-3 1 0 0,-88 17 0 0 0,-239 54-405 0 0,-10 2-118 0 0,85-63-397 0 0,212-26 672 0 0,-114 22 0 0 0,-377 81-1294 0 0,303-64 2941 0 0,242-37-1019 0 0,43-6-596 0 0,-72 6-171 0 0,41-11-2599 0 0,36 4 1993 0 0,0-1 0 0 0,1-1 0 0 0,-1 1 1 0 0,0 0-1 0 0,1-1 0 0 0,-1 0 0 0 0,-3-2 1 0 0</inkml:trace>
</inkml:ink>
</file>

<file path=ppt/ink/ink2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28.1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36 66 5817 0 0,'-7'-24'444'0'0,"5"18"263"0"0,1 1 1 0 0,-1-1-1 0 0,0 1 1 0 0,0-1-1 0 0,0 1 1 0 0,-7-3 2541 0 0,5 19-2158 0 0,1 12-166 0 0,2 23 7 0 0,1-1-1 0 0,14 90 0 0 0,30 90-300 0 0,-27-147-359 0 0,118 490 311 0 0,-116-492-475 0 0,-4-13-664 0 0,3-1 0 0 0,2 0 1 0 0,41 84-1 0 0,-55-135-1065 0 0</inkml:trace>
</inkml:ink>
</file>

<file path=ppt/ink/ink2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28.8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0 890 1496 0 0,'26'-29'1282'0'0,"-22"23"-830"0"0,1 1-1 0 0,-1-1 0 0 0,1 1 0 0 0,1 0 0 0 0,-1 0 0 0 0,1 1 0 0 0,-1 0 0 0 0,1 0 0 0 0,10-5 1 0 0,47-16 948 0 0,0 3 1 0 0,70-13 0 0 0,39-14-42 0 0,404-117-79 0 0,-333 101-656 0 0,238-32 1607 0 0,-461 94-2152 0 0,159-22 95 0 0,-82 14-74 0 0,119-30 1 0 0,-132 19 171 0 0,2 1 993 0 0,-2-4 1 0 0,156-67 0 0 0,-206 76-1156 0 0,0 1 0 0 0,2 2 1 0 0,0 2-1 0 0,0 1 0 0 0,1 1 0 0 0,64-5 1 0 0,-53 7 123 0 0,-38 4-153 0 0,0 2-1 0 0,0-1 1 0 0,0 1-1 0 0,1 1 1 0 0,-1 0-1 0 0,0 0 1 0 0,10 3 0 0 0,-17-3-422 0 0,0-1 1 0 0,0 1-1 0 0,-1 0 0 0 0,1-1 1 0 0,0 1-1 0 0,-1-1 1 0 0,1 0-1 0 0,-1 0 1 0 0,1 0-1 0 0,4-3 0 0 0</inkml:trace>
</inkml:ink>
</file>

<file path=ppt/ink/ink2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34.8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349 124 5529 0 0,'-3'-8'387'0'0,"0"0"0"0"0,-1 0 0 0 0,0 0 0 0 0,0 1 0 0 0,-1 0 1 0 0,0 0-1 0 0,0 0 0 0 0,-1 0 0 0 0,0 1 0 0 0,0 0 0 0 0,0 0 0 0 0,-1 1 0 0 0,-11-8 0 0 0,14 10-149 0 0,-1 1 0 0 0,1-1 0 0 0,-1 1 0 0 0,1 0 0 0 0,-1 0 0 0 0,0 1-1 0 0,0-1 1 0 0,0 1 0 0 0,0 0 0 0 0,0 1 0 0 0,0-1 0 0 0,0 1 0 0 0,0 0 0 0 0,0 0 0 0 0,-1 0 0 0 0,1 1 0 0 0,0 0 0 0 0,0 0 0 0 0,0 0 0 0 0,0 1-1 0 0,1 0 1 0 0,-1-1 0 0 0,-8 6 0 0 0,4-1-186 0 0,-1 0 1 0 0,1 1-1 0 0,0 1 0 0 0,0-1 0 0 0,1 1 0 0 0,0 1 1 0 0,0-1-1 0 0,1 1 0 0 0,0 1 0 0 0,1-1 0 0 0,-8 17 1 0 0,7-10 89 0 0,0 0 1 0 0,2 0 0 0 0,0 1-1 0 0,1 0 1 0 0,0 0 0 0 0,2 0 0 0 0,-1 18-1 0 0,2 7 123 0 0,3 0-1 0 0,1-1 0 0 0,3 1 1 0 0,1-1-1 0 0,18 63 0 0 0,-17-80-284 0 0,0 0 0 0 0,2 0 0 0 0,0 0 1 0 0,17 26-1 0 0,-21-41 10 0 0,0 0 0 0 0,0 0 1 0 0,1 0-1 0 0,0-1 0 0 0,0 0 1 0 0,1 0-1 0 0,0-1 0 0 0,0 0 1 0 0,1-1-1 0 0,0 1 0 0 0,0-2 1 0 0,16 8-1 0 0,-20-11 22 0 0,0 0-1 0 0,1 0 1 0 0,-1-1 0 0 0,0 0-1 0 0,1 0 1 0 0,-1 0-1 0 0,1-1 1 0 0,-1 0 0 0 0,1 0-1 0 0,-1 0 1 0 0,1-1 0 0 0,-1 1-1 0 0,0-1 1 0 0,1-1 0 0 0,-1 1-1 0 0,0-1 1 0 0,1 0 0 0 0,-1 0-1 0 0,0 0 1 0 0,-1-1 0 0 0,1 0-1 0 0,0 0 1 0 0,-1 0 0 0 0,0 0-1 0 0,1-1 1 0 0,3-5 0 0 0,-1 2 61 0 0,-1-1 1 0 0,0 0 0 0 0,0 0-1 0 0,-1-1 1 0 0,0 1-1 0 0,0-1 1 0 0,-1 0 0 0 0,-1-1-1 0 0,1 1 1 0 0,-1-1 0 0 0,-1 1-1 0 0,0-1 1 0 0,1-16 0 0 0,0-27 140 0 0,-3 1 1 0 0,-2 0-1 0 0,-11-66 1 0 0,7 83-86 0 0,-1 1 0 0 0,-2 1 0 0 0,-2 0 0 0 0,0 0 0 0 0,-32-59 0 0 0,35 75-244 0 0,-2 1 0 0 0,0 0 0 0 0,-1 0 0 0 0,0 1 0 0 0,-1 1 1 0 0,-16-16-1 0 0,28 30 51 0 0,-1-1 0 0 0,1 1 0 0 0,0-1 0 0 0,-1 1 0 0 0,1 0 1 0 0,-1-1-1 0 0,1 1 0 0 0,0 0 0 0 0,-1-1 0 0 0,1 1 0 0 0,-1 0 1 0 0,1-1-1 0 0,-1 1 0 0 0,1 0 0 0 0,-1 0 0 0 0,1-1 0 0 0,-1 1 1 0 0,1 0-1 0 0,-1 0 0 0 0,1 0 0 0 0,-1 0 0 0 0,1 0 0 0 0,-1 0 0 0 0,0 0 1 0 0,1 0-1 0 0,-1 0 0 0 0,1 0 0 0 0,-1 0 0 0 0,1 0 0 0 0,-1 0 1 0 0,1 0-1 0 0,-1 1 0 0 0,1-1 0 0 0,-1 0 0 0 0,1 0 0 0 0,-1 1 0 0 0,1-1 1 0 0,-1 0-1 0 0,1 1 0 0 0,-1-1 0 0 0,1 0 0 0 0,0 1 0 0 0,-1-1 1 0 0,1 1-1 0 0,0-1 0 0 0,-1 1 0 0 0,-1 6-1444 0 0</inkml:trace>
</inkml:ink>
</file>

<file path=ppt/ink/ink2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35.1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 12443 0 0,'0'1'41'0'0,"0"-1"1"0"0,0 0-1 0 0,0 0 1 0 0,0 0 0 0 0,0 0-1 0 0,0 0 1 0 0,1 0-1 0 0,-1 0 1 0 0,0 0 0 0 0,0 1-1 0 0,0-1 1 0 0,0 0-1 0 0,0 0 1 0 0,0 0 0 0 0,1 0-1 0 0,-1 0 1 0 0,0 0-1 0 0,0 0 1 0 0,0 0 0 0 0,0 0-1 0 0,0 0 1 0 0,1 0-1 0 0,-1 0 1 0 0,0 0 0 0 0,0 0-1 0 0,0 0 1 0 0,0 0-1 0 0,1 0 1 0 0,-1 0 0 0 0,0 0-1 0 0,0 0 1 0 0,0 0-1 0 0,0 0 1 0 0,0 0-1 0 0,0-1 1 0 0,1 1 0 0 0,-1 0-1 0 0,0 0 1 0 0,0 0-1 0 0,0 0 1 0 0,0 0 0 0 0,0 0-1 0 0,0 0 1 0 0,0-1-1 0 0,1 1 1 0 0,-1 0 0 0 0,0 0-1 0 0,0 0 1 0 0,0 0-1 0 0,0 0 1 0 0,0 0 0 0 0,0-1-1 0 0,0 1 1 0 0,0 0-1 0 0,0 0 1 0 0,0 0 0 0 0,0 0-1 0 0,0-1 1 0 0,0 1-1 0 0,0 0 1 0 0,0 0 0 0 0,0 0-1 0 0,0 0 1 0 0,0 0-1 0 0,0-1 1 0 0,0 1 0 0 0,0 0-1 0 0,0 0 1 0 0,0 0-1 0 0,7 13 1897 0 0,8 80 305 0 0,-2-9-1049 0 0,36 124 0 0 0,-21-130-1580 0 0,75 144 0 0 0,-102-220 8 0 0,13 30-897 0 0,-13-11-5943 0 0</inkml:trace>
</inkml:ink>
</file>

<file path=ppt/ink/ink2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35.4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14 209 5985 0 0,'-3'-4'110'0'0,"2"0"0"0"0,-1 0 0 0 0,0 0 0 0 0,1 0 0 0 0,0 0 0 0 0,0 0-1 0 0,0-1 1 0 0,0 1 0 0 0,1 0 0 0 0,-1-1 0 0 0,1 1 0 0 0,0 0 0 0 0,1-1 0 0 0,-1 1-1 0 0,1 0 1 0 0,0 0 0 0 0,0-1 0 0 0,0 1 0 0 0,0 0 0 0 0,1 0 0 0 0,0 0 0 0 0,-1 0-1 0 0,2 0 1 0 0,-1 1 0 0 0,4-6 0 0 0,-1 3 152 0 0,0-1 0 0 0,0 1 1 0 0,0 0-1 0 0,1 0 0 0 0,0 1 0 0 0,1 0 0 0 0,-1 0 1 0 0,1 0-1 0 0,0 1 0 0 0,0 0 0 0 0,0 0 0 0 0,13-4 1 0 0,74-14 1985 0 0,-78 19-2448 0 0</inkml:trace>
</inkml:ink>
</file>

<file path=ppt/ink/ink2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35.6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1 220 3209 0 0,'54'-22'5287'0'0,"-19"0"-3657"0"0,-2-2-1 0 0,38-33 0 0 0,24-18-5035 0 0,-67 55 2030 0 0</inkml:trace>
</inkml:ink>
</file>

<file path=ppt/ink/ink2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35.9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 0 6913 0 0,'-1'1'137'0'0,"-1"1"-1"0"0,0-1 0 0 0,1 1 0 0 0,0-1 1 0 0,-1 1-1 0 0,1-1 0 0 0,0 1 0 0 0,0 0 1 0 0,0 0-1 0 0,0 0 0 0 0,0-1 0 0 0,0 1 1 0 0,0 0-1 0 0,1 0 0 0 0,-1 0 0 0 0,1 0 1 0 0,0 0-1 0 0,-1 0 0 0 0,1 1 0 0 0,0-1 1 0 0,0 0-1 0 0,1 4 0 0 0,6 57 3846 0 0,-4-45-3036 0 0,5 31 949 0 0,3 0 0 0 0,17 52 0 0 0,47 89-321 0 0,-60-156-1569 0 0,-1 1-1 0 0,9 36 1 0 0,-14-22-2370 0 0,-5 0-3494 0 0</inkml:trace>
</inkml:ink>
</file>

<file path=ppt/ink/ink2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36.1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1 457 4145 0 0,'0'-10'324'0'0,"-1"0"1"0"0,1 1-1 0 0,0-1 1 0 0,1 1-1 0 0,1-1 0 0 0,-1 1 1 0 0,1-1-1 0 0,1 1 1 0 0,0 0-1 0 0,0 0 0 0 0,0 0 1 0 0,1 1-1 0 0,6-10 1 0 0,-1-2 85 0 0,8-18 1212 0 0,2 0-1 0 0,1 0 1 0 0,2 2 0 0 0,1 1 0 0 0,55-63 0 0 0,-77 97-1715 0 0,0 0-1 0 0,1-1 0 0 0,-1 1 1 0 0,0 0-1 0 0,1 0 1 0 0,-1 0-1 0 0,1 0 1 0 0,0 0-1 0 0,-1 0 1 0 0,1 0-1 0 0,0 1 1 0 0,-1-1-1 0 0,1 1 1 0 0,2-1-1 0 0,-3 1-58 0 0,0 0 1 0 0,0 0-1 0 0,0 0 0 0 0,0 1 0 0 0,0-1 1 0 0,0 0-1 0 0,-1 1 0 0 0,1-1 0 0 0,0 0 1 0 0,0 1-1 0 0,0-1 0 0 0,0 1 0 0 0,-1-1 1 0 0,1 1-1 0 0,0 0 0 0 0,0-1 0 0 0,-1 1 1 0 0,1 0-1 0 0,0-1 0 0 0,-1 1 0 0 0,1 0 1 0 0,-1 0-1 0 0,1 0 0 0 0,-1 0 0 0 0,0-1 1 0 0,1 1-1 0 0,0 2 0 0 0</inkml:trace>
</inkml:ink>
</file>

<file path=ppt/ink/ink2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36.3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2 166 10594 0 0,'-1'6'4426'0'0,"26"-19"-2623"0"0,37-26-6 0 0,44-29 398 0 0,-32 28-4373 0 0,-52 29-4560 0 0</inkml:trace>
</inkml:ink>
</file>

<file path=ppt/ink/ink2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51.3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1 195 5065 0 0,'10'-11'3939'0'0,"-10"12"-3895"0"0,-1-1 1 0 0,1 0 0 0 0,0 0-1 0 0,0 0 1 0 0,0 1-1 0 0,0-1 1 0 0,0 0-1 0 0,-1 0 1 0 0,1 0-1 0 0,0 1 1 0 0,0-1-1 0 0,0 0 1 0 0,0 0 0 0 0,0 0-1 0 0,0 1 1 0 0,0-1-1 0 0,0 0 1 0 0,0 0-1 0 0,0 1 1 0 0,0-1-1 0 0,0 0 1 0 0,0 0 0 0 0,0 1-1 0 0,0-1 1 0 0,0 0-1 0 0,0 0 1 0 0,0 1-1 0 0,0-1 1 0 0,0 0-1 0 0,0 0 1 0 0,0 0 0 0 0,0 1-1 0 0,1-1 1 0 0,-1 0-1 0 0,0 0 1 0 0,0 0-1 0 0,0 1 1 0 0,0-1-1 0 0,1 0 1 0 0,-1 0 0 0 0,0 0-1 0 0,0 0 1 0 0,0 1-1 0 0,1-1 1 0 0,-1 0-1 0 0,0 0 1 0 0,0 0-1 0 0,0 0 1 0 0,1 0 0 0 0,-1 0-1 0 0,0 0 1 0 0,0 0-1 0 0,1 0 1 0 0,-1 0-1 0 0,0 0 1 0 0,0 0-1 0 0,1 0 1 0 0,-1 0-1 0 0,0 0 1 0 0,0 0 0 0 0,1 0-1 0 0,-1 0 1 0 0,0 0-1 0 0,0 0 1 0 0,0 0-1 0 0,1 0 1 0 0,-1 0-1 0 0,0 0 1 0 0,1-1 0 0 0,-2 3 682 0 0,1 20 5220 0 0,1-23-5860 0 0,5-1 39 0 0,2-2 37 0 0,0 0-1 0 0,1 1 1 0 0,-1 0-1 0 0,1 1 1 0 0,-1 0-1 0 0,1 0 1 0 0,0 1-1 0 0,-1 0 1 0 0,15 0-1 0 0,-10 1-47 0 0,1 0 0 0 0,-1-1 0 0 0,0-1-1 0 0,0 0 1 0 0,-1-1 0 0 0,1 0 0 0 0,0-1 0 0 0,15-7 0 0 0,-15 5 17 0 0,0 1 0 0 0,0 1 0 0 0,0 1 0 0 0,1 0 0 0 0,-1 0 0 0 0,1 1 0 0 0,24 0 0 0 0,-2 5-115 0 0,1 1 30 0 0,1-2-1 0 0,47-4 0 0 0,98-8 115 0 0,8 1 42 0 0,-170 8-195 0 0,1 1 1 0 0,-1 1-1 0 0,39 7 1 0 0,9 0 74 0 0,-27-8-36 0 0,0-1-1 0 0,47-9 0 0 0,-88 10-46 0 0,39-6 9 0 0,-19 3 3 0 0,0 0 0 0 0,0 1 0 0 0,1 1-1 0 0,-1 1 1 0 0,22 3 0 0 0,-21-1-12 0 0,0-1 0 0 0,1-2 0 0 0,-1 0 0 0 0,43-7 0 0 0,-42 3 0 0 0,0 2 0 0 0,1 1 0 0 0,-1 1 0 0 0,36 4 0 0 0,153 33 144 0 0,-141-23-113 0 0,1-2 0 0 0,-1-4 0 0 0,78-1 0 0 0,-59-4 13 0 0,-43 0-4 0 0,0-2 0 0 0,76-10 0 0 0,-34 0 144 0 0,155 2 0 0 0,-227 8-178 0 0,462 28 132 0 0,-426-21-95 0 0,0-2 0 0 0,0-3-1 0 0,-1-1 1 0 0,57-8 0 0 0,114-5-326 0 0,-65 6 184 0 0,-107 5 379 0 0,66 6 0 0 0,30 0-61 0 0,351-39-182 0 0,-441 29-42 0 0,70-14 0 0 0,-71 9 69 0 0,69-4 0 0 0,-26 7 115 0 0,-49 3-112 0 0,0 2 0 0 0,59 4 0 0 0,415 35 28 0 0,-181-41-29 0 0,-100-3 116 0 0,-62-1-182 0 0,44 0 0 0 0,379 12 0 0 0,-536-3 0 0 0,86 12 0 0 0,-100-7 0 0 0,230 10 0 0 0,-13-1 0 0 0,190-1 3 0 0,-388-14 4 0 0,454 9 142 0 0,236-3 84 0 0,-429-36-183 0 0,-145 10-28 0 0,267-20-22 0 0,-185 12 1 0 0,159-13 198 0 0,33 25-143 0 0,-220 15 71 0 0,-89-2-110 0 0,-41 15 948 0 0,-112-11-975 0 0</inkml:trace>
</inkml:ink>
</file>

<file path=ppt/ink/ink2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58.96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81 1138 3681 0 0,'-13'22'1267'0'0,"1"0"1"0"0,-16 41 0 0 0,0-2 5928 0 0,36-87-5696 0 0,15-32-1022 0 0,284-404 2971 0 0,-231 368-2777 0 0,11-18 730 0 0,-73 92-1341 0 0,0 0 0 0 0,2 0 0 0 0,0 2 0 0 0,1 0 0 0 0,1 1 0 0 0,1 1 0 0 0,0 0 0 0 0,24-13 0 0 0,-15 12-13 0 0,8-6-28 0 0,1 1 0 0 0,2 2 0 0 0,68-25 0 0 0,-64 30 0 0 0,61-31 0 0 0,-72 30-11 0 0,0 2-1 0 0,2 1 1 0 0,56-15 0 0 0,-11 17 38 0 0,-54 9-20 0 0,0-1 0 0 0,40-11 0 0 0,-36 6 37 0 0,1 1 0 0 0,0 2 0 0 0,1 1 0 0 0,46 0 0 0 0,-14 6-50 0 0,-36 0-30 0 0,1-1 1 0 0,32-5 0 0 0,109-10 148 0 0,-90 9-138 0 0,-55 3 14 0 0,120-5 150 0 0,-46 0-112 0 0,-70 4-25 0 0,0 1 1 0 0,0 1-1 0 0,39 4 0 0 0,-18 2 16 0 0,1-2 1 0 0,0-2-1 0 0,0-3 1 0 0,88-13-1 0 0,-104 12 13 0 0,0 1 0 0 0,1 1-1 0 0,38 6 1 0 0,-39-3-64 0 0,1 0 1 0 0,-1-3-1 0 0,39-4 0 0 0,-2-3 45 0 0,1 3 0 0 0,0 3 0 0 0,128 14 0 0 0,0-8 67 0 0,-44-4-38 0 0,222 34-93 0 0,-266-22 96 0 0,144-4 0 0 0,-41 9 160 0 0,-33-1 56 0 0,-10-2-299 0 0,-106-7 20 0 0,0-2 0 0 0,70-5 0 0 0,-24-6-1 0 0,-45 4 0 0 0,122-20 0 0 0,-124 9 8 0 0,115-6 0 0 0,-88 14 104 0 0,151-28 0 0 0,-198 26-113 0 0,0 2 0 0 0,0 3 0 0 0,56 3 0 0 0,55-3 59 0 0,-58-2-53 0 0,110 11 0 0 0,-86-1-5 0 0,225 0 246 0 0,-171 1-391 0 0,50 0 120 0 0,49 2 97 0 0,-1 0-68 0 0,-253-10-3 0 0,618-29 62 0 0,-490 28 55 0 0,156 17-1 0 0,-187-7-87 0 0,427 10-43 0 0,-324-13 10 0 0,-24 6-11 0 0,58 0-39 0 0,156-1 40 0 0,-374-9 12 0 0,83 5 12 0 0,132 1 45 0 0,267-41 174 0 0,-441 25-198 0 0,-38 4 11 0 0,1 1 0 0 0,-1 1 1 0 0,55 5-1 0 0,-20 4 132 0 0,67 10 213 0 0,-101-2-311 0 0,-36-11-304 0 0,0-1 0 0 0,0 0 0 0 0,0 0 0 0 0,0 0 0 0 0,0-1 0 0 0,1 0 0 0 0,-1 0 0 0 0,1 0 0 0 0,9-1 0 0 0,-8 0-397 0 0</inkml:trace>
</inkml:ink>
</file>

<file path=ppt/ink/ink2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59.82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31 76 7834 0 0,'-5'-17'1157'0'0,"3"10"-168"0"0,1 1-1 0 0,-1 0 1 0 0,0 0-1 0 0,-1 0 1 0 0,1 0-1 0 0,-1 0 1 0 0,-7-10 0 0 0,17 51 1196 0 0,130 808-1215 0 0,-130-749-1183 0 0,-4 1-1 0 0,-10 98 1 0 0,7-161-2742 0 0,1-29 1818 0 0</inkml:trace>
</inkml:ink>
</file>

<file path=ppt/ink/ink2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2:01.18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80 347 6913 0 0,'-9'-5'241'0'0,"-2"-1"418"0"0,0 0 0 0 0,-18-14-1 0 0,28 19-532 0 0,-1 0-1 0 0,1 0 0 0 0,0 0 0 0 0,-1 0 0 0 0,1 0 1 0 0,0 0-1 0 0,0-1 0 0 0,0 1 0 0 0,0 0 0 0 0,0-1 1 0 0,0 1-1 0 0,0-1 0 0 0,0 1 0 0 0,1-1 0 0 0,-1 0 1 0 0,0 1-1 0 0,1-1 0 0 0,-1 0 0 0 0,1 1 1 0 0,0-1-1 0 0,0 0 0 0 0,0 1 0 0 0,0-1 0 0 0,0 0 1 0 0,0 0-1 0 0,0 1 0 0 0,0-1 0 0 0,1-2 0 0 0,1 1-25 0 0,-1 1 0 0 0,0 0 0 0 0,1 0 0 0 0,0 1 0 0 0,0-1 0 0 0,-1 0 0 0 0,1 0 0 0 0,0 1 1 0 0,0-1-1 0 0,1 1 0 0 0,-1 0 0 0 0,0 0 0 0 0,0-1 0 0 0,4 0 0 0 0,39-12 576 0 0,-31 11-595 0 0,85-20 353 0 0,1 5 0 0 0,125-7-1 0 0,-40 5-163 0 0,118-21 16 0 0,193-24 1488 0 0,-1 36 372 0 0,-421 29-1946 0 0,1 4-1 0 0,121 21 0 0 0,-166-20-164 0 0,-1-3 1 0 0,52 0-1 0 0,-56-3-197 0 0,0 1-1 0 0,1 2 0 0 0,-1 0 1 0 0,39 10-1 0 0,-48-8 338 0 0,-9-2-169 0 0,0 0 0 0 0,0 0 0 0 0,0 1 0 0 0,0 0 0 0 0,7 4 0 0 0,-11-5 35 0 0,0 0 1 0 0,0 0-1 0 0,-1 1 0 0 0,1-1 1 0 0,-1 1-1 0 0,1 0 0 0 0,-1 0 1 0 0,0 0-1 0 0,0 0 0 0 0,-1 0 1 0 0,1 1-1 0 0,0-1 0 0 0,1 6 1 0 0,107 363 1406 0 0,65 258-1468 0 0,-147-554-116 0 0,10 30 171 0 0,-35-93 30 0 0,0 0 0 0 0,-1 0 0 0 0,0 0 0 0 0,0 0 0 0 0,-2 0 1 0 0,0 16-1 0 0,0-25-40 0 0,-1 0-1 0 0,1 0 1 0 0,-1 0 0 0 0,0 0 0 0 0,0 0 0 0 0,0 0 0 0 0,-1-1 0 0 0,1 1 0 0 0,-1-1 0 0 0,0 1 0 0 0,0-1 0 0 0,0 1 0 0 0,0-1-1 0 0,0 0 1 0 0,-1 0 0 0 0,0 0 0 0 0,0 0 0 0 0,1-1 0 0 0,-2 1 0 0 0,1-1 0 0 0,0 0 0 0 0,-6 4 0 0 0,-1-2 38 0 0,1-1 1 0 0,-1 0-1 0 0,0 0 1 0 0,0-1 0 0 0,0 0-1 0 0,0-1 1 0 0,-16 0-1 0 0,-223 27 147 0 0,170-16-354 0 0,0-4-1 0 0,-112-1 0 0 0,21-17-172 0 0,-131-4 147 0 0,205 14 14 0 0,-110 14-1 0 0,136-5 132 0 0,-58 8-107 0 0,0-6 0 0 0,-142-5 0 0 0,27 1 6 0 0,105 1 65 0 0,-125-11 32 0 0,241 3-5 0 0,2 1 70 0 0,1-1-1 0 0,-1-1 1 0 0,1 0-1 0 0,-1-2 1 0 0,-21-5 0 0 0,24-4 255 0 0,16 12-345 0 0,1 0 0 0 0,0 0 0 0 0,-1-1 0 0 0,1 1 0 0 0,-1 0 0 0 0,1 0 0 0 0,0 0 0 0 0,-1-1 0 0 0,1 1 0 0 0,0 0 0 0 0,-1-1 0 0 0,1 1 0 0 0,0 0 0 0 0,0-1 0 0 0,-1 1 0 0 0,1-1-1 0 0,0 1 1 0 0,0 0 0 0 0,-1-1 0 0 0,1 1 0 0 0,0-1 0 0 0,0 1 0 0 0,0 0 0 0 0,0-1 0 0 0,0 1 0 0 0,0-1 0 0 0,0 1 0 0 0,0-1 0 0 0,0 1 0 0 0,0-1 0 0 0,0 1 0 0 0,0-1 0 0 0,0 1 0 0 0,0 0 0 0 0,0-1 0 0 0,0 1 0 0 0,0-1 0 0 0,1 1 0 0 0,-1-1 0 0 0</inkml:trace>
</inkml:ink>
</file>

<file path=ppt/ink/ink2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3:56.93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6971 176 1840 0 0,'7'-22'1603'0'0,"-6"21"-1344"0"0,-1 0 1 0 0,1-1-1 0 0,0 1 0 0 0,0-1 1 0 0,-1 1-1 0 0,1 0 1 0 0,-1-1-1 0 0,0 1 0 0 0,1-1 1 0 0,-1 0-1 0 0,0 1 0 0 0,0-1 1 0 0,0 1-1 0 0,0-1 1 0 0,0 1-1 0 0,0-1 0 0 0,0 1 1 0 0,0-1-1 0 0,-1 1 1 0 0,1-1-1 0 0,-1 1 0 0 0,0-3 1 0 0,-4-7 557 0 0,-1 1 0 0 0,0 0 0 0 0,0 0 0 0 0,0 0 0 0 0,-11-10 0 0 0,13 16-747 0 0,0 1-1 0 0,0 0 1 0 0,0 0-1 0 0,0 0 1 0 0,0 0 0 0 0,-1 1-1 0 0,1 0 1 0 0,-1 0 0 0 0,0 0-1 0 0,0 0 1 0 0,0 1-1 0 0,0 0 1 0 0,0 0 0 0 0,-8-1-1 0 0,-94-7 699 0 0,-1 5 1 0 0,1 5-1 0 0,-1 4 0 0 0,1 5 0 0 0,-125 27 0 0 0,134-11-476 0 0,-163 64-1 0 0,-84 65-171 0 0,73-31-135 0 0,-58 45-747 0 0,14 26 673 0 0,252-154 16 0 0,-86 63 31 0 0,31-20-120 0 0,55-37 112 0 0,2 2 0 0 0,2 3 0 0 0,2 2 0 0 0,-65 80-1 0 0,-19 15-165 0 0,83-90 99 0 0,-93 119 0 0 0,-246 349-454 0 0,264-361 532 0 0,-163 267 1 0 0,92-149-18 0 0,29-46-144 0 0,136-175 4 0 0,-147 203-451 0 0,122-184 615 0 0,-106 175 0 0 0,-95 228 32 0 0,167-331 24 0 0,58-93-10 0 0,-63 123 1 0 0,96-165-37 0 0,-164 330-169 0 0,-143 160-65 0 0,188-287 256 0 0,95-162 0 0 0,-249 486 42 0 0,247-477-33 0 0,3 1 0 0 0,4 1 0 0 0,2 2 0 0 0,-20 103 1 0 0,32-117 20 0 0,-66 345 21 0 0,60-283 320 0 0,-2 166 1 0 0,19-189-207 0 0,18 166 0 0 0,-13-236-136 0 0,2 0 0 0 0,1 0-1 0 0,2-1 1 0 0,0 0-1 0 0,2 0 1 0 0,1-1 0 0 0,1 0-1 0 0,1-1 1 0 0,1 0 0 0 0,29 37-1 0 0,-30-48-117 0 0,0-1-1 0 0,1 0 1 0 0,1-1-1 0 0,0-1 1 0 0,0 0 0 0 0,1-1-1 0 0,1-1 1 0 0,0 0-1 0 0,0-1 1 0 0,0-1-1 0 0,1-1 1 0 0,0 0-1 0 0,0-2 1 0 0,1 0-1 0 0,36 3 1 0 0,-23-4 18 0 0,0-3 0 0 0,0 0 0 0 0,0-2 0 0 0,0-2 0 0 0,-1-1 0 0 0,1-1 0 0 0,-1-1 0 0 0,49-20 0 0 0,-11-4 128 0 0,-1-4 0 0 0,-2-3-1 0 0,-2-2 1 0 0,64-52-1 0 0,47-29 111 0 0,-96 71-95 0 0,-3-5-1 0 0,80-73 1 0 0,-86 61-42 0 0,90-84 835 0 0,156-194 0 0 0,-45 39-233 0 0,-177 203-536 0 0,105-139 328 0 0,-53 58-80 0 0,168-210 835 0 0,94-143-812 0 0,-341 453-396 0 0,81-134 0 0 0,-98 137 21 0 0,4 3 0 0 0,89-101 1 0 0,-83 111 3 0 0,-4-2 0 0 0,-3-3 1 0 0,60-108-1 0 0,169-259-231 0 0,-169 269 226 0 0,-62 84-126 0 0,75-177 1 0 0,-36 65-7 0 0,225-370-159 0 0,-161 287 171 0 0,24-38-30 0 0,-146 272 141 0 0,287-424-689 0 0,-19 101 824 0 0,-262 324-10 0 0,-2-1 1 0 0,-2-2-1 0 0,-3-1 0 0 0,40-86 0 0 0,-48 88-107 0 0,-8 13 0 0 0,3 0 0 0 0,0 1 0 0 0,3 0 0 0 0,1 2 0 0 0,41-50 0 0 0,-48 68 129 0 0,-2-1-1 0 0,0 0 1 0 0,0-1-1 0 0,-2 0 0 0 0,0-1 1 0 0,14-31-1 0 0,81-233 782 0 0,-97 255-778 0 0,6-15 99 0 0,10-46 0 0 0,-22 72-229 0 0,-1 0 0 0 0,0 0 0 0 0,-1 0 1 0 0,0-1-1 0 0,-2 1 0 0 0,-3-23 0 0 0,-1 2-453 0 0,2 18 37 0 0</inkml:trace>
</inkml:ink>
</file>

<file path=ppt/ink/ink2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0.54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77 44 7834 0 0,'-15'-11'2399'0'0,"11"7"-1775"0"0,-1 1-1 0 0,0-1 1 0 0,1 1-1 0 0,-2 0 0 0 0,1 0 1 0 0,0 0-1 0 0,0 1 1 0 0,-1-1-1 0 0,-10-2 1 0 0,16 8-221 0 0,1 1 0 0 0,-1-1 0 0 0,1 0 0 0 0,-1 0 0 0 0,1-1 0 0 0,0 1 0 0 0,1 0 0 0 0,-1 0 0 0 0,3 4 0 0 0,154 285 2088 0 0,-143-265-2491 0 0,1-1 0 0 0,1-1 0 0 0,2-1 0 0 0,0 0 0 0 0,2-1 0 0 0,40 34 0 0 0,-59-55 5 0 0,-1-1 1 0 0,1 1-1 0 0,0-1 1 0 0,0 0-1 0 0,0 0 1 0 0,0 0-1 0 0,0 0 0 0 0,0 0 1 0 0,0 0-1 0 0,0 0 1 0 0,0-1-1 0 0,0 1 1 0 0,0-1-1 0 0,1 0 0 0 0,-1 1 1 0 0,0-1-1 0 0,0 0 1 0 0,0 0-1 0 0,1 0 1 0 0,-1-1-1 0 0,0 1 1 0 0,0-1-1 0 0,0 1 0 0 0,0-1 1 0 0,0 1-1 0 0,1-1 1 0 0,-1 0-1 0 0,0 0 1 0 0,-1 0-1 0 0,4-2 0 0 0,2-3 26 0 0,0-1-1 0 0,-1 0 1 0 0,1 0-1 0 0,-2 0 1 0 0,11-17-1 0 0,-14 21-29 0 0,167-229-214 0 0,-152 210-1812 0 0</inkml:trace>
</inkml:ink>
</file>

<file path=ppt/ink/ink2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0.76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21 1 10594 0 0,'-2'1'255'0'0,"1"0"-1"0"0,-1 0 1 0 0,1 0-1 0 0,-1 0 0 0 0,1 1 1 0 0,0-1-1 0 0,0 0 1 0 0,-1 1-1 0 0,1-1 1 0 0,0 1-1 0 0,0 0 1 0 0,1-1-1 0 0,-1 1 1 0 0,0 0-1 0 0,0-1 0 0 0,1 1 1 0 0,-1 0-1 0 0,1 0 1 0 0,0 0-1 0 0,0 0 1 0 0,-1-1-1 0 0,1 1 1 0 0,0 0-1 0 0,0 0 0 0 0,1 0 1 0 0,-1 0-1 0 0,0 0 1 0 0,1-1-1 0 0,-1 1 1 0 0,1 0-1 0 0,1 3 1 0 0,2 8 598 0 0,1 0 0 0 0,1 0 0 0 0,9 14 0 0 0,-9-15-768 0 0,7 12 163 0 0,-3-7-514 0 0,-2 0 1 0 0,0 1-1 0 0,7 20 0 0 0,-12-27-749 0 0</inkml:trace>
</inkml:ink>
</file>

<file path=ppt/ink/ink2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0.96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40 109 2761 0 0,'-2'-1'319'0'0,"1"0"1"0"0,-1-1 0 0 0,0 0 0 0 0,0 1 0 0 0,1-1 0 0 0,-1 0 0 0 0,1 0 0 0 0,-1 0 0 0 0,1 0 0 0 0,0 0 0 0 0,0-1-1 0 0,0 1 1 0 0,-2-4 0 0 0,-10-34 3467 0 0,12 39-3595 0 0,1-1-1 0 0,-1 1 1 0 0,1-1-1 0 0,-1 1 1 0 0,1-1-1 0 0,-1 0 1 0 0,1 1-1 0 0,0-1 1 0 0,0 0-1 0 0,0 1 1 0 0,0-1-1 0 0,0 0 1 0 0,0 1-1 0 0,1-1 1 0 0,-1 1-1 0 0,0-1 0 0 0,1 0 1 0 0,-1 1-1 0 0,1-1 1 0 0,1-2-1 0 0,-1 4-175 0 0,1-1 0 0 0,-1 1 0 0 0,0-1 0 0 0,1 1 0 0 0,-1 0-1 0 0,0-1 1 0 0,1 1 0 0 0,-1 0 0 0 0,0 0 0 0 0,1 0 0 0 0,-1 0 0 0 0,0 0-1 0 0,1 1 1 0 0,-1-1 0 0 0,0 0 0 0 0,1 0 0 0 0,-1 1 0 0 0,0-1-1 0 0,1 1 1 0 0,-1-1 0 0 0,0 1 0 0 0,0 0 0 0 0,0 0 0 0 0,0-1-1 0 0,2 2 1 0 0,32 16 83 0 0,-24-13-14 0 0</inkml:trace>
</inkml:ink>
</file>

<file path=ppt/ink/ink2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1.36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1 210 3225 0 0,'0'1'358'0'0,"0"0"0"0"0,1 1 0 0 0,-1-1 0 0 0,1 0 1 0 0,-1 1-1 0 0,1-1 0 0 0,0 0 0 0 0,0 0 0 0 0,-1 0 1 0 0,1 1-1 0 0,0-1 0 0 0,0 0 0 0 0,0 0 0 0 0,0 0 1 0 0,0-1-1 0 0,2 3 0 0 0,27 16 3778 0 0,-12-7-1897 0 0,-4 1-1249 0 0,-1 0 0 0 0,0 1 0 0 0,16 22 0 0 0,-21-25-948 0 0,0 0-1 0 0,1-1 1 0 0,0 0-1 0 0,1 0 1 0 0,0-1-1 0 0,0 0 1 0 0,1-1-1 0 0,18 11 1 0 0,-29-19-68 0 0,0 0 1 0 0,1-1-1 0 0,-1 1 1 0 0,0-1-1 0 0,0 1 0 0 0,0 0 1 0 0,1-1-1 0 0,-1 1 1 0 0,0 0-1 0 0,0-1 0 0 0,0 1 1 0 0,0-1-1 0 0,0 1 1 0 0,0 0-1 0 0,0-1 1 0 0,0 1-1 0 0,0-1 0 0 0,0 1 1 0 0,0-1-1 0 0,0 1 1 0 0,0 0-1 0 0,0-1 0 0 0,0 1 1 0 0,0 0-1 0 0,-1-1 1 0 0,1 1-1 0 0,0-1 1 0 0,0 1-1 0 0,0 0 0 0 0,-1-1 1 0 0,1 1-1 0 0,-1-1 1 0 0,-9-28-424 0 0,4 11 228 0 0,0-5 9 0 0,2 0-1 0 0,0 1 1 0 0,1-1-1 0 0,1-1 0 0 0,2-31 1 0 0,1 38 161 0 0,1 0-1 0 0,1 0 1 0 0,0 1-1 0 0,1-1 1 0 0,0 1 0 0 0,2 0-1 0 0,0 0 1 0 0,9-17 0 0 0,-14 30 72 0 0,0 1 1 0 0,1-1-1 0 0,-1 1 1 0 0,0 0 0 0 0,1 0-1 0 0,-1 0 1 0 0,1 0-1 0 0,-1 0 1 0 0,1 0 0 0 0,0 0-1 0 0,0 0 1 0 0,0 1-1 0 0,0-1 1 0 0,0 1 0 0 0,0-1-1 0 0,1 1 1 0 0,-1 0-1 0 0,0 0 1 0 0,1 0 0 0 0,-1 0-1 0 0,1 0 1 0 0,-1 1-1 0 0,1-1 1 0 0,-1 1 0 0 0,1-1-1 0 0,0 1 1 0 0,-1 0-1 0 0,1 0 1 0 0,-1 0 0 0 0,1 0-1 0 0,0 1 1 0 0,-1-1-1 0 0,1 1 1 0 0,-1 0-1 0 0,1-1 1 0 0,-1 1 0 0 0,0 0-1 0 0,1 1 1 0 0,-1-1-1 0 0,0 0 1 0 0,1 1 0 0 0,1 1-1 0 0,7 5-372 0 0,-1 1-1 0 0,1 0 1 0 0,-1 1-1 0 0,-1 0 0 0 0,0 0 1 0 0,13 20-1 0 0,-9-11-5205 0 0</inkml:trace>
</inkml:ink>
</file>

<file path=ppt/ink/ink2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1.70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109 244 920 0 0,'16'-37'4386'0'0,"-14"28"-3903"0"0,0-1 0 0 0,-1 0 0 0 0,0 0 0 0 0,0 1 0 0 0,-1-1 0 0 0,0 0 0 0 0,-1 0 0 0 0,0 0-1 0 0,0 0 1 0 0,-4-10 0 0 0,3 15-315 0 0,1 0 0 0 0,-1 0 1 0 0,0 0-1 0 0,-1 0 0 0 0,1 1 0 0 0,-1-1 0 0 0,0 1 0 0 0,0-1 0 0 0,-1 1 0 0 0,1 0 0 0 0,-1 0 0 0 0,0 0 1 0 0,0 1-1 0 0,0-1 0 0 0,0 1 0 0 0,-1 0 0 0 0,1 1 0 0 0,-1-1 0 0 0,0 1 0 0 0,-5-3 0 0 0,9 5-147 0 0,-1-1-1 0 0,1 0 1 0 0,0 1 0 0 0,0-1-1 0 0,0 1 1 0 0,-1 0-1 0 0,1-1 1 0 0,0 1-1 0 0,-1 0 1 0 0,1 0-1 0 0,0 0 1 0 0,0-1 0 0 0,-1 2-1 0 0,1-1 1 0 0,0 0-1 0 0,-1 0 1 0 0,1 0-1 0 0,0 0 1 0 0,-1 1-1 0 0,1-1 1 0 0,0 1 0 0 0,0-1-1 0 0,0 1 1 0 0,-1-1-1 0 0,1 1 1 0 0,0 0-1 0 0,0 0 1 0 0,0-1-1 0 0,0 1 1 0 0,0 0 0 0 0,0 0-1 0 0,0 0 1 0 0,1 0-1 0 0,-1 0 1 0 0,0 0-1 0 0,0 0 1 0 0,1 1-1 0 0,-1-1 1 0 0,1 0 0 0 0,-1 0-1 0 0,1 0 1 0 0,-1 1-1 0 0,1-1 1 0 0,0 0-1 0 0,0 0 1 0 0,-1 1-1 0 0,1-1 1 0 0,0 0 0 0 0,0 2-1 0 0,0 5 154 0 0,0 0 0 0 0,1-1 0 0 0,-1 1-1 0 0,1 0 1 0 0,1 0 0 0 0,4 14 0 0 0,-4-16-182 0 0,1 1 0 0 0,0-1 0 0 0,0 1-1 0 0,0-1 1 0 0,1 0 0 0 0,0 0 0 0 0,0 0 0 0 0,1-1 0 0 0,-1 1 0 0 0,1-1 0 0 0,1 0 0 0 0,-1-1 0 0 0,0 1-1 0 0,1-1 1 0 0,0 0 0 0 0,0 0 0 0 0,1-1 0 0 0,-1 0 0 0 0,0 0 0 0 0,1 0 0 0 0,0-1 0 0 0,0 0 0 0 0,0 0-1 0 0,0-1 1 0 0,0 0 0 0 0,0 0 0 0 0,13-1 0 0 0,1-1-1131 0 0</inkml:trace>
</inkml:ink>
</file>

<file path=ppt/ink/ink2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2.13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153 10 1376 0 0,'-2'-2'332'0'0,"-1"1"-1"0"0,0 0 0 0 0,0 0 1 0 0,0 0-1 0 0,0 0 0 0 0,0 0 1 0 0,0 1-1 0 0,0-1 0 0 0,0 1 1 0 0,0 0-1 0 0,0 0 0 0 0,0 0 1 0 0,0 0-1 0 0,0 1 1 0 0,0-1-1 0 0,0 1 0 0 0,0-1 1 0 0,1 1-1 0 0,-1 0 0 0 0,0 1 1 0 0,0-1-1 0 0,-3 2 0 0 0,1 0 170 0 0,0 0 0 0 0,0 0 0 0 0,0 0 0 0 0,0 1 0 0 0,0 0 0 0 0,1 0 0 0 0,0 0-1 0 0,0 1 1 0 0,0-1 0 0 0,-5 8 0 0 0,5-4-148 0 0,0 1 1 0 0,0 0-1 0 0,1 0 0 0 0,0 1 1 0 0,0-1-1 0 0,1 0 0 0 0,0 1 1 0 0,1 0-1 0 0,0-1 0 0 0,1 1 1 0 0,0 0-1 0 0,0-1 0 0 0,1 1 1 0 0,0 0-1 0 0,1-1 0 0 0,0 1 0 0 0,0-1 1 0 0,6 13-1 0 0,-6-17-431 0 0,0 1-1 0 0,1-1 1 0 0,-1 0 0 0 0,1 0 0 0 0,1 0-1 0 0,-1 0 1 0 0,1 0 0 0 0,0-1-1 0 0,0 1 1 0 0,0-1 0 0 0,0 0-1 0 0,1-1 1 0 0,0 1 0 0 0,0-1-1 0 0,0 0 1 0 0,0 0 0 0 0,0 0-1 0 0,0-1 1 0 0,1 1 0 0 0,-1-1-1 0 0,1-1 1 0 0,0 1 0 0 0,0-1-1 0 0,0 0 1 0 0,-1 0 0 0 0,1-1-1 0 0,0 0 1 0 0,0 0 0 0 0,0 0-1 0 0,12-3 1 0 0,-16 3-284 0 0,0 0 0 0 0,0-1 0 0 0,0 0 1 0 0,0 1-1 0 0,0-1 0 0 0,0 0 0 0 0,0 0 0 0 0,0 0 0 0 0,0 0 0 0 0,0 0 0 0 0,0-1 1 0 0,-1 1-1 0 0,1-1 0 0 0,0 1 0 0 0,-1-1 0 0 0,1 1 0 0 0,-1-1 0 0 0,0 0 0 0 0,2-3 1 0 0,-1 1-263 0 0,0-1 0 0 0,0 1 0 0 0,-1-1 1 0 0,1 0-1 0 0,-1 0 0 0 0,-1 1 0 0 0,1-1 0 0 0,0-8 1 0 0,-2-6-544 0 0,0 0-1 0 0,-1 0 1 0 0,-7-26 0 0 0,-10-14 1188 0 0,7 0 15337 0 0,32 70-11620 0 0,20 17-2578 0 0,-39-28-1050 0 0,19 16-3 0 0,2 1-171 0 0,37 22 1 0 0,-49-34-1248 0 0,1 0 0 0 0,-1-1 0 0 0,21 6 1 0 0</inkml:trace>
</inkml:ink>
</file>

<file path=ppt/ink/ink2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2.41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6 205 8290 0 0,'-1'-1'92'0'0,"1"1"1"0"0,-1-1-1 0 0,1 1 0 0 0,0-1 1 0 0,-1 1-1 0 0,1-1 0 0 0,-1 1 1 0 0,1-1-1 0 0,0 1 1 0 0,0-1-1 0 0,-1 0 0 0 0,1 1 1 0 0,0-1-1 0 0,0 1 0 0 0,0-1 1 0 0,0 0-1 0 0,0 1 1 0 0,-1-1-1 0 0,1 0 0 0 0,0 1 1 0 0,0-1-1 0 0,1 0 1 0 0,-1 1-1 0 0,0-1 0 0 0,0 1 1 0 0,0-1-1 0 0,0 0 0 0 0,1 0 1 0 0,15-15 2477 0 0,-13 14-2230 0 0,0 0 0 0 0,0 1 1 0 0,0-1-1 0 0,1 1 0 0 0,-1-1 0 0 0,1 1 0 0 0,-1 0 0 0 0,1 0 1 0 0,-1 1-1 0 0,7-1 0 0 0,-6 2-189 0 0,1 1 1 0 0,-1-1-1 0 0,0 1 0 0 0,1 0 1 0 0,-1 0-1 0 0,0 0 1 0 0,-1 1-1 0 0,1 0 0 0 0,0-1 1 0 0,-1 1-1 0 0,1 1 0 0 0,-1-1 1 0 0,0 0-1 0 0,0 1 1 0 0,0-1-1 0 0,4 8 0 0 0,4 7 164 0 0,0 1 0 0 0,8 21 0 0 0,-19-40-310 0 0,6 12 188 0 0,-3-7-14 0 0,-1-1 0 0 0,0 1 0 0 0,0 0 0 0 0,0 0 0 0 0,0 0 0 0 0,-1 0 0 0 0,2 8 0 0 0,-14-57 1069 0 0,8 13-1506 0 0,1 1-1 0 0,2-1 1 0 0,2 1 0 0 0,0-1-1 0 0,2 1 1 0 0,11-42 0 0 0,-3 28-7600 0 0</inkml:trace>
</inkml:ink>
</file>

<file path=ppt/ink/ink2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5.6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 5 456 0 0,'-25'-5'8105'0'0,"33"15"-4471"0"0,-6-6-2973 0 0,6 9-298 0 0,-2 0-1 0 0,1 0 0 0 0,-2 1 1 0 0,0-1-1 0 0,-1 1 1 0 0,0 1-1 0 0,-1-1 0 0 0,3 26 1 0 0,0 126 615 0 0,-6-148-905 0 0,-2 90 11 0 0,0-41-528 0 0,2 0 1 0 0,3 0 0 0 0,14 76-1 0 0,19 26-5220 0 0,-29-146 1898 0 0</inkml:trace>
</inkml:ink>
</file>

<file path=ppt/ink/ink2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6.88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63 245 456 0 0,'-15'-1'-168'0'0,"11"2"482"0"0,0-1-1 0 0,0 0 1 0 0,-1-1 0 0 0,1 1-1 0 0,0-1 1 0 0,0 0 0 0 0,0 0-1 0 0,0 0 1 0 0,-6-3 0 0 0,12 2-42 0 0,1 0 0 0 0,-1 0 0 0 0,1 0 0 0 0,0 1 1 0 0,0-1-1 0 0,0 1 0 0 0,0 0 0 0 0,0-1 0 0 0,6 0 1 0 0,42-9 724 0 0,0 3 0 0 0,1 1 0 0 0,83 1 0 0 0,-12 1-10 0 0,26-9 104 0 0,137-5-42 0 0,390 6-476 0 0,-140-14-250 0 0,-188 6 290 0 0,190 6-193 0 0,-280 10-408 0 0,549-35-1036 0 0,-25 21-1999 0 0,-612 15 2909 0 0,-113 0-48 0 0,0 3 0 0 0,61 7 0 0 0,-114-6 0 0 0,-1 1 1 0 0,1-1 0 0 0,-1 1 0 0 0,1 0-1 0 0,-1 0 1 0 0,1 0 0 0 0,-1 0 0 0 0,6 4-1 0 0,-8-5 147 0 0,-1 0 1 0 0,0 0-1 0 0,1 1 0 0 0,-1-1 0 0 0,0 1 0 0 0,0-1 0 0 0,1 0 0 0 0,-1 1 0 0 0,0-1 1 0 0,0 0-1 0 0,1 1 0 0 0,-1-1 0 0 0,0 1 0 0 0,0-1 0 0 0,0 1 0 0 0,0-1 0 0 0,0 1 1 0 0,1-1-1 0 0,-1 1 0 0 0,0-1 0 0 0,0 1 0 0 0,0-1 0 0 0,0 0 0 0 0,0 1 1 0 0,-1 0-1 0 0,-10 17 1099 0 0,20 33 615 0 0,-6 17 760 0 0,0-8-912 0 0,15 93 0 0 0,98 343-877 0 0,-93-404-369 0 0,-9-42 124 0 0,7 57 1 0 0,-21-105-379 0 0,0 0 1 0 0,0 0-1 0 0,0 0 0 0 0,-1 0 0 0 0,1 1 1 0 0,0-1-1 0 0,-1 0 0 0 0,0 0 1 0 0,1 0-1 0 0,-1 0 0 0 0,0 0 0 0 0,0 0 1 0 0,0 0-1 0 0,0 0 0 0 0,0-1 1 0 0,-1 1-1 0 0,1 0 0 0 0,0-1 0 0 0,-1 1 1 0 0,1 0-1 0 0,-1-1 0 0 0,0 0 1 0 0,0 1-1 0 0,1-1 0 0 0,-1 0 0 0 0,0 0 1 0 0,0 0-1 0 0,0 0 0 0 0,0 0 1 0 0,0-1-1 0 0,-2 1 0 0 0,-10 4-12 0 0,0-2 1 0 0,0 0-1 0 0,-24 2 0 0 0,23-3 95 0 0,-231 21 190 0 0,79-10-158 0 0,-301 3 690 0 0,322-16-752 0 0,-99-2-5 0 0,-59 0-46 0 0,139 5-178 0 0,-172 7-471 0 0,63-1 154 0 0,30-2 331 0 0,-313-7-82 0 0,512-1 114 0 0,-184-10-236 0 0,-58-2 138 0 0,57 2-541 0 0,-55-1-248 0 0,212 9 1137 0 0,-1-2 0 0 0,-115-26 0 0 0,122 19-81 0 0,-14 2 550 0 0,-135 1 0 0 0,53 4-420 0 0,146 4-1868 0 0</inkml:trace>
</inkml:ink>
</file>

<file path=ppt/ink/ink2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7.5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322 13 6449 0 0,'-1'-1'153'0'0,"0"0"-1"0"0,0 0 1 0 0,0 0-1 0 0,0 0 0 0 0,0 0 1 0 0,-1 0-1 0 0,1 0 1 0 0,0 1-1 0 0,-1-1 1 0 0,1 0-1 0 0,-1 1 0 0 0,1-1 1 0 0,0 1-1 0 0,-1-1 1 0 0,1 1-1 0 0,-1 0 1 0 0,1 0-1 0 0,-1-1 0 0 0,0 1 1 0 0,1 0-1 0 0,-1 1 1 0 0,1-1-1 0 0,-1 0 1 0 0,1 0-1 0 0,-1 1 0 0 0,1-1 1 0 0,-3 1-1 0 0,-50 17 1803 0 0,42-13-1400 0 0,1-2-210 0 0,-13 6 511 0 0,-35 17-1 0 0,54-24-748 0 0,-1 1 0 0 0,1 0 0 0 0,0 1 0 0 0,0 0 0 0 0,0-1 0 0 0,0 2 0 0 0,1-1 0 0 0,-1 0-1 0 0,1 1 1 0 0,0 0 0 0 0,-6 10 0 0 0,9-13-101 0 0,1 0-1 0 0,-1 0 1 0 0,0 1-1 0 0,1-1 1 0 0,-1 0-1 0 0,1 1 1 0 0,0-1-1 0 0,0 1 1 0 0,0-1 0 0 0,0 0-1 0 0,0 1 1 0 0,1-1-1 0 0,-1 0 1 0 0,1 1-1 0 0,-1-1 1 0 0,1 0-1 0 0,0 1 1 0 0,0-1-1 0 0,0 0 1 0 0,0 0-1 0 0,0 0 1 0 0,1 0-1 0 0,-1 0 1 0 0,0 0 0 0 0,1 0-1 0 0,2 2 1 0 0,5 6-18 0 0,2-1 0 0 0,-1 1 0 0 0,17 10 1 0 0,-10-7-18 0 0,20 14 17 0 0,-5-2-28 0 0,34 32 0 0 0,-58-50 20 0 0,-1 1 1 0 0,0 0-1 0 0,-1 0 0 0 0,0 0 0 0 0,0 1 0 0 0,-1 0 1 0 0,0 0-1 0 0,0 0 0 0 0,6 18 0 0 0,-10-23 54 0 0,0 0-1 0 0,-1 0 0 0 0,1-1 1 0 0,-1 1-1 0 0,1 0 0 0 0,-1 0 1 0 0,0 0-1 0 0,0 0 0 0 0,-1 0 1 0 0,1-1-1 0 0,-1 1 0 0 0,0 0 1 0 0,0 0-1 0 0,0-1 0 0 0,-1 1 1 0 0,1 0-1 0 0,-1-1 0 0 0,-3 5 1 0 0,1-2 115 0 0,0-2 0 0 0,0 1 1 0 0,-1 0-1 0 0,1-1 0 0 0,-1 0 1 0 0,0 0-1 0 0,-1-1 0 0 0,1 1 1 0 0,-1-1-1 0 0,-8 4 0 0 0,-2-1 171 0 0,-2 0-1 0 0,1-1 0 0 0,-1 0 0 0 0,1-2 1 0 0,-1 0-1 0 0,0-1 0 0 0,-19 0 1 0 0,5-3-241 0 0,22 0-667 0 0,0 0 0 0 0,0 1 0 0 0,0 0 0 0 0,0 1 0 0 0,-16 3 0 0 0,19-2-1109 0 0</inkml:trace>
</inkml:ink>
</file>

<file path=ppt/ink/ink2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7.9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234 78 3225 0 0,'1'-1'136'0'0,"1"-1"1"0"0,-1 0 0 0 0,0 0-1 0 0,0 1 1 0 0,-1-1 0 0 0,1 0-1 0 0,0 0 1 0 0,-1 0 0 0 0,1 0-1 0 0,-1 0 1 0 0,0 0 0 0 0,1 0-1 0 0,-1 0 1 0 0,0 0 0 0 0,0 0-1 0 0,0-1 1 0 0,-1 1 0 0 0,1 0-1 0 0,0 0 1 0 0,-1 0 0 0 0,0 0-1 0 0,1 0 1 0 0,-1 1 0 0 0,0-1-1 0 0,0 0 1 0 0,0 0 0 0 0,0 0-1 0 0,0 1 1 0 0,0-1 0 0 0,-1 0-1 0 0,1 1 1 0 0,0-1 0 0 0,-1 1-1 0 0,1 0 1 0 0,-1-1 0 0 0,0 1-1 0 0,1 0 1 0 0,-1 0 0 0 0,0 0-1 0 0,0 0 1 0 0,0 0 0 0 0,0 1-1 0 0,0-1 1 0 0,0 0 0 0 0,-2 0-1 0 0,-3 0 209 0 0,1 0 0 0 0,0 1-1 0 0,-1-1 1 0 0,1 1-1 0 0,0 0 1 0 0,-1 1-1 0 0,1-1 1 0 0,-1 1 0 0 0,1 1-1 0 0,0-1 1 0 0,0 1-1 0 0,0 0 1 0 0,0 0-1 0 0,0 1 1 0 0,0 0 0 0 0,1 0-1 0 0,-1 0 1 0 0,1 1-1 0 0,0 0 1 0 0,0 0-1 0 0,-5 5 1 0 0,4-4-207 0 0,0 1 0 0 0,0 0 0 0 0,1 0 0 0 0,0 0 1 0 0,0 1-1 0 0,0-1 0 0 0,1 1 0 0 0,0 0 0 0 0,0 1 0 0 0,1-1 0 0 0,0 0 1 0 0,0 1-1 0 0,1 0 0 0 0,0 0 0 0 0,0 0 0 0 0,0 11 0 0 0,2-16-169 0 0,-1 0-1 0 0,2 0 1 0 0,-1 0 0 0 0,0-1-1 0 0,0 1 1 0 0,1 0-1 0 0,-1 0 1 0 0,1 0 0 0 0,0-1-1 0 0,0 1 1 0 0,0 0 0 0 0,0-1-1 0 0,1 1 1 0 0,-1-1-1 0 0,1 0 1 0 0,-1 1 0 0 0,1-1-1 0 0,0 0 1 0 0,0 0 0 0 0,0 0-1 0 0,0 0 1 0 0,4 3-1 0 0,-3-4-87 0 0,0 0 0 0 0,0 0 0 0 0,0 0 0 0 0,0 0 0 0 0,0-1 0 0 0,0 1 0 0 0,0-1 0 0 0,0 0 0 0 0,0 0 0 0 0,0 0 0 0 0,0 0 0 0 0,0 0 0 0 0,0-1 0 0 0,0 1 0 0 0,0-1 0 0 0,-1 0 0 0 0,1 0 0 0 0,0 0 0 0 0,0 0 0 0 0,5-4 0 0 0,0 1 24 0 0,1-2-1 0 0,-1 1 1 0 0,0-1-1 0 0,-1-1 1 0 0,1 1-1 0 0,-1-1 1 0 0,0-1-1 0 0,10-14 1 0 0,0-3 1139 0 0,20-44 0 0 0,-37 67-936 0 0,0 1 0 0 0,1-1 1 0 0,-1 1-1 0 0,1 0 1 0 0,0-1-1 0 0,-1 1 0 0 0,1 0 1 0 0,0 0-1 0 0,0 0 0 0 0,0-1 1 0 0,0 1-1 0 0,0 0 0 0 0,0 0 1 0 0,0 0-1 0 0,0 0 0 0 0,0 0 1 0 0,0 1-1 0 0,0-1 1 0 0,1 0-1 0 0,-1 0 0 0 0,0 1 1 0 0,1-1-1 0 0,-1 1 0 0 0,1-1 1 0 0,-1 1-1 0 0,0 0 0 0 0,1 0 1 0 0,-1-1-1 0 0,1 1 0 0 0,1 0 1 0 0,-2 1-50 0 0,1 0 0 0 0,0 1 0 0 0,0-1 0 0 0,-1 0 1 0 0,1 1-1 0 0,-1-1 0 0 0,1 1 0 0 0,-1-1 0 0 0,0 1 0 0 0,1-1 0 0 0,-1 1 0 0 0,0 0 1 0 0,0 0-1 0 0,0 0 0 0 0,0 0 0 0 0,-1 0 0 0 0,1 0 0 0 0,0 0 0 0 0,-1 0 1 0 0,1 3-1 0 0,8 32 105 0 0,-5-16-168 0 0,1-1 0 0 0,1 0 0 0 0,10 25 0 0 0,-13-39-219 0 0,1 0 0 0 0,-1 0-1 0 0,1 0 1 0 0,0-1 0 0 0,1 1 0 0 0,-1-1 0 0 0,1 0 0 0 0,0 0 0 0 0,0 0 0 0 0,1-1 0 0 0,-1 0 0 0 0,1 0-1 0 0,12 7 1 0 0,19 3-3637 0 0,-18-9-1879 0 0</inkml:trace>
</inkml:ink>
</file>

<file path=ppt/ink/ink2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8.1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10 6449 0 0,'0'-1'85'0'0,"1"1"-1"0"0,-1-1 0 0 0,0 0 0 0 0,1 1 0 0 0,-1-1 0 0 0,1 1 1 0 0,-1-1-1 0 0,1 1 0 0 0,0-1 0 0 0,-1 1 0 0 0,1-1 0 0 0,-1 1 1 0 0,1 0-1 0 0,0-1 0 0 0,-1 1 0 0 0,1 0 0 0 0,0 0 0 0 0,0-1 1 0 0,-1 1-1 0 0,1 0 0 0 0,0 0 0 0 0,-1 0 0 0 0,1 0 0 0 0,0 0 1 0 0,0 0-1 0 0,-1 0 0 0 0,1 0 0 0 0,0 0 0 0 0,0 0 1 0 0,-1 0-1 0 0,1 1 0 0 0,0-1 0 0 0,-1 0 0 0 0,2 1 0 0 0,1 1 247 0 0,-1 0 0 0 0,0-1 0 0 0,1 2 0 0 0,-1-1 0 0 0,0 0 0 0 0,0 0 0 0 0,0 1 0 0 0,0-1 0 0 0,1 4 0 0 0,5 6 1227 0 0,-2 1 0 0 0,11 27-1 0 0,-3 11 236 0 0,14 93-1 0 0,2 15-4412 0 0,-25-142-1944 0 0,-1-1-1373 0 0</inkml:trace>
</inkml:ink>
</file>

<file path=ppt/ink/ink2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8.3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63 6449 0 0,'-1'-1'87'0'0,"1"0"0"0"0,0 0 0 0 0,0 0 0 0 0,0-1 0 0 0,0 1 0 0 0,0 0-1 0 0,1 0 1 0 0,-1 0 0 0 0,0 0 0 0 0,0-1 0 0 0,1 1 0 0 0,-1 0 0 0 0,1 0-1 0 0,-1 0 1 0 0,1 0 0 0 0,-1 0 0 0 0,1 0 0 0 0,0 0 0 0 0,0 0 0 0 0,-1 0-1 0 0,1 0 1 0 0,1-1 0 0 0,1 0 218 0 0,1-1-1 0 0,-1 1 0 0 0,0 0 1 0 0,1-1-1 0 0,0 1 1 0 0,6-2-1 0 0,3 0 921 0 0,1 0 0 0 0,27-5-1 0 0,-29 8-1408 0 0,0 1 0 0 0,0 0 0 0 0,0 1 0 0 0,0 0 0 0 0,0 1 0 0 0,18 5 0 0 0,31 4-3954 0 0,-38-10 3554 0 0</inkml:trace>
</inkml:ink>
</file>

<file path=ppt/ink/ink2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8.7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 1 5529 0 0,'-7'-1'7457'0'0,"3"14"-4125"0"0,1 23-1576 0 0,3-30-1103 0 0,0 7-357 0 0,0 1 0 0 0,2-1 1 0 0,0 0-1 0 0,0 0 1 0 0,1 0-1 0 0,1 0 0 0 0,0 0 1 0 0,1 0-1 0 0,0-1 0 0 0,1 0 1 0 0,8 12-1 0 0,-10-17-256 0 0,1-1 1 0 0,0 1-1 0 0,0-1 0 0 0,1 0 1 0 0,-1 0-1 0 0,1 0 0 0 0,1-1 1 0 0,11 8-1 0 0,-14-11-39 0 0,1 1 0 0 0,-1-1 0 0 0,1 0 0 0 0,0-1 0 0 0,0 1-1 0 0,0-1 1 0 0,0 0 0 0 0,0 0 0 0 0,0 0 0 0 0,0-1 0 0 0,1 1 0 0 0,-1-1 0 0 0,0-1 0 0 0,8 0 0 0 0,-7-1-223 0 0,0 0 0 0 0,0 0 0 0 0,-1 0 1 0 0,1 0-1 0 0,-1-1 0 0 0,1 0 0 0 0,-1 0 1 0 0,0-1-1 0 0,7-6 0 0 0,42-42-6492 0 0,-33 30 2807 0 0,-14 15 2901 0 0,-1 0 1 0 0,0-1-1 0 0,0 0 1 0 0,9-15-1 0 0,-10 14 510 0 0</inkml:trace>
</inkml:ink>
</file>

<file path=ppt/ink/ink2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9.0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34 17 1840 0 0,'-25'-16'17708'0'0,"24"19"-17232"0"0,-2 19 18 0 0,1-1-1 0 0,0 1 0 0 0,2-1 1 0 0,0 1-1 0 0,6 33 1 0 0,-6-51-458 0 0,1 3-15 0 0,0 0 0 0 0,0 0 0 0 0,1 0 1 0 0,0 0-1 0 0,0 0 0 0 0,1-1 0 0 0,-1 1 0 0 0,8 11 0 0 0,-8-15-153 0 0,0-1 0 0 0,-1 1 0 0 0,1-1-1 0 0,0 0 1 0 0,1 1 0 0 0,-1-1 0 0 0,0 0 0 0 0,0 0-1 0 0,1-1 1 0 0,0 1 0 0 0,-1 0 0 0 0,1-1-1 0 0,0 0 1 0 0,-1 0 0 0 0,1 1 0 0 0,0-2-1 0 0,0 1 1 0 0,0 0 0 0 0,0 0 0 0 0,0-1-1 0 0,0 0 1 0 0,0 0 0 0 0,4 0 0 0 0,4-1-1126 0 0</inkml:trace>
</inkml:ink>
</file>

<file path=ppt/ink/ink2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9.3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88 8754 0 0,'0'-1'101'0'0,"0"0"0"0"0,0 1 0 0 0,0-1-1 0 0,1 0 1 0 0,-1 1 0 0 0,0-1 0 0 0,0 0 0 0 0,0 1 0 0 0,1-1 0 0 0,-1 0 0 0 0,0 1 0 0 0,1-1 0 0 0,-1 1 0 0 0,0-1-1 0 0,1 0 1 0 0,-1 1 0 0 0,1-1 0 0 0,-1 1 0 0 0,1 0 0 0 0,-1-1 0 0 0,1 1 0 0 0,-1-1 0 0 0,1 1 0 0 0,0 0 0 0 0,-1-1-1 0 0,1 1 1 0 0,1-1 0 0 0,24-2 2786 0 0,-18 4-2055 0 0,0 0-1 0 0,0 0 0 0 0,0 1 0 0 0,12 4 1 0 0,-13-3-591 0 0,0 1 0 0 0,-1 0 1 0 0,1 0-1 0 0,-1 1 1 0 0,1 0-1 0 0,-1 0 1 0 0,-1 1-1 0 0,1-1 0 0 0,-1 1 1 0 0,0 1-1 0 0,5 8 1 0 0,-2-4-72 0 0,-1 1 0 0 0,-1 1 0 0 0,0-1 0 0 0,-1 1 1 0 0,6 22-1 0 0,-32-68 538 0 0,18 25-743 0 0,1-1 1 0 0,1 0-1 0 0,-1 1 0 0 0,1-1 1 0 0,1 0-1 0 0,0 0 0 0 0,0 0 1 0 0,1 0-1 0 0,0 0 0 0 0,0 0 0 0 0,5-14 1 0 0,-2 10-883 0 0,1 0 0 0 0,0 1 1 0 0,0 0-1 0 0,8-12 0 0 0,-3 7-5834 0 0</inkml:trace>
</inkml:ink>
</file>

<file path=ppt/ink/ink2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9.7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154 10 2304 0 0,'0'-1'123'0'0,"0"1"0"0"0,0-1 0 0 0,-1 1 0 0 0,1-1 0 0 0,0 1 0 0 0,-1-1 0 0 0,1 1 0 0 0,0-1 0 0 0,-1 1 0 0 0,1-1 0 0 0,-1 1 0 0 0,1 0 0 0 0,-1-1 0 0 0,1 1 0 0 0,-1 0 0 0 0,1-1 0 0 0,-1 1 0 0 0,1 0 0 0 0,-1-1 0 0 0,1 1 0 0 0,-1 0 0 0 0,1 0 0 0 0,-1 0-1 0 0,0 0 1 0 0,1 0 0 0 0,-1 0 0 0 0,1 0 0 0 0,-1 0 0 0 0,0 0 0 0 0,1 0 0 0 0,-1 0 0 0 0,1 0 0 0 0,-1 0 0 0 0,0 0 0 0 0,-20 4 2519 0 0,14-1-2211 0 0,1 1 0 0 0,0 0 1 0 0,0 0-1 0 0,1 0 0 0 0,-1 1 1 0 0,1 0-1 0 0,0 0 0 0 0,0 0 0 0 0,1 0 1 0 0,-1 1-1 0 0,-4 9 0 0 0,0-2 6 0 0,1 2-1 0 0,1-1 1 0 0,-11 31-1 0 0,17-41-416 0 0,0-1 0 0 0,0 1-1 0 0,0 0 1 0 0,1-1 0 0 0,0 1 0 0 0,0 0-1 0 0,0 0 1 0 0,0-1 0 0 0,0 1-1 0 0,1 0 1 0 0,0-1 0 0 0,0 1-1 0 0,0 0 1 0 0,0-1 0 0 0,3 6-1 0 0,-4-8-36 0 0,1 0 0 0 0,0 0 0 0 0,0 1 0 0 0,0-1 0 0 0,0 0 0 0 0,0 0 0 0 0,0 0 0 0 0,0 0 0 0 0,1 0 0 0 0,-1 0 0 0 0,0 0 0 0 0,0-1 0 0 0,1 1 0 0 0,-1 0 0 0 0,0-1 0 0 0,1 1 0 0 0,-1-1 0 0 0,1 1 0 0 0,-1-1 0 0 0,1 0 0 0 0,-1 0 0 0 0,1 1 0 0 0,-1-1 0 0 0,1 0 0 0 0,-1 0 0 0 0,1-1 0 0 0,-1 1 0 0 0,1 0 0 0 0,-1 0 0 0 0,1-1 0 0 0,-1 1 0 0 0,1-1 0 0 0,-1 1 0 0 0,0-1 0 0 0,1 0 0 0 0,-1 1 0 0 0,0-1 0 0 0,1 0 0 0 0,-1 0 0 0 0,2-2 0 0 0,3-1-189 0 0,0-2 1 0 0,0 1-1 0 0,-1 0 1 0 0,0-1-1 0 0,0 0 0 0 0,0 0 1 0 0,-1-1-1 0 0,5-8 1 0 0,-5 8 217 0 0,0 1-1 0 0,0-1 1 0 0,1 1 0 0 0,0 0-1 0 0,0 1 1 0 0,0-1 0 0 0,1 1 0 0 0,7-6-1 0 0,-12 10 62 0 0,0 1-1 0 0,0-1 0 0 0,0 1 0 0 0,0-1 1 0 0,0 1-1 0 0,0 0 0 0 0,0-1 0 0 0,1 1 1 0 0,-1 0-1 0 0,0 0 0 0 0,0 0 1 0 0,0 0-1 0 0,1 0 0 0 0,-1 0 0 0 0,0 0 1 0 0,0 0-1 0 0,0 1 0 0 0,1-1 0 0 0,-1 0 1 0 0,0 1-1 0 0,0-1 0 0 0,0 1 0 0 0,0-1 1 0 0,0 1-1 0 0,0-1 0 0 0,0 1 1 0 0,0 0-1 0 0,0-1 0 0 0,0 1 0 0 0,0 0 1 0 0,0 0-1 0 0,-1 0 0 0 0,1 0 0 0 0,0 0 1 0 0,0 1-1 0 0,5 6 266 0 0,0 1 1 0 0,-1 0-1 0 0,6 14 1 0 0,1 2-358 0 0,-9-21-315 0 0,0 0 0 0 0,0-1 0 0 0,0 1 0 0 0,1-1 0 0 0,-1 0 0 0 0,1 1 0 0 0,0-1 0 0 0,0-1 1 0 0,0 1-1 0 0,0-1 0 0 0,7 4 0 0 0,4-2-4870 0 0</inkml:trace>
</inkml:ink>
</file>

<file path=ppt/ink/ink2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9.9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34 5985 0 0,'-11'-33'6561'0'0,"7"46"-4767"0"0,2 12-274 0 0,1 1-1 0 0,1-1 0 0 0,5 31 1 0 0,1-14-845 0 0,3 0 0 0 0,22 70 0 0 0,-13-64-851 0 0,36 68-1 0 0,-16-49-6479 0 0,-23-41 8 0 0</inkml:trace>
</inkml:ink>
</file>

<file path=ppt/ink/ink2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10.3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0 217 5985 0 0,'0'-3'174'0'0,"0"0"0"0"0,0 1-1 0 0,0-1 1 0 0,0 0 0 0 0,1 1-1 0 0,-1-1 1 0 0,1 0 0 0 0,-1 1-1 0 0,1-1 1 0 0,0 1 0 0 0,0-1-1 0 0,0 1 1 0 0,0-1 0 0 0,1 1-1 0 0,-1 0 1 0 0,1-1 0 0 0,-1 1-1 0 0,1 0 1 0 0,0 0 0 0 0,0 0-1 0 0,0 0 1 0 0,0 0 0 0 0,0 1-1 0 0,4-3 1 0 0,10-8 1424 0 0,0 2 1 0 0,24-12-1 0 0,-28 15-986 0 0,121-59 1522 0 0,-114 58-2346 0 0,0 1 0 0 0,0 1 0 0 0,1 1 0 0 0,0 0 0 0 0,26-2 0 0 0,-43 7 361 0 0,1 0 0 0 0,-1 0 0 0 0,0 0 0 0 0,0 1 0 0 0,0-1 0 0 0,0 1 0 0 0,0 0 0 0 0,0 0 1 0 0,0 0-1 0 0,0 0 0 0 0,0 0 0 0 0,0 1 0 0 0,0-1 0 0 0,-1 1 0 0 0,1 0 0 0 0,-1 0 1 0 0,1 0-1 0 0,-1 0 0 0 0,0 0 0 0 0,0 0 0 0 0,1 1 0 0 0,-2-1 0 0 0,1 1 0 0 0,0 0 1 0 0,0-1-1 0 0,-1 1 0 0 0,2 5 0 0 0,4 9 168 0 0,-1 0 0 0 0,-1 1 0 0 0,5 34 0 0 0,1-1-271 0 0,-9-43-259 0 0,17 49-231 0 0,-2-24-5215 0 0</inkml:trace>
</inkml:ink>
</file>

<file path=ppt/ink/ink2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10.4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53 102 2761 0 0,'-52'-101'10514'0'0,"59"116"-14734"0"0,-4-5 3430 0 0,1-1 0 0 0,1-1 0 0 0,-1 1 0 0 0,8 8 0 0 0,0-3 774 0 0</inkml:trace>
</inkml:ink>
</file>

<file path=ppt/ink/ink2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11.07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102 1 3225 0 0,'-1'2'169'0'0,"1"0"-1"0"0,0 0 1 0 0,-1 0 0 0 0,0 0 0 0 0,1 0 0 0 0,-1-1 0 0 0,0 1 0 0 0,0 0 0 0 0,0 0 0 0 0,0 0 0 0 0,-1-1-1 0 0,1 1 1 0 0,0 0 0 0 0,-3 1 0 0 0,0 3 404 0 0,-1 0-218 0 0,-12 19 1242 0 0,-20 36 1 0 0,34-54-1362 0 0,-1-1 0 0 0,1 1 0 0 0,1 0 0 0 0,-1 1 0 0 0,1-1 0 0 0,0 0 0 0 0,1 1 0 0 0,0-1 0 0 0,0 1 0 0 0,0-1 0 0 0,2 11 0 0 0,0-13-12 0 0,1 0 0 0 0,0 1 0 0 0,0-1 0 0 0,0 0 0 0 0,1 0 0 0 0,0 0 0 0 0,0-1 0 0 0,0 1 0 0 0,0-1 0 0 0,1 1 0 0 0,-1-1 0 0 0,1 0 0 0 0,1-1 0 0 0,-1 1 0 0 0,0-1 0 0 0,1 1 0 0 0,0-1 0 0 0,-1-1 0 0 0,1 1 0 0 0,0-1 0 0 0,1 0 0 0 0,-1 0 0 0 0,0 0 0 0 0,0-1 0 0 0,8 2 0 0 0,-13-3-216 0 0,1 0 0 0 0,-1 0 0 0 0,0 0-1 0 0,0 0 1 0 0,0 0 0 0 0,1 0 0 0 0,-1 0 0 0 0,0 0-1 0 0,0 0 1 0 0,0 0 0 0 0,1 0 0 0 0,-1 0-1 0 0,0 0 1 0 0,0 0 0 0 0,0 0 0 0 0,1-1 0 0 0,-1 1-1 0 0,0 0 1 0 0,0 0 0 0 0,0 0 0 0 0,0 0-1 0 0,1 0 1 0 0,-1 0 0 0 0,0-1 0 0 0,0 1 0 0 0,0 0-1 0 0,0 0 1 0 0,0 0 0 0 0,0 0 0 0 0,1-1-1 0 0,-1 1 1 0 0,0 0 0 0 0,0 0 0 0 0,0 0 0 0 0,0 0-1 0 0,0-1 1 0 0,0 1 0 0 0,0 0 0 0 0,-1-14 118 0 0,-9-18-99 0 0,7 23 20 0 0,1-1-75 0 0,0 1 0 0 0,0-1 0 0 0,1 0 0 0 0,0 0 0 0 0,1 1-1 0 0,0-1 1 0 0,1 0 0 0 0,0 0 0 0 0,0 0 0 0 0,1 1-1 0 0,0-1 1 0 0,1 1 0 0 0,0-1 0 0 0,0 1 0 0 0,6-9 0 0 0,-6 13 36 0 0,0 0 0 0 0,0 0 0 0 0,1 0 0 0 0,0 0 0 0 0,0 1 0 0 0,0 0 0 0 0,0 0 0 0 0,1 0 1 0 0,-1 0-1 0 0,1 1 0 0 0,0-1 0 0 0,0 1 0 0 0,0 0 0 0 0,1 1 0 0 0,-1 0 0 0 0,1-1 0 0 0,-1 2 1 0 0,1-1-1 0 0,0 1 0 0 0,0 0 0 0 0,0 0 0 0 0,0 0 0 0 0,-1 1 0 0 0,1 0 0 0 0,12 1 0 0 0,-14-1 18 0 0,-1 0 0 0 0,1 1-1 0 0,-1-1 1 0 0,1 1-1 0 0,-1 0 1 0 0,1 0-1 0 0,-1 0 1 0 0,1 0 0 0 0,-1 1-1 0 0,0-1 1 0 0,0 1-1 0 0,1 0 1 0 0,-1 0 0 0 0,0 0-1 0 0,-1 0 1 0 0,1 0-1 0 0,0 1 1 0 0,-1 0 0 0 0,1-1-1 0 0,-1 1 1 0 0,0 0-1 0 0,0 0 1 0 0,0 0 0 0 0,0 0-1 0 0,1 4 1 0 0,1 5-7 0 0,-1 0 1 0 0,-1 0-1 0 0,0 0 0 0 0,-1 0 1 0 0,0 0-1 0 0,-1 13 1 0 0,0-9-147 0 0,1 0 0 0 0,5 28 1 0 0,-6-44 130 0 0,0 1 0 0 0,0-1 0 0 0,0 1 1 0 0,1-1-1 0 0,-1 1 0 0 0,0-1 0 0 0,0 0 1 0 0,0 1-1 0 0,1-1 0 0 0,-1 1 0 0 0,0-1 1 0 0,0 0-1 0 0,1 1 0 0 0,-1-1 0 0 0,0 0 1 0 0,1 1-1 0 0,-1-1 0 0 0,0 0 0 0 0,1 0 1 0 0,-1 1-1 0 0,0-1 0 0 0,1 0 0 0 0,-1 0 0 0 0,1 1 1 0 0,-1-1-1 0 0,1 0 0 0 0,-1 0 0 0 0,0 0 1 0 0,1 0-1 0 0,-1 0 0 0 0,1 0 0 0 0,-1 0 1 0 0,1 0-1 0 0,18-7 557 0 0,15-21 372 0 0,-33 27-935 0 0,32-35 559 0 0,-19 19-264 0 0,27-23-1 0 0,-38 37-228 0 0,1 0 0 0 0,-1 0-1 0 0,1 1 1 0 0,0-1 0 0 0,0 1-1 0 0,-1 0 1 0 0,2 0 0 0 0,-1 0-1 0 0,0 1 1 0 0,0 0 0 0 0,0-1 0 0 0,1 1-1 0 0,7 0 1 0 0,-10 1-34 0 0,1 0 0 0 0,-1 1 0 0 0,0-1 0 0 0,0 1 0 0 0,0-1 0 0 0,1 1 0 0 0,-1 0 0 0 0,0 0 1 0 0,0 0-1 0 0,0 0 0 0 0,0 1 0 0 0,0-1 0 0 0,0 0 0 0 0,-1 1 0 0 0,1-1 0 0 0,0 1 0 0 0,-1 0 0 0 0,1 0 0 0 0,-1-1 0 0 0,3 5 0 0 0,3 5 0 0 0,-1 1 0 0 0,9 21 0 0 0,5 10-586 0 0,5-19-1808 0 0,-7-12-5127 0 0</inkml:trace>
</inkml:ink>
</file>

<file path=ppt/ink/ink2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49.8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129 214 5065 0 0,'-17'-24'1946'0'0,"10"15"-1352"0"0,1-1 1 0 0,-1 1-1 0 0,-1 0 1 0 0,1 0-1 0 0,-1 1 1 0 0,-1 0-1 0 0,0 0 1 0 0,-12-7-1 0 0,20 14-446 0 0,0 0-1 0 0,0 1 0 0 0,0-1 0 0 0,0 0 0 0 0,0 1 0 0 0,0-1 1 0 0,0 1-1 0 0,0 0 0 0 0,0-1 0 0 0,0 1 0 0 0,0 0 1 0 0,0-1-1 0 0,0 1 0 0 0,-1 0 0 0 0,1 0 0 0 0,0 0 1 0 0,0 0-1 0 0,0 0 0 0 0,0 0 0 0 0,0 1 0 0 0,-3-1 1 0 0,4 1-65 0 0,0 0 1 0 0,-1 0-1 0 0,1-1 1 0 0,-1 1-1 0 0,1 0 1 0 0,0 0-1 0 0,0-1 1 0 0,-1 1-1 0 0,1 0 1 0 0,0 0-1 0 0,0 0 1 0 0,0-1-1 0 0,0 1 1 0 0,0 0-1 0 0,0 0 1 0 0,0 0-1 0 0,0 0 1 0 0,0-1-1 0 0,0 1 1 0 0,1 0-1 0 0,-1 0 1 0 0,0 0-1 0 0,4 12 290 0 0,1-1 0 0 0,10 19 1 0 0,-12-24-418 0 0,65 138 350 0 0,141 263 1060 0 0,-140-294-956 0 0,56 131 1 0 0,-118-231-320 0 0,-2-1 48 0 0,0 0 1 0 0,2 0-1 0 0,0-1 1 0 0,0 0 0 0 0,1 0-1 0 0,9 10 1 0 0,-17-22-127 0 0,0 1 0 0 0,1-1 1 0 0,-1 0-1 0 0,0 0 0 0 0,0 0 1 0 0,0 0-1 0 0,0 0 0 0 0,0 0 1 0 0,0 0-1 0 0,0 0 0 0 0,0 1 0 0 0,1-1 1 0 0,-1 0-1 0 0,0 0 0 0 0,0 0 1 0 0,0 0-1 0 0,0 0 0 0 0,0 0 1 0 0,0 0-1 0 0,1 0 0 0 0,-1 0 1 0 0,0 0-1 0 0,0 0 0 0 0,0 0 0 0 0,0 0 1 0 0,0 0-1 0 0,1 0 0 0 0,-1 0 1 0 0,0 0-1 0 0,0 0 0 0 0,0 0 1 0 0,0 0-1 0 0,0 0 0 0 0,1 0 1 0 0,-1 0-1 0 0,0 0 0 0 0,0 0 1 0 0,0-1-1 0 0,0 1 0 0 0,0 0 0 0 0,0 0 1 0 0,1 0-1 0 0,-1 0 0 0 0,0 0 1 0 0,0 0-1 0 0,0 0 0 0 0,0 0 1 0 0,0-1-1 0 0,0 1 0 0 0,0 0 1 0 0,0 0-1 0 0,0 0 0 0 0,0 0 0 0 0,0 0 1 0 0,3-14 328 0 0,-3-25-129 0 0,0 30-76 0 0,0-73 110 0 0,4 0 0 0 0,4 0 0 0 0,23-107 0 0 0,139-369-187 0 0,-150 494-76 0 0,8-21-28 0 0,-29 135-3038 0 0,-2-24 878 0 0,-2 4-4876 0 0</inkml:trace>
</inkml:ink>
</file>

<file path=ppt/ink/ink2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0.5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98 1 6449 0 0,'-1'0'155'0'0,"0"0"-1"0"0,0 0 0 0 0,0 0 0 0 0,0 0 1 0 0,0 0-1 0 0,0 0 0 0 0,0 0 0 0 0,0 0 1 0 0,1 1-1 0 0,-1-1 0 0 0,0 0 0 0 0,0 0 1 0 0,0 1-1 0 0,0-1 0 0 0,0 1 0 0 0,0-1 1 0 0,0 1-1 0 0,1-1 0 0 0,-1 1 0 0 0,0-1 0 0 0,0 1 1 0 0,1 0-1 0 0,-1-1 0 0 0,0 1 0 0 0,1 0 1 0 0,-1 1-1 0 0,-19 20 1816 0 0,12-11-1593 0 0,2 0 0 0 0,0 1 0 0 0,0 0 0 0 0,1 0 0 0 0,0 1 0 0 0,1-1 0 0 0,1 1-1 0 0,0 0 1 0 0,-2 22 0 0 0,2-3-99 0 0,2 0 0 0 0,5 59-1 0 0,-3-80-216 0 0,1 1 0 0 0,0 0 0 0 0,1-1 0 0 0,1 1 0 0 0,0-1 0 0 0,0 0 0 0 0,1 0-1 0 0,1-1 1 0 0,-1 0 0 0 0,2 0 0 0 0,0 0 0 0 0,14 16 0 0 0,-15-19 24 0 0,0-2-1 0 0,0 1 1 0 0,0-1 0 0 0,1 0 0 0 0,0 0 0 0 0,0 0-1 0 0,0-1 1 0 0,1 0 0 0 0,-1-1 0 0 0,1 0-1 0 0,0 0 1 0 0,0-1 0 0 0,0 1 0 0 0,0-2 0 0 0,1 1-1 0 0,-1-1 1 0 0,0-1 0 0 0,1 1 0 0 0,8-2 0 0 0,-13 1-66 0 0,0-1 1 0 0,0 1-1 0 0,0-1 1 0 0,0 0-1 0 0,0 0 1 0 0,0 0 0 0 0,-1-1-1 0 0,1 1 1 0 0,0-1-1 0 0,-1 0 1 0 0,1 0 0 0 0,-1-1-1 0 0,1 1 1 0 0,-1 0-1 0 0,0-1 1 0 0,0 0-1 0 0,5-6 1 0 0,-5 4 1 0 0,0 0-1 0 0,0 0 1 0 0,-1 0-1 0 0,0 0 1 0 0,1-1-1 0 0,-2 1 1 0 0,1-1-1 0 0,-1 0 1 0 0,0 1-1 0 0,0-1 1 0 0,0-8 0 0 0,-1 1-17 0 0,0 1 1 0 0,-1 0 0 0 0,0-1 0 0 0,-1 1-1 0 0,-1 0 1 0 0,0 0 0 0 0,0 1 0 0 0,-1-1-1 0 0,-1 1 1 0 0,0-1 0 0 0,-9-14 0 0 0,12 23 0 0 0,0 0 1 0 0,0-1-1 0 0,0 1 1 0 0,0-1-1 0 0,0 1 1 0 0,1-1-1 0 0,0 0 1 0 0,0 0-1 0 0,0 0 1 0 0,0 0-1 0 0,0 0 1 0 0,1 0-1 0 0,0 1 1 0 0,0-9-1 0 0,1 10-10 0 0,-1 0 0 0 0,1 0 0 0 0,0 0 1 0 0,0 0-1 0 0,0 0 0 0 0,0 0 0 0 0,0 0 0 0 0,0 0 0 0 0,0 0 0 0 0,1 1 0 0 0,-1-1 0 0 0,1 0 0 0 0,-1 1 0 0 0,1-1 0 0 0,0 1 1 0 0,-1 0-1 0 0,1 0 0 0 0,0-1 0 0 0,0 1 0 0 0,0 0 0 0 0,0 0 0 0 0,0 1 0 0 0,0-1 0 0 0,0 0 0 0 0,0 1 0 0 0,1-1 0 0 0,-1 1 1 0 0,2 0-1 0 0,7-2 32 0 0,1 0 0 0 0,-1 1 0 0 0,0 1 0 0 0,1 0 0 0 0,-1 0 0 0 0,0 1 0 0 0,0 1 0 0 0,0 0 0 0 0,0 0 0 0 0,0 1 0 0 0,0 1 0 0 0,0 0 0 0 0,-1 0 0 0 0,0 1 0 0 0,0 0 0 0 0,0 1 0 0 0,0 0 0 0 0,-1 0 0 0 0,0 1 0 0 0,-1 1 0 0 0,1-1 0 0 0,-1 1 0 0 0,-1 1 0 0 0,1-1 0 0 0,-2 1 0 0 0,1 0 0 0 0,-1 1 0 0 0,0 0 0 0 0,-1 0 0 0 0,0 0 0 0 0,4 15 0 0 0,2 10-151 0 0,-2 1 0 0 0,-2 0 0 0 0,3 38 0 0 0,-10-63-1022 0 0</inkml:trace>
</inkml:ink>
</file>

<file path=ppt/ink/ink2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1.0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151 69 2304 0 0,'0'0'-36'0'0,"7"-17"216"0"0,1-15 5079 0 0,-8 31-5006 0 0,0 0 1 0 0,0 0 0 0 0,0 0 0 0 0,0 1 0 0 0,0-1 0 0 0,0 0 0 0 0,0 0 0 0 0,0 0 0 0 0,0 0 0 0 0,0 1 0 0 0,0-1 0 0 0,-1 0 0 0 0,1 0 0 0 0,0 0 0 0 0,0 1 0 0 0,-1-1 0 0 0,1 0 0 0 0,-1 1-1 0 0,1-1 1 0 0,-1 0 0 0 0,0 0 0 0 0,0 0-98 0 0,0 1-1 0 0,0 0 0 0 0,-1-1 0 0 0,1 1 1 0 0,0 0-1 0 0,0 0 0 0 0,0 0 0 0 0,0 0 1 0 0,0 0-1 0 0,-1 0 0 0 0,1 1 0 0 0,0-1 1 0 0,0 0-1 0 0,0 1 0 0 0,0-1 0 0 0,0 0 1 0 0,0 1-1 0 0,0-1 0 0 0,0 1 0 0 0,0 0 1 0 0,-1 0-1 0 0,-7 5 257 0 0,0 0 1 0 0,1 0-1 0 0,0 0 0 0 0,1 1 0 0 0,-1 1 1 0 0,1-1-1 0 0,-9 14 0 0 0,2-2-55 0 0,1 1-1 0 0,-11 25 1 0 0,22-42-343 0 0,0 0 1 0 0,1 0-1 0 0,-1 0 1 0 0,1 1 0 0 0,0-1-1 0 0,0 0 1 0 0,0 1 0 0 0,1-1-1 0 0,-1 1 1 0 0,1-1 0 0 0,-1 1-1 0 0,1-1 1 0 0,1 1-1 0 0,-1-1 1 0 0,0 1 0 0 0,1-1-1 0 0,0 1 1 0 0,0-1 0 0 0,0 1-1 0 0,0-1 1 0 0,2 5 0 0 0,0-4-1 0 0,1 1 0 0 0,-1-1 0 0 0,1-1 1 0 0,-1 1-1 0 0,1 0 0 0 0,0-1 0 0 0,0 0 1 0 0,1 0-1 0 0,-1 0 0 0 0,1 0 1 0 0,-1-1-1 0 0,1 0 0 0 0,0 0 0 0 0,5 2 1 0 0,52 13-80 0 0,-50-16 45 0 0,0 2 1 0 0,0 0-1 0 0,-1 0 1 0 0,0 1-1 0 0,0 0 0 0 0,0 1 1 0 0,0 0-1 0 0,0 1 1 0 0,-1 0-1 0 0,12 10 1 0 0,-21-15 25 0 0,0 0 1 0 0,0 0 0 0 0,0 1 0 0 0,0-1 0 0 0,0 0 0 0 0,0 1 0 0 0,0-1 0 0 0,0 0-1 0 0,0 1 1 0 0,-1-1 0 0 0,1 1 0 0 0,-1-1 0 0 0,1 1 0 0 0,-1 0 0 0 0,0-1 0 0 0,1 1-1 0 0,-1-1 1 0 0,0 1 0 0 0,0 0 0 0 0,0-1 0 0 0,0 1 0 0 0,0 0 0 0 0,-1-1 0 0 0,1 1-1 0 0,0-1 1 0 0,-1 1 0 0 0,1 0 0 0 0,-1-1 0 0 0,0 1 0 0 0,1-1 0 0 0,-1 0 0 0 0,0 1-1 0 0,0-1 1 0 0,0 1 0 0 0,0-1 0 0 0,0 0 0 0 0,0 0 0 0 0,0 0 0 0 0,-1 0 0 0 0,1 0 0 0 0,-2 2-1 0 0,-8 5 83 0 0,0 0-1 0 0,0-1 0 0 0,-1 0 0 0 0,-14 6 0 0 0,11-6-25 0 0,-3 3-262 0 0,-1-1 0 0 0,0 0 0 0 0,0-2 0 0 0,-1 0 0 0 0,-25 5 0 0 0,30-14-1953 0 0,11 0 433 0 0</inkml:trace>
</inkml:ink>
</file>

<file path=ppt/ink/ink2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1.4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 30 10594 0 0,'-7'3'490'0'0,"6"-3"-466"0"0,-1 0 0 0 0,1 1 1 0 0,0-1-1 0 0,0 1 0 0 0,0-1 0 0 0,0 1 0 0 0,0-1 0 0 0,0 1 0 0 0,0-1 0 0 0,0 1 0 0 0,0 0 1 0 0,0 0-1 0 0,0-1 0 0 0,0 1 0 0 0,0 0 0 0 0,0 0 0 0 0,1 0 0 0 0,-1 0 0 0 0,0 2 0 0 0,4-3 502 0 0,1 1-1 0 0,-1-1 1 0 0,1 0-1 0 0,-1 0 1 0 0,1 0-1 0 0,-1 0 1 0 0,1-1-1 0 0,-1 1 0 0 0,4-2 1 0 0,42-9 1358 0 0,-14 1-1572 0 0,1 2 0 0 0,0 1 0 0 0,1 3 0 0 0,-1 0 1 0 0,47 3-1 0 0,-66 1-2822 0 0</inkml:trace>
</inkml:ink>
</file>

<file path=ppt/ink/ink2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1.9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7 234 13827 0 0,'-6'-38'1283'0'0,"9"22"-223"0"0,-3 15-978 0 0,0 1-1 0 0,1 0 0 0 0,-1 0 0 0 0,0 0 1 0 0,1 0-1 0 0,-1-1 0 0 0,1 1 1 0 0,-1 0-1 0 0,0 0 0 0 0,1 0 0 0 0,-1 0 1 0 0,0 0-1 0 0,1 0 0 0 0,-1 0 1 0 0,1 0-1 0 0,-1 0 0 0 0,0 0 0 0 0,1 0 1 0 0,-1 0-1 0 0,0 1 0 0 0,1-1 0 0 0,-1 0 1 0 0,0 0-1 0 0,1 0 0 0 0,-1 0 1 0 0,0 1-1 0 0,1-1 0 0 0,-1 0 0 0 0,0 0 1 0 0,1 1-1 0 0,-1-1 0 0 0,0 0 0 0 0,0 0 1 0 0,1 1-1 0 0,-1-1 0 0 0,0 0 1 0 0,0 1-1 0 0,1 0 0 0 0,4 7 102 0 0,0 0 0 0 0,0 0 0 0 0,-1 1 0 0 0,1 0 0 0 0,-2 0 0 0 0,0 0 0 0 0,0 0 0 0 0,0 0-1 0 0,1 13 1 0 0,6 19 93 0 0,-7-34-239 0 0,22 71 184 0 0,53 114 0 0 0,-68-172-219 0 0,1 1-1 0 0,1-2 0 0 0,1 1 0 0 0,0-2 1 0 0,2 0-1 0 0,0 0 0 0 0,1-1 0 0 0,0-1 1 0 0,1-1-1 0 0,28 19 0 0 0,-44-33 22 0 0,0 0 0 0 0,0 0-1 0 0,0 0 1 0 0,0 0 0 0 0,1 0 0 0 0,-1-1 0 0 0,0 1-1 0 0,0 0 1 0 0,1-1 0 0 0,-1 1 0 0 0,1-1 0 0 0,-1 1-1 0 0,0-1 1 0 0,1 0 0 0 0,-1 0 0 0 0,1 0 0 0 0,-1 1-1 0 0,1-1 1 0 0,-1-1 0 0 0,1 1 0 0 0,-1 0-1 0 0,1 0 1 0 0,-1 0 0 0 0,0-1 0 0 0,1 1 0 0 0,-1-1-1 0 0,1 1 1 0 0,-1-1 0 0 0,0 0 0 0 0,1 1 0 0 0,-1-1-1 0 0,0 0 1 0 0,0 0 0 0 0,0 0 0 0 0,0 0 0 0 0,0 0-1 0 0,0 0 1 0 0,0 0 0 0 0,0 0 0 0 0,0 0 0 0 0,0-1-1 0 0,0 1 1 0 0,-1 0 0 0 0,1 0 0 0 0,0-1 0 0 0,0-1-1 0 0,2-8 137 0 0,0-1 0 0 0,0 1-1 0 0,-1-1 1 0 0,0-22-1 0 0,0 18-91 0 0,2-31-22 0 0,6-57 213 0 0,39-175-1 0 0,2 55-1066 0 0,-50 220 551 0 0,-1 1 0 0 0,1-1 0 0 0,-1 1 1 0 0,1-1-1 0 0,0 1 0 0 0,0-1 1 0 0,1 1-1 0 0,-1 0 0 0 0,1 0 0 0 0,0 0 1 0 0,-1 0-1 0 0,1 0 0 0 0,1 0 0 0 0,3-4 1 0 0</inkml:trace>
</inkml:ink>
</file>

<file path=ppt/ink/ink2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2.3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 44 8290 0 0,'-4'2'143'0'0,"-18"11"918"0"0,21-13-1015 0 0,1 0 0 0 0,0 1-1 0 0,-1-1 1 0 0,1 0 0 0 0,0 1 0 0 0,0-1 0 0 0,-1 0-1 0 0,1 1 1 0 0,0-1 0 0 0,0 0 0 0 0,-1 1-1 0 0,1-1 1 0 0,0 1 0 0 0,0-1 0 0 0,0 0 0 0 0,0 1-1 0 0,0-1 1 0 0,0 1 0 0 0,0-1 0 0 0,0 1-1 0 0,0-1 1 0 0,0 0 0 0 0,0 1 0 0 0,0-1 0 0 0,0 1-1 0 0,0-1 1 0 0,0 1 0 0 0,0-1 0 0 0,0 0-1 0 0,0 1 1 0 0,0-1 0 0 0,1 1 0 0 0,-1-1 0 0 0,0 0-1 0 0,0 1 1 0 0,1-1 0 0 0,-1 0 0 0 0,0 1-1 0 0,0-1 1 0 0,1 0 0 0 0,-1 1 0 0 0,0-1 0 0 0,1 0-1 0 0,-1 0 1 0 0,0 1 0 0 0,1-1 0 0 0,-1 0-1 0 0,1 0 1 0 0,-1 0 0 0 0,0 0 0 0 0,2 1 0 0 0,0 0 190 0 0,0 0 0 0 0,1-1 0 0 0,-1 1 0 0 0,1 0 0 0 0,0-1 0 0 0,-1 0 0 0 0,1 1 0 0 0,-1-1 0 0 0,1 0 0 0 0,0-1 0 0 0,-1 1 0 0 0,1 0 1 0 0,2-1-1 0 0,39-11 1106 0 0,-31 9-908 0 0,73-26 958 0 0,-16 5-1888 0 0,-22 12-2612 0 0,-44 12 2078 0 0</inkml:trace>
</inkml:ink>
</file>

<file path=ppt/ink/ink2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2.7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10594 0 0,'3'8'903'0'0,"0"0"1"0"0,0 0-1 0 0,-1 0 0 0 0,0 0 0 0 0,0 1 0 0 0,-1-1 1 0 0,1 17-1 0 0,-2 10 367 0 0,8 64 0 0 0,-5-82-1886 0 0,1-1 0 0 0,0 1 1 0 0,10 21-1 0 0,-6-20-5847 0 0</inkml:trace>
</inkml:ink>
</file>

<file path=ppt/ink/ink2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3.0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18 10594 0 0,'8'-18'6146'0'0,"6"113"-2183"0"0,12 139-3688 0 0,-15-190-1519 0 0,3-18-6209 0 0</inkml:trace>
</inkml:ink>
</file>

<file path=ppt/ink/ink2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3.2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41 6913 0 0,'23'-40'6270'0'0,"-23"52"-1044"0"0,-2 24-3255 0 0,-2-4-1782 0 0,2 0-1 0 0,1 0 1 0 0,1 1-1 0 0,2-1 1 0 0,2 0-1 0 0,0 0 1 0 0,3 0-1 0 0,15 50 1 0 0,-17-69-1135 0 0,-1 1-1 0 0,1-1 1 0 0,13 23 0 0 0</inkml:trace>
</inkml:ink>
</file>

<file path=ppt/ink/ink2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3.4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1 126 9674 0 0,'1'-1'864'0'0,"3"-2"-696"0"0,2 2-168 0 0,-1-1 0 0 0,2 1 336 0 0,1-2 32 0 0,6-1 9 0 0,8-4-1 0 0,7-2-168 0 0,5-1-32 0 0,1 0-8 0 0,-1 0 0 0 0,-1 0-168 0 0,-1 1-128 0 0,-1-1 16 0 0,-3 3 8 0 0,-6-2 104 0 0,-3 1-72 0 0</inkml:trace>
</inkml:ink>
</file>

<file path=ppt/ink/ink2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4.0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244 41 6913 0 0,'0'-2'71'0'0,"0"0"-1"0"0,0 0 0 0 0,-1 0 0 0 0,1 0 1 0 0,0 0-1 0 0,-1 0 0 0 0,1 1 0 0 0,-1-1 0 0 0,0 0 1 0 0,1 0-1 0 0,-1 0 0 0 0,0 1 0 0 0,0-1 0 0 0,0 1 1 0 0,0-1-1 0 0,-1 0 0 0 0,1 1 0 0 0,0 0 0 0 0,-1-1 1 0 0,1 1-1 0 0,-3-2 0 0 0,2 2 47 0 0,0 1-1 0 0,0 0 1 0 0,0-1-1 0 0,0 1 1 0 0,0 0 0 0 0,0 0-1 0 0,0 1 1 0 0,0-1-1 0 0,0 0 1 0 0,0 0 0 0 0,1 1-1 0 0,-1 0 1 0 0,0-1-1 0 0,0 1 1 0 0,0 0 0 0 0,0 0-1 0 0,1-1 1 0 0,-1 2-1 0 0,1-1 1 0 0,-1 0 0 0 0,0 0-1 0 0,-1 2 1 0 0,-4 3 108 0 0,1 1 0 0 0,-1-1 0 0 0,2 1 0 0 0,-1 0 1 0 0,0 1-1 0 0,1-1 0 0 0,1 1 0 0 0,-1 0 0 0 0,-4 13 0 0 0,-27 86 1047 0 0,25-66-782 0 0,-8 21 106 0 0,3 2 0 0 0,3 0 0 0 0,2 0 1 0 0,-2 88-1 0 0,13-105-428 0 0,1 1-1 0 0,3-1 1 0 0,2 0 0 0 0,2 0 0 0 0,1 0-1 0 0,28 76 1 0 0,-15-66-72 0 0,2-1 0 0 0,3-2 0 0 0,2 0 0 0 0,47 63 0 0 0,-47-78-58 0 0,2-1-1 0 0,2-1 1 0 0,1-2-1 0 0,2-2 1 0 0,73 53 0 0 0,-21-26 141 0 0,106 52 0 0 0,-153-91-92 0 0,1-2 0 0 0,1-2-1 0 0,0-2 1 0 0,1-2 0 0 0,55 9-1 0 0,-87-20-452 0 0,0-1 0 0 0,1-1-1 0 0,-1 0 1 0 0,21-3-1 0 0,-10-2-6482 0 0</inkml:trace>
</inkml:ink>
</file>

<file path=ppt/ink/ink2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4.6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40 8754 0 0,'0'-1'59'0'0,"0"1"-1"0"0,-1-1 1 0 0,1 1 0 0 0,0-1-1 0 0,0 0 1 0 0,0 1 0 0 0,-1-1 0 0 0,1 0-1 0 0,0 1 1 0 0,0-1 0 0 0,0 0-1 0 0,0 1 1 0 0,0-1 0 0 0,0 0 0 0 0,0 1-1 0 0,1-1 1 0 0,-1 0 0 0 0,0 1-1 0 0,0-1 1 0 0,0 0 0 0 0,1 1-1 0 0,-1-1 1 0 0,0 1 0 0 0,1-1 0 0 0,-1 0-1 0 0,0 1 1 0 0,1-1 0 0 0,-1 1-1 0 0,1-1 1 0 0,-1 1 0 0 0,1-1 0 0 0,0 0-1 0 0,1 0 84 0 0,1-1-1 0 0,0 1 1 0 0,-1-1-1 0 0,1 1 1 0 0,0 0 0 0 0,0 0-1 0 0,6-2 1 0 0,2 1 193 0 0,1 0 1 0 0,0 1-1 0 0,14 0 0 0 0,-13 1-107 0 0,-1 2-1 0 0,1-1 0 0 0,-1 1 0 0 0,1 1 0 0 0,-1 1 0 0 0,0-1 0 0 0,0 2 0 0 0,0 0 1 0 0,-1 0-1 0 0,16 10 0 0 0,-11-4-64 0 0,-1 0 1 0 0,0 2-1 0 0,-1-1 0 0 0,0 2 1 0 0,-1 0-1 0 0,15 19 0 0 0,-3 4-20 0 0,-1 1-1 0 0,-2 2 0 0 0,-2 0 1 0 0,-1 1-1 0 0,14 48 0 0 0,34 119 170 0 0,71 387-1 0 0,-132-559-48 0 0,-2 0 0 0 0,-1 1 0 0 0,-1 0 0 0 0,-7 62 0 0 0,2-80-84 0 0,0 0 1 0 0,-1-1-1 0 0,-1 0 1 0 0,-1 0-1 0 0,-1 0 1 0 0,0 0 0 0 0,-1-1-1 0 0,-1 0 1 0 0,-1-1-1 0 0,-22 29 1 0 0,5-14-354 0 0,-1 0 0 0 0,-2-3 0 0 0,-1 0 0 0 0,-37 24 0 0 0,50-39-886 0 0</inkml:trace>
</inkml:ink>
</file>

<file path=ppt/ink/ink2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5.1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 85 6913 0 0,'-26'3'674'0'0,"38"-2"-702"0"0,43-2 816 0 0,262-10 6681 0 0,159-20-2966 0 0,-396 24-4420 0 0,85-19 1 0 0,-149 21-31 0 0,-16 5-174 0 0,0 0 1 0 0,1 0-1 0 0,-1 0 0 0 0,0 0 0 0 0,0 0 1 0 0,1 0-1 0 0,-1 0 0 0 0,0 0 1 0 0,1 0-1 0 0,-1 0 0 0 0,0 0 1 0 0,1 0-1 0 0,-1 0 0 0 0,0-1 1 0 0,4-6-2898 0 0</inkml:trace>
</inkml:ink>
</file>

<file path=ppt/ink/ink2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5.4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22 6913 0 0,'15'-5'662'0'0,"0"1"0"0"0,0 0 0 0 0,1 1-1 0 0,-1 1 1 0 0,0 0 0 0 0,1 1-1 0 0,-1 1 1 0 0,1 0 0 0 0,-1 1-1 0 0,1 1 1 0 0,-1 0 0 0 0,1 1-1 0 0,-1 1 1 0 0,0 0 0 0 0,-1 1-1 0 0,1 1 1 0 0,-1 0 0 0 0,0 1-1 0 0,24 16 1 0 0,-33-19-572 0 0,0 0 0 0 0,0 0 0 0 0,0 1 0 0 0,0-1 0 0 0,-1 1 0 0 0,1 0 0 0 0,-1 0 0 0 0,-1 1-1 0 0,1-1 1 0 0,-1 1 0 0 0,0 0 0 0 0,0 0 0 0 0,0 0 0 0 0,-1 0 0 0 0,0 0 0 0 0,0 1 0 0 0,1 10 0 0 0,-3-7-43 0 0,0 0 0 0 0,0 0 0 0 0,-1 0 1 0 0,0 1-1 0 0,-1-1 0 0 0,0-1 0 0 0,-1 1 0 0 0,0 0 0 0 0,0 0 1 0 0,-9 15-1 0 0,-54 88 128 0 0,48-85-699 0 0,0 1 0 0 0,2 0-1 0 0,-17 45 1 0 0,27-54-835 0 0</inkml:trace>
</inkml:ink>
</file>

<file path=ppt/ink/ink2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5:49.1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97 83 3225 0 0,'-24'-31'2022'0'0,"-4"-5"145"0"0,26 35-1825 0 0,0-1 0 0 0,0 1 1 0 0,0-1-1 0 0,-1 1 0 0 0,1-1 1 0 0,0 1-1 0 0,-1 0 0 0 0,1 0 1 0 0,0 0-1 0 0,-1 1 0 0 0,1-1 1 0 0,-1 0-1 0 0,0 1 0 0 0,1 0 0 0 0,-4-1 1 0 0,2 5 1338 0 0,8 6-943 0 0,12 12-447 0 0,-13-17-70 0 0,185 304 1467 0 0,23 34-1285 0 0,-120-235-109 0 0,-65-79-234 0 0,-1 0 0 0 0,-1 2 1 0 0,22 36-1 0 0,-21-22 116 0 0,2-1 1 0 0,33 42-1 0 0,-52-76-137 0 0,-6-7-43 0 0,0-1 1 0 0,0 1 0 0 0,0-1-1 0 0,0 1 1 0 0,0-1 0 0 0,1 0-1 0 0,-1 0 1 0 0,1 0-1 0 0,-1 0 1 0 0,6 3 0 0 0,5 12-1858 0 0</inkml:trace>
</inkml:ink>
</file>

<file path=ppt/ink/ink2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5:49.5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8 219 1840 0 0,'-7'-14'7322'0'0,"11"14"-6473"0"0,3 1-403 0 0,1 0-1 0 0,0 0 1 0 0,0 1-1 0 0,-1 0 1 0 0,1 0-1 0 0,12 6 1 0 0,51 27 1202 0 0,-28-12-1264 0 0,-30-17-183 0 0,0 0 0 0 0,0-1 0 0 0,0-1 0 0 0,16 4 0 0 0,-26-7-87 0 0,-1-1 1 0 0,0 1-1 0 0,1-1 1 0 0,-1 1-1 0 0,1-1 1 0 0,-1 0-1 0 0,1 0 0 0 0,0 0 1 0 0,-1 0-1 0 0,1-1 1 0 0,-1 1-1 0 0,0-1 0 0 0,1 0 1 0 0,-1 1-1 0 0,1-1 1 0 0,-1 0-1 0 0,0 0 0 0 0,0 0 1 0 0,1-1-1 0 0,-1 1 1 0 0,0-1-1 0 0,0 1 1 0 0,0-1-1 0 0,-1 1 0 0 0,1-1 1 0 0,0 0-1 0 0,-1 0 1 0 0,1 0-1 0 0,-1 0 0 0 0,1 0 1 0 0,0-3-1 0 0,8-24 322 0 0,-2-1 0 0 0,-1-1 1 0 0,-1 1-1 0 0,-1-1 0 0 0,-1-32 0 0 0,-1-2-2006 0 0</inkml:trace>
</inkml:ink>
</file>

<file path=ppt/ink/ink2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5:51.9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10594 0 0,'1'1'75'0'0,"0"0"0"0"0,0-1 0 0 0,0 1-1 0 0,0 0 1 0 0,0 0 0 0 0,-1-1 0 0 0,1 1-1 0 0,0 0 1 0 0,0 0 0 0 0,-1 0 0 0 0,1 0 0 0 0,-1 0-1 0 0,1 0 1 0 0,-1 0 0 0 0,1 0 0 0 0,-1 0-1 0 0,0 0 1 0 0,1 0 0 0 0,-1 0 0 0 0,0 2-1 0 0,9 33 1065 0 0,-7-26-839 0 0,19 86 1199 0 0,-3-14-859 0 0,34 95 0 0 0,-43-151-808 0 0,15 42-254 0 0,-12-23-3678 0 0</inkml:trace>
</inkml:ink>
</file>

<file path=ppt/ink/ink2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5:52.2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43 5065 0 0,'1'-2'93'0'0,"0"0"1"0"0,1 0-1 0 0,0 0 0 0 0,-1 0 0 0 0,1 0 1 0 0,0 0-1 0 0,0 0 0 0 0,0 1 0 0 0,0-1 1 0 0,0 1-1 0 0,0-1 0 0 0,0 1 0 0 0,1 0 1 0 0,2-1-1 0 0,35-13 1673 0 0,-33 14-1460 0 0,1 1 0 0 0,-1-1 0 0 0,0 1 0 0 0,1 1 0 0 0,-1-1 1 0 0,0 1-1 0 0,1 0 0 0 0,-1 1 0 0 0,0 0 0 0 0,0 0 0 0 0,0 1 0 0 0,-1-1 1 0 0,1 1-1 0 0,0 1 0 0 0,-1-1 0 0 0,0 1 0 0 0,0 0 0 0 0,0 1 0 0 0,5 5 0 0 0,-2-3-163 0 0,-1 1 0 0 0,0 0-1 0 0,0 1 1 0 0,-1-1-1 0 0,0 2 1 0 0,-1-1 0 0 0,0 1-1 0 0,0-1 1 0 0,-1 2-1 0 0,0-1 1 0 0,5 18-1 0 0,-6-11-34 0 0,-1 0-1 0 0,-1 0 1 0 0,-1 0-1 0 0,0 0 0 0 0,-1 1 1 0 0,-1-1-1 0 0,0 0 1 0 0,-1 0-1 0 0,-6 19 1 0 0,5-23-78 0 0,-1 0 0 0 0,0-1 1 0 0,-1 0-1 0 0,-1 1 0 0 0,0-2 0 0 0,0 1 1 0 0,-1-1-1 0 0,0 0 0 0 0,-1 0 1 0 0,-1-1-1 0 0,0 0 0 0 0,-15 13 1 0 0,22-21-200 0 0,-1 0-1 0 0,1 0 1 0 0,-1-1 0 0 0,0 1 0 0 0,1 0 0 0 0,-1-1-1 0 0,0 0 1 0 0,0 1 0 0 0,0-1 0 0 0,0-1 0 0 0,-1 1-1 0 0,1 0 1 0 0,0-1 0 0 0,-5 1 0 0 0</inkml:trace>
</inkml:ink>
</file>

<file path=ppt/ink/ink2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5:52.5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1 270 7370 0 0,'36'-23'4642'0'0,"-32"22"-4255"0"0,0-1 1 0 0,0 1-1 0 0,0 0 0 0 0,1 1 0 0 0,-1-1 1 0 0,1 1-1 0 0,-1 0 0 0 0,0 0 1 0 0,1 0-1 0 0,-1 0 0 0 0,0 1 1 0 0,7 1-1 0 0,51 21 1627 0 0,-39-13-1303 0 0,-51-63 1712 0 0,24 41-2314 0 0,1-1 0 0 0,0 1 0 0 0,1-1-1 0 0,0 0 1 0 0,1 0 0 0 0,1 0-1 0 0,1-15 1 0 0,-1 21-291 0 0,0 1-1 0 0,1 0 1 0 0,0 0 0 0 0,0 0-1 0 0,1 0 1 0 0,-1 0 0 0 0,1 0-1 0 0,1 0 1 0 0,-1 0 0 0 0,1 1-1 0 0,0-1 1 0 0,0 1 0 0 0,1 0-1 0 0,-1 0 1 0 0,1 0 0 0 0,0 0-1 0 0,5-4 1 0 0</inkml:trace>
</inkml:ink>
</file>

<file path=ppt/ink/ink2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5:53.0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175 34 3193 0 0,'-1'-3'138'0'0,"-1"1"1"0"0,1 0 0 0 0,0 0 0 0 0,-1 0-1 0 0,1 0 1 0 0,-1 0 0 0 0,0 0 0 0 0,0 1-1 0 0,1-1 1 0 0,-1 0 0 0 0,0 1 0 0 0,-1-1-1 0 0,1 1 1 0 0,0 0 0 0 0,0 0 0 0 0,0 0-1 0 0,-1 0 1 0 0,1 0 0 0 0,-1 0 0 0 0,1 1-1 0 0,0-1 1 0 0,-1 1 0 0 0,1 0 0 0 0,-1 0-1 0 0,1-1 1 0 0,-1 2 0 0 0,1-1 0 0 0,-5 1-1 0 0,3-1 193 0 0,1 1 0 0 0,-1 0 0 0 0,0 0 0 0 0,1 1 0 0 0,-1-1 0 0 0,1 1-1 0 0,-1 0 1 0 0,1 0 0 0 0,0 0 0 0 0,-1 0 0 0 0,1 1 0 0 0,0-1 0 0 0,1 1 0 0 0,-1 0 0 0 0,0-1-1 0 0,1 1 1 0 0,-4 7 0 0 0,-4 6 480 0 0,2 2 0 0 0,-12 35 1 0 0,17-44-737 0 0,1 0 1 0 0,0 0 0 0 0,0 1 0 0 0,1-1 0 0 0,0 1 0 0 0,0-1 0 0 0,1 0 0 0 0,2 10 0 0 0,-2-16-101 0 0,0-1 1 0 0,0 0 0 0 0,0 1-1 0 0,1-1 1 0 0,-1 0 0 0 0,1 0-1 0 0,0 0 1 0 0,0 1-1 0 0,0-1 1 0 0,0 0 0 0 0,0 0-1 0 0,0 0 1 0 0,0 0-1 0 0,1-1 1 0 0,-1 1 0 0 0,1 0-1 0 0,-1 0 1 0 0,1-1 0 0 0,0 1-1 0 0,-1-1 1 0 0,1 0-1 0 0,0 1 1 0 0,0-1 0 0 0,0 0-1 0 0,0 0 1 0 0,0 0 0 0 0,1 0-1 0 0,-1-1 1 0 0,0 1-1 0 0,0 0 1 0 0,1-1 0 0 0,-1 0-1 0 0,0 1 1 0 0,3-1 0 0 0,-1-1-112 0 0,0 1 1 0 0,0-1 0 0 0,0 0 0 0 0,0-1 0 0 0,0 1-1 0 0,0 0 1 0 0,0-1 0 0 0,0 0 0 0 0,-1 0 0 0 0,1 0-1 0 0,-1-1 1 0 0,0 1 0 0 0,0-1 0 0 0,1 1 0 0 0,-2-1-1 0 0,1 0 1 0 0,0 0 0 0 0,3-6 0 0 0,0-1 240 0 0,0-1 0 0 0,0 0 1 0 0,-1-1-1 0 0,0 0 0 0 0,-1 1 0 0 0,-1-1 1 0 0,0 0-1 0 0,0-1 0 0 0,-1 1 0 0 0,-1 0 1 0 0,0-1-1 0 0,3-18 3655 0 0,-4 31-3700 0 0,12 16 1068 0 0,8 23-514 0 0,-14-28-491 0 0,0 0-1 0 0,1 0 1 0 0,0 0 0 0 0,1-1-1 0 0,0 0 1 0 0,1-1 0 0 0,0 0-1 0 0,0 0 1 0 0,19 13 0 0 0,-24-19-248 0 0,1 0 0 0 0,-1-1 1 0 0,1 1-1 0 0,-1-1 0 0 0,1 0 1 0 0,0-1-1 0 0,0 1 0 0 0,0-1 1 0 0,0 0-1 0 0,0 0 0 0 0,0-1 1 0 0,5 1-1 0 0,-6-1-270 0 0,0-1-1 0 0,-1 0 1 0 0,1 1 0 0 0,0-1-1 0 0,-1 0 1 0 0,1-1 0 0 0,-1 1-1 0 0,1-1 1 0 0,-1 0 0 0 0,0 1-1 0 0,1-1 1 0 0,-1-1 0 0 0,0 1-1 0 0,0 0 1 0 0,-1-1 0 0 0,1 0-1 0 0,0 1 1 0 0,2-5 0 0 0,0-1-1078 0 0</inkml:trace>
</inkml:ink>
</file>

<file path=ppt/ink/ink2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5:53.3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2304 0 0,'1'7'1245'0'0,"1"-1"-1"0"0,-1 1 1 0 0,1-1-1 0 0,0 1 0 0 0,5 8 1 0 0,2 9 1531 0 0,-6-14-2161 0 0,22 60 3633 0 0,-1-28-8955 0 0</inkml:trace>
</inkml:ink>
</file>

<file path=ppt/ink/ink2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5:53.4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 6449 0 0,'0'-2'697'0'0,"2"4"-697"0"0,0 0 0 0 0,0 3 0 0 0,1 1 0 0 0,3 3 0 0 0,1 0 0 0 0,-1 2 0 0 0</inkml:trace>
</inkml:ink>
</file>

<file path=ppt/ink/ink2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5:54.2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14 126 6913 0 0,'-7'-17'-239'0'0,"1"-12"5163"0"0,6 29-4758 0 0,0-1 1 0 0,0 1-1 0 0,-1-1 0 0 0,1 1 1 0 0,0-1-1 0 0,0 1 0 0 0,0-1 1 0 0,1 1-1 0 0,-1-1 1 0 0,0 1-1 0 0,0-1 0 0 0,0 1 1 0 0,0-1-1 0 0,0 1 0 0 0,1-1 1 0 0,-1 1-1 0 0,0-1 0 0 0,2-1 999 0 0,-1 1-999 0 0,-1 1 1 0 0,0 0-1 0 0,1-1 0 0 0,0 1 1 0 0,1 0-45 0 0,-1 0 1 0 0,1 0 0 0 0,-1 0-1 0 0,1 0 1 0 0,-1 1 0 0 0,1-1-1 0 0,-1 1 1 0 0,1-1-1 0 0,-1 1 1 0 0,1-1 0 0 0,-1 1-1 0 0,1 0 1 0 0,-1 0-1 0 0,0-1 1 0 0,2 3 0 0 0,7 5 53 0 0,-1 2 0 0 0,0-1 1 0 0,-1 1-1 0 0,0 0 1 0 0,-1 1-1 0 0,0 0 0 0 0,0 0 1 0 0,5 14-1 0 0,-2-7-38 0 0,-5-9-152 0 0,11 20 184 0 0,-11-22-229 0 0,-4-12-276 0 0,-3-10 567 0 0,0 0 1 0 0,1 0 0 0 0,1 0-1 0 0,0 0 1 0 0,4-22 0 0 0,-3 26-247 0 0,1 1 1 0 0,0-1-1 0 0,1 1 0 0 0,0 0 1 0 0,1 0-1 0 0,0 0 0 0 0,1 0 1 0 0,8-13-1 0 0,-13 22 17 0 0,1-1 0 0 0,0 1-1 0 0,0 0 1 0 0,-1-1 0 0 0,1 1-1 0 0,0 0 1 0 0,0 0 0 0 0,0 0 0 0 0,1 0-1 0 0,-1 0 1 0 0,0 0 0 0 0,0 0-1 0 0,0 0 1 0 0,1 0 0 0 0,-1 0-1 0 0,1 0 1 0 0,-1 1 0 0 0,0-1 0 0 0,1 1-1 0 0,-1-1 1 0 0,1 1 0 0 0,-1 0-1 0 0,1-1 1 0 0,-1 1 0 0 0,1 0-1 0 0,0 0 1 0 0,-1 0 0 0 0,1 0 0 0 0,-1 0-1 0 0,1 1 1 0 0,-1-1 0 0 0,1 0-1 0 0,-1 1 1 0 0,1-1 0 0 0,-1 1-1 0 0,1-1 1 0 0,-1 1 0 0 0,0 0 0 0 0,1 0-1 0 0,-1-1 1 0 0,0 1 0 0 0,0 0-1 0 0,1 0 1 0 0,0 2 0 0 0,6 5 4 0 0,0 1 1 0 0,-1 1 0 0 0,0 0-1 0 0,11 20 1 0 0,-3-4-65 0 0,4-3-659 0 0,-6-8-4681 0 0</inkml:trace>
</inkml:ink>
</file>

<file path=ppt/ink/ink2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03.1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191 25 4145 0 0,'-17'-10'2333'0'0,"15"8"-2115"0"0,0 1 0 0 0,0-1 0 0 0,-1 1 0 0 0,1-1 0 0 0,0 1 0 0 0,-1 0 0 0 0,1 0 0 0 0,-1 0 0 0 0,1 1 0 0 0,-1-1 0 0 0,1 1 0 0 0,-1-1 0 0 0,0 1 0 0 0,1 0 0 0 0,-1 0 0 0 0,0 0 0 0 0,1 0 0 0 0,-1 0 0 0 0,-3 2 0 0 0,0-1 132 0 0,1 1 0 0 0,-1 0 0 0 0,1 0 0 0 0,0 1 0 0 0,0-1 0 0 0,0 1 0 0 0,0 0 1 0 0,0 1-1 0 0,1-1 0 0 0,0 1 0 0 0,-1 0 0 0 0,1 0 0 0 0,-4 6 0 0 0,3-2-118 0 0,-1-1 1 0 0,1 2-1 0 0,1-1 1 0 0,0 1 0 0 0,0-1-1 0 0,0 1 1 0 0,-3 15-1 0 0,4-11-159 0 0,1 0 0 0 0,0 0 1 0 0,1-1-1 0 0,0 2 0 0 0,1-1 0 0 0,0 0 0 0 0,1 0 0 0 0,1 0 0 0 0,0-1 0 0 0,0 1 0 0 0,9 23 0 0 0,-8-30-15 0 0,0 1 1 0 0,0-1 0 0 0,1-1-1 0 0,0 1 1 0 0,0 0-1 0 0,0-1 1 0 0,1 0-1 0 0,-1 0 1 0 0,1 0-1 0 0,0-1 1 0 0,1 0-1 0 0,-1 0 1 0 0,1 0 0 0 0,12 6-1 0 0,-15-9-74 0 0,0 0-1 0 0,0 0 1 0 0,0 0-1 0 0,1 0 1 0 0,-1 0-1 0 0,0-1 0 0 0,0 0 1 0 0,1 1-1 0 0,-1-1 1 0 0,0 0-1 0 0,1-1 1 0 0,-1 1-1 0 0,0-1 1 0 0,0 1-1 0 0,1-1 1 0 0,-1 0-1 0 0,0 0 1 0 0,0 0-1 0 0,0-1 1 0 0,0 1-1 0 0,0-1 1 0 0,0 0-1 0 0,-1 1 1 0 0,1-1-1 0 0,0-1 1 0 0,-1 1-1 0 0,0 0 1 0 0,1 0-1 0 0,-1-1 1 0 0,0 0-1 0 0,0 1 1 0 0,2-5-1 0 0,11-18-646 0 0,-4 6-4582 0 0</inkml:trace>
</inkml:ink>
</file>

<file path=ppt/ink/ink2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03.7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 16 5985 0 0,'-1'0'252'0'0,"0"-1"-1"0"0,0 1 0 0 0,-1 0 1 0 0,1 0-1 0 0,0 0 1 0 0,0 0-1 0 0,0 0 1 0 0,-1 0-1 0 0,1 1 0 0 0,0-1 1 0 0,0 0-1 0 0,0 1 1 0 0,-1-1-1 0 0,1 0 0 0 0,0 1 1 0 0,0 0-1 0 0,0-1 1 0 0,0 1-1 0 0,0 0 0 0 0,0-1 1 0 0,0 1-1 0 0,0 0 1 0 0,0 0-1 0 0,0 0 0 0 0,1 0 1 0 0,-2 1-1 0 0,2 0 21 0 0,-1 0-1 0 0,1 1 1 0 0,0-1-1 0 0,1 0 0 0 0,-1 0 1 0 0,0 1-1 0 0,1-1 1 0 0,-1 0-1 0 0,1 0 1 0 0,0 0-1 0 0,-1 0 1 0 0,1 0-1 0 0,0 0 0 0 0,2 3 1 0 0,26 56 1204 0 0,-15-29-1136 0 0,1-1-1 0 0,31 45 1 0 0,-46-74-378 0 0,1-1 0 0 0,0 0 1 0 0,-1 0-1 0 0,1 0 0 0 0,0 0 0 0 0,0 0 0 0 0,0 0 1 0 0,0 0-1 0 0,0 0 0 0 0,0 0 0 0 0,0 0 0 0 0,0 0 0 0 0,1-1 1 0 0,-1 1-1 0 0,0 0 0 0 0,0-1 0 0 0,1 1 0 0 0,-1-1 1 0 0,0 0-1 0 0,1 1 0 0 0,-1-1 0 0 0,0 0 0 0 0,1 0 0 0 0,1 0 1 0 0,-1 0-129 0 0,-1-1 0 0 0,1 0 0 0 0,0 1 0 0 0,-1-1 0 0 0,1 0 1 0 0,-1 0-1 0 0,1 0 0 0 0,-1 0 0 0 0,0-1 0 0 0,1 1 0 0 0,-1 0 0 0 0,0 0 1 0 0,0-1-1 0 0,0 1 0 0 0,0-1 0 0 0,1-1 0 0 0,5-10-917 0 0,-1 0 0 0 0,-1 0 0 0 0,7-23 0 0 0,-10 29 1213 0 0,5-20-444 0 0,8-52 0 0 0,-10 7 3693 0 0,5 93 2342 0 0,6 17-5219 0 0,-10-25-499 0 0,0-1 0 0 0,0 0-1 0 0,1 0 1 0 0,0-1 0 0 0,1 0 0 0 0,1 0 0 0 0,11 12 0 0 0,-11-14-868 0 0,1-1 0 0 0,0 0 0 0 0,0 0 0 0 0,18 9 0 0 0,-9-7-5082 0 0</inkml:trace>
</inkml:ink>
</file>

<file path=ppt/ink/ink2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04.0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20 6913 0 0,'0'-1'153'0'0,"0"0"0"0"0,0 0-1 0 0,0 0 1 0 0,0 1-1 0 0,0-1 1 0 0,1 0-1 0 0,-1 0 1 0 0,0 0-1 0 0,1 0 1 0 0,-1 1 0 0 0,0-1-1 0 0,1 0 1 0 0,-1 0-1 0 0,1 1 1 0 0,-1-1-1 0 0,1 0 1 0 0,0 1-1 0 0,-1-1 1 0 0,1 1-1 0 0,0-1 1 0 0,-1 1 0 0 0,1-1-1 0 0,0 1 1 0 0,0-1-1 0 0,-1 1 1 0 0,1 0-1 0 0,0-1 1 0 0,0 1-1 0 0,0 0 1 0 0,0 0 0 0 0,-1-1-1 0 0,1 1 1 0 0,0 0-1 0 0,0 0 1 0 0,0 0-1 0 0,0 0 1 0 0,0 0-1 0 0,0 0 1 0 0,-1 1-1 0 0,2-1 1 0 0,1 0 188 0 0,1 1-1 0 0,-1-1 1 0 0,0 1 0 0 0,0 0-1 0 0,0 0 1 0 0,0 0 0 0 0,0 0 0 0 0,0 0-1 0 0,0 1 1 0 0,3 2 0 0 0,2 3-37 0 0,0 0 0 0 0,0 2 0 0 0,-1-1 0 0 0,0 0 0 0 0,-1 1 0 0 0,0 1 1 0 0,0-1-1 0 0,6 14 0 0 0,3 12-74 0 0,11 40 1 0 0,-16-42-57 0 0,-10-30 181 0 0,-3-7-123 0 0,-5-12-18 0 0,5 0-201 0 0,0 1 0 0 0,1-1-1 0 0,1 0 1 0 0,0 0 0 0 0,3-32 0 0 0,1 30-1288 0 0,0 0 0 0 0,9-29 0 0 0,-5 28-5088 0 0</inkml:trace>
</inkml:ink>
</file>

<file path=ppt/ink/ink2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04.5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5 110 4145 0 0,'-1'0'199'0'0,"1"-1"0"0"0,-1 1 0 0 0,1-1 0 0 0,0 1 1 0 0,-1-1-1 0 0,1 0 0 0 0,0 1 0 0 0,-1-1 0 0 0,1 1 0 0 0,0-1 0 0 0,0 1 1 0 0,0-1-1 0 0,-1 0 0 0 0,1 1 0 0 0,0-1 0 0 0,0 0 0 0 0,0 1 0 0 0,0-1 0 0 0,0 0 1 0 0,0 1-1 0 0,0-1 0 0 0,0 1 0 0 0,1-1 0 0 0,-1 0 0 0 0,0 1 0 0 0,0-1 1 0 0,0 1-1 0 0,1-1 0 0 0,-1 0 0 0 0,0 1 0 0 0,1-1 0 0 0,-1 1 0 0 0,0-1 1 0 0,1 1-1 0 0,0-1 199 0 0,-1 1-199 0 0,1-1 0 0 0,-1 1 0 0 0,1-1 1 0 0,0 1-1 0 0,0-1 9 0 0,0 0 0 0 0,-1 0 0 0 0,1 0 0 0 0,0 0 1 0 0,0 0-1 0 0,0 0 0 0 0,0 0 0 0 0,1 1 0 0 0,-1-1 1 0 0,0 0-1 0 0,0 1 0 0 0,0-1 0 0 0,0 1 0 0 0,1 0 1 0 0,-1-1-1 0 0,0 1 0 0 0,1 0 0 0 0,-1 0 0 0 0,0-1 0 0 0,1 1 1 0 0,-1 0-1 0 0,3 1 0 0 0,1 2 112 0 0,1 0-1 0 0,-1 0 1 0 0,1 1-1 0 0,-1 0 1 0 0,0 0 0 0 0,0 0-1 0 0,-1 1 1 0 0,0-1-1 0 0,5 6 1 0 0,34 52 575 0 0,-36-52-758 0 0,2 4-24 0 0,-2-3 4 0 0,0 0 0 0 0,0 0 0 0 0,8 20 0 0 0,-19-42-106 0 0,1-1 0 0 0,1 0-1 0 0,0 0 1 0 0,1 0 0 0 0,0 0 0 0 0,1 0 0 0 0,0-1-1 0 0,0 1 1 0 0,2 0 0 0 0,-1 0 0 0 0,2 0 0 0 0,0 0-1 0 0,0 1 1 0 0,1-1 0 0 0,0 1 0 0 0,1 0 0 0 0,0 0-1 0 0,1 0 1 0 0,0 1 0 0 0,14-17 0 0 0,-11 18-1289 0 0</inkml:trace>
</inkml:ink>
</file>

<file path=ppt/ink/ink2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05.1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20 182 1840 0 0,'1'0'111'0'0,"0"-1"-1"0"0,0 1 1 0 0,0-1-1 0 0,0 0 1 0 0,0 1-1 0 0,0-1 1 0 0,0 0-1 0 0,0 0 0 0 0,0 0 1 0 0,0 0-1 0 0,0 0 1 0 0,0 0-1 0 0,0 0 1 0 0,-1 0-1 0 0,1 0 1 0 0,0 0-1 0 0,-1-1 0 0 0,1 1 1 0 0,-1 0-1 0 0,1-3 1 0 0,8-24 3021 0 0,-7 21-2639 0 0,-1 1 1 0 0,0-1-1 0 0,0 1 0 0 0,0-1 1 0 0,-1 1-1 0 0,0-1 0 0 0,0 1 0 0 0,-1-1 1 0 0,1 0-1 0 0,-2 1 0 0 0,1 0 0 0 0,-1-1 1 0 0,0 1-1 0 0,-3-8 0 0 0,5 14-445 0 0,0-1 1 0 0,0 1-1 0 0,-1-1 0 0 0,1 1 1 0 0,0-1-1 0 0,0 1 0 0 0,-1-1 1 0 0,1 1-1 0 0,0-1 0 0 0,0 1 1 0 0,-1 0-1 0 0,1-1 0 0 0,-1 1 0 0 0,1 0 1 0 0,0-1-1 0 0,-1 1 0 0 0,1 0 1 0 0,-1-1-1 0 0,1 1 0 0 0,-1 0 1 0 0,1 0-1 0 0,-1-1 0 0 0,1 1 1 0 0,-1 0-1 0 0,1 0 0 0 0,-1 0 0 0 0,1 0 1 0 0,-1 0-1 0 0,1 0 0 0 0,-1 0 1 0 0,1 0-1 0 0,-1 0 0 0 0,0 0 1 0 0,-11 14 997 0 0,0 27-401 0 0,11-34-736 0 0,0 0-1 0 0,1 0 1 0 0,0 0 0 0 0,1 0-1 0 0,-1 0 1 0 0,1 0 0 0 0,0 0-1 0 0,1 0 1 0 0,0-1 0 0 0,0 1-1 0 0,0 0 1 0 0,1-1 0 0 0,0 1-1 0 0,0-1 1 0 0,8 10 0 0 0,-9-13 57 0 0,0 0 1 0 0,1 0-1 0 0,-1-1 1 0 0,1 1-1 0 0,0-1 1 0 0,0 0-1 0 0,0 1 1 0 0,0-1-1 0 0,0-1 1 0 0,0 1-1 0 0,0 0 1 0 0,1-1-1 0 0,-1 0 1 0 0,0 1-1 0 0,1-1 1 0 0,-1-1-1 0 0,1 1 1 0 0,0 0-1 0 0,-1-1 1 0 0,1 0-1 0 0,-1 0 1 0 0,1 0-1 0 0,0 0 1 0 0,-1-1-1 0 0,1 1 0 0 0,-1-1 1 0 0,1 0-1 0 0,-1 0 1 0 0,1 0-1 0 0,-1-1 1 0 0,0 1-1 0 0,5-3 1 0 0,-3 1-13 0 0,-1 0 0 0 0,1 0-1 0 0,-1 0 1 0 0,0-1 0 0 0,0 0 0 0 0,-1 1-1 0 0,1-1 1 0 0,-1-1 0 0 0,4-5 0 0 0,26-47-548 0 0,-16 25 451 0 0,23-45 882 0 0,-39 76-691 0 0,-1 1 1 0 0,0-1-1 0 0,1 1 1 0 0,-1 0-1 0 0,0-1 1 0 0,1 1-1 0 0,-1 0 0 0 0,0 0 1 0 0,1-1-1 0 0,-1 1 1 0 0,1 0-1 0 0,-1 0 1 0 0,0-1-1 0 0,1 1 1 0 0,-1 0-1 0 0,1 0 1 0 0,-1 0-1 0 0,1 0 0 0 0,-1 0 1 0 0,1 0-1 0 0,-1 0 1 0 0,1 0-1 0 0,-1 0 1 0 0,1 0-1 0 0,-1 0 1 0 0,0 0-1 0 0,1 0 0 0 0,-1 0 1 0 0,1 0-1 0 0,-1 0 1 0 0,1 0-1 0 0,-1 1 1 0 0,1-1-1 0 0,-1 0 1 0 0,0 0-1 0 0,1 0 1 0 0,-1 1-1 0 0,1-1 0 0 0,-1 0 1 0 0,0 1-1 0 0,1-1 1 0 0,-1 0-1 0 0,0 1 1 0 0,0-1-1 0 0,1 0 1 0 0,-1 1-1 0 0,0-1 1 0 0,0 1-1 0 0,1-1 0 0 0,-1 1 1 0 0,0 0-1 0 0,17 27 1069 0 0,-15-24-859 0 0,12 24 583 0 0,-11-21-796 0 0,0 0 0 0 0,0 0 0 0 0,1 0-1 0 0,0 0 1 0 0,0-1 0 0 0,0 1 0 0 0,1-1 0 0 0,0 0 0 0 0,0-1-1 0 0,1 1 1 0 0,10 7 0 0 0,-16-13-44 0 0,1-1 0 0 0,0 0 0 0 0,-1 1 0 0 0,1-1 0 0 0,0 1 0 0 0,-1-1 1 0 0,1 0-1 0 0,-1 0 0 0 0,1 1 0 0 0,-1-1 0 0 0,1 0 0 0 0,-1 0 0 0 0,0 0 0 0 0,0 1 0 0 0,1-1 0 0 0,-1 0 0 0 0,0 0 0 0 0,0 0 1 0 0,0 0-1 0 0,0-1 0 0 0,5-23 5 0 0,-4 18-6 0 0,1 0 0 0 0,-1 0-1 0 0,1 1 1 0 0,0-1-1 0 0,0 1 1 0 0,1 0-1 0 0,4-8 1 0 0,-6 13 0 0 0,-1-1 1 0 0,1 1-1 0 0,0 0 0 0 0,0 0 1 0 0,-1 0-1 0 0,1 1 0 0 0,0-1 1 0 0,0 0-1 0 0,0 0 0 0 0,0 0 1 0 0,0 1-1 0 0,0-1 1 0 0,0 0-1 0 0,0 1 0 0 0,0-1 1 0 0,0 1-1 0 0,1-1 0 0 0,-1 1 1 0 0,0 0-1 0 0,0-1 0 0 0,0 1 1 0 0,1 0-1 0 0,-1 0 0 0 0,0 0 1 0 0,0 0-1 0 0,1 0 0 0 0,-1 0 1 0 0,0 0-1 0 0,0 0 0 0 0,0 1 1 0 0,1-1-1 0 0,-1 0 0 0 0,0 1 1 0 0,0-1-1 0 0,0 1 1 0 0,0-1-1 0 0,0 1 0 0 0,0 0 1 0 0,0-1-1 0 0,0 1 0 0 0,0 0 1 0 0,0 0-1 0 0,0 0 0 0 0,0-1 1 0 0,0 1-1 0 0,0 0 0 0 0,0 2 1 0 0,3 2 45 0 0,0-1 1 0 0,-1 1 0 0 0,1 0-1 0 0,-1 1 1 0 0,2 5-1 0 0,16 21-750 0 0,-1-16-4522 0 0</inkml:trace>
</inkml:ink>
</file>

<file path=ppt/ink/ink2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05.3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60 6449 0 0,'-2'-9'505'0'0,"-3"-23"-311"0"0,8 15 3778 0 0,-2 16-3857 0 0,-1 1-1 0 0,0 0 1 0 0,1 0 0 0 0,-1 0 0 0 0,1 0 0 0 0,-1 0-1 0 0,0 0 1 0 0,1 0 0 0 0,-1 0 0 0 0,1 0 0 0 0,-1 0 0 0 0,0 0-1 0 0,1 0 1 0 0,-1 0 0 0 0,1 0 0 0 0,-1 0 0 0 0,0 0 0 0 0,1 0-1 0 0,-1 1 1 0 0,1-1 0 0 0,-1 0 0 0 0,0 0 0 0 0,1 0-1 0 0,-1 1 1 0 0,0-1 0 0 0,1 0 0 0 0,-1 0 0 0 0,0 1 0 0 0,1-1-1 0 0,-1 0 1 0 0,0 1 0 0 0,0-1 0 0 0,0 0 0 0 0,1 1-1 0 0,-1-1 1 0 0,0 1 0 0 0,0-1 0 0 0,0 0 0 0 0,0 1 0 0 0,1-1-1 0 0,-1 1 1 0 0,0 0 0 0 0,11 18 1470 0 0,39 89-293 0 0,59 117 1635 0 0,-53-113-6463 0 0,-47-95-3171 0 0</inkml:trace>
</inkml:ink>
</file>

<file path=ppt/ink/ink2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05.5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89 10594 0 0,'0'0'34'0'0,"0"0"0"0"0,0 0 0 0 0,-1 0 0 0 0,1 1 0 0 0,0-1 0 0 0,-1 0 0 0 0,1 0 0 0 0,0 1 0 0 0,0-1 0 0 0,0 0 0 0 0,-1 1 0 0 0,1-1 0 0 0,0 0 0 0 0,0 1 0 0 0,0-1 0 0 0,0 0 0 0 0,0 1 0 0 0,-1-1 0 0 0,1 0 0 0 0,0 1 0 0 0,0-1 0 0 0,0 0 0 0 0,0 1-1 0 0,0-1 1 0 0,0 1 0 0 0,0-1 0 0 0,0 0 0 0 0,0 1 0 0 0,0-1 0 0 0,1 0 0 0 0,-1 1 0 0 0,0-1 0 0 0,0 0 0 0 0,0 1 0 0 0,1-1 0 0 0,12 7 833 0 0,22-5 791 0 0,-20-5-907 0 0,-1 0 0 0 0,24-9 0 0 0,61-32-2234 0 0,-15 6-480 0 0,-63 30 1953 0 0</inkml:trace>
</inkml:ink>
</file>

<file path=ppt/ink/ink2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05.7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1 10594 0 0,'-3'5'944'0'0,"2"0"-751"0"0,0 0-193 0 0,-4 2 2896 0 0,3-3-3864 0 0,-2 0-344 0 0,-3 2-73 0 0</inkml:trace>
</inkml:ink>
</file>

<file path=ppt/ink/ink2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10.5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83 8 920 0 0,'-1'0'58'0'0,"1"-1"0"0"0,0 1 0 0 0,-1-1 0 0 0,1 0 0 0 0,-1 1 0 0 0,1-1 0 0 0,-1 1 0 0 0,0 0 0 0 0,1-1 0 0 0,-1 1 0 0 0,1-1 0 0 0,-1 1 0 0 0,0 0 0 0 0,1-1 0 0 0,-1 1 0 0 0,0 0 0 0 0,1 0 0 0 0,-1-1 0 0 0,0 1 0 0 0,0 0 0 0 0,1 0 0 0 0,-1 0 0 0 0,-1 0 0 0 0,-5 3 732 0 0,12 9-379 0 0,-4-9-214 0 0,1 0 0 0 0,-1 0 1 0 0,0 0-1 0 0,0 0 0 0 0,0 0 1 0 0,0 1-1 0 0,0-1 0 0 0,-1 0 1 0 0,1 0-1 0 0,-1 1 0 0 0,0 3 0 0 0,-3 44 951 0 0,1-31-784 0 0,-31 309 3025 0 0,24-270-3174 0 0,-2 10-18 0 0,2 1 0 0 0,1 94-1 0 0,11-134 182 0 0,9 46 0 0 0,-6-49-157 0 0,-2 0-1 0 0,1 39 0 0 0,-12 58 105 0 0,3-76 192 0 0,1 67 1 0 0,5-77-261 0 0,-1-15-191 0 0,0 0 1 0 0,1 0-1 0 0,1 0 1 0 0,1-1 0 0 0,14 42-1 0 0,-11-43-134 0 0,-2 0 0 0 0,0 1 0 0 0,-1 0 0 0 0,2 35 0 0 0,-3-25 250 0 0,8 38 0 0 0,29 116 368 0 0,-37-175-441 0 0,3 23 446 0 0,-6-33-541 0 0,0 0-1 0 0,0 0 1 0 0,0 0 0 0 0,0 0-1 0 0,0 1 1 0 0,0-1 0 0 0,-1 0-1 0 0,1 0 1 0 0,0 0-1 0 0,-1 0 1 0 0,1 0 0 0 0,-1 0-1 0 0,1 0 1 0 0,-1 0 0 0 0,0 0-1 0 0,1 0 1 0 0,-1 0-1 0 0,0 0 1 0 0,0 0 0 0 0,0 0-1 0 0,1 0 1 0 0,-1-1 0 0 0,0 1-1 0 0,0 0 1 0 0,-1 0 0 0 0,122-43 922 0 0,-100 36-885 0 0,2 2 1 0 0,-1 0 0 0 0,0 2-1 0 0,35 0 1 0 0,0-1 10 0 0,-38 3-12 0 0,1 0 0 0 0,0 1 0 0 0,18 4 0 0 0,38 3 6 0 0,-65-8-23 0 0,1 1 0 0 0,-1 0-1 0 0,0 1 1 0 0,17 5 0 0 0,-4-1-5 0 0,-10-3 9 0 0,0-2-1 0 0,0 0 1 0 0,1 0 0 0 0,-1-2-1 0 0,22-2 1 0 0,-19 1 4 0 0,1 1 0 0 0,-1 1 0 0 0,19 1 0 0 0,28 4-41 0 0,-46-4 0 0 0,0 0 0 0 0,0 1 0 0 0,-1 0 0 0 0,26 8 0 0 0,16 7 0 0 0,87 13 0 0 0,-119-28 55 0 0,-1 0 0 0 0,1-2 0 0 0,0-1 0 0 0,-1-1 0 0 0,49-11 0 0 0,-37 6 44 0 0,71-3 0 0 0,-99 10-99 0 0,16-1 10 0 0,1 1-1 0 0,-1 1 0 0 0,0 2 0 0 0,0 0 0 0 0,0 1 0 0 0,36 12 0 0 0,-55-14-29 0 0,1 0 0 0 0,0-1-1 0 0,0 0 1 0 0,-1 0 0 0 0,1 0 0 0 0,0-1-1 0 0,0 0 1 0 0,0 0 0 0 0,0-1 0 0 0,0 0-1 0 0,-1 0 1 0 0,1-1 0 0 0,0 0 0 0 0,-1 0-1 0 0,1 0 1 0 0,7-5 0 0 0,44-11-108 0 0,-55 17-74 0 0,1 1 0 0 0,-1-1 1 0 0,1 1-1 0 0,-1 0 0 0 0,0 0 0 0 0,1 1 0 0 0,-1-1 0 0 0,1 1 1 0 0,-1-1-1 0 0,0 1 0 0 0,0 0 0 0 0,1 0 0 0 0,-1 1 1 0 0,3 1-1 0 0</inkml:trace>
</inkml:ink>
</file>

<file path=ppt/ink/ink2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11.7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0 293 3225 0 0,'6'-12'2496'0'0,"3"8"-2369"0"0,1 0 0 0 0,1 0 0 0 0,-1 1 1 0 0,0 0-1 0 0,1 1 0 0 0,14-2 0 0 0,73-1 410 0 0,-18 2-262 0 0,132-29 42 0 0,29-3 41 0 0,-152 29-284 0 0,169-33 1 0 0,138-25 1408 0 0,-150 31-1380 0 0,-141 16 457 0 0,0 5 1 0 0,1 5-1 0 0,0 4 0 0 0,117 12 1 0 0,-119 9-159 0 0,-22-2-2090 0 0,-74-16-600 0 0</inkml:trace>
</inkml:ink>
</file>

<file path=ppt/ink/ink2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13.1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529 8 3201 0 0,'-2'-1'91'0'0,"1"0"0"0"0,-1 0 0 0 0,1 0 1 0 0,-1 1-1 0 0,1-1 0 0 0,-1 1 0 0 0,1-1 1 0 0,-1 1-1 0 0,1-1 0 0 0,-1 1 0 0 0,0 0 1 0 0,1-1-1 0 0,-1 1 0 0 0,0 0 0 0 0,1 0 1 0 0,-1 1-1 0 0,1-1 0 0 0,-1 0 0 0 0,0 0 1 0 0,-2 2-1 0 0,1-1 131 0 0,0 1 0 0 0,0-1 0 0 0,0 1 0 0 0,0 0 0 0 0,0 0 0 0 0,1 0 0 0 0,-1 1 0 0 0,1-1 0 0 0,-4 6 0 0 0,-3 5 485 0 0,0 0 0 0 0,1 1 0 0 0,-9 23 0 0 0,14-30-702 0 0,-14 32 205 0 0,3 1 0 0 0,1 0 0 0 0,2 1 0 0 0,1 0 0 0 0,-5 65 0 0 0,-14 256 120 0 0,32-193-391 0 0,0-115 613 0 0,-6 94 0 0 0,-3 109 438 0 0,6-171-929 0 0,2-4 78 0 0,-2 57 107 0 0,8 224-98 0 0,-3-323-72 0 0,11 47 0 0 0,9 71-284 0 0,-24-151 195 0 0,-2-5 112 0 0,0-1 0 0 0,1 1 0 0 0,-1-1 0 0 0,0 0-1 0 0,0 1 1 0 0,0-1 0 0 0,0 0 0 0 0,0 0 0 0 0,0 0 0 0 0,0 0 0 0 0,0 0 0 0 0,0 0 0 0 0,-1 0 0 0 0,1 0 0 0 0,0 0 0 0 0,-1 0 0 0 0,1-1 0 0 0,-1 1 0 0 0,1-1 0 0 0,-1 1 0 0 0,1-1 0 0 0,-1 1 0 0 0,-1-1 0 0 0,-41 8 1018 0 0,33-8-848 0 0,-1 1-1 0 0,1 0 0 0 0,0 0 0 0 0,0 1 0 0 0,0 1 1 0 0,1 0-1 0 0,-1 0 0 0 0,1 1 0 0 0,-13 7 0 0 0,16-9-181 0 0,0 1-1 0 0,0-1 0 0 0,-1 0 0 0 0,1-1 0 0 0,0 1 1 0 0,-1-2-1 0 0,1 1 0 0 0,-14-1 0 0 0,-59-12 435 0 0,74 12-879 0 0,8 4-1195 0 0,1 1 614 0 0,0 0-4 0 0</inkml:trace>
</inkml:ink>
</file>

<file path=ppt/ink/ink2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49.8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199 134 1840 0 0,'-1'-8'195'0'0,"0"1"-1"0"0,1-1 0 0 0,0 0 0 0 0,0 1 0 0 0,0-1 1 0 0,3-12-1 0 0,-1 13 147 0 0,-1-1-1 0 0,0 0 1 0 0,-1 0 0 0 0,0 0 0 0 0,0 0-1 0 0,-2-8 1 0 0,2 16-294 0 0,0 0-1 0 0,0 0 0 0 0,0-1 1 0 0,0 1-1 0 0,0 0 0 0 0,0 0 1 0 0,0 0-1 0 0,0 0 0 0 0,0-1 1 0 0,0 1-1 0 0,0 0 0 0 0,0 0 1 0 0,0 0-1 0 0,0 0 0 0 0,0 0 1 0 0,0-1-1 0 0,0 1 1 0 0,0 0-1 0 0,0 0 0 0 0,-1 0 1 0 0,1 0-1 0 0,0 0 0 0 0,0 0 1 0 0,0 0-1 0 0,0-1 0 0 0,0 1 1 0 0,0 0-1 0 0,0 0 0 0 0,-1 0 1 0 0,1 0-1 0 0,0 0 0 0 0,0 0 1 0 0,0 0-1 0 0,0 0 1 0 0,0 0-1 0 0,-1 0 0 0 0,1 0 1 0 0,0 0-1 0 0,0 0 0 0 0,0 0 1 0 0,0 0-1 0 0,0 0 0 0 0,-1 0 1 0 0,1 0-1 0 0,0 0 0 0 0,0 0 1 0 0,0 0-1 0 0,0 0 0 0 0,0 0 1 0 0,-1 0-1 0 0,-6 9 1375 0 0,-3 13-198 0 0,-2 71-179 0 0,0 96-1 0 0,8-104-882 0 0,-20 873-119 0 0,23-908 77 0 0,-2-1 0 0 0,-3 0 0 0 0,-1 0 0 0 0,-3-1 0 0 0,-1 0 0 0 0,-3 0 0 0 0,-25 56 0 0 0,34-91-121 0 0,-6 11-273 0 0,-10 38 0 0 0,21-59-772 0 0</inkml:trace>
</inkml:ink>
</file>

<file path=ppt/ink/ink2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50.3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11 144 2761 0 0,'0'0'154'0'0,"-1"0"1"0"0,1 0 0 0 0,-1 0-1 0 0,1 0 1 0 0,-7-4 3093 0 0,6 3-3093 0 0,1 1 0 0 0,0 0 0 0 0,0-1-1 0 0,0 1 1 0 0,-1 0 0 0 0,1-1-1 0 0,0 0 1 0 0,12-8 996 0 0,26-1-688 0 0,255 18 1371 0 0,-219-1-1734 0 0,0-4-1 0 0,1-3 1 0 0,113-15 0 0 0,-4-25 614 0 0,-105 20 35 0 0,106-12 0 0 0,-97 23-594 0 0,5-1-11 0 0,132 2 1 0 0,184 30-969 0 0,-368-24-984 0 0,-21 0 287 0 0</inkml:trace>
</inkml:ink>
</file>

<file path=ppt/ink/ink2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51.0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2243 1 3681 0 0,'-4'1'185'0'0,"-1"1"0"0"0,1 0 0 0 0,0 0-1 0 0,-1 0 1 0 0,1 1 0 0 0,0-1 0 0 0,0 1 0 0 0,1 0 0 0 0,-1 0 0 0 0,0 0 0 0 0,1 1 0 0 0,0-1 0 0 0,0 1 0 0 0,0 0 0 0 0,0 0 0 0 0,-3 7-1 0 0,-7 10 569 0 0,-16 43-1 0 0,26-58-623 0 0,-18 49 947 0 0,3 1 0 0 0,-16 78 0 0 0,-6 119 361 0 0,-5 660-1261 0 0,62-698-176 0 0,-7-127 0 0 0,-10-86 43 0 0,0 0-1 0 0,0 0 1 0 0,-1 0 0 0 0,1-1 0 0 0,-1 1 0 0 0,1 0-1 0 0,-1 0 1 0 0,0 0 0 0 0,0 0 0 0 0,1-1 0 0 0,-1 1-1 0 0,0 0 1 0 0,-1-1 0 0 0,1 1 0 0 0,0-1 0 0 0,0 1-1 0 0,-1-1 1 0 0,1 0 0 0 0,-1 0 0 0 0,1 1 0 0 0,-1-1-1 0 0,1 0 1 0 0,-1 0 0 0 0,0 0 0 0 0,0-1 0 0 0,-2 2-1 0 0,-9 3 449 0 0,1 0 0 0 0,-24 5-1 0 0,26-8-421 0 0,-41 9-82 0 0,-79 7 0 0 0,-4-1-33 0 0,-50 19 5 0 0,-312 47-46 0 0,244-65 140 0 0,207-18-35 0 0,0-2 0 0 0,1-2 0 0 0,-73-15-1 0 0,-244-59 363 0 0,332 70-817 0 0,19 5-86 0 0</inkml:trace>
</inkml:ink>
</file>

<file path=ppt/ink/ink2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52.1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0 2761 0 0,'0'0'272'0'0,"1"1"-1"0"0,0-1 1 0 0,0 0 0 0 0,7 6 3263 0 0,-8-5-3263 0 0,1 0 0 0 0,-1-1 0 0 0,1 1 0 0 0,-1 0 0 0 0,0-1 0 0 0,1 2 0 0 0,8 28 1730 0 0,1 41-2178 0 0,-9-60 804 0 0,9 142 255 0 0,-11 160-1 0 0,-2-109-622 0 0,-21 181-45 0 0,12-249-217 0 0,7-10-5 0 0,21 246 1 0 0,-11-258-1747 0 0,-5-103 1022 0 0</inkml:trace>
</inkml:ink>
</file>

<file path=ppt/ink/ink2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53.5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40 193 1840 0 0,'-37'-4'3298'0'0,"37"4"-3263"0"0,0 0-1 0 0,0 0 1 0 0,0 0-1 0 0,0 0 1 0 0,-1 0 0 0 0,1 0-1 0 0,0 0 1 0 0,0 0-1 0 0,0 0 1 0 0,0 0 0 0 0,0 0-1 0 0,0 0 1 0 0,0 0-1 0 0,0 0 1 0 0,0 0 0 0 0,-1 0-1 0 0,1 0 1 0 0,0 0 0 0 0,0 0-1 0 0,0 0 1 0 0,21-3 644 0 0,236 0 2200 0 0,-160 5-2296 0 0,0-4-1 0 0,172-27 0 0 0,178-55 427 0 0,93 20-441 0 0,-417 58-474 0 0,143 13 0 0 0,-151 2-166 0 0,85 9 113 0 0,-172-13-109 0 0,-22-3-240 0 0,-1-1 1 0 0,1 1 0 0 0,1-1 0 0 0,-1-1 0 0 0,0 1-1 0 0,0-1 1 0 0,0 0 0 0 0,0-1 0 0 0,11-1-1 0 0,-17 2 266 0 0,0 0 0 0 0,0 0-1 0 0,0 0 1 0 0,0 0 0 0 0,1 0-1 0 0,-1 0 1 0 0,0 0 0 0 0,0-1-339 0 0,0 1 338 0 0,1 0 1 0 0,-1-1 0 0 0,0 1-1 0 0,0 0 1 0 0,0 0 0 0 0,0 0-1 0 0,0 0 1 0 0,0 0 0 0 0,0 0-1 0 0,0-1 1 0 0,0 1 0 0 0,0 0-1 0 0,0 0 1 0 0,0 0-1 0 0,0 0 1 0 0,0 0 0 0 0,0 0-1 0 0,0-1 1 0 0,0 1 0 0 0,0 0-1 0 0,-1 0 1 0 0,1 0 0 0 0,0 0-1 0 0,0 0 1 0 0,0 0 0 0 0,0 0-1 0 0,0-1 1 0 0,-1 1-212 0 0,1 0 212 0 0,0 0-1 0 0,-13-5-923 0 0,10 5 1073 0 0,-1 0-1 0 0,0 0 1 0 0,0 0-1 0 0,1 0 1 0 0,-1 1-1 0 0,0 0 1 0 0,0 0-1 0 0,1 0 0 0 0,-1 0 1 0 0,1 0-1 0 0,-1 1 1 0 0,1-1-1 0 0,-1 1 1 0 0,1 0-1 0 0,0 0 1 0 0,0 0-1 0 0,0 1 0 0 0,-4 3 1 0 0,2 0 196 0 0,1-1 0 0 0,0 1 0 0 0,1 0 0 0 0,-1 0 0 0 0,1 0-1 0 0,0 0 1 0 0,1 0 0 0 0,-1 1 0 0 0,-1 10 0 0 0,-1 7 370 0 0,2 0 1 0 0,0 1-1 0 0,2-1 0 0 0,3 47 0 0 0,12 41 24 0 0,37 146 1 0 0,-13-77-455 0 0,-3-38-59 0 0,-22-101-114 0 0,-2 0 0 0 0,-3 1 0 0 0,-1 0-1 0 0,2 49 1 0 0,-9-82-1 0 0,-1 0-1 0 0,1 0 0 0 0,-2 0 1 0 0,1-1-1 0 0,-1 1 1 0 0,-6 15-1 0 0,6-20-10 0 0,0 0-1 0 0,0-1 1 0 0,-1 1-1 0 0,0-1 1 0 0,0 1 0 0 0,0-1-1 0 0,0 0 1 0 0,-1 0 0 0 0,1-1-1 0 0,-1 1 1 0 0,0-1-1 0 0,0 1 1 0 0,-1-1 0 0 0,-5 3-1 0 0,-51 23 188 0 0,-1-3-1 0 0,-105 29 0 0 0,64-22-218 0 0,49-15-76 0 0,-179 67 36 0 0,195-70 14 0 0,-2-1 0 0 0,0-2 0 0 0,-50 9 0 0 0,-128 9 0 0 0,33-5 0 0 0,9-1 0 0 0,-66 12 0 0 0,195-27 81 0 0,-1-3 0 0 0,0-2-1 0 0,-69-2 1 0 0,-144-23 1120 0 0,239 19-1029 0 0,17 2-141 0 0,1-1 0 0 0,-1 1 0 0 0,0-1 0 0 0,0 0 0 0 0,1 0 0 0 0,-1 0 0 0 0,1-1 0 0 0,-1 0 0 0 0,1 1 0 0 0,0-2 0 0 0,0 1 0 0 0,-1 0 0 0 0,-5-6 0 0 0,9 7-513 0 0</inkml:trace>
</inkml:ink>
</file>

<file path=ppt/ink/ink2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58.1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92 4145 0 0,'0'-10'1341'0'0,"1"-1"0"0"0,0 0 1 0 0,1 1-1 0 0,0-1 0 0 0,0 1 0 0 0,8-18 1 0 0,-2 58 2040 0 0,-6 56-2446 0 0,-4 0 0 0 0,-16 108 0 0 0,-2 53-3548 0 0,19-222 829 0 0,0-5-3856 0 0</inkml:trace>
</inkml:ink>
</file>

<file path=ppt/ink/ink2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58.5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 7370 0 0,'0'-1'101'0'0,"0"1"1"0"0,0-1 0 0 0,0 1-1 0 0,0-1 1 0 0,0 1 0 0 0,0-1 0 0 0,0 1-1 0 0,0 0 1 0 0,0-1 0 0 0,1 1-1 0 0,-1-1 1 0 0,0 1 0 0 0,0-1 0 0 0,0 1-1 0 0,1 0 1 0 0,-1-1 0 0 0,0 1-1 0 0,1-1 1 0 0,-1 1 0 0 0,0 0-1 0 0,1-1 1 0 0,-1 1 0 0 0,0 0 0 0 0,1 0-1 0 0,-1-1 1 0 0,0 1 0 0 0,1 0-1 0 0,-1 0 1 0 0,1 0 0 0 0,-1-1 0 0 0,1 1-1 0 0,-1 0 1 0 0,0 0 0 0 0,1 0-1 0 0,-1 0 1 0 0,1 0 0 0 0,-1 0 0 0 0,1 0-1 0 0,-1 0 1 0 0,1 0 0 0 0,-1 0-1 0 0,1 0 1 0 0,-1 0 0 0 0,1 0 0 0 0,-1 1-1 0 0,0-1 1 0 0,1 0 0 0 0,-1 0-1 0 0,1 0 1 0 0,-1 1 0 0 0,1-1-1 0 0,1 1 135 0 0,0 0-1 0 0,0 0 1 0 0,0 0-1 0 0,0 0 0 0 0,0 0 1 0 0,-1 1-1 0 0,1-1 1 0 0,0 0-1 0 0,-1 1 1 0 0,1 0-1 0 0,1 1 0 0 0,16 36 840 0 0,0 0-1 0 0,18 62 1 0 0,9 19-1034 0 0,-33-87-25 0 0,-9-21-2 0 0,1 0 0 0 0,0 0 1 0 0,1-1-1 0 0,0 1 0 0 0,1-1 0 0 0,0-1 1 0 0,0 1-1 0 0,18 17 0 0 0,-24-27-20 0 0,0 0-1 0 0,0 0 1 0 0,0 0-1 0 0,1 0 1 0 0,-1 0-1 0 0,0-1 1 0 0,0 1-1 0 0,1 0 1 0 0,-1-1-1 0 0,0 1 1 0 0,1-1-1 0 0,-1 0 1 0 0,0 1-1 0 0,1-1 1 0 0,-1 0-1 0 0,0 0 1 0 0,1 0-1 0 0,-1 0 1 0 0,1 0 0 0 0,-1 0-1 0 0,0 0 1 0 0,1-1-1 0 0,-1 1 1 0 0,1 0-1 0 0,-1-1 1 0 0,0 1-1 0 0,1-1 1 0 0,-1 1-1 0 0,0-1 1 0 0,0 0-1 0 0,0 0 1 0 0,1 1-1 0 0,-1-1 1 0 0,0 0-1 0 0,0 0 1 0 0,0 0-1 0 0,0 0 1 0 0,0 0 0 0 0,-1 0-1 0 0,1-1 1 0 0,0 1-1 0 0,0 0 1 0 0,0-2-1 0 0,5-8-85 0 0,-1 0 0 0 0,0 0-1 0 0,0 0 1 0 0,2-14 0 0 0,-2 11 15 0 0,33-130-1442 0 0,-27 97 1842 0 0,1 1 0 0 0,22-54 1 0 0,-33 98-199 0 0,0 0-1 0 0,-1 1 1 0 0,1-1 0 0 0,0 0 0 0 0,0 1 0 0 0,-1-1 0 0 0,1 0 0 0 0,1 1-1 0 0,-1 0 1 0 0,0-1 0 0 0,0 1 0 0 0,0-1 0 0 0,1 1 0 0 0,-1 0 0 0 0,1 0-1 0 0,-1 0 1 0 0,1 0 0 0 0,-1 0 0 0 0,1 0 0 0 0,0 0 0 0 0,-1 1 0 0 0,1-1-1 0 0,0 1 1 0 0,2-1 0 0 0,-2 1-44 0 0,0 0 0 0 0,0 1 0 0 0,0 0 0 0 0,0-1 0 0 0,-1 1 0 0 0,1 0 0 0 0,0 0 0 0 0,0 0 0 0 0,0 0 0 0 0,-1 0 0 0 0,1 1 0 0 0,-1-1 0 0 0,1 0 0 0 0,-1 1 0 0 0,0-1 0 0 0,1 1 0 0 0,-1-1 0 0 0,0 1 0 0 0,0 0 0 0 0,0 0 0 0 0,0-1 0 0 0,1 3-1 0 0,11 26 12 0 0,-1 1 0 0 0,-1 0-1 0 0,-1 1 1 0 0,-2 0-1 0 0,5 48 1 0 0,13 45-196 0 0,-5-54-1820 0 0,-8-42-3828 0 0,-3-10-831 0 0</inkml:trace>
</inkml:ink>
</file>

<file path=ppt/ink/ink2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58.9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80 10594 0 0,'1'-7'797'0'0,"-1"1"1"0"0,1 0-1 0 0,1-1 0 0 0,-1 1 0 0 0,3-6 0 0 0,1-6 2294 0 0,-9 34-2836 0 0,1 1 0 0 0,1-1 0 0 0,0 1 0 0 0,2 0 0 0 0,0-1 0 0 0,0 1 0 0 0,2 0 0 0 0,0-1 0 0 0,8 31 0 0 0,-8-37-151 0 0,1-1-1 0 0,1-1 0 0 0,-1 1 1 0 0,1 0-1 0 0,1-1 0 0 0,0 0 1 0 0,0 0-1 0 0,0 0 0 0 0,1-1 1 0 0,0 0-1 0 0,1 0 0 0 0,-1 0 1 0 0,1-1-1 0 0,1 0 0 0 0,-1 0 1 0 0,1-1-1 0 0,0 0 0 0 0,0 0 1 0 0,13 4-1 0 0,-19-7-113 0 0,1-1 0 0 0,-1 0 0 0 0,1-1 1 0 0,-1 1-1 0 0,1 0 0 0 0,0-1 0 0 0,-1 1 0 0 0,1-1 0 0 0,0 0 0 0 0,-1 0 1 0 0,1 0-1 0 0,0 0 0 0 0,0-1 0 0 0,-1 1 0 0 0,1-1 0 0 0,-1 1 0 0 0,1-1 1 0 0,0 0-1 0 0,-1 0 0 0 0,1 0 0 0 0,3-3 0 0 0,-3 2-26 0 0,0-1-1 0 0,0 0 1 0 0,0 0-1 0 0,0-1 1 0 0,-1 1-1 0 0,1 0 1 0 0,-1-1-1 0 0,0 0 1 0 0,0 1-1 0 0,0-1 0 0 0,-1 0 1 0 0,3-7-1 0 0,-1-2-46 0 0,0-1-1 0 0,-1 1 0 0 0,-1 0 0 0 0,0-1 0 0 0,-1 0 0 0 0,0 1 0 0 0,-4-25 0 0 0,2 27 142 0 0,-1 0 0 0 0,-1 0 0 0 0,0 0 0 0 0,0 1 0 0 0,-1 0 0 0 0,-1 0 0 0 0,1 0 0 0 0,-1 1 0 0 0,-1-1 0 0 0,0 1 0 0 0,0 1 0 0 0,-13-12 0 0 0,16 16-193 0 0,0 1 1 0 0,0 0-1 0 0,0 0 1 0 0,0 0-1 0 0,-1 0 0 0 0,0 1 1 0 0,1-1-1 0 0,-1 1 0 0 0,0 0 1 0 0,0 1-1 0 0,0-1 1 0 0,0 1-1 0 0,0 0 0 0 0,0 0 1 0 0,0 1-1 0 0,-1-1 0 0 0,1 1 1 0 0,0 1-1 0 0,0-1 1 0 0,-1 0-1 0 0,1 1 0 0 0,0 0 1 0 0,0 1-1 0 0,0-1 0 0 0,0 1 1 0 0,0 0-1 0 0,1 0 1 0 0,-10 5-1 0 0</inkml:trace>
</inkml:ink>
</file>

<file path=ppt/ink/ink2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59.2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118 93 13827 0 0,'4'-13'991'0'0,"4"-30"307"0"0,-7 42-1161 0 0,-1-1 0 0 0,0 0 0 0 0,0 0 0 0 0,0 0 0 0 0,0 0 0 0 0,0 0 0 0 0,0 0 0 0 0,0 1 0 0 0,0-1 0 0 0,-1 0 0 0 0,1 0 0 0 0,-1 0 0 0 0,0 0 0 0 0,1 1 0 0 0,-1-1 1 0 0,0 0-1 0 0,-1-1 0 0 0,1 2-50 0 0,0 1 0 0 0,0 0 1 0 0,0-1-1 0 0,0 1 0 0 0,0 0 0 0 0,0 0 1 0 0,0 0-1 0 0,0 0 0 0 0,0 0 1 0 0,0 0-1 0 0,0 0 0 0 0,0 0 1 0 0,0 0-1 0 0,0 0 0 0 0,0 0 1 0 0,0 1-1 0 0,0-1 0 0 0,0 0 1 0 0,0 1-1 0 0,1-1 0 0 0,-1 1 0 0 0,0-1 1 0 0,0 1-1 0 0,0-1 0 0 0,0 1 1 0 0,1 0-1 0 0,-1-1 0 0 0,0 1 1 0 0,0 1-1 0 0,-25 23 661 0 0,25-23-629 0 0,-8 7 4 0 0,2 0 0 0 0,-1 1 1 0 0,1 0-1 0 0,0 0 1 0 0,1 0-1 0 0,1 1 0 0 0,-9 21 1 0 0,13-28-115 0 0,-1 1 1 0 0,1 0 0 0 0,1 0-1 0 0,-1-1 1 0 0,1 1 0 0 0,-1 0-1 0 0,1 0 1 0 0,1 0-1 0 0,-1 0 1 0 0,1 0 0 0 0,0-1-1 0 0,0 1 1 0 0,0 0-1 0 0,0-1 1 0 0,1 1 0 0 0,0-1-1 0 0,0 1 1 0 0,0-1 0 0 0,1 0-1 0 0,-1 0 1 0 0,1 0-1 0 0,4 5 1 0 0,6 5-38 0 0,1-1 1 0 0,1-1-1 0 0,0 0 0 0 0,18 11 0 0 0,-18-13-138 0 0,0 0-1 0 0,-1 1 1 0 0,0 1 0 0 0,19 21-1 0 0,-31-30 104 0 0,0 1 0 0 0,0-1 0 0 0,0 1 0 0 0,0-1 0 0 0,0 1 0 0 0,-1 0-1 0 0,0-1 1 0 0,1 1 0 0 0,-2 0 0 0 0,1 0 0 0 0,0 0 0 0 0,-1 0 0 0 0,0 0 0 0 0,1 0 0 0 0,-2 0 0 0 0,1 0 0 0 0,0 0 0 0 0,-1 0-1 0 0,0 0 1 0 0,0 0 0 0 0,0 0 0 0 0,0-1 0 0 0,-1 1 0 0 0,1 0 0 0 0,-1-1 0 0 0,-4 8 0 0 0,3-7-108 0 0,0 1 1 0 0,0-1 0 0 0,-1 0-1 0 0,1 1 1 0 0,-1-1 0 0 0,0-1-1 0 0,0 1 1 0 0,0-1 0 0 0,-1 1-1 0 0,1-1 1 0 0,-1 0 0 0 0,0-1-1 0 0,0 1 1 0 0,0-1-1 0 0,0 0 1 0 0,0 0 0 0 0,-1-1-1 0 0,1 0 1 0 0,-8 2 0 0 0,2-4-4130 0 0</inkml:trace>
</inkml:ink>
</file>

<file path=ppt/ink/ink2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59.5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41 2761 0 0,'4'-4'-108'0'0,"0"-1"1639"0"0,1 0 0 0 0,-1 1-1 0 0,1 0 1 0 0,0 0 0 0 0,0 0 0 0 0,0 0-1 0 0,8-3 1 0 0,-12 7-1407 0 0,-1 0 0 0 0,1 0-1 0 0,-1 0 1 0 0,1 0 0 0 0,-1 0 0 0 0,1 1-1 0 0,0-1 1 0 0,-1 0 0 0 0,0 0 0 0 0,1 0-1 0 0,-1 1 1 0 0,1-1 0 0 0,-1 0 0 0 0,1 0-1 0 0,-1 1 1 0 0,1-1 0 0 0,-1 0 0 0 0,0 1-1 0 0,1-1 1 0 0,-1 1 0 0 0,0-1 0 0 0,1 0-1 0 0,-1 1 1 0 0,0-1 0 0 0,0 1-1 0 0,1-1 1 0 0,-1 1 0 0 0,0-1 0 0 0,0 1-1 0 0,0-1 1 0 0,0 1 0 0 0,1-1 0 0 0,-1 1-1 0 0,0-1 1 0 0,0 1 0 0 0,0-1 0 0 0,0 1-1 0 0,0 0 1 0 0,1 27 1006 0 0,-1-23-836 0 0,6 97 23 0 0,38 194 0 0 0,-43-290-830 0 0,3 11-773 0 0</inkml:trace>
</inkml:ink>
</file>

<file path=ppt/ink/ink2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59.6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1 172 8754 0 0,'0'-7'308'0'0,"0"1"-1"0"0,1-1 1 0 0,-1 0 0 0 0,2 1 0 0 0,-1-1-1 0 0,1 1 1 0 0,0-1 0 0 0,0 1 0 0 0,1 0-1 0 0,-1 0 1 0 0,1 0 0 0 0,1 0 0 0 0,-1 0-1 0 0,1 1 1 0 0,0 0 0 0 0,0 0 0 0 0,7-7-1 0 0,-6 7-208 0 0,0 0 0 0 0,0 0 0 0 0,0 1 0 0 0,1-1-1 0 0,0 1 1 0 0,-1 0 0 0 0,1 1 0 0 0,1 0-1 0 0,-1-1 1 0 0,0 2 0 0 0,1-1 0 0 0,-1 1 0 0 0,1 0-1 0 0,0 1 1 0 0,0-1 0 0 0,11 0 0 0 0,15 9-1761 0 0,-18 0-3519 0 0</inkml:trace>
</inkml:ink>
</file>

<file path=ppt/ink/ink2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59.8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98 5065 0 0,'0'0'26'0'0,"0"1"0"0"0,0-1 1 0 0,0 0-1 0 0,0 0 0 0 0,0 0 0 0 0,0 0 1 0 0,0 0-1 0 0,0 1 0 0 0,0-1 0 0 0,0 0 0 0 0,0 0 1 0 0,0 0-1 0 0,0 0 0 0 0,0 0 0 0 0,0 1 0 0 0,0-1 1 0 0,0 0-1 0 0,0 0 0 0 0,0 0 0 0 0,0 0 0 0 0,0 0 1 0 0,0 1-1 0 0,0-1 0 0 0,0 0 0 0 0,1 0 0 0 0,-1 0 1 0 0,0 0-1 0 0,0 0 0 0 0,0 0 0 0 0,0 0 0 0 0,0 0 1 0 0,0 0-1 0 0,1 1 0 0 0,-1-1 0 0 0,0 0 0 0 0,0 0 1 0 0,0 0-1 0 0,0 0 0 0 0,0 0 0 0 0,1 0 0 0 0,-1 0 1 0 0,0 0-1 0 0,0 0 0 0 0,0 0 0 0 0,0 0 1 0 0,0 0-1 0 0,1 0 0 0 0,-1 0 0 0 0,0 0 0 0 0,0 0 1 0 0,0 0-1 0 0,0 0 0 0 0,0 0 0 0 0,1-1 0 0 0,-1 1 1 0 0,0 0-1 0 0,0 0 0 0 0,0 0 0 0 0,0 0 0 0 0,18-6 1356 0 0,14-11-178 0 0,3-4-834 0 0,69-29-1 0 0,-84 43-369 0 0</inkml:trace>
</inkml:ink>
</file>

<file path=ppt/ink/ink2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0.0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9674 0 0,'-1'7'3895'0'0,"3"10"-2197"0"0,-1-11-1036 0 0,26 215 5320 0 0,-1-8-10048 0 0</inkml:trace>
</inkml:ink>
</file>

<file path=ppt/ink/ink2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0.2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1 267 1824 0 0,'2'-61'-218'0'0,"0"45"1522"0"0,0 1-1 0 0,1-1 1 0 0,0 1 0 0 0,7-16 0 0 0,-7 24-581 0 0,-1 0-1 0 0,2 1 1 0 0,-1-1 0 0 0,1 1 0 0 0,0 0-1 0 0,0 0 1 0 0,0 0 0 0 0,1 0 0 0 0,0 1-1 0 0,8-7 1 0 0,-8 8-465 0 0,0 1 1 0 0,0 0-1 0 0,0 0 0 0 0,0 0 1 0 0,0 1-1 0 0,1 0 0 0 0,0 0 1 0 0,9-2-1 0 0,8-1-117 0 0,0 2 0 0 0,0 0 0 0 0,0 2 1 0 0,0 0-1 0 0,37 5 0 0 0,-33 5-2742 0 0</inkml:trace>
</inkml:ink>
</file>

<file path=ppt/ink/ink2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0.3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1 136 1376 0 0,'14'-16'4010'0'0,"14"-14"-753"0"0,22-25 536 0 0,-16 20-4613 0 0</inkml:trace>
</inkml:ink>
</file>

<file path=ppt/ink/ink2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0.5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40 1 3681 0 0,'-5'7'-298'0'0,"-2"6"1022"0"0,1-1 0 0 0,-9 23 0 0 0,13-31-227 0 0,1 0 0 0 0,0 0 0 0 0,0-1 0 0 0,1 1 0 0 0,-1 0 0 0 0,1 0 0 0 0,0 0 0 0 0,0 0 0 0 0,0 0 0 0 0,1 0 0 0 0,-1 0 0 0 0,1-1 0 0 0,0 1-1 0 0,2 6 1 0 0,-2-8-346 0 0,-1-1 0 0 0,1 0 0 0 0,0 0-1 0 0,-1 0 1 0 0,1 0 0 0 0,0 0 0 0 0,0 0-1 0 0,0-1 1 0 0,0 1 0 0 0,0 0 0 0 0,0 0-1 0 0,0-1 1 0 0,0 1 0 0 0,0 0 0 0 0,0-1-1 0 0,0 1 1 0 0,1-1 0 0 0,-1 0-1 0 0,0 1 1 0 0,0-1 0 0 0,0 0 0 0 0,1 0-1 0 0,-1 1 1 0 0,0-1 0 0 0,0 0 0 0 0,1 0-1 0 0,-1-1 1 0 0,0 1 0 0 0,0 0 0 0 0,1 0-1 0 0,-1 0 1 0 0,0-1 0 0 0,2 0 0 0 0,7-2 111 0 0,-1-1 1 0 0,1 0-1 0 0,11-7 1 0 0,-3 2-865 0 0,-2 2-3881 0 0,1 0-1575 0 0</inkml:trace>
</inkml:ink>
</file>

<file path=ppt/ink/ink2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0.8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84 920 0 0,'69'-4'11450'0'0,"1"-5"-6710"0"0,35-4-1003 0 0,-80 11-3317 0 0,-1 0 0 0 0,46-12 0 0 0,-57 10-1257 0 0,0 0 0 0 0,-1-1 0 0 0,0-1 0 0 0,12-6 1 0 0,-12 3-603 0 0</inkml:trace>
</inkml:ink>
</file>

<file path=ppt/ink/ink2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0.9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105 0 8754 0 0,'-7'7'592'0'0,"0"0"0"0"0,0 0 1 0 0,1 0-1 0 0,0 0 0 0 0,1 1 0 0 0,-1 0 1 0 0,2 1-1 0 0,-1-1 0 0 0,1 1 0 0 0,0-1 1 0 0,-2 12-1 0 0,-3 10 1009 0 0,1 0-1 0 0,-4 34 1 0 0,8-36-954 0 0,1 1 0 0 0,2 0-1 0 0,3 42 1 0 0,10 9-1470 0 0,-8-66-1189 0 0,1 1-1 0 0,12 27 1 0 0,-3-16-5024 0 0</inkml:trace>
</inkml:ink>
</file>

<file path=ppt/ink/ink2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1.5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169 27 8290 0 0,'1'-1'220'0'0,"-1"0"0"0"0,0-1 0 0 0,0 1 0 0 0,0 0 0 0 0,0 0 0 0 0,0 0 0 0 0,0 0 0 0 0,0 0 0 0 0,-1 0 0 0 0,1 0 0 0 0,0 0 0 0 0,0 0 0 0 0,-1 0 0 0 0,1 0 0 0 0,-1 0 0 0 0,1 0 0 0 0,-1 0 0 0 0,1 0 0 0 0,-1 0 0 0 0,0 0 0 0 0,1 1 0 0 0,-1-1 0 0 0,0 0 0 0 0,0 0 0 0 0,-1 0 0 0 0,1 1-31 0 0,0 0 0 0 0,0 0 1 0 0,0 0-1 0 0,-1 0 1 0 0,1 0-1 0 0,0 0 1 0 0,0 0-1 0 0,-1 0 0 0 0,1 0 1 0 0,0 1-1 0 0,0-1 1 0 0,0 0-1 0 0,0 1 1 0 0,0-1-1 0 0,-1 1 0 0 0,1 0 1 0 0,-2 1-1 0 0,-5 3 333 0 0,0 2-1 0 0,1-1 1 0 0,-1 1-1 0 0,-6 8 1 0 0,5-5-275 0 0,1 0 0 0 0,0 1 0 0 0,1-1 1 0 0,0 2-1 0 0,1-1 0 0 0,0 0 0 0 0,-5 17 0 0 0,9-24-231 0 0,1 0 1 0 0,0 1-1 0 0,0-1 0 0 0,0 1 0 0 0,1 0 0 0 0,-1-1 0 0 0,1 1 1 0 0,1-1-1 0 0,-1 1 0 0 0,0-1 0 0 0,1 1 0 0 0,0-1 1 0 0,0 1-1 0 0,0-1 0 0 0,1 1 0 0 0,0-1 0 0 0,-1 0 1 0 0,1 0-1 0 0,1 0 0 0 0,-1 0 0 0 0,1 0 0 0 0,-1 0 1 0 0,7 5-1 0 0,4 3-98 0 0,0-1 0 0 0,0-1 0 0 0,1 0 0 0 0,28 14 0 0 0,-25-15-135 0 0,0 1 1 0 0,-1 1-1 0 0,19 16 1 0 0,-33-26 208 0 0,-1 0 1 0 0,0 0 0 0 0,0 0 0 0 0,0 0 0 0 0,0 0 0 0 0,0 0 0 0 0,0 0 0 0 0,0 0 0 0 0,0 0 0 0 0,-1 1 0 0 0,1-1 0 0 0,0 0 0 0 0,-1 1 0 0 0,1-1 0 0 0,-1 1 0 0 0,1-1 0 0 0,-1 0 0 0 0,0 1 0 0 0,0-1 0 0 0,0 1 0 0 0,1-1 0 0 0,-1 1 0 0 0,0-1 0 0 0,-1 1 0 0 0,1-1 0 0 0,0 3 0 0 0,-2-2 8 0 0,1 0 0 0 0,-1 1 0 0 0,1-1 0 0 0,-1 0 1 0 0,1 0-1 0 0,-1 0 0 0 0,0 0 0 0 0,0 0 0 0 0,0 0 0 0 0,0-1 0 0 0,-1 1 0 0 0,1-1 1 0 0,-3 2-1 0 0,-11 5 50 0 0,1-1 0 0 0,-1-1-1 0 0,-25 6 1 0 0,38-11-46 0 0,-86 17-263 0 0,50-14-2258 0 0</inkml:trace>
</inkml:ink>
</file>

<file path=ppt/ink/ink2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1.8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10594 0 0,'0'0'1134'0'0,"2"3"-254"0"0,0-1 1 0 0,0 1-1 0 0,0 0 0 0 0,0 0 1 0 0,-1-1-1 0 0,1 1 1 0 0,1 6-1 0 0,9 42 2118 0 0,-7-25-2360 0 0,6 30-149 0 0,6 83-1 0 0,2 9-523 0 0,-19-145-54 0 0,7 27-1055 0 0,2-16-3088 0 0</inkml:trace>
</inkml:ink>
</file>

<file path=ppt/ink/ink2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4 103 3209 0 0,'-1'-4'127'0'0,"0"-1"0"0"0,0 1 0 0 0,1 0 1 0 0,-1 0-1 0 0,1 0 0 0 0,0 0 0 0 0,0-1 1 0 0,1 1-1 0 0,-1 0 0 0 0,1 0 0 0 0,0 0 1 0 0,0 0-1 0 0,3-7 0 0 0,-3 9 183 0 0,1-1-1 0 0,0 0 1 0 0,0 1 0 0 0,0 0-1 0 0,0-1 1 0 0,1 1-1 0 0,-1 0 1 0 0,0 0 0 0 0,1 0-1 0 0,0 1 1 0 0,-1-1-1 0 0,1 0 1 0 0,0 1 0 0 0,0 0-1 0 0,0 0 1 0 0,0 0 0 0 0,0 0-1 0 0,0 0 1 0 0,4 0-1 0 0,-3 0-116 0 0,1 0 0 0 0,0 1 0 0 0,-1 0 0 0 0,1 0 0 0 0,0 0 0 0 0,0 0 0 0 0,-1 1-1 0 0,1 0 1 0 0,0 0 0 0 0,-1 0 0 0 0,1 0 0 0 0,-1 1 0 0 0,1 0 0 0 0,-1 0 0 0 0,0 0 0 0 0,1 0-1 0 0,-1 1 1 0 0,0 0 0 0 0,-1-1 0 0 0,1 2 0 0 0,-1-1 0 0 0,1 0 0 0 0,-1 1 0 0 0,0-1 0 0 0,0 1-1 0 0,0 0 1 0 0,-1 0 0 0 0,1 0 0 0 0,-1 0 0 0 0,0 1 0 0 0,0-1 0 0 0,0 0 0 0 0,-1 1 0 0 0,0-1-1 0 0,0 1 1 0 0,0 0 0 0 0,0 0 0 0 0,-1-1 0 0 0,0 1 0 0 0,0 0 0 0 0,0 0 0 0 0,0-1 0 0 0,-1 1-1 0 0,0 0 1 0 0,0-1 0 0 0,0 1 0 0 0,0 0 0 0 0,-1-1 0 0 0,0 0 0 0 0,0 1 0 0 0,-5 7 0 0 0,2-5-541 0 0,0 1 0 0 0,-1-2 0 0 0,0 1 0 0 0,0-1 0 0 0,-1 0 0 0 0,-14 10 0 0 0</inkml:trace>
</inkml:ink>
</file>

<file path=ppt/ink/ink2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2.3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1 271 7370 0 0,'10'-3'618'0'0,"0"0"1"0"0,-1-1 0 0 0,1-1 0 0 0,-1 0-1 0 0,0 0 1 0 0,0-1 0 0 0,-1 0 0 0 0,16-14-1 0 0,-10 7 792 0 0,0-2 0 0 0,-1 0 0 0 0,20-29-1 0 0,-26 33-744 0 0,-1-1 0 0 0,10-23 0 0 0,-15 33-608 0 0,1-1 1 0 0,-1 0-1 0 0,0 0 0 0 0,-1 1 1 0 0,1-1-1 0 0,0 0 0 0 0,-1 0 1 0 0,1 0-1 0 0,-1 0 1 0 0,0 0-1 0 0,0 0 0 0 0,-1 0 1 0 0,1 0-1 0 0,0 0 0 0 0,-1 0 1 0 0,0 0-1 0 0,1 0 1 0 0,-4-5-1 0 0,4 7-65 0 0,-1 0 0 0 0,0 1 0 0 0,0-1 1 0 0,0 0-1 0 0,0 1 0 0 0,0-1 0 0 0,1 1 0 0 0,-1-1 0 0 0,0 1 0 0 0,0-1 0 0 0,0 1 1 0 0,0 0-1 0 0,0-1 0 0 0,-1 1 0 0 0,1 0 0 0 0,0 0 0 0 0,0 0 0 0 0,0 0 1 0 0,0 0-1 0 0,0 0 0 0 0,0 0 0 0 0,0 0 0 0 0,0 0 0 0 0,0 1 0 0 0,0-1 1 0 0,0 0-1 0 0,0 1 0 0 0,0-1 0 0 0,0 1 0 0 0,0-1 0 0 0,0 1 0 0 0,0-1 1 0 0,0 1-1 0 0,0 0 0 0 0,1-1 0 0 0,-1 1 0 0 0,-1 1 0 0 0,-32 31-488 0 0,31-30 464 0 0,-1 2 10 0 0,0 0-1 0 0,0 0 1 0 0,1 1 0 0 0,0 0-1 0 0,0-1 1 0 0,0 1-1 0 0,1 0 1 0 0,-1 0 0 0 0,2 0-1 0 0,-1 1 1 0 0,1-1-1 0 0,-1 0 1 0 0,2 1 0 0 0,-1-1-1 0 0,1 1 1 0 0,1 9-1 0 0,-1-12-32 0 0,0-1 0 0 0,1 0 0 0 0,0 1 0 0 0,0-1 0 0 0,0 1 0 0 0,0-1 0 0 0,0 0 0 0 0,1 0 1 0 0,0 0-1 0 0,-1 0 0 0 0,1 0 0 0 0,0 0 0 0 0,0 0 0 0 0,1-1 0 0 0,-1 1 0 0 0,0-1 0 0 0,1 1 0 0 0,0-1 0 0 0,-1 0 0 0 0,1 0 0 0 0,0 0 0 0 0,0 0 0 0 0,0-1 0 0 0,1 1 0 0 0,-1-1 0 0 0,0 0 0 0 0,0 0 0 0 0,1 0 0 0 0,-1 0 0 0 0,1-1 0 0 0,6 1 0 0 0,6 0-6653 0 0</inkml:trace>
</inkml:ink>
</file>

<file path=ppt/ink/ink2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3.0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120 56 5985 0 0,'-2'-12'126'0'0,"2"8"878"0"0,-1-1-1 0 0,0 1 1 0 0,0 0-1 0 0,0 0 1 0 0,0-1-1 0 0,-1 1 1 0 0,-2-4-1 0 0,4 8-846 0 0,0-1 0 0 0,-2 0 470 0 0,2 1-471 0 0,0-1 1 0 0,-1 1 0 0 0,1 0 0 0 0,0-1-1 0 0,-1 1 1 0 0,1 0 0 0 0,-1 0 0 0 0,1 0-1 0 0,-1-1 1 0 0,1 1 0 0 0,-1 0 0 0 0,1 0-1 0 0,-1 0 1 0 0,1 0 0 0 0,-1 0-1 0 0,1 0 1 0 0,-1 0 0 0 0,1 0 0 0 0,-1 0-1 0 0,0 0 1 0 0,0 1-54 0 0,-1-1 0 0 0,0 1-1 0 0,1 0 1 0 0,-1 0 0 0 0,1 0 0 0 0,-1 0-1 0 0,1 0 1 0 0,0 0 0 0 0,-1 0 0 0 0,1 1-1 0 0,-2 1 1 0 0,-6 8 85 0 0,0 0 0 0 0,0 1 1 0 0,1 0-1 0 0,1 1 0 0 0,0 0 0 0 0,-10 26 0 0 0,15-32-202 0 0,0 0 0 0 0,0 0 0 0 0,1 1 0 0 0,-1-1 0 0 0,2 0 0 0 0,-1 0 0 0 0,1 9 0 0 0,0-13-17 0 0,1 1 1 0 0,0 0-1 0 0,-1-1 1 0 0,1 1-1 0 0,0-1 1 0 0,0 1-1 0 0,1-1 1 0 0,-1 1-1 0 0,1-1 1 0 0,0 0-1 0 0,0 0 1 0 0,0 0-1 0 0,0 0 1 0 0,4 5-1 0 0,-4-7-68 0 0,1 1 0 0 0,-1 0 0 0 0,0-1-1 0 0,0 1 1 0 0,1-1 0 0 0,-1 0 0 0 0,1 0 0 0 0,-1 0 0 0 0,1 0 0 0 0,-1 0-1 0 0,1 0 1 0 0,0-1 0 0 0,-1 1 0 0 0,1-1 0 0 0,0 0 0 0 0,0 0 0 0 0,-1 0-1 0 0,1 0 1 0 0,0 0 0 0 0,-1-1 0 0 0,1 1 0 0 0,0-1 0 0 0,-1 0 0 0 0,1 1-1 0 0,0-1 1 0 0,-1-1 0 0 0,1 1 0 0 0,3-2 0 0 0,7-5-585 0 0,1-1 0 0 0,-2 0-1 0 0,22-19 1 0 0,-22 18 399 0 0,1-2 48 0 0,64-56-1888 0 0,-69 59 2384 0 0,1 0-1 0 0,-2 0 1 0 0,1-1-1 0 0,-1 0 1 0 0,-1 0-1 0 0,12-16 4213 0 0,-18 25-4409 0 0,2 16 1718 0 0,-2 19-683 0 0,-1-20-1022 0 0,2 0 0 0 0,0 1 0 0 0,0-1 0 0 0,2 0 0 0 0,0 0 0 0 0,0 0 0 0 0,1 0 0 0 0,1 0 0 0 0,0-1 0 0 0,1 0 0 0 0,0 0 0 0 0,1 0 0 0 0,1-1 0 0 0,0 0 0 0 0,10 12 0 0 0,-7-15-1052 0 0</inkml:trace>
</inkml:ink>
</file>

<file path=ppt/ink/ink2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3.2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 1 9674 0 0,'-2'0'864'0'0,"-1"0"-696"0"0,2 4 1481 0 0,-1-1-745 0 0,-1 2 8 0 0,1 2-80 0 0,0 3-24 0 0,2 1 1 0 0,3 0-1 0 0,1 1-1016 0 0,3-1-208 0 0,0 0-33 0 0,1 0-15 0 0,1 1 464 0 0,-3-1 0 0 0</inkml:trace>
</inkml:ink>
</file>

<file path=ppt/ink/ink2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3.5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122 17 11522 0 0,'0'-1'81'0'0,"0"0"1"0"0,0 1-1 0 0,0-1 0 0 0,0 0 0 0 0,0 1 0 0 0,0-1 0 0 0,0 1 0 0 0,-1-1 0 0 0,1 0 0 0 0,0 1 0 0 0,0-1 0 0 0,0 1 0 0 0,-1-1 0 0 0,1 0 0 0 0,0 1 0 0 0,-1-1 0 0 0,1 1 0 0 0,0-1 0 0 0,-1 1 0 0 0,1-1 0 0 0,-1 1 0 0 0,1 0 0 0 0,-1-1 0 0 0,1 1 0 0 0,-1 0 0 0 0,1-1 0 0 0,-1 1 0 0 0,1 0 0 0 0,-1-1 0 0 0,0 1 0 0 0,1 0 0 0 0,-1 0 0 0 0,1 0 0 0 0,-1-1 0 0 0,0 1 0 0 0,-1 0 0 0 0,0 1 98 0 0,0 0 0 0 0,0-1 0 0 0,0 1 0 0 0,0 0 0 0 0,0 0 0 0 0,0 0-1 0 0,0 1 1 0 0,1-1 0 0 0,-1 0 0 0 0,0 1 0 0 0,-1 1 0 0 0,-6 6 429 0 0,1 0 0 0 0,0 1 1 0 0,-8 12-1 0 0,9-8-314 0 0,1 1 0 0 0,0-1 0 0 0,1 1-1 0 0,0 0 1 0 0,2 0 0 0 0,-1 0 0 0 0,2 0 0 0 0,0 1 0 0 0,1-1-1 0 0,1 26 1 0 0,3 3 25 0 0,1 1 0 0 0,15 62 0 0 0,-3-37-198 0 0,3-1 1 0 0,3 0-1 0 0,46 98 0 0 0,-63-156-728 0 0,1 0 0 0 0,1-1-1 0 0,0 1 1 0 0,11 11 0 0 0</inkml:trace>
</inkml:ink>
</file>

<file path=ppt/ink/ink2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3.8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34 171 5065 0 0,'-6'-2'-80'0'0,"-18"-10"1186"0"0,24 12-1041 0 0,-1-1 0 0 0,1 1-1 0 0,0-1 1 0 0,-1 1 0 0 0,1-1 0 0 0,0 1 0 0 0,0-1-1 0 0,-1 0 1 0 0,1 1 0 0 0,0-1 0 0 0,0 1 0 0 0,0-1 0 0 0,0 0-1 0 0,0 1 1 0 0,0-1 0 0 0,0 1 0 0 0,0-1 0 0 0,0 0-1 0 0,0 1 1 0 0,0-1 0 0 0,0 1 0 0 0,0-1 0 0 0,1 0-1 0 0,-1 1 1 0 0,0-1 0 0 0,0 1 0 0 0,1-1 0 0 0,-1 1 0 0 0,0-1-1 0 0,1 1 1 0 0,-1-1 0 0 0,1 1 0 0 0,-1-1 0 0 0,0 1-1 0 0,1-1 1 0 0,-1 1 0 0 0,1 0 0 0 0,-1-1 0 0 0,1 1-1 0 0,-1 0 1 0 0,1-1 0 0 0,0 1 0 0 0,9-7 216 0 0,0 0 1 0 0,0 0 0 0 0,1 1-1 0 0,-1 1 1 0 0,1 0-1 0 0,13-4 1 0 0,74-19 1263 0 0,-51 16-1400 0 0,-17 3-115 0 0,131-31-1823 0 0,-161 40 1921 0 0,1 0 0 0 0,0 0 0 0 0,0 0 0 0 0,0 0 0 0 0,0 0 0 0 0,0 1 0 0 0,0-1 0 0 0,0 0 0 0 0,0 0 0 0 0,-1 1 0 0 0,1-1 0 0 0,0 0 0 0 0,0 1 0 0 0,0-1 0 0 0,-1 1 0 0 0,1-1 0 0 0,0 1 0 0 0,0-1 0 0 0,-1 1 0 0 0,1 0 0 0 0,-1-1 0 0 0,1 1 0 0 0,0 0 0 0 0,-1 0 0 0 0,1-1 0 0 0,-1 1 0 0 0,0 0 0 0 0,1 0 0 0 0,-1 0 0 0 0,0-1 0 0 0,1 1 0 0 0,-1 0 0 0 0,0 1 0 0 0,7 38 4180 0 0,-4-21-3156 0 0,4 11-154 0 0,15 55 374 0 0,-19-77-1488 0 0,0-1 1 0 0,0 0-1 0 0,0 0 1 0 0,1 0-1 0 0,0-1 1 0 0,1 1-1 0 0,-1-1 1 0 0,12 11-1 0 0,-9-11-902 0 0</inkml:trace>
</inkml:ink>
</file>

<file path=ppt/ink/ink2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3.9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0 7834 0 0,'-3'8'6099'0'0,"6"3"-3577"0"0,10 9-3165 0 0,-8-13 9 0 0,16 35-213 0 0,-13-24 847 0 0</inkml:trace>
</inkml:ink>
</file>

<file path=ppt/ink/ink2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4.2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 43 8754 0 0,'17'-24'1847'0'0,"-13"7"2331"0"0,-5 17-4087 0 0,1 0 0 0 0,0 0-1 0 0,0 0 1 0 0,-1 0 0 0 0,1-1-1 0 0,0 1 1 0 0,0 0 0 0 0,-1 0-1 0 0,1 0 1 0 0,0 0 0 0 0,0 0 0 0 0,-1 0-1 0 0,1 0 1 0 0,0 0 0 0 0,-1 0-1 0 0,1 0 1 0 0,0 0 0 0 0,0 0 0 0 0,-1 0-1 0 0,1 0 1 0 0,0 0 0 0 0,0 0-1 0 0,-1 0 1 0 0,1 0 0 0 0,0 1-1 0 0,0-1 1 0 0,-1 0 0 0 0,1 0 0 0 0,-1 1 453 0 0,1-1-454 0 0,-1 1 1 0 0,1-1 0 0 0,0 0 0 0 0,0 0-1 0 0,0 0 1 0 0,0 1 0 0 0,0-1-1 0 0,0 0 1 0 0,-1 1 0 0 0,1-1 0 0 0,0 0-1 0 0,0 0 1 0 0,0 1 0 0 0,-10 12 1037 0 0,5-4-932 0 0,1 0 0 0 0,0 0 0 0 0,1 0-1 0 0,-1 0 1 0 0,2 1 0 0 0,-1-1-1 0 0,1 1 1 0 0,1 0 0 0 0,0 0 0 0 0,0-1-1 0 0,1 1 1 0 0,0 0 0 0 0,1 0-1 0 0,0 0 1 0 0,0-1 0 0 0,1 1 0 0 0,1 0-1 0 0,3 9 1 0 0,-4-13-175 0 0,1 1 0 0 0,0 0 1 0 0,1-1-1 0 0,-1 0 0 0 0,1 0 0 0 0,0 0 0 0 0,1 0 0 0 0,0 0 1 0 0,0-1-1 0 0,0 0 0 0 0,0 0 0 0 0,1-1 0 0 0,-1 1 0 0 0,1-1 0 0 0,1 0 1 0 0,-1-1-1 0 0,0 1 0 0 0,1-1 0 0 0,0-1 0 0 0,0 1 0 0 0,0-1 1 0 0,0 0-1 0 0,0-1 0 0 0,0 1 0 0 0,8-1 0 0 0,-7-1-221 0 0,-1 0-1 0 0,0-1 1 0 0,1 1-1 0 0,-1-2 1 0 0,0 1-1 0 0,0-1 1 0 0,0 0-1 0 0,0-1 1 0 0,0 1-1 0 0,0-1 1 0 0,8-6-1 0 0,4-1-7795 0 0</inkml:trace>
</inkml:ink>
</file>

<file path=ppt/ink/ink2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4.4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 1 29030 0 0,'-9'7'2841'0'0,"6"-6"-2529"0"0,2 1-248 0 0,-1-1-64 0 0</inkml:trace>
</inkml:ink>
</file>

<file path=ppt/ink/ink2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01.1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130 122 1376 0 0,'-35'10'1475'0'0,"21"-5"-733"0"0,0-1 0 0 0,-1-1 0 0 0,0 0 0 0 0,-21 1 0 0 0,205-5 2859 0 0,-113 0-3424 0 0,99-14 0 0 0,32-1 188 0 0,377-4 2309 0 0,-353 9-1492 0 0,62-4 28 0 0,-37 6-807 0 0,4 0-422 0 0,-15 2 675 0 0,-141 7 208 0 0,90-11 1 0 0,-82-4-494 0 0,-54 7-15 0 0,1 2 1 0 0,0 2-1 0 0,0 1 0 0 0,78 5 0 0 0,-116-2-377 0 0,-1 0 0 0 0,1 0-1 0 0,-1 0 1 0 0,1 1 0 0 0,-1-1-1 0 0,1 0 1 0 0,-1 0-1 0 0,1 0 1 0 0,-1 0 0 0 0,1 0-1 0 0,-1 0 1 0 0,0 1-1 0 0,1-1 1 0 0,-1 0 0 0 0,1 0-1 0 0,-1 1 1 0 0,0-1-1 0 0,1 0 1 0 0,-1 1 0 0 0,0-1-1 0 0,1 0 1 0 0,-1 1-1 0 0,0-1 1 0 0,1 1 0 0 0,-1-1-1 0 0,0 0 1 0 0,0 1-1 0 0,0-1 1 0 0,1 1 0 0 0,-1-1-1 0 0,0 1 1 0 0,0-1 0 0 0,0 0-1 0 0,0 1 1 0 0,0-1-1 0 0,0 1 1 0 0,0-1 0 0 0,0 1-1 0 0,0-1 1 0 0,0 1-1 0 0,0-1 1 0 0,0 1 0 0 0,0-1-1 0 0,0 1 1 0 0,-1-1-1 0 0,1 1 1 0 0,0-1 0 0 0,0 0-1 0 0,0 1 1 0 0,-1-1-1 0 0,1 1 1 0 0,0-1 0 0 0,0 0-1 0 0,-1 1 1 0 0,1-1 0 0 0,-1 1-1 0 0,-3 10-1708 0 0</inkml:trace>
</inkml:ink>
</file>

<file path=ppt/ink/ink2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06.0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176 181 3225 0 0,'-5'-14'524'0'0,"-1"-1"0"0"0,-1 1 0 0 0,0 1 0 0 0,-1 0 0 0 0,-17-22-1 0 0,19 27 52 0 0,-1 0 0 0 0,0 0 1 0 0,-1 1-1 0 0,1 0 0 0 0,-1 0 0 0 0,-1 1 0 0 0,1 0 0 0 0,-1 0 0 0 0,-14-5 0 0 0,23 10-525 0 0,-1 1 1 0 0,0 0 0 0 0,1 0 0 0 0,-1-1-1 0 0,1 1 1 0 0,-1 0 0 0 0,0 0 0 0 0,1 0-1 0 0,-1 0 1 0 0,1 0 0 0 0,-1 0-1 0 0,0 0 1 0 0,1 0 0 0 0,-1 0 0 0 0,0 0-1 0 0,1 0 1 0 0,-1 0 0 0 0,1 0 0 0 0,-1 1-1 0 0,0-1 1 0 0,1 0 0 0 0,-1 0 0 0 0,1 1-1 0 0,-1-1 1 0 0,1 0 0 0 0,-1 1 0 0 0,1-1-1 0 0,-1 1 1 0 0,-7 19 642 0 0,8 33-390 0 0,0-43-207 0 0,16 306 244 0 0,-7-224-341 0 0,31 128-1 0 0,-3-39-530 0 0,-22-60-6251 0 0,-13-104 3432 0 0</inkml:trace>
</inkml:ink>
</file>

<file path=ppt/ink/ink2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06.7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64 661 1840 0 0,'-7'-5'142'0'0,"0"0"0"0"0,1 0 0 0 0,-1 0-1 0 0,-8-10 1 0 0,13 13 25 0 0,0-1 0 0 0,0 1-1 0 0,0 0 1 0 0,1-1 0 0 0,-1 1 0 0 0,1-1-1 0 0,-1 0 1 0 0,1 1 0 0 0,0-1 0 0 0,0 0-1 0 0,0 0 1 0 0,0 0 0 0 0,0 0 0 0 0,1 0-1 0 0,-1-4 1 0 0,1 5-94 0 0,1 1 0 0 0,-1 0-1 0 0,1 0 1 0 0,-1-1 0 0 0,1 1 0 0 0,0 0-1 0 0,0 0 1 0 0,-1 0 0 0 0,1 0 0 0 0,0 0-1 0 0,0 0 1 0 0,0 0 0 0 0,0 0 0 0 0,0 0-1 0 0,0 0 1 0 0,0 0 0 0 0,0 1 0 0 0,1-1-1 0 0,-1 1 1 0 0,0-1 0 0 0,0 0 0 0 0,3 0-1 0 0,33-8 484 0 0,-29 7-450 0 0,243-43 907 0 0,-167 32-721 0 0,417-44 720 0 0,-281 36-959 0 0,293-37 238 0 0,313 0 1175 0 0,-416 36-1398 0 0,176-31 87 0 0,-143 10-110 0 0,-255 26-22 0 0,118-9 490 0 0,71-3 514 0 0,-140 10-555 0 0,287-20-179 0 0,-352 28-187 0 0,137-5 414 0 0,-85 11-41 0 0,153 1 6 0 0,-195 0-54 0 0,5-1 365 0 0,157 10-276 0 0,-309-3-2213 0 0,65 15 1 0 0,-35-5-1278 0 0,-47-9-1894 0 0</inkml:trace>
</inkml:ink>
</file>

<file path=ppt/ink/ink2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07.8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7134 0 2761 0 0,'8'18'591'0'0,"-2"-1"0"0"0,1 1 0 0 0,-2 0 0 0 0,-1 0 0 0 0,4 24 0 0 0,3 97 1508 0 0,-7-73-1783 0 0,15 93-27 0 0,6-1 0 0 0,62 211 0 0 0,-70-304-236 0 0,2-2 0 0 0,4-1 1 0 0,58 116-1 0 0,-58-134 365 0 0,-2 0 0 0 0,-2 1 0 0 0,17 63 0 0 0,-35-107-374 0 0,-1-1 0 0 0,1 1 0 0 0,-1 0 0 0 0,0 0 0 0 0,1 0-1 0 0,-1 0 1 0 0,0-1 0 0 0,0 1 0 0 0,0 0 0 0 0,0 0-1 0 0,0 0 1 0 0,0 0 0 0 0,0 0 0 0 0,0 0 0 0 0,0 0-1 0 0,0-1 1 0 0,0 1 0 0 0,0 0 0 0 0,-1 0 0 0 0,1 0 0 0 0,0 0-1 0 0,-1 0 1 0 0,1-1 0 0 0,-1 1 0 0 0,1 0 0 0 0,-1 0-1 0 0,1-1 1 0 0,-1 1 0 0 0,1 0 0 0 0,-1-1 0 0 0,0 1 0 0 0,1 0-1 0 0,-1-1 1 0 0,0 1 0 0 0,-1 0 0 0 0,-2 0 167 0 0,0 0-1 0 0,0 0 1 0 0,-1-1 0 0 0,1 1 0 0 0,0-1 0 0 0,-8 0 0 0 0,10 0-203 0 0,-323 17-476 0 0,-55 0-483 0 0,-162-22 597 0 0,509 4 275 0 0,-551-15-1081 0 0,204 28 575 0 0,263-6 464 0 0,-63 5-285 0 0,-148 3-612 0 0,51-9 598 0 0,-449-10 439 0 0,289-2-6 0 0,142 6-252 0 0,-25-17-1870 0 0,92 4-19 0 0,-257 7 4070 0 0,304 22-2076 0 0,108-7 374 0 0,-121-2-1 0 0,-581-59 2770 0 0,675 44-2448 0 0,-133-17 2189 0 0,143 13-1514 0 0,33 6 763 0 0,-58-16 1 0 0,100 20-1868 0 0,12 3-109 0 0,-1 0 0 0 0,1-1-1 0 0,-1 0 1 0 0,1 0 0 0 0,0 0 0 0 0,-1 0 0 0 0,1 0-1 0 0,0-1 1 0 0,-6-3 0 0 0</inkml:trace>
</inkml:ink>
</file>

<file path=ppt/ink/ink2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0.6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22 5529 0 0,'-17'-21'4808'0'0,"24"28"-1541"0"0,-6-3-2811 0 0,4 19 138 0 0,-2-1 0 0 0,-1 1-1 0 0,0 35 1 0 0,3 35-233 0 0,9-17-298 0 0,3-1 0 0 0,51 135 0 0 0,18 68-132 0 0,-79-240 110 0 0,-4-18-30 0 0,1-1 1 0 0,1 0 0 0 0,0 0 0 0 0,1 0 0 0 0,10 19 0 0 0,-15-37-136 0 0,0 0 0 0 0,0 0 1 0 0,-1 0-1 0 0,1 0 0 0 0,0 0 1 0 0,0-1-1 0 0,0 1 0 0 0,0 0 1 0 0,0 0-1 0 0,0-1 1 0 0,0 1-1 0 0,0-1 0 0 0,2 1 1 0 0</inkml:trace>
</inkml:ink>
</file>

<file path=ppt/ink/ink2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1.1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25 222 456 0 0,'-2'-1'40'0'0,"1"0"0"0"0,-1 1-1 0 0,1-1 1 0 0,0 0 0 0 0,-1 0 0 0 0,1 1 0 0 0,0-1 0 0 0,0 0-1 0 0,0 0 1 0 0,0 0 0 0 0,0-1 0 0 0,0 1 0 0 0,0 0-1 0 0,0 0 1 0 0,0 0 0 0 0,0-1 0 0 0,0 1 0 0 0,1-1-1 0 0,-1 1 1 0 0,1 0 0 0 0,-1-1 0 0 0,1 1 0 0 0,0-1-1 0 0,-1 1 1 0 0,1-1 0 0 0,0-1 0 0 0,1 1 73 0 0,0 0 0 0 0,0 1 1 0 0,0-1-1 0 0,0 1 0 0 0,0-1 1 0 0,0 1-1 0 0,1-1 0 0 0,-1 1 0 0 0,0 0 1 0 0,1-1-1 0 0,-1 1 0 0 0,1 0 1 0 0,0 0-1 0 0,-1 0 0 0 0,1 0 1 0 0,0 1-1 0 0,0-1 0 0 0,-1 0 1 0 0,1 1-1 0 0,4-1 0 0 0,72-19 1514 0 0,1 4 1 0 0,112-9-1 0 0,-66 10-602 0 0,140-11 822 0 0,13-1-590 0 0,257-6 1012 0 0,-479 31-2308 0 0,120 12 985 0 0,-39 0-3006 0 0,-46-13-4805 0 0,-79 1 4006 0 0</inkml:trace>
</inkml:ink>
</file>

<file path=ppt/ink/ink2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2.1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1734 0 3681 0 0,'4'5'4046'0'0,"-1"-2"-3246"0"0,1 0-1 0 0,-1 0 1 0 0,-1 1-1 0 0,1-1 1 0 0,4 8-1 0 0,31 149 2877 0 0,-24-95-3488 0 0,25 74 1 0 0,81 271 38 0 0,-82-219-227 0 0,-34-176 231 0 0,-3-13-72 0 0,0-1-1 0 0,0 1 1 0 0,-1 0-1 0 0,1 0 1 0 0,-1 0-1 0 0,0 0 1 0 0,1 0-1 0 0,-1 0 1 0 0,0 0-1 0 0,0 0 1 0 0,0 0-1 0 0,-1 4 1 0 0,0-5-134 0 0,0 1 1 0 0,-1-1 0 0 0,1 0-1 0 0,0 0 1 0 0,0 0 0 0 0,-1 0-1 0 0,1 0 1 0 0,-1-1 0 0 0,1 1-1 0 0,-1 0 1 0 0,1-1 0 0 0,-1 1-1 0 0,1-1 1 0 0,-1 1 0 0 0,1-1-1 0 0,-1 0 1 0 0,0 0 0 0 0,1 1-1 0 0,-1-1 1 0 0,1 0 0 0 0,-3-1-1 0 0,-152 19 414 0 0,1-5-572 0 0,-125 3-374 0 0,153-13-635 0 0,-132 20 0 0 0,219-19 1091 0 0,-131 14-77 0 0,-264-5 0 0 0,346-20 319 0 0,-34 0 1905 0 0,87 8-1475 0 0,-58 9-1 0 0,77-5-2708 0 0</inkml:trace>
</inkml:ink>
</file>

<file path=ppt/ink/ink2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4.1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0 11979 0 0,'-1'1'189'0'0,"1"0"0"0"0,0 0 0 0 0,0-1 1 0 0,-1 1-1 0 0,1 0 0 0 0,0 0 0 0 0,0 0 1 0 0,0 0-1 0 0,0 0 0 0 0,0-1 1 0 0,0 1-1 0 0,0 0 0 0 0,0 0 0 0 0,1 0 1 0 0,-1 0-1 0 0,0-1 0 0 0,0 1 1 0 0,1 0-1 0 0,-1 0 0 0 0,0-1 0 0 0,1 2 1 0 0,11 30 574 0 0,-9-22-331 0 0,13 45 210 0 0,-2 0 0 0 0,-3 1 0 0 0,6 74 0 0 0,-5 173-3896 0 0,-10-214-594 0 0,-1-56-1675 0 0</inkml:trace>
</inkml:ink>
</file>

<file path=ppt/ink/ink2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4.3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1 121 10594 0 0,'6'-5'436'0'0,"1"0"0"0"0,0 1-1 0 0,0 0 1 0 0,1 0 0 0 0,-1 1-1 0 0,11-4 1 0 0,9-4 2 0 0,18-14 239 0 0,-33 17-635 0 0,1 1 0 0 0,0 0 0 0 0,0 1 0 0 0,0 0-1 0 0,1 1 1 0 0,0 1 0 0 0,22-5 0 0 0,-34 9-167 0 0,1 0 1 0 0,0 0 0 0 0,-1 0-1 0 0,1 0 1 0 0,0 1-1 0 0,-1-1 1 0 0,1 1-1 0 0,0 0 1 0 0,-1 0 0 0 0,1 0-1 0 0,-1 0 1 0 0,0 0-1 0 0,1 1 1 0 0,-1-1-1 0 0,0 1 1 0 0,0-1 0 0 0,1 1-1 0 0,-1 0 1 0 0,-1 0-1 0 0,1 0 1 0 0,0 0-1 0 0,2 3 1 0 0,0 2-197 0 0,0-1 0 0 0,-1 1 1 0 0,0-1-1 0 0,0 1 0 0 0,0 0 1 0 0,-1 0-1 0 0,2 8 0 0 0,2 16 321 0 0</inkml:trace>
</inkml:ink>
</file>

<file path=ppt/ink/ink2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4.5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1 136 14283 0 0,'47'-24'2611'0'0,"4"-9"-3572"0"0,-33 20 244 0 0,0 1 1 0 0,1 1 0 0 0,0 0-1 0 0,1 2 1 0 0,22-8-1 0 0,-24 11 717 0 0</inkml:trace>
</inkml:ink>
</file>

<file path=ppt/ink/ink2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4.7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11979 0 0,'1'5'667'0'0,"1"0"0"0"0,-1 1 1 0 0,1-1-1 0 0,0 0 0 0 0,0 0 1 0 0,3 5-1 0 0,3 6 196 0 0,5 20-103 0 0,-1 1-1 0 0,-2 1 1 0 0,-2 0-1 0 0,5 53 1 0 0,-7-9-3087 0 0,-4 1-3638 0 0</inkml:trace>
</inkml:ink>
</file>

<file path=ppt/ink/ink2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5.0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3 183 2304 0 0,'-1'-11'432'0'0,"0"0"-1"0"0,1 0 0 0 0,0 0 0 0 0,1 0 1 0 0,0 0-1 0 0,0 1 0 0 0,2-1 0 0 0,2-12 1 0 0,-3 19-149 0 0,-1 0 0 0 0,1 0 0 0 0,0 0 1 0 0,0 0-1 0 0,0 0 0 0 0,0 0 0 0 0,1 1 1 0 0,-1-1-1 0 0,1 1 0 0 0,0 0 1 0 0,0-1-1 0 0,0 2 0 0 0,0-1 0 0 0,1 0 1 0 0,-1 0-1 0 0,1 1 0 0 0,0 0 0 0 0,0 0 1 0 0,0 0-1 0 0,0 0 0 0 0,0 1 1 0 0,0-1-1 0 0,6 0 0 0 0,-2 1-85 0 0,-1 1 0 0 0,1 0 0 0 0,0 0-1 0 0,-1 1 1 0 0,1 0 0 0 0,-1 0 0 0 0,1 0 0 0 0,-1 1 0 0 0,1 1-1 0 0,-1-1 1 0 0,0 1 0 0 0,0 0 0 0 0,0 1 0 0 0,0 0 0 0 0,-1 0-1 0 0,0 0 1 0 0,0 1 0 0 0,0 0 0 0 0,0 0 0 0 0,-1 0 0 0 0,1 1-1 0 0,-1 0 1 0 0,4 6 0 0 0,-4-5-142 0 0,1 0 0 0 0,-1 1 0 0 0,-1-1 0 0 0,1 1-1 0 0,-1 0 1 0 0,-1 1 0 0 0,1-1 0 0 0,-1 1 0 0 0,-1-1 0 0 0,0 1 0 0 0,0 0-1 0 0,-1 0 1 0 0,0 0 0 0 0,0 0 0 0 0,-1 0 0 0 0,0 0 0 0 0,-1 0 0 0 0,0 0-1 0 0,-2 10 1 0 0,0-11 1 0 0,0-1 0 0 0,0 0-1 0 0,0 0 1 0 0,-1 0 0 0 0,0 0-1 0 0,-1 0 1 0 0,0-1 0 0 0,0 0-1 0 0,0 0 1 0 0,0 0 0 0 0,-1-1-1 0 0,0 0 1 0 0,-1 0-1 0 0,1 0 1 0 0,-8 4 0 0 0,7-6-547 0 0,1 1-1 0 0,-1-1 1 0 0,0-1 0 0 0,0 1 0 0 0,-14 1-1 0 0</inkml:trace>
</inkml:ink>
</file>

<file path=ppt/ink/ink2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5.9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10138 0 0,'0'-1'7718'0'0,"16"1"-5709"0"0,29 4-8698 0 0</inkml:trace>
</inkml:ink>
</file>

<file path=ppt/ink/ink2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6.1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62 7834 0 0,'0'2'832'0'0,"1"-2"-832"0"0,1 0 0 0 0,1 0 296 0 0,-1 0 32 0 0,4-2 8 0 0,2 1 0 0 0,4-3-544 0 0,5-3-112 0 0,1-3-16 0 0,1-1-8 0 0,0-2 256 0 0,2-2 88 0 0</inkml:trace>
</inkml:ink>
</file>

<file path=ppt/ink/ink2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6.6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8 7370 0 0,'-13'-8'11921'0'0,"14"76"-10362"0"0,16 119 1 0 0,-3-69-1457 0 0,-9-25-52 0 0,6 54-675 0 0,-8-129-208 0 0,1-1 1 0 0,1 1 0 0 0,8 21 0 0 0,-7-25-588 0 0</inkml:trace>
</inkml:ink>
</file>

<file path=ppt/ink/ink2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6.8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1 10594 0 0,'0'0'88'0'0,"-1"0"0"0"0,1 0 0 0 0,0 0 0 0 0,-1 0 0 0 0,1 0 0 0 0,0 0 0 0 0,0 0 0 0 0,-1 1 0 0 0,1-1 0 0 0,0 0 0 0 0,0 0 0 0 0,-1 0 0 0 0,1 1 0 0 0,0-1 0 0 0,0 0 0 0 0,0 0 0 0 0,-1 0 0 0 0,1 1 0 0 0,0-1 0 0 0,0 0 0 0 0,0 0 0 0 0,0 1 0 0 0,0-1 0 0 0,-1 0 0 0 0,1 0 0 0 0,0 1 0 0 0,0-1 0 0 0,0 0 0 0 0,0 1 0 0 0,0-1 0 0 0,0 0 0 0 0,0 0 0 0 0,0 1 0 0 0,0-1 0 0 0,0 1 0 0 0,0 3-1033 0 0,-1 14 915 0 0</inkml:trace>
</inkml:ink>
</file>

<file path=ppt/ink/ink2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7.2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40 6913 0 0,'8'-1'664'0'0,"0"0"0"0"0,0-1 0 0 0,0 0-1 0 0,15-5 1 0 0,25-7 1420 0 0,-25 10-1117 0 0,-4 1-298 0 0,-1 0-1 0 0,1 1 0 0 0,0 1 0 0 0,29 2 0 0 0,-43 0-613 0 0,-1-1 0 0 0,0 1 0 0 0,0 0 0 0 0,0 0 0 0 0,0 0 0 0 0,0 1 0 0 0,0 0 0 0 0,0-1 0 0 0,0 1-1 0 0,0 1 1 0 0,-1-1 0 0 0,1 0 0 0 0,-1 1 0 0 0,1 0 0 0 0,-1 0 0 0 0,0 0 0 0 0,0 0 0 0 0,-1 0 0 0 0,1 1-1 0 0,0-1 1 0 0,-1 1 0 0 0,0-1 0 0 0,0 1 0 0 0,0 0 0 0 0,2 6 0 0 0,0 7 49 0 0,0 0-1 0 0,0 0 1 0 0,-2 0 0 0 0,1 31 0 0 0,-7 73 657 0 0,0-50-561 0 0,3-27-651 0 0,-1-22-805 0 0,1 1-1 0 0,1-1 1 0 0,1 0-1 0 0,8 44 1 0 0</inkml:trace>
</inkml:ink>
</file>

<file path=ppt/ink/ink2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7.4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21 125 5529 0 0,'-20'-2'8116'0'0,"27"-3"-6934"0"0,149-65 3504 0 0,-49 31-10565 0 0,-83 31 15 0 0</inkml:trace>
</inkml:ink>
</file>

<file path=ppt/ink/ink2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7.8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63 8754 0 0,'61'-9'5121'0'0,"13"-18"-3993"0"0,-14 5-5989 0 0,-46 18 496 0 0</inkml:trace>
</inkml:ink>
</file>

<file path=ppt/ink/ink2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8.0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147 0 2304 0 0,'-79'54'3593'0'0,"71"-48"-3057"0"0,0 1 1 0 0,0 0 0 0 0,1 1-1 0 0,0 0 1 0 0,0 0-1 0 0,-10 16 1 0 0,16-21-402 0 0,0-1 0 0 0,0 0 0 0 0,1 0 0 0 0,-1 0 0 0 0,1 1 0 0 0,-1-1-1 0 0,1 0 1 0 0,0 1 0 0 0,0-1 0 0 0,0 0 0 0 0,0 1 0 0 0,0-1 0 0 0,0 0 0 0 0,1 1 0 0 0,-1-1 0 0 0,1 0 0 0 0,0 0 0 0 0,-1 1 0 0 0,1-1 0 0 0,0 0 0 0 0,0 0 0 0 0,1 0 0 0 0,-1 0 0 0 0,0 0 0 0 0,1 0 0 0 0,-1-1 0 0 0,4 4 0 0 0,5 5 498 0 0,0 0 1 0 0,1-1 0 0 0,19 12-1 0 0,-10-6 229 0 0,-12-9-619 0 0,1 0 1 0 0,-2 1 0 0 0,1 0 0 0 0,-1 1-1 0 0,0 0 1 0 0,0 0 0 0 0,-1 0 0 0 0,7 14 0 0 0,-11-18-228 0 0,0 1 0 0 0,0-1 0 0 0,-1 1 0 0 0,0-1 0 0 0,0 1 0 0 0,0 0 0 0 0,0 0 0 0 0,-1 0 0 0 0,0-1 0 0 0,0 1 0 0 0,0 0 0 0 0,-1 0 0 0 0,1-1 0 0 0,-1 1 0 0 0,0 0 0 0 0,-1-1 1 0 0,1 1-1 0 0,-1 0 0 0 0,0-1 0 0 0,-3 7 0 0 0,-2 2-378 0 0,0-1-127 0 0</inkml:trace>
</inkml:ink>
</file>

<file path=ppt/ink/ink2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8.6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57 6913 0 0,'3'0'418'0'0,"1"0"-1"0"0,0 0 0 0 0,0 0 0 0 0,0 1 0 0 0,0-1 0 0 0,0 1 0 0 0,-1 0 0 0 0,1 0 0 0 0,0 1 0 0 0,-1-1 0 0 0,1 1 1 0 0,-1 0-1 0 0,1 0 0 0 0,-1 0 0 0 0,0 0 0 0 0,0 0 0 0 0,0 1 0 0 0,0-1 0 0 0,0 1 0 0 0,-1 0 0 0 0,1 0 0 0 0,-1 0 0 0 0,0 0 1 0 0,4 7-1 0 0,-1 1-90 0 0,-1 0 0 0 0,-1 0 0 0 0,0 0 0 0 0,0 0 0 0 0,-1 1 0 0 0,0 0 0 0 0,-1 13 1 0 0,0-3-191 0 0,-1-13-118 0 0,1 0 1 0 0,-1 0-1 0 0,1 1 0 0 0,1-1 1 0 0,0 0-1 0 0,0 0 0 0 0,4 9 1 0 0,7-43-1129 0 0,3-41-861 0 0,-10 38 1561 0 0,17-46 0 0 0,-20 66 485 0 0,0 1 0 0 0,0 0-1 0 0,1 1 1 0 0,0-1 0 0 0,0 0 0 0 0,1 1-1 0 0,0 0 1 0 0,0 0 0 0 0,0 1 0 0 0,1-1 0 0 0,6-5-1 0 0,-10 10-18 0 0,0-1 1 0 0,0 1-1 0 0,0 0 0 0 0,0 0 0 0 0,0 0 0 0 0,1 0 0 0 0,-1 0 0 0 0,0 0 0 0 0,1 0 0 0 0,-1 0 1 0 0,0 1-1 0 0,1 0 0 0 0,-1-1 0 0 0,0 1 0 0 0,1 0 0 0 0,-1 0 0 0 0,1 0 0 0 0,-1 0 0 0 0,0 1 0 0 0,4 0 1 0 0,-3 0 32 0 0,0 1 1 0 0,0-1-1 0 0,0 1 1 0 0,0 0-1 0 0,-1 0 1 0 0,1 0-1 0 0,-1 0 1 0 0,1 0 0 0 0,-1 1-1 0 0,0-1 1 0 0,1 1-1 0 0,2 5 1 0 0,4 7 103 0 0,-1 1 0 0 0,-1 0 1 0 0,0 1-1 0 0,6 23 0 0 0,-10-29-316 0 0,-2-8 59 0 0,-1 0 0 0 0,1 0 1 0 0,0 0-1 0 0,0-1 0 0 0,0 1 0 0 0,1 0 0 0 0,-1-1 0 0 0,0 1 0 0 0,1-1 0 0 0,0 1 0 0 0,0-1 0 0 0,3 4 0 0 0,-4-6 36 0 0,0 1-1 0 0,-1-1 1 0 0,1 0-1 0 0,0 0 1 0 0,-1 0-1 0 0,1 1 1 0 0,0-1-1 0 0,-1 0 1 0 0,1 0-1 0 0,0 0 1 0 0,-1 0-1 0 0,1 0 1 0 0,0 0-1 0 0,0 0 1 0 0,-1 0-1 0 0,1-1 1 0 0,0 1-1 0 0,-1 0 1 0 0,1 0-1 0 0,0-1 1 0 0,21-15-515 0 0,-7-1-911 0 0,24-35 1 0 0,-27 34 1348 0 0,1 0 0 0 0,2 0 0 0 0,17-17 0 0 0,-27 31 226 0 0,-1 0 0 0 0,1 1 1 0 0,-1-1-1 0 0,1 1 0 0 0,0 0 0 0 0,0 0 0 0 0,0 1 1 0 0,1-1-1 0 0,-1 1 0 0 0,1 1 0 0 0,-1-1 1 0 0,1 1-1 0 0,0 0 0 0 0,0 0 0 0 0,-1 0 0 0 0,11 1 1 0 0,-13 0-21 0 0,0 1 1 0 0,0-1 0 0 0,0 1 0 0 0,-1 0-1 0 0,1 0 1 0 0,0 0 0 0 0,-1 0 0 0 0,1 1 0 0 0,-1-1-1 0 0,1 1 1 0 0,-1-1 0 0 0,1 1 0 0 0,-1 0-1 0 0,0 0 1 0 0,0 0 0 0 0,0 0 0 0 0,0 1-1 0 0,-1-1 1 0 0,3 3 0 0 0,4 8 297 0 0,0 1 0 0 0,8 23 0 0 0,7 8-2628 0 0</inkml:trace>
</inkml:ink>
</file>

<file path=ppt/ink/ink2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8.9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149 4 8290 0 0,'6'-4'5585'0'0,"-6"5"-5495"0"0,2 13 2644 0 0,-4 18-796 0 0,-69 279 1594 0 0,8-41-6177 0 0,46-180-3501 0 0,14-77 4274 0 0</inkml:trace>
</inkml:ink>
</file>

<file path=ppt/ink/ink2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9.1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47 8290 0 0,'-1'-1'125'0'0,"1"-1"1"0"0,0 0 0 0 0,0 1-1 0 0,0-1 1 0 0,0 0-1 0 0,0 1 1 0 0,0-1 0 0 0,1 0-1 0 0,-1 1 1 0 0,0-1 0 0 0,1 0-1 0 0,-1 1 1 0 0,1-1-1 0 0,0 1 1 0 0,0-1 0 0 0,-1 1-1 0 0,1-1 1 0 0,0 1 0 0 0,0 0-1 0 0,0-1 1 0 0,0 1-1 0 0,1 0 1 0 0,-1 0 0 0 0,0 0-1 0 0,0-1 1 0 0,1 2 0 0 0,-1-1-1 0 0,1 0 1 0 0,-1 0-1 0 0,1 0 1 0 0,-1 1 0 0 0,1-1-1 0 0,-1 0 1 0 0,1 1 0 0 0,0 0-1 0 0,-1-1 1 0 0,1 1-1 0 0,0 0 1 0 0,-1 0 0 0 0,1 0-1 0 0,0 0 1 0 0,-1 0-1 0 0,1 0 1 0 0,0 1 0 0 0,1-1-1 0 0,2 1 152 0 0,-1 1 0 0 0,1-1-1 0 0,-1 1 1 0 0,1 0 0 0 0,-1 0-1 0 0,0 0 1 0 0,1 0 0 0 0,-1 1 0 0 0,0 0-1 0 0,-1 0 1 0 0,1 0 0 0 0,-1 0-1 0 0,6 6 1 0 0,38 51 1616 0 0,-44-56-1781 0 0,67 108 1226 0 0,76 161 0 0 0,-143-267-1332 0 0,42 94 20 0 0,-41-88-640 0 0,0-1-1 0 0,-1 0 0 0 0,-1 1 1 0 0,0 0-1 0 0,0 0 1 0 0,-1-1-1 0 0,0 14 0 0 0,-5-10-3358 0 0,-14-21-3551 0 0</inkml:trace>
</inkml:ink>
</file>

<file path=ppt/ink/ink2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9.3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20 8754 0 0,'2'0'6328'0'0,"15"-2"-3659"0"0,56-10-2814 0 0,-59 9-4097 0 0,0 1-1496 0 0</inkml:trace>
</inkml:ink>
</file>

<file path=ppt/ink/ink2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9.57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1 4145 0 0,'-1'5'368'0'0,"0"-2"-296"0"0,-1 1-72 0 0,-2 2 1768 0 0,4-4-783 0 0,-3 1 7 0 0,1 3-480 0 0,-3 1-88 0 0,1-1-16 0 0,2 0-8 0 0,-1-1-400 0 0,1 0-112 0 0,4-3-8 0 0,-2 0 0 0 0,3-1 120 0 0,-1-4 0 0 0</inkml:trace>
</inkml:ink>
</file>

<file path=ppt/ink/ink2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26.67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50 61 6913 0 0,'-13'-29'-84'0'0,"6"9"371"0"0,-1 9 2807 0 0,12 44 561 0 0,-4-19-3314 0 0,8 291 1098 0 0,-27 1-1159 0 0,15-258-235 0 0,-3 49 34 0 0,4 1-1 0 0,3-1 1 0 0,6 1 0 0 0,23 129-1 0 0,43 146-2447 0 0,-71-364 1351 0 0,1 1 1 0 0,1-1 0 0 0,0 0-1 0 0,0 0 1 0 0,8 16 0 0 0,-4-17-840 0 0</inkml:trace>
</inkml:ink>
</file>

<file path=ppt/ink/ink2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27.2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24 398 1824 0 0,'-3'-3'36'0'0,"1"0"1"0"0,-1-1-1 0 0,1 1 0 0 0,0-1 0 0 0,0 0 0 0 0,1 0 0 0 0,-1 0 0 0 0,1 0 0 0 0,-1 0 0 0 0,1 0 0 0 0,1 0 0 0 0,-1 0 0 0 0,0-1 1 0 0,1 1-1 0 0,0 0 0 0 0,0-5 0 0 0,1 7 14 0 0,-1 0 0 0 0,0-1 1 0 0,1 1-1 0 0,-1 0 1 0 0,1 0-1 0 0,0 0 0 0 0,0 0 1 0 0,-1 0-1 0 0,2 0 0 0 0,-1 0 1 0 0,0 0-1 0 0,0 0 0 0 0,0 0 1 0 0,1 1-1 0 0,-1-1 0 0 0,1 0 1 0 0,0 1-1 0 0,-1-1 1 0 0,1 1-1 0 0,0 0 0 0 0,0 0 1 0 0,0-1-1 0 0,0 1 0 0 0,0 1 1 0 0,0-1-1 0 0,0 0 0 0 0,0 0 1 0 0,0 1-1 0 0,0-1 0 0 0,1 1 1 0 0,-1-1-1 0 0,3 1 1 0 0,92-2 1235 0 0,-57 2-873 0 0,40-5 0 0 0,139-22 236 0 0,244-36 1973 0 0,215-47-1631 0 0,-515 86-825 0 0,0 7-1 0 0,211 5 0 0 0,-11 30-38 0 0,222 0 1355 0 0,-111-47-326 0 0,-78 3-1005 0 0,0 28 3 0 0,-321 7 202 0 0,-1 4-1 0 0,-1 2 0 0 0,104 37 0 0 0,-15-5-2492 0 0,-115-37 756 0 0,0-3-1 0 0,87 4 0 0 0,-43-6 570 0 0,-75-3-2194 0 0</inkml:trace>
</inkml:ink>
</file>

<file path=ppt/ink/ink2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28.3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5526 0 5985 0 0,'3'1'47'0'0,"0"-1"0"0"0,1 1 0 0 0,-1 0 0 0 0,0 0 0 0 0,1 0 0 0 0,-1 0-1 0 0,0 1 1 0 0,0-1 0 0 0,0 1 0 0 0,0-1 0 0 0,0 1 0 0 0,-1 0 0 0 0,1 0 0 0 0,0 1-1 0 0,-1-1 1 0 0,0 1 0 0 0,1-1 0 0 0,-1 1 0 0 0,0 0 0 0 0,0-1 0 0 0,-1 1 0 0 0,1 0-1 0 0,0 0 1 0 0,1 6 0 0 0,4 8 800 0 0,-1 1-1 0 0,0 0 1 0 0,3 22-1 0 0,-6-29-867 0 0,48 269 2479 0 0,9 36-1663 0 0,-33-181-292 0 0,-6 1-1 0 0,6 220 1 0 0,-27-349-452 0 0,0 44 514 0 0,0-47-441 0 0,0 0 0 0 0,0 0-1 0 0,-1 0 1 0 0,0 0 0 0 0,0 0-1 0 0,0-1 1 0 0,0 1 0 0 0,-1 0-1 0 0,1-1 1 0 0,-3 5 0 0 0,3-7-77 0 0,-1 0 1 0 0,1 0-1 0 0,0-1 1 0 0,-1 1 0 0 0,1 0-1 0 0,-1 0 1 0 0,1-1-1 0 0,-1 1 1 0 0,1 0-1 0 0,-1-1 1 0 0,1 0 0 0 0,-1 1-1 0 0,0-1 1 0 0,1 0-1 0 0,-1 0 1 0 0,0 0-1 0 0,1 0 1 0 0,-1 0 0 0 0,1 0-1 0 0,-1 0 1 0 0,0-1-1 0 0,-2 0 1 0 0,-39-12 176 0 0,38 11-195 0 0,-1-1 6 0 0,-37-14 64 0 0,0 2 0 0 0,-1 2 0 0 0,0 1 0 0 0,-60-7 0 0 0,-382-27-176 0 0,126 37 21 0 0,252 9 37 0 0,-90 6-355 0 0,-90-2-311 0 0,-430 7 227 0 0,564 4 453 0 0,-56 4-546 0 0,-87 7-718 0 0,65-5 477 0 0,-60 20-648 0 0,99-10 625 0 0,-90 27 731 0 0,41-7 145 0 0,66-23-492 0 0,-203 4-1 0 0,252-29 2442 0 0,-163-18 0 0 0,221 11-1409 0 0,0 3 0 0 0,1 2 1 0 0,-77 13-1 0 0,102-9-1070 0 0</inkml:trace>
</inkml:ink>
</file>

<file path=ppt/ink/ink2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0.24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1 5529 0 0,'-7'-1'3954'0'0,"7"2"-3887"0"0,0-1 0 0 0,0 0 0 0 0,0 0 0 0 0,-1 19 1529 0 0,10 31-1250 0 0,-7-43 50 0 0,21 124 634 0 0,-6 1 0 0 0,0 249 0 0 0,-19-311-1122 0 0,3 293 345 0 0,3-300-692 0 0,2-1 0 0 0,4 0 0 0 0,29 106 0 0 0,-35-156-406 0 0</inkml:trace>
</inkml:ink>
</file>

<file path=ppt/ink/ink2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1.2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5 457 3225 0 0,'-1'-2'69'0'0,"1"-1"1"0"0,-1 0 0 0 0,0 0 0 0 0,1 0-1 0 0,-1 0 1 0 0,1 0 0 0 0,0 0 0 0 0,0 1-1 0 0,0-1 1 0 0,0 0 0 0 0,1 0 0 0 0,-1 0-1 0 0,1 0 1 0 0,0 0 0 0 0,-1 0 0 0 0,1 1-1 0 0,1-1 1 0 0,-1 0 0 0 0,2-2 0 0 0,0 1-10 0 0,0 0 0 0 0,0 0 0 0 0,0 1 0 0 0,1 0 0 0 0,-1-1 0 0 0,1 1 0 0 0,0 1 0 0 0,0-1 0 0 0,0 1 0 0 0,1-1 0 0 0,5-1 0 0 0,21-9-80 0 0,-1 3 0 0 0,2 0 1 0 0,0 2-1 0 0,0 2 0 0 0,34-3 0 0 0,168-1-11 0 0,-20 2 34 0 0,453-62 1155 0 0,66 26-683 0 0,0 49-115 0 0,-96-12-49 0 0,-6-61 139 0 0,-368 26 822 0 0,508-15-1 0 0,-718 57-1279 0 0,39-1-513 0 0,175 21-1 0 0,-258-19 769 0 0,0 0-1 0 0,0 0 1 0 0,0-1-1 0 0,0 0 1 0 0,0 0-1 0 0,0-1 1 0 0,0-1-1 0 0,0 1 0 0 0,16-6 1 0 0,-27 8 97 0 0,0 0-1 0 0,1 0 1 0 0,-1 0 0 0 0,1 1 0 0 0,0-1 0 0 0,-1 0-1 0 0,1 1 1 0 0,0-1 0 0 0,0 1 0 0 0,-1 0-1 0 0,1-1 1 0 0,1 1 0 0 0,-1 0 0 0 0,-1 3 0 0 0,-7 35 1065 0 0,8 44-1164 0 0,57 365-8 0 0,-12-161-153 0 0,48 196 331 0 0,-89-474-391 0 0,-1 0 1 0 0,0 1 0 0 0,0-1-1 0 0,-1 1 1 0 0,-1 17 0 0 0,0-25-21 0 0,0 0 0 0 0,-1 0 0 0 0,0 0 0 0 0,1 0 1 0 0,-1 0-1 0 0,0 0 0 0 0,-1 0 0 0 0,1 0 1 0 0,0-1-1 0 0,-1 1 0 0 0,1 0 0 0 0,-1-1 1 0 0,0 1-1 0 0,0-1 0 0 0,0 0 0 0 0,0 1 1 0 0,-1-1-1 0 0,1 0 0 0 0,0 0 0 0 0,-1-1 0 0 0,0 1 1 0 0,1-1-1 0 0,-5 3 0 0 0,-7 1-3 0 0,1 0 0 0 0,-1 0-1 0 0,-1-2 1 0 0,1 0 0 0 0,-24 3-1 0 0,-78-2-3 0 0,62-4-8 0 0,-690 45-2836 0 0,358-17 2501 0 0,-502 36 1298 0 0,290-20-869 0 0,-227 29 762 0 0,474-40 54 0 0,-27-11-675 0 0,184-13-239 0 0,-276-5-37 0 0,441-8-2779 0 0</inkml:trace>
</inkml:ink>
</file>

<file path=ppt/ink/ink2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1.8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59 87 4145 0 0,'-26'-40'2247'0'0,"21"31"341"0"0,0 1-1 0 0,0 0 1 0 0,-13-14-1 0 0,19 43 760 0 0,-2-13-3025 0 0,45 433 1395 0 0,-37-389-1640 0 0,39 214-1006 0 0,-6-92-5753 0 0,-35-154 1162 0 0</inkml:trace>
</inkml:ink>
</file>

<file path=ppt/ink/ink2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2.0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2 185 10594 0 0,'-1'-4'867'0'0,"9"-4"-977"0"0,18-8-511 0 0,-20 12 1053 0 0,36-23 552 0 0,-11 5-347 0 0,2 2 0 0 0,0 1 0 0 0,1 2 0 0 0,66-24 0 0 0,-92 39-641 0 0,-1 0 0 0 0,1 1-1 0 0,0 1 1 0 0,0-1 0 0 0,-1 1-1 0 0,1 0 1 0 0,0 1 0 0 0,0-1-1 0 0,-1 2 1 0 0,1-1 0 0 0,14 6-1 0 0,-8-2-464 0 0,0 1 0 0 0,-1 1 0 0 0,0 0-1 0 0,0 1 1 0 0,14 11 0 0 0,-2 0-4129 0 0</inkml:trace>
</inkml:ink>
</file>

<file path=ppt/ink/ink2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2.2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0 105 10594 0 0,'18'-15'649'0'0,"0"2"0"0"0,0 1-1 0 0,2 0 1 0 0,-1 1 0 0 0,1 1 0 0 0,34-12-1 0 0,-42 19-1002 0 0,1 1 0 0 0,-1 0 0 0 0,0 0 0 0 0,0 1 0 0 0,1 1 0 0 0,-1 0 0 0 0,0 1 0 0 0,1 0 0 0 0,-1 1-1 0 0,0 1 1 0 0,15 4 0 0 0,-1 1-74 0 0</inkml:trace>
</inkml:ink>
</file>

<file path=ppt/ink/ink2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2.6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7 10594 0 0,'-10'-6'760'0'0,"7"8"385"0"0,8 14 909 0 0,-2-8-1844 0 0,19 58 929 0 0,36 127 908 0 0,-50-158-3105 0 0,-1 1 0 0 0,-1 0 0 0 0,0 55-1 0 0,-6-82-1016 0 0</inkml:trace>
</inkml:ink>
</file>

<file path=ppt/ink/ink2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2.9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6 186 1376 0 0,'-5'-41'191'0'0,"5"37"85"0"0,0 1-1 0 0,1-1 1 0 0,0 1 0 0 0,0-1-1 0 0,0 1 1 0 0,0 0 0 0 0,0-1-1 0 0,1 1 1 0 0,-1 0-1 0 0,1 0 1 0 0,0 0 0 0 0,0 0-1 0 0,0 0 1 0 0,0 1 0 0 0,4-4-1 0 0,2-3 216 0 0,0 1 0 0 0,1 0 0 0 0,1 0 0 0 0,-1 1 1 0 0,1 0-1 0 0,0 1 0 0 0,0 0 0 0 0,1 1 0 0 0,0 0 0 0 0,0 1 0 0 0,0 0 0 0 0,1 0 0 0 0,15-2 0 0 0,-16 5-313 0 0,-1 0-1 0 0,1 0 1 0 0,0 1-1 0 0,-1 0 1 0 0,1 1 0 0 0,0 0-1 0 0,-1 1 1 0 0,1 0 0 0 0,-1 1-1 0 0,0 0 1 0 0,0 0-1 0 0,0 1 1 0 0,0 0 0 0 0,0 1-1 0 0,11 8 1 0 0,-15-8-148 0 0,0-1 0 0 0,-1 1 0 0 0,1 0 0 0 0,-1 0 0 0 0,-1 1 0 0 0,1-1 0 0 0,-1 1 0 0 0,0 0 0 0 0,0 1 0 0 0,-1-1 0 0 0,1 0 0 0 0,-2 1 0 0 0,1 0 0 0 0,-1 0 0 0 0,0 0 0 0 0,0 0 0 0 0,-1 0 0 0 0,1 0 0 0 0,-2 0 0 0 0,1 1 0 0 0,-2 9 0 0 0,1-9-67 0 0,-1 1 0 0 0,0-1 1 0 0,0 0-1 0 0,-1 0 0 0 0,0 0 1 0 0,0 0-1 0 0,-1 0 0 0 0,0-1 1 0 0,-1 1-1 0 0,1-1 0 0 0,-1 0 1 0 0,-1 0-1 0 0,0 0 0 0 0,0 0 0 0 0,0-1 1 0 0,0 0-1 0 0,-1 0 0 0 0,-12 9 1 0 0,0-5-1781 0 0</inkml:trace>
</inkml:ink>
</file>

<file path=ppt/ink/ink2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3.3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229 13 1840 0 0,'6'-13'5230'0'0,"-18"14"-2315"0"0,-4 5-2530 0 0,0 1 0 0 0,0 0-1 0 0,1 2 1 0 0,0-1 0 0 0,1 2 0 0 0,0 0 0 0 0,0 0 0 0 0,1 2 0 0 0,0-1 0 0 0,1 2-1 0 0,0 0 1 0 0,1 0 0 0 0,1 1 0 0 0,-13 21 0 0 0,22-32-366 0 0,-1-1 0 0 0,1 0 0 0 0,0 1 0 0 0,0 0 1 0 0,1-1-1 0 0,-1 1 0 0 0,0-1 0 0 0,1 1 0 0 0,0 0 0 0 0,-1-1 0 0 0,1 1 0 0 0,0 0 1 0 0,0-1-1 0 0,1 1 0 0 0,-1 0 0 0 0,0 0 0 0 0,1-1 0 0 0,0 1 0 0 0,0-1 0 0 0,-1 1 0 0 0,2-1 1 0 0,-1 1-1 0 0,0-1 0 0 0,3 4 0 0 0,0-2-31 0 0,0 0-1 0 0,0 0 1 0 0,0-1-1 0 0,0 0 1 0 0,1 0 0 0 0,0 0-1 0 0,-1 0 1 0 0,1-1 0 0 0,0 0-1 0 0,0 0 1 0 0,8 2-1 0 0,9 2 84 0 0,41 5 0 0 0,-43-8 173 0 0,1 1 0 0 0,27 8 0 0 0,-46-11-239 0 0,0-1 1 0 0,0 1 0 0 0,0 0-1 0 0,0 0 1 0 0,-1 0-1 0 0,1 0 1 0 0,0 0-1 0 0,0 0 1 0 0,-1 0-1 0 0,1 0 1 0 0,0 1-1 0 0,-1-1 1 0 0,1 1-1 0 0,-1-1 1 0 0,0 1-1 0 0,0-1 1 0 0,1 1-1 0 0,-1 0 1 0 0,0 0-1 0 0,0 0 1 0 0,-1-1-1 0 0,2 4 1 0 0,-2-2 14 0 0,0-1 0 0 0,1 1 0 0 0,-1 0 0 0 0,-1 0 0 0 0,1 0 0 0 0,0-1-1 0 0,-1 1 1 0 0,0 0 0 0 0,1 0 0 0 0,-1-1 0 0 0,0 1 0 0 0,0 0 0 0 0,-1-1 0 0 0,-1 4 0 0 0,-3 3 137 0 0,-1 1-1 0 0,0-1 1 0 0,0 0 0 0 0,-1-1 0 0 0,0 0-1 0 0,-16 13 1 0 0,15-15-114 0 0,1 0 0 0 0,-1 0 1 0 0,-18 8-1 0 0,1-7-2993 0 0</inkml:trace>
</inkml:ink>
</file>

<file path=ppt/ink/ink2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3.6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96 2761 0 0,'21'-16'-30'0'0,"5"-4"1438"0"0,0 1 0 0 0,39-22 0 0 0,-93 87 5031 0 0,15-26-5456 0 0,1 1 0 0 0,-10 24 1 0 0,19-38-910 0 0,0-1 1 0 0,1 1-1 0 0,-1 1 0 0 0,2-1 0 0 0,-1 0 1 0 0,1 0-1 0 0,0 1 0 0 0,0-1 1 0 0,1 0-1 0 0,0 1 0 0 0,1 8 1 0 0,-1-15-77 0 0,1 1 1 0 0,-1-1-1 0 0,0 1 0 0 0,1-1 1 0 0,-1 1-1 0 0,1-1 1 0 0,0 1-1 0 0,-1-1 1 0 0,1 0-1 0 0,0 1 1 0 0,0-1-1 0 0,0 0 0 0 0,0 0 1 0 0,2 2-1 0 0,-3-2-28 0 0,1-1 0 0 0,0 0 0 0 0,-1 1 0 0 0,1-1 0 0 0,0 0-1 0 0,-1 1 1 0 0,1-1 0 0 0,0 0 0 0 0,0 0 0 0 0,-1 0 0 0 0,1 0 0 0 0,0 0-1 0 0,0 0 1 0 0,0 0 0 0 0,-1 0 0 0 0,1 0 0 0 0,0 0 0 0 0,0 0 0 0 0,-1 0-1 0 0,2-1 1 0 0,1 0-172 0 0,-1 0 0 0 0,1-1-1 0 0,-1 1 1 0 0,1-1 0 0 0,-1 0-1 0 0,0 1 1 0 0,0-1 0 0 0,0 0-1 0 0,0 0 1 0 0,0-1 0 0 0,0 1 0 0 0,-1 0-1 0 0,3-5 1 0 0,0-3-165 0 0,1-1-1 0 0,-2 1 1 0 0,5-23 0 0 0,-7 25 601 0 0,1 0-1 0 0,0 0 1 0 0,0 0-1 0 0,1 1 1 0 0,0-1 0 0 0,0 1-1 0 0,1-1 1 0 0,7-11-1 0 0,-10 18-151 0 0,0 1 0 0 0,-1-1 0 0 0,1 1 0 0 0,0-1 0 0 0,-1 1 0 0 0,1-1 0 0 0,0 1 0 0 0,0-1 0 0 0,0 1 0 0 0,-1 0 0 0 0,1 0 0 0 0,0-1 0 0 0,0 1 0 0 0,0 0 0 0 0,0 0 0 0 0,0 0 0 0 0,-1 0 0 0 0,1 0 0 0 0,0 0 0 0 0,0 0 0 0 0,0 0-1 0 0,0 0 1 0 0,0 0 0 0 0,-1 1 0 0 0,1-1 0 0 0,0 0 0 0 0,0 1 0 0 0,0-1 0 0 0,-1 0 0 0 0,1 1 0 0 0,0-1 0 0 0,0 1 0 0 0,-1-1 0 0 0,1 1 0 0 0,0 0 0 0 0,-1-1 0 0 0,1 1 0 0 0,-1-1 0 0 0,1 1 0 0 0,-1 0 0 0 0,1 0 0 0 0,-1-1 0 0 0,1 1 0 0 0,-1 1 0 0 0,22 35 1293 0 0,-22-37-1368 0 0,13 26 153 0 0,-1 1 339 0 0,28 44 0 0 0,-35-63-837 0 0,1-1 0 0 0,-1 0 0 0 0,2 0 0 0 0,-1-1 1 0 0,1 1-1 0 0,0-1 0 0 0,0-1 0 0 0,0 1 1 0 0,1-1-1 0 0,8 4 0 0 0,3-1-5865 0 0</inkml:trace>
</inkml:ink>
</file>

<file path=ppt/ink/ink2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3.8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 3225 0 0,'1'-12'5574'0'0,"4"31"1326"0"0,7 38-4208 0 0,4 26-1008 0 0,50 149 0 0 0,-31-148-1936 0 0,-17-40-1717 0 0,-1-1-4410 0 0,-10-25 686 0 0</inkml:trace>
</inkml:ink>
</file>

<file path=ppt/ink/ink2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4.0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6 171 3681 0 0,'-5'-2'4742'0'0,"29"-12"-2620"0"0,37-17-575 0 0,9 3-2441 0 0,116-29 0 0 0,-85 28 331 0 0,-72 19 616 0 0</inkml:trace>
</inkml:ink>
</file>

<file path=ppt/ink/ink2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4.2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35 8290 0 0,'18'-13'2281'0'0,"-16"11"-2772"0"0,1 0 1 0 0,0-1-1 0 0,0 1 0 0 0,0 0 1 0 0,0 1-1 0 0,0-1 0 0 0,1 0 1 0 0,-1 1-1 0 0,0 0 1 0 0,1 0-1 0 0,-1 0 0 0 0,6-1 1 0 0,-6 2 362 0 0</inkml:trace>
</inkml:ink>
</file>

<file path=ppt/ink/ink2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4.44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80 1376 0 0,'0'10'4639'0'0,"0"-10"-4548"0"0,0 0 0 0 0,0 0 0 0 0,1 0 0 0 0,-1 0 0 0 0,21-1 2232 0 0,24-11-1063 0 0,117-56-2196 0 0,-138 59 925 0 0</inkml:trace>
</inkml:ink>
</file>

<file path=ppt/ink/ink2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4.9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 0 11058 0 0,'-1'1'82'0'0,"1"-1"0"0"0,-1 0 0 0 0,1 0 0 0 0,0 1 0 0 0,-1-1 0 0 0,1 1 0 0 0,0-1 0 0 0,-1 0-1 0 0,1 1 1 0 0,0-1 0 0 0,-1 1 0 0 0,1-1 0 0 0,0 1 0 0 0,0-1 0 0 0,0 1 0 0 0,-1-1 0 0 0,1 1 0 0 0,0-1-1 0 0,0 1 1 0 0,0-1 0 0 0,0 1 0 0 0,0-1 0 0 0,0 1 0 0 0,0-1 0 0 0,0 1 0 0 0,0-1 0 0 0,0 2 0 0 0,2 25 556 0 0,-1-9-233 0 0,-17 89 773 0 0,11-83-837 0 0,1 0 1 0 0,1 1 0 0 0,1-1 0 0 0,1 1 0 0 0,1-1-1 0 0,5 42 1 0 0,-4-60-192 0 0,1 0 0 0 0,-1 0 1 0 0,1 0-1 0 0,1 0 0 0 0,-1-1 0 0 0,1 1 0 0 0,0-1 0 0 0,0 0 1 0 0,0 1-1 0 0,1-1 0 0 0,-1-1 0 0 0,1 1 0 0 0,1 0 0 0 0,-1-1 0 0 0,1 0 1 0 0,4 4-1 0 0,-2-4-18 0 0,0-1 0 0 0,0 1 0 0 0,1-1-1 0 0,-1 0 1 0 0,1-1 0 0 0,0 1 0 0 0,-1-2 0 0 0,1 1 0 0 0,0-1 0 0 0,15 0 0 0 0,10-2-31 0 0,0-2 0 0 0,-1-2 0 0 0,1-1 0 0 0,54-17 0 0 0,-75 19-148 0 0,6-1-832 0 0,-1 0 0 0 0,1-2 0 0 0,27-14 0 0 0,-25 7-6029 0 0</inkml:trace>
</inkml:ink>
</file>

<file path=ppt/ink/ink2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5.1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0 7370 0 0,'-1'1'320'0'0,"0"0"0"0"0,-1-1 0 0 0,1 1 0 0 0,0 0 0 0 0,0 0 1 0 0,0 0-1 0 0,0 0 0 0 0,0 0 0 0 0,0 1 0 0 0,0-1 0 0 0,0 0 1 0 0,1 0-1 0 0,-1 0 0 0 0,0 1 0 0 0,1-1 0 0 0,-1 1 0 0 0,1-1 1 0 0,-1 0-1 0 0,1 1 0 0 0,0-1 0 0 0,-1 1 0 0 0,1-1 0 0 0,0 1 1 0 0,0 1-1 0 0,2 36 2258 0 0,-2-38-2443 0 0,10 55 1139 0 0,2 0 1 0 0,29 77-1 0 0,-40-127-1251 0 0,7 17-141 0 0,1-1 0 0 0,1 0 0 0 0,1 0 0 0 0,19 29 1 0 0,-17-34-1747 0 0,0 0 0 0 0,28 28 1 0 0,-24-31-578 0 0,0-6-21 0 0</inkml:trace>
</inkml:ink>
</file>

<file path=ppt/ink/ink2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5.7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9 5529 0 0,'8'-1'8802'0'0,"3"18"-7828"0"0,-1 1-1 0 0,0 0 0 0 0,12 31 1 0 0,-10-22-116 0 0,21 37 0 0 0,-29-57-833 0 0,1 0 1 0 0,0-1-1 0 0,0 1 1 0 0,0-1-1 0 0,1 0 1 0 0,0-1 0 0 0,0 1-1 0 0,0-1 1 0 0,14 8-1 0 0,-19-12-29 0 0,1-1 1 0 0,-1 1-1 0 0,0-1 0 0 0,1 1 0 0 0,-1-1 0 0 0,1 0 1 0 0,-1 1-1 0 0,0-1 0 0 0,1 0 0 0 0,-1 0 0 0 0,1 0 1 0 0,-1 0-1 0 0,1 0 0 0 0,-1-1 0 0 0,1 1 0 0 0,-1 0 1 0 0,0-1-1 0 0,1 1 0 0 0,-1 0 0 0 0,0-1 0 0 0,1 0 1 0 0,-1 1-1 0 0,0-1 0 0 0,0 0 0 0 0,1 0 0 0 0,-1 0 1 0 0,0 0-1 0 0,0 0 0 0 0,0 0 0 0 0,0 0 0 0 0,0 0 1 0 0,0 0-1 0 0,0 0 0 0 0,-1 0 0 0 0,1-1 0 0 0,0 1 1 0 0,-1 0-1 0 0,2-2 0 0 0,3-9-95 0 0,0 1 0 0 0,-1-1-1 0 0,5-20 1 0 0,-4 15 20 0 0,3-8-6 0 0,1-1-1 0 0,1 2 1 0 0,22-38 0 0 0,-32 61 91 0 0,1 0 0 0 0,-1 0 0 0 0,0 1 0 0 0,1-1 0 0 0,-1 0 0 0 0,1 0 0 0 0,0 0 0 0 0,-1 1 0 0 0,1-1 0 0 0,0 0 0 0 0,-1 1 0 0 0,1-1 0 0 0,0 0 0 0 0,0 1 0 0 0,-1-1 0 0 0,1 1 0 0 0,0 0 0 0 0,0-1 0 0 0,0 1 0 0 0,0-1 0 0 0,0 1 0 0 0,0 0 0 0 0,0 0 0 0 0,-1 0 1 0 0,1-1-1 0 0,0 1 0 0 0,0 0 0 0 0,2 0 0 0 0,-1 1 44 0 0,-1 0 1 0 0,0 0 0 0 0,1 0 0 0 0,-1 0 0 0 0,1 0-1 0 0,-1 0 1 0 0,0 0 0 0 0,0 0 0 0 0,0 1 0 0 0,1-1-1 0 0,-1 0 1 0 0,0 1 0 0 0,-1-1 0 0 0,2 3 0 0 0,4 7 241 0 0,-1 1 1 0 0,-1 0-1 0 0,4 13 1 0 0,-8-25-298 0 0,2 11-41 0 0,1 0 1 0 0,1 0 0 0 0,0 0-1 0 0,0-1 1 0 0,1 0 0 0 0,0 0-1 0 0,1 0 1 0 0,9 12-1 0 0,-15-22 7 0 0,0 1-1 0 0,1-1 0 0 0,-1 0 0 0 0,1 1 0 0 0,-1-1 1 0 0,0 0-1 0 0,1 0 0 0 0,-1 1 0 0 0,1-1 0 0 0,-1 0 0 0 0,1 0 1 0 0,-1 0-1 0 0,1 0 0 0 0,-1 1 0 0 0,1-1 0 0 0,-1 0 1 0 0,1 0-1 0 0,-1 0 0 0 0,1 0 0 0 0,-1 0 0 0 0,0 0 0 0 0,1-1 1 0 0,-1 1-1 0 0,1 0 0 0 0,-1 0 0 0 0,1 0 0 0 0,-1 0 0 0 0,1 0 1 0 0,-1-1-1 0 0,1 1 0 0 0,14-14-878 0 0,5-21-640 0 0,-5-2 698 0 0,12-29 593 0 0,-25 62 332 0 0,1 0 0 0 0,-1 0 0 0 0,1-1 0 0 0,0 1 0 0 0,0 1 0 0 0,0-1 0 0 0,1 0 0 0 0,-1 1 0 0 0,1 0 0 0 0,0 0 1 0 0,4-3-1 0 0,-7 5-20 0 0,0 1 1 0 0,-1 0-1 0 0,1-1 1 0 0,0 1-1 0 0,0 0 1 0 0,0 0-1 0 0,0 0 1 0 0,-1 0-1 0 0,1 0 1 0 0,0 0-1 0 0,0 0 1 0 0,0 0-1 0 0,0 0 1 0 0,-1 0-1 0 0,1 0 1 0 0,0 0-1 0 0,0 1 1 0 0,0-1-1 0 0,-1 0 1 0 0,1 1-1 0 0,0-1 1 0 0,0 0-1 0 0,-1 1 1 0 0,1-1-1 0 0,0 1 1 0 0,-1-1-1 0 0,1 1 1 0 0,0 0-1 0 0,-1-1 1 0 0,1 1-1 0 0,-1 0 1 0 0,1-1 0 0 0,-1 1-1 0 0,0 0 1 0 0,1-1-1 0 0,0 2 1 0 0,15 36 1303 0 0,-9-21-959 0 0,-4-11-370 0 0,1-1 0 0 0,-1 0 1 0 0,1 1-1 0 0,0-1 0 0 0,0-1 0 0 0,1 1 1 0 0,-1-1-1 0 0,1 1 0 0 0,0-1 0 0 0,8 4 1 0 0,-7-5-1146 0 0,-1 0 1 0 0,1 0-1 0 0,-1-1 1 0 0,1 0 0 0 0,0 0-1 0 0,11 2 1 0 0,-4-3-4349 0 0</inkml:trace>
</inkml:ink>
</file>

<file path=ppt/ink/ink2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5.9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7370 0 0,'4'15'2073'0'0,"0"0"1"0"0,1 0 0 0 0,9 19 0 0 0,8 28 942 0 0,-16-36-2590 0 0,-2-1 0 0 0,-1 0 0 0 0,1 49-1 0 0,-14 80 506 0 0,1 0-779 0 0,9-144-179 0 0,-1 54-1219 0 0,-2-23-2886 0 0,0-26-1912 0 0</inkml:trace>
</inkml:ink>
</file>

<file path=ppt/ink/ink2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6.1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4 125 4145 0 0,'-1'-5'123'0'0,"0"0"0"0"0,0 0 0 0 0,1 0 0 0 0,-1 0 0 0 0,1 0 0 0 0,1-6 0 0 0,-1 7 204 0 0,1 0 1 0 0,-1 0-1 0 0,1 0 1 0 0,0 0-1 0 0,0 1 1 0 0,1-1-1 0 0,-1 0 1 0 0,1 1-1 0 0,-1-1 1 0 0,1 1-1 0 0,0-1 1 0 0,1 1-1 0 0,-1 0 1 0 0,1 0 0 0 0,-1 0-1 0 0,1 0 1 0 0,0 0-1 0 0,0 1 1 0 0,0-1-1 0 0,0 1 1 0 0,1 0-1 0 0,6-4 1 0 0,-6 5-63 0 0,0 0 0 0 0,0 0 0 0 0,1 0 0 0 0,-1 0 0 0 0,0 1 0 0 0,1-1 0 0 0,-1 1 0 0 0,0 0 0 0 0,0 0 0 0 0,1 1 0 0 0,-1-1 0 0 0,0 1 0 0 0,0 0 0 0 0,1 0 0 0 0,-1 1 1 0 0,0-1-1 0 0,0 1 0 0 0,0 0 0 0 0,-1 0 0 0 0,1 0 0 0 0,0 1 0 0 0,5 4 0 0 0,7 6 328 0 0,-1 1-1 0 0,0 0 1 0 0,19 25 0 0 0,-20-23-324 0 0,11 14 42 0 0,-1 0 0 0 0,-2 2-1 0 0,32 58 1 0 0,-43-67-1177 0 0,0 1-1 0 0,-2 1 1 0 0,10 40-1 0 0,-14-41-6078 0 0</inkml:trace>
</inkml:ink>
</file>

<file path=ppt/ink/ink2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6.3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0 119 6913 0 0,'6'-3'5102'0'0,"10"-8"-2742"0"0,0 0-1212 0 0,133-71-4492 0 0,-128 71 3312 0 0</inkml:trace>
</inkml:ink>
</file>

<file path=ppt/ink/ink2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6.5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11522 0 0,'3'3'1025'0'0,"-2"0"-825"0"0,1 0-200 0 0,-1-2 0 0 0,2 0 1088 0 0,-1 3 184 0 0,3 3 33 0 0,3 3 7 0 0,0 1-416 0 0,0-1-88 0 0,-1-2-8 0 0,-1-3-8 0 0,1-1-928 0 0,-3-2-184 0 0,1-4-40 0 0,-1 0-8 0 0,3-5 368 0 0,-3-7 0 0 0</inkml:trace>
</inkml:ink>
</file>

<file path=ppt/ink/ink2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6.5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12443 0 0,'0'0'957'0'0,"20"14"-799"0"0,1 9 626 0 0,0 1 0 0 0,-2 1 1 0 0,24 40-1 0 0,40 89 1046 0 0,-59-108-1480 0 0,11 22 180 0 0,-4-5-199 0 0,3-1 1 0 0,70 96 0 0 0,-64-108-1417 0 0,-22-27-90 0 0</inkml:trace>
</inkml:ink>
</file>

<file path=ppt/ink/ink2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6.7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70 78 4145 0 0,'-21'-31'1359'0'0,"18"26"-449"0"0,0-1 0 0 0,-1 1 0 0 0,1 0 0 0 0,-1 1 1 0 0,0-1-1 0 0,0 1 0 0 0,-8-6 0 0 0,12 9-863 0 0,0 1-1 0 0,0 0 1 0 0,0 0-1 0 0,-1 0 1 0 0,1 0 0 0 0,0-1-1 0 0,0 1 1 0 0,-1 0-1 0 0,1 0 1 0 0,0 0-1 0 0,0 0 1 0 0,-1 0-1 0 0,1 0 1 0 0,0 0-1 0 0,0 0 1 0 0,-1 0-1 0 0,1 0 1 0 0,0 0-1 0 0,-1 0 1 0 0,1 0-1 0 0,0 0 1 0 0,0 0-1 0 0,-1 0 1 0 0,1 0 0 0 0,0 0-1 0 0,-1 0 1 0 0,1 0-1 0 0,0 0 1 0 0,0 0-1 0 0,-1 0 1 0 0,1 0-1 0 0,0 1 1 0 0,0-1-1 0 0,-1 0 1 0 0,1 0-1 0 0,-3 12 1094 0 0,6 16 77 0 0,10 37-823 0 0,4-1 1 0 0,2 0-1 0 0,2-2 1 0 0,52 104-1 0 0,-43-112-2536 0 0,1-2-1 0 0,71 90 0 0 0,-88-125-2568 0 0</inkml:trace>
</inkml:ink>
</file>

<file path=ppt/ink/ink2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7.0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16 393 7978 0 0,'-16'-8'830'0'0,"25"16"888"0"0,13 11-305 0 0,-4 1-1031 0 0,2-1 0 0 0,0-1 1 0 0,1 0-1 0 0,1-2 1 0 0,0 0-1 0 0,29 14 1 0 0,-34-21-306 0 0,1-1 0 0 0,-1-1 0 0 0,1 0 0 0 0,0-2 0 0 0,1 0 0 0 0,-1-1 0 0 0,1 0 0 0 0,0-2 0 0 0,31 1 0 0 0,-45-3 38 0 0,-1 0 1 0 0,0-1-1 0 0,1 1 1 0 0,-1-1-1 0 0,1 0 0 0 0,-1 0 1 0 0,0 0-1 0 0,0-1 1 0 0,0 1-1 0 0,1-1 1 0 0,6-4-1 0 0,-9 4-7 0 0,-1 1 0 0 0,1-1 0 0 0,-1 0 0 0 0,1 0 0 0 0,-1 1 0 0 0,1-1 0 0 0,-1 0-1 0 0,0 0 1 0 0,0 0 0 0 0,0-1 0 0 0,0 1 0 0 0,-1 0 0 0 0,1 0 0 0 0,0 0 0 0 0,-1-1 0 0 0,0 1 0 0 0,1 0 0 0 0,-1-1 0 0 0,0 1 0 0 0,0 0 0 0 0,0-1 0 0 0,-1 1 0 0 0,0-4-1 0 0,-7-31 763 0 0,-2 1-1 0 0,-1 0 0 0 0,-30-64 0 0 0,8 23-694 0 0,18 39-682 0 0,-26-71 1333 0 0,18 34-7610 0 0,18 51-330 0 0</inkml:trace>
</inkml:ink>
</file>

<file path=ppt/ink/ink2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8.3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144 182 456 0 0,'0'-6'363'0'0,"0"0"1"0"0,0-1-1 0 0,-1 1 1 0 0,0 0-1 0 0,0 0 0 0 0,-1 0 1 0 0,0-1-1 0 0,0 2 1 0 0,0-1-1 0 0,-1 0 0 0 0,-4-8 1 0 0,-5-15 2054 0 0,9 22-1493 0 0,0-1 0 0 0,-1 0 0 0 0,0 1 0 0 0,0 0 0 0 0,0 0 0 0 0,-7-8 0 0 0,10 14-747 0 0,0 0 0 0 0,0 0 0 0 0,0 0 0 0 0,0 0 0 0 0,0 0 0 0 0,0 0 0 0 0,-1 0 0 0 0,1 0 0 0 0,0 1 0 0 0,0-1 0 0 0,0 1 0 0 0,-1-1 0 0 0,1 1 0 0 0,0-1 0 0 0,-1 1 0 0 0,1 0 0 0 0,-1-1 0 0 0,-1 1 0 0 0,1 0-91 0 0,1 1 0 0 0,-1-1 1 0 0,1 1-1 0 0,-1 0 0 0 0,1-1 0 0 0,0 1 0 0 0,-1 0 1 0 0,1 0-1 0 0,0 0 0 0 0,-1 0 0 0 0,1 0 0 0 0,0 0 0 0 0,0 0 1 0 0,0 1-1 0 0,0-1 0 0 0,0 0 0 0 0,0 1 0 0 0,1-1 0 0 0,-1 0 1 0 0,-1 3-1 0 0,-3 8 4 0 0,0-1 1 0 0,1 1-1 0 0,1 0 1 0 0,0 0-1 0 0,1 0 1 0 0,0 1-1 0 0,0-1 1 0 0,1 0-1 0 0,1 1 1 0 0,1 15-1 0 0,3 7-98 0 0,1 0 0 0 0,12 48 0 0 0,-8-52 15 0 0,1 1 0 0 0,1-1 0 0 0,2-1 1 0 0,31 55-1 0 0,-38-74-47 0 0,1 0 0 0 0,1 0 0 0 0,0-1-1 0 0,0 0 1 0 0,1 0 0 0 0,1-1 0 0 0,-1 0 0 0 0,1-1 0 0 0,1 0 0 0 0,0-1 0 0 0,0 0 0 0 0,0 0 0 0 0,1-1 0 0 0,0-1 0 0 0,16 6 0 0 0,-21-9-32 0 0,0 0 0 0 0,0-1-1 0 0,0 0 1 0 0,0 0 0 0 0,0-1 0 0 0,0 0 0 0 0,0 0-1 0 0,0-1 1 0 0,0 0 0 0 0,0 0 0 0 0,0 0-1 0 0,0-1 1 0 0,0 0 0 0 0,0 0 0 0 0,-1-1-1 0 0,1 0 1 0 0,-1 0 0 0 0,0-1 0 0 0,0 1-1 0 0,0-1 1 0 0,0-1 0 0 0,8-8 0 0 0,-7 6 112 0 0,-1 0-1 0 0,0-1 1 0 0,-1 0 0 0 0,0 0 0 0 0,0 0 0 0 0,0-1 0 0 0,-1 0-1 0 0,-1 0 1 0 0,1 0 0 0 0,-2 0 0 0 0,1 0 0 0 0,-1-1 0 0 0,0 1-1 0 0,-1-1 1 0 0,0 1 0 0 0,-1-14 0 0 0,-2-1 213 0 0,0-1 0 0 0,-2 0 0 0 0,-1 1 0 0 0,-1 0 0 0 0,-1 0 0 0 0,-1 0 0 0 0,-1 1 0 0 0,-1 0 0 0 0,-1 1 0 0 0,0 0 0 0 0,-2 1 0 0 0,-1 0 0 0 0,-1 1 0 0 0,0 1-1 0 0,-24-24 1 0 0,31 36-230 0 0,0 0-1 0 0,-1 1 0 0 0,0 0 0 0 0,1 0 1 0 0,-2 0-1 0 0,-16-6 0 0 0,22 10-105 0 0,0 1 0 0 0,0-1 0 0 0,0 1 0 0 0,0 0 1 0 0,0 0-1 0 0,0 1 0 0 0,0-1 0 0 0,-1 1 0 0 0,1 0 0 0 0,0 0 0 0 0,0 1 0 0 0,0-1 1 0 0,0 1-1 0 0,0 0 0 0 0,0 0 0 0 0,0 0 0 0 0,0 0 0 0 0,0 1 0 0 0,-7 3 0 0 0,1 4-1863 0 0</inkml:trace>
</inkml:ink>
</file>

<file path=ppt/ink/ink2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8.8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26 223 3681 0 0,'-1'-2'-581'0'0,"-18"-18"8221"0"0,14 33-4258 0 0,5-3-2971 0 0,0-1 1 0 0,1 1 0 0 0,-1 0-1 0 0,2 0 1 0 0,-1-1 0 0 0,2 1-1 0 0,-1-1 1 0 0,1 1 0 0 0,1-1-1 0 0,4 10 1 0 0,0-3-308 0 0,0-1 1 0 0,1 0-1 0 0,1 0 1 0 0,21 25-1 0 0,-26-34-56 0 0,1-1-1 0 0,0 1 1 0 0,0-1 0 0 0,0-1 0 0 0,1 1-1 0 0,0-1 1 0 0,0 0 0 0 0,14 6-1 0 0,-19-9-42 0 0,0-1-1 0 0,0 1 0 0 0,0 0 0 0 0,0-1 0 0 0,0 1 1 0 0,1-1-1 0 0,-1 0 0 0 0,0 0 0 0 0,0 0 1 0 0,0 0-1 0 0,1 0 0 0 0,-1 0 0 0 0,0-1 1 0 0,0 1-1 0 0,0-1 0 0 0,1 1 0 0 0,-1-1 0 0 0,0 0 1 0 0,0 0-1 0 0,0 0 0 0 0,0 0 0 0 0,0 0 1 0 0,-1-1-1 0 0,1 1 0 0 0,0 0 0 0 0,-1-1 1 0 0,1 1-1 0 0,0-1 0 0 0,-1 0 0 0 0,0 0 0 0 0,1 1 1 0 0,-1-1-1 0 0,0 0 0 0 0,0 0 0 0 0,1-3 1 0 0,5-11-34 0 0,-1-1 0 0 0,0 0 1 0 0,-1 0-1 0 0,-1-1 0 0 0,-1 1 1 0 0,0-1-1 0 0,-1 0 0 0 0,-1 0 1 0 0,-1-18-1 0 0,-5-20 456 0 0,-16-84 0 0 0,10 78 841 0 0,40 130-196 0 0,-16-34-1037 0 0,1-1 1 0 0,2 0-1 0 0,1-1 1 0 0,2 0 0 0 0,1-2-1 0 0,2 0 1 0 0,30 33-1 0 0,-29-40-878 0 0,0-1 0 0 0,39 29 0 0 0,-42-37-481 0 0</inkml:trace>
</inkml:ink>
</file>

<file path=ppt/ink/ink2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9.0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72 71 7834 0 0,'-21'-47'1425'0'0,"3"27"1430"0"0,17 19-2676 0 0,1 1 0 0 0,-1 0 0 0 0,0-1 0 0 0,0 1 0 0 0,1 0 1 0 0,-1-1-1 0 0,0 1 0 0 0,0 0 0 0 0,0 0 0 0 0,0 0 0 0 0,1 0 0 0 0,-1 0 1 0 0,0 0-1 0 0,0 0 0 0 0,0 0 0 0 0,0 0 0 0 0,1 0 0 0 0,-1 0 1 0 0,0 0-1 0 0,0 1 0 0 0,0-1 0 0 0,1 0 0 0 0,-1 0 0 0 0,0 1 0 0 0,-1 0 1 0 0,1 0-16 0 0,0 0 1 0 0,1 0-1 0 0,-1 0 1 0 0,0 0-1 0 0,0 0 1 0 0,0 0-1 0 0,1 0 1 0 0,-1 0-1 0 0,0 1 1 0 0,1-1 0 0 0,-1 0-1 0 0,1 0 1 0 0,-1 1-1 0 0,1-1 1 0 0,0 0-1 0 0,0 1 1 0 0,0-1-1 0 0,-1 0 1 0 0,1 1-1 0 0,0-1 1 0 0,1 2-1 0 0,4 33 300 0 0,-4-28-156 0 0,13 54-88 0 0,2 0-1 0 0,3-1 1 0 0,3-1-1 0 0,2 0 1 0 0,3-2-1 0 0,3-1 1 0 0,37 54 0 0 0,-36-67-245 0 0,2-1 1 0 0,50 50 0 0 0,29 13-3116 0 0,-97-94 1485 0 0,-3-3-298 0 0</inkml:trace>
</inkml:ink>
</file>

<file path=ppt/ink/ink2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9.2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110 122 1376 0 0,'-19'1'492'0'0,"9"-2"1536"0"0,-1 1 0 0 0,1-1 1 0 0,0-1-1 0 0,-12-3 1 0 0,1-4-956 0 0,20 9-1004 0 0,1 0 1 0 0,-1-1-1 0 0,1 1 1 0 0,-1-1-1 0 0,1 1 1 0 0,-1 0-1 0 0,1-1 0 0 0,0 1 1 0 0,-1-1-1 0 0,1 1 1 0 0,0-1-1 0 0,-1 1 1 0 0,1-1-1 0 0,0 0 1 0 0,0 1-1 0 0,0-1 1 0 0,-1 1-1 0 0,1-1 0 0 0,0 1 1 0 0,0-1-1 0 0,0 0 1 0 0,0 1-1 0 0,0-1 1 0 0,0 1-1 0 0,0-1 1 0 0,0 0-1 0 0,0 1 1 0 0,0-1-1 0 0,1 1 0 0 0,-1-1 1 0 0,0 1-1 0 0,0-1 1 0 0,1 0-1 0 0,-1 1 1 0 0,0-1-1 0 0,0 1 1 0 0,1-1-1 0 0,-1 1 1 0 0,1-1-1 0 0,-1 1 1 0 0,0 0-1 0 0,1-1 0 0 0,0 0 1 0 0,22-21 710 0 0,-20 19-747 0 0,31-23-709 0 0,-11 10-3393 0 0,-2 2-1185 0 0</inkml:trace>
</inkml:ink>
</file>

<file path=ppt/ink/ink2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9.4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0 12443 0 0,'9'6'544'0'0,"-5"-4"128"0"0,-1 1-544 0 0,-1-1-128 0 0,0-1 0 0 0,-4 2 872 0 0,0-1 152 0 0,-1 3 25 0 0,-1-1 7 0 0,0 0-520 0 0,-1-4-104 0 0,1-2-16 0 0</inkml:trace>
</inkml:ink>
</file>

<file path=ppt/ink/ink2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0.2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243 186 5065 0 0,'5'-21'735'0'0,"-1"0"0"0"0,0-1 0 0 0,-2 1 0 0 0,-1-1 0 0 0,-2-43 0 0 0,-3 53 1996 0 0,-2 11-897 0 0,-10 21-110 0 0,-10 40-791 0 0,-9 61 371 0 0,-25 153 0 0 0,36-156-853 0 0,-12 83 99 0 0,-14 299 0 0 0,51 207 167 0 0,35-151 69 0 0,-10-187-381 0 0,-12 65-70 0 0,20 232 131 0 0,53-88 199 0 0,18 156-175 0 0,-27-60 546 0 0,-58-503-839 0 0,21 237-48 0 0,-40-385-733 0 0,5 60 1057 0 0,0-28-8211 0 0</inkml:trace>
</inkml:ink>
</file>

<file path=ppt/ink/ink2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1.3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167 741 4609 0 0,'-100'5'-1703'0'0,"98"-5"1709"0"0,1 0 0 0 0,-1-1 0 0 0,0 1 0 0 0,1 0 0 0 0,-1 0 0 0 0,0-1 1 0 0,1 1-1 0 0,-1-1 0 0 0,1 1 0 0 0,-1-1 0 0 0,1 0 0 0 0,-1 1 0 0 0,1-1 0 0 0,-1 0 0 0 0,1 0 0 0 0,0 0 0 0 0,-1 0 0 0 0,1-1 0 0 0,0 1 1 0 0,-1-1-1 0 0,-14-31 953 0 0,15 29-337 0 0,-1 0-1 0 0,1 0 0 0 0,-1 0 1 0 0,0 0-1 0 0,0 0 1 0 0,0 1-1 0 0,-5-6 1 0 0,19 8 3930 0 0,13-4-4361 0 0,-23 4 8 0 0,371-53 2786 0 0,188-28-1273 0 0,-225 28-947 0 0,608-59 372 0 0,-476 61-727 0 0,764-49 223 0 0,-883 92-633 0 0,-170 6 0 0 0,362-1 64 0 0,585-36 2 0 0,-980 33-56 0 0,427-22 156 0 0,615-16 140 0 0,-958 44-258 0 0,935-16 38 0 0,-77-27 384 0 0,-617 49-281 0 0,-270 14-6934 0 0,-166-14-222 0 0</inkml:trace>
</inkml:ink>
</file>

<file path=ppt/ink/ink2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2.6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1 6449 0 0,'0'0'110'0'0,"0"0"-1"0"0,-1 0 0 0 0,1 0 1 0 0,0 0-1 0 0,-1 0 0 0 0,1 1 0 0 0,0-1 1 0 0,-1 0-1 0 0,1 0 0 0 0,0 1 0 0 0,-1-1 1 0 0,1 0-1 0 0,0 0 0 0 0,0 1 1 0 0,-1-1-1 0 0,1 0 0 0 0,0 1 0 0 0,0-1 1 0 0,0 0-1 0 0,-1 1 0 0 0,1-1 1 0 0,0 0-1 0 0,0 1 0 0 0,0-1 0 0 0,0 1 1 0 0,0-1-1 0 0,0 0 0 0 0,0 1 1 0 0,0-1-1 0 0,0 1 0 0 0,0-1 0 0 0,0 0 1 0 0,0 1-1 0 0,0-1 0 0 0,0 1 0 0 0,0-1 1 0 0,0 1-1 0 0,-2 20 1053 0 0,-2 300 4079 0 0,5-84-4212 0 0,9-79-4300 0 0,-9-129-2146 0 0</inkml:trace>
</inkml:ink>
</file>

<file path=ppt/ink/ink2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2.9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 10594 0 0,'-1'1'34'0'0,"1"-1"-1"0"0,-1 1 0 0 0,1 0 0 0 0,-1 0 1 0 0,1 0-1 0 0,0-1 0 0 0,-1 1 1 0 0,1 0-1 0 0,0 0 0 0 0,0 0 0 0 0,-1 0 1 0 0,1 0-1 0 0,0 0 0 0 0,0 0 1 0 0,0 0-1 0 0,0-1 0 0 0,0 1 0 0 0,0 0 1 0 0,1 0-1 0 0,-1 2 0 0 0,3 30 1745 0 0,-2-24-1338 0 0,3 119 1100 0 0,3 33-441 0 0,-4-140-1970 0 0,0 1 0 0 0,2-1 0 0 0,0 0 0 0 0,1 0 0 0 0,12 26 0 0 0,-10-31-3828 0 0</inkml:trace>
</inkml:ink>
</file>

<file path=ppt/ink/ink2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3.2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8 274 10594 0 0,'-7'-6'579'0'0,"12"24"1140"0"0,1-3-1574 0 0,1-1-1 0 0,0 1 0 0 0,0-2 1 0 0,2 1-1 0 0,0-1 1 0 0,0 0-1 0 0,1-1 0 0 0,1 0 1 0 0,0 0-1 0 0,1-1 1 0 0,0-1-1 0 0,0 0 1 0 0,1-1-1 0 0,0 0 0 0 0,1-1 1 0 0,15 7-1 0 0,2 0 415 0 0,0-1-1 0 0,36 11 1 0 0,-56-22-379 0 0,0 1-1 0 0,1-2 1 0 0,-1 0 0 0 0,1 0 0 0 0,-1-1-1 0 0,1 0 1 0 0,0-1 0 0 0,-1-1-1 0 0,22-3 1 0 0,-30 3-104 0 0,1 0 1 0 0,0-1-1 0 0,-1 1 0 0 0,0-1 0 0 0,1 0 1 0 0,-1 0-1 0 0,0 0 0 0 0,0-1 0 0 0,0 1 1 0 0,0-1-1 0 0,-1 0 0 0 0,1 0 1 0 0,-1 1-1 0 0,0-2 0 0 0,1 1 0 0 0,-1 0 1 0 0,0 0-1 0 0,-1-1 0 0 0,1 1 0 0 0,-1-1 1 0 0,0 1-1 0 0,1-1 0 0 0,-2 0 0 0 0,2-4 1 0 0,1-11 341 0 0,0-1 1 0 0,-1 1-1 0 0,-2-29 0 0 0,0 38-269 0 0,-6-130 315 0 0,2 78-722 0 0,5-87 0 0 0,1 134-1464 0 0</inkml:trace>
</inkml:ink>
</file>

<file path=ppt/ink/ink2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3.9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201 126 2761 0 0,'-19'-33'495'0'0,"14"25"608"0"0,0 0 0 0 0,-1 1 0 0 0,0-1-1 0 0,-14-11 1 0 0,19 17-943 0 0,-1 1 0 0 0,1-1 0 0 0,-1 1 0 0 0,1 0 0 0 0,-1-1 0 0 0,0 1 0 0 0,0 0 0 0 0,0 0 0 0 0,0 0 0 0 0,0 0 0 0 0,0 0 0 0 0,0 1 0 0 0,0-1 0 0 0,0 1 0 0 0,0-1 0 0 0,0 1 0 0 0,0 0 0 0 0,0 0 0 0 0,0 0 0 0 0,-1 0 0 0 0,1 0-1 0 0,0 0 1 0 0,0 0 0 0 0,0 1 0 0 0,0-1 0 0 0,0 1 0 0 0,0 0 0 0 0,0-1 0 0 0,0 1 0 0 0,0 0 0 0 0,0 0 0 0 0,0 0 0 0 0,0 1 0 0 0,1-1 0 0 0,-1 0 0 0 0,0 1 0 0 0,1-1 0 0 0,-1 1 0 0 0,1-1 0 0 0,0 1 0 0 0,-1 0 0 0 0,1-1 0 0 0,0 1 0 0 0,-2 3 0 0 0,-5 10 54 0 0,0 1 1 0 0,1-1-1 0 0,0 1 1 0 0,1 1-1 0 0,1-1 1 0 0,1 1-1 0 0,0 0 1 0 0,1 0-1 0 0,1 0 1 0 0,0 33-1 0 0,2-35-219 0 0,1 1 0 0 0,0-1-1 0 0,2 1 1 0 0,-1-1 0 0 0,2 1 0 0 0,0-1-1 0 0,1-1 1 0 0,0 1 0 0 0,1-1 0 0 0,1 1-1 0 0,0-2 1 0 0,12 17 0 0 0,-14-23-1 0 0,0-1 0 0 0,1 1 1 0 0,0-1-1 0 0,0 0 0 0 0,1-1 0 0 0,0 1 1 0 0,0-1-1 0 0,0-1 0 0 0,0 1 0 0 0,1-1 1 0 0,0 0-1 0 0,0-1 0 0 0,0 0 0 0 0,0 0 1 0 0,10 1-1 0 0,-11-2 16 0 0,0-2-1 0 0,1 1 1 0 0,-1-1 0 0 0,0 0 0 0 0,0-1-1 0 0,0 1 1 0 0,0-1 0 0 0,0-1 0 0 0,0 0-1 0 0,0 0 1 0 0,0 0 0 0 0,0 0 0 0 0,-1-1-1 0 0,1 0 1 0 0,-1-1 0 0 0,0 0 0 0 0,0 0-1 0 0,9-8 1 0 0,-6 4 63 0 0,0 0 0 0 0,0-1 0 0 0,-1 0-1 0 0,-1 0 1 0 0,0-1 0 0 0,0 0 0 0 0,-1-1 0 0 0,0 1-1 0 0,0-1 1 0 0,-2 0 0 0 0,1 0 0 0 0,-1-1 0 0 0,-1 1-1 0 0,0-1 1 0 0,-1 0 0 0 0,0 0 0 0 0,0 0-1 0 0,-1-16 1 0 0,-2 14 9 0 0,0 0 0 0 0,-1 1-1 0 0,0 0 1 0 0,-1-1 0 0 0,-1 1-1 0 0,0 0 1 0 0,0 0 0 0 0,-2 1-1 0 0,1-1 1 0 0,-2 1 0 0 0,1 0-1 0 0,-2 1 1 0 0,1 0 0 0 0,-2 0-1 0 0,0 0 1 0 0,-10-9 0 0 0,8 10-65 0 0,0 0 1 0 0,0 1 0 0 0,-1 0 0 0 0,-1 1 0 0 0,-21-11-1 0 0,28 16-237 0 0,-1 1-1 0 0,1 0 1 0 0,-1 0 0 0 0,0 0-1 0 0,0 1 1 0 0,-7-1-1 0 0,10 1-332 0 0,-1 1 0 0 0,1 0 0 0 0,0 1 0 0 0,-1-1 0 0 0,1 1 0 0 0,0 0 0 0 0,0 0 1 0 0,0 0-1 0 0,0 0 0 0 0,-7 4 0 0 0,-6 6-5315 0 0</inkml:trace>
</inkml:ink>
</file>

<file path=ppt/ink/ink2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4.3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4609 0 0,'1'1'141'0'0,"-1"-1"0"0"0,1 1 0 0 0,-1-1 1 0 0,1 1-1 0 0,-1-1 0 0 0,1 0 0 0 0,-1 1 0 0 0,0 0 0 0 0,1-1 1 0 0,-1 1-1 0 0,0-1 0 0 0,1 1 0 0 0,-1-1 0 0 0,0 1 0 0 0,0 0 1 0 0,1-1-1 0 0,-1 1 0 0 0,0 0 0 0 0,0-1 0 0 0,0 1 0 0 0,0-1 1 0 0,0 1-1 0 0,0 0 0 0 0,0-1 0 0 0,0 1 0 0 0,-1 1 0 0 0,0 23 1726 0 0,1-21-1374 0 0,-3 21 138 0 0,2 0 1 0 0,1 1 0 0 0,1-1 0 0 0,7 36 0 0 0,-6-50-453 0 0,1-1-1 0 0,0 1 1 0 0,1-1 0 0 0,0 0 0 0 0,0 0 0 0 0,1-1 0 0 0,0 1 0 0 0,1-1 0 0 0,0 0 0 0 0,1-1 0 0 0,0 1 0 0 0,0-1 0 0 0,9 7 0 0 0,-9-9-269 0 0,0 0 0 0 0,0 0 1 0 0,1-1-1 0 0,0 0 1 0 0,0 0-1 0 0,0-1 1 0 0,1 0-1 0 0,-1-1 1 0 0,13 4-1 0 0,-17-6 54 0 0,0-1-1 0 0,0 1 0 0 0,0-1 0 0 0,1 1 1 0 0,-1-1-1 0 0,0 0 0 0 0,0-1 0 0 0,1 1 1 0 0,-1-1-1 0 0,0 0 0 0 0,0 0 0 0 0,0 0 1 0 0,0-1-1 0 0,0 1 0 0 0,0-1 0 0 0,-1 0 1 0 0,1 0-1 0 0,0 0 0 0 0,-1-1 0 0 0,0 1 1 0 0,1-1-1 0 0,4-5 0 0 0,4-6 183 0 0,-1 0 1 0 0,0 0-1 0 0,-1-1 0 0 0,-1 0 0 0 0,9-20 0 0 0,31-85 789 0 0,-5 9 731 0 0,-44 110-1600 0 0,1 0 0 0 0,-1 0 0 0 0,0 0 0 0 0,1 0 0 0 0,-1 0 0 0 0,1 0 0 0 0,0 0 0 0 0,-1 0 0 0 0,1 0-1 0 0,0 1 1 0 0,0-1 0 0 0,-1 0 0 0 0,1 0 0 0 0,0 1 0 0 0,0-1 0 0 0,0 0 0 0 0,0 1 0 0 0,1-1 0 0 0,-1 1-30 0 0,-1 0-1 0 0,1 0 1 0 0,-1 0 0 0 0,1 0 0 0 0,0 0 0 0 0,-1 0-1 0 0,1 1 1 0 0,-1-1 0 0 0,1 0 0 0 0,-1 0 0 0 0,1 1 0 0 0,-1-1-1 0 0,0 0 1 0 0,1 1 0 0 0,-1-1 0 0 0,1 1 0 0 0,-1-1 0 0 0,0 0-1 0 0,1 1 1 0 0,-1-1 0 0 0,0 1 0 0 0,1-1 0 0 0,-1 1-1 0 0,0-1 1 0 0,1 1 0 0 0,14 47 890 0 0,-13-38-884 0 0,5 12 25 0 0,0 1 0 0 0,2-1 1 0 0,1 0-1 0 0,0-1 1 0 0,21 31-1 0 0,23 19-2067 0 0,8-5-4705 0 0,-42-45 1075 0 0</inkml:trace>
</inkml:ink>
</file>

<file path=ppt/ink/ink2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4.6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 2 9674 0 0,'0'0'50'0'0,"-1"0"-1"0"0,1 0 1 0 0,0-1-1 0 0,-1 1 1 0 0,1 0-1 0 0,0 0 1 0 0,-1 0-1 0 0,1 0 1 0 0,0-1-1 0 0,-1 1 1 0 0,1 0 0 0 0,-1 0-1 0 0,1 0 1 0 0,0 0-1 0 0,-1 0 1 0 0,1 0-1 0 0,-1 0 1 0 0,1 0-1 0 0,0 0 1 0 0,-1 0-1 0 0,1 1 1 0 0,0-1-1 0 0,-1 0 1 0 0,1 0-1 0 0,-1 0 1 0 0,1 0 0 0 0,0 0-1 0 0,-1 1 1 0 0,1-1-1 0 0,0 0 1 0 0,-1 0-1 0 0,1 1 1 0 0,0-1-1 0 0,0 0 1 0 0,-1 0-1 0 0,1 1 1 0 0,-1 0-1 0 0,-7 20 1653 0 0,3 24 755 0 0,6-11-1201 0 0,2-1-1 0 0,14 66 0 0 0,27 64-407 0 0,-20-78-338 0 0,64 211-577 0 0,-61-208-1217 0 0,-14-45-80 0 0</inkml:trace>
</inkml:ink>
</file>

<file path=ppt/ink/ink2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4.8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64 116 9218 0 0,'-6'-2'567'0'0,"0"0"-1"0"0,0-1 1 0 0,1 1 0 0 0,-1-1-1 0 0,1 0 1 0 0,-1 0 0 0 0,1-1-1 0 0,0 0 1 0 0,-6-6 0 0 0,10 10-524 0 0,1-1 0 0 0,0 1 1 0 0,0-1-1 0 0,0 1 1 0 0,-1-1-1 0 0,1 0 0 0 0,0 1 1 0 0,0-1-1 0 0,0 1 1 0 0,0-1-1 0 0,0 1 0 0 0,0-1 1 0 0,0 1-1 0 0,0-1 1 0 0,0 1-1 0 0,0-1 0 0 0,0 0 1 0 0,0 1-1 0 0,1-1 1 0 0,-1 1-1 0 0,0-1 1 0 0,0 1-1 0 0,1-1 0 0 0,-1 1 1 0 0,0-1-1 0 0,0 1 1 0 0,1 0-1 0 0,-1-1 0 0 0,1 1 1 0 0,-1-1-1 0 0,0 1 1 0 0,1 0-1 0 0,-1-1 0 0 0,1 1 1 0 0,-1 0-1 0 0,1-1 1 0 0,-1 1-1 0 0,1 0 0 0 0,-1 0 1 0 0,1 0-1 0 0,-1-1 1 0 0,1 1-1 0 0,27-12 147 0 0,-24 10-198 0 0,27-8-1221 0 0,-1 2 1 0 0,1 0-1 0 0,47-4 1 0 0,-52 9-1198 0 0,14-3-1734 0 0</inkml:trace>
</inkml:ink>
</file>

<file path=ppt/ink/ink2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5.0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0 5985 0 0,'-1'6'536'0'0,"-1"-2"-432"0"0,1 0-104 0 0,0 3 1897 0 0,-1-5-841 0 0,1 3 8 0 0,-2 1 249 0 0,-1 3 55 0 0,1-1 8 0 0,0 2 0 0 0,1-3-911 0 0,2-3-177 0 0,1 0-40 0 0,2 0-8 0 0,4 0-240 0 0,1-1 0 0 0</inkml:trace>
</inkml:ink>
</file>

<file path=ppt/ink/ink2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0.4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8 102 6913 0 0,'-8'-101'8889'0'0,"23"358"-8231"0"0,-10-119-410 0 0,70 506 881 0 0,50-6-512 0 0,8 48 436 0 0,-105-511-49 0 0,9 312 0 0 0,2 630 179 0 0,-26-959-1036 0 0,27 280 493 0 0,-31-376-2141 0 0,16 64 0 0 0,-19-101-5883 0 0</inkml:trace>
</inkml:ink>
</file>

<file path=ppt/ink/ink2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1.2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8290 0 0,'1'1'222'0'0,"1"-1"0"0"0,0 1 1 0 0,0 0-1 0 0,-1 0 0 0 0,1 0 1 0 0,0 0-1 0 0,-1 0 1 0 0,1 0-1 0 0,-1 0 0 0 0,1 1 1 0 0,-1-1-1 0 0,0 0 0 0 0,1 1 1 0 0,-1-1-1 0 0,0 1 0 0 0,0 0 1 0 0,0-1-1 0 0,0 1 0 0 0,0 2 1 0 0,17 35 2051 0 0,-8-6-1623 0 0,-2 0-1 0 0,-1 1 1 0 0,-1 0-1 0 0,1 67 1 0 0,-5-68-395 0 0,8 296 655 0 0,-3-46-326 0 0,-3-176-3433 0 0</inkml:trace>
</inkml:ink>
</file>

<file path=ppt/ink/ink2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1.9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232 450 3225 0 0,'-39'6'562'0'0,"1"-3"1"0"0,-1-1 0 0 0,-56-4 0 0 0,74 0 1732 0 0,32 0-1280 0 0,405-13 680 0 0,-58 3-606 0 0,504-56 59 0 0,183-10 405 0 0,-221 29-1869 0 0,-305 15 97 0 0,-70 5 170 0 0,362-17 838 0 0,1153-19 954 0 0,-1390 39-1638 0 0,228-7 255 0 0,0 51 2 0 0,-653-8 174 0 0,122 10 680 0 0,-186-9-1018 0 0,98 24 1 0 0,-165-32-2395 0 0</inkml:trace>
</inkml:ink>
</file>

<file path=ppt/ink/ink2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2.7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22 1376 0 0,'0'-1'275'0'0,"0"0"-1"0"0,1 0 1 0 0,-1 0-1 0 0,0 0 0 0 0,1 0 1 0 0,-1 0-1 0 0,1 0 1 0 0,-1 0-1 0 0,1 0 0 0 0,-1 0 1 0 0,1 0-1 0 0,0 0 1 0 0,-1 1-1 0 0,1-1 0 0 0,0 0 1 0 0,-1 0-1 0 0,1 1 1 0 0,0-1-1 0 0,0 1 0 0 0,0-1 1 0 0,0 1-1 0 0,0-1 1 0 0,0 1-1 0 0,0-1 1 0 0,1 0-1 0 0,1 1-15 0 0,0 0 0 0 0,-1-1 0 0 0,1 1 0 0 0,0 0 0 0 0,0 1 0 0 0,-1-1-1 0 0,1 0 1 0 0,0 1 0 0 0,-1-1 0 0 0,4 2 0 0 0,0 0 36 0 0,0 0-1 0 0,0 1 0 0 0,0 0 1 0 0,0 0-1 0 0,-1 0 0 0 0,1 0 1 0 0,-1 1-1 0 0,8 8 0 0 0,-7-5-151 0 0,0 1-1 0 0,-1 0 0 0 0,0 0 0 0 0,0 0 1 0 0,-1 1-1 0 0,0 0 0 0 0,-1 0 0 0 0,0 0 1 0 0,3 18-1 0 0,0 9 44 0 0,2 48 1 0 0,-1-11-76 0 0,47 272 216 0 0,-16-115-298 0 0,11 262-1 0 0,-50 45-28 0 0,-2-339 0 0 0,17 693 1569 0 0,68-262-1402 0 0,-9-107 651 0 0,14 214 2142 0 0,-84-677-7120 0 0</inkml:trace>
</inkml:ink>
</file>

<file path=ppt/ink/ink2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3.9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83 296 920 0 0,'-37'4'63'0'0,"-1"1"4829"0"0,31-5-2651 0 0,16-4-1203 0 0,92-18-933 0 0,167-17 0 0 0,-25 6-104 0 0,111-10-52 0 0,-201 28 62 0 0,280-7 151 0 0,2 30 3 0 0,-71 1-143 0 0,856-33 743 0 0,-444 3 716 0 0,944-32 1377 0 0,-455 8-2341 0 0,0 55-291 0 0,-13 94 339 0 0,-727-13 305 0 0,-490-83-675 0 0,48 18 0 0 0,-71-22-59 0 0,0 2-1 0 0,0-1 1 0 0,0 1 0 0 0,-1 1 0 0 0,0 0 0 0 0,0 1 0 0 0,12 11 0 0 0,-22-19-158 0 0,-1 1 0 0 0,1 0-1 0 0,0-1 1 0 0,-1 1 0 0 0,1 0-1 0 0,-1 0 1 0 0,1-1 0 0 0,-1 1-1 0 0,1 0 1 0 0,-1 0 0 0 0,0 0-1 0 0,1-1 1 0 0,-1 1 0 0 0,0 0-1 0 0,1 0 1 0 0,-1 0 0 0 0,0 0-1 0 0,0 0 1 0 0,0 0 0 0 0,0 0-1 0 0,0 0 1 0 0,0-1 0 0 0,0 1-1 0 0,0 0 1 0 0,-1 0 0 0 0,1 0-1 0 0,0 0 1 0 0,0 0 0 0 0,-1 0 0 0 0,0 0-1 0 0,0 1-509 0 0,0 0 0 0 0,-1 0-1 0 0,0 0 1 0 0,1 0 0 0 0,-1 0 0 0 0,0-1 0 0 0,0 1-1 0 0,0-1 1 0 0,0 1 0 0 0,-2 0 0 0 0,-12 7-4594 0 0</inkml:trace>
</inkml:ink>
</file>

<file path=ppt/ink/ink2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4.2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 4609 0 0,'2'0'112'0'0,"-1"-1"-1"0"0,1 1 1 0 0,0-1 0 0 0,0 1-1 0 0,-1 0 1 0 0,1-1 0 0 0,0 1 0 0 0,-1 0-1 0 0,1 0 1 0 0,0 0 0 0 0,0 1-1 0 0,-1-1 1 0 0,1 0 0 0 0,0 1 0 0 0,-1-1-1 0 0,1 1 1 0 0,0-1 0 0 0,-1 1-1 0 0,1 0 1 0 0,-1 0 0 0 0,1 0-1 0 0,-1 0 1 0 0,1 0 0 0 0,-1 0 0 0 0,0 0-1 0 0,0 0 1 0 0,1 1 0 0 0,-1-1-1 0 0,0 0 1 0 0,0 1 0 0 0,0-1-1 0 0,0 1 1 0 0,0-1 0 0 0,0 3 0 0 0,4 4 318 0 0,-1 0 0 0 0,0 0-1 0 0,-1 1 1 0 0,1 0 0 0 0,1 10 0 0 0,12 72 1211 0 0,9 163-1 0 0,-11-68-1208 0 0,4-69-347 0 0,39 133-1 0 0,-11-59-70 0 0,-28-76 73 0 0,-6 0-1 0 0,0 139 1 0 0,-3-34-1223 0 0,-7-182 325 0 0</inkml:trace>
</inkml:ink>
</file>

<file path=ppt/ink/ink2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5.1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 5065 0 0,'0'-1'31'0'0,"0"1"-1"0"0,0 0 1 0 0,1 0-1 0 0,-1 0 1 0 0,0 0-1 0 0,0 0 1 0 0,0 0-1 0 0,0-1 1 0 0,1 1-1 0 0,-1 0 1 0 0,0 0 0 0 0,0 0-1 0 0,0 0 1 0 0,1 0-1 0 0,-1 0 1 0 0,0 0-1 0 0,0 0 1 0 0,1 0-1 0 0,-1 0 1 0 0,0 0-1 0 0,0 0 1 0 0,0 0-1 0 0,1 0 1 0 0,-1 0-1 0 0,0 0 1 0 0,0 0 0 0 0,0 0-1 0 0,1 0 1 0 0,-1 0-1 0 0,0 0 1 0 0,0 1-1 0 0,0-1 1 0 0,0 0-1 0 0,1 0 1 0 0,-1 0-1 0 0,0 0 1 0 0,0 0-1 0 0,0 0 1 0 0,0 1 0 0 0,1-1-1 0 0,-1 0 1 0 0,7 13 699 0 0,0 13 110 0 0,7 155 500 0 0,-7-61-596 0 0,22 569 1219 0 0,-24-463-1645 0 0,37 330 422 0 0,-21-287-168 0 0,-21-255-5445 0 0</inkml:trace>
</inkml:ink>
</file>

<file path=ppt/ink/ink2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6.4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199 738 5065 0 0,'-55'21'802'0'0,"40"-14"-238"0"0,-1 0 1 0 0,-1-1-1 0 0,1-1 1 0 0,-1-1-1 0 0,0 0 1 0 0,-22 1-1 0 0,38-4-560 0 0,1-1 0 0 0,0 0 0 0 0,0 0 0 0 0,0 0 0 0 0,0 0 0 0 0,0 0 0 0 0,0 0 0 0 0,-1 0 0 0 0,1 0-1 0 0,0 0 1 0 0,0 0 0 0 0,0 0 0 0 0,0 0 0 0 0,0 0 0 0 0,-1 0 0 0 0,1 0 0 0 0,0 0 0 0 0,0 0 0 0 0,0 0 0 0 0,0 0 0 0 0,0 0 0 0 0,-1 0 0 0 0,1 0 0 0 0,0 0 0 0 0,0 0 0 0 0,0 0-1 0 0,0 0 1 0 0,0 0 0 0 0,0 0 0 0 0,-1 0 0 0 0,1 0 0 0 0,0 0 0 0 0,0 0 0 0 0,0-1 0 0 0,0 1 0 0 0,0 0 0 0 0,0 0 0 0 0,0 0 0 0 0,-1 0 0 0 0,1 0 0 0 0,0 0 0 0 0,0 0-1 0 0,0-1 1 0 0,0 1 0 0 0,0 0 0 0 0,0 0 0 0 0,0 0 0 0 0,0 0 0 0 0,0 0 0 0 0,0-1 0 0 0,0 1 0 0 0,0 0 0 0 0,0 0 0 0 0,0 0 0 0 0,0 0 0 0 0,0 0 0 0 0,0-1 0 0 0,0 1 0 0 0,0 0-1 0 0,0 0 1 0 0,11-8 374 0 0,16-7 124 0 0,46-11 449 0 0,105-25 0 0 0,-89 28-535 0 0,71-13-688 0 0,202-19 0 0 0,-210 35 505 0 0,447-56 1409 0 0,-300 36-906 0 0,1 14 0 0 0,448 18-1 0 0,-654 12-631 0 0,422 17-37 0 0,0-30-202 0 0,9-59-327 0 0,-55 5-389 0 0,-420 59 772 0 0,430-33-132 0 0,76-8 211 0 0,-11 7 0 0 0,45-2-152 0 0,93-12 1 0 0,24-2 176 0 0,0 30-1030 0 0,-265 49 4776 0 0,-387-20-3498 0 0,-29-3-625 0 0,56 7 875 0 0,-32 6-6075 0 0</inkml:trace>
</inkml:ink>
</file>

<file path=ppt/ink/ink2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7.3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85 451 6913 0 0,'-34'-66'1223'0'0,"25"52"-435"0"0,1-1 0 0 0,1 1 0 0 0,0-1 1 0 0,1-1-1 0 0,-6-21 0 0 0,12 36-740 0 0,0 1 0 0 0,0 0 0 0 0,-1 0 0 0 0,1 0 0 0 0,0-1 0 0 0,0 1-1 0 0,0 0 1 0 0,0 0 0 0 0,0 0 0 0 0,0-1 0 0 0,0 1 0 0 0,0 0 0 0 0,0 0 0 0 0,0 0-1 0 0,0-1 1 0 0,0 1 0 0 0,0 0 0 0 0,0 0 0 0 0,0 0 0 0 0,0-1 0 0 0,0 1-1 0 0,0 0 1 0 0,0 0 0 0 0,0 0 0 0 0,1-1 0 0 0,-1 1 0 0 0,0 0 0 0 0,0 0 0 0 0,0 0-1 0 0,0 0 1 0 0,0-1 0 0 0,0 1 0 0 0,1 0 0 0 0,-1 0 0 0 0,0 0 0 0 0,0 0-1 0 0,0 0 1 0 0,0 0 0 0 0,1-1 0 0 0,-1 1 0 0 0,0 0 0 0 0,0 0 0 0 0,0 0 0 0 0,1 0-1 0 0,-1 0 1 0 0,0 0 0 0 0,0 0 0 0 0,0 0 0 0 0,1 0 0 0 0,-1 0 0 0 0,0 0-1 0 0,0 0 1 0 0,0 0 0 0 0,1 0 0 0 0,-1 0 0 0 0,17 9 974 0 0,14 16-308 0 0,2 13-165 0 0,-2 2 0 0 0,27 45 0 0 0,37 48-202 0 0,-58-89-311 0 0,55 51 0 0 0,-80-84 6 0 0,1 0 1 0 0,0-1-1 0 0,1-1 1 0 0,0 0-1 0 0,0 0 1 0 0,1-2-1 0 0,0 0 0 0 0,0 0 1 0 0,22 5-1 0 0,-36-12 3 0 0,1 1 0 0 0,-1-1-1 0 0,1 0 1 0 0,-1 0 0 0 0,1 1 0 0 0,-1-1-1 0 0,1 0 1 0 0,-1-1 0 0 0,1 1 0 0 0,-1 0-1 0 0,1 0 1 0 0,-1-1 0 0 0,1 1 0 0 0,-1-1-1 0 0,1 1 1 0 0,-1-1 0 0 0,0 1 0 0 0,1-1-1 0 0,-1 0 1 0 0,0 0 0 0 0,0 0 0 0 0,1 0-1 0 0,-1 0 1 0 0,0 0 0 0 0,0 0 0 0 0,0 0-1 0 0,0 0 1 0 0,0 0 0 0 0,0-1 0 0 0,-1 1-1 0 0,1 0 1 0 0,0-1 0 0 0,-1 1 0 0 0,1 0-1 0 0,-1-1 1 0 0,1 1 0 0 0,-1-3 0 0 0,3-6 116 0 0,-1-1 0 0 0,-1 0 0 0 0,0 1 0 0 0,0-16 1 0 0,-1 10-87 0 0,4-87 46 0 0,13-180 383 0 0,-10 226-1548 0 0,2 1 1 0 0,31-106-1 0 0,-38 156 559 0 0,-1 1-1 0 0,1 0 1 0 0,0 0-1 0 0,0 1 0 0 0,1-1 1 0 0,0 0-1 0 0,-1 1 1 0 0,2-1-1 0 0,4-5 1 0 0</inkml:trace>
</inkml:ink>
</file>

<file path=ppt/ink/ink2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7.6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7 8754 0 0,'1'-1'59'0'0,"-1"1"1"0"0,0 0 0 0 0,0-1-1 0 0,0 1 1 0 0,1 0-1 0 0,-1-1 1 0 0,0 1 0 0 0,0 0-1 0 0,1 0 1 0 0,-1-1-1 0 0,0 1 1 0 0,1 0-1 0 0,-1 0 1 0 0,0-1 0 0 0,1 1-1 0 0,-1 0 1 0 0,0 0-1 0 0,1 0 1 0 0,-1-1 0 0 0,0 1-1 0 0,1 0 1 0 0,-1 0-1 0 0,1 0 1 0 0,-1 0-1 0 0,0 0 1 0 0,1 0 0 0 0,-1 0-1 0 0,1 0 1 0 0,-1 0-1 0 0,0 0 1 0 0,1 0 0 0 0,-1 0-1 0 0,1 0 1 0 0,0 1-1 0 0,14 10 1684 0 0,9 19 816 0 0,-15-9-2037 0 0,-1 1 0 0 0,-2 0 0 0 0,0 0 0 0 0,-1 0 0 0 0,-1 0 0 0 0,1 29 0 0 0,11 52-2305 0 0,-12-86-2413 0 0,0-2-1322 0 0</inkml:trace>
</inkml:ink>
</file>

<file path=ppt/ink/ink2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7.9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47 6913 0 0,'0'-2'-4'0'0,"1"1"0"0"0,-1-1-1 0 0,1 1 1 0 0,-1-1-1 0 0,1 1 1 0 0,0-1 0 0 0,0 1-1 0 0,0 0 1 0 0,-1-1-1 0 0,1 1 1 0 0,0 0-1 0 0,1 0 1 0 0,-1 0 0 0 0,0 0-1 0 0,0 0 1 0 0,0 0-1 0 0,1 0 1 0 0,-1 0-1 0 0,0 0 1 0 0,1 1 0 0 0,-1-1-1 0 0,3 0 1 0 0,36-14-642 0 0,-37 15 873 0 0,5-2 42 0 0,1 1 0 0 0,0 0 0 0 0,-1 0-1 0 0,1 1 1 0 0,0 1 0 0 0,-1-1-1 0 0,1 1 1 0 0,0 1 0 0 0,-1-1 0 0 0,1 2-1 0 0,-1-1 1 0 0,0 1 0 0 0,0 0-1 0 0,0 1 1 0 0,0 0 0 0 0,0 0 0 0 0,-1 1-1 0 0,0 0 1 0 0,0 0 0 0 0,11 11-1 0 0,-11-10-189 0 0,0 0 0 0 0,0 1 0 0 0,-1 0-1 0 0,0 0 1 0 0,0 1 0 0 0,-1-1-1 0 0,0 1 1 0 0,-1 1 0 0 0,1-1 0 0 0,-2 0-1 0 0,1 1 1 0 0,-1 0 0 0 0,0 0 0 0 0,-1 0-1 0 0,0 0 1 0 0,-1 0 0 0 0,1 0-1 0 0,-2 1 1 0 0,0 11 0 0 0,-1-12-40 0 0,0-1 0 0 0,-1 1-1 0 0,-1-1 1 0 0,1 1 0 0 0,-1-1 0 0 0,-1 0 0 0 0,0 0 0 0 0,0 0 0 0 0,0-1 0 0 0,-1 1-1 0 0,-6 7 1 0 0,2-5-643 0 0,0-1-1 0 0,-1 1 1 0 0,0-1-1 0 0,0-1 1 0 0,-1 0 0 0 0,-19 10-1 0 0,11-7-3632 0 0</inkml:trace>
</inkml:ink>
</file>

<file path=ppt/ink/ink2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8.1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1376 0 0,'2'1'276'0'0,"0"-1"0"0"0,1 1 0 0 0,-1-1 0 0 0,0 1 0 0 0,0 0 0 0 0,1 0 0 0 0,-1 0 0 0 0,0 0 0 0 0,0 0 0 0 0,0 0 0 0 0,-1 1-1 0 0,1-1 1 0 0,0 1 0 0 0,0-1 0 0 0,-1 1 0 0 0,1 0 0 0 0,-1 0 0 0 0,1 0 0 0 0,-1-1 0 0 0,1 4 0 0 0,25 46 2828 0 0,-23-40-2507 0 0,18 37 1249 0 0,0 4-513 0 0,59 98-1 0 0,-64-118-6225 0 0</inkml:trace>
</inkml:ink>
</file>

<file path=ppt/ink/ink2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8.4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80 6913 0 0,'0'0'15'0'0,"0"-1"-1"0"0,-1 1 0 0 0,1 0 0 0 0,0-1 0 0 0,0 1 1 0 0,0-1-1 0 0,-1 1 0 0 0,1 0 0 0 0,0-1 0 0 0,0 1 0 0 0,0-1 1 0 0,0 1-1 0 0,0-1 0 0 0,0 1 0 0 0,0 0 0 0 0,0-1 0 0 0,0 1 1 0 0,0-1-1 0 0,0 1 0 0 0,0-1 0 0 0,0 1 0 0 0,0 0 0 0 0,1-1 1 0 0,-1 1-1 0 0,0-1 0 0 0,0 1 0 0 0,0 0 0 0 0,1-1 0 0 0,-1 1 1 0 0,0-1-1 0 0,14-15 33 0 0,19-7 1290 0 0,-26 19-985 0 0,1 0 1 0 0,-1 0 0 0 0,1 1 0 0 0,0 0 0 0 0,0 1 0 0 0,0 0 0 0 0,0 0 0 0 0,0 1 0 0 0,0-1 0 0 0,0 2 0 0 0,1-1 0 0 0,8 2 0 0 0,-13-1-288 0 0,-1 1 0 0 0,1 0 1 0 0,0 0-1 0 0,0 0 0 0 0,-1 0 1 0 0,1 1-1 0 0,-1-1 0 0 0,1 1 1 0 0,-1 0-1 0 0,0 0 0 0 0,0 0 1 0 0,0 1-1 0 0,0-1 0 0 0,0 1 1 0 0,0-1-1 0 0,-1 1 0 0 0,1 0 1 0 0,-1 0-1 0 0,0 0 0 0 0,0 1 1 0 0,0-1-1 0 0,0 0 0 0 0,0 1 1 0 0,-1-1-1 0 0,0 1 0 0 0,1 0 1 0 0,0 7-1 0 0,0 0-34 0 0,-1 1 1 0 0,0-1-1 0 0,0 1 1 0 0,-1 0-1 0 0,-1-1 1 0 0,0 1-1 0 0,-1-1 0 0 0,0 1 1 0 0,0-1-1 0 0,-1 0 1 0 0,-1 1-1 0 0,0-2 1 0 0,-1 1-1 0 0,0 0 0 0 0,0-1 1 0 0,-9 12-1 0 0,4-6-189 0 0,-2 0 0 0 0,0-1 0 0 0,-1 0 0 0 0,0-1 0 0 0,-1 0 0 0 0,-1-1 0 0 0,0-1 0 0 0,-31 20 0 0 0,28-22-5002 0 0</inkml:trace>
</inkml:ink>
</file>

<file path=ppt/ink/ink2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9.2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158 79 10018 0 0,'-3'-1'72'0'0,"1"1"0"0"0,-1 0 0 0 0,0 0 0 0 0,0-1 0 0 0,1 2 0 0 0,-1-1-1 0 0,0 0 1 0 0,0 0 0 0 0,1 1 0 0 0,-1 0 0 0 0,0-1 0 0 0,1 1 0 0 0,-1 0 0 0 0,0 0 0 0 0,1 1 0 0 0,-1-1 0 0 0,1 0-1 0 0,-3 3 1 0 0,-2 0 74 0 0,1 1 0 0 0,-1 0-1 0 0,1 0 1 0 0,0 1 0 0 0,-6 7 0 0 0,4-1-22 0 0,0 1 0 0 0,1-1 0 0 0,1 1 1 0 0,0 0-1 0 0,1 1 0 0 0,0-1 0 0 0,1 1 0 0 0,1 0 1 0 0,0 0-1 0 0,1 0 0 0 0,-1 28 0 0 0,2 0-38 0 0,2 0-1 0 0,12 74 1 0 0,-10-97-117 0 0,1-1 0 0 0,1 0 0 0 0,0-1 0 0 0,1 1 0 0 0,1-1 0 0 0,0 0 0 0 0,2-1 0 0 0,0 0 0 0 0,0 0 0 0 0,2-1 0 0 0,18 21 0 0 0,-21-27-16 0 0,0-1 1 0 0,1-1 0 0 0,0 1-1 0 0,0-2 1 0 0,0 1 0 0 0,1-1-1 0 0,0 0 1 0 0,1-1 0 0 0,-1 0-1 0 0,1-1 1 0 0,0 0 0 0 0,0-1-1 0 0,0 0 1 0 0,1-1-1 0 0,-1 0 1 0 0,1-1 0 0 0,-1 0-1 0 0,1 0 1 0 0,15-3 0 0 0,-14 1 105 0 0,0-1 0 0 0,0 0 1 0 0,-1-1-1 0 0,1-1 0 0 0,0 0 1 0 0,-1 0-1 0 0,0-1 0 0 0,0-1 1 0 0,-1 0-1 0 0,1-1 0 0 0,-1 0 1 0 0,-1-1-1 0 0,1 0 1 0 0,-1 0-1 0 0,15-18 0 0 0,-14 12 253 0 0,0 0-1 0 0,-1 0 0 0 0,-1-1 1 0 0,0-1-1 0 0,-1 0 0 0 0,-1 0 1 0 0,-1 0-1 0 0,0-1 0 0 0,-1 0 1 0 0,0 0-1 0 0,1-18 0 0 0,-3 15 81 0 0,-1-1-1 0 0,-1 0 1 0 0,-1 1-1 0 0,-1-1 1 0 0,-1 0 0 0 0,0 1-1 0 0,-2-1 1 0 0,0 1-1 0 0,-10-28 1 0 0,9 34-286 0 0,-1 0 0 0 0,-1 0 1 0 0,0 1-1 0 0,-1-1 0 0 0,0 1 0 0 0,-1 1 1 0 0,0 0-1 0 0,-1 0 0 0 0,0 1 0 0 0,-1 0 1 0 0,0 1-1 0 0,-1 0 0 0 0,-14-9 1 0 0,-14-4-869 0 0,0 1 0 0 0,-86-31 0 0 0,106 46-6625 0 0</inkml:trace>
</inkml:ink>
</file>

<file path=ppt/ink/ink2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2:57.1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10138 0 0,'13'24'7369'0'0,"-2"12"-4637"0"0,5 48-2710 0 0,-12-57 832 0 0,43 451 272 0 0,-12-73-410 0 0,-29-372-1060 0 0,13 50-1 0 0,-14-69-146 0 0,0 1-1 0 0,1-1 0 0 0,0-1 0 0 0,1 1 0 0 0,15 21 0 0 0</inkml:trace>
</inkml:ink>
</file>

<file path=ppt/ink/ink2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2:57.8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1294 0 3225 0 0,'0'0'240'0'0,"-2"2"156"0"0,0 0 0 0 0,0 0 0 0 0,0 0 0 0 0,0 0 0 0 0,0 0 0 0 0,-1 0 0 0 0,1-1 0 0 0,-1 1 0 0 0,1-1 0 0 0,-1 0 0 0 0,1 0 0 0 0,-1 0 0 0 0,-4 1 0 0 0,3 0 272 0 0,-61 22 3094 0 0,-106 27 1 0 0,-73-1-855 0 0,-26 8-1521 0 0,100-21-1097 0 0,97-23-231 0 0,0 3 0 0 0,-102 38 1 0 0,164-50-309 0 0,41-17-7042 0 0,-14 6 5790 0 0,63-8 5773 0 0,-80 71-2283 0 0,-3 129-223 0 0,22 233 0 0 0,10-149-1702 0 0,-27-266-372 0 0,0 1 0 0 0,0 0 0 0 0,0-1 0 0 0,0 1 1 0 0,1-1-1 0 0,3 6 0 0 0,7 7-4473 0 0,91-14 4065 0 0,-13-14 4480 0 0,-27 3-2701 0 0,78 0 0 0 0,113 27-559 0 0,-2-1-385 0 0,-213-17-114 0 0,101-2-53 0 0,-117-2-218 0 0</inkml:trace>
</inkml:ink>
</file>

<file path=ppt/ink/ink2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2:58.4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1185 0 14747 0 0,'-5'8'444'0'0,"1"1"0"0"0,-1 0 0 0 0,1-1 0 0 0,1 1 0 0 0,0 1 0 0 0,0-1 0 0 0,0 0 0 0 0,2 1 0 0 0,-1-1 0 0 0,1 1 0 0 0,0 0 0 0 0,1-1 0 0 0,1 11 0 0 0,2 13 328 0 0,2-1 0 0 0,14 49 0 0 0,-2-11-566 0 0,70 512 471 0 0,-78-420-505 0 0,4 23 189 0 0,-9-157-321 0 0,1 1-1 0 0,1-1 1 0 0,2 0 0 0 0,15 37-1 0 0,-21-60-12 0 0,1 1 0 0 0,-1-1-1 0 0,1 0 1 0 0,0-1 0 0 0,0 1-1 0 0,0 0 1 0 0,1-1 0 0 0,7 7-1 0 0,-10-10 25 0 0,-5 4 16 0 0,-13 2-3 0 0,-1-1 0 0 0,0 0 0 0 0,-1-2 0 0 0,1 0 0 0 0,-25 2 0 0 0,13-2-284 0 0,-75 7 6 0 0,-123-2 0 0 0,-45 4-640 0 0,-211 5-129 0 0,432-11 38 0 0,44-5 321 0 0,-1 0 1 0 0,1-1 0 0 0,-1 0-1 0 0,1 0 1 0 0,-1-1 0 0 0,-8-1-1 0 0,16 1 546 0 0,1 0 0 0 0,0 0 0 0 0,0 0 1 0 0,-1 0-1 0 0,1 0 0 0 0,0 0 0 0 0,0 0 0 0 0,-1 0 0 0 0,1 0 0 0 0,0 0 0 0 0,0 0 1 0 0,-1 0-1 0 0,1 0 0 0 0,0-1 0 0 0,0 1 0 0 0,-1 0 0 0 0,1 0 0 0 0,0 0 0 0 0,0 0 0 0 0,0-1 1 0 0,-1 1-1 0 0,1 0 0 0 0,0 0 0 0 0,0 0 0 0 0,0-1 0 0 0,0 1 0 0 0,-1 0 0 0 0,1 0 1 0 0,0-1-1 0 0,0 1 0 0 0,0 0 0 0 0,0 0 0 0 0,0-1 0 0 0,0 1 0 0 0,0 0 0 0 0,0-1 0 0 0,0 1 1 0 0,0 0-1 0 0,0 0 0 0 0,0-1 0 0 0,0 1 0 0 0,0 0 0 0 0,0 0 0 0 0,0-1 0 0 0,1-3-1327 0 0</inkml:trace>
</inkml:ink>
</file>

<file path=ppt/ink/ink2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2:58.7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41 0 7370 0 0,'-5'13'1257'0'0,"0"-1"1"0"0,0 1 0 0 0,1 0 0 0 0,1 0 0 0 0,0 0 0 0 0,1 0-1 0 0,0 0 1 0 0,1 20 0 0 0,-2 3-146 0 0,-4 103 967 0 0,20 271 1 0 0,2-130-1855 0 0,-15-262-98 0 0,1 0-1 0 0,5 27 1 0 0,-5-39-480 0 0,1-1 0 0 0,0 1 0 0 0,0 0 0 0 0,0-1 0 0 0,0 0 0 0 0,1 1 0 0 0,0-1 1 0 0,0 0-1 0 0,1 0 0 0 0,-1-1 0 0 0,7 7 0 0 0</inkml:trace>
</inkml:ink>
</file>

<file path=ppt/ink/ink2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2:59.1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0 10594 0 0,'-8'22'1184'0'0,"-8"35"0"0"0,12-23 2338 0 0,4-33-3389 0 0,0 0 0 0 0,1 0 0 0 0,-1 0 0 0 0,0 1 0 0 0,1-1 0 0 0,-1 0 0 0 0,0 0 0 0 0,1 0 1 0 0,0 0-1 0 0,-1 0 0 0 0,1 0 0 0 0,-1-1 0 0 0,1 1 0 0 0,0 0 0 0 0,0 0 0 0 0,0 0 0 0 0,-1-1 0 0 0,1 1 1 0 0,0 0-1 0 0,0-1 0 0 0,0 1 0 0 0,0 0 0 0 0,0-1 0 0 0,0 0 0 0 0,0 1 0 0 0,0-1 0 0 0,0 1 1 0 0,0-1-1 0 0,1 0 0 0 0,-1 0 0 0 0,0 0 0 0 0,0 0 0 0 0,0 0 0 0 0,0 0 0 0 0,1 0 0 0 0,51-3 1115 0 0,-37 1-1001 0 0,80 1 282 0 0,186 21 0 0 0,-53-1-352 0 0,-40-15-167 0 0,158 13-972 0 0,-240-4-4207 0 0,-84-8-1489 0 0</inkml:trace>
</inkml:ink>
</file>

<file path=ppt/ink/ink2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2:59.4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53 0 6913 0 0,'-5'5'633'0'0,"0"1"-1"0"0,0-1 0 0 0,1 1 1 0 0,0-1-1 0 0,0 1 0 0 0,0 1 0 0 0,1-1 1 0 0,0 0-1 0 0,0 1 0 0 0,0 0 0 0 0,1-1 1 0 0,0 1-1 0 0,1 0 0 0 0,-1 0 0 0 0,1 0 1 0 0,0 14-1 0 0,1 11 987 0 0,1 0-1 0 0,8 48 1 0 0,-4-37-1229 0 0,56 615 1948 0 0,-50-440-2250 0 0,-18 222-1 0 0,0-243-2352 0 0</inkml:trace>
</inkml:ink>
</file>

<file path=ppt/ink/ink2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0.3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9218 0 0,'2'17'4710'0'0,"0"25"-2875"0"0,15 474 1970 0 0,-3-264-5692 0 0,-6-175-4480 0 0</inkml:trace>
</inkml:ink>
</file>

<file path=ppt/ink/ink2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0.8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370 20 2761 0 0,'-3'-2'286'0'0,"0"0"0"0"0,0-1 0 0 0,-1 2-1 0 0,1-1 1 0 0,-1 0 0 0 0,1 1 0 0 0,-1-1 0 0 0,0 1 0 0 0,1 0 0 0 0,-1 0 0 0 0,0 1 0 0 0,0-1 0 0 0,0 1 0 0 0,0 0 0 0 0,1 0 0 0 0,-1 0 0 0 0,0 0 0 0 0,0 1 0 0 0,0 0 0 0 0,0-1 0 0 0,-5 3 0 0 0,-4 1-115 0 0,-1 1-1 0 0,1 0 1 0 0,0 1-1 0 0,-18 10 1 0 0,13-5 114 0 0,1 1 0 0 0,1 1 0 0 0,0 0 1 0 0,0 1-1 0 0,2 1 0 0 0,0 0 0 0 0,-23 32 0 0 0,31-38-91 0 0,0 1 1 0 0,0 0-1 0 0,0 0 0 0 0,2 0 0 0 0,-1 0 0 0 0,1 1 0 0 0,1 0 0 0 0,0 0 0 0 0,0 0 0 0 0,1 0 0 0 0,1 0 0 0 0,-1 0 0 0 0,2 1 0 0 0,0-1 0 0 0,2 21 0 0 0,-1-27-129 0 0,0-1 0 0 0,0 0 1 0 0,1 0-1 0 0,-1 0 0 0 0,1 0 0 0 0,0 0 0 0 0,0 0 0 0 0,0 0 0 0 0,0 0 0 0 0,1-1 0 0 0,-1 1 1 0 0,1-1-1 0 0,0 0 0 0 0,0 0 0 0 0,1 0 0 0 0,-1 0 0 0 0,0-1 0 0 0,1 1 0 0 0,0-1 0 0 0,-1 0 0 0 0,1 0 1 0 0,0 0-1 0 0,0 0 0 0 0,0-1 0 0 0,1 0 0 0 0,-1 0 0 0 0,0 0 0 0 0,0 0 0 0 0,1 0 0 0 0,-1-1 1 0 0,0 0-1 0 0,7 0 0 0 0,-4-1 40 0 0,1 1 1 0 0,0-1-1 0 0,-1 0 1 0 0,1-1 0 0 0,-1 0-1 0 0,0 0 1 0 0,0-1-1 0 0,0 0 1 0 0,0 0-1 0 0,0 0 1 0 0,0-1 0 0 0,-1 0-1 0 0,1 0 1 0 0,-1-1-1 0 0,0 0 1 0 0,-1 0 0 0 0,11-11-1 0 0,-9 5 16 0 0,-1-1 0 0 0,1 1 1 0 0,-2-1-1 0 0,0 0 0 0 0,0 0 0 0 0,-1-1 0 0 0,0 1 1 0 0,-1-1-1 0 0,-1 0 0 0 0,0 0 0 0 0,-1 0 0 0 0,0 0 1 0 0,-1 0-1 0 0,0 0 0 0 0,-1 0 0 0 0,-1 0 0 0 0,0 0 0 0 0,-1 0 1 0 0,0 0-1 0 0,-1 1 0 0 0,0-1 0 0 0,-10-19 0 0 0,12 29-245 0 0,0 0 0 0 0,0 0 0 0 0,0-1 0 0 0,-1 1 0 0 0,1 1 0 0 0,-1-1 0 0 0,1 0 0 0 0,-1 1 0 0 0,0-1-1 0 0,0 1 1 0 0,0 0 0 0 0,0 0 0 0 0,-1 0 0 0 0,1 0 0 0 0,0 1 0 0 0,-1 0 0 0 0,1-1 0 0 0,-8 0 0 0 0</inkml:trace>
</inkml:ink>
</file>

<file path=ppt/ink/ink2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1.2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1744 208 4609 0 0,'2'-1'194'0'0,"0"0"0"0"0,0-1 1 0 0,-1 1-1 0 0,1-1 0 0 0,0 1 0 0 0,-1-1 1 0 0,1 0-1 0 0,-1 0 0 0 0,0 0 0 0 0,0 0 1 0 0,0 0-1 0 0,0 0 0 0 0,0 0 0 0 0,0 0 0 0 0,0 0 1 0 0,0 0-1 0 0,-1 0 0 0 0,1 0 0 0 0,-1-1 1 0 0,0 1-1 0 0,0 0 0 0 0,0 0 0 0 0,0-1 1 0 0,0-3-1 0 0,-1 4 2 0 0,0 0 1 0 0,0 0 0 0 0,0 0 0 0 0,0 0-1 0 0,0 1 1 0 0,-1-1 0 0 0,1 0 0 0 0,0 1-1 0 0,-1-1 1 0 0,1 1 0 0 0,-1 0 0 0 0,1-1-1 0 0,-1 1 1 0 0,0 0 0 0 0,0 0-1 0 0,0 0 1 0 0,1 0 0 0 0,-1 0 0 0 0,0 0-1 0 0,0 1 1 0 0,0-1 0 0 0,0 1 0 0 0,0-1-1 0 0,-1 1 1 0 0,1 0 0 0 0,-3 0-1 0 0,-26-1 1176 0 0,0 2-1 0 0,0 2 1 0 0,-58 11-1 0 0,-13 1-260 0 0,24-10-653 0 0,1-3 0 0 0,-152-17 0 0 0,-150-49 72 0 0,52 27-360 0 0,99 17-644 0 0,150 3-540 0 0,37 7-6237 0 0</inkml:trace>
</inkml:ink>
</file>

<file path=ppt/ink/ink2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2.1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42 0 14747 0 0,'-9'19'3330'0'0,"3"0"-2773"0"0,0 0-1 0 0,1 0 1 0 0,1 0 0 0 0,-2 29-1 0 0,1 83 183 0 0,4-86-597 0 0,2 276 365 0 0,3-253-859 0 0,3 0 0 0 0,27 114 1 0 0,-24-144-1517 0 0,-1-4-5150 0 0</inkml:trace>
</inkml:ink>
</file>

<file path=ppt/ink/ink2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2.5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1941 119 10594 0 0,'-3'-1'278'0'0,"0"1"-1"0"0,0-1 1 0 0,0 1-1 0 0,0 0 0 0 0,0 0 1 0 0,0 1-1 0 0,0-1 1 0 0,0 0-1 0 0,0 1 0 0 0,0 0 1 0 0,0 0-1 0 0,0 0 1 0 0,-4 2-1 0 0,-5 1 532 0 0,-37 6 468 0 0,0-2-1 0 0,-1-2 1 0 0,0-2-1 0 0,-60-4 0 0 0,-204-26-178 0 0,219 16-940 0 0,-331-29 145 0 0,-89-9-965 0 0,344 24-2270 0 0,118 14-4203 0 0</inkml:trace>
</inkml:ink>
</file>

<file path=ppt/ink/ink2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2.9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 1 9674 0 0,'-2'1'108'0'0,"1"-1"1"0"0,0 1-1 0 0,-1 0 0 0 0,1 0 0 0 0,-1 0 1 0 0,1 0-1 0 0,0 0 0 0 0,0 0 0 0 0,-1 1 1 0 0,1-1-1 0 0,0 0 0 0 0,0 1 0 0 0,0-1 1 0 0,1 0-1 0 0,-1 1 0 0 0,0-1 0 0 0,0 1 1 0 0,1-1-1 0 0,-1 1 0 0 0,1 0 0 0 0,-1-1 0 0 0,1 1 1 0 0,0 0-1 0 0,-1 2 0 0 0,-2 53 1311 0 0,3-42-1126 0 0,11 300 3352 0 0,-1-140-2867 0 0,35 587-147 0 0,56-3-109 0 0,-90-698-622 0 0,-2 0-1 0 0,-3 1 0 0 0,-5 121 0 0 0,-2-165-1394 0 0</inkml:trace>
</inkml:ink>
</file>

<file path=ppt/ink/ink2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3.6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1 134 11058 0 0,'0'-1'67'0'0,"0"1"-1"0"0,0-1 1 0 0,0 1-1 0 0,0-1 1 0 0,0 0-1 0 0,0 1 0 0 0,0-1 1 0 0,0 0-1 0 0,0 1 1 0 0,1-1-1 0 0,-1 1 1 0 0,0-1-1 0 0,0 1 1 0 0,1-1-1 0 0,-1 0 1 0 0,0 1-1 0 0,1-1 0 0 0,-1 1 1 0 0,1 0-1 0 0,-1-1 1 0 0,1 1-1 0 0,-1-1 1 0 0,0 1-1 0 0,1-1 1 0 0,0 1-1 0 0,-1 0 0 0 0,1 0 1 0 0,-1-1-1 0 0,1 1 1 0 0,-1 0-1 0 0,1 0 1 0 0,0-1-1 0 0,-1 1 1 0 0,2 0-1 0 0,27-9 1228 0 0,-25 8-955 0 0,90-22 2021 0 0,116-12 1 0 0,101 6-864 0 0,-201 20-857 0 0,97-2-293 0 0,-1 10-1 0 0,224 28 0 0 0,-265-8-343 0 0,-69-6-15 0 0,2-4 1 0 0,140-5-1 0 0,-227-5-237 0 0,-1 0 0 0 0,0 0 0 0 0,1-1 0 0 0,-1-1 0 0 0,0 1 0 0 0,0-2 0 0 0,-1 1 0 0 0,15-9-1 0 0</inkml:trace>
</inkml:ink>
</file>

<file path=ppt/ink/ink2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4.0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49 0 6913 0 0,'-14'21'12344'0'0,"17"-11"-9985"0"0,-2 2-3589 0 0,-24-14 3286 0 0,17 1-1841 0 0,4 1-328 0 0,-5-1 481 0 0,30-6-9373 0 0</inkml:trace>
</inkml:ink>
</file>

<file path=ppt/ink/ink2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4.7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1695 1 8290 0 0,'0'0'88'0'0,"1"0"1"0"0,-1 0 0 0 0,0 0-1 0 0,0 0 1 0 0,1 0 0 0 0,-1 1-1 0 0,0-1 1 0 0,1 0-1 0 0,-1 0 1 0 0,0 1 0 0 0,0-1-1 0 0,0 0 1 0 0,1 0 0 0 0,-1 1-1 0 0,0-1 1 0 0,0 0-1 0 0,0 0 1 0 0,0 1 0 0 0,1-1-1 0 0,-1 0 1 0 0,0 1 0 0 0,0-1-1 0 0,0 0 1 0 0,0 1-1 0 0,0-1 1 0 0,0 0 0 0 0,0 1-1 0 0,0-1 1 0 0,0 0 0 0 0,0 1-1 0 0,0-1 1 0 0,0 0 0 0 0,0 0-1 0 0,0 1 1 0 0,0-1-1 0 0,-1 1 1 0 0,-9 12 2018 0 0,-17 6 436 0 0,4-8-1685 0 0,-1-2 0 0 0,0-1 0 0 0,-1 0 0 0 0,-43 6 0 0 0,-107 5 565 0 0,147-16-1154 0 0,-86 2 181 0 0,0-5 0 0 0,0-6 0 0 0,-212-36 0 0 0,303 38-495 0 0,-260-38 577 0 0,221 36-1353 0 0,0 3 1 0 0,-99 7-1 0 0,126 2-2422 0 0</inkml:trace>
</inkml:ink>
</file>

<file path=ppt/ink/ink2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5.1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173 11 3681 0 0,'-6'2'255'0'0,"1"0"1"0"0,0 0-1 0 0,0 0 0 0 0,0 1 1 0 0,0-1-1 0 0,0 2 1 0 0,0-1-1 0 0,1 0 0 0 0,-1 1 1 0 0,1 0-1 0 0,0 0 0 0 0,0 0 1 0 0,0 0-1 0 0,1 1 1 0 0,0-1-1 0 0,-1 1 0 0 0,2 0 1 0 0,-6 10-1 0 0,6-10-94 0 0,0 0 1 0 0,0 0-1 0 0,0 1 0 0 0,0-1 1 0 0,1 0-1 0 0,0 1 0 0 0,0-1 0 0 0,0 1 1 0 0,1 0-1 0 0,0-1 0 0 0,0 1 0 0 0,0 0 1 0 0,1-1-1 0 0,0 1 0 0 0,0-1 0 0 0,0 1 1 0 0,1-1-1 0 0,-1 0 0 0 0,4 7 1 0 0,-4-10-144 0 0,0 0 0 0 0,0 0 0 0 0,0-1 0 0 0,0 1 0 0 0,1 0 0 0 0,-1-1 0 0 0,0 1 0 0 0,1-1 0 0 0,-1 0 0 0 0,1 1 0 0 0,0-1 0 0 0,-1 0 0 0 0,1 0 0 0 0,0 0 0 0 0,3 1 0 0 0,-4-1 60 0 0,0-1 0 0 0,1 0 0 0 0,-1 0 0 0 0,0 0 0 0 0,0 0 0 0 0,1 0-1 0 0,-1 0 1 0 0,0 0 0 0 0,1 0 0 0 0,-1-1 0 0 0,0 1 0 0 0,0 0 0 0 0,0-1 0 0 0,1 1-1 0 0,-1-1 1 0 0,0 1 0 0 0,0-1 0 0 0,2-1 0 0 0,0-1 131 0 0,1 0-1 0 0,-1 0 1 0 0,0-1 0 0 0,0 1-1 0 0,-1-1 1 0 0,1 1 0 0 0,-1-1-1 0 0,0 0 1 0 0,0 0 0 0 0,0 0-1 0 0,0 0 1 0 0,1-7-1 0 0,0-1 27 0 0,-1 0-1 0 0,-1 0 0 0 0,1 0 1 0 0,-2 1-1 0 0,-1-19 0 0 0,1 26-214 0 0,0 1 1 0 0,0-1-1 0 0,0 1 0 0 0,-1-1 0 0 0,0 1 0 0 0,0-1 0 0 0,0 1 1 0 0,0-1-1 0 0,0 1 0 0 0,-1 0 0 0 0,1 0 0 0 0,-1 0 0 0 0,0 0 1 0 0,0 0-1 0 0,0 0 0 0 0,-1 0 0 0 0,1 0 0 0 0,0 1 1 0 0,-1-1-1 0 0,0 1 0 0 0,0 0 0 0 0,-4-3 0 0 0,5 4 15 0 0,-1 0-1 0 0,1 0 0 0 0,0 0 1 0 0,-1 1-1 0 0,1-1 0 0 0,-1 1 1 0 0,1 0-1 0 0,-1-1 0 0 0,0 1 0 0 0,1 0 1 0 0,-1 1-1 0 0,1-1 0 0 0,-1 0 1 0 0,1 1-1 0 0,-1-1 0 0 0,1 1 1 0 0,-1 0-1 0 0,1 0 0 0 0,-4 2 1 0 0,2-1 99 0 0,0 1-1 0 0,0 0 1 0 0,0 0 0 0 0,0 1 0 0 0,1-1 0 0 0,-1 1-1 0 0,1 0 1 0 0,0 0 0 0 0,-4 7 0 0 0,1 0 39 0 0,-1 1 0 0 0,2 1 0 0 0,0 0 0 0 0,0-1 1 0 0,1 1-1 0 0,-3 21 0 0 0,6-31-161 0 0,-2 39 55 0 0,3-41-72 0 0,0 1 0 0 0,0-1 0 0 0,0 1 0 0 0,0-1 0 0 0,0 1 0 0 0,1 0 0 0 0,-1-1 0 0 0,0 1 0 0 0,1-1 0 0 0,-1 1 0 0 0,1-1-1 0 0,0 0 1 0 0,-1 1 0 0 0,1-1 0 0 0,0 0 0 0 0,0 1 0 0 0,0-1 0 0 0,0 0 0 0 0,0 0 0 0 0,0 0 0 0 0,0 0 0 0 0,3 2 0 0 0,5 0-131 0 0</inkml:trace>
</inkml:ink>
</file>

<file path=ppt/ink/ink2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5.9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174 191 10594 0 0,'-3'3'255'0'0,"-1"0"0"0"0,1 0 0 0 0,0 1 0 0 0,0-1 0 0 0,1 1 0 0 0,-1 0 0 0 0,1-1 0 0 0,0 1 0 0 0,-3 7-1 0 0,5-10-205 0 0,-1-1-1 0 0,0 1 0 0 0,1 0 0 0 0,-1 0 0 0 0,1 0 0 0 0,0 0 0 0 0,-1 0 0 0 0,1 0 0 0 0,0 0 0 0 0,0 0 0 0 0,-1 0 0 0 0,1 0 0 0 0,0 0 1 0 0,0 0-1 0 0,0 0 0 0 0,0 0 0 0 0,0 0 0 0 0,1 0 0 0 0,-1 0 0 0 0,0 0 0 0 0,0 0 0 0 0,1 0 0 0 0,-1 0 0 0 0,0 0 0 0 0,1 0 1 0 0,-1-1-1 0 0,1 1 0 0 0,-1 0 0 0 0,1 0 0 0 0,-1 0 0 0 0,1 0 0 0 0,0-1 0 0 0,0 1 0 0 0,-1 0 0 0 0,1-1 0 0 0,0 1 0 0 0,0 0 0 0 0,0-1 1 0 0,0 1-1 0 0,-1-1 0 0 0,1 0 0 0 0,0 1 0 0 0,0-1 0 0 0,0 0 0 0 0,0 1 0 0 0,0-1 0 0 0,1 0 0 0 0,-1 0 28 0 0,0 1-1 0 0,0-1 1 0 0,0 0-1 0 0,0 0 1 0 0,0 0-1 0 0,0 0 0 0 0,0-1 1 0 0,-1 1-1 0 0,1 0 1 0 0,0 0-1 0 0,0 0 1 0 0,0-1-1 0 0,0 1 1 0 0,0 0-1 0 0,0-1 0 0 0,-1 1 1 0 0,1-1-1 0 0,0 1 1 0 0,0-1-1 0 0,-1 0 1 0 0,1 1-1 0 0,0-1 1 0 0,-1 1-1 0 0,1-1 0 0 0,-1 0 1 0 0,2-1-1 0 0,-1 0 35 0 0,0 0-1 0 0,0-1 0 0 0,0 1 1 0 0,-1-1-1 0 0,1 1 0 0 0,-1-1 1 0 0,1 1-1 0 0,-1-1 0 0 0,0-4 1 0 0,0-2 74 0 0,-1 0 1 0 0,0 0 0 0 0,0 0 0 0 0,-4-13 0 0 0,-1 6-30 0 0,0 0 0 0 0,0 1 0 0 0,-10-15 1 0 0,13 24-115 0 0,0 1 0 0 0,0 0 0 0 0,-1 0 0 0 0,0 0 0 0 0,0 0 1 0 0,0 1-1 0 0,-1 0 0 0 0,1 0 0 0 0,-1 0 0 0 0,0 0 0 0 0,-8-4 0 0 0,12 8-20 0 0,0-1 0 0 0,0 1-1 0 0,-1-1 1 0 0,1 1 0 0 0,0-1-1 0 0,-1 1 1 0 0,1 0-1 0 0,0 0 1 0 0,-1 0 0 0 0,1 0-1 0 0,-1 0 1 0 0,1 0 0 0 0,0 0-1 0 0,-1 0 1 0 0,1 0-1 0 0,0 1 1 0 0,-1-1 0 0 0,1 0-1 0 0,0 1 1 0 0,-1-1 0 0 0,-1 2-1 0 0,1 0 1 0 0,-1 0 0 0 0,1 0-1 0 0,0 0 1 0 0,0 0 0 0 0,-1 0-1 0 0,2 1 1 0 0,-1-1 0 0 0,0 1-1 0 0,-2 3 1 0 0,-1 6-17 0 0,0-1 0 0 0,0 1 1 0 0,-4 19-1 0 0,6-20-66 0 0,0-1 1 0 0,1 1-1 0 0,1-1 1 0 0,0 1-1 0 0,0 0 1 0 0,1 0-1 0 0,2 19 1 0 0,-1-27 50 0 0,-1 0 0 0 0,1 0 1 0 0,0 0-1 0 0,0 0 0 0 0,0 0 0 0 0,0 0 1 0 0,1 0-1 0 0,-1 0 0 0 0,1-1 1 0 0,0 1-1 0 0,0 0 0 0 0,0-1 0 0 0,0 0 1 0 0,0 1-1 0 0,0-1 0 0 0,1 0 1 0 0,-1 0-1 0 0,1 0 0 0 0,-1-1 1 0 0,1 1-1 0 0,0 0 0 0 0,-1-1 0 0 0,1 0 1 0 0,0 0-1 0 0,0 0 0 0 0,0 0 1 0 0,0 0-1 0 0,1-1 0 0 0,-1 1 0 0 0,0-1 1 0 0,3 1-1 0 0,-1-1 50 0 0,1 0-1 0 0,-1 0 1 0 0,0 0 0 0 0,0-1-1 0 0,1 0 1 0 0,-1 0 0 0 0,0 0-1 0 0,0 0 1 0 0,0-1 0 0 0,0 0-1 0 0,0 0 1 0 0,0 0 0 0 0,-1-1-1 0 0,1 1 1 0 0,4-4 0 0 0,-3 1 29 0 0,-1 0 0 0 0,1-1 0 0 0,-1 1 0 0 0,0-1 0 0 0,-1 0 1 0 0,1 0-1 0 0,-1-1 0 0 0,0 1 0 0 0,5-13 0 0 0,-5 8-6 0 0,0 0 0 0 0,-1 0 0 0 0,0 0 0 0 0,0 0 0 0 0,-1-1 0 0 0,-1 1 0 0 0,0-1 0 0 0,0 1 0 0 0,-1-1 0 0 0,-1 1 0 0 0,0-1 0 0 0,-1 1 1 0 0,-4-20-1 0 0,-7 11 124 0 0,12 20-227 0 0,1 0-1 0 0,0-1 1 0 0,0 1 0 0 0,0 0 0 0 0,-1-1-1 0 0,1 1 1 0 0,0 0 0 0 0,0 0 0 0 0,-1 0 0 0 0,1-1-1 0 0,0 1 1 0 0,-1 0 0 0 0,1 0 0 0 0,0 0-1 0 0,-1 0 1 0 0,1-1 0 0 0,0 1 0 0 0,-1 0 0 0 0,1 0-1 0 0,0 0 1 0 0,-1 0 0 0 0,1 0 0 0 0,0 0-1 0 0,-1 0 1 0 0,1 0 0 0 0,-1 0 0 0 0,1 0 0 0 0,0 0-1 0 0,-1 0 1 0 0,1 0 0 0 0,0 0 0 0 0,-1 1-1 0 0,1-1 1 0 0,0 0 0 0 0,-1 0 0 0 0,1 0-1 0 0,0 0 1 0 0,0 1 0 0 0,-1-1 0 0 0,1 0 0 0 0,0 0-1 0 0,-1 1 1 0 0,1-1 0 0 0,0 0 0 0 0,0 0-1 0 0,0 1 1 0 0,-1-1 0 0 0,1 0 0 0 0,0 1 0 0 0,0-1-1 0 0,0 0 1 0 0,0 1 0 0 0,0-1 0 0 0,-1 0-1 0 0,1 1 1 0 0,0-1 0 0 0,0 0 0 0 0,0 1 0 0 0,0 0-1 0 0</inkml:trace>
</inkml:ink>
</file>

<file path=ppt/ink/ink2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6.3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381 24 6513 0 0,'-9'1'42'0'0,"-1"1"-1"0"0,1 0 0 0 0,0 1 1 0 0,0 0-1 0 0,1 1 0 0 0,-1-1 1 0 0,-12 9-1 0 0,-4 0-68 0 0,-64 31-611 0 0,-23 10 339 0 0,41-23 12334 0 0,117-31-10443 0 0,280-34 1048 0 0,-81 10-1070 0 0,-39 6-1681 0 0,-108 13-36 0 0,-1-5 0 0 0,170-41 0 0 0,-263 51 102 0 0,30-11-97 0 0,-33 12 129 0 0,0 0 0 0 0,0-1 1 0 0,0 1-1 0 0,1 0 0 0 0,-1-1 0 0 0,0 1 0 0 0,0-1 0 0 0,-1 1 0 0 0,1-1 0 0 0,0 0 0 0 0,0 1 0 0 0,0-1 0 0 0,0 0 1 0 0,0 0-1 0 0,-1 1 0 0 0,1-1 0 0 0,0 0 0 0 0,-1 0 0 0 0,1 0 0 0 0,0 0 0 0 0,-1 0 0 0 0,0 0 0 0 0,1 0 0 0 0,0-2 1 0 0,-2 3-112 0 0,1-1 0 0 0,0 1 0 0 0,0-1 0 0 0,-1 0 0 0 0,1 1 1 0 0,0-1-1 0 0,-1 1 0 0 0,1-1 0 0 0,-1 1 0 0 0,1-1 0 0 0,-1 1 1 0 0,1-1-1 0 0,-1 1 0 0 0,1 0 0 0 0,-1-1 0 0 0,1 1 0 0 0,-1 0 1 0 0,0-1-1 0 0,0 1 0 0 0,-6-2-811 0 0</inkml:trace>
</inkml:ink>
</file>

<file path=ppt/ink/ink2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7.6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124 55 4145 0 0,'-124'8'11081'0'0,"138"-17"-5959"0"0,29-12-4124 0 0,-14 12-906 0 0,1 2-1 0 0,0 1 1 0 0,0 1-1 0 0,0 2 1 0 0,1 1 0 0 0,52 3-1 0 0,182 34 423 0 0,-235-29-2492 0 0,0 0 1 0 0,-1 3 0 0 0,0 0 0 0 0,-1 2-1 0 0,31 16 1 0 0,-53-24 1249 0 0,-5 0 597 0 0</inkml:trace>
</inkml:ink>
</file>

<file path=ppt/ink/ink2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7.8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 0 13827 0 0,'-3'1'201'0'0,"0"0"-1"0"0,1 1 1 0 0,-1-1 0 0 0,1 1 0 0 0,-1-1-1 0 0,1 1 1 0 0,0 0 0 0 0,-1 0 0 0 0,1 0-1 0 0,0 0 1 0 0,0 0 0 0 0,-3 5-1 0 0,5-6-86 0 0,0 1 0 0 0,0 0-1 0 0,-1 0 1 0 0,1-1-1 0 0,0 1 1 0 0,0 0 0 0 0,0-1-1 0 0,1 1 1 0 0,-1 0-1 0 0,0-1 1 0 0,1 1-1 0 0,-1 0 1 0 0,1-1 0 0 0,0 1-1 0 0,-1-1 1 0 0,1 1-1 0 0,0-1 1 0 0,0 1 0 0 0,0-1-1 0 0,0 1 1 0 0,0-1-1 0 0,0 0 1 0 0,0 0 0 0 0,2 2-1 0 0,187 235 3748 0 0,-170-213-3810 0 0,2 0-1 0 0,33 29 1 0 0,-9-14-6674 0 0,-28-26-537 0 0</inkml:trace>
</inkml:ink>
</file>

<file path=ppt/ink/ink2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8.0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263 0 14283 0 0,'-33'40'6052'0'0,"2"9"-3865"0"0,-23 57-2336 0 0,38-74 636 0 0,-13 26-469 0 0,2 1 1 0 0,3 1 0 0 0,-22 85-1 0 0,43-112-2586 0 0,6-18 1046 0 0</inkml:trace>
</inkml:ink>
</file>

<file path=ppt/ink/ink2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9.2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67 177 4609 0 0,'-8'-13'760'0'0,"1"-1"1"0"0,1-1-1 0 0,0 1 0 0 0,-4-20 1 0 0,-2-4 845 0 0,7 22-818 0 0,-8-17 9205 0 0,16 45-8834 0 0,2 6-1291 0 0,58 128 691 0 0,-30-68-449 0 0,78 139 1 0 0,-97-197-111 0 0,26 47 0 0 0,-37-61 0 0 0,0 0 0 0 0,0 1 0 0 0,-1-1 0 0 0,0 1 0 0 0,0 0 0 0 0,-1 0 0 0 0,1 0 0 0 0,-1 9 0 0 0,-5-2 535 0 0,-3-10-2217 0 0</inkml:trace>
</inkml:ink>
</file>

<file path=ppt/ink/ink2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9.7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146 97 6497 0 0,'2'-2'20'0'0,"1"-1"-1"0"0,-1 1 0 0 0,0 0 1 0 0,0-1-1 0 0,0 1 0 0 0,0-1 1 0 0,0 0-1 0 0,-1 0 0 0 0,1 0 1 0 0,-1 0-1 0 0,1-4 0 0 0,-1 7-29 0 0,-1 0 0 0 0,0-1-1 0 0,0 1 1 0 0,0 0 0 0 0,0 0-1 0 0,0 0 1 0 0,0-1 0 0 0,0 1-1 0 0,0 0 1 0 0,0 0 0 0 0,0-1-1 0 0,0 1 1 0 0,0 0 0 0 0,0 0-1 0 0,0-1 1 0 0,0 1 0 0 0,0 0-1 0 0,0 0 1 0 0,0-1 0 0 0,0 1-1 0 0,0 0 1 0 0,0 0 0 0 0,0 0-1 0 0,0-1 1 0 0,0 1 0 0 0,0 0-1 0 0,0 0 1 0 0,-1 0-1 0 0,1-1 1 0 0,0 1 0 0 0,0 0-1 0 0,0 0 1 0 0,0 0 0 0 0,-1 0-1 0 0,1-1 1 0 0,0 1 0 0 0,0 0-1 0 0,0 0 1 0 0,-1 0 0 0 0,1 0-1 0 0,0 0 1 0 0,0 0 0 0 0,0 0-1 0 0,-1-1 1 0 0,-14 4 409 0 0,-15 10 1020 0 0,-91 69 5409 0 0,139-95-3422 0 0,17-19-2463 0 0,7-5-1137 0 0,12-3 462 0 0,-29 24-2647 0 0,-7 4-3026 0 0</inkml:trace>
</inkml:ink>
</file>

<file path=ppt/ink/ink2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0.3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0 323 3225 0 0,'0'1'309'0'0,"1"-8"702"0"0,0 0-1 0 0,1 0 1 0 0,0 0-1 0 0,0 1 1 0 0,4-9 0 0 0,2-10 9 0 0,-1 2-223 0 0,3-12 370 0 0,7-43 1 0 0,-16 67-714 0 0,1 0 0 0 0,-2 0 0 0 0,0 1 0 0 0,0-1 0 0 0,-1 0 0 0 0,0 0 0 0 0,-1 1 0 0 0,-4-18 0 0 0,5 44 2972 0 0,7 19-3555 0 0,28 50 237 0 0,86 150 0 0 0,-57-118-68 0 0,-47-84-573 0 0,-6-13-965 0 0,0-1 1 0 0,1 0-1 0 0,1 0 1 0 0,18 21-1 0 0,-17-26-4284 0 0</inkml:trace>
</inkml:ink>
</file>

<file path=ppt/ink/ink2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0.6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1 139 9674 0 0,'46'-38'8765'0'0,"-26"19"-8411"0"0,1 2 0 0 0,40-27 0 0 0,-18 23-2545 0 0</inkml:trace>
</inkml:ink>
</file>

<file path=ppt/ink/ink2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0.7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 0 8754 0 0,'-7'6'776'0'0,"3"-3"-616"0"0,-10 3 4169 0 0,13-4-4105 0 0,-1-1-224 0 0,5 1 0 0 0,1-2 0 0 0,2-2 0 0 0</inkml:trace>
</inkml:ink>
</file>

<file path=ppt/ink/ink2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6.2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139 490 6393 0 0,'-4'1'270'0'0,"-1"1"0"0"0,0 0 0 0 0,0 0 0 0 0,1 1 0 0 0,-1-1 0 0 0,1 1 0 0 0,0 0 0 0 0,0 0 0 0 0,-5 6 0 0 0,-36 37 2982 0 0,33-33-2138 0 0,4-3-7 0 0,7-8-732 0 0,-1 1 0 0 0,0 0 1 0 0,0-1-1 0 0,0 0 0 0 0,0 1 0 0 0,0-1 1 0 0,0 0-1 0 0,-1 0 0 0 0,-4 3 1 0 0,17-39 1880 0 0,17-44-2115 0 0,-4-1 0 0 0,-3-1 0 0 0,-4-1-1 0 0,11-157 1 0 0,-28 213 1302 0 0,27 97-1364 0 0,-14-34-8 0 0,2-1 0 0 0,2 0 0 0 0,23 39 0 0 0,56 60-71 0 0,4 7 0 0 0,-61-85 36 0 0,82 95 0 0 0,-82-103 165 0 0,-36-46-181 0 0,1 1 0 0 0,-1-1 0 0 0,0 1-1 0 0,0 0 1 0 0,0-1 0 0 0,-1 1 0 0 0,1 0-1 0 0,-1 0 1 0 0,-1 0 0 0 0,1 7 0 0 0,-1 2 465 0 0</inkml:trace>
</inkml:ink>
</file>

<file path=ppt/ink/ink2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6.4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16 199 3225 0 0,'-15'-3'6176'0'0,"23"-14"-144"0"0,-2 7-5464 0 0,-5 8-1383 0 0,9-12 1603 0 0,0 1-1 0 0,1-1 1 0 0,1 2 0 0 0,0 0-1 0 0,18-15 1 0 0,-11 13-1241 0 0,0 0-1 0 0,1 1 1 0 0,28-12 0 0 0,-32 17-6068 0 0</inkml:trace>
</inkml:ink>
</file>

<file path=ppt/ink/ink2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7.4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138 482 5985 0 0,'-55'29'849'0'0,"34"-17"959"0"0,-32 14 0 0 0,53-26-1756 0 0,0 0 0 0 0,0 1 0 0 0,0-1 0 0 0,-1 0 0 0 0,1 0 0 0 0,0 0 0 0 0,0 0 0 0 0,0 1 0 0 0,0-1 0 0 0,-1 0 0 0 0,1 0 0 0 0,0 0 0 0 0,0 0 0 0 0,-1 0 0 0 0,1 0 0 0 0,0 0 0 0 0,0 0 0 0 0,0 0 0 0 0,-1 0 0 0 0,1 1 0 0 0,0-1 0 0 0,0 0 0 0 0,-1 0 0 0 0,1-1 0 0 0,0 1 0 0 0,0 0 0 0 0,-1 0 0 0 0,1 0 0 0 0,0 0 0 0 0,0 0 0 0 0,-1 0 0 0 0,1 0 0 0 0,0 0 0 0 0,0 0 0 0 0,0 0 0 0 0,-1-1 0 0 0,1 1 0 0 0,0 0 0 0 0,0 0 0 0 0,0 0 0 0 0,0 0 0 0 0,-1-1-1 0 0,8-9 1100 0 0,19-15-326 0 0,-25 24-763 0 0,36-30 611 0 0,2 1 1 0 0,49-27-1 0 0,91-44 157 0 0,-59 36-527 0 0,-111 60-266 0 0,64-38 26 0 0,2 4 0 0 0,99-37 1 0 0,-122 57-123 0 0,-29 10 70 0 0,0 0 0 0 0,0 2 1 0 0,1 0-1 0 0,45-5 0 0 0,-67 12-33 0 0,5-1 121 0 0,0 0 0 0 0,1 1-1 0 0,-1 0 1 0 0,0 0 0 0 0,0 1-1 0 0,14 3 1 0 0,-19-3-14 0 0,1 0-1 0 0,-1 0 1 0 0,1 1-1 0 0,-1-1 1 0 0,0 1 0 0 0,0 0-1 0 0,1 0 1 0 0,-1 0-1 0 0,-1 0 1 0 0,1 0-1 0 0,0 0 1 0 0,0 0 0 0 0,-1 0-1 0 0,1 1 1 0 0,-1-1-1 0 0,0 1 1 0 0,0-1-1 0 0,0 1 1 0 0,0-1 0 0 0,0 1-1 0 0,0 3 1 0 0,16 57 930 0 0,-7-23-680 0 0,1-2-1 0 0,31 70 1 0 0,4-23-272 0 0,85 120 0 0 0,75 65-46 0 0,-180-237-20 0 0,-6-7 28 0 0,-1 0-1 0 0,18 35 1 0 0,-32-52-26 0 0,0 1-1 0 0,-1 0 0 0 0,0 0 1 0 0,0 0-1 0 0,-1 0 0 0 0,-1 1 1 0 0,1 0-1 0 0,-2-1 0 0 0,1 1 1 0 0,-1 16-1 0 0,-3-19 11 0 0,1 1 1 0 0,-1-1-1 0 0,-1 0 1 0 0,1 1-1 0 0,-1-1 1 0 0,-1-1 0 0 0,0 1-1 0 0,0 0 1 0 0,0-1-1 0 0,-1 0 1 0 0,0 0-1 0 0,0 0 1 0 0,-9 8-1 0 0,-9 8 93 0 0,-2 0 1 0 0,-30 20-1 0 0,30-24-125 0 0,-5 5 96 0 0,-2-2-1 0 0,0-1 0 0 0,-1-2 1 0 0,-1-1-1 0 0,-1-1 0 0 0,0-2 1 0 0,-48 13-1 0 0,-46 5 219 0 0,-40 11 88 0 0,147-38-447 0 0,1-1 1 0 0,-1 0-1 0 0,0-2 1 0 0,-1-1-1 0 0,1 0 1 0 0,0-2 0 0 0,-30-3-1 0 0,28 0-2279 0 0,-41-11 0 0 0</inkml:trace>
</inkml:ink>
</file>

<file path=ppt/ink/ink2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7.8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25 133 1376 0 0,'-5'-16'1487'0'0,"0"1"-1"0"0,1-1 0 0 0,-4-30 1 0 0,6 6 3823 0 0,26 72 294 0 0,16 38-3277 0 0,58 86-1651 0 0,-36-73-645 0 0,108 154 64 0 0,-149-206 65 0 0,-2 2 0 0 0,-1 0 0 0 0,-2 1 0 0 0,-1 1 0 0 0,-2 1 0 0 0,-1 0 0 0 0,10 55 0 0 0,-24-68 482 0 0,0-17-2324 0 0</inkml:trace>
</inkml:ink>
</file>

<file path=ppt/ink/ink2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9.8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10 361 4145 0 0,'-1'0'105'0'0,"1"1"1"0"0,-1-1 0 0 0,0 0-1 0 0,1 1 1 0 0,-1-1-1 0 0,1 1 1 0 0,-1-1-1 0 0,1 1 1 0 0,-1-1 0 0 0,1 1-1 0 0,0 0 1 0 0,-1-1-1 0 0,1 1 1 0 0,-1-1-1 0 0,1 1 1 0 0,0 0 0 0 0,0-1-1 0 0,0 1 1 0 0,-1 0-1 0 0,1-1 1 0 0,0 1-1 0 0,0 0 1 0 0,0 1-1 0 0,14-3 1753 0 0,26-14-243 0 0,-38 14-1610 0 0,98-41 728 0 0,2 4 0 0 0,130-30 0 0 0,-174 55-669 0 0,346-68 108 0 0,-147 35 35 0 0,103-13 785 0 0,-280 51-844 0 0,0 4 1 0 0,143 11-1 0 0,-49 8-212 0 0,26 2 1387 0 0,-191-15-1133 0 0,-1 0 0 0 0,0 0 0 0 0,0 1 1 0 0,0 0-1 0 0,-1 0 0 0 0,1 1 0 0 0,-1 0 0 0 0,0 0 0 0 0,0 1 0 0 0,8 7 0 0 0,-11-9-179 0 0,-2-2 18 0 0,0 0 0 0 0,0 0 1 0 0,0 0-1 0 0,0 0 1 0 0,0-1-1 0 0,1 1 0 0 0,-1 0 1 0 0,0-1-1 0 0,0 0 0 0 0,1 1 1 0 0,-1-1-1 0 0,0 0 0 0 0,0 0 1 0 0,1 0-1 0 0,-1-1 0 0 0,0 1 1 0 0,0 0-1 0 0,1-1 0 0 0,-1 0 1 0 0,0 1-1 0 0,0-1 0 0 0,4-2 1 0 0,23-4 330 0 0,-28 8-267 0 0,0-1 1 0 0,0 0-1 0 0,0 1 1 0 0,0 0-1 0 0,0-1 1 0 0,0 1-1 0 0,0-1 1 0 0,-1 1-1 0 0,1 0 0 0 0,0 0 1 0 0,0-1-1 0 0,-1 1 1 0 0,1 0-1 0 0,-1 0 1 0 0,1 0-1 0 0,-1 0 1 0 0,1 0-1 0 0,-1-1 1 0 0,1 1-1 0 0,-1 0 1 0 0,0 0-1 0 0,1 0 1 0 0,-1 2-1 0 0,6 24 784 0 0,7 109-634 0 0,31 202 496 0 0,-43-333-739 0 0,90 479 400 0 0,-82-436-381 0 0,-3-22-82 0 0,-1 0-1 0 0,-2 1 1 0 0,-1 0 0 0 0,0-1 0 0 0,-4 31 0 0 0,2-53 69 0 0,-1 0 0 0 0,1 0 0 0 0,-1 0 0 0 0,-1 0 0 0 0,1 0 0 0 0,0-1 0 0 0,-1 1 0 0 0,0 0 0 0 0,0 0 0 0 0,0-1 0 0 0,0 1 0 0 0,0-1 0 0 0,-1 0 0 0 0,1 0 0 0 0,-1 0 0 0 0,-5 5 0 0 0,-1-3 11 0 0,0 1-1 0 0,0-1 1 0 0,-1-1 0 0 0,1 0 0 0 0,-13 4 0 0 0,12-4-20 0 0,-108 41-5 0 0,-132 44 37 0 0,203-75-22 0 0,-1-2 0 0 0,-1-3-1 0 0,-67 6 1 0 0,-54 2-162 0 0,1 8 1 0 0,-230 64-1 0 0,326-73 118 0 0,-2-3 0 0 0,-86 4 1 0 0,-152-8-893 0 0,229-13 927 0 0,-91-16 0 0 0,80 8 53 0 0,84 11-42 0 0,7 1 3 0 0,-1-1 0 0 0,1 1 0 0 0,-1-1 1 0 0,1 0-1 0 0,0 0 0 0 0,-8-4 0 0 0,11 5-18 0 0,0-1 1 0 0,0 0-1 0 0,0 0 0 0 0,-1 0 1 0 0,1 0-1 0 0,0 0 0 0 0,0 0 0 0 0,1 0 1 0 0,-1 0-1 0 0,0-1 0 0 0,0 1 1 0 0,0 0-1 0 0,1-1 0 0 0,-1 1 1 0 0,1 0-1 0 0,-1-1 0 0 0,1 1 1 0 0,0 0-1 0 0,-1-1 0 0 0,1 1 0 0 0,0-1 1 0 0,0 1-1 0 0,0-1 0 0 0,0-2 1 0 0,0 4-26 0 0,0 0 0 0 0,0 0 0 0 0,0-1 0 0 0,0 1 1 0 0,0 0-1 0 0,1-1 0 0 0,-1 1 0 0 0,0 0 1 0 0,-1 0-1 0 0,1-1 0 0 0,0 1 0 0 0,0 0 0 0 0,0-1 1 0 0,0 1-1 0 0,0 0 0 0 0,0 0 0 0 0,0-1 1 0 0,0 1-1 0 0,0 0 0 0 0,-1-1 0 0 0,1 1 0 0 0,0 0 1 0 0,0 0-1 0 0,0 0 0 0 0,0-1 0 0 0,-1 1 1 0 0,1 0-1 0 0,0 0 0 0 0,0 0 0 0 0,-1-1 0 0 0,1 1 1 0 0,0 0-1 0 0,0 0 0 0 0,-1 0 0 0 0,1 0 1 0 0,0 0-1 0 0,-1 0 0 0 0,1-1 0 0 0,0 1 0 0 0,-1 0 1 0 0</inkml:trace>
</inkml:ink>
</file>

<file path=ppt/ink/ink2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20.3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0 456 0 0,'0'1'139'0'0,"1"-1"0"0"0,-1 1 1 0 0,1-1-1 0 0,-1 1 0 0 0,1-1 0 0 0,-1 1 0 0 0,1-1 1 0 0,-1 1-1 0 0,0-1 0 0 0,1 1 0 0 0,-1 0 0 0 0,0-1 1 0 0,0 1-1 0 0,1 0 0 0 0,-1-1 0 0 0,0 1 0 0 0,0 0 1 0 0,0-1-1 0 0,0 1 0 0 0,0 0 0 0 0,0-1 0 0 0,0 1 1 0 0,0 0-1 0 0,0-1 0 0 0,0 1 0 0 0,0 0 0 0 0,-1 0 1 0 0,-1 26 2298 0 0,2-24-1830 0 0,-1 83 5793 0 0,2-26-5474 0 0,0 46 129 0 0,16 110 0 0 0,0 8 60 0 0,-13-137-983 0 0,21 132 1 0 0,-23-208 344 0 0,-1 1 0 0 0,-1 0 1 0 0,0-1-1 0 0,-1 1 1 0 0,0-1-1 0 0,0 1 0 0 0,-6 18 1 0 0,5-18-48 0 0,2-11-429 0 0,-1-1 0 0 0,1 0 1 0 0,0 0-1 0 0,0 0 0 0 0,0 0 0 0 0,0 0 1 0 0,0 0-1 0 0,0 1 0 0 0,0-1 0 0 0,0 0 1 0 0,0 0-1 0 0,0 0 0 0 0,0 0 0 0 0,0 0 1 0 0,0 1-1 0 0,0-1 0 0 0,0 0 0 0 0,0 0 1 0 0,0 0-1 0 0,0 0 0 0 0,0 0 0 0 0,0 1 1 0 0,0-1-1 0 0,0 0 0 0 0,0 0 0 0 0,0 0 1 0 0,0 0-1 0 0,0 0 0 0 0,0 0 0 0 0,0 1 0 0 0,0-1 1 0 0,1 0-1 0 0,-1 0 0 0 0,0 0 0 0 0,0 0 1 0 0,0 0-1 0 0,0 0 0 0 0,0 0 0 0 0,0 0 1 0 0,0 0-1 0 0,1 1 0 0 0,-1-1 0 0 0,0 0 1 0 0,0 0-1 0 0,0 0 0 0 0,0 0 0 0 0,0 0 1 0 0,1 0-1 0 0,-1 0 0 0 0,0 0 0 0 0,0 0 1 0 0,0 0-1 0 0,0 0 0 0 0,0 0 0 0 0,1 0 1 0 0,-1 0-1 0 0,0 0 0 0 0,0 0 0 0 0,0 0 1 0 0,0 0-1 0 0,0 0 0 0 0,0 0 0 0 0,1 0 1 0 0,-1-1-1 0 0,0 1 0 0 0,0 0 0 0 0</inkml:trace>
</inkml:ink>
</file>

<file path=ppt/ink/ink2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1.5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46 39 2761 0 0,'-11'-13'2317'0'0,"10"11"-1968"0"0,0 1 0 0 0,0-1 0 0 0,0 0 0 0 0,0 1 0 0 0,0-1 0 0 0,-1 1 0 0 0,1-1 0 0 0,-1 1 1 0 0,1-1-1 0 0,-1 1 0 0 0,0 0 0 0 0,1 0 0 0 0,-1 0 0 0 0,0 0 0 0 0,0 0 0 0 0,0 0 1 0 0,0 1-1 0 0,1-1 0 0 0,-5 0 487 0 0,22 25 947 0 0,11 29-342 0 0,-2 1 1 0 0,23 78 0 0 0,-32-86-1125 0 0,23 44 310 0 0,3 5-879 0 0,-41-84-2904 0 0</inkml:trace>
</inkml:ink>
</file>

<file path=ppt/ink/ink2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2.3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31 256 4145 0 0,'-31'9'4633'0'0,"118"-51"-3737"0"0,2 3 0 0 0,185-51 0 0 0,-201 70-896 0 0,75-31 0 0 0,-110 37 0 0 0,-29 11 195 0 0,-8 2 0 0 0,1 0 0 0 0,-1 1 1 0 0,0-1-1 0 0,0 1 0 0 0,1-1 0 0 0,-1 1 0 0 0,0 0 0 0 0,0-1 1 0 0,1 1-1 0 0,-1 0 0 0 0,0 0 0 0 0,1 0 0 0 0,-1 0 0 0 0,0 0 1 0 0,3 0-1 0 0,-3 2-18 0 0,0-1 1 0 0,0 1-1 0 0,0-1 0 0 0,0 1 1 0 0,0-1-1 0 0,0 1 1 0 0,0 0-1 0 0,-1-1 1 0 0,1 1-1 0 0,-1 0 0 0 0,1 0 1 0 0,-1 0-1 0 0,0 3 1 0 0,12 44 45 0 0,2 0 0 0 0,2-1 0 0 0,2-1 0 0 0,2 0 0 0 0,1-2 0 0 0,3 0 0 0 0,50 68 0 0 0,-64-98-219 0 0,0 0 0 0 0,-1 1 0 0 0,0 0 0 0 0,-1 0 0 0 0,-1 0 0 0 0,0 1 0 0 0,-2 0 0 0 0,0 1 0 0 0,0-1 0 0 0,-2 1 0 0 0,0 0 0 0 0,-1 0 0 0 0,-1 0 0 0 0,-1 0 0 0 0,-2 25 0 0 0,0-37 2 0 0,0 0-1 0 0,0 0 1 0 0,0 0 0 0 0,-1-1-1 0 0,1 1 1 0 0,-1-1 0 0 0,-1 1-1 0 0,1-1 1 0 0,-1 0 0 0 0,0-1-1 0 0,0 1 1 0 0,0-1 0 0 0,-1 1-1 0 0,1-1 1 0 0,-1 0 0 0 0,-8 4-1 0 0,-11 8 32 0 0,-1-2 0 0 0,-30 14 0 0 0,46-24-36 0 0,-21 9 74 0 0,-1-1 1 0 0,-1-2-1 0 0,0-1 1 0 0,-37 6-1 0 0,-134 7 274 0 0,110-19-977 0 0,32-6-6447 0 0,45 2 1745 0 0</inkml:trace>
</inkml:ink>
</file>

<file path=ppt/ink/ink2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2.6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93 132 456 0 0,'-7'-7'430'0'0,"1"0"1"0"0,0-1-1 0 0,0 0 0 0 0,0 0 1 0 0,1 0-1 0 0,-8-17 0 0 0,9 15 894 0 0,-1 1-1 0 0,-1 0 1 0 0,1 0-1 0 0,-18-14 7580 0 0,24 37-7062 0 0,3 18-2095 0 0,-3-29 704 0 0,16 111 251 0 0,6-1 0 0 0,63 189 0 0 0,-60-249-2590 0 0</inkml:trace>
</inkml:ink>
</file>

<file path=ppt/ink/ink2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7.5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 7834 0 0,'-1'0'165'0'0,"1"0"1"0"0,-1 0 0 0 0,0-1-1 0 0,1 1 1 0 0,-1 0 0 0 0,1 0 0 0 0,-1 0-1 0 0,1 0 1 0 0,-1 0 0 0 0,0 0-1 0 0,1 1 1 0 0,-1-1 0 0 0,1 0 0 0 0,-1 0-1 0 0,1 0 1 0 0,-1 0 0 0 0,1 1-1 0 0,-1-1 1 0 0,1 0 0 0 0,-1 1-1 0 0,1-1 1 0 0,-1 0 0 0 0,1 1 0 0 0,-1-1-1 0 0,1 0 1 0 0,-1 1 0 0 0,1-1-1 0 0,0 1 1 0 0,-1-1 0 0 0,1 1-1 0 0,5 15 4642 0 0,-2-10-5970 0 0,4 13 1691 0 0,-1 0 1 0 0,-1 1-1 0 0,-1 0 0 0 0,-1 0 1 0 0,0 0-1 0 0,-2 0 0 0 0,0 0 0 0 0,-2 25 1 0 0,4 61-4009 0 0,-1-89-3055 0 0</inkml:trace>
</inkml:ink>
</file>

<file path=ppt/ink/ink2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7.8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22 271 3225 0 0,'-3'-2'461'0'0,"1"-1"0"0"0,0 0-1 0 0,0-1 1 0 0,0 1 0 0 0,0 0 0 0 0,0-1 0 0 0,-1-3 0 0 0,3 5-222 0 0,-1 1 0 0 0,1 0-1 0 0,-1-1 1 0 0,1 1 0 0 0,0 0-1 0 0,-1-1 1 0 0,1 1 0 0 0,0 0 0 0 0,0-1-1 0 0,0 1 1 0 0,0-1 0 0 0,0 1-1 0 0,0 0 1 0 0,0-1 0 0 0,1 1 0 0 0,-1 0-1 0 0,0-1 1 0 0,1 1 0 0 0,-1 0-1 0 0,1-1 1 0 0,0 1 0 0 0,-1 0 0 0 0,2-2-1 0 0,1 4 21 0 0,-1 0 0 0 0,1 0 0 0 0,-1 0 0 0 0,0 0 0 0 0,1 0-1 0 0,-1 0 1 0 0,0 0 0 0 0,1 1 0 0 0,-1-1 0 0 0,0 1 0 0 0,0 0 0 0 0,0-1-1 0 0,3 5 1 0 0,1 0 246 0 0,21 13 683 0 0,21 17 551 0 0,61 59-1 0 0,-105-91-1694 0 0,0 0-1 0 0,1 0 1 0 0,-1-1-1 0 0,1 1 1 0 0,0-1-1 0 0,0 0 1 0 0,0 0-1 0 0,0-1 1 0 0,7 3-1 0 0,-11-4-17 0 0,1-1 0 0 0,-1 0 1 0 0,0 1-1 0 0,1-1 0 0 0,-1 0 0 0 0,0 0 0 0 0,0 0 1 0 0,1 0-1 0 0,-1-1 0 0 0,0 1 0 0 0,1 0 0 0 0,-1 0 1 0 0,0-1-1 0 0,0 1 0 0 0,0-1 0 0 0,1 1 0 0 0,-1-1 1 0 0,1 0-1 0 0,0-1 7 0 0,0 1 0 0 0,-1-1-1 0 0,1 0 1 0 0,-1 1 0 0 0,0-1 0 0 0,0 0 0 0 0,1 0 0 0 0,-1 0 0 0 0,0 0 0 0 0,-1 0-1 0 0,1 0 1 0 0,0 0 0 0 0,-1 0 0 0 0,1-3 0 0 0,2-15 65 0 0,-1 0 0 0 0,-1 0 0 0 0,-1 0 0 0 0,0-1 0 0 0,-2 1 0 0 0,-5-27 0 0 0,-3-45-335 0 0,10 77-85 0 0,0 0-1 0 0,1 1 1 0 0,1-1-1 0 0,0 0 1 0 0,4-14-1 0 0,2 5-976 0 0</inkml:trace>
</inkml:ink>
</file>

<file path=ppt/ink/ink2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8.6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45 7370 0 0,'7'-21'2865'0'0,"-7"19"-2329"0"0,0 0-1 0 0,1 0 1 0 0,-1 0 0 0 0,1 0 0 0 0,-1 0 0 0 0,1 0-1 0 0,0 0 1 0 0,0 0 0 0 0,2-3 761 0 0,2 35 3276 0 0,10 160-2709 0 0,-13-137-2719 0 0,2 1 0 0 0,2-1 0 0 0,16 60 0 0 0,-16-98-2644 0 0,-4-52-8115 0 0,-5 20 11429 0 0</inkml:trace>
</inkml:ink>
</file>

<file path=ppt/ink/ink2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9.0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2 216 1376 0 0,'-1'-5'670'0'0,"1"-1"0"0"0,0 1 0 0 0,0-1 0 0 0,0 1-1 0 0,1 0 1 0 0,-1-1 0 0 0,2 1 0 0 0,-1 0 0 0 0,2-7 0 0 0,-2 10-510 0 0,1-4 323 0 0,-1 0 0 0 0,2 0 0 0 0,-1 0 0 0 0,1 0 0 0 0,0 0 0 0 0,0 1-1 0 0,0-1 1 0 0,6-6 0 0 0,-7 11-391 0 0,-1-1 1 0 0,0 1-1 0 0,0 0 0 0 0,1 0 0 0 0,-1-1 0 0 0,1 1 1 0 0,-1 0-1 0 0,1 0 0 0 0,0 1 0 0 0,-1-1 0 0 0,1 0 0 0 0,0 1 1 0 0,-1-1-1 0 0,1 1 0 0 0,0-1 0 0 0,0 1 0 0 0,-1 0 0 0 0,1-1 1 0 0,0 1-1 0 0,0 0 0 0 0,0 0 0 0 0,0 1 0 0 0,-1-1 1 0 0,1 0-1 0 0,0 1 0 0 0,0-1 0 0 0,-1 1 0 0 0,1-1 0 0 0,0 1 1 0 0,-1 0-1 0 0,1 0 0 0 0,0 0 0 0 0,2 2 0 0 0,19 14 658 0 0,-2 1 0 0 0,0 1 1 0 0,29 33-1 0 0,-7-7 20 0 0,-19-19-514 0 0,-13-14-121 0 0,0 0 1 0 0,17 12-1 0 0,-27-23-133 0 0,0-1 0 0 0,-1 1 0 0 0,1-1-1 0 0,0 0 1 0 0,0 1 0 0 0,0-1 0 0 0,-1 0 0 0 0,1 0-1 0 0,0 1 1 0 0,0-1 0 0 0,0 0 0 0 0,-1 0 0 0 0,1 0-1 0 0,0 0 1 0 0,0 0 0 0 0,0 0 0 0 0,0-1-1 0 0,-1 1 1 0 0,1 0 0 0 0,0 0 0 0 0,0 0 0 0 0,0-1-1 0 0,-1 1 1 0 0,1 0 0 0 0,0-1 0 0 0,0 1 0 0 0,-1-1-1 0 0,1 1 1 0 0,-1-1 0 0 0,1 1 0 0 0,0-1-1 0 0,-1 0 1 0 0,1 1 0 0 0,-1-1 0 0 0,1 0 0 0 0,-1 1-1 0 0,1-1 1 0 0,-1 0 0 0 0,0 1 0 0 0,1-1 0 0 0,-1 0-1 0 0,1-1 1 0 0,15-39 69 0 0,-14 35-67 0 0,26-100 418 0 0,2-8 118 0 0,-29 112-487 0 0,0-1-1 0 0,0 1 1 0 0,0-1-1 0 0,0 1 1 0 0,1-1 0 0 0,-1 1-1 0 0,1 0 1 0 0,-1 0 0 0 0,1 0-1 0 0,0 0 1 0 0,0 0 0 0 0,0 0-1 0 0,2-2 1 0 0,-3 3-29 0 0,0 1 0 0 0,-1 0 1 0 0,1 0-1 0 0,-1-1 0 0 0,1 1 0 0 0,0 0 1 0 0,-1 0-1 0 0,1 0 0 0 0,-1 0 0 0 0,1 0 1 0 0,0 0-1 0 0,-1 0 0 0 0,1 0 0 0 0,0 0 1 0 0,-1 0-1 0 0,1 0 0 0 0,-1 0 0 0 0,1 0 1 0 0,0 1-1 0 0,-1-1 0 0 0,1 0 0 0 0,0 1 0 0 0,0 0-3 0 0,1 0 0 0 0,-1 0 0 0 0,0 0-1 0 0,1 0 1 0 0,-1 1 0 0 0,0-1-1 0 0,0 0 1 0 0,0 1 0 0 0,0-1-1 0 0,0 1 1 0 0,1 2 0 0 0,9 25 103 0 0,-1 0 1 0 0,13 59 0 0 0,-14-49-308 0 0,15 40 0 0 0,-9-34-719 0 0,-7-23 43 0 0</inkml:trace>
</inkml:ink>
</file>

<file path=ppt/ink/ink2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9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65 2761 0 0,'-1'-1'319'0'0,"0"0"0"0"0,0 0 0 0 0,0 0 1 0 0,0 0-1 0 0,-1 0 0 0 0,1 0 0 0 0,0 0 1 0 0,0 0-1 0 0,-1 1 0 0 0,1-1 0 0 0,0 0 1 0 0,-1 1-1 0 0,1 0 0 0 0,-1-1 0 0 0,1 1 1 0 0,0 0-1 0 0,-1-1 0 0 0,1 1 0 0 0,-1 0 1 0 0,1 0-1 0 0,-1 0 0 0 0,1 0 0 0 0,-1 0 1 0 0,1 1-1 0 0,-1-1 0 0 0,-1 1 0 0 0,0 0 40 0 0,0 1-1 0 0,0 0 1 0 0,1 0 0 0 0,-1 0-1 0 0,0 0 1 0 0,1 0-1 0 0,0 0 1 0 0,-1 1 0 0 0,1-1-1 0 0,0 1 1 0 0,-2 4-1 0 0,-3 4 189 0 0,0 1 0 0 0,1 0 0 0 0,1 0 0 0 0,0 1 0 0 0,-4 14 0 0 0,8-20-428 0 0,-1 1-1 0 0,1 0 0 0 0,0 0 0 0 0,1 0 0 0 0,0-1 1 0 0,0 1-1 0 0,1 0 0 0 0,0 0 0 0 0,0-1 0 0 0,1 1 1 0 0,0 0-1 0 0,0-1 0 0 0,1 1 0 0 0,0-1 0 0 0,0 0 1 0 0,0 0-1 0 0,1 0 0 0 0,7 9 0 0 0,-7-11-116 0 0,0-1 0 0 0,0 0 0 0 0,0 0-1 0 0,0 0 1 0 0,1 0 0 0 0,-1-1 0 0 0,1 0-1 0 0,0 0 1 0 0,0 0 0 0 0,0 0 0 0 0,1-1 0 0 0,-1 0-1 0 0,0 0 1 0 0,1 0 0 0 0,0-1 0 0 0,-1 0 0 0 0,1 0-1 0 0,0 0 1 0 0,-1-1 0 0 0,1 0 0 0 0,0 0 0 0 0,0 0-1 0 0,0-1 1 0 0,-1 0 0 0 0,10-2 0 0 0,-8 1 25 0 0,-1 0-1 0 0,0 0 1 0 0,0 0-1 0 0,0-1 1 0 0,0 0 0 0 0,-1 0-1 0 0,1 0 1 0 0,-1-1 0 0 0,0 0-1 0 0,0 0 1 0 0,0 0 0 0 0,0-1-1 0 0,-1 1 1 0 0,0-1-1 0 0,0 0 1 0 0,0-1 0 0 0,0 1-1 0 0,3-8 1 0 0,-4 5-2 0 0,0 1-1 0 0,0-1 1 0 0,-1 0 0 0 0,0 1 0 0 0,-1-1 0 0 0,0 0-1 0 0,0 0 1 0 0,-1 0 0 0 0,1 0 0 0 0,-2 0-1 0 0,1 0 1 0 0,-1 0 0 0 0,-1 0 0 0 0,-2-11-1 0 0,-2-4 34 0 0,-17-41 0 0 0,20 58-192 0 0,1 0 0 0 0,-1 1 0 0 0,0-1 0 0 0,-1 1 0 0 0,0 0 0 0 0,1 0 0 0 0,-2 0 0 0 0,1 0 1 0 0,0 1-1 0 0,-1-1 0 0 0,0 1 0 0 0,-7-5 0 0 0,-1 4-1124 0 0</inkml:trace>
</inkml:ink>
</file>

<file path=ppt/ink/ink2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9.7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138 35 5065 0 0,'9'-4'94'0'0,"36"-27"9824"0"0,-74 49-7551 0 0,8 0-1461 0 0,2 1 0 0 0,1 0 1 0 0,-20 26-1 0 0,29-32-756 0 0,0-1 0 0 0,1 1-1 0 0,0 0 1 0 0,1 1 0 0 0,1 0 0 0 0,0 0 0 0 0,-4 17-1 0 0,9-27-141 0 0,0 1 0 0 0,0-1 0 0 0,1 1 0 0 0,-1-1-1 0 0,1 1 1 0 0,0 0 0 0 0,1-1 0 0 0,-1 1-1 0 0,1-1 1 0 0,0 1 0 0 0,0-1 0 0 0,0 1-1 0 0,0-1 1 0 0,1 0 0 0 0,0 1 0 0 0,0-1 0 0 0,0 0-1 0 0,5 6 1 0 0,1 0-7 0 0,2 0-1 0 0,-1 0 1 0 0,1-1 0 0 0,21 15-1 0 0,-23-19 0 0 0,1 1-1 0 0,-1 0 1 0 0,-1 1-1 0 0,1-1 1 0 0,-1 1-1 0 0,0 1 1 0 0,-1 0-1 0 0,0 0 1 0 0,0 0-1 0 0,7 14 1 0 0,-12-19 5 0 0,0 0 0 0 0,0 1 0 0 0,-1-1 0 0 0,1 0 0 0 0,-1 1 0 0 0,1-1 0 0 0,-1 1 0 0 0,0-1 0 0 0,-1 1-1 0 0,1-1 1 0 0,0 0 0 0 0,-1 1 0 0 0,0-1 0 0 0,0 0 0 0 0,0 1 0 0 0,0-1 0 0 0,-1 0 0 0 0,1 0 0 0 0,-1 0 0 0 0,0 0 0 0 0,1 0 0 0 0,-2 0 0 0 0,1-1 0 0 0,0 1 0 0 0,-4 3 0 0 0,-3 3-294 0 0,0-2 0 0 0,-1 1 1 0 0,0-1-1 0 0,0-1 0 0 0,0 0 0 0 0,-12 5 0 0 0,-3 0-7076 0 0</inkml:trace>
</inkml:ink>
</file>

<file path=ppt/ink/ink2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40.6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11 6449 0 0,'0'0'143'0'0,"0"-1"0"0"0,0 1 0 0 0,1-1 0 0 0,-1 1 0 0 0,0-1 0 0 0,0 0 0 0 0,1 1 0 0 0,-1-1 0 0 0,0 1 0 0 0,1-1 0 0 0,-1 1 0 0 0,1-1 0 0 0,-1 1 0 0 0,1 0 0 0 0,-1-1 0 0 0,1 1 0 0 0,-1 0 0 0 0,1-1 0 0 0,-1 1-1 0 0,1 0 1 0 0,-1-1 0 0 0,1 1 0 0 0,0 0 0 0 0,-1 0 0 0 0,1 0 0 0 0,-1-1 0 0 0,1 1 0 0 0,0 0 0 0 0,-1 0 0 0 0,1 0 0 0 0,-1 0 0 0 0,1 0 0 0 0,0 0 0 0 0,-1 1 0 0 0,1-1 0 0 0,0 0 0 0 0,-1 0 0 0 0,1 0 0 0 0,-1 0 0 0 0,1 1 0 0 0,-1-1-1 0 0,1 0 1 0 0,-1 1 0 0 0,1-1 0 0 0,0 0 0 0 0,-1 1 0 0 0,0-1 0 0 0,1 1 0 0 0,-1-1 0 0 0,1 0 0 0 0,-1 1 0 0 0,1-1 0 0 0,-1 1 0 0 0,0-1 0 0 0,0 1 0 0 0,1 0 0 0 0,4 13 366 0 0,0 0 1 0 0,-1 0 0 0 0,-1 1-1 0 0,-1-1 1 0 0,0 1 0 0 0,0-1-1 0 0,-2 1 1 0 0,0 17-1 0 0,1 15-35 0 0,12 102-1053 0 0,-4-85-5856 0 0,-7-46 977 0 0</inkml:trace>
</inkml:ink>
</file>

<file path=ppt/ink/ink2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41.2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118 148 4145 0 0,'-42'-4'2243'0'0,"35"2"-1511"0"0,-1 1-1 0 0,1 0 0 0 0,-1 1 0 0 0,1-1 0 0 0,0 1 1 0 0,-1 1-1 0 0,1 0 0 0 0,-9 2 0 0 0,16-3-714 0 0,0 0-1 0 0,0 0 0 0 0,0 0 1 0 0,0 0-1 0 0,0 0 0 0 0,0 0 0 0 0,0 0 1 0 0,0 0-1 0 0,0 0 0 0 0,0 0 17 0 0,0 0-17 0 0,0 0 0 0 0,0 0 1 0 0,0 0-1 0 0,0 0 0 0 0,0 0 0 0 0,0 0 1 0 0,0 0-1 0 0,0 0 0 0 0,0 0 0 0 0,1 0 1 0 0,-1 0-1 0 0,0 0 0 0 0,0 0 1 0 0,0 1-1 0 0,0-1 0 0 0,0 0 0 0 0,0 0 1 0 0,0 0-1 0 0,0 0 0 0 0,0 0 0 0 0,0 0 1 0 0,0 0-1 0 0,0 0 0 0 0,0 0 1 0 0,0 0-1 0 0,-1 0 0 0 0,1 0 0 0 0,0 0 1 0 0,0 0-1 0 0,0 0 0 0 0,12 1 131 0 0,14-2-192 0 0,150-52 2089 0 0,-104 29-1732 0 0,120-23-1 0 0,-167 43-263 0 0,15-3-153 0 0,71-3-1 0 0,-110 11 204 0 0,-1 0-1 0 0,0-1 1 0 0,1 1-1 0 0,-1-1 0 0 0,0 1 1 0 0,1 0-1 0 0,-1-1 1 0 0,0 1-1 0 0,0-1 0 0 0,0 1 1 0 0,1 0-1 0 0,-1-1 1 0 0,0 1-1 0 0,0 0 0 0 0,0-1 1 0 0,0 1-1 0 0,0 0 0 0 0,0-1 1 0 0,-1 1-1 0 0,1 0 1 0 0,0-1-1 0 0,0 1 0 0 0,0 0 1 0 0,-1-1-1 0 0,1 2 1 0 0,-8 30 977 0 0,4-16-731 0 0,3-8-256 0 0,0 1 0 0 0,1 0 0 0 0,0 0 0 0 0,0 0 0 0 0,1 0 0 0 0,0 0 0 0 0,5 15 0 0 0,24 65 51 0 0,-13-40-26 0 0,-13-37-110 0 0,19 57 22 0 0,19 100 1 0 0,-39-148-23 0 0,0-1 1 0 0,-1 1-1 0 0,-1 0 0 0 0,-1 0 0 0 0,-1-1 0 0 0,-1 1 0 0 0,0 0 0 0 0,-2-1 0 0 0,-10 36 1 0 0,11-49-315 0 0,0 0 0 0 0,0-1 0 0 0,-1 1 0 0 0,0-1 1 0 0,0 0-1 0 0,-1 0 0 0 0,1 0 0 0 0,-1-1 0 0 0,0 1 1 0 0,-1-1-1 0 0,-8 6 0 0 0,10-8 86 0 0,0 0-1 0 0,0 0 0 0 0,-1-1 1 0 0,1 0-1 0 0,0 0 1 0 0,-1 0-1 0 0,0-1 1 0 0,1 1-1 0 0,-1-1 1 0 0,0 0-1 0 0,0 0 0 0 0,0-1 1 0 0,0 1-1 0 0,1-1 1 0 0,-1 0-1 0 0,0-1 1 0 0,0 1-1 0 0,-7-2 0 0 0,2-2-880 0 0</inkml:trace>
</inkml:ink>
</file>

<file path=ppt/ink/ink2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41.6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38 6937 0 0,'-20'-28'1445'0'0,"12"18"2718"0"0,12 36-1634 0 0,28 113-1242 0 0,62 161 0 0 0,-93-296-1283 0 0,28 61 139 0 0,-27-61-138 0 0,-1-1 1 0 0,1 0 0 0 0,0 0 0 0 0,1 0 0 0 0,-1 0 0 0 0,1 0-1 0 0,-1 0 1 0 0,1 0 0 0 0,0-1 0 0 0,0 1 0 0 0,0-1 0 0 0,0 0-1 0 0,0 0 1 0 0,1 0 0 0 0,5 2 0 0 0,-6-3 27 0 0,-1-1 0 0 0,0 0 0 0 0,1 0 0 0 0,-1 0 0 0 0,0-1 0 0 0,0 1 0 0 0,1 0 0 0 0,-1-1 0 0 0,0 0 0 0 0,0 1 0 0 0,0-1 0 0 0,0 0 0 0 0,0 0 0 0 0,1 0 0 0 0,1-2 0 0 0,34-25 7 0 0,-14 11-223 0 0,-7 8-570 0 0,0 1 1 0 0,1 0-1 0 0,1 2 0 0 0,-1 0 0 0 0,1 1 0 0 0,25-3 0 0 0,-41 8 755 0 0,41-10-124 0 0</inkml:trace>
</inkml:ink>
</file>

<file path=ppt/ink/ink2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2.5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183 45 7370 0 0,'-2'-3'403'0'0,"0"0"0"0"0,-1 0-1 0 0,1 0 1 0 0,0 0 0 0 0,-1 0 0 0 0,0 0 0 0 0,0 1 0 0 0,1-1 0 0 0,-1 1 0 0 0,-1 0 0 0 0,1 0 0 0 0,0 0 0 0 0,0 0 0 0 0,-1 1 0 0 0,1-1 0 0 0,-1 1 0 0 0,0 0 0 0 0,1 0 0 0 0,-1 0 0 0 0,-5 0 0 0 0,5 1-241 0 0,1 1 0 0 0,-1-1 1 0 0,1 1-1 0 0,-1 0 0 0 0,1 0 0 0 0,0 0 1 0 0,0 0-1 0 0,-1 1 0 0 0,1-1 1 0 0,0 1-1 0 0,0 0 0 0 0,0 0 0 0 0,1 0 1 0 0,-1 0-1 0 0,0 0 0 0 0,1 1 1 0 0,-1-1-1 0 0,1 1 0 0 0,0 0 0 0 0,0 0 1 0 0,0 0-1 0 0,-2 3 0 0 0,-3 9-56 0 0,0-1 0 0 0,1 1 1 0 0,0 0-1 0 0,2 1 0 0 0,-1-1 0 0 0,2 1 0 0 0,0 0 0 0 0,-1 29 0 0 0,3-15-108 0 0,1 0 0 0 0,2-1-1 0 0,10 55 1 0 0,-10-74-11 0 0,0 0 0 0 0,1-1 0 0 0,0 0 0 0 0,1 0 1 0 0,0 0-1 0 0,1 0 0 0 0,0-1 0 0 0,0 1 0 0 0,1-1 1 0 0,0 0-1 0 0,0-1 0 0 0,1 0 0 0 0,0 0 0 0 0,8 7 1 0 0,-11-11-45 0 0,1 0 0 0 0,0 0 0 0 0,-1 0 1 0 0,1 0-1 0 0,1-1 0 0 0,-1 0 0 0 0,0 0 1 0 0,1 0-1 0 0,-1-1 0 0 0,1 1 1 0 0,-1-1-1 0 0,1-1 0 0 0,-1 1 0 0 0,1-1 1 0 0,0 0-1 0 0,-1 0 0 0 0,1-1 1 0 0,0 1-1 0 0,-1-1 0 0 0,1 0 0 0 0,-1-1 1 0 0,1 0-1 0 0,-1 0 0 0 0,0 0 0 0 0,8-4 1 0 0,-4 1 27 0 0,-2-1 1 0 0,1 0 0 0 0,0 0-1 0 0,-1 0 1 0 0,0-1-1 0 0,-1 0 1 0 0,1 0 0 0 0,-1-1-1 0 0,-1 1 1 0 0,1-2-1 0 0,-1 1 1 0 0,-1 0 0 0 0,1-1-1 0 0,-2 0 1 0 0,1 0 0 0 0,-1 0-1 0 0,-1 0 1 0 0,1-1-1 0 0,-1 1 1 0 0,-1-1 0 0 0,0 1-1 0 0,-1-1 1 0 0,0-12 0 0 0,0 7 135 0 0,-1 1 1 0 0,0 0-1 0 0,-1 0 1 0 0,-1 0-1 0 0,0 0 1 0 0,-1 0-1 0 0,-1 0 1 0 0,0 1-1 0 0,-1 0 1 0 0,0 0-1 0 0,-1 0 1 0 0,0 1-1 0 0,-1 0 1 0 0,0 1-1 0 0,-13-14 1 0 0,16 20-74 0 0,-1 0 0 0 0,-1 0 0 0 0,1 1 0 0 0,0 0 0 0 0,-1 0 0 0 0,0 0 0 0 0,0 1 1 0 0,0 0-1 0 0,0 1 0 0 0,-11-3 0 0 0,14 3-280 0 0,-1 2 1 0 0,1-1-1 0 0,-1 0 1 0 0,1 1-1 0 0,-1 0 1 0 0,1 0-1 0 0,-1 0 0 0 0,1 0 1 0 0,-1 1-1 0 0,1 0 1 0 0,-1 0-1 0 0,1 0 1 0 0,0 0-1 0 0,-1 1 1 0 0,1-1-1 0 0,0 1 0 0 0,0 0 1 0 0,-7 5-1 0 0</inkml:trace>
</inkml:ink>
</file>

<file path=ppt/ink/ink2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2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30 1 6913 0 0,'-2'0'9092'0'0,"-2"19"-7088"0"0,-3 28-1697 0 0,0 35 298 0 0,2-31-956 0 0,2 0-1 0 0,2 0 1 0 0,11 96 0 0 0,-10-146 206 0 0,0 1-136 0 0,0 0-1 0 0,0-1 1 0 0,1 1-1 0 0,-1 0 1 0 0,1 0-1 0 0,-1 0 1 0 0,1 0 0 0 0,0 0-1 0 0,0-1 1 0 0,0 1-1 0 0,0 0 1 0 0,0 0-1 0 0,2 1 1 0 0,2-2-1067 0 0</inkml:trace>
</inkml:ink>
</file>

<file path=ppt/ink/ink2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3.1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0 267 4145 0 0,'1'-16'-41'0'0,"5"-51"1267"0"0,-5 63-855 0 0,0 0-1 0 0,0 0 1 0 0,0 0-1 0 0,1 0 1 0 0,-1 0-1 0 0,1 0 1 0 0,0 1-1 0 0,0-1 1 0 0,0 0-1 0 0,0 1 1 0 0,1 0-1 0 0,-1 0 0 0 0,5-5 1 0 0,-5 8-202 0 0,-1-1 0 0 0,0 1 0 0 0,0-1 0 0 0,0 1 0 0 0,0-1 0 0 0,1 1-1 0 0,-1 0 1 0 0,0 0 0 0 0,0 0 0 0 0,1 0 0 0 0,-1 0 0 0 0,0 0 0 0 0,1 0 0 0 0,-1 0 0 0 0,0 0 0 0 0,0 0 0 0 0,1 1 0 0 0,-1-1 0 0 0,0 1 0 0 0,0-1 0 0 0,0 1 0 0 0,0-1 0 0 0,1 1-1 0 0,-1-1 1 0 0,0 1 0 0 0,0 0 0 0 0,0 0 0 0 0,0 0 0 0 0,-1 0 0 0 0,1-1 0 0 0,0 1 0 0 0,1 2 0 0 0,31 37 1873 0 0,-27-32-1671 0 0,44 61 1212 0 0,106 127 30 0 0,-154-193-1623 0 0,1 0 1 0 0,0 0-1 0 0,0-1 0 0 0,1 1 1 0 0,-1-1-1 0 0,0 1 1 0 0,1-1-1 0 0,0 0 1 0 0,4 1-1 0 0,-7-2 16 0 0,0-1 0 0 0,0 0 0 0 0,0 0 0 0 0,0 0 0 0 0,0 0 0 0 0,0 0 1 0 0,0 0-1 0 0,0 0 0 0 0,0 0 0 0 0,1 0 0 0 0,-1-1 0 0 0,0 1 0 0 0,-1 0 0 0 0,1-1 0 0 0,0 1 0 0 0,0-1 0 0 0,0 1 1 0 0,0-1-1 0 0,0 1 0 0 0,0-1 0 0 0,0 1 0 0 0,-1-1 0 0 0,1 0 0 0 0,0 0 0 0 0,0 1 0 0 0,-1-1 0 0 0,1 0 0 0 0,-1 0 1 0 0,1 0-1 0 0,-1 0 0 0 0,1 0 0 0 0,-1 0 0 0 0,1 0 0 0 0,-1 0 0 0 0,0 0 0 0 0,1 0 0 0 0,-1 0 0 0 0,0 0 0 0 0,0 0 1 0 0,0 0-1 0 0,0-1 0 0 0,3-21 134 0 0,0 1 0 0 0,-2-1 0 0 0,-1 1 0 0 0,-4-43 0 0 0,0-13 96 0 0,3 31-630 0 0,6-103-5956 0 0,-2 128-557 0 0</inkml:trace>
</inkml:ink>
</file>

<file path=ppt/ink/ink2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3.7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1827 30 2304 0 0,'-18'-30'18736'0'0,"18"44"-18493"0"0,11 138 460 0 0,7-1 1 0 0,37 153-1 0 0,-39-239-691 0 0,9 102 0 0 0,-22-135-17 0 0,-2 0 1 0 0,-1 1-1 0 0,-2-1 0 0 0,-1 1 1 0 0,-9 39-1 0 0,11-68 3 0 0,0 0-1 0 0,-1 1 1 0 0,1-1 0 0 0,-1 0 0 0 0,0 0-1 0 0,0 0 1 0 0,0 0 0 0 0,-1-1 0 0 0,1 1-1 0 0,-1-1 1 0 0,0 1 0 0 0,0-1 0 0 0,0 0-1 0 0,0 0 1 0 0,-1 0 0 0 0,1 0 0 0 0,-1-1-1 0 0,0 1 1 0 0,1-1 0 0 0,-1 0-1 0 0,0 0 1 0 0,0-1 0 0 0,-1 1 0 0 0,-4 0-1 0 0,-10 2-27 0 0,1-1 0 0 0,0-1-1 0 0,0-1 1 0 0,-31-2 0 0 0,6 1 123 0 0,-359 25-79 0 0,88-2-21 0 0,-2-26-72 0 0,-186-44-3455 0 0,478 45 2401 0 0,0-1 0 0 0,0-2-1 0 0,-25-7 1 0 0,25 3-4480 0 0</inkml:trace>
</inkml:ink>
</file>

<file path=ppt/ink/ink2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3.9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27 6449 0 0,'-1'-2'560'0'0,"1"0"0"0"0,0 0-1 0 0,-1 1 1 0 0,8-19 7728 0 0,-7 21-8221 0 0,6 16 1006 0 0,71 355 2357 0 0,-17-78-3091 0 0,-38-182-408 0 0,17 75-376 0 0,-28-148-1245 0 0,17 41 0 0 0,-21-64 283 0 0,-1-3-174 0 0</inkml:trace>
</inkml:ink>
</file>

<file path=ppt/ink/ink2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4.3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1 311 656 0 0,'0'-1'27'0'0,"0"-1"1"0"0,0 1-1 0 0,-1-1 0 0 0,1 1 0 0 0,0 0 1 0 0,0-1-1 0 0,0 1 0 0 0,1-1 0 0 0,-1 1 0 0 0,0-1 1 0 0,1 1-1 0 0,-1 0 0 0 0,0-1 0 0 0,1 1 1 0 0,0 0-1 0 0,-1-1 0 0 0,1 1 0 0 0,0 0 0 0 0,-1 0 1 0 0,1-1-1 0 0,0 1 0 0 0,0 0 0 0 0,0 0 1 0 0,0 0-1 0 0,0 0 0 0 0,0 0 0 0 0,1 1 1 0 0,-1-1-1 0 0,0 0 0 0 0,0 0 0 0 0,1 1 0 0 0,-1-1 1 0 0,2 0-1 0 0,50-23 1337 0 0,-52 24-1331 0 0,47-14 2039 0 0,0 2 0 0 0,1 3 0 0 0,90-7 0 0 0,-62 9-520 0 0,206-17 1378 0 0,-32 4-2159 0 0,34 0-308 0 0,13-1 392 0 0,-239 15-668 0 0,165-23 1020 0 0,-179 21-1532 0 0,-2-2 0 0 0,1-2 0 0 0,41-19 0 0 0,-66 23-6101 0 0</inkml:trace>
</inkml:ink>
</file>

<file path=ppt/ink/ink2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4.4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48 6417 0 0,'-1'-1'165'0'0,"0"0"0"0"0,0-1 0 0 0,1 1 0 0 0,-1-1 0 0 0,0 1 0 0 0,1-1 0 0 0,-1 1 0 0 0,1-1 0 0 0,-1 1 0 0 0,1-1 0 0 0,-1 0-1 0 0,1 1 1 0 0,0-3 0 0 0,0 3 151 0 0,-1 0-1 0 0,1 0 1 0 0,0 0-1 0 0,0-1 0 0 0,0 1 1 0 0,0 0-1 0 0,0 0 1 0 0,0 0-1 0 0,0 0 1 0 0,0 0-1 0 0,1 0 1 0 0,-1-1-1 0 0,0 1 0 0 0,1 0 1 0 0,-1 0-1 0 0,1 0 1 0 0,-1 0-1 0 0,1 0 1 0 0,-1 0-1 0 0,1 0 1 0 0,1-1-1 0 0,-2 2-179 0 0,1 1-1 0 0,0-1 1 0 0,-1 0-1 0 0,1 0 1 0 0,-1 1 0 0 0,1-1-1 0 0,0 0 1 0 0,-1 1-1 0 0,1-1 1 0 0,-1 0 0 0 0,1 1-1 0 0,-1-1 1 0 0,1 1 0 0 0,-1-1-1 0 0,1 1 1 0 0,-1-1-1 0 0,1 1 1 0 0,-1 0 0 0 0,0-1-1 0 0,1 1 1 0 0,-1-1-1 0 0,0 1 1 0 0,0 0 0 0 0,1-1-1 0 0,-1 2 1 0 0,8 18 446 0 0,-8-20-516 0 0,46 135 1661 0 0,44 118-2076 0 0,-89-252 113 0 0,7 20-1626 0 0</inkml:trace>
</inkml:ink>
</file>

<file path=ppt/ink/ink2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5.1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13 136 5065 0 0,'-1'-1'102'0'0,"0"1"1"0"0,0-1-1 0 0,0 0 1 0 0,0 0-1 0 0,0 1 0 0 0,1-1 1 0 0,-1 0-1 0 0,0 0 0 0 0,1 0 1 0 0,-1 0-1 0 0,0 0 1 0 0,1 0-1 0 0,-1 0 0 0 0,1 0 1 0 0,0 0-1 0 0,-1-1 0 0 0,1 1 1 0 0,0 0-1 0 0,0 0 1 0 0,0 0-1 0 0,0 0 0 0 0,0 0 1 0 0,0-1-1 0 0,0 1 0 0 0,0 0 1 0 0,0 0-1 0 0,0 0 0 0 0,1 0 1 0 0,-1 0-1 0 0,0-1 1 0 0,1 1-1 0 0,-1 0 0 0 0,1 0 1 0 0,-1 0-1 0 0,1 0 0 0 0,0 0 1 0 0,1-1-1 0 0,0-2-23 0 0,1-1 0 0 0,0 1 0 0 0,0 0 0 0 0,0 0-1 0 0,0 0 1 0 0,1 0 0 0 0,6-4 0 0 0,4-1 353 0 0,1 1 0 0 0,0 1 0 0 0,1 0 0 0 0,0 1 0 0 0,0 1 0 0 0,0 1 0 0 0,0 0 0 0 0,1 1 0 0 0,-1 0 0 0 0,1 2 0 0 0,0 0 0 0 0,0 1 0 0 0,0 0 0 0 0,30 6 0 0 0,-44-6-416 0 0,0 0 1 0 0,0 1-1 0 0,0 0 0 0 0,0-1 1 0 0,0 1-1 0 0,0 0 0 0 0,0 1 0 0 0,-1-1 1 0 0,1 0-1 0 0,0 1 0 0 0,-1 0 1 0 0,1-1-1 0 0,-1 1 0 0 0,1 0 1 0 0,-1 0-1 0 0,0 1 0 0 0,0-1 0 0 0,0 0 1 0 0,0 1-1 0 0,0-1 0 0 0,0 1 1 0 0,-1 0-1 0 0,1-1 0 0 0,-1 1 1 0 0,0 0-1 0 0,0 0 0 0 0,0 0 0 0 0,0 0 1 0 0,0 0-1 0 0,-1 0 0 0 0,0 0 1 0 0,1 0-1 0 0,-1 0 0 0 0,0 0 1 0 0,0 0-1 0 0,-1 0 0 0 0,1 1 0 0 0,-1-1 1 0 0,0 3-1 0 0,-2 4 36 0 0,0-1 1 0 0,0 0-1 0 0,-1 0 0 0 0,0 0 0 0 0,-1-1 1 0 0,0 1-1 0 0,0-1 0 0 0,-1 0 0 0 0,0-1 1 0 0,0 1-1 0 0,-11 9 0 0 0,-1-2 150 0 0,-1-2 0 0 0,0 1 0 0 0,-1-2 0 0 0,0-1 0 0 0,-25 10 0 0 0,23-12-936 0 0,0-1 0 0 0,-38 8-1 0 0,36-13-2459 0 0</inkml:trace>
</inkml:ink>
</file>

<file path=ppt/ink/ink2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5.4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 5529 0 0,'19'-13'6963'0'0,"-18"13"-6811"0"0,-1 1 0 0 0,0-1 0 0 0,1 1 0 0 0,-1-1 0 0 0,0 0 0 0 0,0 1 0 0 0,0-1 0 0 0,0 1 0 0 0,1-1 0 0 0,-1 1 0 0 0,0-1 0 0 0,0 0-1 0 0,0 1 1 0 0,0-1 0 0 0,0 1 0 0 0,0-1 0 0 0,0 1 0 0 0,0-1 0 0 0,0 1 0 0 0,0-1 0 0 0,0 0 0 0 0,-1 1 0 0 0,1-1 0 0 0,0 1-1 0 0,0-1 1 0 0,0 0 0 0 0,-1 1 0 0 0,-6 67 2923 0 0,2-30-2224 0 0,0 51 0 0 0,5-78-1060 0 0,1 0 0 0 0,0 0 0 0 0,0 0 0 0 0,1 0 0 0 0,1-1-1 0 0,0 1 1 0 0,0-1 0 0 0,1 0 0 0 0,7 14 0 0 0,-10-22-158 0 0,0 0 0 0 0,1 0 1 0 0,-1 0-1 0 0,1 0 0 0 0,-1 0 0 0 0,1 0 0 0 0,0-1 0 0 0,0 1 0 0 0,0-1 1 0 0,0 1-1 0 0,3 1 0 0 0</inkml:trace>
</inkml:ink>
</file>

<file path=ppt/ink/ink2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5.8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0 150 3225 0 0,'1'-3'-179'0'0,"7"-37"4236"0"0,-8 38-3845 0 0,0 1 0 0 0,0 0 0 0 0,1 0 0 0 0,-1 0 0 0 0,1 0 0 0 0,-1 0 1 0 0,1 0-1 0 0,-1 0 0 0 0,1 0 0 0 0,-1 0 0 0 0,1 0 0 0 0,0 0 0 0 0,-1 0 0 0 0,1 0 0 0 0,0 0 0 0 0,0 1 0 0 0,0-1 0 0 0,0 0 1 0 0,0 1-1 0 0,0-1 0 0 0,0 0 0 0 0,0 1 0 0 0,0-1 0 0 0,0 1 0 0 0,0 0 0 0 0,0-1 0 0 0,0 1 0 0 0,0 0 0 0 0,0 0 1 0 0,3-1-1 0 0,-3 2-83 0 0,0 0 1 0 0,1-1-1 0 0,-1 1 0 0 0,1 0 1 0 0,-1 0-1 0 0,0 0 1 0 0,1 0-1 0 0,-1 0 1 0 0,0 0-1 0 0,0 0 1 0 0,0 0-1 0 0,0 0 1 0 0,0 1-1 0 0,0-1 1 0 0,0 0-1 0 0,1 3 1 0 0,13 28 967 0 0,-11-22-693 0 0,0-2-335 0 0,8 19 838 0 0,30 48 0 0 0,-38-69-809 0 0,0 0 0 0 0,1 0 0 0 0,-1 0 1 0 0,1-1-1 0 0,0 1 0 0 0,1-2 0 0 0,-1 1 0 0 0,1 0 0 0 0,0-1 0 0 0,0 0 0 0 0,1 0 0 0 0,-1-1 0 0 0,10 4 0 0 0,-15-7-113 0 0,1 0-1 0 0,-1 1 1 0 0,1-1-1 0 0,-1 0 0 0 0,1 0 1 0 0,0 0-1 0 0,-1 0 1 0 0,1 0-1 0 0,-1 0 0 0 0,1 0 1 0 0,-1-1-1 0 0,1 1 1 0 0,0-1-1 0 0,-1 1 0 0 0,1-1 1 0 0,-1 1-1 0 0,0-1 1 0 0,1 0-1 0 0,-1 0 0 0 0,1 0 1 0 0,-1 0-1 0 0,0 0 1 0 0,0 0-1 0 0,0 0 0 0 0,0 0 1 0 0,0 0-1 0 0,0 0 1 0 0,0-1-1 0 0,0 1 0 0 0,0 0 1 0 0,0-1-1 0 0,0 1 1 0 0,-1-1-1 0 0,1 1 0 0 0,0-3 1 0 0,3-8-183 0 0,-1 1 0 0 0,0-1 0 0 0,2-21 0 0 0,-3 19 119 0 0,20-93-184 0 0,-19 96 344 0 0,1-1 1 0 0,0 1-1 0 0,0 0 0 0 0,1 1 0 0 0,0-1 0 0 0,1 1 1 0 0,8-11-1 0 0,-13 20-32 0 0,0 0 1 0 0,0 0-1 0 0,-1 0 1 0 0,1 0-1 0 0,0 0 1 0 0,0 0 0 0 0,0 1-1 0 0,0-1 1 0 0,0 0-1 0 0,0 1 1 0 0,0-1-1 0 0,1 1 1 0 0,-1-1-1 0 0,0 1 1 0 0,0-1-1 0 0,0 1 1 0 0,0 0-1 0 0,1 0 1 0 0,-1-1-1 0 0,0 1 1 0 0,0 0-1 0 0,1 0 1 0 0,-1 0-1 0 0,0 1 1 0 0,0-1-1 0 0,1 0 1 0 0,-1 0-1 0 0,0 1 1 0 0,0-1 0 0 0,0 0-1 0 0,0 1 1 0 0,1-1-1 0 0,-1 1 1 0 0,0 0-1 0 0,0-1 1 0 0,0 1-1 0 0,0 0 1 0 0,0 0-1 0 0,0-1 1 0 0,-1 1-1 0 0,1 0 1 0 0,0 0-1 0 0,0 0 1 0 0,1 2-1 0 0,5 6 231 0 0,0 1 0 0 0,-1 0 0 0 0,10 19 0 0 0,-10-18-367 0 0,6 12-96 0 0,1-1 0 0 0,0 0 0 0 0,2-1 1 0 0,0-1-1 0 0,33 33 0 0 0,-33-41-816 0 0</inkml:trace>
</inkml:ink>
</file>

<file path=ppt/ink/ink2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6.2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72 41 6849 0 0,'0'-1'71'0'0,"0"1"-1"0"0,0-1 1 0 0,0 1-1 0 0,0-1 1 0 0,0 1-1 0 0,0-1 0 0 0,0 1 1 0 0,0-1-1 0 0,0 1 1 0 0,-1 0-1 0 0,1-1 0 0 0,0 1 1 0 0,0-1-1 0 0,0 1 1 0 0,-1-1-1 0 0,1 1 0 0 0,0 0 1 0 0,-1-1-1 0 0,1 1 1 0 0,0 0-1 0 0,-1-1 1 0 0,1 1-1 0 0,-1 0 0 0 0,1-1 1 0 0,0 1-1 0 0,-1 0 1 0 0,1 0-1 0 0,-1-1 0 0 0,1 1 1 0 0,-1 0-1 0 0,1 0 1 0 0,-1 0-1 0 0,1 0 0 0 0,-1 0 1 0 0,1 0-1 0 0,-2 0 1 0 0,-15 13 2737 0 0,-9 29-173 0 0,22-30-2381 0 0,1 0-1 0 0,0 0 1 0 0,1 0 0 0 0,0 0-1 0 0,0 0 1 0 0,2 1 0 0 0,-1-1-1 0 0,2 0 1 0 0,-1 1 0 0 0,2-1 0 0 0,4 21-1 0 0,-4-27-144 0 0,-1 0 0 0 0,1-1 0 0 0,0 1-1 0 0,1-1 1 0 0,0 0 0 0 0,-1 1 0 0 0,2-1 0 0 0,-1-1-1 0 0,0 1 1 0 0,1 0 0 0 0,8 7 0 0 0,-9-10-40 0 0,1 1 0 0 0,-1-1 1 0 0,1 0-1 0 0,0 0 0 0 0,0 0 1 0 0,-1-1-1 0 0,1 1 0 0 0,1-1 1 0 0,-1 0-1 0 0,0 0 0 0 0,0 0 0 0 0,0-1 1 0 0,0 1-1 0 0,1-1 0 0 0,-1 0 1 0 0,0 0-1 0 0,0-1 0 0 0,5 0 0 0 0,-4 1-25 0 0,0-1-1 0 0,0 0 1 0 0,-1 0-1 0 0,1-1 1 0 0,0 1-1 0 0,-1-1 1 0 0,1 0-1 0 0,-1 0 1 0 0,0-1-1 0 0,1 1 1 0 0,-1-1-1 0 0,0 0 1 0 0,-1 0-1 0 0,1 0 1 0 0,0 0 0 0 0,-1-1-1 0 0,0 0 1 0 0,0 1-1 0 0,0-1 1 0 0,0 0-1 0 0,-1 0 1 0 0,1-1-1 0 0,-1 1 1 0 0,0-1-1 0 0,0 1 1 0 0,-1-1-1 0 0,0 1 1 0 0,1-1-1 0 0,-1 0 1 0 0,-1 0-1 0 0,1 0 1 0 0,-1 0-1 0 0,0 1 1 0 0,0-7-1 0 0,-1 1 13 0 0,0 0-1 0 0,0 0 0 0 0,-1-1 1 0 0,0 1-1 0 0,-1 1 1 0 0,0-1-1 0 0,-1 0 1 0 0,0 1-1 0 0,0 0 1 0 0,-1-1-1 0 0,0 2 0 0 0,-1-1 1 0 0,0 1-1 0 0,0 0 1 0 0,-11-11-1 0 0,7 10-35 0 0,0 1 0 0 0,-1 0 0 0 0,-20-12 0 0 0,28 18-99 0 0,0 1 0 0 0,0-1 0 0 0,1 1 0 0 0,-1 0 0 0 0,-1-1 0 0 0,1 1 0 0 0,0 1 0 0 0,0-1 0 0 0,0 0 0 0 0,0 1 0 0 0,-1 0 0 0 0,1-1 0 0 0,0 1 0 0 0,0 1 0 0 0,-1-1 0 0 0,1 0 0 0 0,0 1 0 0 0,0 0 0 0 0,0-1 0 0 0,-6 4 0 0 0,-2 9-3572 0 0</inkml:trace>
</inkml:ink>
</file>

<file path=ppt/ink/ink2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6.6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149 53 2761 0 0,'1'-2'364'0'0,"-1"1"-1"0"0,1-1 1 0 0,-1 0 0 0 0,0 0 0 0 0,0 0 0 0 0,0 0 0 0 0,0 0 0 0 0,0 0 0 0 0,0 0 0 0 0,0 0 0 0 0,-1 0 0 0 0,1 0-1 0 0,-1 0 1 0 0,1 0 0 0 0,-1 1 0 0 0,0-1 0 0 0,0 0 0 0 0,0 0 0 0 0,0 1 0 0 0,0-1 0 0 0,0 0 0 0 0,0 1 0 0 0,-1-1-1 0 0,-2-1 1 0 0,3 2-174 0 0,0 0-1 0 0,0 1 0 0 0,-1-1 1 0 0,1 0-1 0 0,0 1 1 0 0,-1 0-1 0 0,1-1 0 0 0,0 1 1 0 0,-1 0-1 0 0,1-1 1 0 0,-1 1-1 0 0,1 0 0 0 0,0 0 1 0 0,-1 0-1 0 0,1 1 0 0 0,-1-1 1 0 0,1 0-1 0 0,0 0 1 0 0,-1 1-1 0 0,1-1 0 0 0,0 1 1 0 0,-1-1-1 0 0,1 1 0 0 0,0-1 1 0 0,-1 1-1 0 0,1 0 1 0 0,0 0-1 0 0,0 0 0 0 0,0 0 1 0 0,0-1-1 0 0,0 1 0 0 0,0 1 1 0 0,0-1-1 0 0,-1 2 1 0 0,-9 9 35 0 0,1 2 1 0 0,1 0 0 0 0,0 0-1 0 0,0 0 1 0 0,2 1-1 0 0,0 0 1 0 0,-10 32 0 0 0,14-39-153 0 0,1-1 0 0 0,1 1 1 0 0,-1 0-1 0 0,1-1 0 0 0,0 1 1 0 0,1 0-1 0 0,0 0 0 0 0,0 0 1 0 0,1-1-1 0 0,0 1 0 0 0,0 0 0 0 0,1 0 1 0 0,0-1-1 0 0,0 1 0 0 0,0-1 1 0 0,1 0-1 0 0,1 1 0 0 0,7 12 1 0 0,-2-10-103 0 0,1 0 0 0 0,0-1 0 0 0,1 1 0 0 0,0-2 0 0 0,0 0 0 0 0,1 0 0 0 0,0-1 1 0 0,20 8-1 0 0,-18-8-6 0 0,0 0 1 0 0,-1 0-1 0 0,-1 1 1 0 0,1 1-1 0 0,-1 0 1 0 0,20 19-1 0 0,-31-26 39 0 0,0-1 0 0 0,0 0-1 0 0,0 0 1 0 0,0 1 0 0 0,0-1 0 0 0,-1 0-1 0 0,1 1 1 0 0,0-1 0 0 0,-1 1 0 0 0,1-1-1 0 0,-1 1 1 0 0,1-1 0 0 0,-1 1 0 0 0,0 0-1 0 0,1-1 1 0 0,-1 1 0 0 0,0 0-1 0 0,0-1 1 0 0,0 1 0 0 0,-1-1 0 0 0,1 1-1 0 0,0 0 1 0 0,-1 1 0 0 0,0 0 36 0 0,-1 0 0 0 0,1-1 0 0 0,-1 1 0 0 0,0 0 0 0 0,0-1 0 0 0,0 1 0 0 0,0-1 0 0 0,0 0 0 0 0,0 1 0 0 0,0-1 0 0 0,-4 2 0 0 0,-4 2 152 0 0,1 0 0 0 0,-1 0 0 0 0,0-1 0 0 0,-1-1 0 0 0,-18 7 0 0 0,17-8-241 0 0,0-1 1 0 0,0 0-1 0 0,0-1 1 0 0,0 0-1 0 0,0-1 0 0 0,-13-1 1 0 0,8-1-488 0 0</inkml:trace>
</inkml:ink>
</file>

<file path=ppt/ink/ink2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6.2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163 160 3225 0 0,'0'-1'107'0'0,"0"-1"0"0"0,0 1 1 0 0,0 0-1 0 0,0 0 0 0 0,-1-1 1 0 0,1 1-1 0 0,0 0 1 0 0,-1-1-1 0 0,1 1 0 0 0,-1 0 1 0 0,1 0-1 0 0,-1-1 0 0 0,0 1 1 0 0,1 0-1 0 0,-1 0 0 0 0,0 0 1 0 0,0 0-1 0 0,0 0 1 0 0,0 0-1 0 0,0 0 0 0 0,0 0 1 0 0,0 1-1 0 0,0-1 0 0 0,0 0 1 0 0,0 1-1 0 0,-1-1 0 0 0,1 0 1 0 0,0 1-1 0 0,0 0 1 0 0,-1-1-1 0 0,1 1 0 0 0,0 0 1 0 0,0-1-1 0 0,-1 1 0 0 0,1 0 1 0 0,0 0-1 0 0,-1 0 0 0 0,1 0 1 0 0,-3 1-1 0 0,0-1 97 0 0,1 0-1 0 0,-1 1 1 0 0,0 0-1 0 0,0 0 1 0 0,0 0-1 0 0,1 0 1 0 0,-1 0-1 0 0,0 1 1 0 0,1 0-1 0 0,-1-1 1 0 0,1 1-1 0 0,-5 4 1 0 0,0 2 19 0 0,1 1 0 0 0,1-1 0 0 0,-1 1 0 0 0,2 0 0 0 0,-1 1 1 0 0,1-1-1 0 0,1 1 0 0 0,-1 0 0 0 0,2 0 0 0 0,-1 0 0 0 0,-2 19 0 0 0,3-13-163 0 0,1 0 0 0 0,0 0 1 0 0,1 0-1 0 0,1-1 0 0 0,1 1 0 0 0,0 0 0 0 0,5 22 0 0 0,-5-32-52 0 0,0 0-1 0 0,1-1 1 0 0,0 1 0 0 0,0 0 0 0 0,1-1-1 0 0,-1 1 1 0 0,1-1 0 0 0,0 0 0 0 0,0 0 0 0 0,1 0-1 0 0,0 0 1 0 0,0-1 0 0 0,0 1 0 0 0,0-1-1 0 0,1 0 1 0 0,-1 0 0 0 0,1-1 0 0 0,0 1 0 0 0,0-1-1 0 0,1 0 1 0 0,-1-1 0 0 0,1 1 0 0 0,-1-1-1 0 0,1 0 1 0 0,10 2 0 0 0,-7-3 6 0 0,1 0 0 0 0,-1 0 0 0 0,0-1 0 0 0,1 0 0 0 0,-1-1 0 0 0,0 0 1 0 0,0-1-1 0 0,0 0 0 0 0,1 0 0 0 0,-2-1 0 0 0,1 0 0 0 0,0 0 0 0 0,-1-1 0 0 0,1 0 0 0 0,-1-1 0 0 0,8-5 0 0 0,-8 3 104 0 0,0 1-1 0 0,-1-1 0 0 0,0 0 0 0 0,0 0 1 0 0,0-1-1 0 0,-1 0 0 0 0,0 0 0 0 0,-1-1 1 0 0,0 1-1 0 0,0-1 0 0 0,-1 0 0 0 0,0-1 1 0 0,-1 1-1 0 0,0-1 0 0 0,0 0 0 0 0,-1 1 1 0 0,0-1-1 0 0,-1 0 0 0 0,0 0 0 0 0,0 0 1 0 0,-1 0-1 0 0,-1 0 0 0 0,0 0 0 0 0,-2-12 1 0 0,0 4 35 0 0,-1 0 1 0 0,-1 0-1 0 0,0 1 1 0 0,-1-1-1 0 0,-1 1 0 0 0,-1 1 1 0 0,-1-1-1 0 0,0 2 1 0 0,0-1-1 0 0,-2 1 1 0 0,0 1-1 0 0,-20-21 1 0 0,-4 9-330 0 0,33 24-14 0 0,0 1 0 0 0,0 0 0 0 0,0 0 0 0 0,0 0 0 0 0,-1 0 0 0 0,1 1 0 0 0,0-1 0 0 0,-1 0 0 0 0,1 1-1 0 0,-1 0 1 0 0,1 0 0 0 0,0 0 0 0 0,-1 0 0 0 0,1 0 0 0 0,-5 0 0 0 0</inkml:trace>
</inkml:ink>
</file>

<file path=ppt/ink/ink2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6.5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46 2761 0 0,'12'-12'-128'0'0,"10"-11"2195"0"0,-21 22-1646 0 0,0 0-1 0 0,0 0 0 0 0,0 1 0 0 0,0-1 1 0 0,0 0-1 0 0,1 0 0 0 0,-1 1 1 0 0,0-1-1 0 0,0 0 0 0 0,0 1 1 0 0,1-1-1 0 0,-1 1 0 0 0,0 0 1 0 0,1-1-1 0 0,1 1 0 0 0,-2 0-221 0 0,0 1 1 0 0,0 0-1 0 0,0-1 0 0 0,0 1 0 0 0,0 0 0 0 0,0-1 1 0 0,-1 1-1 0 0,1 0 0 0 0,0 0 0 0 0,-1 0 1 0 0,1 0-1 0 0,0 0 0 0 0,-1-1 0 0 0,1 1 1 0 0,-1 0-1 0 0,0 0 0 0 0,1 0 0 0 0,-1 1 0 0 0,0-1 1 0 0,1 0-1 0 0,-1 1 0 0 0,5 30 1107 0 0,-4-26-995 0 0,10 147 2117 0 0,-1-6-1660 0 0,-6-123-1368 0 0,0-1 1 0 0,1 0 0 0 0,2 0-1 0 0,12 30 1 0 0,-12-38-1438 0 0,-1-1-3748 0 0</inkml:trace>
</inkml:ink>
</file>

<file path=ppt/ink/ink2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6.7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0 183 9218 0 0,'0'-4'122'0'0,"0"0"-1"0"0,1 0 1 0 0,0-1-1 0 0,-1 1 1 0 0,1 0 0 0 0,1 0-1 0 0,-1 0 1 0 0,0 0 0 0 0,1 0-1 0 0,0 1 1 0 0,0-1-1 0 0,0 0 1 0 0,1 1 0 0 0,-1 0-1 0 0,1-1 1 0 0,-1 1-1 0 0,1 0 1 0 0,0 0 0 0 0,6-4-1 0 0,9-8 266 0 0,0 1 0 0 0,24-13-1 0 0,-38 24-369 0 0,9-5-97 0 0,0 1 0 0 0,1 0 0 0 0,22-9 0 0 0,-30 15-246 0 0,-1-1 1 0 0,0 1 0 0 0,0 0-1 0 0,0 0 1 0 0,0 0 0 0 0,1 1 0 0 0,-1 0-1 0 0,0 0 1 0 0,1 0 0 0 0,-1 1-1 0 0,0-1 1 0 0,0 1 0 0 0,10 3-1 0 0,0 3-1049 0 0</inkml:trace>
</inkml:ink>
</file>

<file path=ppt/ink/ink2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6.9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1 177 5065 0 0,'35'-24'4601'0'0,"3"-1"-4304"0"0,109-87-2029 0 0,-128 97 1719 0 0</inkml:trace>
</inkml:ink>
</file>

<file path=ppt/ink/ink2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7.1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62 16 6449 0 0,'-16'-9'138'0'0,"-8"2"4789"0"0,23 7-4769 0 0,0 0 1 0 0,0 0-1 0 0,0 1 1 0 0,0-1-1 0 0,0 0 1 0 0,1 0-1 0 0,-1 1 1 0 0,0-1 0 0 0,0 0-1 0 0,0 1 1 0 0,0-1-1 0 0,0 1 1 0 0,0 0-1 0 0,1-1 1 0 0,-1 1-1 0 0,0-1 1 0 0,0 1 0 0 0,1 0-1 0 0,-1 0 1 0 0,1-1-1 0 0,-1 1 1 0 0,0 0-1 0 0,1 0 1 0 0,0 0-1 0 0,-1 0 1 0 0,1 0 0 0 0,-1 0-1 0 0,1 0 1 0 0,0-1-1 0 0,0 1 1 0 0,0 0-1 0 0,-1 0 1 0 0,1 0 0 0 0,0 0-1 0 0,0 0 1 0 0,0 0-1 0 0,0 0 1 0 0,1 0-1 0 0,-1 1 1 0 0,2 27 193 0 0,1-1 1 0 0,2 0 0 0 0,1 0-1 0 0,1 0 1 0 0,17 42 0 0 0,-10-29-1062 0 0,12 56-1 0 0,-22-75-327 0 0</inkml:trace>
</inkml:ink>
</file>

<file path=ppt/ink/ink2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7.3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0 221 5065 0 0,'1'-8'292'0'0,"0"0"0"0"0,0 1 0 0 0,1-1 0 0 0,0 0 0 0 0,0 1 0 0 0,1 0-1 0 0,0-1 1 0 0,0 1 0 0 0,6-8 0 0 0,1 0 589 0 0,0 1-1 0 0,1 1 1 0 0,14-14-1 0 0,-15 16-384 0 0,1 1 0 0 0,0 1 0 0 0,16-11 0 0 0,-22 17-532 0 0,-1 0 0 0 0,1 1 1 0 0,0 0-1 0 0,-1 0 0 0 0,9-2 0 0 0,-10 3-229 0 0,-1 1-1 0 0,0-1 1 0 0,1 1 0 0 0,-1 0 0 0 0,0 0-1 0 0,1 0 1 0 0,-1 0 0 0 0,0 0-1 0 0,1 1 1 0 0,-1-1 0 0 0,0 1-1 0 0,0 0 1 0 0,3 0 0 0 0</inkml:trace>
</inkml:ink>
</file>

<file path=ppt/ink/ink2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7.4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64 2304 0 0,'-9'20'470'0'0,"9"-20"-377"0"0,0 0 0 0 0,0 1 0 0 0,0-1 0 0 0,0 0-1 0 0,0 1 1 0 0,0-1 0 0 0,0 0 0 0 0,0 0 0 0 0,0 1 0 0 0,0-1 0 0 0,0 0 0 0 0,0 1 0 0 0,0-1 0 0 0,1 0 0 0 0,-1 0 0 0 0,0 0 0 0 0,0 1 0 0 0,1-1 93 0 0,-1 0-93 0 0,0 1 0 0 0,0-1 0 0 0,0 0 0 0 0,1 0 0 0 0,-1 0 0 0 0,0 0 0 0 0,0 0 0 0 0,1 1-1 0 0,-1-1 1 0 0,0 0 0 0 0,1 0 0 0 0,-1 0 0 0 0,0 0 0 0 0,0 0 0 0 0,1 0 0 0 0,-1 0 0 0 0,4 0 528 0 0,0 0-1 0 0,0-1 1 0 0,0 0 0 0 0,0 0-1 0 0,0 0 1 0 0,0 0-1 0 0,-1 0 1 0 0,5-3 0 0 0,88-47 1686 0 0,-64 32-3936 0 0,-13 8-2926 0 0</inkml:trace>
</inkml:ink>
</file>

<file path=ppt/ink/ink2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8.1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2186 59 7834 0 0,'1'-4'147'0'0,"18"-32"1796"0"0,-1 17 3294 0 0,-17 19-5163 0 0,-1 0 1 0 0,1 0 0 0 0,-1 0 0 0 0,1 0 0 0 0,-1 0 0 0 0,0 0 0 0 0,1 1 0 0 0,-1-1-1 0 0,1 0 1 0 0,-1 0 0 0 0,1 0 0 0 0,-1 0 0 0 0,0 0 0 0 0,1 1 0 0 0,-1-1-1 0 0,0 0 1 0 0,1 0 0 0 0,-1 1 0 0 0,1-1 0 0 0,-1 0 0 0 0,0 0 0 0 0,0 1 0 0 0,1-1-1 0 0,-1 0 1 0 0,0 1 0 0 0,0-1 0 0 0,1 1 0 0 0,-1-1 0 0 0,0 0 0 0 0,0 1 0 0 0,0-1-1 0 0,1 1 1 0 0,-1-1 0 0 0,0 1 0 0 0,0-1 0 0 0,0 0 0 0 0,0 1 0 0 0,0-1-1 0 0,0 1 1 0 0,5 21 725 0 0,12 237 1458 0 0,-7-55-2154 0 0,11-67-86 0 0,76 263-1 0 0,-82-343-50 0 0,6 16-634 0 0,-3 0 0 0 0,13 127-1 0 0,-30-195 659 0 0,0-1-1 0 0,-1 1 0 0 0,0 0 0 0 0,0-1 0 0 0,0 1 0 0 0,-1 0 0 0 0,0-1 0 0 0,0 1 0 0 0,0 0 0 0 0,0-1 0 0 0,0 0 0 0 0,-1 1 0 0 0,0-1 0 0 0,0 0 1 0 0,0 0-1 0 0,-1 0 0 0 0,1 0 0 0 0,-1 0 0 0 0,0 0 0 0 0,0-1 0 0 0,0 1 0 0 0,-1-1 0 0 0,1 0 0 0 0,-1 0 0 0 0,0 0 0 0 0,0-1 0 0 0,0 1 0 0 0,0-1 1 0 0,0 0-1 0 0,0 0 0 0 0,0 0 0 0 0,-1-1 0 0 0,1 1 0 0 0,-1-1 0 0 0,-5 0 0 0 0,-44 10 112 0 0,-1-4 0 0 0,-1-2 0 0 0,-95-3 0 0 0,-35 3-66 0 0,-341 44-124 0 0,486-45 54 0 0,-353 21 532 0 0,-181-69-576 0 0,520 40-1194 0 0,-75 3 0 0 0,27 2-629 0 0,77-3 1252 0 0,1 0-28 0 0</inkml:trace>
</inkml:ink>
</file>

<file path=ppt/ink/ink2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8.4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54 2761 0 0,'-12'-28'813'0'0,"11"27"-668"0"0,1 0 0 0 0,0 0 1 0 0,0 0-1 0 0,0 1 0 0 0,-1-1 1 0 0,1 0-1 0 0,0 0 1 0 0,0 0-1 0 0,0 0 0 0 0,1 0 1 0 0,-1 1-1 0 0,0-1 1 0 0,0 0-1 0 0,0 0 0 0 0,1 0 1 0 0,-1 0-1 0 0,0 1 0 0 0,1-1 1 0 0,-1 0-1 0 0,0 0 1 0 0,1 1-1 0 0,-1-1 0 0 0,1 0 1 0 0,0 1-1 0 0,-1-1 0 0 0,1 0 1 0 0,-1 1-1 0 0,1-1 1 0 0,0 1-1 0 0,-1-1 0 0 0,1 1 1 0 0,1-1-1 0 0,0 1-17 0 0,-1 0 0 0 0,0 0 0 0 0,0 0 0 0 0,0 0 0 0 0,0 0 0 0 0,0 1 0 0 0,0-1 0 0 0,-1 0 0 0 0,1 1 0 0 0,0-1 0 0 0,0 1 0 0 0,0-1 0 0 0,0 1 0 0 0,0-1 0 0 0,0 1 0 0 0,-1 0 0 0 0,1-1 0 0 0,0 1 1 0 0,0 0-1 0 0,-1 0 0 0 0,1-1 0 0 0,-1 1 0 0 0,1 0 0 0 0,-1 0 0 0 0,1 0 0 0 0,-1 0 0 0 0,1 0 0 0 0,-1 0 0 0 0,0 0 0 0 0,1 1 0 0 0,12 35 1280 0 0,-12-35-1210 0 0,12 57 618 0 0,-3 0 1 0 0,-2 1 0 0 0,0 97 0 0 0,-1-20-534 0 0,0-62-366 0 0,3 0 0 0 0,3-1 0 0 0,27 88 0 0 0,-23-113-3303 0 0,28 59 1 0 0,-36-91-1111 0 0</inkml:trace>
</inkml:ink>
</file>

<file path=ppt/ink/ink2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8.7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20 654 3193 0 0,'-2'-4'7'0'0,"-1"-1"0"0"0,1 1 1 0 0,0 0-1 0 0,0 0 0 0 0,0-1 1 0 0,1 1-1 0 0,-1-1 0 0 0,1 0 1 0 0,0 1-1 0 0,0-1 0 0 0,1 0 1 0 0,0 0-1 0 0,0 0 0 0 0,0 1 1 0 0,0-1-1 0 0,1 0 0 0 0,-1 0 1 0 0,1 1-1 0 0,0-1 0 0 0,1 0 1 0 0,-1 1-1 0 0,1-1 0 0 0,0 1 1 0 0,0 0-1 0 0,0-1 0 0 0,1 1 1 0 0,0 0-1 0 0,-1 1 0 0 0,1-1 1 0 0,1 0-1 0 0,-1 1 0 0 0,0-1 1 0 0,1 1-1 0 0,0 0 0 0 0,0 0 1 0 0,0 1-1 0 0,8-5 0 0 0,22-5 820 0 0,0 0-1 0 0,1 3 0 0 0,46-7 0 0 0,18-5 784 0 0,732-149 4731 0 0,-79 21-1835 0 0,-607 105-3458 0 0,-92 26-456 0 0,99-19 1 0 0,-145 36-576 0 0,-1 0-1 0 0,0 0 1 0 0,1 1 0 0 0,-1 0-1 0 0,11 1 1 0 0,2 7-6098 0 0</inkml:trace>
</inkml:ink>
</file>

<file path=ppt/ink/ink2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4.3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39 208 1376 0 0,'-8'-19'1431'0'0,"0"-1"0"0"0,1 0-1 0 0,1 0 1 0 0,-3-23 0 0 0,8 25 5045 0 0,6 26-4497 0 0,9 11-1339 0 0,3 9-132 0 0,88 132 610 0 0,-83-130-1096 0 0,2-1 1 0 0,1-1-1 0 0,29 26 0 0 0,-49-50 16 0 0,0 0 0 0 0,0-1-1 0 0,0 1 1 0 0,0-1 0 0 0,0 0 0 0 0,1-1-1 0 0,0 1 1 0 0,-1-1 0 0 0,1 0 0 0 0,9 2-1 0 0,-13-4 17 0 0,0 0-1 0 0,0 0 1 0 0,-1 0 0 0 0,1 0-1 0 0,0 0 1 0 0,0 0 0 0 0,0 0-1 0 0,0 0 1 0 0,-1-1-1 0 0,1 1 1 0 0,0-1 0 0 0,0 1-1 0 0,-1-1 1 0 0,1 0-1 0 0,0 0 1 0 0,-1 0 0 0 0,1 0-1 0 0,-1 0 1 0 0,1 0-1 0 0,-1 0 1 0 0,0 0 0 0 0,1 0-1 0 0,-1-1 1 0 0,0 1-1 0 0,0-1 1 0 0,0 1 0 0 0,0-1-1 0 0,0 1 1 0 0,0-1-1 0 0,0 0 1 0 0,0 1 0 0 0,-1-1-1 0 0,1 0 1 0 0,-1 1 0 0 0,1-1-1 0 0,-1 0 1 0 0,0 0-1 0 0,1-2 1 0 0,5-52 311 0 0,-2 0-1 0 0,-5-71 1 0 0,1-13-359 0 0,0 126 11 0 0,1-6-772 0 0,0 20 659 0 0,-1 0-1 0 0,0-1 1 0 0,1 1-1 0 0,-1 0 0 0 0,1-1 1 0 0,-1 1-1 0 0,1 0 1 0 0,-1 0-1 0 0,1 0 1 0 0,-1-1-1 0 0,0 1 0 0 0,1 0 1 0 0,-1 0-1 0 0,1 0 1 0 0,-1 0-1 0 0,1 0 1 0 0,-1 0-1 0 0,1 0 0 0 0,-1 0 1 0 0,1 0-1 0 0,-1 0 1 0 0,1 0-1 0 0,-1 0 1 0 0,1 0-1 0 0,-1 1 0 0 0,1-1 1 0 0,-1 0-1 0 0,1 0 1 0 0,-1 0-1 0 0,1 1 1 0 0,-1-1-1 0 0,0 0 0 0 0,1 1 1 0 0,-1-1-1 0 0,0 0 1 0 0,1 1-1 0 0,0 0 1 0 0,7 3-1447 0 0</inkml:trace>
</inkml:ink>
</file>

<file path=ppt/ink/ink2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4.5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1 920 0 0,'1'0'590'0'0,"0"0"-250"0"0,0 0 1 0 0,0 0 0 0 0,0 0 0 0 0,0 1 0 0 0,0-1-1 0 0,7 5 3068 0 0,-7-3-3067 0 0,16 25 1048 0 0,-15-25-1248 0 0,11 25 954 0 0,0 1 0 0 0,9 29 0 0 0,-18-43-1199 0 0,0-1 1 0 0,-1 1-1 0 0,-1 0 0 0 0,0-1 0 0 0,0 1 1 0 0,-2 24-1 0 0</inkml:trace>
</inkml:ink>
</file>

<file path=ppt/ink/ink2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4.8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0 115 2385 0 0,'3'-5'150'0'0,"-1"0"1"0"0,1 0 0 0 0,0 0 0 0 0,0 1 0 0 0,1 0 0 0 0,-1-1 0 0 0,1 1 0 0 0,0 1 0 0 0,0-1 0 0 0,0 0 0 0 0,1 1 0 0 0,-1 0 0 0 0,1 0 0 0 0,7-3 0 0 0,8-4 692 0 0,0 1 0 0 0,26-8 1 0 0,-35 13-657 0 0,0 1 0 0 0,0 1 1 0 0,0-1-1 0 0,0 2 0 0 0,1 0 1 0 0,-1 0-1 0 0,1 1 0 0 0,11 1 1 0 0,-20-1-151 0 0,0 1 0 0 0,0-1 0 0 0,0 1 0 0 0,0-1 0 0 0,0 1 1 0 0,-1 0-1 0 0,1 0 0 0 0,0 0 0 0 0,-1 1 0 0 0,1-1 1 0 0,0 1-1 0 0,-1-1 0 0 0,0 1 0 0 0,1 0 0 0 0,-1 0 1 0 0,0 0-1 0 0,0 0 0 0 0,0 0 0 0 0,0 0 0 0 0,-1 1 1 0 0,1-1-1 0 0,0 1 0 0 0,-1-1 0 0 0,0 1 0 0 0,0 0 1 0 0,0-1-1 0 0,0 1 0 0 0,0 0 0 0 0,0 0 0 0 0,-1 0 1 0 0,1 0-1 0 0,-1-1 0 0 0,0 1 0 0 0,0 0 0 0 0,0 6 1 0 0,-1 5 306 0 0,-1 1 0 0 0,-1-1 0 0 0,0 0 0 0 0,-1 0 0 0 0,0 0 0 0 0,-1 0 0 0 0,-1-1 0 0 0,-7 14 0 0 0,-26 37-239 0 0,-4-6-3691 0 0,35-47-632 0 0</inkml:trace>
</inkml:ink>
</file>

<file path=ppt/ink/ink2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5.1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26 2304 0 0,'1'-2'178'0'0,"0"0"-1"0"0,0 0 0 0 0,0 1 0 0 0,0-1 1 0 0,1 1-1 0 0,-1-1 0 0 0,1 1 0 0 0,-1-1 1 0 0,1 1-1 0 0,0 0 0 0 0,-1 0 0 0 0,1 0 1 0 0,0 0-1 0 0,0 0 0 0 0,0 0 0 0 0,0 0 1 0 0,-1 1-1 0 0,1-1 0 0 0,0 1 0 0 0,0-1 1 0 0,0 1-1 0 0,1 0 0 0 0,2 0 0 0 0,-2 1 118 0 0,-1 0 0 0 0,1 0 0 0 0,0 0 0 0 0,-1 0 0 0 0,1 0-1 0 0,-1 1 1 0 0,1-1 0 0 0,-1 1 0 0 0,0 0 0 0 0,0 0 0 0 0,0 0-1 0 0,0 0 1 0 0,0 0 0 0 0,3 4 0 0 0,5 9 370 0 0,0 1 0 0 0,-2 0 0 0 0,0 0-1 0 0,6 18 1 0 0,-13-33-704 0 0,25 76 311 0 0,6 11-3921 0 0,-27-95 1415 0 0,-7-18 2304 0 0,-2 13-137 0 0</inkml:trace>
</inkml:ink>
</file>

<file path=ppt/ink/ink2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5.3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1 132 920 0 0,'1'-5'267'0'0,"1"-1"0"0"0,-1 0 0 0 0,1 1 0 0 0,0 0 1 0 0,1 0-1 0 0,-1-1 0 0 0,1 1 0 0 0,0 1 0 0 0,1-1 0 0 0,-1 0 0 0 0,1 1 0 0 0,0 0 0 0 0,0 0 0 0 0,0 0 0 0 0,0 0 0 0 0,9-5 0 0 0,-4 3 96 0 0,0 0-1 0 0,0 1 1 0 0,0 0 0 0 0,1 0-1 0 0,-1 1 1 0 0,1 0-1 0 0,0 1 1 0 0,16-3-1 0 0,-24 5-323 0 0,1 1-1 0 0,0 0 1 0 0,0-1-1 0 0,-1 1 1 0 0,1 1-1 0 0,0-1 0 0 0,0 0 1 0 0,0 1-1 0 0,-1-1 1 0 0,1 1-1 0 0,0 0 1 0 0,-1 0-1 0 0,1 0 1 0 0,0 0-1 0 0,-1 0 1 0 0,1 1-1 0 0,-1-1 1 0 0,4 4-1 0 0,-2-2 82 0 0,-1 1 0 0 0,-1-1-1 0 0,1 1 1 0 0,0-1 0 0 0,-1 1 0 0 0,0 0-1 0 0,0 0 1 0 0,0 0 0 0 0,0 0 0 0 0,2 9 0 0 0,-2-2 130 0 0,0 1 1 0 0,0-1-1 0 0,-1 0 1 0 0,-1 1-1 0 0,0-1 1 0 0,0 1 0 0 0,-1-1-1 0 0,-4 18 1 0 0,1-14 62 0 0,-2 0 0 0 0,1 1 1 0 0,-2-2-1 0 0,0 1 0 0 0,-1-1 0 0 0,-1 0 1 0 0,0-1-1 0 0,0 0 0 0 0,-23 23 0 0 0,20-24-1717 0 0,-1-1-1 0 0,-24 18 0 0 0</inkml:trace>
</inkml:ink>
</file>

<file path=ppt/ink/ink2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7.2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120 17 1376 0 0,'-10'1'515'0'0,"-1"0"-1"0"0,1 1 0 0 0,-19 5 1 0 0,19-4 332 0 0,0-1 0 0 0,0 0 0 0 0,-19 1 1 0 0,162 1 2860 0 0,-75 0-2481 0 0,1-3 1 0 0,110-13 0 0 0,-147 9-1166 0 0,-15 3 6 0 0,-1-1 1 0 0,1 0-1 0 0,-1 0 0 0 0,1 0 1 0 0,-1-1-1 0 0,1 0 0 0 0,-1 0 1 0 0,7-4-1 0 0,-53 3 539 0 0,-45 10-217 0 0,30-3-168 0 0,-106 21-1 0 0,198-24-221 0 0,62-12-23 0 0,-8 0 46 0 0,-91 12-22 0 0,1-1 0 0 0,-1 0 0 0 0,1 0 0 0 0,-1 0 0 0 0,1 0 0 0 0,-1 0-1 0 0,1 0 1 0 0,0 0 0 0 0,-1 0 0 0 0,1-1 0 0 0,-1 1 0 0 0,1 0-1 0 0,-1 0 1 0 0,1 0 0 0 0,-1 0 0 0 0,1-1 0 0 0,-1 1 0 0 0,1 0 0 0 0,-1-1-1 0 0,1 1 1 0 0,-1 0 0 0 0,1-1 0 0 0,-1 1 0 0 0,0 0 0 0 0,1-1-1 0 0,-1 1 1 0 0,0-1 0 0 0,1 1 0 0 0,-1-1 0 0 0,1 0 0 0 0,-17-6 141 0 0,-29-2 42 0 0,27 7 26 0 0,-1 0 0 0 0,1 1 0 0 0,-1 1 1 0 0,1 1-1 0 0,-1 1 0 0 0,1 0 0 0 0,0 2 1 0 0,-32 9-1 0 0,50-13-210 0 0,0 0 1 0 0,-1 0-1 0 0,1 0 0 0 0,0 0 1 0 0,0 0-1 0 0,0 0 0 0 0,0 0 1 0 0,-1 0-1 0 0,1 0 0 0 0,0 0 1 0 0,0 0-1 0 0,0 0 0 0 0,0 0 1 0 0,-1 0-1 0 0,1 0 0 0 0,0 0 1 0 0,0 0-1 0 0,0 0 0 0 0,0 0 1 0 0,-1 0-1 0 0,1 0 0 0 0,0 1 1 0 0,0-1-1 0 0,0 0 0 0 0,0 0 1 0 0,0 0-1 0 0,0 0 0 0 0,-1 0 1 0 0,1 0-1 0 0,0 1 0 0 0,0-1 1 0 0,0 0-1 0 0,0 0 0 0 0,0 0 1 0 0,0 0-1 0 0,0 1 0 0 0,0-1 1 0 0,0 0-1 0 0,0 0 0 0 0,0 0 1 0 0,0 0-1 0 0,0 1 0 0 0,0-1 1 0 0,0 0-1 0 0,0 0 0 0 0,0 0 1 0 0,0 1-1 0 0,0-1 0 0 0,0 0 1 0 0,0 0-1 0 0,0 0 0 0 0,0 0 1 0 0,0 0-1 0 0,0 1 0 0 0,14 3 4 0 0,20-1-7 0 0,-32-3 4 0 0,26 3-1 0 0,-7-1 0 0 0,0-1 0 0 0,0-1 0 0 0,1 0 0 0 0,30-6 0 0 0,-52 6 0 0 0,0 0 0 0 0,0 0-1 0 0,0 1 1 0 0,1-1 0 0 0,-1 0 0 0 0,0 0-1 0 0,0 0 1 0 0,0 0 0 0 0,1 0 0 0 0,-1 0 0 0 0,0 0-1 0 0,0 0 1 0 0,0 0 0 0 0,1 0 0 0 0,-1 0-1 0 0,0-1 1 0 0,0 1 0 0 0,0 0 0 0 0,1 0-1 0 0,-1 0 1 0 0,0 0 0 0 0,0 0 0 0 0,0 0 0 0 0,1 0-1 0 0,-1 0 1 0 0,0-1 0 0 0,0 1 0 0 0,0 0-1 0 0,0 0 1 0 0,0 0 0 0 0,1 0 0 0 0,-1-1 0 0 0,0 1-1 0 0,0 0 1 0 0,0 0 0 0 0,0 0 0 0 0,0 0-1 0 0,0-1 1 0 0,0 1 0 0 0,0 0 0 0 0,0 0 0 0 0,0-1-1 0 0,0 1 1 0 0,0 0 0 0 0,0 0 0 0 0,0 0-1 0 0,0-1 1 0 0,-11-5 66 0 0,-19-1 55 0 0,13 5 58 0 0,0 0 0 0 0,0 1 0 0 0,-1 1 0 0 0,1 1 0 0 0,0 0 0 0 0,0 1 0 0 0,0 1 0 0 0,-31 9 0 0 0,43-5-1024 0 0</inkml:trace>
</inkml:ink>
</file>

<file path=ppt/ink/ink2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7.9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27 296 3681 0 0,'-4'-9'845'0'0,"0"0"0"0"0,1 0 0 0 0,-1 0 0 0 0,2-1 1 0 0,0 1-1 0 0,0-1 0 0 0,-1-12 0 0 0,2 13 98 0 0,1 8-731 0 0,-1 0 0 0 0,1 0-1 0 0,0 0 1 0 0,0 0 0 0 0,-1-1 0 0 0,1 1 0 0 0,0 0-1 0 0,0 0 1 0 0,0 0 0 0 0,0 0 0 0 0,0 0-1 0 0,0-1 1 0 0,1 1 0 0 0,-1 0 0 0 0,0 0 0 0 0,1 0-1 0 0,-1 0 1 0 0,1 0 0 0 0,-1 0 0 0 0,1 0-1 0 0,0-1 1 0 0,0 2-57 0 0,-1 0 1 0 0,1 0-1 0 0,0 0 0 0 0,0 0 0 0 0,0 0 1 0 0,-1 1-1 0 0,1-1 0 0 0,0 0 0 0 0,0 0 0 0 0,-1 1 1 0 0,1-1-1 0 0,0 1 0 0 0,-1-1 0 0 0,1 1 0 0 0,0-1 1 0 0,-1 1-1 0 0,1-1 0 0 0,-1 1 0 0 0,1-1 1 0 0,-1 1-1 0 0,1 0 0 0 0,32 44 1601 0 0,21 54-1558 0 0,-42-73-143 0 0,2-1 0 0 0,0 0 0 0 0,1 0-1 0 0,2-2 1 0 0,0 0 0 0 0,23 23 0 0 0,-37-43-55 0 0,14 13 36 0 0,1-1 1 0 0,35 24-1 0 0,-49-36-27 0 0,1 0 0 0 0,-1-1 0 0 0,0 1 0 0 0,1-1 0 0 0,0 0 0 0 0,-1-1 0 0 0,1 1 0 0 0,0-1 0 0 0,0 0 0 0 0,-1 0 0 0 0,1 0 0 0 0,0-1 0 0 0,0 0 0 0 0,0 0 0 0 0,0 0 0 0 0,0 0 0 0 0,0-1 0 0 0,0 0 0 0 0,9-2 0 0 0,-11 1 39 0 0,1-1-1 0 0,-1 1 1 0 0,0 0-1 0 0,0-1 1 0 0,0 1-1 0 0,-1-1 0 0 0,1 0 1 0 0,0 0-1 0 0,-1 0 1 0 0,0-1-1 0 0,0 1 1 0 0,0 0-1 0 0,0-1 1 0 0,0 1-1 0 0,1-6 1 0 0,16-61 227 0 0,-17 61-223 0 0,31-182 248 0 0,-24 119-794 0 0,34-123 0 0 0,-36 179-949 0 0,-2 11 189 0 0</inkml:trace>
</inkml:ink>
</file>

<file path=ppt/ink/ink2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8.2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2761 0 0,'2'0'281'0'0,"0"1"0"0"0,-1-1-1 0 0,1 1 1 0 0,0 0 0 0 0,-1 0 0 0 0,1-1 0 0 0,-1 1 0 0 0,1 0 0 0 0,-1 0 0 0 0,1 0 0 0 0,-1 1 0 0 0,0-1 0 0 0,1 0 0 0 0,-1 1 0 0 0,0-1 0 0 0,0 0 0 0 0,0 1 0 0 0,0-1 0 0 0,0 1 0 0 0,0 1 0 0 0,18 38 3795 0 0,-17-36-3537 0 0,7 24 155 0 0,-1-1 1 0 0,-1 1-1 0 0,-2 1 0 0 0,0-1 0 0 0,-1 43 1 0 0,1-10-1656 0 0,0-36-4096 0 0</inkml:trace>
</inkml:ink>
</file>

<file path=ppt/ink/ink2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8.5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76 3225 0 0,'-1'-1'59'0'0,"1"-1"-1"0"0,-1 1 1 0 0,1-1 0 0 0,0 1 0 0 0,0-1 0 0 0,-1 1-1 0 0,1-1 1 0 0,0 0 0 0 0,0 1 0 0 0,1-1 0 0 0,-1 1 0 0 0,0-1-1 0 0,0 1 1 0 0,1-1 0 0 0,-1 1 0 0 0,1 0 0 0 0,-1-1 0 0 0,1 1-1 0 0,0-1 1 0 0,0 1 0 0 0,-1 0 0 0 0,3-2 0 0 0,-1 0 119 0 0,1 0 1 0 0,0 1-1 0 0,0 0 1 0 0,0-1-1 0 0,0 1 1 0 0,0 0-1 0 0,1 0 1 0 0,-1 1-1 0 0,4-2 0 0 0,4-1 369 0 0,1 0 0 0 0,-1 1-1 0 0,0 1 1 0 0,1 0-1 0 0,14 0 1 0 0,-15 2-299 0 0,-1 1 0 0 0,0 0 0 0 0,0 1 0 0 0,0 0 0 0 0,0 0 0 0 0,0 1-1 0 0,0 1 1 0 0,0-1 0 0 0,-1 2 0 0 0,0-1 0 0 0,0 1 0 0 0,0 1 0 0 0,-1 0 0 0 0,1 0 0 0 0,-2 0 0 0 0,1 1 0 0 0,0 0 0 0 0,-1 1-1 0 0,-1 0 1 0 0,1 0 0 0 0,-1 0 0 0 0,8 15 0 0 0,-10-16-178 0 0,0 0 0 0 0,-1 1 0 0 0,0-1 0 0 0,0 0 0 0 0,0 1 0 0 0,-1 0 0 0 0,0-1 0 0 0,0 1 0 0 0,-1 0 0 0 0,0 0 0 0 0,-1 0 0 0 0,0 0 0 0 0,0 0 0 0 0,-1 0 0 0 0,1 0 0 0 0,-2 0 0 0 0,1 0 0 0 0,-1 0 0 0 0,0-1 0 0 0,-1 1 0 0 0,0-1 0 0 0,0 1 0 0 0,-1-1 0 0 0,0 0 0 0 0,0 0 0 0 0,0-1 0 0 0,-1 1 0 0 0,0-1 0 0 0,-8 7 0 0 0,2-3-182 0 0,0 0 1 0 0,-1-2-1 0 0,-1 1 1 0 0,-15 7-1 0 0,-7 2-4967 0 0,20-11-7 0 0</inkml:trace>
</inkml:ink>
</file>

<file path=ppt/ink/ink2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8.9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19 9218 0 0,'3'-18'4304'0'0,"-2"18"-4105"0"0,0 1 1 0 0,0-1-1 0 0,0 1 0 0 0,0-1 0 0 0,0 1 1 0 0,-1 0-1 0 0,1-1 0 0 0,0 1 1 0 0,0 0-1 0 0,-1 0 0 0 0,1 0 0 0 0,0 0 1 0 0,-1 0-1 0 0,1 0 0 0 0,-1 0 1 0 0,1 0-1 0 0,-1 0 0 0 0,0 0 0 0 0,1 1 1 0 0,17 56 1923 0 0,13 81-1 0 0,-22-89-3167 0 0,2-1 0 0 0,34 89-1 0 0,-44-134 627 0 0,1-1-1 0 0,-1 1 0 0 0,1-1 0 0 0,0 1 1 0 0,0-1-1 0 0,0 0 0 0 0,0 0 0 0 0,0 0 1 0 0,1 0-1 0 0,0 0 0 0 0,-1 0 1 0 0,1-1-1 0 0,0 1 0 0 0,4 1 0 0 0</inkml:trace>
</inkml:ink>
</file>

<file path=ppt/ink/ink2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9.2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3 114 1840 0 0,'-1'-6'402'0'0,"0"1"-1"0"0,1 0 0 0 0,0-1 0 0 0,0 1 0 0 0,0-1 0 0 0,0 1 0 0 0,1-1 1 0 0,0 1-1 0 0,0-1 0 0 0,0 1 0 0 0,4-9 0 0 0,-4 12-241 0 0,1-1 0 0 0,-1 0-1 0 0,1 1 1 0 0,0 0 0 0 0,0-1 0 0 0,0 1 0 0 0,0 0-1 0 0,0 0 1 0 0,0 0 0 0 0,1 0 0 0 0,-1 0-1 0 0,1 0 1 0 0,-1 1 0 0 0,1-1 0 0 0,0 1-1 0 0,0 0 1 0 0,-1 0 0 0 0,1 0 0 0 0,0 0 0 0 0,0 0-1 0 0,0 1 1 0 0,4-1 0 0 0,4 0 30 0 0,0 1 1 0 0,0 0-1 0 0,0 1 1 0 0,0 0-1 0 0,0 1 1 0 0,-1 0-1 0 0,1 1 1 0 0,-1 0-1 0 0,1 1 1 0 0,-1 0-1 0 0,0 0 1 0 0,0 1-1 0 0,0 0 1 0 0,-1 1-1 0 0,0 0 1 0 0,0 1-1 0 0,14 13 1 0 0,-18-16-123 0 0,-1 1-1 0 0,1 0 1 0 0,-1 0 0 0 0,0 0 0 0 0,0 0 0 0 0,0 1-1 0 0,-1 0 1 0 0,0 0 0 0 0,0 0 0 0 0,0 0 0 0 0,-1 0-1 0 0,0 0 1 0 0,0 1 0 0 0,0-1 0 0 0,-1 1-1 0 0,0-1 1 0 0,-1 1 0 0 0,1 0 0 0 0,-1-1 0 0 0,0 1-1 0 0,-1 0 1 0 0,0-1 0 0 0,0 1 0 0 0,0-1 0 0 0,-1 1-1 0 0,0-1 1 0 0,0 0 0 0 0,0 1 0 0 0,-1-1 0 0 0,-4 6-1 0 0,-3 5 327 0 0,-2-1 0 0 0,0 0 0 0 0,-1 0 0 0 0,-1-1 0 0 0,-17 15 0 0 0,-83 59-4218 0 0</inkml:trace>
</inkml:ink>
</file>

<file path=ppt/ink/ink2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9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9218 0 0,'0'0'896'0'0,"2"0"-800"0"0,-1 0-96 0 0,-1 1 0 0 0,1-1-208 0 0,1 0-64 0 0,-1 1-16 0 0,2 2 0 0 0,-2 0 208 0 0</inkml:trace>
</inkml:ink>
</file>

<file path=ppt/ink/ink2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44.8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60 3681 0 0,'-4'-7'6017'0'0,"4"7"-5948"0"0,-2 3 9 0 0,0 0 0 0 0,1 0 0 0 0,-1 0 0 0 0,1 1 0 0 0,-1-1 0 0 0,1 0 0 0 0,0 1 0 0 0,0-1 0 0 0,1 1 0 0 0,-1 0 0 0 0,1-1 0 0 0,0 1 0 0 0,0-1 0 0 0,0 1 0 0 0,0 0 0 0 0,0-1 0 0 0,2 5 0 0 0,-1-6-10 0 0,-1 0-1 0 0,1 0 1 0 0,0 0-1 0 0,0 0 1 0 0,1 0-1 0 0,-1 0 1 0 0,0-1-1 0 0,1 1 1 0 0,-1 0-1 0 0,1-1 1 0 0,-1 1-1 0 0,1-1 1 0 0,0 1-1 0 0,-1-1 1 0 0,1 0-1 0 0,0 0 1 0 0,0 0-1 0 0,0 0 1 0 0,0 0-1 0 0,0 0 0 0 0,0-1 1 0 0,1 1-1 0 0,-1 0 1 0 0,0-1-1 0 0,0 0 1 0 0,0 0-1 0 0,1 1 1 0 0,-1-1-1 0 0,0-1 1 0 0,0 1-1 0 0,4-1 1 0 0,-1 0 12 0 0,0 0 0 0 0,-1-1 0 0 0,1 1 0 0 0,0-1 0 0 0,-1 0 0 0 0,1-1 0 0 0,-1 1 0 0 0,0-1 0 0 0,0 0 0 0 0,0 0 0 0 0,0 0 0 0 0,0 0 0 0 0,0-1 1 0 0,-1 0-1 0 0,0 0 0 0 0,0 0 0 0 0,0 0 0 0 0,4-7 0 0 0,-5 8-31 0 0,-1 0-1 0 0,1 0 1 0 0,-1 0 0 0 0,0-1 0 0 0,0 1 0 0 0,0 0-1 0 0,0 0 1 0 0,-1-1 0 0 0,1 1 0 0 0,-1 0 0 0 0,0-1 0 0 0,0-5-1 0 0,-1 7-5 0 0,1-1-1 0 0,-1 1 1 0 0,0 0-1 0 0,1 0 1 0 0,-1 0 0 0 0,0 0-1 0 0,0 0 1 0 0,-1 0-1 0 0,1 0 1 0 0,0 0-1 0 0,-1 1 1 0 0,1-1-1 0 0,-1 0 1 0 0,1 1-1 0 0,-1-1 1 0 0,0 1-1 0 0,0 0 1 0 0,1-1-1 0 0,-1 1 1 0 0,-4-2 0 0 0,4 3-11 0 0,1-1 1 0 0,-1 0 0 0 0,0 1 0 0 0,0-1-1 0 0,1 1 1 0 0,-1-1 0 0 0,0 1 0 0 0,0 0 0 0 0,0 0-1 0 0,0 0 1 0 0,1 0 0 0 0,-1 0 0 0 0,0 0 0 0 0,0 0-1 0 0,0 1 1 0 0,0-1 0 0 0,1 1 0 0 0,-1-1 0 0 0,-2 2-1 0 0,0 0-16 0 0,0 0 0 0 0,1 1-1 0 0,-1-1 1 0 0,1 1-1 0 0,-1 0 1 0 0,1 0-1 0 0,-6 7 1 0 0,2-1-77 0 0,0 2 0 0 0,0-1 0 0 0,1 1-1 0 0,-10 22 1 0 0,14-29 53 0 0,1-1-1 0 0,0 1 1 0 0,0 0-1 0 0,0 0 1 0 0,0 0-1 0 0,1 0 1 0 0,-1 0-1 0 0,1 0 0 0 0,0 0 1 0 0,0 0-1 0 0,1 0 1 0 0,-1 0-1 0 0,1 0 1 0 0,2 6-1 0 0,-2-8 28 0 0,0 0 1 0 0,0 0-1 0 0,0-1 0 0 0,0 1 0 0 0,0 0 0 0 0,0-1 0 0 0,1 1 1 0 0,-1-1-1 0 0,0 0 0 0 0,1 1 0 0 0,0-1 0 0 0,-1 0 0 0 0,1 0 1 0 0,0 0-1 0 0,-1 0 0 0 0,1 0 0 0 0,0 0 0 0 0,0-1 0 0 0,0 1 1 0 0,0-1-1 0 0,0 1 0 0 0,0-1 0 0 0,0 1 0 0 0,0-1 1 0 0,0 0-1 0 0,0 0 0 0 0,-1 0 0 0 0,1 0 0 0 0,0-1 0 0 0,0 1 1 0 0,3-1-1 0 0,3-1 205 0 0,0 0 0 0 0,-1 0 0 0 0,1-1 0 0 0,-1 1 0 0 0,1-2 0 0 0,-1 1 0 0 0,0-1 0 0 0,-1 0 0 0 0,14-10 0 0 0,-16 11-139 0 0,0-1 0 0 0,-1 1 0 0 0,1-1 1 0 0,-1 0-1 0 0,1 0 0 0 0,-1 0 0 0 0,0-1 1 0 0,-1 1-1 0 0,1-1 0 0 0,-1 0 0 0 0,0 1 0 0 0,0-1 1 0 0,0 0-1 0 0,-1 0 0 0 0,1 0 0 0 0,0-7 1 0 0,-2 12-83 0 0,0-1 1 0 0,0 0 0 0 0,1 1 0 0 0,-1-1 0 0 0,0 0 0 0 0,0 1 0 0 0,0-1 0 0 0,0 0 0 0 0,0 1 0 0 0,0-1-1 0 0,0 0 1 0 0,0 1 0 0 0,0-1 0 0 0,0 0 0 0 0,0 1 0 0 0,-1-1 0 0 0,1 1 0 0 0,0-1 0 0 0,0 0 0 0 0,-1 1 0 0 0,1-1-1 0 0,0 1 1 0 0,-1-1 0 0 0,1 0 0 0 0,-1 1 0 0 0,1-1 0 0 0,0 1 0 0 0,-1 0 0 0 0,1-1 0 0 0,-1 1 0 0 0,1-1 0 0 0,-1 1-1 0 0,0 0 1 0 0,1-1 0 0 0,-1 1 0 0 0,1 0 0 0 0,-1-1 0 0 0,0 1 0 0 0,1 0 0 0 0,-1 0 0 0 0,0 0 0 0 0,1 0 0 0 0,-1 0-1 0 0,0 0 1 0 0,1 0 0 0 0,-1 0 0 0 0,1 0 0 0 0,-2 0 0 0 0,0 1-52 0 0,0-1 1 0 0,0 1-1 0 0,0 0 1 0 0,0 0-1 0 0,0 0 1 0 0,0 0-1 0 0,0 0 1 0 0,1 0-1 0 0,-1 1 1 0 0,0-1-1 0 0,1 0 1 0 0,-1 1-1 0 0,1 0 1 0 0,-3 2-1 0 0,-11 29-2498 0 0,8-11-4013 0 0</inkml:trace>
</inkml:ink>
</file>

<file path=ppt/ink/ink2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41.6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75 50 4145 0 0,'-15'-22'3097'0'0,"13"20"-2474"0"0,1-1 0 0 0,-1 0 0 0 0,0 1 0 0 0,0-1-1 0 0,0 1 1 0 0,0-1 0 0 0,0 1 0 0 0,-5-4 0 0 0,7 6-520 0 0,-1 0 0 0 0,1 0 0 0 0,-1 0 0 0 0,1-1 0 0 0,-1 1 0 0 0,1 0 0 0 0,-1 0 0 0 0,1 0 1 0 0,-1 0-1 0 0,1 0 0 0 0,-1 0 0 0 0,1 0 0 0 0,-1 0 0 0 0,1 0 0 0 0,-1 0 0 0 0,1 0 1 0 0,-1 1-1 0 0,1-1 0 0 0,-1 0 0 0 0,1 0 0 0 0,-1 0 0 0 0,0 1 0 0 0,-13 16 1376 0 0,12-11-1431 0 0,0-1-1 0 0,0 1 0 0 0,1-1 1 0 0,-1 1-1 0 0,1 0 1 0 0,0 0-1 0 0,1 0 0 0 0,0 0 1 0 0,0-1-1 0 0,0 1 1 0 0,0 0-1 0 0,1 0 0 0 0,0 0 1 0 0,0 0-1 0 0,1-1 1 0 0,4 11-1 0 0,-5-11-19 0 0,1-1-1 0 0,0 0 0 0 0,0 1 1 0 0,0-1-1 0 0,0 0 1 0 0,1 0-1 0 0,0-1 1 0 0,-1 1-1 0 0,2 0 1 0 0,-1-1-1 0 0,0 0 0 0 0,1 0 1 0 0,-1 0-1 0 0,1 0 1 0 0,0 0-1 0 0,0-1 1 0 0,0 1-1 0 0,0-1 1 0 0,0 0-1 0 0,1-1 0 0 0,7 3 1 0 0,-10-4-13 0 0,0 1 0 0 0,0-1 0 0 0,0 0 0 0 0,0 0 0 0 0,0 0 1 0 0,0-1-1 0 0,0 1 0 0 0,0 0 0 0 0,-1-1 0 0 0,1 1 0 0 0,0-1 0 0 0,0 0 0 0 0,0 0 0 0 0,0 1 1 0 0,-1-1-1 0 0,1 0 0 0 0,0 0 0 0 0,-1-1 0 0 0,3-1 0 0 0,-2 1 52 0 0,1-1 0 0 0,0-1-1 0 0,-1 1 1 0 0,0 0 0 0 0,0-1-1 0 0,0 1 1 0 0,0-1 0 0 0,0 1-1 0 0,1-6 1 0 0,-1 2 32 0 0,0-1 0 0 0,0 1-1 0 0,0-1 1 0 0,-1 0 0 0 0,-1 0-1 0 0,1 1 1 0 0,-1-1 0 0 0,0 0 0 0 0,-2-10-1 0 0,1 15-97 0 0,0-1 0 0 0,0 1 0 0 0,0-1 0 0 0,0 1 0 0 0,-1-1 0 0 0,0 1-1 0 0,0 0 1 0 0,1 0 0 0 0,-2 0 0 0 0,1 0 0 0 0,0 0 0 0 0,-1 0 0 0 0,1 0 0 0 0,-1 1-1 0 0,0 0 1 0 0,-4-4 0 0 0,5 5-55 0 0,0 0-1 0 0,1 1 0 0 0,-1-1 1 0 0,0 0-1 0 0,0 1 1 0 0,0-1-1 0 0,0 1 0 0 0,0 0 1 0 0,0 0-1 0 0,0 0 1 0 0,0 0-1 0 0,0 0 0 0 0,0 0 1 0 0,0 0-1 0 0,0 0 1 0 0,0 1-1 0 0,1-1 0 0 0,-1 1 1 0 0,0 0-1 0 0,0-1 1 0 0,0 1-1 0 0,0 0 0 0 0,1 0 1 0 0,-1 0-1 0 0,0 0 1 0 0,1 0-1 0 0,-1 1 0 0 0,1-1 1 0 0,0 0-1 0 0,-1 1 1 0 0,-1 2-1 0 0,-2 1-139 0 0,0 1-1 0 0,1 0 1 0 0,-1 0 0 0 0,1 1 0 0 0,1-1 0 0 0,-1 1-1 0 0,1-1 1 0 0,0 1 0 0 0,-2 9 0 0 0,5-14 187 0 0,-1-1-1 0 0,1 1 1 0 0,0 0 0 0 0,-1 0 0 0 0,1 0 0 0 0,0 0 0 0 0,1 0 0 0 0,-1 0 0 0 0,0 0 0 0 0,0 0 0 0 0,1 0 0 0 0,-1 0 0 0 0,1 0 0 0 0,0 0 0 0 0,0 0 0 0 0,-1-1 0 0 0,1 1 0 0 0,0 0 0 0 0,1-1 0 0 0,-1 1-1 0 0,0 0 1 0 0,0-1 0 0 0,1 1 0 0 0,-1-1 0 0 0,0 0 0 0 0,1 0 0 0 0,0 1 0 0 0,-1-1 0 0 0,1 0 0 0 0,0 0 0 0 0,-1 0 0 0 0,1-1 0 0 0,0 1 0 0 0,0 0 0 0 0,0-1 0 0 0,0 1 0 0 0,0-1 0 0 0,0 1 0 0 0,3-1-1 0 0,-4 0 47 0 0,0 1-1 0 0,1-1 1 0 0,-1 0-1 0 0,1 0 1 0 0,-1 0-1 0 0,1 1 1 0 0,-1-2-1 0 0,0 1 1 0 0,1 0-1 0 0,-1 0 1 0 0,1 0-1 0 0,-1-1 1 0 0,1 1-1 0 0,-1 0 0 0 0,0-1 1 0 0,1 0-1 0 0,-1 1 1 0 0,0-1-1 0 0,0 0 1 0 0,1 1-1 0 0,-1-1 1 0 0,0 0-1 0 0,2-2 1 0 0,-2 1 23 0 0,1 0 1 0 0,-1 0 0 0 0,0-1 0 0 0,1 1 0 0 0,-1-1-1 0 0,0 1 1 0 0,0 0 0 0 0,-1-1 0 0 0,1 0 0 0 0,-1 1-1 0 0,1-1 1 0 0,-1-3 0 0 0,1 1-5 0 0,-1 0-1 0 0,0-1 1 0 0,0 1-1 0 0,-1 0 1 0 0,1 0 0 0 0,-1-1-1 0 0,0 1 1 0 0,-1 0 0 0 0,1 0-1 0 0,-1 0 1 0 0,0 0-1 0 0,-5-8 1 0 0,6 12-49 0 0,1 1-1 0 0,0-1 1 0 0,-1 1-1 0 0,1-1 1 0 0,0 1 0 0 0,-1-1-1 0 0,1 1 1 0 0,-1-1-1 0 0,1 1 1 0 0,-1 0 0 0 0,1-1-1 0 0,-1 1 1 0 0,1 0-1 0 0,-1 0 1 0 0,1-1 0 0 0,-1 1-1 0 0,1 0 1 0 0,-1 0 0 0 0,1 0-1 0 0,-1 0 1 0 0,1 0-1 0 0,-1-1 1 0 0,0 1 0 0 0,1 0-1 0 0,-1 0 1 0 0,1 0-1 0 0,-1 1 1 0 0,1-1 0 0 0,-1 0-1 0 0,0 0 1 0 0,0 0-1 0 0,-13 16 261 0 0,-1 25-37 0 0,15-38-213 0 0,-1 0-1 0 0,1-1 1 0 0,0 1 0 0 0,0-1 0 0 0,0 1-1 0 0,0 0 1 0 0,0-1 0 0 0,1 1-1 0 0,-1 0 1 0 0,1-1 0 0 0,-1 1-1 0 0,1-1 1 0 0,0 1 0 0 0,0-1-1 0 0,0 0 1 0 0,1 1 0 0 0,-1-1-1 0 0,0 0 1 0 0,1 0 0 0 0,0 0-1 0 0,-1 0 1 0 0,1 0 0 0 0,0 0-1 0 0,0 0 1 0 0,0-1 0 0 0,0 1-1 0 0,0-1 1 0 0,1 1 0 0 0,-1-1-1 0 0,0 0 1 0 0,1 0 0 0 0,-1 0-1 0 0,1 0 1 0 0,-1 0 0 0 0,1 0-1 0 0,-1-1 1 0 0,1 0 0 0 0,-1 1-1 0 0,1-1 1 0 0,0 0 0 0 0,-1 0-1 0 0,1 0 1 0 0,0 0 0 0 0,-1-1-1 0 0,1 1 1 0 0,-1-1 0 0 0,1 0-1 0 0,-1 1 1 0 0,1-1 0 0 0,-1 0-1 0 0,0-1 1 0 0,1 1 0 0 0,-1 0-1 0 0,0-1 1 0 0,0 1 0 0 0,0-1-1 0 0,0 0 1 0 0,0 1 0 0 0,0-1-1 0 0,0 0 1 0 0,0 0 0 0 0,-1 0-1 0 0,1-1 1 0 0,-1 1 0 0 0,0 0-1 0 0,0 0 1 0 0,2-4 0 0 0,-2 4-7 0 0,-1 0 1 0 0,1-1-1 0 0,0 1 1 0 0,-1 0-1 0 0,1-1 1 0 0,-1 1 0 0 0,0-1-1 0 0,0 1 1 0 0,0-1-1 0 0,0 1 1 0 0,0-1-1 0 0,-1 1 1 0 0,1 0-1 0 0,-1-1 1 0 0,1 1-1 0 0,-1-1 1 0 0,0 1-1 0 0,0 0 1 0 0,0 0-1 0 0,0 0 1 0 0,0-1 0 0 0,-1 1-1 0 0,1 0 1 0 0,-3-2-1 0 0,3 3-12 0 0,0 0 0 0 0,0 0 0 0 0,0 0 0 0 0,0 0 0 0 0,-1 0 0 0 0,1 0 0 0 0,0 1 0 0 0,0-1 0 0 0,-1 0 0 0 0,1 1 0 0 0,0-1 0 0 0,-1 1 0 0 0,1 0 0 0 0,-1-1 0 0 0,1 1 0 0 0,-1 0 0 0 0,1 0 0 0 0,-1 0 0 0 0,1 0 0 0 0,-1 0-1 0 0,1 0 1 0 0,0 0 0 0 0,-1 1 0 0 0,1-1 0 0 0,-1 0 0 0 0,1 1 0 0 0,0-1 0 0 0,-1 1 0 0 0,1 0 0 0 0,0-1 0 0 0,-1 1 0 0 0,1 0 0 0 0,0 0 0 0 0,0 0 0 0 0,0 0 0 0 0,0 0 0 0 0,0 0 0 0 0,0 0 0 0 0,0 0 0 0 0,0 0 0 0 0,-1 2 0 0 0,-22 35-199 0 0,23-36 180 0 0,0-1 0 0 0,0 1 0 0 0,0 0 0 0 0,1 0 0 0 0,-1-1 0 0 0,1 1-1 0 0,-1 0 1 0 0,1 0 0 0 0,-1-1 0 0 0,1 1 0 0 0,0 0 0 0 0,0 0 0 0 0,0 0 0 0 0,0 0 0 0 0,0 0 0 0 0,0-1-1 0 0,1 1 1 0 0,-1 0 0 0 0,1 0 0 0 0,-1 0 0 0 0,2 3 0 0 0,-1-5 18 0 0,0 1 0 0 0,0-1 0 0 0,0 1 0 0 0,-1-1 0 0 0,1 1 0 0 0,0-1 0 0 0,0 0 0 0 0,0 1 0 0 0,0-1 1 0 0,0 0-1 0 0,0 0 0 0 0,0 1 0 0 0,0-1 0 0 0,0 0 0 0 0,0 0 0 0 0,1 0 0 0 0,-1 0 0 0 0,0-1 0 0 0,0 1 0 0 0,0 0 0 0 0,0 0 0 0 0,0-1 0 0 0,0 1 0 0 0,-1 0 0 0 0,1-1 0 0 0,0 1 0 0 0,0-1 0 0 0,0 1 0 0 0,0-1 1 0 0,0 1-1 0 0,0-1 0 0 0,-1 0 0 0 0,1 0 0 0 0,0 1 0 0 0,0-2 0 0 0,27-28 342 0 0,-27 26-314 0 0,1 0 1 0 0,-1 0-1 0 0,1-1 0 0 0,-1 1 1 0 0,0 0-1 0 0,-1-1 1 0 0,1 1-1 0 0,-1 0 0 0 0,0-1 1 0 0,0 1-1 0 0,-1-6 1 0 0,1 9-25 0 0,0-1 1 0 0,0 1 0 0 0,0-1 0 0 0,0 1 0 0 0,0 0 0 0 0,0-1-1 0 0,-1 1 1 0 0,1-1 0 0 0,-1 1 0 0 0,1 0 0 0 0,-1-1 0 0 0,1 1-1 0 0,-1 0 1 0 0,0-1 0 0 0,0 1 0 0 0,1 0 0 0 0,-1 0 0 0 0,0 0 0 0 0,0 0-1 0 0,0 0 1 0 0,0 0 0 0 0,-1 0 0 0 0,1 0 0 0 0,0 0 0 0 0,0 1-1 0 0,0-1 1 0 0,-1 0 0 0 0,1 1 0 0 0,0-1 0 0 0,-1 1 0 0 0,1-1-1 0 0,0 1 1 0 0,-1 0 0 0 0,1-1 0 0 0,-1 1 0 0 0,1 0 0 0 0,-3 0 0 0 0,2 1-16 0 0,-1 0 0 0 0,1 0 0 0 0,0 0 1 0 0,-1 0-1 0 0,1 1 0 0 0,0-1 0 0 0,0 1 1 0 0,0-1-1 0 0,0 1 0 0 0,0 0 0 0 0,0 0 1 0 0,0 0-1 0 0,1 0 0 0 0,-1 0 1 0 0,1 0-1 0 0,-1 1 0 0 0,1-1 0 0 0,0 0 1 0 0,0 1-1 0 0,0-1 0 0 0,-1 4 0 0 0,0 0-469 0 0,-1 0-1 0 0,2 1 0 0 0,-1-1 0 0 0,1 1 0 0 0,0-1 0 0 0,0 1 0 0 0,0 9 1 0 0,1-15 288 0 0,0 1 0 0 0,1-1 0 0 0,-1 1 1 0 0,0-1-1 0 0,0 1 0 0 0,1-1 0 0 0,-1 0 0 0 0,0 1 1 0 0,1-1-1 0 0,0 0 0 0 0,-1 1 0 0 0,1-1 1 0 0,0 0-1 0 0,0 0 0 0 0,-1 1 0 0 0,1-1 0 0 0,0 0 1 0 0,0 0-1 0 0,0 0 0 0 0,0 0 0 0 0,1 0 1 0 0,-1 0-1 0 0,0-1 0 0 0,0 1 0 0 0,0 0 0 0 0,1-1 1 0 0,-1 1-1 0 0,3 0 0 0 0,3 1-482 0 0</inkml:trace>
</inkml:ink>
</file>

<file path=ppt/ink/ink2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42.1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29 6033 0 0,'1'-2'25'0'0,"1"-1"-1"0"0,-1 1 1 0 0,1 0-1 0 0,-1 0 1 0 0,1 0-1 0 0,0 0 1 0 0,0 0-1 0 0,0 0 1 0 0,0 0-1 0 0,0 1 1 0 0,0-1-1 0 0,0 1 1 0 0,5-3-1 0 0</inkml:trace>
</inkml:ink>
</file>

<file path=ppt/ink/ink2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42.5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157 5 456 0 0,'-14'2'9185'0'0,"-15"6"-6806"0"0,4-1 517 0 0,-1 1-1 0 0,-27 13 1 0 0,44-14-2319 0 0,20-6-362 0 0,13-4-183 0 0,57-7 180 0 0,74-12-36 0 0,278-1 0 0 0,-346 26-102 0 0,-6 1-64 0 0,106-8 0 0 0,-168 2-2779 0 0</inkml:trace>
</inkml:ink>
</file>

<file path=ppt/ink/ink2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43.0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133 11 10594 0 0,'-5'-2'225'0'0,"0"1"-1"0"0,-1 0 1 0 0,1 0 0 0 0,0 1-1 0 0,0 0 1 0 0,-1 0-1 0 0,1 0 1 0 0,0 0-1 0 0,-1 1 1 0 0,1 0 0 0 0,-8 2-1 0 0,10-2-108 0 0,0 0 0 0 0,0 1-1 0 0,0 0 1 0 0,0 0 0 0 0,0 0 0 0 0,0 0-1 0 0,0 0 1 0 0,1 1 0 0 0,-1-1 0 0 0,1 1 0 0 0,0-1-1 0 0,0 1 1 0 0,0 0 0 0 0,0 0 0 0 0,0 0-1 0 0,0 0 1 0 0,1 0 0 0 0,-2 6 0 0 0,-1 3-67 0 0,1 0 0 0 0,0-1 1 0 0,1 1-1 0 0,1 0 0 0 0,0 0 1 0 0,0 1-1 0 0,1-1 1 0 0,1 0-1 0 0,0 0 0 0 0,0 0 1 0 0,1 0-1 0 0,1 0 0 0 0,0-1 1 0 0,1 1-1 0 0,0-1 0 0 0,8 17 1 0 0,-9-22-2 0 0,0-1 0 0 0,1 1 1 0 0,-1 0-1 0 0,1-1 0 0 0,0 0 1 0 0,0 0-1 0 0,1 0 0 0 0,0 0 0 0 0,0-1 1 0 0,0 0-1 0 0,0 0 0 0 0,0 0 1 0 0,1-1-1 0 0,0 1 0 0 0,0-1 1 0 0,0-1-1 0 0,0 1 0 0 0,0-1 0 0 0,0 0 1 0 0,1-1-1 0 0,-1 1 0 0 0,1-1 1 0 0,-1 0-1 0 0,1-1 0 0 0,-1 0 0 0 0,1 0 1 0 0,-1 0-1 0 0,1-1 0 0 0,0 0 1 0 0,-1 0-1 0 0,9-3 0 0 0,-8 3 12 0 0,-1-1 0 0 0,0 0-1 0 0,0-1 1 0 0,0 1 0 0 0,0-1 0 0 0,0 0-1 0 0,-1 0 1 0 0,1-1 0 0 0,-1 0 0 0 0,0 0 0 0 0,0 0-1 0 0,0 0 1 0 0,-1-1 0 0 0,0 0 0 0 0,1 0-1 0 0,-2 0 1 0 0,1-1 0 0 0,-1 1 0 0 0,1-1-1 0 0,-2 0 1 0 0,1 0 0 0 0,0 0 0 0 0,-1 0-1 0 0,-1 0 1 0 0,1 0 0 0 0,-1-1 0 0 0,0 1-1 0 0,0 0 1 0 0,0-1 0 0 0,-1 1 0 0 0,0-1-1 0 0,-1 1 1 0 0,1-1 0 0 0,-1 1 0 0 0,-1-1 0 0 0,-2-8-1 0 0,-1 0 109 0 0,-1 0-1 0 0,-1 1 0 0 0,0 0 0 0 0,-1 0 1 0 0,-1 0-1 0 0,0 1 0 0 0,-14-16 0 0 0,16 21-1651 0 0,-1 0-1 0 0,0 1 0 0 0,-15-11 0 0 0</inkml:trace>
</inkml:ink>
</file>

<file path=ppt/ink/ink2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43.4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27 10594 0 0,'2'2'210'0'0,"1"-1"-1"0"0,-1 1 0 0 0,0 0 0 0 0,-1 0 1 0 0,1 0-1 0 0,0 0 0 0 0,0 0 1 0 0,-1 1-1 0 0,1-1 0 0 0,-1 0 0 0 0,0 1 1 0 0,0-1-1 0 0,0 1 0 0 0,0-1 1 0 0,0 1-1 0 0,0 3 0 0 0,9 49 1585 0 0,-9-42-1343 0 0,0-2-312 0 0,8 36 124 0 0,-8-45-288 0 0,-1 0 1 0 0,1 0-1 0 0,0 0 1 0 0,-1 0-1 0 0,1 0 0 0 0,0 0 1 0 0,0 0-1 0 0,1 0 1 0 0,-1-1-1 0 0,0 1 0 0 0,0 0 1 0 0,1-1-1 0 0,-1 1 1 0 0,1-1-1 0 0,0 0 0 0 0,-1 1 1 0 0,1-1-1 0 0,3 2 0 0 0,-4-3-41 0 0,0 0 0 0 0,1 0-1 0 0,-1 0 1 0 0,0 0-1 0 0,0 0 1 0 0,0-1 0 0 0,0 1-1 0 0,1 0 1 0 0,-1-1-1 0 0,0 1 1 0 0,0 0-1 0 0,0-1 1 0 0,0 1 0 0 0,0-1-1 0 0,0 0 1 0 0,0 1-1 0 0,0-1 1 0 0,0 0-1 0 0,0 0 1 0 0,-1 1 0 0 0,1-1-1 0 0,0 0 1 0 0,0 0-1 0 0,0-1 1 0 0,21-29-1327 0 0,-17 24 1006 0 0,54-91-2098 0 0,2 20 11541 0 0,-52 113-8114 0 0,-6-21-901 0 0,0 5-1 0 0,2 0-1 0 0,7 20 1 0 0,-10-34-509 0 0,1 1 0 0 0,-1-1 0 0 0,1 0 0 0 0,0 0 0 0 0,0 0 0 0 0,1 0 0 0 0,0 0 0 0 0,-1-1 0 0 0,1 0 0 0 0,1 1 0 0 0,5 3 1 0 0,3 1-5107 0 0</inkml:trace>
</inkml:ink>
</file>

<file path=ppt/ink/ink2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43.7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93 3681 0 0,'2'-40'2997'0'0,"2"-12"5488"0"0,-2 97-2528 0 0,13 32-5187 0 0,-13-68-418 0 0,32 185 215 0 0,5 24-1163 0 0,-24-172-777 0 0,-1-18-4376 0 0,-3-9-756 0 0</inkml:trace>
</inkml:ink>
</file>

<file path=ppt/ink/ink2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43.9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1 132 3681 0 0,'1'-3'327'0'0,"0"1"-1"0"0,0-1 1 0 0,1 1 0 0 0,-1 0 0 0 0,1-1 0 0 0,0 1-1 0 0,-1 0 1 0 0,1 0 0 0 0,0 1 0 0 0,0-1 0 0 0,1 0-1 0 0,3-2 1 0 0,35-20 2928 0 0,-34 20-3063 0 0,12-6 505 0 0,1 1 0 0 0,-1 2 0 0 0,24-7 0 0 0,3 3-1722 0 0,68-8-1 0 0,-88 16 820 0 0</inkml:trace>
</inkml:ink>
</file>

<file path=ppt/ink/ink2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48.2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48 47 2304 0 0,'8'-47'11986'0'0,"-16"56"-8768"0"0,5-6-3038 0 0,1 0 1 0 0,0-1-1 0 0,-1 1 1 0 0,1 1 0 0 0,0-1-1 0 0,0 0 1 0 0,1 0-1 0 0,-1 1 1 0 0,1-1-1 0 0,0 1 1 0 0,0-1-1 0 0,0 1 1 0 0,0-1 0 0 0,0 1-1 0 0,1 0 1 0 0,0-1-1 0 0,-1 1 1 0 0,1 0-1 0 0,1 0 1 0 0,-1-1 0 0 0,1 1-1 0 0,1 6 1 0 0,-1-3-87 0 0,0 0 0 0 0,0 1 0 0 0,-1-1 0 0 0,0 1 0 0 0,0-1 0 0 0,-1 1 1 0 0,0-1-1 0 0,0 1 0 0 0,-4 12 0 0 0,-3 27 285 0 0,3 15-462 0 0,1-22 127 0 0,2 0 1 0 0,1-1-1 0 0,2 1 1 0 0,1 0-1 0 0,9 39 1 0 0,2-23-28 0 0,-4 1-1 0 0,-1-1 1 0 0,-1 107 0 0 0,-5-85-7 0 0,18 124 0 0 0,3 31-81 0 0,-4 8 60 0 0,0-10 146 0 0,-10-116 74 0 0,26 127 1 0 0,-13-108-209 0 0,-15-103 45 0 0,1 1 0 0 0,13 34 1 0 0,9 32 14 0 0,36 218 619 0 0,-48-224-616 0 0,-15-80-228 0 0,-3-12 158 0 0,0 0-1 0 0,1 0 1 0 0,-1 0 0 0 0,0 0 0 0 0,0 0-1 0 0,0 0 1 0 0,1 0 0 0 0,-1 0 0 0 0,0 0-1 0 0,0 0 1 0 0,0 0 0 0 0,0 0 0 0 0,1 0-1 0 0,-1 0 1 0 0,0 0 0 0 0,0 0 0 0 0,0 0-1 0 0,1 0 1 0 0,-1 0 0 0 0,0 0 0 0 0,0 0-1 0 0,0 0 1 0 0,0 0 0 0 0,1-1 0 0 0,-1 1-1 0 0,0 0 1 0 0,0 0 0 0 0,0 0 0 0 0,0 0-1 0 0,0 0 1 0 0,0-1 0 0 0,1 1 0 0 0,-1 0-1 0 0,0 0 1 0 0,0 0 0 0 0,0 0 0 0 0,0-1-1 0 0,0 1 1 0 0,0 0 0 0 0,0 0-1 0 0,0 0 1 0 0,0 0 0 0 0,0-1 0 0 0,0 1-1 0 0,0 0 1 0 0,0 0 0 0 0,0 0 0 0 0,0-1 0 0 0,1-1-515 0 0,-1 0 406 0 0,0 1 0 0 0,1 0 0 0 0,-1 0 0 0 0,0-1 0 0 0,1 1 1 0 0,-1 0-1 0 0,1 0 0 0 0,0-1 0 0 0,-1 1 0 0 0,1 0 0 0 0,1-2 0 0 0,0 0-871 0 0</inkml:trace>
</inkml:ink>
</file>

<file path=ppt/ink/ink2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48.7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51 96 3681 0 0,'-11'-2'329'0'0,"-28"-4"13752"0"0,56 3-12251 0 0,9-1-1556 0 0,39-10 499 0 0,0 3 1 0 0,103-5-1 0 0,-46 18-601 0 0,-64 0-173 0 0,60-5 0 0 0,-107 1 19 0 0,1 1 0 0 0,0-1 0 0 0,-1-1 1 0 0,1 0-1 0 0,15-7 0 0 0,5-9-6404 0 0</inkml:trace>
</inkml:ink>
</file>

<file path=ppt/ink/ink2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49.1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8434 0 0,'0'1'228'0'0,"0"1"0"0"0,0 0 1 0 0,0-1-1 0 0,0 1 0 0 0,0 0 0 0 0,0-1 1 0 0,0 1-1 0 0,1-1 0 0 0,-1 1 0 0 0,0 0 1 0 0,1-1-1 0 0,-1 1 0 0 0,1-1 0 0 0,0 1 1 0 0,0-1-1 0 0,-1 1 0 0 0,1-1 0 0 0,0 1 1 0 0,0-1-1 0 0,0 0 0 0 0,0 0 0 0 0,1 1 1 0 0,1 1-1 0 0,33 31 5649 0 0,-35-33-5844 0 0,112 111 2561 0 0,-34-32-1389 0 0,-61-60-1201 0 0,-1 0 0 0 0,16 24 0 0 0,-20-25-11 0 0,2-1-1 0 0,0 0 0 0 0,18 17 0 0 0,-13-21-614 0 0,-5-7-5408 0 0</inkml:trace>
</inkml:ink>
</file>

<file path=ppt/ink/ink2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49.5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313 1 920 0 0,'-25'6'11339'0'0,"20"-3"-10309"0"0,-20 21 4740 0 0,15-10-5336 0 0,1 1-1 0 0,-11 24 1 0 0,-1 1 563 0 0,-8 5-408 0 0,-79 136 210 0 0,86-142-669 0 0,14-27-61 0 0,1 0 0 0 0,1 1 1 0 0,0 0-1 0 0,-6 20 0 0 0,12-33-65 0 0,0 0-1 0 0,0 0 1 0 0,0 0-1 0 0,0 0 1 0 0,0 0-1 0 0,0 0 1 0 0,1 0-1 0 0,-1 0 1 0 0,0 0-1 0 0,0 0 1 0 0,0 0-1 0 0,0 0 1 0 0,0 0-1 0 0,0 0 1 0 0,0 0 0 0 0,0 0-1 0 0,0 0 1 0 0,0 0-1 0 0,0 0 1 0 0,0 0-1 0 0,1 0 1 0 0,-1 0-1 0 0,0 0 1 0 0,0 0-1 0 0,0 0 1 0 0,0 0-1 0 0,0 0 1 0 0,0 0 0 0 0,0 0-1 0 0,0 0 1 0 0,0 0-1 0 0,0 0 1 0 0,0 0-1 0 0,0 0 1 0 0,0 0-1 0 0,0 0 1 0 0,1 0-1 0 0,-1 0 1 0 0,0 0-1 0 0,0 0 1 0 0,0 0 0 0 0,0 1-1 0 0,0-1 1 0 0,0 0-1 0 0,0 0 1 0 0,0 0-1 0 0,0 0 1 0 0,0 0-1 0 0,0 0 1 0 0,0 0-1 0 0,0 0 1 0 0,0 0-1 0 0,0 0 1 0 0,0 0-1 0 0,0 0 1 0 0,0 1 0 0 0,0-1-1 0 0,0 0 1 0 0,5-5-2120 0 0</inkml:trace>
</inkml:ink>
</file>

<file path=ppt/ink/ink2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50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74 83 2761 0 0,'1'-3'354'0'0,"0"0"0"0"0,0 0 0 0 0,0 0 0 0 0,-1 0 0 0 0,1 0 0 0 0,-1 0 0 0 0,0 0 1 0 0,0 0-1 0 0,0 0 0 0 0,0 0 0 0 0,-1 0 0 0 0,1 0 0 0 0,-3-6 0 0 0,3 7-183 0 0,-1 0 0 0 0,1 0 0 0 0,-1 0-1 0 0,0 1 1 0 0,0-1 0 0 0,0 0 0 0 0,0 0-1 0 0,0 0 1 0 0,0 1 0 0 0,0-1-1 0 0,0 0 1 0 0,-1 1 0 0 0,1 0 0 0 0,-1-1-1 0 0,1 1 1 0 0,-1 0 0 0 0,0-1 0 0 0,1 1-1 0 0,-1 0 1 0 0,0 0 0 0 0,-2-1-1 0 0,3 3-111 0 0,0-1 0 0 0,1 0 0 0 0,-1 0 0 0 0,0 1 0 0 0,1-1-1 0 0,-1 0 1 0 0,0 0 0 0 0,1 1 0 0 0,-1-1 0 0 0,0 1 0 0 0,1-1-1 0 0,-1 1 1 0 0,1-1 0 0 0,-1 1 0 0 0,1-1 0 0 0,-1 1 0 0 0,1-1-1 0 0,0 1 1 0 0,-1 0 0 0 0,1-1 0 0 0,0 1 0 0 0,-1 0-1 0 0,1-1 1 0 0,0 1 0 0 0,0 0 0 0 0,-1-1 0 0 0,1 1 0 0 0,0 1-1 0 0,-7 25 541 0 0,6-23-492 0 0,-3 17 102 0 0,-13 59 260 0 0,16-70-465 0 0,0-1-1 0 0,0 0 0 0 0,1 1 0 0 0,1-1 1 0 0,-1 0-1 0 0,3 14 0 0 0,-2-22 9 0 0,-1 0 0 0 0,0 0 0 0 0,0 1 0 0 0,1-1 0 0 0,-1 0-1 0 0,0 0 1 0 0,1 0 0 0 0,-1 0 0 0 0,1 0 0 0 0,-1 0 0 0 0,1 0 0 0 0,0 0 0 0 0,-1 0-1 0 0,1 0 1 0 0,0 0 0 0 0,0 0 0 0 0,0 0 0 0 0,0 0 0 0 0,0-1 0 0 0,0 1 0 0 0,0 0-1 0 0,0-1 1 0 0,0 1 0 0 0,0-1 0 0 0,0 1 0 0 0,0-1 0 0 0,0 1 0 0 0,1-1 0 0 0,-1 0 0 0 0,0 1-1 0 0,0-1 1 0 0,0 0 0 0 0,1 0 0 0 0,-1 0 0 0 0,0 0 0 0 0,0 0 0 0 0,0 0 0 0 0,1-1-1 0 0,-1 1 1 0 0,0 0 0 0 0,0-1 0 0 0,0 1 0 0 0,0 0 0 0 0,0-1 0 0 0,0 0 0 0 0,1 1-1 0 0,-1-1 1 0 0,0 1 0 0 0,0-1 0 0 0,-1 0 0 0 0,2-1 0 0 0,3-1 167 0 0,0 0 0 0 0,-1-1 1 0 0,1 0-1 0 0,-1 0 0 0 0,0 0 0 0 0,0 0 0 0 0,-1-1 1 0 0,1 0-1 0 0,4-7 0 0 0,-5 3-109 0 0,0-1 0 0 0,-1 1 0 0 0,0 0 1 0 0,0-1-1 0 0,-1 1 0 0 0,0-1 0 0 0,0 1 0 0 0,-1-1 0 0 0,-1 1 0 0 0,0-1 1 0 0,0 0-1 0 0,-1 1 0 0 0,0 0 0 0 0,-5-15 0 0 0,7 24-70 0 0,0-1 0 0 0,0 1 1 0 0,0-1-1 0 0,0 1 0 0 0,-1-1 0 0 0,1 1 0 0 0,0-1 0 0 0,0 1 0 0 0,-1-1 0 0 0,1 1 1 0 0,0 0-1 0 0,-1-1 0 0 0,1 1 0 0 0,0-1 0 0 0,-1 1 0 0 0,1 0 0 0 0,-1-1 0 0 0,1 1 1 0 0,0 0-1 0 0,-1 0 0 0 0,1-1 0 0 0,-1 1 0 0 0,1 0 0 0 0,-1 0 0 0 0,1 0 0 0 0,-1-1 1 0 0,1 1-1 0 0,-1 0 0 0 0,1 0 0 0 0,-1 0 0 0 0,1 0 0 0 0,-2 0 0 0 0,-16 9 17 0 0,-11 22-132 0 0,25-25 79 0 0,1-1 1 0 0,0 0 0 0 0,0 1 0 0 0,0-1-1 0 0,1 1 1 0 0,0 0 0 0 0,0 0 0 0 0,0 0-1 0 0,1 0 1 0 0,-1 8 0 0 0,1-12 33 0 0,1 0 0 0 0,0 0 0 0 0,0 0 0 0 0,0 0 0 0 0,0 0 0 0 0,0 0 0 0 0,0 0 0 0 0,0 0 0 0 0,1 0 0 0 0,-1 0 0 0 0,1 1 0 0 0,-1-2 0 0 0,1 1 0 0 0,0 0 0 0 0,0 0 0 0 0,0 0 0 0 0,0 0 0 0 0,0 0 0 0 0,0-1 0 0 0,1 1 0 0 0,-1 0 0 0 0,0-1 0 0 0,1 1 1 0 0,0-1-1 0 0,-1 0 0 0 0,1 1 0 0 0,0-1 0 0 0,-1 0 0 0 0,1 0 0 0 0,0 0 0 0 0,0 0 0 0 0,0-1 0 0 0,3 2 0 0 0,-4-2 6 0 0,0 0 0 0 0,0 1-1 0 0,0-1 1 0 0,-1 0 0 0 0,1 0 0 0 0,0 0 0 0 0,0 0 0 0 0,0 0 0 0 0,0 0 0 0 0,0 0 0 0 0,0-1 0 0 0,0 1-1 0 0,0 0 1 0 0,0 0 0 0 0,0-1 0 0 0,0 1 0 0 0,0 0 0 0 0,0-1 0 0 0,0 1 0 0 0,-1-1 0 0 0,1 0-1 0 0,0 1 1 0 0,0-1 0 0 0,1-1 0 0 0,-1 0 71 0 0,1 0-1 0 0,-1 0 1 0 0,0-1 0 0 0,0 1-1 0 0,0 0 1 0 0,0-1 0 0 0,0 1-1 0 0,0 0 1 0 0,0-5 0 0 0,1-3 243 0 0,-1 0-1 0 0,-1 0 1 0 0,0-18 0 0 0,-5 2 15 0 0,5 26-354 0 0,0-1 0 0 0,0 1-1 0 0,-1 0 1 0 0,1-1 0 0 0,0 1-1 0 0,0-1 1 0 0,0 1 0 0 0,-1 0-1 0 0,1-1 1 0 0,0 1 0 0 0,-1-1-1 0 0,1 1 1 0 0,0 0 0 0 0,0-1-1 0 0,-1 1 1 0 0,1 0 0 0 0,-1 0-1 0 0,1-1 1 0 0,0 1 0 0 0,-1 0-1 0 0,1 0 1 0 0,-1 0 0 0 0,1-1-1 0 0,0 1 1 0 0,-1 0 0 0 0,1 0-1 0 0,-1 0 1 0 0,1 0 0 0 0,-1 0-1 0 0,1 0 1 0 0,-1 0 0 0 0,1 0-1 0 0,0 0 1 0 0,-1 0-1 0 0,1 0 1 0 0,-1 0 0 0 0,1 0-1 0 0,-1 0 1 0 0,1 1 0 0 0,-1-1-1 0 0,1 0 1 0 0,0 0 0 0 0,-1 0-1 0 0,1 1 1 0 0,0-1 0 0 0,-1 0-1 0 0,1 0 1 0 0,-1 1 0 0 0,1-1-1 0 0,0 0 1 0 0,0 1 0 0 0,-1-1-1 0 0,1 1 1 0 0,0-1 0 0 0,-1 1-1 0 0,-5 7-1071 0 0</inkml:trace>
</inkml:ink>
</file>

<file path=ppt/ink/ink2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04.66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249 1 3681 0 0,'-5'8'358'0'0,"1"1"-1"0"0,0 0 1 0 0,0 1 0 0 0,1-1 0 0 0,1 1-1 0 0,-3 11 1 0 0,0 2 221 0 0,-21 88 1585 0 0,6 1 0 0 0,4 0 0 0 0,-1 144-1 0 0,-50 538-1173 0 0,18-316-1022 0 0,27 3 248 0 0,51 392 62 0 0,-1-2-49 0 0,-28-831-228 0 0,32 1125 735 0 0,28-531 432 0 0,23 313 159 0 0,-71-739-1130 0 0,54 681 911 0 0,-57-802-1074 0 0,69 828 308 0 0,-76-884-337 0 0,-2-1 1 0 0,-2 1 0 0 0,-7 46 0 0 0,6-63-496 0 0,0-1 1 0 0,-1 1-1 0 0,-12 23 1 0 0,11-26-466 0 0,-1-1 0 0 0,-1 0 0 0 0,0 0 0 0 0,0 0 0 0 0,-10 9 0 0 0,-1-2-4503 0 0</inkml:trace>
</inkml:ink>
</file>

<file path=ppt/ink/ink2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05.3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0 131 2761 0 0,'415'-48'3290'0'0,"300"2"-979"0"0,603 9-2559 0 0,-988 52 248 0 0,-144-4 0 0 0,-141-8-543 0 0,-2 0-2171 0 0</inkml:trace>
</inkml:ink>
</file>

<file path=ppt/ink/ink2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06.4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3813 1 1840 0 0,'-10'3'501'0'0,"0"1"-1"0"0,1 0 0 0 0,-1 1 0 0 0,1 0 0 0 0,0 0 1 0 0,1 1-1 0 0,-1 0 0 0 0,1 1 0 0 0,1 0 0 0 0,-1 0 1 0 0,1 0-1 0 0,0 1 0 0 0,1 0 0 0 0,0 1 0 0 0,-8 13 1 0 0,3-2 33 0 0,2-1 1 0 0,0 2-1 0 0,1-1 1 0 0,1 1-1 0 0,1 1 1 0 0,-4 27 0 0 0,-3 41 804 0 0,0 159 0 0 0,24 93-89 0 0,-7-253-898 0 0,2 49-256 0 0,4 504 522 0 0,-23-233-618 0 0,35-3 0 0 0,8-121-123 0 0,-8 361 1 0 0,-21 261 164 0 0,28 115 33 0 0,-23-291 1088 0 0,-6-534-990 0 0,34 567 172 0 0,-11-401-346 0 0,-16-261 93 0 0,3-1-1 0 0,5-1 0 0 0,5-1 0 0 0,47 144 0 0 0,-57-213-178 0 0,-1 1 0 0 0,-1 1 0 0 0,4 36 0 0 0,-11-53 53 0 0,0 0-1 0 0,0 0 0 0 0,-1 0 0 0 0,-1 0 0 0 0,-1 0 0 0 0,0 0 1 0 0,-1-1-1 0 0,0 1 0 0 0,-6 15 0 0 0,7-28 40 0 0,1 1 0 0 0,0-1 0 0 0,-1 0-1 0 0,0 0 1 0 0,1 0 0 0 0,-1 0 0 0 0,0 0 0 0 0,0 0-1 0 0,0 0 1 0 0,0-1 0 0 0,-1 1 0 0 0,1-1 0 0 0,0 1-1 0 0,-1-1 1 0 0,1 0 0 0 0,-6 2 0 0 0,-48 11 124 0 0,28-9-100 0 0,19-2-29 0 0,-153 39-196 0 0,-173 22 0 0 0,-50 0-737 0 0,-7 0 1186 0 0,-457 83 803 0 0,739-127-1089 0 0,0-5 0 0 0,0-5-1 0 0,-138-6 1 0 0,178-9 129 0 0,0-4 1 0 0,-94-24-1 0 0,-7-1 396 0 0,105 26-211 0 0,-129 4 0 0 0,64 5-144 0 0,75-1-63 0 0,39 1 32 0 0,0 0 1 0 0,0-1 0 0 0,0-1-1 0 0,0-1 1 0 0,0 0 0 0 0,-27-8-1 0 0,31 1-1481 0 0</inkml:trace>
</inkml:ink>
</file>

<file path=ppt/ink/ink2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42.45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301 353 920 0 0,'3'-17'810'0'0,"0"0"1"0"0,-1-1-1 0 0,0 1 0 0 0,-2 0 0 0 0,0-1 0 0 0,-1 1 0 0 0,0 0 1 0 0,-7-27-1 0 0,6 35-228 0 0,-1 0 0 0 0,0 0 1 0 0,0 0-1 0 0,-1 0 0 0 0,-1 1 0 0 0,1 0 1 0 0,-10-13-1 0 0,10 16-354 0 0,0 1 1 0 0,0-1-1 0 0,0 1 0 0 0,-1 1 1 0 0,1-1-1 0 0,-1 1 0 0 0,0-1 0 0 0,0 1 1 0 0,0 1-1 0 0,0-1 0 0 0,-1 1 1 0 0,1 0-1 0 0,-8-2 0 0 0,10 3-62 0 0,-1 0 0 0 0,0 1 0 0 0,1-1 0 0 0,-1 1 0 0 0,0 0 0 0 0,0 0 0 0 0,1 0-1 0 0,-1 1 1 0 0,0-1 0 0 0,1 1 0 0 0,-1 0 0 0 0,0 0 0 0 0,1 0 0 0 0,-1 0 0 0 0,1 1 0 0 0,-5 2 0 0 0,3-1 17 0 0,-1 1 1 0 0,1 0 0 0 0,1 0-1 0 0,-1 1 1 0 0,0-1-1 0 0,1 1 1 0 0,0 0 0 0 0,-6 11-1 0 0,1 0-6 0 0,1 0-1 0 0,1 0 0 0 0,0 1 0 0 0,1 0 0 0 0,-6 33 1 0 0,2 6-15 0 0,-4 78 1 0 0,13-105-156 0 0,1-1 0 0 0,1 0 0 0 0,2 0 0 0 0,10 49 0 0 0,-10-68-8 0 0,0 0 1 0 0,0-1-1 0 0,0 1 1 0 0,1-1-1 0 0,0 0 1 0 0,1 0-1 0 0,0 0 1 0 0,0-1-1 0 0,1 0 1 0 0,0 0 0 0 0,9 9-1 0 0,-5-7 3 0 0,1-1 0 0 0,0-1-1 0 0,0 0 1 0 0,0 0 0 0 0,1-1 0 0 0,0 0-1 0 0,15 4 1 0 0,4-1-19 0 0,1-1-1 0 0,1-2 1 0 0,-1-1-1 0 0,1-1 1 0 0,50-2 0 0 0,-71-1-2 0 0,0-2 1 0 0,-1 0-1 0 0,1 0 0 0 0,-1-1 1 0 0,1 0-1 0 0,-1-1 1 0 0,0-1-1 0 0,0 0 1 0 0,11-5-1 0 0,-16 6 29 0 0,0-1-1 0 0,-1 1 0 0 0,0-1 1 0 0,0 0-1 0 0,0-1 1 0 0,0 1-1 0 0,0-1 1 0 0,-1 0-1 0 0,0 0 0 0 0,0 0 1 0 0,-1 0-1 0 0,1-1 1 0 0,-1 0-1 0 0,0 0 0 0 0,-1 0 1 0 0,1 0-1 0 0,2-10 1 0 0,-1-5 76 0 0,0-1 0 0 0,-1 0 0 0 0,-2 0 0 0 0,0 1 0 0 0,-1-1-1 0 0,-1 0 1 0 0,-5-25 0 0 0,-38-152 479 0 0,27 134-402 0 0,12 46-128 0 0,-1 1-1 0 0,0-1 1 0 0,-2 1 0 0 0,0 0 0 0 0,-1 1 0 0 0,0 0 0 0 0,-16-20 0 0 0,21 32-41 0 0,-1-1 0 0 0,0 1 0 0 0,0 0 1 0 0,0 0-1 0 0,-1 1 0 0 0,0 0 0 0 0,0-1 1 0 0,0 2-1 0 0,0-1 0 0 0,-7-2 0 0 0,8 4-17 0 0,0 1 0 0 0,0 0 0 0 0,0 0 0 0 0,0 0 0 0 0,0 0 0 0 0,0 1 1 0 0,0 0-1 0 0,0 0 0 0 0,0 0 0 0 0,0 1 0 0 0,0-1 0 0 0,0 1 0 0 0,0 1 0 0 0,0-1 0 0 0,-8 4 0 0 0,-2 3-1622 0 0</inkml:trace>
</inkml:ink>
</file>

<file path=ppt/ink/ink2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42.9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1 258 5529 0 0,'7'4'690'0'0,"0"1"0"0"0,0-1 1 0 0,0 2-1 0 0,-1-1 0 0 0,0 1 0 0 0,0 0 0 0 0,0 0 0 0 0,-1 0 0 0 0,7 11 1 0 0,6 11 413 0 0,15 34 0 0 0,1 0-261 0 0,64 70 455 0 0,-38-55-742 0 0,-56-73-374 0 0,1 1 1 0 0,-1-1-1 0 0,1 0 0 0 0,0 0 1 0 0,0 0-1 0 0,11 5 1 0 0,-14-7-37 0 0,0-1 0 0 0,1 0 0 0 0,-1 0 0 0 0,0-1 0 0 0,1 1 0 0 0,-1 0 0 0 0,1-1 0 0 0,-1 1 0 0 0,4-1 1 0 0,-5 0-73 0 0,0 0 0 0 0,0 0 1 0 0,0 0-1 0 0,0-1 1 0 0,-1 1-1 0 0,1 0 0 0 0,0 0 1 0 0,0-1-1 0 0,0 1 1 0 0,0 0-1 0 0,0-1 1 0 0,-1 1-1 0 0,1-1 0 0 0,0 1 1 0 0,0-1-1 0 0,-1 0 1 0 0,1 1-1 0 0,0-1 1 0 0,-1 0-1 0 0,1 1 0 0 0,0-1 1 0 0,-1 0-1 0 0,1 0 1 0 0,0-1-1 0 0,2-6 163 0 0,0 0 0 0 0,-1-1-1 0 0,0 0 1 0 0,2-15 0 0 0,1-6 1 0 0,16-85 238 0 0,8-131 0 0 0,-17 121-213 0 0,-9 102-246 0 0,3-37 40 0 0,-6 56-55 0 0,0 1 1 0 0,0-1-1 0 0,0 1 0 0 0,0 0 1 0 0,-1-1-1 0 0,1 1 0 0 0,-1 0 0 0 0,0 0 1 0 0,0-1-1 0 0,0 1 0 0 0,-1 0 1 0 0,1 0-1 0 0,-4-5 0 0 0,5 8-14 0 0,-1-1 0 0 0,1 1 0 0 0,-1 0 0 0 0,1-1 0 0 0,-1 1 0 0 0,1 0 0 0 0,-1-1 0 0 0,1 1 0 0 0,-1 0 0 0 0,1 0 0 0 0,-1-1 0 0 0,0 1 0 0 0,1 0 0 0 0,-1 0 0 0 0,1 0 0 0 0,-1 0 0 0 0,0 0 0 0 0,1 0 0 0 0,-1 0 0 0 0,1 0 0 0 0,-1 0 0 0 0,0 0 0 0 0,0 0 0 0 0,-4 2-308 0 0</inkml:trace>
</inkml:ink>
</file>

<file path=ppt/ink/ink2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0.2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243 186 5065 0 0,'5'-21'735'0'0,"-1"0"0"0"0,0-1 0 0 0,-2 1 0 0 0,-1-1 0 0 0,-2-43 0 0 0,-3 53 1996 0 0,-2 11-897 0 0,-10 21-110 0 0,-10 40-791 0 0,-9 61 371 0 0,-25 153 0 0 0,36-156-853 0 0,-12 83 99 0 0,-14 299 0 0 0,51 207 167 0 0,35-151 69 0 0,-10-187-381 0 0,-12 65-70 0 0,20 232 131 0 0,53-88 199 0 0,18 156-175 0 0,-27-60 546 0 0,-58-503-839 0 0,21 237-48 0 0,-40-385-733 0 0,5 60 1057 0 0,0-28-8211 0 0</inkml:trace>
</inkml:ink>
</file>

<file path=ppt/ink/ink2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1.3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167 741 4609 0 0,'-100'5'-1703'0'0,"98"-5"1709"0"0,1 0 0 0 0,-1-1 0 0 0,0 1 0 0 0,1 0 0 0 0,-1 0 0 0 0,0-1 1 0 0,1 1-1 0 0,-1-1 0 0 0,1 1 0 0 0,-1-1 0 0 0,1 0 0 0 0,-1 1 0 0 0,1-1 0 0 0,-1 0 0 0 0,1 0 0 0 0,0 0 0 0 0,-1 0 0 0 0,1-1 0 0 0,0 1 1 0 0,-1-1-1 0 0,-14-31 953 0 0,15 29-337 0 0,-1 0-1 0 0,1 0 0 0 0,-1 0 1 0 0,0 0-1 0 0,0 0 1 0 0,0 1-1 0 0,-5-6 1 0 0,19 8 3930 0 0,13-4-4361 0 0,-23 4 8 0 0,371-53 2786 0 0,188-28-1273 0 0,-225 28-947 0 0,608-59 372 0 0,-476 61-727 0 0,764-49 223 0 0,-883 92-633 0 0,-170 6 0 0 0,362-1 64 0 0,585-36 2 0 0,-980 33-56 0 0,427-22 156 0 0,615-16 140 0 0,-958 44-258 0 0,935-16 38 0 0,-77-27 384 0 0,-617 49-281 0 0,-270 14-6934 0 0,-166-14-222 0 0</inkml:trace>
</inkml:ink>
</file>

<file path=ppt/ink/ink2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2.6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1 6449 0 0,'0'0'110'0'0,"0"0"-1"0"0,-1 0 0 0 0,1 0 1 0 0,0 0-1 0 0,-1 0 0 0 0,1 1 0 0 0,0-1 1 0 0,-1 0-1 0 0,1 0 0 0 0,0 1 0 0 0,-1-1 1 0 0,1 0-1 0 0,0 0 0 0 0,0 1 1 0 0,-1-1-1 0 0,1 0 0 0 0,0 1 0 0 0,0-1 1 0 0,0 0-1 0 0,-1 1 0 0 0,1-1 1 0 0,0 0-1 0 0,0 1 0 0 0,0-1 0 0 0,0 1 1 0 0,0-1-1 0 0,0 0 0 0 0,0 1 1 0 0,0-1-1 0 0,0 1 0 0 0,0-1 0 0 0,0 0 1 0 0,0 1-1 0 0,0-1 0 0 0,0 1 0 0 0,0-1 1 0 0,0 1-1 0 0,-2 20 1053 0 0,-2 300 4079 0 0,5-84-4212 0 0,9-79-4300 0 0,-9-129-2146 0 0</inkml:trace>
</inkml:ink>
</file>

<file path=ppt/ink/ink2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2.9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 10594 0 0,'-1'1'34'0'0,"1"-1"-1"0"0,-1 1 0 0 0,1 0 0 0 0,-1 0 1 0 0,1 0-1 0 0,0-1 0 0 0,-1 1 1 0 0,1 0-1 0 0,0 0 0 0 0,0 0 0 0 0,-1 0 1 0 0,1 0-1 0 0,0 0 0 0 0,0 0 1 0 0,0 0-1 0 0,0-1 0 0 0,0 1 0 0 0,0 0 1 0 0,1 0-1 0 0,-1 2 0 0 0,3 30 1745 0 0,-2-24-1338 0 0,3 119 1100 0 0,3 33-441 0 0,-4-140-1970 0 0,0 1 0 0 0,2-1 0 0 0,0 0 0 0 0,1 0 0 0 0,12 26 0 0 0,-10-31-3828 0 0</inkml:trace>
</inkml:ink>
</file>

<file path=ppt/ink/ink2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3.2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8 274 10594 0 0,'-7'-6'579'0'0,"12"24"1140"0"0,1-3-1574 0 0,1-1-1 0 0,0 1 0 0 0,0-2 1 0 0,2 1-1 0 0,0-1 1 0 0,0 0-1 0 0,1-1 0 0 0,1 0 1 0 0,0 0-1 0 0,1-1 1 0 0,0-1-1 0 0,0 0 1 0 0,1-1-1 0 0,0 0 0 0 0,1-1 1 0 0,15 7-1 0 0,2 0 415 0 0,0-1-1 0 0,36 11 1 0 0,-56-22-379 0 0,0 1-1 0 0,1-2 1 0 0,-1 0 0 0 0,1 0 0 0 0,-1-1-1 0 0,1 0 1 0 0,0-1 0 0 0,-1-1-1 0 0,22-3 1 0 0,-30 3-104 0 0,1 0 1 0 0,0-1-1 0 0,-1 1 0 0 0,0-1 0 0 0,1 0 1 0 0,-1 0-1 0 0,0 0 0 0 0,0-1 0 0 0,0 1 1 0 0,0-1-1 0 0,-1 0 0 0 0,1 0 1 0 0,-1 1-1 0 0,0-2 0 0 0,1 1 0 0 0,-1 0 1 0 0,0 0-1 0 0,-1-1 0 0 0,1 1 0 0 0,-1-1 1 0 0,0 1-1 0 0,1-1 0 0 0,-2 0 0 0 0,2-4 1 0 0,1-11 341 0 0,0-1 1 0 0,-1 1-1 0 0,-2-29 0 0 0,0 38-269 0 0,-6-130 315 0 0,2 78-722 0 0,5-87 0 0 0,1 134-1464 0 0</inkml:trace>
</inkml:ink>
</file>

<file path=ppt/ink/ink2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3.9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201 126 2761 0 0,'-19'-33'495'0'0,"14"25"608"0"0,0 0 0 0 0,-1 1 0 0 0,0-1-1 0 0,-14-11 1 0 0,19 17-943 0 0,-1 1 0 0 0,1-1 0 0 0,-1 1 0 0 0,1 0 0 0 0,-1-1 0 0 0,0 1 0 0 0,0 0 0 0 0,0 0 0 0 0,0 0 0 0 0,0 0 0 0 0,0 0 0 0 0,0 1 0 0 0,0-1 0 0 0,0 1 0 0 0,0-1 0 0 0,0 1 0 0 0,0 0 0 0 0,0 0 0 0 0,0 0 0 0 0,-1 0 0 0 0,1 0-1 0 0,0 0 1 0 0,0 0 0 0 0,0 1 0 0 0,0-1 0 0 0,0 1 0 0 0,0 0 0 0 0,0-1 0 0 0,0 1 0 0 0,0 0 0 0 0,0 0 0 0 0,0 0 0 0 0,0 1 0 0 0,1-1 0 0 0,-1 0 0 0 0,0 1 0 0 0,1-1 0 0 0,-1 1 0 0 0,1-1 0 0 0,0 1 0 0 0,-1 0 0 0 0,1-1 0 0 0,0 1 0 0 0,-2 3 0 0 0,-5 10 54 0 0,0 1 1 0 0,1-1-1 0 0,0 1 1 0 0,1 1-1 0 0,1-1 1 0 0,1 1-1 0 0,0 0 1 0 0,1 0-1 0 0,1 0 1 0 0,0 33-1 0 0,2-35-219 0 0,1 1 0 0 0,0-1-1 0 0,2 1 1 0 0,-1-1 0 0 0,2 1 0 0 0,0-1-1 0 0,1-1 1 0 0,0 1 0 0 0,1-1 0 0 0,1 1-1 0 0,0-2 1 0 0,12 17 0 0 0,-14-23-1 0 0,0-1 0 0 0,1 1 1 0 0,0-1-1 0 0,0 0 0 0 0,1-1 0 0 0,0 1 1 0 0,0-1-1 0 0,0-1 0 0 0,0 1 0 0 0,1-1 1 0 0,0 0-1 0 0,0-1 0 0 0,0 0 0 0 0,0 0 1 0 0,10 1-1 0 0,-11-2 16 0 0,0-2-1 0 0,1 1 1 0 0,-1-1 0 0 0,0 0 0 0 0,0-1-1 0 0,0 1 1 0 0,0-1 0 0 0,0-1 0 0 0,0 0-1 0 0,0 0 1 0 0,0 0 0 0 0,0 0 0 0 0,-1-1-1 0 0,1 0 1 0 0,-1-1 0 0 0,0 0 0 0 0,0 0-1 0 0,9-8 1 0 0,-6 4 63 0 0,0 0 0 0 0,0-1 0 0 0,-1 0-1 0 0,-1 0 1 0 0,0-1 0 0 0,0 0 0 0 0,-1-1 0 0 0,0 1-1 0 0,0-1 1 0 0,-2 0 0 0 0,1 0 0 0 0,-1-1 0 0 0,-1 1-1 0 0,0-1 1 0 0,-1 0 0 0 0,0 0 0 0 0,0 0-1 0 0,-1-16 1 0 0,-2 14 9 0 0,0 0 0 0 0,-1 1-1 0 0,0 0 1 0 0,-1-1 0 0 0,-1 1-1 0 0,0 0 1 0 0,0 0 0 0 0,-2 1-1 0 0,1-1 1 0 0,-2 1 0 0 0,1 0-1 0 0,-2 1 1 0 0,1 0 0 0 0,-2 0-1 0 0,0 0 1 0 0,-10-9 0 0 0,8 10-65 0 0,0 0 1 0 0,0 1 0 0 0,-1 0 0 0 0,-1 1 0 0 0,-21-11-1 0 0,28 16-237 0 0,-1 1-1 0 0,1 0 1 0 0,-1 0 0 0 0,0 0-1 0 0,0 1 1 0 0,-7-1-1 0 0,10 1-332 0 0,-1 1 0 0 0,1 0 0 0 0,0 1 0 0 0,-1-1 0 0 0,1 1 0 0 0,0 0 0 0 0,0 0 1 0 0,0 0-1 0 0,0 0 0 0 0,-7 4 0 0 0,-6 6-5315 0 0</inkml:trace>
</inkml:ink>
</file>

<file path=ppt/ink/ink2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4.3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4609 0 0,'1'1'141'0'0,"-1"-1"0"0"0,1 1 0 0 0,-1-1 1 0 0,1 1-1 0 0,-1-1 0 0 0,1 0 0 0 0,-1 1 0 0 0,0 0 0 0 0,1-1 1 0 0,-1 1-1 0 0,0-1 0 0 0,1 1 0 0 0,-1-1 0 0 0,0 1 0 0 0,0 0 1 0 0,1-1-1 0 0,-1 1 0 0 0,0 0 0 0 0,0-1 0 0 0,0 1 0 0 0,0-1 1 0 0,0 1-1 0 0,0 0 0 0 0,0-1 0 0 0,0 1 0 0 0,-1 1 0 0 0,0 23 1726 0 0,1-21-1374 0 0,-3 21 138 0 0,2 0 1 0 0,1 1 0 0 0,1-1 0 0 0,7 36 0 0 0,-6-50-453 0 0,1-1-1 0 0,0 1 1 0 0,1-1 0 0 0,0 0 0 0 0,0 0 0 0 0,1-1 0 0 0,0 1 0 0 0,1-1 0 0 0,0 0 0 0 0,1-1 0 0 0,0 1 0 0 0,0-1 0 0 0,9 7 0 0 0,-9-9-269 0 0,0 0 0 0 0,0 0 1 0 0,1-1-1 0 0,0 0 1 0 0,0 0-1 0 0,0-1 1 0 0,1 0-1 0 0,-1-1 1 0 0,13 4-1 0 0,-17-6 54 0 0,0-1-1 0 0,0 1 0 0 0,0-1 0 0 0,1 1 1 0 0,-1-1-1 0 0,0 0 0 0 0,0-1 0 0 0,1 1 1 0 0,-1-1-1 0 0,0 0 0 0 0,0 0 0 0 0,0 0 1 0 0,0-1-1 0 0,0 1 0 0 0,0-1 0 0 0,-1 0 1 0 0,1 0-1 0 0,0 0 0 0 0,-1-1 0 0 0,0 1 1 0 0,1-1-1 0 0,4-5 0 0 0,4-6 183 0 0,-1 0 1 0 0,0 0-1 0 0,-1-1 0 0 0,-1 0 0 0 0,9-20 0 0 0,31-85 789 0 0,-5 9 731 0 0,-44 110-1600 0 0,1 0 0 0 0,-1 0 0 0 0,0 0 0 0 0,1 0 0 0 0,-1 0 0 0 0,1 0 0 0 0,0 0 0 0 0,-1 0 0 0 0,1 0-1 0 0,0 1 1 0 0,0-1 0 0 0,-1 0 0 0 0,1 0 0 0 0,0 1 0 0 0,0-1 0 0 0,0 0 0 0 0,0 1 0 0 0,1-1 0 0 0,-1 1-30 0 0,-1 0-1 0 0,1 0 1 0 0,-1 0 0 0 0,1 0 0 0 0,0 0 0 0 0,-1 0-1 0 0,1 1 1 0 0,-1-1 0 0 0,1 0 0 0 0,-1 0 0 0 0,1 1 0 0 0,-1-1-1 0 0,0 0 1 0 0,1 1 0 0 0,-1-1 0 0 0,1 1 0 0 0,-1-1 0 0 0,0 0-1 0 0,1 1 1 0 0,-1-1 0 0 0,0 1 0 0 0,1-1 0 0 0,-1 1-1 0 0,0-1 1 0 0,1 1 0 0 0,14 47 890 0 0,-13-38-884 0 0,5 12 25 0 0,0 1 0 0 0,2-1 1 0 0,1 0-1 0 0,0-1 1 0 0,21 31-1 0 0,23 19-2067 0 0,8-5-4705 0 0,-42-45 1075 0 0</inkml:trace>
</inkml:ink>
</file>

<file path=ppt/ink/ink2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4.6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 2 9674 0 0,'0'0'50'0'0,"-1"0"-1"0"0,1 0 1 0 0,0-1-1 0 0,-1 1 1 0 0,1 0-1 0 0,0 0 1 0 0,-1 0-1 0 0,1 0 1 0 0,0-1-1 0 0,-1 1 1 0 0,1 0 0 0 0,-1 0-1 0 0,1 0 1 0 0,0 0-1 0 0,-1 0 1 0 0,1 0-1 0 0,-1 0 1 0 0,1 0-1 0 0,0 0 1 0 0,-1 0-1 0 0,1 1 1 0 0,0-1-1 0 0,-1 0 1 0 0,1 0-1 0 0,-1 0 1 0 0,1 0 0 0 0,0 0-1 0 0,-1 1 1 0 0,1-1-1 0 0,0 0 1 0 0,-1 0-1 0 0,1 1 1 0 0,0-1-1 0 0,0 0 1 0 0,-1 0-1 0 0,1 1 1 0 0,-1 0-1 0 0,-7 20 1653 0 0,3 24 755 0 0,6-11-1201 0 0,2-1-1 0 0,14 66 0 0 0,27 64-407 0 0,-20-78-338 0 0,64 211-577 0 0,-61-208-1217 0 0,-14-45-80 0 0</inkml:trace>
</inkml:ink>
</file>

<file path=ppt/ink/ink2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4.8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64 116 9218 0 0,'-6'-2'567'0'0,"0"0"-1"0"0,0-1 1 0 0,1 1 0 0 0,-1-1-1 0 0,1 0 1 0 0,-1 0 0 0 0,1-1-1 0 0,0 0 1 0 0,-6-6 0 0 0,10 10-524 0 0,1-1 0 0 0,0 1 1 0 0,0-1-1 0 0,0 1 1 0 0,-1-1-1 0 0,1 0 0 0 0,0 1 1 0 0,0-1-1 0 0,0 1 1 0 0,0-1-1 0 0,0 1 0 0 0,0-1 1 0 0,0 1-1 0 0,0-1 1 0 0,0 1-1 0 0,0-1 0 0 0,0 0 1 0 0,0 1-1 0 0,1-1 1 0 0,-1 1-1 0 0,0-1 1 0 0,0 1-1 0 0,1-1 0 0 0,-1 1 1 0 0,0-1-1 0 0,0 1 1 0 0,1 0-1 0 0,-1-1 0 0 0,1 1 1 0 0,-1-1-1 0 0,0 1 1 0 0,1 0-1 0 0,-1-1 0 0 0,1 1 1 0 0,-1 0-1 0 0,1-1 1 0 0,-1 1-1 0 0,1 0 0 0 0,-1 0 1 0 0,1 0-1 0 0,-1-1 1 0 0,1 1-1 0 0,27-12 147 0 0,-24 10-198 0 0,27-8-1221 0 0,-1 2 1 0 0,1 0-1 0 0,47-4 1 0 0,-52 9-1198 0 0,14-3-1734 0 0</inkml:trace>
</inkml:ink>
</file>

<file path=ppt/ink/ink2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5.0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0 5985 0 0,'-1'6'536'0'0,"-1"-2"-432"0"0,1 0-104 0 0,0 3 1897 0 0,-1-5-841 0 0,1 3 8 0 0,-2 1 249 0 0,-1 3 55 0 0,1-1 8 0 0,0 2 0 0 0,1-3-911 0 0,2-3-177 0 0,1 0-40 0 0,2 0-8 0 0,4 0-240 0 0,1-1 0 0 0</inkml:trace>
</inkml:ink>
</file>

<file path=ppt/ink/ink2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0.4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8 102 6913 0 0,'-8'-101'8889'0'0,"23"358"-8231"0"0,-10-119-410 0 0,70 506 881 0 0,50-6-512 0 0,8 48 436 0 0,-105-511-49 0 0,9 312 0 0 0,2 630 179 0 0,-26-959-1036 0 0,27 280 493 0 0,-31-376-2141 0 0,16 64 0 0 0,-19-101-5883 0 0</inkml:trace>
</inkml:ink>
</file>

<file path=ppt/ink/ink2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1.2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8290 0 0,'1'1'222'0'0,"1"-1"0"0"0,0 1 1 0 0,0 0-1 0 0,-1 0 0 0 0,1 0 1 0 0,0 0-1 0 0,-1 0 1 0 0,1 0-1 0 0,-1 0 0 0 0,1 1 1 0 0,-1-1-1 0 0,0 0 0 0 0,1 1 1 0 0,-1-1-1 0 0,0 1 0 0 0,0 0 1 0 0,0-1-1 0 0,0 1 0 0 0,0 2 1 0 0,17 35 2051 0 0,-8-6-1623 0 0,-2 0-1 0 0,-1 1 1 0 0,-1 0-1 0 0,1 67 1 0 0,-5-68-395 0 0,8 296 655 0 0,-3-46-326 0 0,-3-176-3433 0 0</inkml:trace>
</inkml:ink>
</file>

<file path=ppt/ink/ink2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1.9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232 450 3225 0 0,'-39'6'562'0'0,"1"-3"1"0"0,-1-1 0 0 0,-56-4 0 0 0,74 0 1732 0 0,32 0-1280 0 0,405-13 680 0 0,-58 3-606 0 0,504-56 59 0 0,183-10 405 0 0,-221 29-1869 0 0,-305 15 97 0 0,-70 5 170 0 0,362-17 838 0 0,1153-19 954 0 0,-1390 39-1638 0 0,228-7 255 0 0,0 51 2 0 0,-653-8 174 0 0,122 10 680 0 0,-186-9-1018 0 0,98 24 1 0 0,-165-32-2395 0 0</inkml:trace>
</inkml:ink>
</file>

<file path=ppt/ink/ink2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2.7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22 1376 0 0,'0'-1'275'0'0,"0"0"-1"0"0,1 0 1 0 0,-1 0-1 0 0,0 0 0 0 0,1 0 1 0 0,-1 0-1 0 0,1 0 1 0 0,-1 0-1 0 0,1 0 0 0 0,-1 0 1 0 0,1 0-1 0 0,0 0 1 0 0,-1 1-1 0 0,1-1 0 0 0,0 0 1 0 0,-1 0-1 0 0,1 1 1 0 0,0-1-1 0 0,0 1 0 0 0,0-1 1 0 0,0 1-1 0 0,0-1 1 0 0,0 1-1 0 0,0-1 1 0 0,1 0-1 0 0,1 1-15 0 0,0 0 0 0 0,-1-1 0 0 0,1 1 0 0 0,0 0 0 0 0,0 1 0 0 0,-1-1-1 0 0,1 0 1 0 0,0 1 0 0 0,-1-1 0 0 0,4 2 0 0 0,0 0 36 0 0,0 0-1 0 0,0 1 0 0 0,0 0 1 0 0,0 0-1 0 0,-1 0 0 0 0,1 0 1 0 0,-1 1-1 0 0,8 8 0 0 0,-7-5-151 0 0,0 1-1 0 0,-1 0 0 0 0,0 0 0 0 0,0 0 1 0 0,-1 1-1 0 0,0 0 0 0 0,-1 0 0 0 0,0 0 1 0 0,3 18-1 0 0,0 9 44 0 0,2 48 1 0 0,-1-11-76 0 0,47 272 216 0 0,-16-115-298 0 0,11 262-1 0 0,-50 45-28 0 0,-2-339 0 0 0,17 693 1569 0 0,68-262-1402 0 0,-9-107 651 0 0,14 214 2142 0 0,-84-677-7120 0 0</inkml:trace>
</inkml:ink>
</file>

<file path=ppt/ink/ink2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3.9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83 296 920 0 0,'-37'4'63'0'0,"-1"1"4829"0"0,31-5-2651 0 0,16-4-1203 0 0,92-18-933 0 0,167-17 0 0 0,-25 6-104 0 0,111-10-52 0 0,-201 28 62 0 0,280-7 151 0 0,2 30 3 0 0,-71 1-143 0 0,856-33 743 0 0,-444 3 716 0 0,944-32 1377 0 0,-455 8-2341 0 0,0 55-291 0 0,-13 94 339 0 0,-727-13 305 0 0,-490-83-675 0 0,48 18 0 0 0,-71-22-59 0 0,0 2-1 0 0,0-1 1 0 0,0 1 0 0 0,-1 1 0 0 0,0 0 0 0 0,0 1 0 0 0,12 11 0 0 0,-22-19-158 0 0,-1 1 0 0 0,1 0-1 0 0,0-1 1 0 0,-1 1 0 0 0,1 0-1 0 0,-1 0 1 0 0,1-1 0 0 0,-1 1-1 0 0,1 0 1 0 0,-1 0 0 0 0,0 0-1 0 0,1-1 1 0 0,-1 1 0 0 0,0 0-1 0 0,1 0 1 0 0,-1 0 0 0 0,0 0-1 0 0,0 0 1 0 0,0 0 0 0 0,0 0-1 0 0,0 0 1 0 0,0-1 0 0 0,0 1-1 0 0,0 0 1 0 0,-1 0 0 0 0,1 0-1 0 0,0 0 1 0 0,0 0 0 0 0,-1 0 0 0 0,0 0-1 0 0,0 1-509 0 0,0 0 0 0 0,-1 0-1 0 0,0 0 1 0 0,1 0 0 0 0,-1 0 0 0 0,0-1 0 0 0,0 1-1 0 0,0-1 1 0 0,0 1 0 0 0,-2 0 0 0 0,-12 7-4594 0 0</inkml:trace>
</inkml:ink>
</file>

<file path=ppt/ink/ink2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4.2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 4609 0 0,'2'0'112'0'0,"-1"-1"-1"0"0,1 1 1 0 0,0-1 0 0 0,0 1-1 0 0,-1 0 1 0 0,1-1 0 0 0,0 1 0 0 0,-1 0-1 0 0,1 0 1 0 0,0 0 0 0 0,0 1-1 0 0,-1-1 1 0 0,1 0 0 0 0,0 1 0 0 0,-1-1-1 0 0,1 1 1 0 0,0-1 0 0 0,-1 1-1 0 0,1 0 1 0 0,-1 0 0 0 0,1 0-1 0 0,-1 0 1 0 0,1 0 0 0 0,-1 0 0 0 0,0 0-1 0 0,0 0 1 0 0,1 1 0 0 0,-1-1-1 0 0,0 0 1 0 0,0 1 0 0 0,0-1-1 0 0,0 1 1 0 0,0-1 0 0 0,0 3 0 0 0,4 4 318 0 0,-1 0 0 0 0,0 0-1 0 0,-1 1 1 0 0,1 0 0 0 0,1 10 0 0 0,12 72 1211 0 0,9 163-1 0 0,-11-68-1208 0 0,4-69-347 0 0,39 133-1 0 0,-11-59-70 0 0,-28-76 73 0 0,-6 0-1 0 0,0 139 1 0 0,-3-34-1223 0 0,-7-182 325 0 0</inkml:trace>
</inkml:ink>
</file>

<file path=ppt/ink/ink2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5.1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 5065 0 0,'0'-1'31'0'0,"0"1"-1"0"0,0 0 1 0 0,1 0-1 0 0,-1 0 1 0 0,0 0-1 0 0,0 0 1 0 0,0 0-1 0 0,0-1 1 0 0,1 1-1 0 0,-1 0 1 0 0,0 0 0 0 0,0 0-1 0 0,0 0 1 0 0,1 0-1 0 0,-1 0 1 0 0,0 0-1 0 0,0 0 1 0 0,1 0-1 0 0,-1 0 1 0 0,0 0-1 0 0,0 0 1 0 0,0 0-1 0 0,1 0 1 0 0,-1 0-1 0 0,0 0 1 0 0,0 0 0 0 0,0 0-1 0 0,1 0 1 0 0,-1 0-1 0 0,0 0 1 0 0,0 1-1 0 0,0-1 1 0 0,0 0-1 0 0,1 0 1 0 0,-1 0-1 0 0,0 0 1 0 0,0 0-1 0 0,0 0 1 0 0,0 1 0 0 0,1-1-1 0 0,-1 0 1 0 0,7 13 699 0 0,0 13 110 0 0,7 155 500 0 0,-7-61-596 0 0,22 569 1219 0 0,-24-463-1645 0 0,37 330 422 0 0,-21-287-168 0 0,-21-255-5445 0 0</inkml:trace>
</inkml:ink>
</file>

<file path=ppt/ink/ink2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6.4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199 738 5065 0 0,'-55'21'802'0'0,"40"-14"-238"0"0,-1 0 1 0 0,-1-1-1 0 0,1-1 1 0 0,-1-1-1 0 0,0 0 1 0 0,-22 1-1 0 0,38-4-560 0 0,1-1 0 0 0,0 0 0 0 0,0 0 0 0 0,0 0 0 0 0,0 0 0 0 0,0 0 0 0 0,0 0 0 0 0,-1 0 0 0 0,1 0-1 0 0,0 0 1 0 0,0 0 0 0 0,0 0 0 0 0,0 0 0 0 0,0 0 0 0 0,-1 0 0 0 0,1 0 0 0 0,0 0 0 0 0,0 0 0 0 0,0 0 0 0 0,0 0 0 0 0,0 0 0 0 0,-1 0 0 0 0,1 0 0 0 0,0 0 0 0 0,0 0 0 0 0,0 0-1 0 0,0 0 1 0 0,0 0 0 0 0,0 0 0 0 0,-1 0 0 0 0,1 0 0 0 0,0 0 0 0 0,0 0 0 0 0,0-1 0 0 0,0 1 0 0 0,0 0 0 0 0,0 0 0 0 0,0 0 0 0 0,-1 0 0 0 0,1 0 0 0 0,0 0 0 0 0,0 0-1 0 0,0-1 1 0 0,0 1 0 0 0,0 0 0 0 0,0 0 0 0 0,0 0 0 0 0,0 0 0 0 0,0 0 0 0 0,0-1 0 0 0,0 1 0 0 0,0 0 0 0 0,0 0 0 0 0,0 0 0 0 0,0 0 0 0 0,0 0 0 0 0,0-1 0 0 0,0 1 0 0 0,0 0-1 0 0,0 0 1 0 0,11-8 374 0 0,16-7 124 0 0,46-11 449 0 0,105-25 0 0 0,-89 28-535 0 0,71-13-688 0 0,202-19 0 0 0,-210 35 505 0 0,447-56 1409 0 0,-300 36-906 0 0,1 14 0 0 0,448 18-1 0 0,-654 12-631 0 0,422 17-37 0 0,0-30-202 0 0,9-59-327 0 0,-55 5-389 0 0,-420 59 772 0 0,430-33-132 0 0,76-8 211 0 0,-11 7 0 0 0,45-2-152 0 0,93-12 1 0 0,24-2 176 0 0,0 30-1030 0 0,-265 49 4776 0 0,-387-20-3498 0 0,-29-3-625 0 0,56 7 875 0 0,-32 6-6075 0 0</inkml:trace>
</inkml:ink>
</file>

<file path=ppt/ink/ink2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7.3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85 451 6913 0 0,'-34'-66'1223'0'0,"25"52"-435"0"0,1-1 0 0 0,1 1 0 0 0,0-1 1 0 0,1-1-1 0 0,-6-21 0 0 0,12 36-740 0 0,0 1 0 0 0,0 0 0 0 0,-1 0 0 0 0,1 0 0 0 0,0-1 0 0 0,0 1-1 0 0,0 0 1 0 0,0 0 0 0 0,0 0 0 0 0,0-1 0 0 0,0 1 0 0 0,0 0 0 0 0,0 0 0 0 0,0 0-1 0 0,0-1 1 0 0,0 1 0 0 0,0 0 0 0 0,0 0 0 0 0,0 0 0 0 0,0-1 0 0 0,0 1-1 0 0,0 0 1 0 0,0 0 0 0 0,0 0 0 0 0,1-1 0 0 0,-1 1 0 0 0,0 0 0 0 0,0 0 0 0 0,0 0-1 0 0,0 0 1 0 0,0-1 0 0 0,0 1 0 0 0,1 0 0 0 0,-1 0 0 0 0,0 0 0 0 0,0 0-1 0 0,0 0 1 0 0,0 0 0 0 0,1-1 0 0 0,-1 1 0 0 0,0 0 0 0 0,0 0 0 0 0,0 0 0 0 0,1 0-1 0 0,-1 0 1 0 0,0 0 0 0 0,0 0 0 0 0,0 0 0 0 0,1 0 0 0 0,-1 0 0 0 0,0 0-1 0 0,0 0 1 0 0,0 0 0 0 0,1 0 0 0 0,-1 0 0 0 0,17 9 974 0 0,14 16-308 0 0,2 13-165 0 0,-2 2 0 0 0,27 45 0 0 0,37 48-202 0 0,-58-89-311 0 0,55 51 0 0 0,-80-84 6 0 0,1 0 1 0 0,0-1-1 0 0,1-1 1 0 0,0 0-1 0 0,0 0 1 0 0,1-2-1 0 0,0 0 0 0 0,0 0 1 0 0,22 5-1 0 0,-36-12 3 0 0,1 1 0 0 0,-1-1-1 0 0,1 0 1 0 0,-1 0 0 0 0,1 1 0 0 0,-1-1-1 0 0,1 0 1 0 0,-1-1 0 0 0,1 1 0 0 0,-1 0-1 0 0,1 0 1 0 0,-1-1 0 0 0,1 1 0 0 0,-1-1-1 0 0,1 1 1 0 0,-1-1 0 0 0,0 1 0 0 0,1-1-1 0 0,-1 0 1 0 0,0 0 0 0 0,0 0 0 0 0,1 0-1 0 0,-1 0 1 0 0,0 0 0 0 0,0 0 0 0 0,0 0-1 0 0,0 0 1 0 0,0 0 0 0 0,0-1 0 0 0,-1 1-1 0 0,1 0 1 0 0,0-1 0 0 0,-1 1 0 0 0,1 0-1 0 0,-1-1 1 0 0,1 1 0 0 0,-1-3 0 0 0,3-6 116 0 0,-1-1 0 0 0,-1 0 0 0 0,0 1 0 0 0,0-16 1 0 0,-1 10-87 0 0,4-87 46 0 0,13-180 383 0 0,-10 226-1548 0 0,2 1 1 0 0,31-106-1 0 0,-38 156 559 0 0,-1 1-1 0 0,1 0 1 0 0,0 0-1 0 0,0 1 0 0 0,1-1 1 0 0,0 0-1 0 0,-1 1 1 0 0,2-1-1 0 0,4-5 1 0 0</inkml:trace>
</inkml:ink>
</file>

<file path=ppt/ink/ink2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7.6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7 8754 0 0,'1'-1'59'0'0,"-1"1"1"0"0,0 0 0 0 0,0-1-1 0 0,0 1 1 0 0,1 0-1 0 0,-1-1 1 0 0,0 1 0 0 0,0 0-1 0 0,1 0 1 0 0,-1-1-1 0 0,0 1 1 0 0,1 0-1 0 0,-1 0 1 0 0,0-1 0 0 0,1 1-1 0 0,-1 0 1 0 0,0 0-1 0 0,1 0 1 0 0,-1-1 0 0 0,0 1-1 0 0,1 0 1 0 0,-1 0-1 0 0,1 0 1 0 0,-1 0-1 0 0,0 0 1 0 0,1 0 0 0 0,-1 0-1 0 0,1 0 1 0 0,-1 0-1 0 0,0 0 1 0 0,1 0 0 0 0,-1 0-1 0 0,1 0 1 0 0,0 1-1 0 0,14 10 1684 0 0,9 19 816 0 0,-15-9-2037 0 0,-1 1 0 0 0,-2 0 0 0 0,0 0 0 0 0,-1 0 0 0 0,-1 0 0 0 0,1 29 0 0 0,11 52-2305 0 0,-12-86-2413 0 0,0-2-1322 0 0</inkml:trace>
</inkml:ink>
</file>

<file path=ppt/ink/ink2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7.9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47 6913 0 0,'0'-2'-4'0'0,"1"1"0"0"0,-1-1-1 0 0,1 1 1 0 0,-1-1-1 0 0,1 1 1 0 0,0-1 0 0 0,0 1-1 0 0,0 0 1 0 0,-1-1-1 0 0,1 1 1 0 0,0 0-1 0 0,1 0 1 0 0,-1 0 0 0 0,0 0-1 0 0,0 0 1 0 0,0 0-1 0 0,1 0 1 0 0,-1 0-1 0 0,0 0 1 0 0,1 1 0 0 0,-1-1-1 0 0,3 0 1 0 0,36-14-642 0 0,-37 15 873 0 0,5-2 42 0 0,1 1 0 0 0,0 0 0 0 0,-1 0-1 0 0,1 1 1 0 0,0 1 0 0 0,-1-1-1 0 0,1 1 1 0 0,0 1 0 0 0,-1-1 0 0 0,1 2-1 0 0,-1-1 1 0 0,0 1 0 0 0,0 0-1 0 0,0 1 1 0 0,0 0 0 0 0,0 0 0 0 0,-1 1-1 0 0,0 0 1 0 0,0 0 0 0 0,11 11-1 0 0,-11-10-189 0 0,0 0 0 0 0,0 1 0 0 0,-1 0-1 0 0,0 0 1 0 0,0 1 0 0 0,-1-1-1 0 0,0 1 1 0 0,-1 1 0 0 0,1-1 0 0 0,-2 0-1 0 0,1 1 1 0 0,-1 0 0 0 0,0 0 0 0 0,-1 0-1 0 0,0 0 1 0 0,-1 0 0 0 0,1 0-1 0 0,-2 1 1 0 0,0 11 0 0 0,-1-12-40 0 0,0-1 0 0 0,-1 1-1 0 0,-1-1 1 0 0,1 1 0 0 0,-1-1 0 0 0,-1 0 0 0 0,0 0 0 0 0,0 0 0 0 0,0-1 0 0 0,-1 1-1 0 0,-6 7 1 0 0,2-5-643 0 0,0-1-1 0 0,-1 1 1 0 0,0-1-1 0 0,0-1 1 0 0,-1 0 0 0 0,-19 10-1 0 0,11-7-3632 0 0</inkml:trace>
</inkml:ink>
</file>

<file path=ppt/ink/ink2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8.1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1376 0 0,'2'1'276'0'0,"0"-1"0"0"0,1 1 0 0 0,-1-1 0 0 0,0 1 0 0 0,0 0 0 0 0,1 0 0 0 0,-1 0 0 0 0,0 0 0 0 0,0 0 0 0 0,0 0 0 0 0,-1 1-1 0 0,1-1 1 0 0,0 1 0 0 0,0-1 0 0 0,-1 1 0 0 0,1 0 0 0 0,-1 0 0 0 0,1 0 0 0 0,-1-1 0 0 0,1 4 0 0 0,25 46 2828 0 0,-23-40-2507 0 0,18 37 1249 0 0,0 4-513 0 0,59 98-1 0 0,-64-118-6225 0 0</inkml:trace>
</inkml:ink>
</file>

<file path=ppt/ink/ink2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8.4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80 6913 0 0,'0'0'15'0'0,"0"-1"-1"0"0,-1 1 0 0 0,1 0 0 0 0,0-1 0 0 0,0 1 1 0 0,0-1-1 0 0,-1 1 0 0 0,1 0 0 0 0,0-1 0 0 0,0 1 0 0 0,0-1 1 0 0,0 1-1 0 0,0-1 0 0 0,0 1 0 0 0,0 0 0 0 0,0-1 0 0 0,0 1 1 0 0,0-1-1 0 0,0 1 0 0 0,0-1 0 0 0,0 1 0 0 0,0 0 0 0 0,1-1 1 0 0,-1 1-1 0 0,0-1 0 0 0,0 1 0 0 0,0 0 0 0 0,1-1 0 0 0,-1 1 1 0 0,0-1-1 0 0,14-15 33 0 0,19-7 1290 0 0,-26 19-985 0 0,1 0 1 0 0,-1 0 0 0 0,1 1 0 0 0,0 0 0 0 0,0 1 0 0 0,0 0 0 0 0,0 0 0 0 0,0 1 0 0 0,0-1 0 0 0,0 2 0 0 0,1-1 0 0 0,8 2 0 0 0,-13-1-288 0 0,-1 1 0 0 0,1 0 1 0 0,0 0-1 0 0,0 0 0 0 0,-1 0 1 0 0,1 1-1 0 0,-1-1 0 0 0,1 1 1 0 0,-1 0-1 0 0,0 0 0 0 0,0 0 1 0 0,0 1-1 0 0,0-1 0 0 0,0 1 1 0 0,0-1-1 0 0,-1 1 0 0 0,1 0 1 0 0,-1 0-1 0 0,0 0 0 0 0,0 1 1 0 0,0-1-1 0 0,0 0 0 0 0,0 1 1 0 0,-1-1-1 0 0,0 1 0 0 0,1 0 1 0 0,0 7-1 0 0,0 0-34 0 0,-1 1 1 0 0,0-1-1 0 0,0 1 1 0 0,-1 0-1 0 0,-1-1 1 0 0,0 1-1 0 0,-1-1 0 0 0,0 1 1 0 0,0-1-1 0 0,-1 0 1 0 0,-1 1-1 0 0,0-2 1 0 0,-1 1-1 0 0,0 0 0 0 0,0-1 1 0 0,-9 12-1 0 0,4-6-189 0 0,-2 0 0 0 0,0-1 0 0 0,-1 0 0 0 0,0-1 0 0 0,-1 0 0 0 0,-1-1 0 0 0,0-1 0 0 0,-31 20 0 0 0,28-22-5002 0 0</inkml:trace>
</inkml:ink>
</file>

<file path=ppt/ink/ink2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9.2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158 79 10018 0 0,'-3'-1'72'0'0,"1"1"0"0"0,-1 0 0 0 0,0 0 0 0 0,0-1 0 0 0,1 2 0 0 0,-1-1-1 0 0,0 0 1 0 0,0 0 0 0 0,1 1 0 0 0,-1 0 0 0 0,0-1 0 0 0,1 1 0 0 0,-1 0 0 0 0,0 0 0 0 0,1 1 0 0 0,-1-1 0 0 0,1 0-1 0 0,-3 3 1 0 0,-2 0 74 0 0,1 1 0 0 0,-1 0-1 0 0,1 0 1 0 0,0 1 0 0 0,-6 7 0 0 0,4-1-22 0 0,0 1 0 0 0,1-1 0 0 0,1 1 1 0 0,0 0-1 0 0,1 1 0 0 0,0-1 0 0 0,1 1 0 0 0,1 0 1 0 0,0 0-1 0 0,1 0 0 0 0,-1 28 0 0 0,2 0-38 0 0,2 0-1 0 0,12 74 1 0 0,-10-97-117 0 0,1-1 0 0 0,1 0 0 0 0,0-1 0 0 0,1 1 0 0 0,1-1 0 0 0,0 0 0 0 0,2-1 0 0 0,0 0 0 0 0,0 0 0 0 0,2-1 0 0 0,18 21 0 0 0,-21-27-16 0 0,0-1 1 0 0,1-1 0 0 0,0 1-1 0 0,0-2 1 0 0,0 1 0 0 0,1-1-1 0 0,0 0 1 0 0,1-1 0 0 0,-1 0-1 0 0,1-1 1 0 0,0 0 0 0 0,0-1-1 0 0,0 0 1 0 0,1-1-1 0 0,-1 0 1 0 0,1-1 0 0 0,-1 0-1 0 0,1 0 1 0 0,15-3 0 0 0,-14 1 105 0 0,0-1 0 0 0,0 0 1 0 0,-1-1-1 0 0,1-1 0 0 0,0 0 1 0 0,-1 0-1 0 0,0-1 0 0 0,0-1 1 0 0,-1 0-1 0 0,1-1 0 0 0,-1 0 1 0 0,-1-1-1 0 0,1 0 1 0 0,-1 0-1 0 0,15-18 0 0 0,-14 12 253 0 0,0 0-1 0 0,-1 0 0 0 0,-1-1 1 0 0,0-1-1 0 0,-1 0 0 0 0,-1 0 1 0 0,-1 0-1 0 0,0-1 0 0 0,-1 0 1 0 0,0 0-1 0 0,1-18 0 0 0,-3 15 81 0 0,-1-1-1 0 0,-1 0 1 0 0,-1 1-1 0 0,-1-1 1 0 0,-1 0 0 0 0,0 1-1 0 0,-2-1 1 0 0,0 1-1 0 0,-10-28 1 0 0,9 34-286 0 0,-1 0 0 0 0,-1 0 1 0 0,0 1-1 0 0,-1-1 0 0 0,0 1 0 0 0,-1 1 1 0 0,0 0-1 0 0,-1 0 0 0 0,0 1 0 0 0,-1 0 1 0 0,0 1-1 0 0,-1 0 0 0 0,-14-9 1 0 0,-14-4-869 0 0,0 1 0 0 0,-86-31 0 0 0,106 46-6625 0 0</inkml:trace>
</inkml:ink>
</file>

<file path=ppt/ink/ink2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2:57.1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10138 0 0,'13'24'7369'0'0,"-2"12"-4637"0"0,5 48-2710 0 0,-12-57 832 0 0,43 451 272 0 0,-12-73-410 0 0,-29-372-1060 0 0,13 50-1 0 0,-14-69-146 0 0,0 1-1 0 0,1-1 0 0 0,0-1 0 0 0,1 1 0 0 0,15 21 0 0 0</inkml:trace>
</inkml:ink>
</file>

<file path=ppt/ink/ink2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2:57.8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1294 0 3225 0 0,'0'0'240'0'0,"-2"2"156"0"0,0 0 0 0 0,0 0 0 0 0,0 0 0 0 0,0 0 0 0 0,0 0 0 0 0,-1 0 0 0 0,1-1 0 0 0,-1 1 0 0 0,1-1 0 0 0,-1 0 0 0 0,1 0 0 0 0,-1 0 0 0 0,-4 1 0 0 0,3 0 272 0 0,-61 22 3094 0 0,-106 27 1 0 0,-73-1-855 0 0,-26 8-1521 0 0,100-21-1097 0 0,97-23-231 0 0,0 3 0 0 0,-102 38 1 0 0,164-50-309 0 0,41-17-7042 0 0,-14 6 5790 0 0,63-8 5773 0 0,-80 71-2283 0 0,-3 129-223 0 0,22 233 0 0 0,10-149-1702 0 0,-27-266-372 0 0,0 1 0 0 0,0 0 0 0 0,0-1 0 0 0,0 1 1 0 0,1-1-1 0 0,3 6 0 0 0,7 7-4473 0 0,91-14 4065 0 0,-13-14 4480 0 0,-27 3-2701 0 0,78 0 0 0 0,113 27-559 0 0,-2-1-385 0 0,-213-17-114 0 0,101-2-53 0 0,-117-2-218 0 0</inkml:trace>
</inkml:ink>
</file>

<file path=ppt/ink/ink2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2:58.4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1185 0 14747 0 0,'-5'8'444'0'0,"1"1"0"0"0,-1 0 0 0 0,1-1 0 0 0,1 1 0 0 0,0 1 0 0 0,0-1 0 0 0,0 0 0 0 0,2 1 0 0 0,-1-1 0 0 0,1 1 0 0 0,0 0 0 0 0,1-1 0 0 0,1 11 0 0 0,2 13 328 0 0,2-1 0 0 0,14 49 0 0 0,-2-11-566 0 0,70 512 471 0 0,-78-420-505 0 0,4 23 189 0 0,-9-157-321 0 0,1 1-1 0 0,1-1 1 0 0,2 0 0 0 0,15 37-1 0 0,-21-60-12 0 0,1 1 0 0 0,-1-1-1 0 0,1 0 1 0 0,0-1 0 0 0,0 1-1 0 0,0 0 1 0 0,1-1 0 0 0,7 7-1 0 0,-10-10 25 0 0,-5 4 16 0 0,-13 2-3 0 0,-1-1 0 0 0,0 0 0 0 0,-1-2 0 0 0,1 0 0 0 0,-25 2 0 0 0,13-2-284 0 0,-75 7 6 0 0,-123-2 0 0 0,-45 4-640 0 0,-211 5-129 0 0,432-11 38 0 0,44-5 321 0 0,-1 0 1 0 0,1-1 0 0 0,-1 0-1 0 0,1 0 1 0 0,-1-1 0 0 0,-8-1-1 0 0,16 1 546 0 0,1 0 0 0 0,0 0 0 0 0,0 0 1 0 0,-1 0-1 0 0,1 0 0 0 0,0 0 0 0 0,0 0 0 0 0,-1 0 0 0 0,1 0 0 0 0,0 0 0 0 0,0 0 1 0 0,-1 0-1 0 0,1 0 0 0 0,0-1 0 0 0,0 1 0 0 0,-1 0 0 0 0,1 0 0 0 0,0 0 0 0 0,0 0 0 0 0,0-1 1 0 0,-1 1-1 0 0,1 0 0 0 0,0 0 0 0 0,0 0 0 0 0,0-1 0 0 0,0 1 0 0 0,-1 0 0 0 0,1 0 1 0 0,0-1-1 0 0,0 1 0 0 0,0 0 0 0 0,0 0 0 0 0,0-1 0 0 0,0 1 0 0 0,0 0 0 0 0,0-1 0 0 0,0 1 1 0 0,0 0-1 0 0,0 0 0 0 0,0-1 0 0 0,0 1 0 0 0,0 0 0 0 0,0 0 0 0 0,0-1 0 0 0,1-3-1327 0 0</inkml:trace>
</inkml:ink>
</file>

<file path=ppt/ink/ink2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2:58.7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41 0 7370 0 0,'-5'13'1257'0'0,"0"-1"1"0"0,0 1 0 0 0,1 0 0 0 0,1 0 0 0 0,0 0 0 0 0,1 0-1 0 0,0 0 1 0 0,1 20 0 0 0,-2 3-146 0 0,-4 103 967 0 0,20 271 1 0 0,2-130-1855 0 0,-15-262-98 0 0,1 0-1 0 0,5 27 1 0 0,-5-39-480 0 0,1-1 0 0 0,0 1 0 0 0,0 0 0 0 0,0-1 0 0 0,0 0 0 0 0,1 1 0 0 0,0-1 1 0 0,0 0-1 0 0,1 0 0 0 0,-1-1 0 0 0,7 7 0 0 0</inkml:trace>
</inkml:ink>
</file>

<file path=ppt/ink/ink2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2:59.1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0 10594 0 0,'-8'22'1184'0'0,"-8"35"0"0"0,12-23 2338 0 0,4-33-3389 0 0,0 0 0 0 0,1 0 0 0 0,-1 0 0 0 0,0 1 0 0 0,1-1 0 0 0,-1 0 0 0 0,0 0 0 0 0,1 0 1 0 0,0 0-1 0 0,-1 0 0 0 0,1 0 0 0 0,-1-1 0 0 0,1 1 0 0 0,0 0 0 0 0,0 0 0 0 0,0 0 0 0 0,-1-1 0 0 0,1 1 1 0 0,0 0-1 0 0,0-1 0 0 0,0 1 0 0 0,0 0 0 0 0,0-1 0 0 0,0 0 0 0 0,0 1 0 0 0,0-1 0 0 0,0 1 1 0 0,0-1-1 0 0,1 0 0 0 0,-1 0 0 0 0,0 0 0 0 0,0 0 0 0 0,0 0 0 0 0,0 0 0 0 0,1 0 0 0 0,51-3 1115 0 0,-37 1-1001 0 0,80 1 282 0 0,186 21 0 0 0,-53-1-352 0 0,-40-15-167 0 0,158 13-972 0 0,-240-4-4207 0 0,-84-8-1489 0 0</inkml:trace>
</inkml:ink>
</file>

<file path=ppt/ink/ink2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2:59.4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53 0 6913 0 0,'-5'5'633'0'0,"0"1"-1"0"0,0-1 0 0 0,1 1 1 0 0,0-1-1 0 0,0 1 0 0 0,0 1 0 0 0,1-1 1 0 0,0 0-1 0 0,0 1 0 0 0,0 0 0 0 0,1-1 1 0 0,0 1-1 0 0,1 0 0 0 0,-1 0 0 0 0,1 0 1 0 0,0 14-1 0 0,1 11 987 0 0,1 0-1 0 0,8 48 1 0 0,-4-37-1229 0 0,56 615 1948 0 0,-50-440-2250 0 0,-18 222-1 0 0,0-243-2352 0 0</inkml:trace>
</inkml:ink>
</file>

<file path=ppt/ink/ink2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0.3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9218 0 0,'2'17'4710'0'0,"0"25"-2875"0"0,15 474 1970 0 0,-3-264-5692 0 0,-6-175-4480 0 0</inkml:trace>
</inkml:ink>
</file>

<file path=ppt/ink/ink2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0.8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370 20 2761 0 0,'-3'-2'286'0'0,"0"0"0"0"0,0-1 0 0 0,-1 2-1 0 0,1-1 1 0 0,-1 0 0 0 0,1 1 0 0 0,-1-1 0 0 0,0 1 0 0 0,1 0 0 0 0,-1 0 0 0 0,0 1 0 0 0,0-1 0 0 0,0 1 0 0 0,0 0 0 0 0,1 0 0 0 0,-1 0 0 0 0,0 0 0 0 0,0 1 0 0 0,0 0 0 0 0,0-1 0 0 0,-5 3 0 0 0,-4 1-115 0 0,-1 1-1 0 0,1 0 1 0 0,0 1-1 0 0,-18 10 1 0 0,13-5 114 0 0,1 1 0 0 0,1 1 0 0 0,0 0 1 0 0,0 1-1 0 0,2 1 0 0 0,0 0 0 0 0,-23 32 0 0 0,31-38-91 0 0,0 1 1 0 0,0 0-1 0 0,0 0 0 0 0,2 0 0 0 0,-1 0 0 0 0,1 1 0 0 0,1 0 0 0 0,0 0 0 0 0,0 0 0 0 0,1 0 0 0 0,1 0 0 0 0,-1 0 0 0 0,2 1 0 0 0,0-1 0 0 0,2 21 0 0 0,-1-27-129 0 0,0-1 0 0 0,0 0 1 0 0,1 0-1 0 0,-1 0 0 0 0,1 0 0 0 0,0 0 0 0 0,0 0 0 0 0,0 0 0 0 0,0 0 0 0 0,1-1 0 0 0,-1 1 1 0 0,1-1-1 0 0,0 0 0 0 0,0 0 0 0 0,1 0 0 0 0,-1 0 0 0 0,0-1 0 0 0,1 1 0 0 0,0-1 0 0 0,-1 0 0 0 0,1 0 1 0 0,0 0-1 0 0,0 0 0 0 0,0-1 0 0 0,1 0 0 0 0,-1 0 0 0 0,0 0 0 0 0,0 0 0 0 0,1 0 0 0 0,-1-1 1 0 0,0 0-1 0 0,7 0 0 0 0,-4-1 40 0 0,1 1 1 0 0,0-1-1 0 0,-1 0 1 0 0,1-1 0 0 0,-1 0-1 0 0,0 0 1 0 0,0-1-1 0 0,0 0 1 0 0,0 0-1 0 0,0 0 1 0 0,0-1 0 0 0,-1 0-1 0 0,1 0 1 0 0,-1-1-1 0 0,0 0 1 0 0,-1 0 0 0 0,11-11-1 0 0,-9 5 16 0 0,-1-1 0 0 0,1 1 1 0 0,-2-1-1 0 0,0 0 0 0 0,0 0 0 0 0,-1-1 0 0 0,0 1 1 0 0,-1-1-1 0 0,-1 0 0 0 0,0 0 0 0 0,-1 0 0 0 0,0 0 1 0 0,-1 0-1 0 0,0 0 0 0 0,-1 0 0 0 0,-1 0 0 0 0,0 0 0 0 0,-1 0 1 0 0,0 0-1 0 0,-1 1 0 0 0,0-1 0 0 0,-10-19 0 0 0,12 29-245 0 0,0 0 0 0 0,0 0 0 0 0,0-1 0 0 0,-1 1 0 0 0,1 1 0 0 0,-1-1 0 0 0,1 0 0 0 0,-1 1 0 0 0,0-1-1 0 0,0 1 1 0 0,0 0 0 0 0,0 0 0 0 0,-1 0 0 0 0,1 0 0 0 0,0 1 0 0 0,-1 0 0 0 0,1-1 0 0 0,-8 0 0 0 0</inkml:trace>
</inkml:ink>
</file>

<file path=ppt/ink/ink2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1.2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1744 208 4609 0 0,'2'-1'194'0'0,"0"0"0"0"0,0-1 1 0 0,-1 1-1 0 0,1-1 0 0 0,0 1 0 0 0,-1-1 1 0 0,1 0-1 0 0,-1 0 0 0 0,0 0 0 0 0,0 0 1 0 0,0 0-1 0 0,0 0 0 0 0,0 0 0 0 0,0 0 0 0 0,0 0 1 0 0,0 0-1 0 0,-1 0 0 0 0,1 0 0 0 0,-1-1 1 0 0,0 1-1 0 0,0 0 0 0 0,0 0 0 0 0,0-1 1 0 0,0-3-1 0 0,-1 4 2 0 0,0 0 1 0 0,0 0 0 0 0,0 0 0 0 0,0 0-1 0 0,0 1 1 0 0,-1-1 0 0 0,1 0 0 0 0,0 1-1 0 0,-1-1 1 0 0,1 1 0 0 0,-1 0 0 0 0,1-1-1 0 0,-1 1 1 0 0,0 0 0 0 0,0 0-1 0 0,0 0 1 0 0,1 0 0 0 0,-1 0 0 0 0,0 0-1 0 0,0 1 1 0 0,0-1 0 0 0,0 1 0 0 0,0-1-1 0 0,-1 1 1 0 0,1 0 0 0 0,-3 0-1 0 0,-26-1 1176 0 0,0 2-1 0 0,0 2 1 0 0,-58 11-1 0 0,-13 1-260 0 0,24-10-653 0 0,1-3 0 0 0,-152-17 0 0 0,-150-49 72 0 0,52 27-360 0 0,99 17-644 0 0,150 3-540 0 0,37 7-6237 0 0</inkml:trace>
</inkml:ink>
</file>

<file path=ppt/ink/ink2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2.1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42 0 14747 0 0,'-9'19'3330'0'0,"3"0"-2773"0"0,0 0-1 0 0,1 0 1 0 0,1 0 0 0 0,-2 29-1 0 0,1 83 183 0 0,4-86-597 0 0,2 276 365 0 0,3-253-859 0 0,3 0 0 0 0,27 114 1 0 0,-24-144-1517 0 0,-1-4-5150 0 0</inkml:trace>
</inkml:ink>
</file>

<file path=ppt/ink/ink2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2.5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1941 119 10594 0 0,'-3'-1'278'0'0,"0"1"-1"0"0,0-1 1 0 0,0 1-1 0 0,0 0 0 0 0,0 0 1 0 0,0 1-1 0 0,0-1 1 0 0,0 0-1 0 0,0 1 0 0 0,0 0 1 0 0,0 0-1 0 0,0 0 1 0 0,-4 2-1 0 0,-5 1 532 0 0,-37 6 468 0 0,0-2-1 0 0,-1-2 1 0 0,0-2-1 0 0,-60-4 0 0 0,-204-26-178 0 0,219 16-940 0 0,-331-29 145 0 0,-89-9-965 0 0,344 24-2270 0 0,118 14-4203 0 0</inkml:trace>
</inkml:ink>
</file>

<file path=ppt/ink/ink2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2.9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 1 9674 0 0,'-2'1'108'0'0,"1"-1"1"0"0,0 1-1 0 0,-1 0 0 0 0,1 0 0 0 0,-1 0 1 0 0,1 0-1 0 0,0 0 0 0 0,0 0 0 0 0,-1 1 1 0 0,1-1-1 0 0,0 0 0 0 0,0 1 0 0 0,0-1 1 0 0,1 0-1 0 0,-1 1 0 0 0,0-1 0 0 0,0 1 1 0 0,1-1-1 0 0,-1 1 0 0 0,1 0 0 0 0,-1-1 0 0 0,1 1 1 0 0,0 0-1 0 0,-1 2 0 0 0,-2 53 1311 0 0,3-42-1126 0 0,11 300 3352 0 0,-1-140-2867 0 0,35 587-147 0 0,56-3-109 0 0,-90-698-622 0 0,-2 0-1 0 0,-3 1 0 0 0,-5 121 0 0 0,-2-165-1394 0 0</inkml:trace>
</inkml:ink>
</file>

<file path=ppt/ink/ink2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3.6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1 134 11058 0 0,'0'-1'67'0'0,"0"1"-1"0"0,0-1 1 0 0,0 1-1 0 0,0-1 1 0 0,0 0-1 0 0,0 1 0 0 0,0-1 1 0 0,0 0-1 0 0,0 1 1 0 0,1-1-1 0 0,-1 1 1 0 0,0-1-1 0 0,0 1 1 0 0,1-1-1 0 0,-1 0 1 0 0,0 1-1 0 0,1-1 0 0 0,-1 1 1 0 0,1 0-1 0 0,-1-1 1 0 0,1 1-1 0 0,-1-1 1 0 0,0 1-1 0 0,1-1 1 0 0,0 1-1 0 0,-1 0 0 0 0,1 0 1 0 0,-1-1-1 0 0,1 1 1 0 0,-1 0-1 0 0,1 0 1 0 0,0-1-1 0 0,-1 1 1 0 0,2 0-1 0 0,27-9 1228 0 0,-25 8-955 0 0,90-22 2021 0 0,116-12 1 0 0,101 6-864 0 0,-201 20-857 0 0,97-2-293 0 0,-1 10-1 0 0,224 28 0 0 0,-265-8-343 0 0,-69-6-15 0 0,2-4 1 0 0,140-5-1 0 0,-227-5-237 0 0,-1 0 0 0 0,0 0 0 0 0,1-1 0 0 0,-1-1 0 0 0,0 1 0 0 0,0-2 0 0 0,-1 1 0 0 0,15-9-1 0 0</inkml:trace>
</inkml:ink>
</file>

<file path=ppt/ink/ink2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4.0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49 0 6913 0 0,'-14'21'12344'0'0,"17"-11"-9985"0"0,-2 2-3589 0 0,-24-14 3286 0 0,17 1-1841 0 0,4 1-328 0 0,-5-1 481 0 0,30-6-9373 0 0</inkml:trace>
</inkml:ink>
</file>

<file path=ppt/ink/ink2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4.7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1695 1 8290 0 0,'0'0'88'0'0,"1"0"1"0"0,-1 0 0 0 0,0 0-1 0 0,0 0 1 0 0,1 0 0 0 0,-1 1-1 0 0,0-1 1 0 0,1 0-1 0 0,-1 0 1 0 0,0 1 0 0 0,0-1-1 0 0,0 0 1 0 0,1 0 0 0 0,-1 1-1 0 0,0-1 1 0 0,0 0-1 0 0,0 0 1 0 0,0 1 0 0 0,1-1-1 0 0,-1 0 1 0 0,0 1 0 0 0,0-1-1 0 0,0 0 1 0 0,0 1-1 0 0,0-1 1 0 0,0 0 0 0 0,0 1-1 0 0,0-1 1 0 0,0 0 0 0 0,0 1-1 0 0,0-1 1 0 0,0 0 0 0 0,0 0-1 0 0,0 1 1 0 0,0-1-1 0 0,-1 1 1 0 0,-9 12 2018 0 0,-17 6 436 0 0,4-8-1685 0 0,-1-2 0 0 0,0-1 0 0 0,-1 0 0 0 0,-43 6 0 0 0,-107 5 565 0 0,147-16-1154 0 0,-86 2 181 0 0,0-5 0 0 0,0-6 0 0 0,-212-36 0 0 0,303 38-495 0 0,-260-38 577 0 0,221 36-1353 0 0,0 3 1 0 0,-99 7-1 0 0,126 2-2422 0 0</inkml:trace>
</inkml:ink>
</file>

<file path=ppt/ink/ink2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5.1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173 11 3681 0 0,'-6'2'255'0'0,"1"0"1"0"0,0 0-1 0 0,0 0 0 0 0,0 1 1 0 0,0-1-1 0 0,0 2 1 0 0,0-1-1 0 0,1 0 0 0 0,-1 1 1 0 0,1 0-1 0 0,0 0 0 0 0,0 0 1 0 0,0 0-1 0 0,1 1 1 0 0,0-1-1 0 0,-1 1 0 0 0,2 0 1 0 0,-6 10-1 0 0,6-10-94 0 0,0 0 1 0 0,0 0-1 0 0,0 1 0 0 0,0-1 1 0 0,1 0-1 0 0,0 1 0 0 0,0-1 0 0 0,0 1 1 0 0,1 0-1 0 0,0-1 0 0 0,0 1 0 0 0,0 0 1 0 0,1-1-1 0 0,0 1 0 0 0,0-1 0 0 0,0 1 1 0 0,1-1-1 0 0,-1 0 0 0 0,4 7 1 0 0,-4-10-144 0 0,0 0 0 0 0,0 0 0 0 0,0-1 0 0 0,0 1 0 0 0,1 0 0 0 0,-1-1 0 0 0,0 1 0 0 0,1-1 0 0 0,-1 0 0 0 0,1 1 0 0 0,0-1 0 0 0,-1 0 0 0 0,1 0 0 0 0,0 0 0 0 0,3 1 0 0 0,-4-1 60 0 0,0-1 0 0 0,1 0 0 0 0,-1 0 0 0 0,0 0 0 0 0,0 0 0 0 0,1 0-1 0 0,-1 0 1 0 0,0 0 0 0 0,1 0 0 0 0,-1-1 0 0 0,0 1 0 0 0,0 0 0 0 0,0-1 0 0 0,1 1-1 0 0,-1-1 1 0 0,0 1 0 0 0,0-1 0 0 0,2-1 0 0 0,0-1 131 0 0,1 0-1 0 0,-1 0 1 0 0,0-1 0 0 0,0 1-1 0 0,-1-1 1 0 0,1 1 0 0 0,-1-1-1 0 0,0 0 1 0 0,0 0 0 0 0,0 0-1 0 0,0 0 1 0 0,1-7-1 0 0,0-1 27 0 0,-1 0-1 0 0,-1 0 0 0 0,1 0 1 0 0,-2 1-1 0 0,-1-19 0 0 0,1 26-214 0 0,0 1 1 0 0,0-1-1 0 0,0 1 0 0 0,-1-1 0 0 0,0 1 0 0 0,0-1 0 0 0,0 1 1 0 0,0-1-1 0 0,0 1 0 0 0,-1 0 0 0 0,1 0 0 0 0,-1 0 0 0 0,0 0 1 0 0,0 0-1 0 0,0 0 0 0 0,-1 0 0 0 0,1 0 0 0 0,0 1 1 0 0,-1-1-1 0 0,0 1 0 0 0,0 0 0 0 0,-4-3 0 0 0,5 4 15 0 0,-1 0-1 0 0,1 0 0 0 0,0 0 1 0 0,-1 1-1 0 0,1-1 0 0 0,-1 1 1 0 0,1 0-1 0 0,-1-1 0 0 0,0 1 0 0 0,1 0 1 0 0,-1 1-1 0 0,1-1 0 0 0,-1 0 1 0 0,1 1-1 0 0,-1-1 0 0 0,1 1 1 0 0,-1 0-1 0 0,1 0 0 0 0,-4 2 1 0 0,2-1 99 0 0,0 1-1 0 0,0 0 1 0 0,0 0 0 0 0,0 1 0 0 0,1-1 0 0 0,-1 1-1 0 0,1 0 1 0 0,0 0 0 0 0,-4 7 0 0 0,1 0 39 0 0,-1 1 0 0 0,2 1 0 0 0,0 0 0 0 0,0-1 1 0 0,1 1-1 0 0,-3 21 0 0 0,6-31-161 0 0,-2 39 55 0 0,3-41-72 0 0,0 1 0 0 0,0-1 0 0 0,0 1 0 0 0,0-1 0 0 0,0 1 0 0 0,1 0 0 0 0,-1-1 0 0 0,0 1 0 0 0,1-1 0 0 0,-1 1 0 0 0,1-1-1 0 0,0 0 1 0 0,-1 1 0 0 0,1-1 0 0 0,0 0 0 0 0,0 1 0 0 0,0-1 0 0 0,0 0 0 0 0,0 0 0 0 0,0 0 0 0 0,0 0 0 0 0,3 2 0 0 0,5 0-131 0 0</inkml:trace>
</inkml:ink>
</file>

<file path=ppt/ink/ink2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5.9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174 191 10594 0 0,'-3'3'255'0'0,"-1"0"0"0"0,1 0 0 0 0,0 1 0 0 0,0-1 0 0 0,1 1 0 0 0,-1 0 0 0 0,1-1 0 0 0,0 1 0 0 0,-3 7-1 0 0,5-10-205 0 0,-1-1-1 0 0,0 1 0 0 0,1 0 0 0 0,-1 0 0 0 0,1 0 0 0 0,0 0 0 0 0,-1 0 0 0 0,1 0 0 0 0,0 0 0 0 0,0 0 0 0 0,-1 0 0 0 0,1 0 0 0 0,0 0 1 0 0,0 0-1 0 0,0 0 0 0 0,0 0 0 0 0,0 0 0 0 0,1 0 0 0 0,-1 0 0 0 0,0 0 0 0 0,0 0 0 0 0,1 0 0 0 0,-1 0 0 0 0,0 0 0 0 0,1 0 1 0 0,-1-1-1 0 0,1 1 0 0 0,-1 0 0 0 0,1 0 0 0 0,-1 0 0 0 0,1 0 0 0 0,0-1 0 0 0,0 1 0 0 0,-1 0 0 0 0,1-1 0 0 0,0 1 0 0 0,0 0 0 0 0,0-1 1 0 0,0 1-1 0 0,-1-1 0 0 0,1 0 0 0 0,0 1 0 0 0,0-1 0 0 0,0 0 0 0 0,0 1 0 0 0,0-1 0 0 0,1 0 0 0 0,-1 0 28 0 0,0 1-1 0 0,0-1 1 0 0,0 0-1 0 0,0 0 1 0 0,0 0-1 0 0,0 0 0 0 0,0-1 1 0 0,-1 1-1 0 0,1 0 1 0 0,0 0-1 0 0,0 0 1 0 0,0-1-1 0 0,0 1 1 0 0,0 0-1 0 0,0-1 0 0 0,-1 1 1 0 0,1-1-1 0 0,0 1 1 0 0,0-1-1 0 0,-1 0 1 0 0,1 1-1 0 0,0-1 1 0 0,-1 1-1 0 0,1-1 0 0 0,-1 0 1 0 0,2-1-1 0 0,-1 0 35 0 0,0 0-1 0 0,0-1 0 0 0,0 1 1 0 0,-1-1-1 0 0,1 1 0 0 0,-1-1 1 0 0,1 1-1 0 0,-1-1 0 0 0,0-4 1 0 0,0-2 74 0 0,-1 0 1 0 0,0 0 0 0 0,0 0 0 0 0,-4-13 0 0 0,-1 6-30 0 0,0 0 0 0 0,0 1 0 0 0,-10-15 1 0 0,13 24-115 0 0,0 1 0 0 0,0 0 0 0 0,-1 0 0 0 0,0 0 0 0 0,0 0 1 0 0,0 1-1 0 0,-1 0 0 0 0,1 0 0 0 0,-1 0 0 0 0,0 0 0 0 0,-8-4 0 0 0,12 8-20 0 0,0-1 0 0 0,0 1-1 0 0,-1-1 1 0 0,1 1 0 0 0,0-1-1 0 0,-1 1 1 0 0,1 0-1 0 0,0 0 1 0 0,-1 0 0 0 0,1 0-1 0 0,-1 0 1 0 0,1 0 0 0 0,0 0-1 0 0,-1 0 1 0 0,1 0-1 0 0,0 1 1 0 0,-1-1 0 0 0,1 0-1 0 0,0 1 1 0 0,-1-1 0 0 0,-1 2-1 0 0,1 0 1 0 0,-1 0 0 0 0,1 0-1 0 0,0 0 1 0 0,0 0 0 0 0,-1 0-1 0 0,2 1 1 0 0,-1-1 0 0 0,0 1-1 0 0,-2 3 1 0 0,-1 6-17 0 0,0-1 0 0 0,0 1 1 0 0,-4 19-1 0 0,6-20-66 0 0,0-1 1 0 0,1 1-1 0 0,1-1 1 0 0,0 1-1 0 0,0 0 1 0 0,1 0-1 0 0,2 19 1 0 0,-1-27 50 0 0,-1 0 0 0 0,1 0 1 0 0,0 0-1 0 0,0 0 0 0 0,0 0 0 0 0,0 0 1 0 0,1 0-1 0 0,-1 0 0 0 0,1-1 1 0 0,0 1-1 0 0,0 0 0 0 0,0-1 0 0 0,0 0 1 0 0,0 1-1 0 0,0-1 0 0 0,1 0 1 0 0,-1 0-1 0 0,1 0 0 0 0,-1-1 1 0 0,1 1-1 0 0,0 0 0 0 0,-1-1 0 0 0,1 0 1 0 0,0 0-1 0 0,0 0 0 0 0,0 0 1 0 0,0 0-1 0 0,1-1 0 0 0,-1 1 0 0 0,0-1 1 0 0,3 1-1 0 0,-1-1 50 0 0,1 0-1 0 0,-1 0 1 0 0,0 0 0 0 0,0-1-1 0 0,1 0 1 0 0,-1 0 0 0 0,0 0-1 0 0,0 0 1 0 0,0-1 0 0 0,0 0-1 0 0,0 0 1 0 0,0 0 0 0 0,-1-1-1 0 0,1 1 1 0 0,4-4 0 0 0,-3 1 29 0 0,-1 0 0 0 0,1-1 0 0 0,-1 1 0 0 0,0-1 0 0 0,-1 0 1 0 0,1 0-1 0 0,-1-1 0 0 0,0 1 0 0 0,5-13 0 0 0,-5 8-6 0 0,0 0 0 0 0,-1 0 0 0 0,0 0 0 0 0,0 0 0 0 0,-1-1 0 0 0,-1 1 0 0 0,0-1 0 0 0,0 1 0 0 0,-1-1 0 0 0,-1 1 0 0 0,0-1 0 0 0,-1 1 1 0 0,-4-20-1 0 0,-7 11 124 0 0,12 20-227 0 0,1 0-1 0 0,0-1 1 0 0,0 1 0 0 0,0 0 0 0 0,-1-1-1 0 0,1 1 1 0 0,0 0 0 0 0,0 0 0 0 0,-1 0 0 0 0,1-1-1 0 0,0 1 1 0 0,-1 0 0 0 0,1 0 0 0 0,0 0-1 0 0,-1 0 1 0 0,1-1 0 0 0,0 1 0 0 0,-1 0 0 0 0,1 0-1 0 0,0 0 1 0 0,-1 0 0 0 0,1 0 0 0 0,0 0-1 0 0,-1 0 1 0 0,1 0 0 0 0,-1 0 0 0 0,1 0 0 0 0,0 0-1 0 0,-1 0 1 0 0,1 0 0 0 0,0 0 0 0 0,-1 1-1 0 0,1-1 1 0 0,0 0 0 0 0,-1 0 0 0 0,1 0-1 0 0,0 0 1 0 0,0 1 0 0 0,-1-1 0 0 0,1 0 0 0 0,0 0-1 0 0,-1 1 1 0 0,1-1 0 0 0,0 0 0 0 0,0 0-1 0 0,0 1 1 0 0,-1-1 0 0 0,1 0 0 0 0,0 1 0 0 0,0-1-1 0 0,0 0 1 0 0,0 1 0 0 0,0-1 0 0 0,-1 0-1 0 0,1 1 1 0 0,0-1 0 0 0,0 0 0 0 0,0 1 0 0 0,0 0-1 0 0</inkml:trace>
</inkml:ink>
</file>

<file path=ppt/ink/ink2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6.3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381 24 6513 0 0,'-9'1'42'0'0,"-1"1"-1"0"0,1 0 0 0 0,0 1 1 0 0,0 0-1 0 0,1 1 0 0 0,-1-1 1 0 0,-12 9-1 0 0,-4 0-68 0 0,-64 31-611 0 0,-23 10 339 0 0,41-23 12334 0 0,117-31-10443 0 0,280-34 1048 0 0,-81 10-1070 0 0,-39 6-1681 0 0,-108 13-36 0 0,-1-5 0 0 0,170-41 0 0 0,-263 51 102 0 0,30-11-97 0 0,-33 12 129 0 0,0 0 0 0 0,0-1 1 0 0,0 1-1 0 0,1 0 0 0 0,-1-1 0 0 0,0 1 0 0 0,0-1 0 0 0,-1 1 0 0 0,1-1 0 0 0,0 0 0 0 0,0 1 0 0 0,0-1 0 0 0,0 0 1 0 0,0 0-1 0 0,-1 1 0 0 0,1-1 0 0 0,0 0 0 0 0,-1 0 0 0 0,1 0 0 0 0,0 0 0 0 0,-1 0 0 0 0,0 0 0 0 0,1 0 0 0 0,0-2 1 0 0,-2 3-112 0 0,1-1 0 0 0,0 1 0 0 0,0-1 0 0 0,-1 0 0 0 0,1 1 1 0 0,0-1-1 0 0,-1 1 0 0 0,1-1 0 0 0,-1 1 0 0 0,1-1 0 0 0,-1 1 1 0 0,1-1-1 0 0,-1 1 0 0 0,1 0 0 0 0,-1-1 0 0 0,1 1 0 0 0,-1 0 1 0 0,0-1-1 0 0,0 1 0 0 0,-6-2-811 0 0</inkml:trace>
</inkml:ink>
</file>

<file path=ppt/ink/ink2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7.6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124 55 4145 0 0,'-124'8'11081'0'0,"138"-17"-5959"0"0,29-12-4124 0 0,-14 12-906 0 0,1 2-1 0 0,0 1 1 0 0,0 1-1 0 0,0 2 1 0 0,1 1 0 0 0,52 3-1 0 0,182 34 423 0 0,-235-29-2492 0 0,0 0 1 0 0,-1 3 0 0 0,0 0 0 0 0,-1 2-1 0 0,31 16 1 0 0,-53-24 1249 0 0,-5 0 597 0 0</inkml:trace>
</inkml:ink>
</file>

<file path=ppt/ink/ink2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7.8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 0 13827 0 0,'-3'1'201'0'0,"0"0"-1"0"0,1 1 1 0 0,-1-1 0 0 0,1 1 0 0 0,-1-1-1 0 0,1 1 1 0 0,0 0 0 0 0,-1 0 0 0 0,1 0-1 0 0,0 0 1 0 0,0 0 0 0 0,-3 5-1 0 0,5-6-86 0 0,0 1 0 0 0,0 0-1 0 0,-1 0 1 0 0,1-1-1 0 0,0 1 1 0 0,0 0 0 0 0,0-1-1 0 0,1 1 1 0 0,-1 0-1 0 0,0-1 1 0 0,1 1-1 0 0,-1 0 1 0 0,1-1 0 0 0,0 1-1 0 0,-1-1 1 0 0,1 1-1 0 0,0-1 1 0 0,0 1 0 0 0,0-1-1 0 0,0 1 1 0 0,0-1-1 0 0,0 0 1 0 0,0 0 0 0 0,2 2-1 0 0,187 235 3748 0 0,-170-213-3810 0 0,2 0-1 0 0,33 29 1 0 0,-9-14-6674 0 0,-28-26-537 0 0</inkml:trace>
</inkml:ink>
</file>

<file path=ppt/ink/ink2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8.0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263 0 14283 0 0,'-33'40'6052'0'0,"2"9"-3865"0"0,-23 57-2336 0 0,38-74 636 0 0,-13 26-469 0 0,2 1 1 0 0,3 1 0 0 0,-22 85-1 0 0,43-112-2586 0 0,6-18 1046 0 0</inkml:trace>
</inkml:ink>
</file>

<file path=ppt/ink/ink2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9.2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67 177 4609 0 0,'-8'-13'760'0'0,"1"-1"1"0"0,1-1-1 0 0,0 1 0 0 0,-4-20 1 0 0,-2-4 845 0 0,7 22-818 0 0,-8-17 9205 0 0,16 45-8834 0 0,2 6-1291 0 0,58 128 691 0 0,-30-68-449 0 0,78 139 1 0 0,-97-197-111 0 0,26 47 0 0 0,-37-61 0 0 0,0 0 0 0 0,0 1 0 0 0,-1-1 0 0 0,0 1 0 0 0,0 0 0 0 0,-1 0 0 0 0,1 0 0 0 0,-1 9 0 0 0,-5-2 535 0 0,-3-10-2217 0 0</inkml:trace>
</inkml:ink>
</file>

<file path=ppt/ink/ink2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9.7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146 97 6497 0 0,'2'-2'20'0'0,"1"-1"-1"0"0,-1 1 0 0 0,0 0 1 0 0,0-1-1 0 0,0 1 0 0 0,0-1 1 0 0,0 0-1 0 0,-1 0 0 0 0,1 0 1 0 0,-1 0-1 0 0,1-4 0 0 0,-1 7-29 0 0,-1 0 0 0 0,0-1-1 0 0,0 1 1 0 0,0 0 0 0 0,0 0-1 0 0,0 0 1 0 0,0-1 0 0 0,0 1-1 0 0,0 0 1 0 0,0 0 0 0 0,0-1-1 0 0,0 1 1 0 0,0 0 0 0 0,0 0-1 0 0,0-1 1 0 0,0 1 0 0 0,0 0-1 0 0,0 0 1 0 0,0-1 0 0 0,0 1-1 0 0,0 0 1 0 0,0 0 0 0 0,0 0-1 0 0,0-1 1 0 0,0 1 0 0 0,0 0-1 0 0,0 0 1 0 0,-1 0-1 0 0,1-1 1 0 0,0 1 0 0 0,0 0-1 0 0,0 0 1 0 0,0 0 0 0 0,-1 0-1 0 0,1-1 1 0 0,0 1 0 0 0,0 0-1 0 0,0 0 1 0 0,-1 0 0 0 0,1 0-1 0 0,0 0 1 0 0,0 0 0 0 0,0 0-1 0 0,-1-1 1 0 0,-14 4 409 0 0,-15 10 1020 0 0,-91 69 5409 0 0,139-95-3422 0 0,17-19-2463 0 0,7-5-1137 0 0,12-3 462 0 0,-29 24-2647 0 0,-7 4-3026 0 0</inkml:trace>
</inkml:ink>
</file>

<file path=ppt/ink/ink2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0.3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0 323 3225 0 0,'0'1'309'0'0,"1"-8"702"0"0,0 0-1 0 0,1 0 1 0 0,0 0-1 0 0,0 1 1 0 0,4-9 0 0 0,2-10 9 0 0,-1 2-223 0 0,3-12 370 0 0,7-43 1 0 0,-16 67-714 0 0,1 0 0 0 0,-2 0 0 0 0,0 1 0 0 0,0-1 0 0 0,-1 0 0 0 0,0 0 0 0 0,-1 1 0 0 0,-4-18 0 0 0,5 44 2972 0 0,7 19-3555 0 0,28 50 237 0 0,86 150 0 0 0,-57-118-68 0 0,-47-84-573 0 0,-6-13-965 0 0,0-1 1 0 0,1 0-1 0 0,1 0 1 0 0,18 21-1 0 0,-17-26-4284 0 0</inkml:trace>
</inkml:ink>
</file>

<file path=ppt/ink/ink2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0.6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1 139 9674 0 0,'46'-38'8765'0'0,"-26"19"-8411"0"0,1 2 0 0 0,40-27 0 0 0,-18 23-2545 0 0</inkml:trace>
</inkml:ink>
</file>

<file path=ppt/ink/ink2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0.7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 0 8754 0 0,'-7'6'776'0'0,"3"-3"-616"0"0,-10 3 4169 0 0,13-4-4105 0 0,-1-1-224 0 0,5 1 0 0 0,1-2 0 0 0,2-2 0 0 0</inkml:trace>
</inkml:ink>
</file>

<file path=ppt/ink/ink2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6.2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139 490 6393 0 0,'-4'1'270'0'0,"-1"1"0"0"0,0 0 0 0 0,0 0 0 0 0,1 1 0 0 0,-1-1 0 0 0,1 1 0 0 0,0 0 0 0 0,0 0 0 0 0,-5 6 0 0 0,-36 37 2982 0 0,33-33-2138 0 0,4-3-7 0 0,7-8-732 0 0,-1 1 0 0 0,0 0 1 0 0,0-1-1 0 0,0 0 0 0 0,0 1 0 0 0,0-1 1 0 0,0 0-1 0 0,-1 0 0 0 0,-4 3 1 0 0,17-39 1880 0 0,17-44-2115 0 0,-4-1 0 0 0,-3-1 0 0 0,-4-1-1 0 0,11-157 1 0 0,-28 213 1302 0 0,27 97-1364 0 0,-14-34-8 0 0,2-1 0 0 0,2 0 0 0 0,23 39 0 0 0,56 60-71 0 0,4 7 0 0 0,-61-85 36 0 0,82 95 0 0 0,-82-103 165 0 0,-36-46-181 0 0,1 1 0 0 0,-1-1 0 0 0,0 1-1 0 0,0 0 1 0 0,0-1 0 0 0,-1 1 0 0 0,1 0-1 0 0,-1 0 1 0 0,-1 0 0 0 0,1 7 0 0 0,-1 2 465 0 0</inkml:trace>
</inkml:ink>
</file>

<file path=ppt/ink/ink2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6.4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16 199 3225 0 0,'-15'-3'6176'0'0,"23"-14"-144"0"0,-2 7-5464 0 0,-5 8-1383 0 0,9-12 1603 0 0,0 1-1 0 0,1-1 1 0 0,1 2 0 0 0,0 0-1 0 0,18-15 1 0 0,-11 13-1241 0 0,0 0-1 0 0,1 1 1 0 0,28-12 0 0 0,-32 17-6068 0 0</inkml:trace>
</inkml:ink>
</file>

<file path=ppt/ink/ink2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7.4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138 482 5985 0 0,'-55'29'849'0'0,"34"-17"959"0"0,-32 14 0 0 0,53-26-1756 0 0,0 0 0 0 0,0 1 0 0 0,0-1 0 0 0,-1 0 0 0 0,1 0 0 0 0,0 0 0 0 0,0 0 0 0 0,0 1 0 0 0,0-1 0 0 0,-1 0 0 0 0,1 0 0 0 0,0 0 0 0 0,0 0 0 0 0,-1 0 0 0 0,1 0 0 0 0,0 0 0 0 0,0 0 0 0 0,0 0 0 0 0,-1 0 0 0 0,1 1 0 0 0,0-1 0 0 0,0 0 0 0 0,-1 0 0 0 0,1-1 0 0 0,0 1 0 0 0,0 0 0 0 0,-1 0 0 0 0,1 0 0 0 0,0 0 0 0 0,0 0 0 0 0,-1 0 0 0 0,1 0 0 0 0,0 0 0 0 0,0 0 0 0 0,0 0 0 0 0,-1-1 0 0 0,1 1 0 0 0,0 0 0 0 0,0 0 0 0 0,0 0 0 0 0,0 0 0 0 0,-1-1-1 0 0,8-9 1100 0 0,19-15-326 0 0,-25 24-763 0 0,36-30 611 0 0,2 1 1 0 0,49-27-1 0 0,91-44 157 0 0,-59 36-527 0 0,-111 60-266 0 0,64-38 26 0 0,2 4 0 0 0,99-37 1 0 0,-122 57-123 0 0,-29 10 70 0 0,0 0 0 0 0,0 2 1 0 0,1 0-1 0 0,45-5 0 0 0,-67 12-33 0 0,5-1 121 0 0,0 0 0 0 0,1 1-1 0 0,-1 0 1 0 0,0 0 0 0 0,0 1-1 0 0,14 3 1 0 0,-19-3-14 0 0,1 0-1 0 0,-1 0 1 0 0,1 1-1 0 0,-1-1 1 0 0,0 1 0 0 0,0 0-1 0 0,1 0 1 0 0,-1 0-1 0 0,-1 0 1 0 0,1 0-1 0 0,0 0 1 0 0,0 0 0 0 0,-1 0-1 0 0,1 1 1 0 0,-1-1-1 0 0,0 1 1 0 0,0-1-1 0 0,0 1 1 0 0,0-1 0 0 0,0 1-1 0 0,0 3 1 0 0,16 57 930 0 0,-7-23-680 0 0,1-2-1 0 0,31 70 1 0 0,4-23-272 0 0,85 120 0 0 0,75 65-46 0 0,-180-237-20 0 0,-6-7 28 0 0,-1 0-1 0 0,18 35 1 0 0,-32-52-26 0 0,0 1-1 0 0,-1 0 0 0 0,0 0 1 0 0,0 0-1 0 0,-1 0 0 0 0,-1 1 1 0 0,1 0-1 0 0,-2-1 0 0 0,1 1 1 0 0,-1 16-1 0 0,-3-19 11 0 0,1 1 1 0 0,-1-1-1 0 0,-1 0 1 0 0,1 1-1 0 0,-1-1 1 0 0,-1-1 0 0 0,0 1-1 0 0,0 0 1 0 0,0-1-1 0 0,-1 0 1 0 0,0 0-1 0 0,0 0 1 0 0,-9 8-1 0 0,-9 8 93 0 0,-2 0 1 0 0,-30 20-1 0 0,30-24-125 0 0,-5 5 96 0 0,-2-2-1 0 0,0-1 0 0 0,-1-2 1 0 0,-1-1-1 0 0,-1-1 0 0 0,0-2 1 0 0,-48 13-1 0 0,-46 5 219 0 0,-40 11 88 0 0,147-38-447 0 0,1-1 1 0 0,-1 0-1 0 0,0-2 1 0 0,-1-1-1 0 0,1 0 1 0 0,0-2 0 0 0,-30-3-1 0 0,28 0-2279 0 0,-41-11 0 0 0</inkml:trace>
</inkml:ink>
</file>

<file path=ppt/ink/ink2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7.8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25 133 1376 0 0,'-5'-16'1487'0'0,"0"1"-1"0"0,1-1 0 0 0,-4-30 1 0 0,6 6 3823 0 0,26 72 294 0 0,16 38-3277 0 0,58 86-1651 0 0,-36-73-645 0 0,108 154 64 0 0,-149-206 65 0 0,-2 2 0 0 0,-1 0 0 0 0,-2 1 0 0 0,-1 1 0 0 0,-2 1 0 0 0,-1 0 0 0 0,10 55 0 0 0,-24-68 482 0 0,0-17-2324 0 0</inkml:trace>
</inkml:ink>
</file>

<file path=ppt/ink/ink2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9.8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10 361 4145 0 0,'-1'0'105'0'0,"1"1"1"0"0,-1-1 0 0 0,0 0-1 0 0,1 1 1 0 0,-1-1-1 0 0,1 1 1 0 0,-1-1-1 0 0,1 1 1 0 0,-1-1 0 0 0,1 1-1 0 0,0 0 1 0 0,-1-1-1 0 0,1 1 1 0 0,-1-1-1 0 0,1 1 1 0 0,0 0 0 0 0,0-1-1 0 0,0 1 1 0 0,-1 0-1 0 0,1-1 1 0 0,0 1-1 0 0,0 0 1 0 0,0 1-1 0 0,14-3 1753 0 0,26-14-243 0 0,-38 14-1610 0 0,98-41 728 0 0,2 4 0 0 0,130-30 0 0 0,-174 55-669 0 0,346-68 108 0 0,-147 35 35 0 0,103-13 785 0 0,-280 51-844 0 0,0 4 1 0 0,143 11-1 0 0,-49 8-212 0 0,26 2 1387 0 0,-191-15-1133 0 0,-1 0 0 0 0,0 0 0 0 0,0 1 1 0 0,0 0-1 0 0,-1 0 0 0 0,1 1 0 0 0,-1 0 0 0 0,0 0 0 0 0,0 1 0 0 0,8 7 0 0 0,-11-9-179 0 0,-2-2 18 0 0,0 0 0 0 0,0 0 1 0 0,0 0-1 0 0,0 0 1 0 0,0-1-1 0 0,1 1 0 0 0,-1 0 1 0 0,0-1-1 0 0,0 0 0 0 0,1 1 1 0 0,-1-1-1 0 0,0 0 0 0 0,0 0 1 0 0,1 0-1 0 0,-1-1 0 0 0,0 1 1 0 0,0 0-1 0 0,1-1 0 0 0,-1 0 1 0 0,0 1-1 0 0,0-1 0 0 0,4-2 1 0 0,23-4 330 0 0,-28 8-267 0 0,0-1 1 0 0,0 0-1 0 0,0 1 1 0 0,0 0-1 0 0,0-1 1 0 0,0 1-1 0 0,0-1 1 0 0,-1 1-1 0 0,1 0 0 0 0,0 0 1 0 0,0-1-1 0 0,-1 1 1 0 0,1 0-1 0 0,-1 0 1 0 0,1 0-1 0 0,-1 0 1 0 0,1 0-1 0 0,-1-1 1 0 0,1 1-1 0 0,-1 0 1 0 0,0 0-1 0 0,1 0 1 0 0,-1 2-1 0 0,6 24 784 0 0,7 109-634 0 0,31 202 496 0 0,-43-333-739 0 0,90 479 400 0 0,-82-436-381 0 0,-3-22-82 0 0,-1 0-1 0 0,-2 1 1 0 0,-1 0 0 0 0,0-1 0 0 0,-4 31 0 0 0,2-53 69 0 0,-1 0 0 0 0,1 0 0 0 0,-1 0 0 0 0,-1 0 0 0 0,1 0 0 0 0,0-1 0 0 0,-1 1 0 0 0,0 0 0 0 0,0 0 0 0 0,0-1 0 0 0,0 1 0 0 0,0-1 0 0 0,-1 0 0 0 0,1 0 0 0 0,-1 0 0 0 0,-5 5 0 0 0,-1-3 11 0 0,0 1-1 0 0,0-1 1 0 0,-1-1 0 0 0,1 0 0 0 0,-13 4 0 0 0,12-4-20 0 0,-108 41-5 0 0,-132 44 37 0 0,203-75-22 0 0,-1-2 0 0 0,-1-3-1 0 0,-67 6 1 0 0,-54 2-162 0 0,1 8 1 0 0,-230 64-1 0 0,326-73 118 0 0,-2-3 0 0 0,-86 4 1 0 0,-152-8-893 0 0,229-13 927 0 0,-91-16 0 0 0,80 8 53 0 0,84 11-42 0 0,7 1 3 0 0,-1-1 0 0 0,1 1 0 0 0,-1-1 1 0 0,1 0-1 0 0,0 0 0 0 0,-8-4 0 0 0,11 5-18 0 0,0-1 1 0 0,0 0-1 0 0,0 0 0 0 0,-1 0 1 0 0,1 0-1 0 0,0 0 0 0 0,0 0 0 0 0,1 0 1 0 0,-1 0-1 0 0,0-1 0 0 0,0 1 1 0 0,0 0-1 0 0,1-1 0 0 0,-1 1 1 0 0,1 0-1 0 0,-1-1 0 0 0,1 1 1 0 0,0 0-1 0 0,-1-1 0 0 0,1 1 0 0 0,0-1 1 0 0,0 1-1 0 0,0-1 0 0 0,0-2 1 0 0,0 4-26 0 0,0 0 0 0 0,0 0 0 0 0,0-1 0 0 0,0 1 1 0 0,0 0-1 0 0,1-1 0 0 0,-1 1 0 0 0,0 0 1 0 0,-1 0-1 0 0,1-1 0 0 0,0 1 0 0 0,0 0 0 0 0,0-1 1 0 0,0 1-1 0 0,0 0 0 0 0,0 0 0 0 0,0-1 1 0 0,0 1-1 0 0,0 0 0 0 0,-1-1 0 0 0,1 1 0 0 0,0 0 1 0 0,0 0-1 0 0,0 0 0 0 0,0-1 0 0 0,-1 1 1 0 0,1 0-1 0 0,0 0 0 0 0,0 0 0 0 0,-1-1 0 0 0,1 1 1 0 0,0 0-1 0 0,0 0 0 0 0,-1 0 0 0 0,1 0 1 0 0,0 0-1 0 0,-1 0 0 0 0,1-1 0 0 0,0 1 0 0 0,-1 0 1 0 0</inkml:trace>
</inkml:ink>
</file>

<file path=ppt/ink/ink2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20.3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0 456 0 0,'0'1'139'0'0,"1"-1"0"0"0,-1 1 1 0 0,1-1-1 0 0,-1 1 0 0 0,1-1 0 0 0,-1 1 0 0 0,1-1 1 0 0,-1 1-1 0 0,0-1 0 0 0,1 1 0 0 0,-1 0 0 0 0,0-1 1 0 0,0 1-1 0 0,1 0 0 0 0,-1-1 0 0 0,0 1 0 0 0,0 0 1 0 0,0-1-1 0 0,0 1 0 0 0,0 0 0 0 0,0-1 0 0 0,0 1 1 0 0,0 0-1 0 0,0-1 0 0 0,0 1 0 0 0,0 0 0 0 0,-1 0 1 0 0,-1 26 2298 0 0,2-24-1830 0 0,-1 83 5793 0 0,2-26-5474 0 0,0 46 129 0 0,16 110 0 0 0,0 8 60 0 0,-13-137-983 0 0,21 132 1 0 0,-23-208 344 0 0,-1 1 0 0 0,-1 0 1 0 0,0-1-1 0 0,-1 1 1 0 0,0-1-1 0 0,0 1 0 0 0,-6 18 1 0 0,5-18-48 0 0,2-11-429 0 0,-1-1 0 0 0,1 0 1 0 0,0 0-1 0 0,0 0 0 0 0,0 0 0 0 0,0 0 1 0 0,0 0-1 0 0,0 1 0 0 0,0-1 0 0 0,0 0 1 0 0,0 0-1 0 0,0 0 0 0 0,0 0 0 0 0,0 0 1 0 0,0 1-1 0 0,0-1 0 0 0,0 0 0 0 0,0 0 1 0 0,0 0-1 0 0,0 0 0 0 0,0 0 0 0 0,0 1 1 0 0,0-1-1 0 0,0 0 0 0 0,0 0 0 0 0,0 0 1 0 0,0 0-1 0 0,0 0 0 0 0,0 0 0 0 0,0 1 0 0 0,0-1 1 0 0,1 0-1 0 0,-1 0 0 0 0,0 0 0 0 0,0 0 1 0 0,0 0-1 0 0,0 0 0 0 0,0 0 0 0 0,0 0 1 0 0,0 0-1 0 0,1 1 0 0 0,-1-1 0 0 0,0 0 1 0 0,0 0-1 0 0,0 0 0 0 0,0 0 0 0 0,0 0 1 0 0,1 0-1 0 0,-1 0 0 0 0,0 0 0 0 0,0 0 1 0 0,0 0-1 0 0,0 0 0 0 0,0 0 0 0 0,1 0 1 0 0,-1 0-1 0 0,0 0 0 0 0,0 0 0 0 0,0 0 1 0 0,0 0-1 0 0,0 0 0 0 0,0 0 0 0 0,1 0 1 0 0,-1-1-1 0 0,0 1 0 0 0,0 0 0 0 0</inkml:trace>
</inkml:ink>
</file>

<file path=ppt/ink/ink2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1.5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46 39 2761 0 0,'-11'-13'2317'0'0,"10"11"-1968"0"0,0 1 0 0 0,0-1 0 0 0,0 0 0 0 0,0 1 0 0 0,0-1 0 0 0,-1 1 0 0 0,1-1 0 0 0,-1 1 1 0 0,1-1-1 0 0,-1 1 0 0 0,0 0 0 0 0,1 0 0 0 0,-1 0 0 0 0,0 0 0 0 0,0 0 0 0 0,0 0 1 0 0,0 1-1 0 0,1-1 0 0 0,-5 0 487 0 0,22 25 947 0 0,11 29-342 0 0,-2 1 1 0 0,23 78 0 0 0,-32-86-1125 0 0,23 44 310 0 0,3 5-879 0 0,-41-84-2904 0 0</inkml:trace>
</inkml:ink>
</file>

<file path=ppt/ink/ink2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2.3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31 256 4145 0 0,'-31'9'4633'0'0,"118"-51"-3737"0"0,2 3 0 0 0,185-51 0 0 0,-201 70-896 0 0,75-31 0 0 0,-110 37 0 0 0,-29 11 195 0 0,-8 2 0 0 0,1 0 0 0 0,-1 1 1 0 0,0-1-1 0 0,0 1 0 0 0,1-1 0 0 0,-1 1 0 0 0,0 0 0 0 0,0-1 1 0 0,1 1-1 0 0,-1 0 0 0 0,0 0 0 0 0,1 0 0 0 0,-1 0 0 0 0,0 0 1 0 0,3 0-1 0 0,-3 2-18 0 0,0-1 1 0 0,0 1-1 0 0,0-1 0 0 0,0 1 1 0 0,0-1-1 0 0,0 1 1 0 0,0 0-1 0 0,-1-1 1 0 0,1 1-1 0 0,-1 0 0 0 0,1 0 1 0 0,-1 0-1 0 0,0 3 1 0 0,12 44 45 0 0,2 0 0 0 0,2-1 0 0 0,2-1 0 0 0,2 0 0 0 0,1-2 0 0 0,3 0 0 0 0,50 68 0 0 0,-64-98-219 0 0,0 0 0 0 0,-1 1 0 0 0,0 0 0 0 0,-1 0 0 0 0,-1 0 0 0 0,0 1 0 0 0,-2 0 0 0 0,0 1 0 0 0,0-1 0 0 0,-2 1 0 0 0,0 0 0 0 0,-1 0 0 0 0,-1 0 0 0 0,-1 0 0 0 0,-2 25 0 0 0,0-37 2 0 0,0 0-1 0 0,0 0 1 0 0,0 0 0 0 0,-1-1-1 0 0,1 1 1 0 0,-1-1 0 0 0,-1 1-1 0 0,1-1 1 0 0,-1 0 0 0 0,0-1-1 0 0,0 1 1 0 0,0-1 0 0 0,-1 1-1 0 0,1-1 1 0 0,-1 0 0 0 0,-8 4-1 0 0,-11 8 32 0 0,-1-2 0 0 0,-30 14 0 0 0,46-24-36 0 0,-21 9 74 0 0,-1-1 1 0 0,-1-2-1 0 0,0-1 1 0 0,-37 6-1 0 0,-134 7 274 0 0,110-19-977 0 0,32-6-6447 0 0,45 2 1745 0 0</inkml:trace>
</inkml:ink>
</file>

<file path=ppt/ink/ink2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2.6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93 132 456 0 0,'-7'-7'430'0'0,"1"0"1"0"0,0-1-1 0 0,0 0 0 0 0,0 0 1 0 0,1 0-1 0 0,-8-17 0 0 0,9 15 894 0 0,-1 1-1 0 0,-1 0 1 0 0,1 0-1 0 0,-18-14 7580 0 0,24 37-7062 0 0,3 18-2095 0 0,-3-29 704 0 0,16 111 251 0 0,6-1 0 0 0,63 189 0 0 0,-60-249-2590 0 0</inkml:trace>
</inkml:ink>
</file>

<file path=ppt/ink/ink2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7.5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 7834 0 0,'-1'0'165'0'0,"1"0"1"0"0,-1 0 0 0 0,0-1-1 0 0,1 1 1 0 0,-1 0 0 0 0,1 0 0 0 0,-1 0-1 0 0,1 0 1 0 0,-1 0 0 0 0,0 0-1 0 0,1 1 1 0 0,-1-1 0 0 0,1 0 0 0 0,-1 0-1 0 0,1 0 1 0 0,-1 0 0 0 0,1 1-1 0 0,-1-1 1 0 0,1 0 0 0 0,-1 1-1 0 0,1-1 1 0 0,-1 0 0 0 0,1 1 0 0 0,-1-1-1 0 0,1 0 1 0 0,-1 1 0 0 0,1-1-1 0 0,0 1 1 0 0,-1-1 0 0 0,1 1-1 0 0,5 15 4642 0 0,-2-10-5970 0 0,4 13 1691 0 0,-1 0 1 0 0,-1 1-1 0 0,-1 0 0 0 0,-1 0 1 0 0,0 0-1 0 0,-2 0 0 0 0,0 0 0 0 0,-2 25 1 0 0,4 61-4009 0 0,-1-89-3055 0 0</inkml:trace>
</inkml:ink>
</file>

<file path=ppt/ink/ink2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7.8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22 271 3225 0 0,'-3'-2'461'0'0,"1"-1"0"0"0,0 0-1 0 0,0-1 1 0 0,0 1 0 0 0,0 0 0 0 0,0-1 0 0 0,-1-3 0 0 0,3 5-222 0 0,-1 1 0 0 0,1 0-1 0 0,-1-1 1 0 0,1 1 0 0 0,0 0-1 0 0,-1-1 1 0 0,1 1 0 0 0,0 0 0 0 0,0-1-1 0 0,0 1 1 0 0,0-1 0 0 0,0 1-1 0 0,0 0 1 0 0,0-1 0 0 0,1 1 0 0 0,-1 0-1 0 0,0-1 1 0 0,1 1 0 0 0,-1 0-1 0 0,1-1 1 0 0,0 1 0 0 0,-1 0 0 0 0,2-2-1 0 0,1 4 21 0 0,-1 0 0 0 0,1 0 0 0 0,-1 0 0 0 0,0 0 0 0 0,1 0-1 0 0,-1 0 1 0 0,0 0 0 0 0,1 1 0 0 0,-1-1 0 0 0,0 1 0 0 0,0 0 0 0 0,0-1-1 0 0,3 5 1 0 0,1 0 246 0 0,21 13 683 0 0,21 17 551 0 0,61 59-1 0 0,-105-91-1694 0 0,0 0-1 0 0,1 0 1 0 0,-1-1-1 0 0,1 1 1 0 0,0-1-1 0 0,0 0 1 0 0,0 0-1 0 0,0-1 1 0 0,7 3-1 0 0,-11-4-17 0 0,1-1 0 0 0,-1 0 1 0 0,0 1-1 0 0,1-1 0 0 0,-1 0 0 0 0,0 0 0 0 0,0 0 1 0 0,1 0-1 0 0,-1-1 0 0 0,0 1 0 0 0,1 0 0 0 0,-1 0 1 0 0,0-1-1 0 0,0 1 0 0 0,0-1 0 0 0,1 1 0 0 0,-1-1 1 0 0,1 0-1 0 0,0-1 7 0 0,0 1 0 0 0,-1-1-1 0 0,1 0 1 0 0,-1 1 0 0 0,0-1 0 0 0,0 0 0 0 0,1 0 0 0 0,-1 0 0 0 0,0 0 0 0 0,-1 0-1 0 0,1 0 1 0 0,0 0 0 0 0,-1 0 0 0 0,1-3 0 0 0,2-15 65 0 0,-1 0 0 0 0,-1 0 0 0 0,-1 0 0 0 0,0-1 0 0 0,-2 1 0 0 0,-5-27 0 0 0,-3-45-335 0 0,10 77-85 0 0,0 0-1 0 0,1 1 1 0 0,1-1-1 0 0,0 0 1 0 0,4-14-1 0 0,2 5-976 0 0</inkml:trace>
</inkml:ink>
</file>

<file path=ppt/ink/ink2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8.6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45 7370 0 0,'7'-21'2865'0'0,"-7"19"-2329"0"0,0 0-1 0 0,1 0 1 0 0,-1 0 0 0 0,1 0 0 0 0,-1 0 0 0 0,1 0-1 0 0,0 0 1 0 0,0 0 0 0 0,2-3 761 0 0,2 35 3276 0 0,10 160-2709 0 0,-13-137-2719 0 0,2 1 0 0 0,2-1 0 0 0,16 60 0 0 0,-16-98-2644 0 0,-4-52-8115 0 0,-5 20 11429 0 0</inkml:trace>
</inkml:ink>
</file>

<file path=ppt/ink/ink2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9.0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2 216 1376 0 0,'-1'-5'670'0'0,"1"-1"0"0"0,0 1 0 0 0,0-1 0 0 0,0 1-1 0 0,1 0 1 0 0,-1-1 0 0 0,2 1 0 0 0,-1 0 0 0 0,2-7 0 0 0,-2 10-510 0 0,1-4 323 0 0,-1 0 0 0 0,2 0 0 0 0,-1 0 0 0 0,1 0 0 0 0,0 0 0 0 0,0 1-1 0 0,0-1 1 0 0,6-6 0 0 0,-7 11-391 0 0,-1-1 1 0 0,0 1-1 0 0,0 0 0 0 0,1 0 0 0 0,-1-1 0 0 0,1 1 1 0 0,-1 0-1 0 0,1 0 0 0 0,0 1 0 0 0,-1-1 0 0 0,1 0 0 0 0,0 1 1 0 0,-1-1-1 0 0,1 1 0 0 0,0-1 0 0 0,0 1 0 0 0,-1 0 0 0 0,1-1 1 0 0,0 1-1 0 0,0 0 0 0 0,0 0 0 0 0,0 1 0 0 0,-1-1 1 0 0,1 0-1 0 0,0 1 0 0 0,0-1 0 0 0,-1 1 0 0 0,1-1 0 0 0,0 1 1 0 0,-1 0-1 0 0,1 0 0 0 0,0 0 0 0 0,2 2 0 0 0,19 14 658 0 0,-2 1 0 0 0,0 1 1 0 0,29 33-1 0 0,-7-7 20 0 0,-19-19-514 0 0,-13-14-121 0 0,0 0 1 0 0,17 12-1 0 0,-27-23-133 0 0,0-1 0 0 0,-1 1 0 0 0,1-1-1 0 0,0 0 1 0 0,0 1 0 0 0,0-1 0 0 0,-1 0 0 0 0,1 0-1 0 0,0 1 1 0 0,0-1 0 0 0,0 0 0 0 0,-1 0 0 0 0,1 0-1 0 0,0 0 1 0 0,0 0 0 0 0,0 0 0 0 0,0-1-1 0 0,-1 1 1 0 0,1 0 0 0 0,0 0 0 0 0,0 0 0 0 0,0-1-1 0 0,-1 1 1 0 0,1 0 0 0 0,0-1 0 0 0,0 1 0 0 0,-1-1-1 0 0,1 1 1 0 0,-1-1 0 0 0,1 1 0 0 0,0-1-1 0 0,-1 0 1 0 0,1 1 0 0 0,-1-1 0 0 0,1 0 0 0 0,-1 1-1 0 0,1-1 1 0 0,-1 0 0 0 0,0 1 0 0 0,1-1 0 0 0,-1 0-1 0 0,1-1 1 0 0,15-39 69 0 0,-14 35-67 0 0,26-100 418 0 0,2-8 118 0 0,-29 112-487 0 0,0-1-1 0 0,0 1 1 0 0,0-1-1 0 0,0 1 1 0 0,1-1 0 0 0,-1 1-1 0 0,1 0 1 0 0,-1 0 0 0 0,1 0-1 0 0,0 0 1 0 0,0 0 0 0 0,0 0-1 0 0,2-2 1 0 0,-3 3-29 0 0,0 1 0 0 0,-1 0 1 0 0,1 0-1 0 0,-1-1 0 0 0,1 1 0 0 0,0 0 1 0 0,-1 0-1 0 0,1 0 0 0 0,-1 0 0 0 0,1 0 1 0 0,0 0-1 0 0,-1 0 0 0 0,1 0 0 0 0,0 0 1 0 0,-1 0-1 0 0,1 0 0 0 0,-1 0 0 0 0,1 0 1 0 0,0 1-1 0 0,-1-1 0 0 0,1 0 0 0 0,0 1 0 0 0,0 0-3 0 0,1 0 0 0 0,-1 0 0 0 0,0 0-1 0 0,1 0 1 0 0,-1 1 0 0 0,0-1-1 0 0,0 0 1 0 0,0 1 0 0 0,0-1-1 0 0,0 1 1 0 0,1 2 0 0 0,9 25 103 0 0,-1 0 1 0 0,13 59 0 0 0,-14-49-308 0 0,15 40 0 0 0,-9-34-719 0 0,-7-23 43 0 0</inkml:trace>
</inkml:ink>
</file>

<file path=ppt/ink/ink2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9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65 2761 0 0,'-1'-1'319'0'0,"0"0"0"0"0,0 0 0 0 0,0 0 1 0 0,0 0-1 0 0,-1 0 0 0 0,1 0 0 0 0,0 0 1 0 0,0 0-1 0 0,-1 1 0 0 0,1-1 0 0 0,0 0 1 0 0,-1 1-1 0 0,1 0 0 0 0,-1-1 0 0 0,1 1 1 0 0,0 0-1 0 0,-1-1 0 0 0,1 1 0 0 0,-1 0 1 0 0,1 0-1 0 0,-1 0 0 0 0,1 0 0 0 0,-1 0 1 0 0,1 1-1 0 0,-1-1 0 0 0,-1 1 0 0 0,0 0 40 0 0,0 1-1 0 0,0 0 1 0 0,1 0 0 0 0,-1 0-1 0 0,0 0 1 0 0,1 0-1 0 0,0 0 1 0 0,-1 1 0 0 0,1-1-1 0 0,0 1 1 0 0,-2 4-1 0 0,-3 4 189 0 0,0 1 0 0 0,1 0 0 0 0,1 0 0 0 0,0 1 0 0 0,-4 14 0 0 0,8-20-428 0 0,-1 1-1 0 0,1 0 0 0 0,0 0 0 0 0,1 0 0 0 0,0-1 1 0 0,0 1-1 0 0,1 0 0 0 0,0 0 0 0 0,0-1 0 0 0,1 1 1 0 0,0 0-1 0 0,0-1 0 0 0,1 1 0 0 0,0-1 0 0 0,0 0 1 0 0,0 0-1 0 0,1 0 0 0 0,7 9 0 0 0,-7-11-116 0 0,0-1 0 0 0,0 0 0 0 0,0 0-1 0 0,0 0 1 0 0,1 0 0 0 0,-1-1 0 0 0,1 0-1 0 0,0 0 1 0 0,0 0 0 0 0,0 0 0 0 0,1-1 0 0 0,-1 0-1 0 0,0 0 1 0 0,1 0 0 0 0,0-1 0 0 0,-1 0 0 0 0,1 0-1 0 0,0 0 1 0 0,-1-1 0 0 0,1 0 0 0 0,0 0 0 0 0,0 0-1 0 0,0-1 1 0 0,-1 0 0 0 0,10-2 0 0 0,-8 1 25 0 0,-1 0-1 0 0,0 0 1 0 0,0 0-1 0 0,0-1 1 0 0,0 0 0 0 0,-1 0-1 0 0,1 0 1 0 0,-1-1 0 0 0,0 0-1 0 0,0 0 1 0 0,0 0 0 0 0,0-1-1 0 0,-1 1 1 0 0,0-1-1 0 0,0 0 1 0 0,0-1 0 0 0,0 1-1 0 0,3-8 1 0 0,-4 5-2 0 0,0 1-1 0 0,0-1 1 0 0,-1 0 0 0 0,0 1 0 0 0,-1-1 0 0 0,0 0-1 0 0,0 0 1 0 0,-1 0 0 0 0,1 0 0 0 0,-2 0-1 0 0,1 0 1 0 0,-1 0 0 0 0,-1 0 0 0 0,-2-11-1 0 0,-2-4 34 0 0,-17-41 0 0 0,20 58-192 0 0,1 0 0 0 0,-1 1 0 0 0,0-1 0 0 0,-1 1 0 0 0,0 0 0 0 0,1 0 0 0 0,-2 0 0 0 0,1 0 1 0 0,0 1-1 0 0,-1-1 0 0 0,0 1 0 0 0,-7-5 0 0 0,-1 4-1124 0 0</inkml:trace>
</inkml:ink>
</file>

<file path=ppt/ink/ink2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9.7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138 35 5065 0 0,'9'-4'94'0'0,"36"-27"9824"0"0,-74 49-7551 0 0,8 0-1461 0 0,2 1 0 0 0,1 0 1 0 0,-20 26-1 0 0,29-32-756 0 0,0-1 0 0 0,1 1-1 0 0,0 0 1 0 0,1 1 0 0 0,1 0 0 0 0,0 0 0 0 0,-4 17-1 0 0,9-27-141 0 0,0 1 0 0 0,0-1 0 0 0,1 1 0 0 0,-1-1-1 0 0,1 1 1 0 0,0 0 0 0 0,1-1 0 0 0,-1 1-1 0 0,1-1 1 0 0,0 1 0 0 0,0-1 0 0 0,0 1-1 0 0,0-1 1 0 0,1 0 0 0 0,0 1 0 0 0,0-1 0 0 0,0 0-1 0 0,5 6 1 0 0,1 0-7 0 0,2 0-1 0 0,-1 0 1 0 0,1-1 0 0 0,21 15-1 0 0,-23-19 0 0 0,1 1-1 0 0,-1 0 1 0 0,-1 1-1 0 0,1-1 1 0 0,-1 1-1 0 0,0 1 1 0 0,-1 0-1 0 0,0 0 1 0 0,0 0-1 0 0,7 14 1 0 0,-12-19 5 0 0,0 0 0 0 0,0 1 0 0 0,-1-1 0 0 0,1 0 0 0 0,-1 1 0 0 0,1-1 0 0 0,-1 1 0 0 0,0-1 0 0 0,-1 1-1 0 0,1-1 1 0 0,0 0 0 0 0,-1 1 0 0 0,0-1 0 0 0,0 0 0 0 0,0 1 0 0 0,0-1 0 0 0,-1 0 0 0 0,1 0 0 0 0,-1 0 0 0 0,0 0 0 0 0,1 0 0 0 0,-2 0 0 0 0,1-1 0 0 0,0 1 0 0 0,-4 3 0 0 0,-3 3-294 0 0,0-2 0 0 0,-1 1 1 0 0,0-1-1 0 0,0-1 0 0 0,0 0 0 0 0,-12 5 0 0 0,-3 0-7076 0 0</inkml:trace>
</inkml:ink>
</file>

<file path=ppt/ink/ink2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40.6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11 6449 0 0,'0'0'143'0'0,"0"-1"0"0"0,0 1 0 0 0,1-1 0 0 0,-1 1 0 0 0,0-1 0 0 0,0 0 0 0 0,1 1 0 0 0,-1-1 0 0 0,0 1 0 0 0,1-1 0 0 0,-1 1 0 0 0,1-1 0 0 0,-1 1 0 0 0,1 0 0 0 0,-1-1 0 0 0,1 1 0 0 0,-1 0 0 0 0,1-1 0 0 0,-1 1-1 0 0,1 0 1 0 0,-1-1 0 0 0,1 1 0 0 0,0 0 0 0 0,-1 0 0 0 0,1 0 0 0 0,-1-1 0 0 0,1 1 0 0 0,0 0 0 0 0,-1 0 0 0 0,1 0 0 0 0,-1 0 0 0 0,1 0 0 0 0,0 0 0 0 0,-1 1 0 0 0,1-1 0 0 0,0 0 0 0 0,-1 0 0 0 0,1 0 0 0 0,-1 0 0 0 0,1 1 0 0 0,-1-1-1 0 0,1 0 1 0 0,-1 1 0 0 0,1-1 0 0 0,0 0 0 0 0,-1 1 0 0 0,0-1 0 0 0,1 1 0 0 0,-1-1 0 0 0,1 0 0 0 0,-1 1 0 0 0,1-1 0 0 0,-1 1 0 0 0,0-1 0 0 0,0 1 0 0 0,1 0 0 0 0,4 13 366 0 0,0 0 1 0 0,-1 0 0 0 0,-1 1-1 0 0,-1-1 1 0 0,0 1 0 0 0,0-1-1 0 0,-2 1 1 0 0,0 17-1 0 0,1 15-35 0 0,12 102-1053 0 0,-4-85-5856 0 0,-7-46 977 0 0</inkml:trace>
</inkml:ink>
</file>

<file path=ppt/ink/ink2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41.2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118 148 4145 0 0,'-42'-4'2243'0'0,"35"2"-1511"0"0,-1 1-1 0 0,1 0 0 0 0,-1 1 0 0 0,1-1 0 0 0,0 1 1 0 0,-1 1-1 0 0,1 0 0 0 0,-9 2 0 0 0,16-3-714 0 0,0 0-1 0 0,0 0 0 0 0,0 0 1 0 0,0 0-1 0 0,0 0 0 0 0,0 0 0 0 0,0 0 1 0 0,0 0-1 0 0,0 0 0 0 0,0 0 17 0 0,0 0-17 0 0,0 0 0 0 0,0 0 1 0 0,0 0-1 0 0,0 0 0 0 0,0 0 0 0 0,0 0 1 0 0,0 0-1 0 0,0 0 0 0 0,0 0 0 0 0,1 0 1 0 0,-1 0-1 0 0,0 0 0 0 0,0 0 1 0 0,0 1-1 0 0,0-1 0 0 0,0 0 0 0 0,0 0 1 0 0,0 0-1 0 0,0 0 0 0 0,0 0 0 0 0,0 0 1 0 0,0 0-1 0 0,0 0 0 0 0,0 0 1 0 0,0 0-1 0 0,-1 0 0 0 0,1 0 0 0 0,0 0 1 0 0,0 0-1 0 0,0 0 0 0 0,12 1 131 0 0,14-2-192 0 0,150-52 2089 0 0,-104 29-1732 0 0,120-23-1 0 0,-167 43-263 0 0,15-3-153 0 0,71-3-1 0 0,-110 11 204 0 0,-1 0-1 0 0,0-1 1 0 0,1 1-1 0 0,-1-1 0 0 0,0 1 1 0 0,1 0-1 0 0,-1-1 1 0 0,0 1-1 0 0,0-1 0 0 0,0 1 1 0 0,1 0-1 0 0,-1-1 1 0 0,0 1-1 0 0,0 0 0 0 0,0-1 1 0 0,0 1-1 0 0,0 0 0 0 0,0-1 1 0 0,-1 1-1 0 0,1 0 1 0 0,0-1-1 0 0,0 1 0 0 0,0 0 1 0 0,-1-1-1 0 0,1 2 1 0 0,-8 30 977 0 0,4-16-731 0 0,3-8-256 0 0,0 1 0 0 0,1 0 0 0 0,0 0 0 0 0,0 0 0 0 0,1 0 0 0 0,0 0 0 0 0,5 15 0 0 0,24 65 51 0 0,-13-40-26 0 0,-13-37-110 0 0,19 57 22 0 0,19 100 1 0 0,-39-148-23 0 0,0-1 1 0 0,-1 1-1 0 0,-1 0 0 0 0,-1 0 0 0 0,-1-1 0 0 0,-1 1 0 0 0,0 0 0 0 0,-2-1 0 0 0,-10 36 1 0 0,11-49-315 0 0,0 0 0 0 0,0-1 0 0 0,-1 1 0 0 0,0-1 1 0 0,0 0-1 0 0,-1 0 0 0 0,1 0 0 0 0,-1-1 0 0 0,0 1 1 0 0,-1-1-1 0 0,-8 6 0 0 0,10-8 86 0 0,0 0-1 0 0,0 0 0 0 0,-1-1 1 0 0,1 0-1 0 0,0 0 1 0 0,-1 0-1 0 0,0-1 1 0 0,1 1-1 0 0,-1-1 1 0 0,0 0-1 0 0,0 0 0 0 0,0-1 1 0 0,0 1-1 0 0,1-1 1 0 0,-1 0-1 0 0,0-1 1 0 0,0 1-1 0 0,-7-2 0 0 0,2-2-880 0 0</inkml:trace>
</inkml:ink>
</file>

<file path=ppt/ink/ink2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41.6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38 6937 0 0,'-20'-28'1445'0'0,"12"18"2718"0"0,12 36-1634 0 0,28 113-1242 0 0,62 161 0 0 0,-93-296-1283 0 0,28 61 139 0 0,-27-61-138 0 0,-1-1 1 0 0,1 0 0 0 0,0 0 0 0 0,1 0 0 0 0,-1 0 0 0 0,1 0-1 0 0,-1 0 1 0 0,1 0 0 0 0,0-1 0 0 0,0 1 0 0 0,0-1 0 0 0,0 0-1 0 0,0 0 1 0 0,1 0 0 0 0,5 2 0 0 0,-6-3 27 0 0,-1-1 0 0 0,0 0 0 0 0,1 0 0 0 0,-1 0 0 0 0,0-1 0 0 0,0 1 0 0 0,1 0 0 0 0,-1-1 0 0 0,0 0 0 0 0,0 1 0 0 0,0-1 0 0 0,0 0 0 0 0,0 0 0 0 0,1 0 0 0 0,1-2 0 0 0,34-25 7 0 0,-14 11-223 0 0,-7 8-570 0 0,0 1 1 0 0,1 0-1 0 0,1 2 0 0 0,-1 0 0 0 0,1 1 0 0 0,25-3 0 0 0,-41 8 755 0 0,41-10-124 0 0</inkml:trace>
</inkml:ink>
</file>

<file path=ppt/ink/ink2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2.5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183 45 7370 0 0,'-2'-3'403'0'0,"0"0"0"0"0,-1 0-1 0 0,1 0 1 0 0,0 0 0 0 0,-1 0 0 0 0,0 0 0 0 0,0 1 0 0 0,1-1 0 0 0,-1 1 0 0 0,-1 0 0 0 0,1 0 0 0 0,0 0 0 0 0,0 0 0 0 0,-1 1 0 0 0,1-1 0 0 0,-1 1 0 0 0,0 0 0 0 0,1 0 0 0 0,-1 0 0 0 0,-5 0 0 0 0,5 1-241 0 0,1 1 0 0 0,-1-1 1 0 0,1 1-1 0 0,-1 0 0 0 0,1 0 0 0 0,0 0 1 0 0,0 0-1 0 0,-1 1 0 0 0,1-1 1 0 0,0 1-1 0 0,0 0 0 0 0,0 0 0 0 0,1 0 1 0 0,-1 0-1 0 0,0 0 0 0 0,1 1 1 0 0,-1-1-1 0 0,1 1 0 0 0,0 0 0 0 0,0 0 1 0 0,0 0-1 0 0,-2 3 0 0 0,-3 9-56 0 0,0-1 0 0 0,1 1 1 0 0,0 0-1 0 0,2 1 0 0 0,-1-1 0 0 0,2 1 0 0 0,0 0 0 0 0,-1 29 0 0 0,3-15-108 0 0,1 0 0 0 0,2-1-1 0 0,10 55 1 0 0,-10-74-11 0 0,0 0 0 0 0,1-1 0 0 0,0 0 0 0 0,1 0 1 0 0,0 0-1 0 0,1 0 0 0 0,0-1 0 0 0,0 1 0 0 0,1-1 1 0 0,0 0-1 0 0,0-1 0 0 0,1 0 0 0 0,0 0 0 0 0,8 7 1 0 0,-11-11-45 0 0,1 0 0 0 0,0 0 0 0 0,-1 0 1 0 0,1 0-1 0 0,1-1 0 0 0,-1 0 0 0 0,0 0 1 0 0,1 0-1 0 0,-1-1 0 0 0,1 1 1 0 0,-1-1-1 0 0,1-1 0 0 0,-1 1 0 0 0,1-1 1 0 0,0 0-1 0 0,-1 0 0 0 0,1-1 1 0 0,0 1-1 0 0,-1-1 0 0 0,1 0 0 0 0,-1-1 1 0 0,1 0-1 0 0,-1 0 0 0 0,0 0 0 0 0,8-4 1 0 0,-4 1 27 0 0,-2-1 1 0 0,1 0 0 0 0,0 0-1 0 0,-1 0 1 0 0,0-1-1 0 0,-1 0 1 0 0,1 0 0 0 0,-1-1-1 0 0,-1 1 1 0 0,1-2-1 0 0,-1 1 1 0 0,-1 0 0 0 0,1-1-1 0 0,-2 0 1 0 0,1 0 0 0 0,-1 0-1 0 0,-1 0 1 0 0,1-1-1 0 0,-1 1 1 0 0,-1-1 0 0 0,0 1-1 0 0,-1-1 1 0 0,0-12 0 0 0,0 7 135 0 0,-1 1 1 0 0,0 0-1 0 0,-1 0 1 0 0,-1 0-1 0 0,0 0 1 0 0,-1 0-1 0 0,-1 0 1 0 0,0 1-1 0 0,-1 0 1 0 0,0 0-1 0 0,-1 0 1 0 0,0 1-1 0 0,-1 0 1 0 0,0 1-1 0 0,-13-14 1 0 0,16 20-74 0 0,-1 0 0 0 0,-1 0 0 0 0,1 1 0 0 0,0 0 0 0 0,-1 0 0 0 0,0 0 0 0 0,0 1 1 0 0,0 0-1 0 0,0 1 0 0 0,-11-3 0 0 0,14 3-280 0 0,-1 2 1 0 0,1-1-1 0 0,-1 0 1 0 0,1 1-1 0 0,-1 0 1 0 0,1 0-1 0 0,-1 0 0 0 0,1 0 1 0 0,-1 1-1 0 0,1 0 1 0 0,-1 0-1 0 0,1 0 1 0 0,0 0-1 0 0,-1 1 1 0 0,1-1-1 0 0,0 1 0 0 0,0 0 1 0 0,-7 5-1 0 0</inkml:trace>
</inkml:ink>
</file>

<file path=ppt/ink/ink2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2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30 1 6913 0 0,'-2'0'9092'0'0,"-2"19"-7088"0"0,-3 28-1697 0 0,0 35 298 0 0,2-31-956 0 0,2 0-1 0 0,2 0 1 0 0,11 96 0 0 0,-10-146 206 0 0,0 1-136 0 0,0 0-1 0 0,0-1 1 0 0,1 1-1 0 0,-1 0 1 0 0,1 0-1 0 0,-1 0 1 0 0,1 0 0 0 0,0 0-1 0 0,0-1 1 0 0,0 1-1 0 0,0 0 1 0 0,0 0-1 0 0,2 1 1 0 0,2-2-1067 0 0</inkml:trace>
</inkml:ink>
</file>

<file path=ppt/ink/ink2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3.1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0 267 4145 0 0,'1'-16'-41'0'0,"5"-51"1267"0"0,-5 63-855 0 0,0 0-1 0 0,0 0 1 0 0,0 0-1 0 0,1 0 1 0 0,-1 0-1 0 0,1 0 1 0 0,0 1-1 0 0,0-1 1 0 0,0 0-1 0 0,0 1 1 0 0,1 0-1 0 0,-1 0 0 0 0,5-5 1 0 0,-5 8-202 0 0,-1-1 0 0 0,0 1 0 0 0,0-1 0 0 0,0 1 0 0 0,0-1 0 0 0,1 1-1 0 0,-1 0 1 0 0,0 0 0 0 0,0 0 0 0 0,1 0 0 0 0,-1 0 0 0 0,0 0 0 0 0,1 0 0 0 0,-1 0 0 0 0,0 0 0 0 0,0 0 0 0 0,1 1 0 0 0,-1-1 0 0 0,0 1 0 0 0,0-1 0 0 0,0 1 0 0 0,0-1 0 0 0,1 1-1 0 0,-1-1 1 0 0,0 1 0 0 0,0 0 0 0 0,0 0 0 0 0,0 0 0 0 0,-1 0 0 0 0,1-1 0 0 0,0 1 0 0 0,1 2 0 0 0,31 37 1873 0 0,-27-32-1671 0 0,44 61 1212 0 0,106 127 30 0 0,-154-193-1623 0 0,1 0 1 0 0,0 0-1 0 0,0-1 0 0 0,1 1 1 0 0,-1-1-1 0 0,0 1 1 0 0,1-1-1 0 0,0 0 1 0 0,4 1-1 0 0,-7-2 16 0 0,0-1 0 0 0,0 0 0 0 0,0 0 0 0 0,0 0 0 0 0,0 0 0 0 0,0 0 1 0 0,0 0-1 0 0,0 0 0 0 0,0 0 0 0 0,1 0 0 0 0,-1-1 0 0 0,0 1 0 0 0,-1 0 0 0 0,1-1 0 0 0,0 1 0 0 0,0-1 0 0 0,0 1 1 0 0,0-1-1 0 0,0 1 0 0 0,0-1 0 0 0,0 1 0 0 0,-1-1 0 0 0,1 0 0 0 0,0 0 0 0 0,0 1 0 0 0,-1-1 0 0 0,1 0 0 0 0,-1 0 1 0 0,1 0-1 0 0,-1 0 0 0 0,1 0 0 0 0,-1 0 0 0 0,1 0 0 0 0,-1 0 0 0 0,0 0 0 0 0,1 0 0 0 0,-1 0 0 0 0,0 0 0 0 0,0 0 1 0 0,0 0-1 0 0,0-1 0 0 0,3-21 134 0 0,0 1 0 0 0,-2-1 0 0 0,-1 1 0 0 0,-4-43 0 0 0,0-13 96 0 0,3 31-630 0 0,6-103-5956 0 0,-2 128-557 0 0</inkml:trace>
</inkml:ink>
</file>

<file path=ppt/ink/ink2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3.7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1827 30 2304 0 0,'-18'-30'18736'0'0,"18"44"-18493"0"0,11 138 460 0 0,7-1 1 0 0,37 153-1 0 0,-39-239-691 0 0,9 102 0 0 0,-22-135-17 0 0,-2 0 1 0 0,-1 1-1 0 0,-2-1 0 0 0,-1 1 1 0 0,-9 39-1 0 0,11-68 3 0 0,0 0-1 0 0,-1 1 1 0 0,1-1 0 0 0,-1 0 0 0 0,0 0-1 0 0,0 0 1 0 0,0 0 0 0 0,-1-1 0 0 0,1 1-1 0 0,-1-1 1 0 0,0 1 0 0 0,0-1 0 0 0,0 0-1 0 0,0 0 1 0 0,-1 0 0 0 0,1 0 0 0 0,-1-1-1 0 0,0 1 1 0 0,1-1 0 0 0,-1 0-1 0 0,0 0 1 0 0,0-1 0 0 0,-1 1 0 0 0,-4 0-1 0 0,-10 2-27 0 0,1-1 0 0 0,0-1-1 0 0,0-1 1 0 0,-31-2 0 0 0,6 1 123 0 0,-359 25-79 0 0,88-2-21 0 0,-2-26-72 0 0,-186-44-3455 0 0,478 45 2401 0 0,0-1 0 0 0,0-2-1 0 0,-25-7 1 0 0,25 3-4480 0 0</inkml:trace>
</inkml:ink>
</file>

<file path=ppt/ink/ink2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3.9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27 6449 0 0,'-1'-2'560'0'0,"1"0"0"0"0,0 0-1 0 0,-1 1 1 0 0,8-19 7728 0 0,-7 21-8221 0 0,6 16 1006 0 0,71 355 2357 0 0,-17-78-3091 0 0,-38-182-408 0 0,17 75-376 0 0,-28-148-1245 0 0,17 41 0 0 0,-21-64 283 0 0,-1-3-174 0 0</inkml:trace>
</inkml:ink>
</file>

<file path=ppt/ink/ink2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4.3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1 311 656 0 0,'0'-1'27'0'0,"0"-1"1"0"0,0 1-1 0 0,-1-1 0 0 0,1 1 0 0 0,0 0 1 0 0,0-1-1 0 0,0 1 0 0 0,1-1 0 0 0,-1 1 0 0 0,0-1 1 0 0,1 1-1 0 0,-1 0 0 0 0,0-1 0 0 0,1 1 1 0 0,0 0-1 0 0,-1-1 0 0 0,1 1 0 0 0,0 0 0 0 0,-1 0 1 0 0,1-1-1 0 0,0 1 0 0 0,0 0 0 0 0,0 0 1 0 0,0 0-1 0 0,0 0 0 0 0,0 0 0 0 0,1 1 1 0 0,-1-1-1 0 0,0 0 0 0 0,0 0 0 0 0,1 1 0 0 0,-1-1 1 0 0,2 0-1 0 0,50-23 1337 0 0,-52 24-1331 0 0,47-14 2039 0 0,0 2 0 0 0,1 3 0 0 0,90-7 0 0 0,-62 9-520 0 0,206-17 1378 0 0,-32 4-2159 0 0,34 0-308 0 0,13-1 392 0 0,-239 15-668 0 0,165-23 1020 0 0,-179 21-1532 0 0,-2-2 0 0 0,1-2 0 0 0,41-19 0 0 0,-66 23-6101 0 0</inkml:trace>
</inkml:ink>
</file>

<file path=ppt/ink/ink2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4.4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48 6417 0 0,'-1'-1'165'0'0,"0"0"0"0"0,0-1 0 0 0,1 1 0 0 0,-1-1 0 0 0,0 1 0 0 0,1-1 0 0 0,-1 1 0 0 0,1-1 0 0 0,-1 1 0 0 0,1-1 0 0 0,-1 0-1 0 0,1 1 1 0 0,0-3 0 0 0,0 3 151 0 0,-1 0-1 0 0,1 0 1 0 0,0 0-1 0 0,0-1 0 0 0,0 1 1 0 0,0 0-1 0 0,0 0 1 0 0,0 0-1 0 0,0 0 1 0 0,0 0-1 0 0,1 0 1 0 0,-1-1-1 0 0,0 1 0 0 0,1 0 1 0 0,-1 0-1 0 0,1 0 1 0 0,-1 0-1 0 0,1 0 1 0 0,-1 0-1 0 0,1 0 1 0 0,1-1-1 0 0,-2 2-179 0 0,1 1-1 0 0,0-1 1 0 0,-1 0-1 0 0,1 0 1 0 0,-1 1 0 0 0,1-1-1 0 0,0 0 1 0 0,-1 1-1 0 0,1-1 1 0 0,-1 0 0 0 0,1 1-1 0 0,-1-1 1 0 0,1 1 0 0 0,-1-1-1 0 0,1 1 1 0 0,-1-1-1 0 0,1 1 1 0 0,-1 0 0 0 0,0-1-1 0 0,1 1 1 0 0,-1-1-1 0 0,0 1 1 0 0,0 0 0 0 0,1-1-1 0 0,-1 2 1 0 0,8 18 446 0 0,-8-20-516 0 0,46 135 1661 0 0,44 118-2076 0 0,-89-252 113 0 0,7 20-1626 0 0</inkml:trace>
</inkml:ink>
</file>

<file path=ppt/ink/ink2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5.1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13 136 5065 0 0,'-1'-1'102'0'0,"0"1"1"0"0,0-1-1 0 0,0 0 1 0 0,0 0-1 0 0,0 1 0 0 0,1-1 1 0 0,-1 0-1 0 0,0 0 0 0 0,1 0 1 0 0,-1 0-1 0 0,0 0 1 0 0,1 0-1 0 0,-1 0 0 0 0,1 0 1 0 0,0 0-1 0 0,-1-1 0 0 0,1 1 1 0 0,0 0-1 0 0,0 0 1 0 0,0 0-1 0 0,0 0 0 0 0,0 0 1 0 0,0-1-1 0 0,0 1 0 0 0,0 0 1 0 0,0 0-1 0 0,0 0 0 0 0,1 0 1 0 0,-1 0-1 0 0,0-1 1 0 0,1 1-1 0 0,-1 0 0 0 0,1 0 1 0 0,-1 0-1 0 0,1 0 0 0 0,0 0 1 0 0,1-1-1 0 0,0-2-23 0 0,1-1 0 0 0,0 1 0 0 0,0 0 0 0 0,0 0-1 0 0,0 0 1 0 0,1 0 0 0 0,6-4 0 0 0,4-1 353 0 0,1 1 0 0 0,0 1 0 0 0,1 0 0 0 0,0 1 0 0 0,0 1 0 0 0,0 1 0 0 0,0 0 0 0 0,1 1 0 0 0,-1 0 0 0 0,1 2 0 0 0,0 0 0 0 0,0 1 0 0 0,0 0 0 0 0,30 6 0 0 0,-44-6-416 0 0,0 0 1 0 0,0 1-1 0 0,0 0 0 0 0,0-1 1 0 0,0 1-1 0 0,0 0 0 0 0,0 1 0 0 0,-1-1 1 0 0,1 0-1 0 0,0 1 0 0 0,-1 0 1 0 0,1-1-1 0 0,-1 1 0 0 0,1 0 1 0 0,-1 0-1 0 0,0 1 0 0 0,0-1 0 0 0,0 0 1 0 0,0 1-1 0 0,0-1 0 0 0,0 1 1 0 0,-1 0-1 0 0,1-1 0 0 0,-1 1 1 0 0,0 0-1 0 0,0 0 0 0 0,0 0 0 0 0,0 0 1 0 0,0 0-1 0 0,-1 0 0 0 0,0 0 1 0 0,1 0-1 0 0,-1 0 0 0 0,0 0 1 0 0,0 0-1 0 0,-1 0 0 0 0,1 1 0 0 0,-1-1 1 0 0,0 3-1 0 0,-2 4 36 0 0,0-1 1 0 0,0 0-1 0 0,-1 0 0 0 0,0 0 0 0 0,-1-1 1 0 0,0 1-1 0 0,0-1 0 0 0,-1 0 0 0 0,0-1 1 0 0,0 1-1 0 0,-11 9 0 0 0,-1-2 150 0 0,-1-2 0 0 0,0 1 0 0 0,-1-2 0 0 0,0-1 0 0 0,-25 10 0 0 0,23-12-936 0 0,0-1 0 0 0,-38 8-1 0 0,36-13-2459 0 0</inkml:trace>
</inkml:ink>
</file>

<file path=ppt/ink/ink2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5.4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 5529 0 0,'19'-13'6963'0'0,"-18"13"-6811"0"0,-1 1 0 0 0,0-1 0 0 0,1 1 0 0 0,-1-1 0 0 0,0 0 0 0 0,0 1 0 0 0,0-1 0 0 0,0 1 0 0 0,1-1 0 0 0,-1 1 0 0 0,0-1 0 0 0,0 0-1 0 0,0 1 1 0 0,0-1 0 0 0,0 1 0 0 0,0-1 0 0 0,0 1 0 0 0,0-1 0 0 0,0 1 0 0 0,0-1 0 0 0,0 0 0 0 0,-1 1 0 0 0,1-1 0 0 0,0 1-1 0 0,0-1 1 0 0,0 0 0 0 0,-1 1 0 0 0,-6 67 2923 0 0,2-30-2224 0 0,0 51 0 0 0,5-78-1060 0 0,1 0 0 0 0,0 0 0 0 0,0 0 0 0 0,1 0 0 0 0,1-1-1 0 0,0 1 1 0 0,0-1 0 0 0,1 0 0 0 0,7 14 0 0 0,-10-22-158 0 0,0 0 0 0 0,1 0 1 0 0,-1 0-1 0 0,1 0 0 0 0,-1 0 0 0 0,1 0 0 0 0,0-1 0 0 0,0 1 0 0 0,0-1 1 0 0,0 1-1 0 0,3 1 0 0 0</inkml:trace>
</inkml:ink>
</file>

<file path=ppt/ink/ink2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5.8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0 150 3225 0 0,'1'-3'-179'0'0,"7"-37"4236"0"0,-8 38-3845 0 0,0 1 0 0 0,0 0 0 0 0,1 0 0 0 0,-1 0 0 0 0,1 0 0 0 0,-1 0 1 0 0,1 0-1 0 0,-1 0 0 0 0,1 0 0 0 0,-1 0 0 0 0,1 0 0 0 0,0 0 0 0 0,-1 0 0 0 0,1 0 0 0 0,0 0 0 0 0,0 1 0 0 0,0-1 0 0 0,0 0 1 0 0,0 1-1 0 0,0-1 0 0 0,0 0 0 0 0,0 1 0 0 0,0-1 0 0 0,0 1 0 0 0,0 0 0 0 0,0-1 0 0 0,0 1 0 0 0,0 0 0 0 0,0 0 1 0 0,3-1-1 0 0,-3 2-83 0 0,0 0 1 0 0,1-1-1 0 0,-1 1 0 0 0,1 0 1 0 0,-1 0-1 0 0,0 0 1 0 0,1 0-1 0 0,-1 0 1 0 0,0 0-1 0 0,0 0 1 0 0,0 0-1 0 0,0 0 1 0 0,0 1-1 0 0,0-1 1 0 0,0 0-1 0 0,1 3 1 0 0,13 28 967 0 0,-11-22-693 0 0,0-2-335 0 0,8 19 838 0 0,30 48 0 0 0,-38-69-809 0 0,0 0 0 0 0,1 0 0 0 0,-1 0 1 0 0,1-1-1 0 0,0 1 0 0 0,1-2 0 0 0,-1 1 0 0 0,1 0 0 0 0,0-1 0 0 0,0 0 0 0 0,1 0 0 0 0,-1-1 0 0 0,10 4 0 0 0,-15-7-113 0 0,1 0-1 0 0,-1 1 1 0 0,1-1-1 0 0,-1 0 0 0 0,1 0 1 0 0,0 0-1 0 0,-1 0 1 0 0,1 0-1 0 0,-1 0 0 0 0,1 0 1 0 0,-1-1-1 0 0,1 1 1 0 0,0-1-1 0 0,-1 1 0 0 0,1-1 1 0 0,-1 1-1 0 0,0-1 1 0 0,1 0-1 0 0,-1 0 0 0 0,1 0 1 0 0,-1 0-1 0 0,0 0 1 0 0,0 0-1 0 0,0 0 0 0 0,0 0 1 0 0,0 0-1 0 0,0 0 1 0 0,0-1-1 0 0,0 1 0 0 0,0 0 1 0 0,0-1-1 0 0,0 1 1 0 0,-1-1-1 0 0,1 1 0 0 0,0-3 1 0 0,3-8-183 0 0,-1 1 0 0 0,0-1 0 0 0,2-21 0 0 0,-3 19 119 0 0,20-93-184 0 0,-19 96 344 0 0,1-1 1 0 0,0 1-1 0 0,0 0 0 0 0,1 1 0 0 0,0-1 0 0 0,1 1 1 0 0,8-11-1 0 0,-13 20-32 0 0,0 0 1 0 0,0 0-1 0 0,-1 0 1 0 0,1 0-1 0 0,0 0 1 0 0,0 0 0 0 0,0 1-1 0 0,0-1 1 0 0,0 0-1 0 0,0 1 1 0 0,0-1-1 0 0,1 1 1 0 0,-1-1-1 0 0,0 1 1 0 0,0-1-1 0 0,0 1 1 0 0,0 0-1 0 0,1 0 1 0 0,-1-1-1 0 0,0 1 1 0 0,0 0-1 0 0,1 0 1 0 0,-1 0-1 0 0,0 1 1 0 0,0-1-1 0 0,1 0 1 0 0,-1 0-1 0 0,0 1 1 0 0,0-1 0 0 0,0 0-1 0 0,0 1 1 0 0,1-1-1 0 0,-1 1 1 0 0,0 0-1 0 0,0-1 1 0 0,0 1-1 0 0,0 0 1 0 0,0 0-1 0 0,0-1 1 0 0,-1 1-1 0 0,1 0 1 0 0,0 0-1 0 0,0 0 1 0 0,1 2-1 0 0,5 6 231 0 0,0 1 0 0 0,-1 0 0 0 0,10 19 0 0 0,-10-18-367 0 0,6 12-96 0 0,1-1 0 0 0,0 0 0 0 0,2-1 1 0 0,0-1-1 0 0,33 33 0 0 0,-33-41-816 0 0</inkml:trace>
</inkml:ink>
</file>

<file path=ppt/ink/ink2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6.2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72 41 6849 0 0,'0'-1'71'0'0,"0"1"-1"0"0,0-1 1 0 0,0 1-1 0 0,0-1 1 0 0,0 1-1 0 0,0-1 0 0 0,0 1 1 0 0,0-1-1 0 0,0 1 1 0 0,-1 0-1 0 0,1-1 0 0 0,0 1 1 0 0,0-1-1 0 0,0 1 1 0 0,-1-1-1 0 0,1 1 0 0 0,0 0 1 0 0,-1-1-1 0 0,1 1 1 0 0,0 0-1 0 0,-1-1 1 0 0,1 1-1 0 0,-1 0 0 0 0,1-1 1 0 0,0 1-1 0 0,-1 0 1 0 0,1 0-1 0 0,-1-1 0 0 0,1 1 1 0 0,-1 0-1 0 0,1 0 1 0 0,-1 0-1 0 0,1 0 0 0 0,-1 0 1 0 0,1 0-1 0 0,-2 0 1 0 0,-15 13 2737 0 0,-9 29-173 0 0,22-30-2381 0 0,1 0-1 0 0,0 0 1 0 0,1 0 0 0 0,0 0-1 0 0,0 0 1 0 0,2 1 0 0 0,-1-1-1 0 0,2 0 1 0 0,-1 1 0 0 0,2-1 0 0 0,4 21-1 0 0,-4-27-144 0 0,-1 0 0 0 0,1-1 0 0 0,0 1-1 0 0,1-1 1 0 0,0 0 0 0 0,-1 1 0 0 0,2-1 0 0 0,-1-1-1 0 0,0 1 1 0 0,1 0 0 0 0,8 7 0 0 0,-9-10-40 0 0,1 1 0 0 0,-1-1 1 0 0,1 0-1 0 0,0 0 0 0 0,0 0 1 0 0,-1-1-1 0 0,1 1 0 0 0,1-1 1 0 0,-1 0-1 0 0,0 0 0 0 0,0 0 0 0 0,0-1 1 0 0,0 1-1 0 0,1-1 0 0 0,-1 0 1 0 0,0 0-1 0 0,0-1 0 0 0,5 0 0 0 0,-4 1-25 0 0,0-1-1 0 0,0 0 1 0 0,-1 0-1 0 0,1-1 1 0 0,0 1-1 0 0,-1-1 1 0 0,1 0-1 0 0,-1 0 1 0 0,0-1-1 0 0,1 1 1 0 0,-1-1-1 0 0,0 0 1 0 0,-1 0-1 0 0,1 0 1 0 0,0 0 0 0 0,-1-1-1 0 0,0 0 1 0 0,0 1-1 0 0,0-1 1 0 0,0 0-1 0 0,-1 0 1 0 0,1-1-1 0 0,-1 1 1 0 0,0-1-1 0 0,0 1 1 0 0,-1-1-1 0 0,0 1 1 0 0,1-1-1 0 0,-1 0 1 0 0,-1 0-1 0 0,1 0 1 0 0,-1 0-1 0 0,0 1 1 0 0,0-7-1 0 0,-1 1 13 0 0,0 0-1 0 0,0 0 0 0 0,-1-1 1 0 0,0 1-1 0 0,-1 1 1 0 0,0-1-1 0 0,-1 0 1 0 0,0 1-1 0 0,0 0 1 0 0,-1-1-1 0 0,0 2 0 0 0,-1-1 1 0 0,0 1-1 0 0,0 0 1 0 0,-11-11-1 0 0,7 10-35 0 0,0 1 0 0 0,-1 0 0 0 0,-20-12 0 0 0,28 18-99 0 0,0 1 0 0 0,0-1 0 0 0,1 1 0 0 0,-1 0 0 0 0,-1-1 0 0 0,1 1 0 0 0,0 1 0 0 0,0-1 0 0 0,0 0 0 0 0,0 1 0 0 0,-1 0 0 0 0,1-1 0 0 0,0 1 0 0 0,0 1 0 0 0,-1-1 0 0 0,1 0 0 0 0,0 1 0 0 0,0 0 0 0 0,0-1 0 0 0,-6 4 0 0 0,-2 9-3572 0 0</inkml:trace>
</inkml:ink>
</file>

<file path=ppt/ink/ink2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6.6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149 53 2761 0 0,'1'-2'364'0'0,"-1"1"-1"0"0,1-1 1 0 0,-1 0 0 0 0,0 0 0 0 0,0 0 0 0 0,0 0 0 0 0,0 0 0 0 0,0 0 0 0 0,0 0 0 0 0,0 0 0 0 0,-1 0 0 0 0,1 0-1 0 0,-1 0 1 0 0,1 0 0 0 0,-1 1 0 0 0,0-1 0 0 0,0 0 0 0 0,0 0 0 0 0,0 1 0 0 0,0-1 0 0 0,0 0 0 0 0,0 1 0 0 0,-1-1-1 0 0,-2-1 1 0 0,3 2-174 0 0,0 0-1 0 0,0 1 0 0 0,-1-1 1 0 0,1 0-1 0 0,0 1 1 0 0,-1 0-1 0 0,1-1 0 0 0,0 1 1 0 0,-1 0-1 0 0,1-1 1 0 0,-1 1-1 0 0,1 0 0 0 0,0 0 1 0 0,-1 0-1 0 0,1 1 0 0 0,-1-1 1 0 0,1 0-1 0 0,0 0 1 0 0,-1 1-1 0 0,1-1 0 0 0,0 1 1 0 0,-1-1-1 0 0,1 1 0 0 0,0-1 1 0 0,-1 1-1 0 0,1 0 1 0 0,0 0-1 0 0,0 0 0 0 0,0 0 1 0 0,0-1-1 0 0,0 1 0 0 0,0 1 1 0 0,0-1-1 0 0,-1 2 1 0 0,-9 9 35 0 0,1 2 1 0 0,1 0 0 0 0,0 0-1 0 0,0 0 1 0 0,2 1-1 0 0,0 0 1 0 0,-10 32 0 0 0,14-39-153 0 0,1-1 0 0 0,1 1 1 0 0,-1 0-1 0 0,1-1 0 0 0,0 1 1 0 0,1 0-1 0 0,0 0 0 0 0,0 0 1 0 0,1-1-1 0 0,0 1 0 0 0,0 0 0 0 0,1 0 1 0 0,0-1-1 0 0,0 1 0 0 0,0-1 1 0 0,1 0-1 0 0,1 1 0 0 0,7 12 1 0 0,-2-10-103 0 0,1 0 0 0 0,0-1 0 0 0,1 1 0 0 0,0-2 0 0 0,0 0 0 0 0,1 0 0 0 0,0-1 1 0 0,20 8-1 0 0,-18-8-6 0 0,0 0 1 0 0,-1 0-1 0 0,-1 1 1 0 0,1 1-1 0 0,-1 0 1 0 0,20 19-1 0 0,-31-26 39 0 0,0-1 0 0 0,0 0-1 0 0,0 0 1 0 0,0 1 0 0 0,0-1 0 0 0,-1 0-1 0 0,1 1 1 0 0,0-1 0 0 0,-1 1 0 0 0,1-1-1 0 0,-1 1 1 0 0,1-1 0 0 0,-1 1 0 0 0,0 0-1 0 0,1-1 1 0 0,-1 1 0 0 0,0 0-1 0 0,0-1 1 0 0,0 1 0 0 0,-1-1 0 0 0,1 1-1 0 0,0 0 1 0 0,-1 1 0 0 0,0 0 36 0 0,-1 0 0 0 0,1-1 0 0 0,-1 1 0 0 0,0 0 0 0 0,0-1 0 0 0,0 1 0 0 0,0-1 0 0 0,0 0 0 0 0,0 1 0 0 0,0-1 0 0 0,-4 2 0 0 0,-4 2 152 0 0,1 0 0 0 0,-1 0 0 0 0,0-1 0 0 0,-1-1 0 0 0,-18 7 0 0 0,17-8-241 0 0,0-1 1 0 0,0 0-1 0 0,0-1 1 0 0,0 0-1 0 0,0-1 0 0 0,-13-1 1 0 0,8-1-488 0 0</inkml:trace>
</inkml:ink>
</file>

<file path=ppt/ink/ink2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6.2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163 160 3225 0 0,'0'-1'107'0'0,"0"-1"0"0"0,0 1 1 0 0,0 0-1 0 0,0 0 0 0 0,-1-1 1 0 0,1 1-1 0 0,0 0 1 0 0,-1-1-1 0 0,1 1 0 0 0,-1 0 1 0 0,1 0-1 0 0,-1-1 0 0 0,0 1 1 0 0,1 0-1 0 0,-1 0 0 0 0,0 0 1 0 0,0 0-1 0 0,0 0 1 0 0,0 0-1 0 0,0 0 0 0 0,0 0 1 0 0,0 1-1 0 0,0-1 0 0 0,0 0 1 0 0,0 1-1 0 0,-1-1 0 0 0,1 0 1 0 0,0 1-1 0 0,0 0 1 0 0,-1-1-1 0 0,1 1 0 0 0,0 0 1 0 0,0-1-1 0 0,-1 1 0 0 0,1 0 1 0 0,0 0-1 0 0,-1 0 0 0 0,1 0 1 0 0,-3 1-1 0 0,0-1 97 0 0,1 0-1 0 0,-1 1 1 0 0,0 0-1 0 0,0 0 1 0 0,0 0-1 0 0,1 0 1 0 0,-1 0-1 0 0,0 1 1 0 0,1 0-1 0 0,-1-1 1 0 0,1 1-1 0 0,-5 4 1 0 0,0 2 19 0 0,1 1 0 0 0,1-1 0 0 0,-1 1 0 0 0,2 0 0 0 0,-1 1 1 0 0,1-1-1 0 0,1 1 0 0 0,-1 0 0 0 0,2 0 0 0 0,-1 0 0 0 0,-2 19 0 0 0,3-13-163 0 0,1 0 0 0 0,0 0 1 0 0,1 0-1 0 0,1-1 0 0 0,1 1 0 0 0,0 0 0 0 0,5 22 0 0 0,-5-32-52 0 0,0 0-1 0 0,1-1 1 0 0,0 1 0 0 0,0 0 0 0 0,1-1-1 0 0,-1 1 1 0 0,1-1 0 0 0,0 0 0 0 0,0 0 0 0 0,1 0-1 0 0,0 0 1 0 0,0-1 0 0 0,0 1 0 0 0,0-1-1 0 0,1 0 1 0 0,-1 0 0 0 0,1-1 0 0 0,0 1 0 0 0,0-1-1 0 0,1 0 1 0 0,-1-1 0 0 0,1 1 0 0 0,-1-1-1 0 0,1 0 1 0 0,10 2 0 0 0,-7-3 6 0 0,1 0 0 0 0,-1 0 0 0 0,0-1 0 0 0,1 0 0 0 0,-1-1 0 0 0,0 0 1 0 0,0-1-1 0 0,0 0 0 0 0,1 0 0 0 0,-2-1 0 0 0,1 0 0 0 0,0 0 0 0 0,-1-1 0 0 0,1 0 0 0 0,-1-1 0 0 0,8-5 0 0 0,-8 3 104 0 0,0 1-1 0 0,-1-1 0 0 0,0 0 0 0 0,0 0 1 0 0,0-1-1 0 0,-1 0 0 0 0,0 0 0 0 0,-1-1 1 0 0,0 1-1 0 0,0-1 0 0 0,-1 0 0 0 0,0-1 1 0 0,-1 1-1 0 0,0-1 0 0 0,0 0 0 0 0,-1 1 1 0 0,0-1-1 0 0,-1 0 0 0 0,0 0 0 0 0,0 0 1 0 0,-1 0-1 0 0,-1 0 0 0 0,0 0 0 0 0,-2-12 1 0 0,0 4 35 0 0,-1 0 1 0 0,-1 0-1 0 0,0 1 1 0 0,-1-1-1 0 0,-1 1 0 0 0,-1 1 1 0 0,-1-1-1 0 0,0 2 1 0 0,0-1-1 0 0,-2 1 1 0 0,0 1-1 0 0,-20-21 1 0 0,-4 9-330 0 0,33 24-14 0 0,0 1 0 0 0,0 0 0 0 0,0 0 0 0 0,0 0 0 0 0,-1 0 0 0 0,1 1 0 0 0,0-1 0 0 0,-1 0 0 0 0,1 1-1 0 0,-1 0 1 0 0,1 0 0 0 0,0 0 0 0 0,-1 0 0 0 0,1 0 0 0 0,-5 0 0 0 0</inkml:trace>
</inkml:ink>
</file>

<file path=ppt/ink/ink2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6.5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46 2761 0 0,'12'-12'-128'0'0,"10"-11"2195"0"0,-21 22-1646 0 0,0 0-1 0 0,0 0 0 0 0,0 1 0 0 0,0-1 1 0 0,0 0-1 0 0,1 0 0 0 0,-1 1 1 0 0,0-1-1 0 0,0 0 0 0 0,0 1 1 0 0,1-1-1 0 0,-1 1 0 0 0,0 0 1 0 0,1-1-1 0 0,1 1 0 0 0,-2 0-221 0 0,0 1 1 0 0,0 0-1 0 0,0-1 0 0 0,0 1 0 0 0,0 0 0 0 0,0-1 1 0 0,-1 1-1 0 0,1 0 0 0 0,0 0 0 0 0,-1 0 1 0 0,1 0-1 0 0,0 0 0 0 0,-1-1 0 0 0,1 1 1 0 0,-1 0-1 0 0,0 0 0 0 0,1 0 0 0 0,-1 1 0 0 0,0-1 1 0 0,1 0-1 0 0,-1 1 0 0 0,5 30 1107 0 0,-4-26-995 0 0,10 147 2117 0 0,-1-6-1660 0 0,-6-123-1368 0 0,0-1 1 0 0,1 0 0 0 0,2 0-1 0 0,12 30 1 0 0,-12-38-1438 0 0,-1-1-3748 0 0</inkml:trace>
</inkml:ink>
</file>

<file path=ppt/ink/ink2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6.7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0 183 9218 0 0,'0'-4'122'0'0,"0"0"-1"0"0,1 0 1 0 0,0-1-1 0 0,-1 1 1 0 0,1 0 0 0 0,1 0-1 0 0,-1 0 1 0 0,0 0 0 0 0,1 0-1 0 0,0 1 1 0 0,0-1-1 0 0,0 0 1 0 0,1 1 0 0 0,-1 0-1 0 0,1-1 1 0 0,-1 1-1 0 0,1 0 1 0 0,0 0 0 0 0,6-4-1 0 0,9-8 266 0 0,0 1 0 0 0,24-13-1 0 0,-38 24-369 0 0,9-5-97 0 0,0 1 0 0 0,1 0 0 0 0,22-9 0 0 0,-30 15-246 0 0,-1-1 1 0 0,0 1 0 0 0,0 0-1 0 0,0 0 1 0 0,0 0 0 0 0,1 1 0 0 0,-1 0-1 0 0,0 0 1 0 0,1 0 0 0 0,-1 1-1 0 0,0-1 1 0 0,0 1 0 0 0,10 3-1 0 0,0 3-1049 0 0</inkml:trace>
</inkml:ink>
</file>

<file path=ppt/ink/ink2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6.9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1 177 5065 0 0,'35'-24'4601'0'0,"3"-1"-4304"0"0,109-87-2029 0 0,-128 97 1719 0 0</inkml:trace>
</inkml:ink>
</file>

<file path=ppt/ink/ink2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7.1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62 16 6449 0 0,'-16'-9'138'0'0,"-8"2"4789"0"0,23 7-4769 0 0,0 0 1 0 0,0 0-1 0 0,0 1 1 0 0,0-1-1 0 0,0 0 1 0 0,1 0-1 0 0,-1 1 1 0 0,0-1 0 0 0,0 0-1 0 0,0 1 1 0 0,0-1-1 0 0,0 1 1 0 0,0 0-1 0 0,1-1 1 0 0,-1 1-1 0 0,0-1 1 0 0,0 1 0 0 0,1 0-1 0 0,-1 0 1 0 0,1-1-1 0 0,-1 1 1 0 0,0 0-1 0 0,1 0 1 0 0,0 0-1 0 0,-1 0 1 0 0,1 0 0 0 0,-1 0-1 0 0,1 0 1 0 0,0-1-1 0 0,0 1 1 0 0,0 0-1 0 0,-1 0 1 0 0,1 0 0 0 0,0 0-1 0 0,0 0 1 0 0,0 0-1 0 0,0 0 1 0 0,1 0-1 0 0,-1 1 1 0 0,2 27 193 0 0,1-1 1 0 0,2 0 0 0 0,1 0-1 0 0,1 0 1 0 0,17 42 0 0 0,-10-29-1062 0 0,12 56-1 0 0,-22-75-327 0 0</inkml:trace>
</inkml:ink>
</file>

<file path=ppt/ink/ink2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7.3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0 221 5065 0 0,'1'-8'292'0'0,"0"0"0"0"0,0 1 0 0 0,1-1 0 0 0,0 0 0 0 0,0 1 0 0 0,1 0-1 0 0,0-1 1 0 0,0 1 0 0 0,6-8 0 0 0,1 0 589 0 0,0 1-1 0 0,1 1 1 0 0,14-14-1 0 0,-15 16-384 0 0,1 1 0 0 0,0 1 0 0 0,16-11 0 0 0,-22 17-532 0 0,-1 0 0 0 0,1 1 1 0 0,0 0-1 0 0,-1 0 0 0 0,9-2 0 0 0,-10 3-229 0 0,-1 1-1 0 0,0-1 1 0 0,1 1 0 0 0,-1 0 0 0 0,0 0-1 0 0,1 0 1 0 0,-1 0 0 0 0,0 0-1 0 0,1 1 1 0 0,-1-1 0 0 0,0 1-1 0 0,0 0 1 0 0,3 0 0 0 0</inkml:trace>
</inkml:ink>
</file>

<file path=ppt/ink/ink2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7.4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64 2304 0 0,'-9'20'470'0'0,"9"-20"-377"0"0,0 0 0 0 0,0 1 0 0 0,0-1 0 0 0,0 0-1 0 0,0 1 1 0 0,0-1 0 0 0,0 0 0 0 0,0 0 0 0 0,0 1 0 0 0,0-1 0 0 0,0 0 0 0 0,0 1 0 0 0,0-1 0 0 0,1 0 0 0 0,-1 0 0 0 0,0 0 0 0 0,0 1 0 0 0,1-1 93 0 0,-1 0-93 0 0,0 1 0 0 0,0-1 0 0 0,0 0 0 0 0,1 0 0 0 0,-1 0 0 0 0,0 0 0 0 0,0 0 0 0 0,1 1-1 0 0,-1-1 1 0 0,0 0 0 0 0,1 0 0 0 0,-1 0 0 0 0,0 0 0 0 0,0 0 0 0 0,1 0 0 0 0,-1 0 0 0 0,4 0 528 0 0,0 0-1 0 0,0-1 1 0 0,0 0 0 0 0,0 0-1 0 0,0 0 1 0 0,0 0-1 0 0,-1 0 1 0 0,5-3 0 0 0,88-47 1686 0 0,-64 32-3936 0 0,-13 8-2926 0 0</inkml:trace>
</inkml:ink>
</file>

<file path=ppt/ink/ink2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8.1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2186 59 7834 0 0,'1'-4'147'0'0,"18"-32"1796"0"0,-1 17 3294 0 0,-17 19-5163 0 0,-1 0 1 0 0,1 0 0 0 0,-1 0 0 0 0,1 0 0 0 0,-1 0 0 0 0,0 0 0 0 0,1 1 0 0 0,-1-1-1 0 0,1 0 1 0 0,-1 0 0 0 0,1 0 0 0 0,-1 0 0 0 0,0 0 0 0 0,1 1 0 0 0,-1-1-1 0 0,0 0 1 0 0,1 0 0 0 0,-1 1 0 0 0,1-1 0 0 0,-1 0 0 0 0,0 0 0 0 0,0 1 0 0 0,1-1-1 0 0,-1 0 1 0 0,0 1 0 0 0,0-1 0 0 0,1 1 0 0 0,-1-1 0 0 0,0 0 0 0 0,0 1 0 0 0,0-1-1 0 0,1 1 1 0 0,-1-1 0 0 0,0 1 0 0 0,0-1 0 0 0,0 0 0 0 0,0 1 0 0 0,0-1-1 0 0,0 1 1 0 0,5 21 725 0 0,12 237 1458 0 0,-7-55-2154 0 0,11-67-86 0 0,76 263-1 0 0,-82-343-50 0 0,6 16-634 0 0,-3 0 0 0 0,13 127-1 0 0,-30-195 659 0 0,0-1-1 0 0,-1 1 0 0 0,0 0 0 0 0,0-1 0 0 0,0 1 0 0 0,-1 0 0 0 0,0-1 0 0 0,0 1 0 0 0,0 0 0 0 0,0-1 0 0 0,0 0 0 0 0,-1 1 0 0 0,0-1 0 0 0,0 0 1 0 0,0 0-1 0 0,-1 0 0 0 0,1 0 0 0 0,-1 0 0 0 0,0 0 0 0 0,0-1 0 0 0,0 1 0 0 0,-1-1 0 0 0,1 0 0 0 0,-1 0 0 0 0,0 0 0 0 0,0-1 0 0 0,0 1 0 0 0,0-1 1 0 0,0 0-1 0 0,0 0 0 0 0,0 0 0 0 0,-1-1 0 0 0,1 1 0 0 0,-1-1 0 0 0,-5 0 0 0 0,-44 10 112 0 0,-1-4 0 0 0,-1-2 0 0 0,-95-3 0 0 0,-35 3-66 0 0,-341 44-124 0 0,486-45 54 0 0,-353 21 532 0 0,-181-69-576 0 0,520 40-1194 0 0,-75 3 0 0 0,27 2-629 0 0,77-3 1252 0 0,1 0-28 0 0</inkml:trace>
</inkml:ink>
</file>

<file path=ppt/ink/ink2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8.4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54 2761 0 0,'-12'-28'813'0'0,"11"27"-668"0"0,1 0 0 0 0,0 0 1 0 0,0 0-1 0 0,0 1 0 0 0,-1-1 1 0 0,1 0-1 0 0,0 0 1 0 0,0 0-1 0 0,0 0 0 0 0,1 0 1 0 0,-1 1-1 0 0,0-1 1 0 0,0 0-1 0 0,0 0 0 0 0,1 0 1 0 0,-1 0-1 0 0,0 1 0 0 0,1-1 1 0 0,-1 0-1 0 0,0 0 1 0 0,1 1-1 0 0,-1-1 0 0 0,1 0 1 0 0,0 1-1 0 0,-1-1 0 0 0,1 0 1 0 0,-1 1-1 0 0,1-1 1 0 0,0 1-1 0 0,-1-1 0 0 0,1 1 1 0 0,1-1-1 0 0,0 1-17 0 0,-1 0 0 0 0,0 0 0 0 0,0 0 0 0 0,0 0 0 0 0,0 0 0 0 0,0 1 0 0 0,0-1 0 0 0,-1 0 0 0 0,1 1 0 0 0,0-1 0 0 0,0 1 0 0 0,0-1 0 0 0,0 1 0 0 0,0-1 0 0 0,0 1 0 0 0,-1 0 0 0 0,1-1 0 0 0,0 1 1 0 0,0 0-1 0 0,-1 0 0 0 0,1-1 0 0 0,-1 1 0 0 0,1 0 0 0 0,-1 0 0 0 0,1 0 0 0 0,-1 0 0 0 0,1 0 0 0 0,-1 0 0 0 0,0 0 0 0 0,1 1 0 0 0,12 35 1280 0 0,-12-35-1210 0 0,12 57 618 0 0,-3 0 1 0 0,-2 1 0 0 0,0 97 0 0 0,-1-20-534 0 0,0-62-366 0 0,3 0 0 0 0,3-1 0 0 0,27 88 0 0 0,-23-113-3303 0 0,28 59 1 0 0,-36-91-1111 0 0</inkml:trace>
</inkml:ink>
</file>

<file path=ppt/ink/ink2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8.7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20 654 3193 0 0,'-2'-4'7'0'0,"-1"-1"0"0"0,1 1 1 0 0,0 0-1 0 0,0 0 0 0 0,0-1 1 0 0,1 1-1 0 0,-1-1 0 0 0,1 0 1 0 0,0 1-1 0 0,0-1 0 0 0,1 0 1 0 0,0 0-1 0 0,0 0 0 0 0,0 1 1 0 0,0-1-1 0 0,1 0 0 0 0,-1 0 1 0 0,1 1-1 0 0,0-1 0 0 0,1 0 1 0 0,-1 1-1 0 0,1-1 0 0 0,0 1 1 0 0,0 0-1 0 0,0-1 0 0 0,1 1 1 0 0,0 0-1 0 0,-1 1 0 0 0,1-1 1 0 0,1 0-1 0 0,-1 1 0 0 0,0-1 1 0 0,1 1-1 0 0,0 0 0 0 0,0 0 1 0 0,0 1-1 0 0,8-5 0 0 0,22-5 820 0 0,0 0-1 0 0,1 3 0 0 0,46-7 0 0 0,18-5 784 0 0,732-149 4731 0 0,-79 21-1835 0 0,-607 105-3458 0 0,-92 26-456 0 0,99-19 1 0 0,-145 36-576 0 0,-1 0-1 0 0,0 0 1 0 0,1 1 0 0 0,-1 0-1 0 0,11 1 1 0 0,2 7-6098 0 0</inkml:trace>
</inkml:ink>
</file>

<file path=ppt/ink/ink2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4.3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39 208 1376 0 0,'-8'-19'1431'0'0,"0"-1"0"0"0,1 0-1 0 0,1 0 1 0 0,-3-23 0 0 0,8 25 5045 0 0,6 26-4497 0 0,9 11-1339 0 0,3 9-132 0 0,88 132 610 0 0,-83-130-1096 0 0,2-1 1 0 0,1-1-1 0 0,29 26 0 0 0,-49-50 16 0 0,0 0 0 0 0,0-1-1 0 0,0 1 1 0 0,0-1 0 0 0,0 0 0 0 0,1-1-1 0 0,0 1 1 0 0,-1-1 0 0 0,1 0 0 0 0,9 2-1 0 0,-13-4 17 0 0,0 0-1 0 0,0 0 1 0 0,-1 0 0 0 0,1 0-1 0 0,0 0 1 0 0,0 0 0 0 0,0 0-1 0 0,0 0 1 0 0,-1-1-1 0 0,1 1 1 0 0,0-1 0 0 0,0 1-1 0 0,-1-1 1 0 0,1 0-1 0 0,0 0 1 0 0,-1 0 0 0 0,1 0-1 0 0,-1 0 1 0 0,1 0-1 0 0,-1 0 1 0 0,0 0 0 0 0,1 0-1 0 0,-1-1 1 0 0,0 1-1 0 0,0-1 1 0 0,0 1 0 0 0,0-1-1 0 0,0 1 1 0 0,0-1-1 0 0,0 0 1 0 0,0 1 0 0 0,-1-1-1 0 0,1 0 1 0 0,-1 1 0 0 0,1-1-1 0 0,-1 0 1 0 0,0 0-1 0 0,1-2 1 0 0,5-52 311 0 0,-2 0-1 0 0,-5-71 1 0 0,1-13-359 0 0,0 126 11 0 0,1-6-772 0 0,0 20 659 0 0,-1 0-1 0 0,0-1 1 0 0,1 1-1 0 0,-1 0 0 0 0,1-1 1 0 0,-1 1-1 0 0,1 0 1 0 0,-1 0-1 0 0,1 0 1 0 0,-1-1-1 0 0,0 1 0 0 0,1 0 1 0 0,-1 0-1 0 0,1 0 1 0 0,-1 0-1 0 0,1 0 1 0 0,-1 0-1 0 0,1 0 0 0 0,-1 0 1 0 0,1 0-1 0 0,-1 0 1 0 0,1 0-1 0 0,-1 0 1 0 0,1 0-1 0 0,-1 1 0 0 0,1-1 1 0 0,-1 0-1 0 0,1 0 1 0 0,-1 0-1 0 0,1 1 1 0 0,-1-1-1 0 0,0 0 0 0 0,1 1 1 0 0,-1-1-1 0 0,0 0 1 0 0,1 1-1 0 0,0 0 1 0 0,7 3-1447 0 0</inkml:trace>
</inkml:ink>
</file>

<file path=ppt/ink/ink2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4.5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1 920 0 0,'1'0'590'0'0,"0"0"-250"0"0,0 0 1 0 0,0 0 0 0 0,0 0 0 0 0,0 1 0 0 0,0-1-1 0 0,7 5 3068 0 0,-7-3-3067 0 0,16 25 1048 0 0,-15-25-1248 0 0,11 25 954 0 0,0 1 0 0 0,9 29 0 0 0,-18-43-1199 0 0,0-1 1 0 0,-1 1-1 0 0,-1 0 0 0 0,0-1 0 0 0,0 1 1 0 0,-2 24-1 0 0</inkml:trace>
</inkml:ink>
</file>

<file path=ppt/ink/ink2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4.8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0 115 2385 0 0,'3'-5'150'0'0,"-1"0"1"0"0,1 0 0 0 0,0 0 0 0 0,0 1 0 0 0,1 0 0 0 0,-1-1 0 0 0,1 1 0 0 0,0 1 0 0 0,0-1 0 0 0,0 0 0 0 0,1 1 0 0 0,-1 0 0 0 0,1 0 0 0 0,7-3 0 0 0,8-4 692 0 0,0 1 0 0 0,26-8 1 0 0,-35 13-657 0 0,0 1 0 0 0,0 1 1 0 0,0-1-1 0 0,0 2 0 0 0,1 0 1 0 0,-1 0-1 0 0,1 1 0 0 0,11 1 1 0 0,-20-1-151 0 0,0 1 0 0 0,0-1 0 0 0,0 1 0 0 0,0-1 0 0 0,0 1 1 0 0,-1 0-1 0 0,1 0 0 0 0,0 0 0 0 0,-1 1 0 0 0,1-1 1 0 0,0 1-1 0 0,-1-1 0 0 0,0 1 0 0 0,1 0 0 0 0,-1 0 1 0 0,0 0-1 0 0,0 0 0 0 0,0 0 0 0 0,0 0 0 0 0,-1 1 1 0 0,1-1-1 0 0,0 1 0 0 0,-1-1 0 0 0,0 1 0 0 0,0 0 1 0 0,0-1-1 0 0,0 1 0 0 0,0 0 0 0 0,0 0 0 0 0,-1 0 1 0 0,1 0-1 0 0,-1-1 0 0 0,0 1 0 0 0,0 0 0 0 0,0 6 1 0 0,-1 5 306 0 0,-1 1 0 0 0,-1-1 0 0 0,0 0 0 0 0,-1 0 0 0 0,0 0 0 0 0,-1 0 0 0 0,-1-1 0 0 0,-7 14 0 0 0,-26 37-239 0 0,-4-6-3691 0 0,35-47-632 0 0</inkml:trace>
</inkml:ink>
</file>

<file path=ppt/ink/ink2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5.1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26 2304 0 0,'1'-2'178'0'0,"0"0"-1"0"0,0 0 0 0 0,0 1 0 0 0,0-1 1 0 0,1 1-1 0 0,-1-1 0 0 0,1 1 0 0 0,-1-1 1 0 0,1 1-1 0 0,0 0 0 0 0,-1 0 0 0 0,1 0 1 0 0,0 0-1 0 0,0 0 0 0 0,0 0 0 0 0,0 0 1 0 0,-1 1-1 0 0,1-1 0 0 0,0 1 0 0 0,0-1 1 0 0,0 1-1 0 0,1 0 0 0 0,2 0 0 0 0,-2 1 118 0 0,-1 0 0 0 0,1 0 0 0 0,0 0 0 0 0,-1 0 0 0 0,1 0-1 0 0,-1 1 1 0 0,1-1 0 0 0,-1 1 0 0 0,0 0 0 0 0,0 0 0 0 0,0 0-1 0 0,0 0 1 0 0,0 0 0 0 0,3 4 0 0 0,5 9 370 0 0,0 1 0 0 0,-2 0 0 0 0,0 0-1 0 0,6 18 1 0 0,-13-33-704 0 0,25 76 311 0 0,6 11-3921 0 0,-27-95 1415 0 0,-7-18 2304 0 0,-2 13-137 0 0</inkml:trace>
</inkml:ink>
</file>

<file path=ppt/ink/ink2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5.3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1 132 920 0 0,'1'-5'267'0'0,"1"-1"0"0"0,-1 0 0 0 0,1 1 0 0 0,0 0 1 0 0,1 0-1 0 0,-1-1 0 0 0,1 1 0 0 0,0 1 0 0 0,1-1 0 0 0,-1 0 0 0 0,1 1 0 0 0,0 0 0 0 0,0 0 0 0 0,0 0 0 0 0,0 0 0 0 0,9-5 0 0 0,-4 3 96 0 0,0 0-1 0 0,0 1 1 0 0,0 0 0 0 0,1 0-1 0 0,-1 1 1 0 0,1 0-1 0 0,0 1 1 0 0,16-3-1 0 0,-24 5-323 0 0,1 1-1 0 0,0 0 1 0 0,0-1-1 0 0,-1 1 1 0 0,1 1-1 0 0,0-1 0 0 0,0 0 1 0 0,0 1-1 0 0,-1-1 1 0 0,1 1-1 0 0,0 0 1 0 0,-1 0-1 0 0,1 0 1 0 0,0 0-1 0 0,-1 0 1 0 0,1 1-1 0 0,-1-1 1 0 0,4 4-1 0 0,-2-2 82 0 0,-1 1 0 0 0,-1-1-1 0 0,1 1 1 0 0,0-1 0 0 0,-1 1 0 0 0,0 0-1 0 0,0 0 1 0 0,0 0 0 0 0,0 0 0 0 0,2 9 0 0 0,-2-2 130 0 0,0 1 1 0 0,0-1-1 0 0,-1 0 1 0 0,-1 1-1 0 0,0-1 1 0 0,0 1 0 0 0,-1-1-1 0 0,-4 18 1 0 0,1-14 62 0 0,-2 0 0 0 0,1 1 1 0 0,-2-2-1 0 0,0 1 0 0 0,-1-1 0 0 0,-1 0 1 0 0,0-1-1 0 0,0 0 0 0 0,-23 23 0 0 0,20-24-1717 0 0,-1-1-1 0 0,-24 18 0 0 0</inkml:trace>
</inkml:ink>
</file>

<file path=ppt/ink/ink2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04.66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249 1 3681 0 0,'-5'8'358'0'0,"1"1"-1"0"0,0 0 1 0 0,0 1 0 0 0,1-1 0 0 0,1 1-1 0 0,-3 11 1 0 0,0 2 221 0 0,-21 88 1585 0 0,6 1 0 0 0,4 0 0 0 0,-1 144-1 0 0,-50 538-1173 0 0,18-316-1022 0 0,27 3 248 0 0,51 392 62 0 0,-1-2-49 0 0,-28-831-228 0 0,32 1125 735 0 0,28-531 432 0 0,23 313 159 0 0,-71-739-1130 0 0,54 681 911 0 0,-57-802-1074 0 0,69 828 308 0 0,-76-884-337 0 0,-2-1 1 0 0,-2 1 0 0 0,-7 46 0 0 0,6-63-496 0 0,0-1 1 0 0,-1 1-1 0 0,-12 23 1 0 0,11-26-466 0 0,-1-1 0 0 0,-1 0 0 0 0,0 0 0 0 0,0 0 0 0 0,-10 9 0 0 0,-1-2-4503 0 0</inkml:trace>
</inkml:ink>
</file>

<file path=ppt/ink/ink2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05.3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0 131 2761 0 0,'415'-48'3290'0'0,"300"2"-979"0"0,603 9-2559 0 0,-988 52 248 0 0,-144-4 0 0 0,-141-8-543 0 0,-2 0-2171 0 0</inkml:trace>
</inkml:ink>
</file>

<file path=ppt/ink/ink2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06.4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3813 1 1840 0 0,'-10'3'501'0'0,"0"1"-1"0"0,1 0 0 0 0,-1 1 0 0 0,1 0 0 0 0,0 0 1 0 0,1 1-1 0 0,-1 0 0 0 0,1 1 0 0 0,1 0 0 0 0,-1 0 1 0 0,1 0-1 0 0,0 1 0 0 0,1 0 0 0 0,0 1 0 0 0,-8 13 1 0 0,3-2 33 0 0,2-1 1 0 0,0 2-1 0 0,1-1 1 0 0,1 1-1 0 0,1 1 1 0 0,-4 27 0 0 0,-3 41 804 0 0,0 159 0 0 0,24 93-89 0 0,-7-253-898 0 0,2 49-256 0 0,4 504 522 0 0,-23-233-618 0 0,35-3 0 0 0,8-121-123 0 0,-8 361 1 0 0,-21 261 164 0 0,28 115 33 0 0,-23-291 1088 0 0,-6-534-990 0 0,34 567 172 0 0,-11-401-346 0 0,-16-261 93 0 0,3-1-1 0 0,5-1 0 0 0,5-1 0 0 0,47 144 0 0 0,-57-213-178 0 0,-1 1 0 0 0,-1 1 0 0 0,4 36 0 0 0,-11-53 53 0 0,0 0-1 0 0,0 0 0 0 0,-1 0 0 0 0,-1 0 0 0 0,-1 0 0 0 0,0 0 1 0 0,-1-1-1 0 0,0 1 0 0 0,-6 15 0 0 0,7-28 40 0 0,1 1 0 0 0,0-1 0 0 0,-1 0-1 0 0,0 0 1 0 0,1 0 0 0 0,-1 0 0 0 0,0 0 0 0 0,0 0-1 0 0,0 0 1 0 0,0-1 0 0 0,-1 1 0 0 0,1-1 0 0 0,0 1-1 0 0,-1-1 1 0 0,1 0 0 0 0,-6 2 0 0 0,-48 11 124 0 0,28-9-100 0 0,19-2-29 0 0,-153 39-196 0 0,-173 22 0 0 0,-50 0-737 0 0,-7 0 1186 0 0,-457 83 803 0 0,739-127-1089 0 0,0-5 0 0 0,0-5-1 0 0,-138-6 1 0 0,178-9 129 0 0,0-4 1 0 0,-94-24-1 0 0,-7-1 396 0 0,105 26-211 0 0,-129 4 0 0 0,64 5-144 0 0,75-1-63 0 0,39 1 32 0 0,0 0 1 0 0,0-1 0 0 0,0-1-1 0 0,0-1 1 0 0,0 0 0 0 0,-27-8-1 0 0,31 1-1481 0 0</inkml:trace>
</inkml:ink>
</file>

<file path=ppt/ink/ink2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42.45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301 353 920 0 0,'3'-17'810'0'0,"0"0"1"0"0,-1-1-1 0 0,0 1 0 0 0,-2 0 0 0 0,0-1 0 0 0,-1 1 0 0 0,0 0 1 0 0,-7-27-1 0 0,6 35-228 0 0,-1 0 0 0 0,0 0 1 0 0,0 0-1 0 0,-1 0 0 0 0,-1 1 0 0 0,1 0 1 0 0,-10-13-1 0 0,10 16-354 0 0,0 1 1 0 0,0-1-1 0 0,0 1 0 0 0,-1 1 1 0 0,1-1-1 0 0,-1 1 0 0 0,0-1 0 0 0,0 1 1 0 0,0 1-1 0 0,0-1 0 0 0,-1 1 1 0 0,1 0-1 0 0,-8-2 0 0 0,10 3-62 0 0,-1 0 0 0 0,0 1 0 0 0,1-1 0 0 0,-1 1 0 0 0,0 0 0 0 0,0 0 0 0 0,1 0-1 0 0,-1 1 1 0 0,0-1 0 0 0,1 1 0 0 0,-1 0 0 0 0,0 0 0 0 0,1 0 0 0 0,-1 0 0 0 0,1 1 0 0 0,-5 2 0 0 0,3-1 17 0 0,-1 1 1 0 0,1 0 0 0 0,1 0-1 0 0,-1 1 1 0 0,0-1-1 0 0,1 1 1 0 0,0 0 0 0 0,-6 11-1 0 0,1 0-6 0 0,1 0-1 0 0,1 0 0 0 0,0 1 0 0 0,1 0 0 0 0,-6 33 1 0 0,2 6-15 0 0,-4 78 1 0 0,13-105-156 0 0,1-1 0 0 0,1 0 0 0 0,2 0 0 0 0,10 49 0 0 0,-10-68-8 0 0,0 0 1 0 0,0-1-1 0 0,0 1 1 0 0,1-1-1 0 0,0 0 1 0 0,1 0-1 0 0,0 0 1 0 0,0-1-1 0 0,1 0 1 0 0,0 0 0 0 0,9 9-1 0 0,-5-7 3 0 0,1-1 0 0 0,0-1-1 0 0,0 0 1 0 0,0 0 0 0 0,1-1 0 0 0,0 0-1 0 0,15 4 1 0 0,4-1-19 0 0,1-1-1 0 0,1-2 1 0 0,-1-1-1 0 0,1-1 1 0 0,50-2 0 0 0,-71-1-2 0 0,0-2 1 0 0,-1 0-1 0 0,1 0 0 0 0,-1-1 1 0 0,1 0-1 0 0,-1-1 1 0 0,0-1-1 0 0,0 0 1 0 0,11-5-1 0 0,-16 6 29 0 0,0-1-1 0 0,-1 1 0 0 0,0-1 1 0 0,0 0-1 0 0,0-1 1 0 0,0 1-1 0 0,0-1 1 0 0,-1 0-1 0 0,0 0 0 0 0,0 0 1 0 0,-1 0-1 0 0,1-1 1 0 0,-1 0-1 0 0,0 0 0 0 0,-1 0 1 0 0,1 0-1 0 0,2-10 1 0 0,-1-5 76 0 0,0-1 0 0 0,-1 0 0 0 0,-2 0 0 0 0,0 1 0 0 0,-1-1-1 0 0,-1 0 1 0 0,-5-25 0 0 0,-38-152 479 0 0,27 134-402 0 0,12 46-128 0 0,-1 1-1 0 0,0-1 1 0 0,-2 1 0 0 0,0 0 0 0 0,-1 1 0 0 0,0 0 0 0 0,-16-20 0 0 0,21 32-41 0 0,-1-1 0 0 0,0 1 0 0 0,0 0 1 0 0,0 0-1 0 0,-1 1 0 0 0,0 0 0 0 0,0-1 1 0 0,0 2-1 0 0,0-1 0 0 0,-7-2 0 0 0,8 4-17 0 0,0 1 0 0 0,0 0 0 0 0,0 0 0 0 0,0 0 0 0 0,0 0 0 0 0,0 1 1 0 0,0 0-1 0 0,0 0 0 0 0,0 0 0 0 0,0 1 0 0 0,0-1 0 0 0,0 1 0 0 0,0 1 0 0 0,0-1 0 0 0,-8 4 0 0 0,-2 3-1622 0 0</inkml:trace>
</inkml:ink>
</file>

<file path=ppt/ink/ink2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42.9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1 258 5529 0 0,'7'4'690'0'0,"0"1"0"0"0,0-1 1 0 0,0 2-1 0 0,-1-1 0 0 0,0 1 0 0 0,0 0 0 0 0,0 0 0 0 0,-1 0 0 0 0,7 11 1 0 0,6 11 413 0 0,15 34 0 0 0,1 0-261 0 0,64 70 455 0 0,-38-55-742 0 0,-56-73-374 0 0,1 1 1 0 0,-1-1-1 0 0,1 0 0 0 0,0 0 1 0 0,0 0-1 0 0,11 5 1 0 0,-14-7-37 0 0,0-1 0 0 0,1 0 0 0 0,-1 0 0 0 0,0-1 0 0 0,1 1 0 0 0,-1 0 0 0 0,1-1 0 0 0,-1 1 0 0 0,4-1 1 0 0,-5 0-73 0 0,0 0 0 0 0,0 0 1 0 0,0 0-1 0 0,0-1 1 0 0,-1 1-1 0 0,1 0 0 0 0,0 0 1 0 0,0-1-1 0 0,0 1 1 0 0,0 0-1 0 0,0-1 1 0 0,-1 1-1 0 0,1-1 0 0 0,0 1 1 0 0,0-1-1 0 0,-1 0 1 0 0,1 1-1 0 0,0-1 1 0 0,-1 0-1 0 0,1 1 0 0 0,0-1 1 0 0,-1 0-1 0 0,1 0 1 0 0,0-1-1 0 0,2-6 163 0 0,0 0 0 0 0,-1-1-1 0 0,0 0 1 0 0,2-15 0 0 0,1-6 1 0 0,16-85 238 0 0,8-131 0 0 0,-17 121-213 0 0,-9 102-246 0 0,3-37 40 0 0,-6 56-55 0 0,0 1 1 0 0,0-1-1 0 0,0 1 0 0 0,0 0 1 0 0,-1-1-1 0 0,1 1 0 0 0,-1 0 0 0 0,0 0 1 0 0,0-1-1 0 0,0 1 0 0 0,-1 0 1 0 0,1 0-1 0 0,-4-5 0 0 0,5 8-14 0 0,-1-1 0 0 0,1 1 0 0 0,-1 0 0 0 0,1-1 0 0 0,-1 1 0 0 0,1 0 0 0 0,-1-1 0 0 0,1 1 0 0 0,-1 0 0 0 0,1 0 0 0 0,-1-1 0 0 0,0 1 0 0 0,1 0 0 0 0,-1 0 0 0 0,1 0 0 0 0,-1 0 0 0 0,0 0 0 0 0,1 0 0 0 0,-1 0 0 0 0,1 0 0 0 0,-1 0 0 0 0,0 0 0 0 0,0 0 0 0 0,-4 2-308 0 0</inkml:trace>
</inkml:ink>
</file>

<file path=ppt/ink/ink2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6:22.35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 1 6913 0 0,'-2'53'1471'0'0,"2"0"0"0"0,3-1-1 0 0,9 54 1 0 0,-1-15-1835 0 0,3 103 811 0 0,-17 314 1 0 0,-45 634 1899 0 0,49 655 1954 0 0,44-537-4008 0 0,-27 98 250 0 0,8 336-253 0 0,6-710-128 0 0,24 473 132 0 0,-32-1139-147 0 0,11 299 371 0 0,17-14 505 0 0,-48-563-964 0 0,-3-1 0 0 0,-1 1 0 0 0,-2 0 0 0 0,-1-1 1 0 0,-13 56-1 0 0,12-76 43 0 0,-4 35 265 0 0,8-51-356 0 0,0 1 0 0 0,0-1 1 0 0,0 0-1 0 0,1 0 0 0 0,-1 0 1 0 0,1 0-1 0 0,-1 0 0 0 0,1 0 1 0 0,0 0-1 0 0,0 0 0 0 0,1 0 1 0 0,-1-1-1 0 0,0 1 0 0 0,4 4 1 0 0,3 2-102 0 0</inkml:trace>
</inkml:ink>
</file>

<file path=ppt/ink/ink2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07.04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1376 143 5529 0 0,'-1'-1'106'0'0,"0"0"0"0"0,0 0 0 0 0,1 0 0 0 0,-1 0 0 0 0,0 0 0 0 0,0 0 0 0 0,0 0 0 0 0,0 0 1 0 0,0 0-1 0 0,0 0 0 0 0,0 0 0 0 0,-1 1 0 0 0,1-1 0 0 0,0 0 0 0 0,0 1 0 0 0,-1-1 0 0 0,1 1 0 0 0,0 0 0 0 0,-1-1 0 0 0,1 1 0 0 0,0 0 0 0 0,-1 0 0 0 0,0 0 0 0 0,-2 0 24 0 0,1 0-1 0 0,0 1 0 0 0,0-1 1 0 0,-1 1-1 0 0,1 0 1 0 0,0 0-1 0 0,0 1 0 0 0,0-1 1 0 0,-4 3-1 0 0,-5 3 19 0 0,1 1-1 0 0,1 0 1 0 0,-19 18-1 0 0,-29 40-724 0 0,3 2 0 0 0,-83 136-1 0 0,122-178 474 0 0,-47 79-95 0 0,5 3 1 0 0,-74 193-1 0 0,-46 244 1931 0 0,145-430-1269 0 0,66-195 2497 0 0,53-190-1932 0 0,-21 57-1105 0 0,-15 62-99 0 0,108-288-621 0 0,-68 258 408 0 0,-52 110 274 0 0,30-77 0 0 0,-68 146 110 0 0,1 1 0 0 0,-1 0 1 0 0,1 0-1 0 0,-1 0 0 0 0,1 0 0 0 0,-1-1 0 0 0,1 1 0 0 0,-1 0 1 0 0,0 0-1 0 0,0-1 0 0 0,0 1 0 0 0,0 0 0 0 0,0 0 1 0 0,0-1-1 0 0,0 1 0 0 0,0 0 0 0 0,0-1 0 0 0,-1 1 1 0 0,1-1-1 0 0,-1 1 8 0 0,0 1 0 0 0,1 0-1 0 0,-1 0 1 0 0,0 0 0 0 0,1-1 0 0 0,-1 1 0 0 0,1 0 0 0 0,-1 0-1 0 0,0 0 1 0 0,1 0 0 0 0,-1 0 0 0 0,0 0 0 0 0,1 1 0 0 0,-1-1 0 0 0,0 0-1 0 0,1 0 1 0 0,-1 0 0 0 0,0 0 0 0 0,1 1 0 0 0,-1-1 0 0 0,1 0-1 0 0,-1 1 1 0 0,1-1 0 0 0,-2 1 0 0 0,-5 4 64 0 0,0 0 0 0 0,0 1 0 0 0,1-1 0 0 0,-8 9 1 0 0,-1 5 46 0 0,0 1 0 0 0,2 1 0 0 0,0 0 0 0 0,-17 41 0 0 0,-29 97-365 0 0,50-134 174 0 0,-31 97 228 0 0,5 1 0 0 0,6 2-1 0 0,-16 150 1 0 0,42-241 189 0 0,1 0-1 0 0,5 56 1 0 0,-2-78-252 0 0,0-1 0 0 0,1 1 0 0 0,1-1 0 0 0,0 0 1 0 0,0 1-1 0 0,1-2 0 0 0,1 1 0 0 0,0 0 0 0 0,0-1 0 0 0,1 0 0 0 0,9 14 1 0 0,-12-21-64 0 0,0-1 0 0 0,-1 1 0 0 0,1 0 1 0 0,0-1-1 0 0,0 1 0 0 0,0-1 0 0 0,1 0 1 0 0,-1 0-1 0 0,1 0 0 0 0,-1-1 0 0 0,1 1 1 0 0,-1-1-1 0 0,1 0 0 0 0,0 0 0 0 0,0 0 1 0 0,3 0-1 0 0,0 0 28 0 0,-1-1 0 0 0,1 0 0 0 0,-1-1 0 0 0,0 0 1 0 0,1 0-1 0 0,-1 0 0 0 0,0-1 0 0 0,12-4 0 0 0,4-5 59 0 0,-1 0-1 0 0,0-1 1 0 0,0-1 0 0 0,18-17-1 0 0,6-6-42 0 0,-2-2 1 0 0,-2-2-1 0 0,41-51 0 0 0,99-146-182 0 0,-75 95-51 0 0,12-26-243 0 0,109-204-1 0 0,-186 304 67 0 0,3 1 0 0 0,56-64-1 0 0,-92 121 278 0 0,-9 8-78 0 0,-6 5 93 0 0,-7 5 43 0 0,-7 9 261 0 0,1 1 0 0 0,0 2 0 0 0,2 0 0 0 0,-23 30 0 0 0,-56 98 155 0 0,81-123-345 0 0,-37 61 72 0 0,-145 220-98 0 0,-221 337 27 0 0,189-277 578 0 0,217-347-544 0 0,-67 112 667 0 0,71-113-641 0 0,0 1 0 0 0,1 0 0 0 0,1 1 0 0 0,0 0 0 0 0,-4 25 0 0 0,11-44-120 0 0,0 0 0 0 0,-1-1 0 0 0,1 1 0 0 0,0 0 0 0 0,0 0 0 0 0,-1 0 0 0 0,1 0 0 0 0,0 0 0 0 0,0 0 0 0 0,0 0 0 0 0,0-1 0 0 0,0 1 0 0 0,1 0 0 0 0,-1 0 0 0 0,0 0 0 0 0,0 0 0 0 0,0 0 0 0 0,1 0 0 0 0,-1-1 0 0 0,0 1 0 0 0,1 0 0 0 0,-1 0 0 0 0,1 0 0 0 0,-1-1 0 0 0,1 1 0 0 0,-1 0 0 0 0,1-1 0 0 0,1 2 0 0 0,-1-2-8 0 0,0 0 1 0 0,1 0-1 0 0,-1 0 1 0 0,0 0-1 0 0,1 0 0 0 0,-1 0 1 0 0,0 0-1 0 0,1-1 1 0 0,-1 1-1 0 0,0 0 0 0 0,1-1 1 0 0,-1 1-1 0 0,0-1 1 0 0,0 0-1 0 0,0 1 0 0 0,2-2 1 0 0,7-5-69 0 0,0-1 0 0 0,17-16 1 0 0,112-124-138 0 0,207-288 0 0 0,-184 226-212 0 0,72-109-862 0 0,-205 272 1000 0 0,-7 9-187 0 0,2 0 0 0 0,52-61-1 0 0,-65 89 155 0 0,-15 19 281 0 0,-19 27 427 0 0,19-30-253 0 0,-142 259 1136 0 0,25-39-437 0 0,90-175-837 0 0,-230 386 229 0 0,29 15 98 0 0,193-370 21 0 0,-54 136 367 0 0,84-192-685 0 0,1 1 0 0 0,1 1-1 0 0,1-1 1 0 0,2 1 0 0 0,1 0 0 0 0,0 35 0 0 0,3-59-27 0 0,0 0 1 0 0,0-1-1 0 0,1 1 0 0 0,-1 0 1 0 0,1 0-1 0 0,0-1 0 0 0,0 1 1 0 0,0 0-1 0 0,0-1 0 0 0,1 1 1 0 0,3 5-1 0 0,-4-8-4 0 0,0 0 1 0 0,0 0-1 0 0,0 0 1 0 0,1 0-1 0 0,-1 0 0 0 0,0 0 1 0 0,1-1-1 0 0,-1 1 0 0 0,0 0 1 0 0,1-1-1 0 0,-1 1 1 0 0,1-1-1 0 0,-1 1 0 0 0,1-1 1 0 0,-1 0-1 0 0,1 0 0 0 0,-1 0 1 0 0,1 0-1 0 0,-1 0 1 0 0,1 0-1 0 0,-1 0 0 0 0,1 0 1 0 0,-1 0-1 0 0,1-1 0 0 0,-1 1 1 0 0,1-1-1 0 0,-1 1 1 0 0,0-1-1 0 0,1 1 0 0 0,-1-1 1 0 0,2-1-1 0 0,7-3-32 0 0,-1-1 0 0 0,0 0 0 0 0,0 0 0 0 0,-1-1 0 0 0,1 0 0 0 0,-1-1 0 0 0,-1 0 0 0 0,0 0 0 0 0,11-15 0 0 0,3-10-152 0 0,23-45 0 0 0,8-36-488 0 0,71-226 0 0 0,-40 96-495 0 0,-76 223 1022 0 0,-3 10-66 0 0,0-1 0 0 0,0 1 0 0 0,1 0 0 0 0,0 0 0 0 0,1 1-1 0 0,1-1 1 0 0,9-12 0 0 0,-31 84-2263 0 0,-29 121 2965 0 0,-46 158 894 0 0,-64 195 931 0 0,152-525-2296 0 0,-6 28-35 0 0,8-36 31 0 0,-1-1 0 0 0,1 1 0 0 0,0-1 0 0 0,0 1 0 0 0,0-1 0 0 0,0 1 0 0 0,0-1 0 0 0,0 1 0 0 0,1-1 0 0 0,-1 0 0 0 0,0 1 0 0 0,1-1 0 0 0,-1 1 1 0 0,1-1-1 0 0,0 0 0 0 0,-1 1 0 0 0,1-1 0 0 0,0 0 0 0 0,0 0 0 0 0,0 2 0 0 0,1-3-12 0 0,-1 1 0 0 0,1-1 0 0 0,-1 1 0 0 0,1-1 0 0 0,-1 0 0 0 0,1 0 1 0 0,0 0-1 0 0,-1 0 0 0 0,1 0 0 0 0,-1 0 0 0 0,1 0 0 0 0,-1 0 0 0 0,1-1 0 0 0,-1 1 0 0 0,1-1 1 0 0,-1 1-1 0 0,1-1 0 0 0,-1 1 0 0 0,0-1 0 0 0,1 0 0 0 0,-1 0 0 0 0,0 0 0 0 0,1 1 0 0 0,-1-1 0 0 0,2-2 1 0 0,30-27-370 0 0,-33 29 363 0 0,18-18-146 0 0,-2-2 1 0 0,0 0-1 0 0,-1-1 0 0 0,-2-1 1 0 0,19-39-1 0 0,41-130 771 0 0,-48 120-368 0 0,-18 53-220 0 0,0-4-1 0 0,1 1-1 0 0,1 0 1 0 0,1 1-1 0 0,1 0 1 0 0,20-30 0 0 0,-30 51-44 0 0,-1 0 0 0 0,0-1 0 0 0,0 1 0 0 0,1-1 1 0 0,-1 1-1 0 0,0 0 0 0 0,1-1 0 0 0,-1 1 1 0 0,0 0-1 0 0,1-1 0 0 0,-1 1 0 0 0,0 0 1 0 0,1 0-1 0 0,-1-1 0 0 0,1 1 0 0 0,-1 0 0 0 0,0 0 1 0 0,1 0-1 0 0,-1-1 0 0 0,1 1 0 0 0,-1 0 1 0 0,1 0-1 0 0,-1 0 0 0 0,1 0 0 0 0,-1 0 0 0 0,1 0 1 0 0,-1 0-1 0 0,0 0 0 0 0,1 0 0 0 0,-1 0 1 0 0,1 0-1 0 0,-1 1 0 0 0,1-1 0 0 0,-1 0 1 0 0,1 0-1 0 0,-1 0 0 0 0,0 1 0 0 0,1-1 0 0 0,-1 0 1 0 0,1 0-1 0 0,-1 1 0 0 0,0-1 0 0 0,1 0 1 0 0,-1 1-1 0 0,0-1 0 0 0,1 0 0 0 0,-1 1 1 0 0,0-1-1 0 0,0 0 0 0 0,1 1 0 0 0,-1-1 0 0 0,0 1 1 0 0,0-1-1 0 0,0 1 0 0 0,0-1 0 0 0,1 0 1 0 0,-1 1-1 0 0,0-1 0 0 0,0 1 0 0 0,0-1 0 0 0,0 1 1 0 0,0-1-1 0 0,0 2 0 0 0,6 32-449 0 0,-5 206-267 0 0,-3-97 1021 0 0,2-88-196 0 0,-1 3 44 0 0,10 81 0 0 0,-7-124-96 0 0,1 0 1 0 0,0 0 0 0 0,1 0-1 0 0,0-1 1 0 0,1 1 0 0 0,1-1 0 0 0,0 0-1 0 0,1-1 1 0 0,1 0 0 0 0,12 18-1 0 0,-16-26 9 0 0,0-1 0 0 0,0 1-1 0 0,0-1 1 0 0,0 0-1 0 0,1 0 1 0 0,-1-1-1 0 0,1 1 1 0 0,0-1 0 0 0,0 0-1 0 0,0-1 1 0 0,1 1-1 0 0,-1-1 1 0 0,1 0-1 0 0,-1 0 1 0 0,1-1 0 0 0,0 0-1 0 0,-1 0 1 0 0,13 1-1 0 0,-10-3-3 0 0,1 0 0 0 0,-1 0 0 0 0,1-1 0 0 0,-1 0 0 0 0,1 0 0 0 0,-1-1 0 0 0,0 0 0 0 0,0-1 0 0 0,0 0 0 0 0,-1 0 0 0 0,1 0 0 0 0,7-7-1 0 0,4-5-28 0 0,0 0 0 0 0,-1-1 0 0 0,-1 0 0 0 0,-1-1 0 0 0,25-36 0 0 0,-19 20-112 0 0,-1-1 0 0 0,27-64 1 0 0,-40 77-29 0 0,0 0 0 0 0,-1 0 0 0 0,-2-1 0 0 0,0 0 0 0 0,2-28 0 0 0,-6 38-19 0 0,-1 0 0 0 0,0 1 1 0 0,0-1-1 0 0,-1 0 0 0 0,-1 0 1 0 0,0 1-1 0 0,-1-1 0 0 0,0 1 1 0 0,-1 0-1 0 0,-11-24 0 0 0,14 34 110 0 0,0 0-1 0 0,0 0 0 0 0,0 0 0 0 0,0 0 1 0 0,-1 1-1 0 0,1-1 0 0 0,-1 0 0 0 0,1 1 1 0 0,-1-1-1 0 0,0 1 0 0 0,0-1 0 0 0,0 1 1 0 0,0 0-1 0 0,0-1 0 0 0,0 1 0 0 0,0 0 1 0 0,0 1-1 0 0,0-1 0 0 0,0 0 0 0 0,0 0 1 0 0,-3 1-1 0 0,1-1 11 0 0,1 2 1 0 0,-1-1-1 0 0,0 0 0 0 0,1 1 0 0 0,-1-1 1 0 0,0 1-1 0 0,1 0 0 0 0,-1 1 0 0 0,1-1 1 0 0,0 0-1 0 0,-7 5 0 0 0,-5 4 10 0 0,0 1 0 0 0,0 0 1 0 0,1 1-1 0 0,-13 16 0 0 0,23-24-12 0 0,-142 154-477 0 0,-51 52-366 0 0,76-92 849 0 0,-110 99 933 0 0,210-200-707 0 0,-1 0 0 0 0,0-2 0 0 0,-28 15 0 0 0,40-25-126 0 0,1 0 1 0 0,-1-1 0 0 0,0 0 0 0 0,0-1-1 0 0,0 0 1 0 0,0-1 0 0 0,-1 0 0 0 0,1 0 0 0 0,-1-1-1 0 0,1 0 1 0 0,-12-2 0 0 0,19 1-79 0 0,0 0 0 0 0,0-1 0 0 0,1 1 0 0 0,-1-1 0 0 0,0 0 0 0 0,1 0 1 0 0,-1 0-1 0 0,0 0 0 0 0,1-1 0 0 0,0 1 0 0 0,-1-1 0 0 0,1 1 0 0 0,0-1 0 0 0,0 0 0 0 0,0 0 0 0 0,-4-4 0 0 0,4 2-1 0 0,-1 0 0 0 0,0 0 0 0 0,1 0 0 0 0,0-1 0 0 0,0 1 0 0 0,0-1 0 0 0,1 0 0 0 0,-2-9 0 0 0,0-6 16 0 0,2 0 0 0 0,0 0-1 0 0,4-36 1 0 0,-2 42 1 0 0,50-349-302 0 0,-29 238 102 0 0,9-149 1 0 0,-31 267 154 0 0,0 1 0 0 0,0-1 0 0 0,0 1 0 0 0,-1 0 0 0 0,0-1 0 0 0,0 1 0 0 0,0 0 0 0 0,-1 0 0 0 0,0 0 0 0 0,0 0 0 0 0,-4-8 0 0 0,4 12 11 0 0,1 0-1 0 0,-1 0 0 0 0,0 0 0 0 0,0 1 0 0 0,0-1 1 0 0,0 0-1 0 0,0 1 0 0 0,0-1 0 0 0,0 1 0 0 0,0 0 1 0 0,-1 0-1 0 0,1-1 0 0 0,0 2 0 0 0,-1-1 0 0 0,1 0 1 0 0,-1 0-1 0 0,1 1 0 0 0,-1-1 0 0 0,0 1 0 0 0,1 0 1 0 0,-1 0-1 0 0,1 0 0 0 0,-1 0 0 0 0,1 0 0 0 0,-1 1 1 0 0,0-1-1 0 0,1 1 0 0 0,-1-1 0 0 0,-4 3 0 0 0,-7 2 5 0 0,1 1 0 0 0,-1 0 0 0 0,1 0-1 0 0,0 2 1 0 0,1-1 0 0 0,-1 2 0 0 0,2 0 0 0 0,-17 15-1 0 0,-3 7 9 0 0,-44 54 0 0 0,-242 317 328 0 0,-14 65 702 0 0,346-479-886 0 0,10-13-629 0 0,10-32 18 0 0,-2-1 0 0 0,-3-2 0 0 0,31-86 0 0 0,-13 30 648 0 0,-28 66-140 0 0,-15 34-34 0 0,0 0 1 0 0,2 1 0 0 0,0 0-1 0 0,1 0 1 0 0,16-23-1 0 0,-24 37-12 0 0,0 1 1 0 0,1 0-1 0 0,-1-1 0 0 0,0 1 0 0 0,1-1 0 0 0,-1 1 1 0 0,0 0-1 0 0,1-1 0 0 0,-1 1 0 0 0,0 0 0 0 0,1-1 1 0 0,-1 1-1 0 0,0 0 0 0 0,1-1 0 0 0,-1 1 0 0 0,1 0 1 0 0,-1 0-1 0 0,1 0 0 0 0,-1-1 0 0 0,1 1 0 0 0,-1 0 1 0 0,1 0-1 0 0,-1 0 0 0 0,1 0 0 0 0,-1 0 0 0 0,1 0 1 0 0,-1 0-1 0 0,1 0 0 0 0,3 12 83 0 0,-6 24 106 0 0,2-35-177 0 0,-111 502 1208 0 0,26-155-835 0 0,84-343-377 0 0,-3 9 72 0 0,1 0 0 0 0,0 0 0 0 0,2 0-1 0 0,-1 1 1 0 0,2-1 0 0 0,0 0-1 0 0,0 1 1 0 0,6 25 0 0 0,-6-38-63 0 0,1 0 1 0 0,-1 0 0 0 0,1 0-1 0 0,0-1 1 0 0,0 1-1 0 0,-1-1 1 0 0,1 1-1 0 0,1 0 1 0 0,-1-1-1 0 0,0 1 1 0 0,0-1 0 0 0,0 0-1 0 0,1 1 1 0 0,-1-1-1 0 0,1 0 1 0 0,-1 0-1 0 0,1 0 1 0 0,-1 0 0 0 0,1 0-1 0 0,-1 0 1 0 0,1-1-1 0 0,2 2 1 0 0,-1-2-10 0 0,0 1-1 0 0,1-1 1 0 0,-1 0 0 0 0,0 0-1 0 0,1 0 1 0 0,-1 0 0 0 0,1 0-1 0 0,-1-1 1 0 0,0 0 0 0 0,0 1-1 0 0,5-3 1 0 0,3-1-121 0 0,0-1 1 0 0,0-1-1 0 0,0 0 0 0 0,-1 0 1 0 0,17-14-1 0 0,50-50-496 0 0,-3-4-1 0 0,-4-3 1 0 0,68-94-1 0 0,29-83-20 0 0,-80 118 449 0 0,-85 132 177 0 0,30-40-6 0 0,-30 41 9 0 0,0 0 1 0 0,1 0-1 0 0,-1 1 0 0 0,1-1 0 0 0,0 1 0 0 0,0-1 0 0 0,0 1 0 0 0,0 0 0 0 0,1 0 0 0 0,-1 1 0 0 0,5-3 0 0 0,-7 4 0 0 0,-1 0 0 0 0,1 0 0 0 0,-1 0 0 0 0,1 0 0 0 0,-1 0 0 0 0,1-1 0 0 0,-1 1 0 0 0,1 0 0 0 0,-1 0 0 0 0,1 1-1 0 0,-1-1 1 0 0,1 0 0 0 0,-1 0 0 0 0,1 0 0 0 0,-1 0 0 0 0,1 0 0 0 0,-1 0 0 0 0,0 1 0 0 0,1-1 0 0 0,-1 0 0 0 0,1 0 0 0 0,-1 1 0 0 0,1-1 0 0 0,-1 0 0 0 0,0 1 0 0 0,1-1 0 0 0,-1 0-1 0 0,0 1 1 0 0,1 0 0 0 0,3 17 5 0 0,-11 24 83 0 0,6-38-56 0 0,-111 364 1837 0 0,-31-9-283 0 0,110-280-1392 0 0,1-4 151 0 0,-37 99 626 0 0,68-171-947 0 0,0 0 1 0 0,0-1-1 0 0,1 1 1 0 0,-1 0-1 0 0,1-1 1 0 0,0 1-1 0 0,0 0 1 0 0,0 0-1 0 0,0-1 1 0 0,0 5-1 0 0,1-7-23 0 0,-1 1-1 0 0,0-1 1 0 0,0 0-1 0 0,0 1 0 0 0,0-1 1 0 0,1 1-1 0 0,-1-1 1 0 0,0 1-1 0 0,1-1 1 0 0,-1 0-1 0 0,0 1 0 0 0,0-1 1 0 0,1 0-1 0 0,-1 1 1 0 0,1-1-1 0 0,-1 0 0 0 0,0 0 1 0 0,1 1-1 0 0,-1-1 1 0 0,1 0-1 0 0,-1 0 1 0 0,0 0-1 0 0,2 1 0 0 0,15-6-142 0 0,-6-1-238 0 0,0-1 1 0 0,-1 0-1 0 0,0-1 0 0 0,-1 0 0 0 0,16-17 0 0 0,39-55-1648 0 0,-43 53 1693 0 0,7-9-167 0 0,56-72 26 0 0,147-148-1 0 0,-225 250 508 0 0,0 1-1 0 0,0 0 1 0 0,0 1 0 0 0,9-5-1 0 0,-14 8-16 0 0,-1 1-1 0 0,1-1 1 0 0,0 1-1 0 0,0-1 1 0 0,-1 1-1 0 0,1-1 1 0 0,0 1-1 0 0,0 0 1 0 0,0-1-1 0 0,0 1 1 0 0,-1 0-1 0 0,1 0 0 0 0,0 0 1 0 0,0-1-1 0 0,0 1 1 0 0,0 0-1 0 0,0 0 1 0 0,0 1-1 0 0,0-1 1 0 0,-1 0-1 0 0,1 0 1 0 0,0 0-1 0 0,0 0 1 0 0,0 1-1 0 0,0-1 0 0 0,0 0 1 0 0,-1 1-1 0 0,1-1 1 0 0,0 1-1 0 0,0-1 1 0 0,-1 1-1 0 0,1-1 1 0 0,0 1-1 0 0,-1-1 1 0 0,1 1-1 0 0,0 0 1 0 0,-1 0-1 0 0,1-1 1 0 0,-1 1-1 0 0,1 0 0 0 0,-1 0 1 0 0,1-1-1 0 0,-1 1 1 0 0,0 0-1 0 0,1 0 1 0 0,-1 0-1 0 0,0 0 1 0 0,0 0-1 0 0,0-1 1 0 0,0 3-1 0 0,2 12 197 0 0,-1 0 1 0 0,0 0-1 0 0,-1 0 1 0 0,-1 0-1 0 0,-1 0 0 0 0,-3 16 1 0 0,-26 91 613 0 0,24-97-640 0 0,-22 67 599 0 0,-56 124 1 0 0,-60 78 94 0 0,85-175-627 0 0,48-96-169 0 0,7-16-35 0 0,1 1 0 0 0,0-1 0 0 0,0 1-1 0 0,1 0 1 0 0,0 0 0 0 0,0 1-1 0 0,1-1 1 0 0,-1 12 0 0 0,3-20-45 0 0,0 0-1 0 0,0 1 1 0 0,0-1 0 0 0,0 0 0 0 0,0 1-1 0 0,0-1 1 0 0,0 0 0 0 0,1 1-1 0 0,-1-1 1 0 0,0 1 0 0 0,0-1 0 0 0,0 0-1 0 0,1 0 1 0 0,-1 1 0 0 0,0-1-1 0 0,1 0 1 0 0,-1 1 0 0 0,0-1 0 0 0,1 0-1 0 0,-1 0 1 0 0,0 0 0 0 0,1 1-1 0 0,-1-1 1 0 0,0 0 0 0 0,1 0 0 0 0,-1 0-1 0 0,0 0 1 0 0,1 0 0 0 0,-1 0-1 0 0,1 0 1 0 0,-1 0 0 0 0,0 0 0 0 0,1 0-1 0 0,-1 0 1 0 0,0 0 0 0 0,1 0-1 0 0,-1 0 1 0 0,1 0 0 0 0,-1 0 0 0 0,0 0-1 0 0,1 0 1 0 0,-1 0 0 0 0,0-1-1 0 0,1 1 1 0 0,-1 0 0 0 0,0 0 0 0 0,1 0-1 0 0,-1-1 1 0 0,0 1 0 0 0,1 0-1 0 0,-1 0 1 0 0,1-1 0 0 0,20-12-332 0 0,9-13-518 0 0,-1 0-1 0 0,48-59 1 0 0,-20 21-47 0 0,46-51 143 0 0,49-51 703 0 0,-124 139 32 0 0,2 1-1 0 0,0 1 1 0 0,55-33 0 0 0,-77 53 23 0 0,1 1 1 0 0,-1 0-1 0 0,1 0 1 0 0,0 1-1 0 0,0 0 1 0 0,0 1-1 0 0,0 0 0 0 0,0 1 1 0 0,0-1-1 0 0,10 1 1 0 0,-16 1 8 0 0,-1 0 0 0 0,1 1 0 0 0,0-1 0 0 0,-1 0-1 0 0,1 1 1 0 0,0-1 0 0 0,-1 1 0 0 0,1 0 0 0 0,-1 0 0 0 0,1 0 0 0 0,-1 0 0 0 0,0 0 0 0 0,1 1 0 0 0,-1-1 0 0 0,0 1 0 0 0,0-1 0 0 0,0 1 0 0 0,0 0 0 0 0,0 0 0 0 0,0 0 0 0 0,-1 0 0 0 0,1 0 0 0 0,-1 0 0 0 0,1 1 0 0 0,-1-1 0 0 0,0 0 0 0 0,0 1 0 0 0,0-1 0 0 0,0 1 0 0 0,0-1 0 0 0,-1 1 0 0 0,1-1 0 0 0,-1 1 0 0 0,1 0 0 0 0,-1-1 0 0 0,0 1 0 0 0,0 0 0 0 0,0-1 0 0 0,-1 4-1 0 0,-1 14 199 0 0,0-1 0 0 0,-1 0-1 0 0,-1 1 1 0 0,-1-2-1 0 0,-1 1 1 0 0,-16 35-1 0 0,-64 104 1060 0 0,67-125-983 0 0,-118 185 1078 0 0,189-272-2596 0 0,115-206-3138 0 0,-22-13 4414 0 0,-96 177 352 0 0,-41 81-186 0 0,-4 6 5 0 0,0 1 0 0 0,0 0 0 0 0,0 0-1 0 0,1 0 1 0 0,1 0 0 0 0,-1 1 0 0 0,1 0-1 0 0,1 0 1 0 0,8-8 0 0 0,-14 15-196 0 0,-1 0 0 0 0,0 0 1 0 0,0 0-1 0 0,0-1 0 0 0,0 1 1 0 0,1 0-1 0 0,-1 0 0 0 0,0 0 0 0 0,0 0 1 0 0,1 0-1 0 0,-1 0 0 0 0,0 0 1 0 0,0-1-1 0 0,0 1 0 0 0,1 0 0 0 0,-1 0 1 0 0,0 0-1 0 0,0 0 0 0 0,1 0 1 0 0,-1 0-1 0 0,0 0 0 0 0,0 0 0 0 0,1 0 1 0 0,-1 0-1 0 0,0 0 0 0 0,0 1 1 0 0,1-1-1 0 0,-1 0 0 0 0,0 0 0 0 0,0 0 1 0 0,0 0-1 0 0,1 0 0 0 0,-1 0 1 0 0,0 0-1 0 0,0 1 0 0 0,1-1 0 0 0,0 11 356 0 0,-5 17-125 0 0,3-26-194 0 0,-32 117 385 0 0,-96 226 1 0 0,-5-90-503 0 0,91-182 9 0 0,4 1 0 0 0,-38 100 0 0 0,72-163 30 0 0,3-6 9 0 0,0-1 1 0 0,1 0-1 0 0,-1 1 0 0 0,1 0 1 0 0,0-1-1 0 0,0 1 1 0 0,0 0-1 0 0,1-1 1 0 0,0 1-1 0 0,0 0 1 0 0,0 7-1 0 0,1-11-5 0 0,-1 0 1 0 0,1-1-1 0 0,-1 1 0 0 0,1 0 0 0 0,0-1 0 0 0,-1 1 0 0 0,1 0 0 0 0,0-1 0 0 0,-1 1 1 0 0,1-1-1 0 0,0 1 0 0 0,-1-1 0 0 0,1 0 0 0 0,0 1 0 0 0,0-1 0 0 0,0 0 1 0 0,0 1-1 0 0,-1-1 0 0 0,1 0 0 0 0,0 0 0 0 0,0 0 0 0 0,0 0 0 0 0,0 0 0 0 0,0 0 1 0 0,-1 0-1 0 0,1 0 0 0 0,0 0 0 0 0,0 0 0 0 0,0 0 0 0 0,0 0 0 0 0,0-1 1 0 0,-1 1-1 0 0,1 0 0 0 0,0-1 0 0 0,1 0 0 0 0,32-14-1103 0 0,-2-4-58 0 0,-1-2 0 0 0,-2 0-1 0 0,54-51 1 0 0,70-92-1751 0 0,-80 82 2540 0 0,53-42 315 0 0,167-129 1 0 0,-246 215 163 0 0,-15 11 241 0 0,1 2-1 0 0,57-32 1 0 0,-79 50-207 0 0,0 2 0 0 0,1 0-1 0 0,0 0 1 0 0,0 1 0 0 0,0 0-1 0 0,0 1 1 0 0,0 0 0 0 0,1 1 0 0 0,-1 1-1 0 0,1 0 1 0 0,0 0 0 0 0,21 3-1 0 0,-30-1-92 0 0,0-1-1 0 0,0 1 0 0 0,0 0 0 0 0,0 0 0 0 0,-1 1 0 0 0,1-1 0 0 0,0 1 1 0 0,-1 0-1 0 0,0 0 0 0 0,1 0 0 0 0,-1 0 0 0 0,0 0 0 0 0,0 1 0 0 0,0 0 1 0 0,0-1-1 0 0,0 1 0 0 0,3 6 0 0 0,-3-4-27 0 0,0 0 1 0 0,-1 1 0 0 0,1-1-1 0 0,-1 1 1 0 0,0 0-1 0 0,-1-1 1 0 0,0 1-1 0 0,0 0 1 0 0,0 0-1 0 0,0 9 1 0 0,-2 9-28 0 0,-1 0 0 0 0,-1-1 0 0 0,-1 0 0 0 0,-12 41 0 0 0,-30 70 526 0 0,-70 145 0 0 0,66-166 128 0 0,3-7-91 0 0,10-26 117 0 0,-39 121 0 0 0,73-191-548 0 0,0 1 0 0 0,1-1 0 0 0,0 1 0 0 0,1 0 0 0 0,0 15 0 0 0,1-24-96 0 0,0 0-1 0 0,0 0 0 0 0,0 0 0 0 0,0 0 0 0 0,1 0 0 0 0,-1 0 1 0 0,1 0-1 0 0,-1 0 0 0 0,1 0 0 0 0,0 0 0 0 0,0 0 0 0 0,0 0 1 0 0,0-1-1 0 0,0 1 0 0 0,0 0 0 0 0,0-1 0 0 0,1 1 0 0 0,-1 0 1 0 0,0-1-1 0 0,1 0 0 0 0,0 1 0 0 0,-1-1 0 0 0,1 0 0 0 0,0 0 1 0 0,0 0-1 0 0,-1 0 0 0 0,1 0 0 0 0,0 0 0 0 0,0 0 1 0 0,0-1-1 0 0,0 1 0 0 0,0-1 0 0 0,0 1 0 0 0,0-1 0 0 0,3 0 1 0 0,5 0-102 0 0,0 0 1 0 0,1-1 0 0 0,-1 0 0 0 0,0-1 0 0 0,0 0-1 0 0,0-1 1 0 0,0 0 0 0 0,-1 0 0 0 0,14-8 0 0 0,13-7-700 0 0,35-25 1 0 0,-38 22 82 0 0,291-186-3346 0 0,-13 8 3840 0 0,-238 153 588 0 0,151-85 2041 0 0,-190 114-1902 0 0,0 2-1 0 0,0 2 1 0 0,1 1-1 0 0,1 2 1 0 0,36-6-1 0 0,-63 15-443 0 0,14-3 351 0 0,41-1-1 0 0,-59 4-385 0 0,1 1 0 0 0,0 1-1 0 0,-1-1 1 0 0,1 1 0 0 0,-1 0 0 0 0,0 0 0 0 0,1 1 0 0 0,-1-1 0 0 0,0 1-1 0 0,0 1 1 0 0,0-1 0 0 0,0 1 0 0 0,6 3 0 0 0,-9-4-38 0 0,-1 0-1 0 0,1 0 1 0 0,-1 0 0 0 0,0 0 0 0 0,1 0-1 0 0,-1 0 1 0 0,0 0 0 0 0,-1 0 0 0 0,1 0-1 0 0,0 0 1 0 0,0 0 0 0 0,-1 1-1 0 0,1-1 1 0 0,-1 0 0 0 0,0 1 0 0 0,0-1-1 0 0,0 0 1 0 0,0 1 0 0 0,0-1 0 0 0,0 0-1 0 0,-1 0 1 0 0,1 1 0 0 0,-2 3 0 0 0,-2 7 8 0 0,0-1 1 0 0,-11 23 0 0 0,14-32-4 0 0,-13 26 198 0 0,-2-2 0 0 0,-18 28 0 0 0,24-42-153 0 0,0 0 0 0 0,0-1 1 0 0,-1 0-1 0 0,-1 0 1 0 0,-22 17-1 0 0,74-87-1110 0 0,-4 7 17 0 0,-1-2 0 0 0,-4-2 0 0 0,-1-1 0 0 0,-4-1 0 0 0,31-93 0 0 0,-55 144 1083 0 0,0-1-1 0 0,-1 1 1 0 0,0-1-1 0 0,0 1 1 0 0,-1-1-1 0 0,1 0 1 0 0,-2 0-1 0 0,1 1 1 0 0,-2-9-1 0 0,2 13-12 0 0,-1 0-1 0 0,0 0 1 0 0,1 0-1 0 0,-1 0 1 0 0,0 0 0 0 0,0 1-1 0 0,0-1 1 0 0,0 0-1 0 0,0 1 1 0 0,-1-1-1 0 0,1 0 1 0 0,0 1 0 0 0,-1 0-1 0 0,0-1 1 0 0,1 1-1 0 0,-1 0 1 0 0,1 0-1 0 0,-1 0 1 0 0,0 0-1 0 0,0 0 1 0 0,0 0 0 0 0,0 0-1 0 0,1 1 1 0 0,-1-1-1 0 0,0 1 1 0 0,0-1-1 0 0,0 1 1 0 0,0 0-1 0 0,0-1 1 0 0,-1 1 0 0 0,1 1-1 0 0,0-1 1 0 0,0 0-1 0 0,-3 1 1 0 0,-13 3 175 0 0,-1 0 0 0 0,1 2 0 0 0,0 0 0 0 0,0 1 0 0 0,1 1 0 0 0,-30 18 0 0 0,7-5 211 0 0,-303 179 1878 0 0,15 27-827 0 0,-41 25-454 0 0,251-179-644 0 0,-154 70 0 0 0,267-140-365 0 0,-17 7 20 0 0,-2 0 1 0 0,-27 7-1 0 0,46-15-30 0 0,0-1 1 0 0,0 0-1 0 0,-1 0 1 0 0,1 0-1 0 0,-1-1 1 0 0,1 0-1 0 0,-1 0 1 0 0,1 0-1 0 0,0 0 1 0 0,-1-1-1 0 0,1 0 1 0 0,-1 0-1 0 0,1-1 1 0 0,0 1-1 0 0,0-1 0 0 0,-5-3 1 0 0,7 3-23 0 0,0-1 0 0 0,0 1 0 0 0,0-1 0 0 0,1 0 0 0 0,-1 0 0 0 0,1 0 0 0 0,0-1 0 0 0,0 1 0 0 0,0 0 0 0 0,0-1 0 0 0,1 0 0 0 0,0 1 0 0 0,-1-1 0 0 0,1 0 0 0 0,0 1-1 0 0,1-1 1 0 0,-1 0 0 0 0,1 0 0 0 0,0 0 0 0 0,0 0 0 0 0,0 0 0 0 0,1-7 0 0 0,1-9-238 0 0,1-1-1 0 0,11-36 1 0 0,-14 55 249 0 0,16-50-554 0 0,2 1 0 0 0,26-50 0 0 0,57-93 229 0 0,-47 93 909 0 0,-53 101-543 0 0,-1 0 0 0 0,0-1 0 0 0,1 1 0 0 0,-1-1 0 0 0,0 1 0 0 0,1-1 0 0 0,-1 1 0 0 0,0 0 0 0 0,1-1 0 0 0,-1 1 0 0 0,0-1 0 0 0,0 1 0 0 0,0-1 0 0 0,1 1 0 0 0,-1-1 0 0 0,0 0 0 0 0,0 1 0 0 0,0-1 0 0 0,0 1 0 0 0,0-1 0 0 0,0 1 0 0 0,0-1 0 0 0,0 1 0 0 0,0-1 0 0 0,0 1 0 0 0,0-1 0 0 0,0 0 0 0 0,-1 1 0 0 0,1-1 0 0 0,0 1 0 0 0,0-1 0 0 0,-1 1 0 0 0,1-1 0 0 0,0 1 0 0 0,-1-1 0 0 0,-19 6 480 0 0,-26 24 100 0 0,-112 96-102 0 0,-149 150 0 0 0,250-220-575 0 0,-186 169-144 0 0,-16-22 294 0 0,248-194-81 0 0,7-4-2 0 0,0-1 0 0 0,0-1 1 0 0,0 1-1 0 0,0 0 0 0 0,0-1 1 0 0,-1 0-1 0 0,1 0 0 0 0,-1 0 0 0 0,0 0 1 0 0,1-1-1 0 0,-8 1 0 0 0,11-2-2 0 0,1 0-1 0 0,0 0 0 0 0,-1 0 1 0 0,1 0-1 0 0,0 0 0 0 0,-1 0 1 0 0,1 0-1 0 0,-1 0 0 0 0,1-1 1 0 0,0 1-1 0 0,-1 0 0 0 0,1 0 0 0 0,0 0 1 0 0,0-1-1 0 0,-1 1 0 0 0,1 0 1 0 0,0-1-1 0 0,-1 1 0 0 0,1 0 1 0 0,0 0-1 0 0,0-1 0 0 0,0 1 1 0 0,-1 0-1 0 0,1-1 0 0 0,0 1 1 0 0,0-1-1 0 0,0 1 0 0 0,0 0 1 0 0,0-1-1 0 0,0 1 0 0 0,-1-1 1 0 0,3-18-244 0 0,10-21-145 0 0,-10 36 304 0 0,32-85-1064 0 0,4 3-1 0 0,4 1 1 0 0,4 2-1 0 0,3 2 1 0 0,65-81-1 0 0,148-204 1116 0 0,-260 363 67 0 0,0 0 0 0 0,0 0 0 0 0,0 0 0 0 0,-1-1 1 0 0,1 1-1 0 0,-1 0 0 0 0,1-5 0 0 0,-2 8-14 0 0,0 0 0 0 0,0-1 1 0 0,0 1-1 0 0,0 0 0 0 0,0-1 0 0 0,0 1 0 0 0,0 0 0 0 0,0 0 0 0 0,0-1 1 0 0,0 1-1 0 0,0 0 0 0 0,0 0 0 0 0,0-1 0 0 0,0 1 0 0 0,0 0 0 0 0,-1 0 1 0 0,1 0-1 0 0,0-1 0 0 0,0 1 0 0 0,0 0 0 0 0,0 0 0 0 0,-1 0 1 0 0,1-1-1 0 0,0 1 0 0 0,0 0 0 0 0,0 0 0 0 0,-1 0 0 0 0,1 0 0 0 0,0 0 1 0 0,0-1-1 0 0,0 1 0 0 0,-1 0 0 0 0,1 0 0 0 0,0 0 0 0 0,-1 0 0 0 0,-18 4 574 0 0,-4 6 134 0 0,0 2 0 0 0,1 0 0 0 0,-41 31 1 0 0,-57 56 1121 0 0,105-86-1597 0 0,-319 321 1703 0 0,186-177-1685 0 0,-84 93-145 0 0,-236 223-116 0 0,483-500-2143 0 0,23-27 152 0 0,-6 10 658 0 0,223-334-3938 0 0,-217 311 5135 0 0,47-78-20 0 0,-68 119 231 0 0,1 2 1 0 0,1 0 0 0 0,31-30-1 0 0,-45 49-41 0 0,-3 3 3 0 0,0-1 1 0 0,1 1-1 0 0,0-1 0 0 0,-1 1 0 0 0,1 0 1 0 0,0 0-1 0 0,0 0 0 0 0,0 0 0 0 0,0 1 1 0 0,1-1-1 0 0,5-1 0 0 0,-8 3-10 0 0,-1 0 0 0 0,0 0 0 0 0,1 0 0 0 0,-1 1-1 0 0,0-1 1 0 0,0 0 0 0 0,1 0 0 0 0,-1 0 0 0 0,0 0 0 0 0,1 1 0 0 0,-1-1 0 0 0,0 0-1 0 0,0 0 1 0 0,0 1 0 0 0,1-1 0 0 0,-1 0 0 0 0,0 0 0 0 0,0 1 0 0 0,0-1 0 0 0,1 0 0 0 0,-1 1-1 0 0,0-1 1 0 0,0 0 0 0 0,0 1 0 0 0,0-1 0 0 0,0 0 0 0 0,0 0 0 0 0,0 1 0 0 0,0-1-1 0 0,0 0 1 0 0,0 1 0 0 0,0-1 0 0 0,0 0 0 0 0,0 1 0 0 0,0-1 0 0 0,0 0 0 0 0,0 1 0 0 0,0-1-1 0 0,0 0 1 0 0,0 1 0 0 0,-1-1 0 0 0,1 0 0 0 0,0 1 0 0 0,0-1 0 0 0,0 0 0 0 0,0 0-1 0 0,-1 1 1 0 0,-7 19 716 0 0,7-18-628 0 0,-90 195 3657 0 0,-117 246-694 0 0,-30-18-2463 0 0,224-403-600 0 0,7-13-13 0 0,0 1 1 0 0,1 1-1 0 0,0-1 1 0 0,-5 16-1 0 0,11-26 0 0 0,0 0 0 0 0,-1 0 0 0 0,1 0 0 0 0,0 1 0 0 0,0-1 0 0 0,0 0 0 0 0,0 0 0 0 0,0 0 0 0 0,0 1 0 0 0,0-1 0 0 0,-1 0 0 0 0,1 0 0 0 0,0 1 0 0 0,0-1 0 0 0,0 0 0 0 0,0 0 0 0 0,0 1 0 0 0,0-1 0 0 0,0 0 0 0 0,0 0 0 0 0,0 0 0 0 0,0 1 0 0 0,1-1 0 0 0,-1 0 0 0 0,0 0 0 0 0,0 1 0 0 0,0-1 0 0 0,0 0 0 0 0,0 0 0 0 0,0 0 0 0 0,0 1 0 0 0,0-1 0 0 0,1 0 0 0 0,-1 0 0 0 0,0 0 0 0 0,0 0 0 0 0,0 1 0 0 0,1-1 0 0 0,-1 0 0 0 0,0 0 0 0 0,0 0 0 0 0,0 0 0 0 0,1 0 0 0 0,-1 0 0 0 0,0 1 0 0 0,0-1 0 0 0,0 0 0 0 0,1 0 0 0 0,-1 0 0 0 0,0 0 0 0 0,0 0 0 0 0,1 0 0 0 0,-1 0 0 0 0,0 0 0 0 0,0 0 0 0 0,1 0 0 0 0,-1 0 0 0 0,0 0 0 0 0,0 0 0 0 0,0 0 0 0 0,1-1 0 0 0,15-5 0 0 0,-13 5 0 0 0,18-10-171 0 0,-1-1 0 0 0,0 0-1 0 0,-1-2 1 0 0,0 0 0 0 0,-2-1 0 0 0,1-1 0 0 0,18-22-1 0 0,98-135-1237 0 0,-131 170 1408 0 0,344-445-1156 0 0,-259 335 967 0 0,35-38-17 0 0,-119 145 210 0 0,1 1 0 0 0,0 0 0 0 0,0 0 0 0 0,0 0 0 0 0,1 0 0 0 0,-1 1 0 0 0,1 0 0 0 0,0 0 0 0 0,1 1 0 0 0,-1 0 0 0 0,1 0 0 0 0,-1 0 0 0 0,10-2 1 0 0,-15 5-1 0 0,0 0 1 0 0,0 0 0 0 0,1 0 0 0 0,-1 0-1 0 0,0 1 1 0 0,0-1 0 0 0,0 0 0 0 0,0 1-1 0 0,1-1 1 0 0,-1 0 0 0 0,0 1 0 0 0,0 0-1 0 0,0-1 1 0 0,0 1 0 0 0,0 0 0 0 0,0-1-1 0 0,0 1 1 0 0,0 0 0 0 0,-1 0 0 0 0,1 0-1 0 0,0 0 1 0 0,0 0 0 0 0,-1 0 0 0 0,1 0-1 0 0,0 0 1 0 0,-1 0 0 0 0,1 0 0 0 0,-1 0-1 0 0,0 0 1 0 0,1 0 0 0 0,-1 0 0 0 0,0 1-1 0 0,1-1 1 0 0,-1 0 0 0 0,0 3 0 0 0,1 5 59 0 0,-1 0-1 0 0,1 1 1 0 0,-3 13 0 0 0,2-18-9 0 0,-6 53 416 0 0,-3 0 1 0 0,-27 93 0 0 0,-51 111 672 0 0,72-219-1047 0 0,-135 300 333 0 0,-29-14-52 0 0,-27 54 9 0 0,196-363-386 0 0,5-10 0 0 0,0 0 0 0 0,0 0 0 0 0,1 1 0 0 0,0-1 0 0 0,-2 13 0 0 0,6-22 1 0 0,0-1 0 0 0,0 0 0 0 0,0 0 0 0 0,0 0 0 0 0,0 0 0 0 0,0 0 0 0 0,0 0 0 0 0,0 1 0 0 0,0-1-1 0 0,0 0 1 0 0,0 0 0 0 0,0 0 0 0 0,0 0 0 0 0,0 0 0 0 0,0 1 0 0 0,0-1 0 0 0,0 0 0 0 0,0 0 0 0 0,0 0 0 0 0,0 0 0 0 0,0 0 0 0 0,0 0 0 0 0,0 1 0 0 0,0-1-1 0 0,1 0 1 0 0,-1 0 0 0 0,0 0 0 0 0,0 0 0 0 0,0 0 0 0 0,0 0 0 0 0,0 0 0 0 0,0 0 0 0 0,0 0 0 0 0,0 1 0 0 0,1-1 0 0 0,-1 0 0 0 0,0 0 0 0 0,0 0 0 0 0,0 0 0 0 0,0 0-1 0 0,0 0 1 0 0,0 0 0 0 0,1 0 0 0 0,-1 0 0 0 0,0 0 0 0 0,0 0 0 0 0,0 0 0 0 0,0 0 0 0 0,0 0 0 0 0,0 0 0 0 0,1 0 0 0 0,-1 0 0 0 0,0 0 0 0 0,0 0 0 0 0,0 0-1 0 0,0 0 1 0 0,0 0 0 0 0,0-1 0 0 0,1 1 0 0 0,-1 0 0 0 0,0 0 0 0 0,14-8 30 0 0,11-14-56 0 0,33-44-1077 0 0,82-122 1 0 0,-72 91 463 0 0,175-262-398 0 0,-51 70 512 0 0,-157 240 663 0 0,2 1 1 0 0,1 1-1 0 0,3 2 0 0 0,2 3 1 0 0,1 1-1 0 0,79-56 0 0 0,-115 92-58 0 0,-1 0 0 0 0,1 1 0 0 0,-1 0 0 0 0,1 0 0 0 0,1 1 0 0 0,-1 0 0 0 0,13-3 0 0 0,-20 6-61 0 0,1 0 0 0 0,-1 0-1 0 0,1-1 1 0 0,0 1 0 0 0,-1 0 0 0 0,1 1 0 0 0,-1-1 0 0 0,1 0 0 0 0,-1 0-1 0 0,1 1 1 0 0,-1-1 0 0 0,1 1 0 0 0,-1-1 0 0 0,1 1 0 0 0,-1 0-1 0 0,0-1 1 0 0,1 1 0 0 0,-1 0 0 0 0,2 1 0 0 0,-2 0-9 0 0,1 0 0 0 0,-1 0 0 0 0,0 0 0 0 0,0 1 0 0 0,0-1 0 0 0,0 0 1 0 0,0 0-1 0 0,0 0 0 0 0,-1 1 0 0 0,1-1 0 0 0,-1 0 0 0 0,0 1 0 0 0,1-1 0 0 0,-1 1 0 0 0,0-1 1 0 0,-1 5-1 0 0,-4 37 122 0 0,-3 0 0 0 0,-1 0 1 0 0,-2-1-1 0 0,-27 68 1 0 0,23-69-51 0 0,-33 86 391 0 0,-71 131 0 0 0,-83 113 261 0 0,24-46 192 0 0,121-205-384 0 0,57-121-539 0 0,0 0 0 0 0,0 0 0 0 0,0 0 0 0 0,-1 0 0 0 0,1 1-1 0 0,0-1 1 0 0,0 0 0 0 0,0 0 0 0 0,0 0 0 0 0,-1 0 0 0 0,1 1 0 0 0,0-1 0 0 0,0 0-1 0 0,0 0 1 0 0,0 0 0 0 0,0 1 0 0 0,0-1 0 0 0,0 0 0 0 0,0 0 0 0 0,-1 0 0 0 0,1 1-1 0 0,0-1 1 0 0,0 0 0 0 0,0 0 0 0 0,0 1 0 0 0,0-1 0 0 0,0 0 0 0 0,0 0 0 0 0,0 1-1 0 0,0-1 1 0 0,1 0 0 0 0,-1 0 0 0 0,0 0 0 0 0,0 1 0 0 0,0-1 0 0 0,0 0 0 0 0,0 0-1 0 0,0 0 1 0 0,0 1 0 0 0,0-1 0 0 0,1 0 0 0 0,-1 0 0 0 0,0 0 0 0 0,0 0 0 0 0,0 1-1 0 0,0-1 1 0 0,1 0 0 0 0,-1 0 0 0 0,0 0 0 0 0,0 0 0 0 0,0 0 0 0 0,1 0 0 0 0,-1 1-1 0 0,0-1 1 0 0,0 0 0 0 0,1 0 0 0 0,15-9-13 0 0,20-22-106 0 0,11-23-830 0 0,-2-2 0 0 0,42-69-1 0 0,2-2 30 0 0,206-288-269 0 0,-284 397 1141 0 0,161-226-269 0 0,-144 209 317 0 0,2 2 0 0 0,0 0-1 0 0,3 3 1 0 0,57-44 0 0 0,-83 69 34 0 0,1 0 0 0 0,-1 0-1 0 0,1 1 1 0 0,1 0 0 0 0,14-5 0 0 0,-22 9-12 0 0,0-1 1 0 0,1 1-1 0 0,-1-1 0 0 0,0 1 0 0 0,1 0 1 0 0,-1 0-1 0 0,0 0 0 0 0,1 0 0 0 0,-1 0 0 0 0,0 0 1 0 0,1 0-1 0 0,-1 0 0 0 0,0 0 0 0 0,1 1 0 0 0,-1-1 1 0 0,0 1-1 0 0,0-1 0 0 0,1 1 0 0 0,-1-1 0 0 0,0 1 1 0 0,0 0-1 0 0,0-1 0 0 0,0 1 0 0 0,0 0 1 0 0,0 0-1 0 0,0 0 0 0 0,0 0 0 0 0,0 0 0 0 0,0 0 1 0 0,0 0-1 0 0,-1 0 0 0 0,1 0 0 0 0,0 0 0 0 0,-1 1 1 0 0,1-1-1 0 0,-1 0 0 0 0,1 0 0 0 0,-1 1 0 0 0,0-1 1 0 0,1 0-1 0 0,-1 1 0 0 0,0-1 0 0 0,0 0 1 0 0,0 1-1 0 0,0-1 0 0 0,0 0 0 0 0,0 2 0 0 0,0 19 204 0 0,-1 1-1 0 0,-1-1 0 0 0,-1 0 1 0 0,0 0-1 0 0,-9 27 0 0 0,-41 107 686 0 0,47-138-784 0 0,-272 580 1596 0 0,147-335-1413 0 0,73-145-289 0 0,-45 97-1051 0 0,147-272-4056 0 0,-8 0 3392 0 0,62-90 331 0 0,-85 131 1444 0 0,1-1 0 0 0,1 2 0 0 0,0 0 0 0 0,1 0 0 0 0,0 2 0 0 0,20-13 0 0 0,-35 24-54 0 0,1 1 0 0 0,0 0 0 0 0,0 0-1 0 0,0 0 1 0 0,0 0 0 0 0,0 0 0 0 0,0 0 0 0 0,0 0-1 0 0,0 0 1 0 0,0 1 0 0 0,0-1 0 0 0,0 1 0 0 0,1 0 0 0 0,-1 0-1 0 0,0-1 1 0 0,0 1 0 0 0,0 1 0 0 0,0-1 0 0 0,1 0-1 0 0,-1 0 1 0 0,0 1 0 0 0,0 0 0 0 0,0-1 0 0 0,0 1 0 0 0,0 0-1 0 0,0 0 1 0 0,4 2 0 0 0,-3 0 51 0 0,-1 0-1 0 0,1 0 1 0 0,-1 0-1 0 0,0 0 1 0 0,0 1-1 0 0,0-1 1 0 0,0 1-1 0 0,0-1 1 0 0,-1 1-1 0 0,1 0 1 0 0,-1-1-1 0 0,0 1 1 0 0,0 0-1 0 0,0 7 1 0 0,1 13 230 0 0,0 1 1 0 0,-2 0-1 0 0,-1-1 1 0 0,-1 1-1 0 0,-6 24 1 0 0,-31 123 865 0 0,29-134-917 0 0,-112 370 1414 0 0,-3 16-159 0 0,120-404-1444 0 0,2-14-44 0 0,1 1 0 0 0,0 0 0 0 0,0-1 1 0 0,1 1-1 0 0,0 0 0 0 0,0 0 0 0 0,1 0 0 0 0,0 0 0 0 0,0 0 1 0 0,2 14-1 0 0,-1-20-33 0 0,-1 0 1 0 0,1 0-1 0 0,0 0 0 0 0,-1 0 1 0 0,1-1-1 0 0,0 1 0 0 0,-1 0 1 0 0,1 0-1 0 0,0-1 1 0 0,0 1-1 0 0,0-1 0 0 0,0 1 1 0 0,0 0-1 0 0,0-1 1 0 0,0 0-1 0 0,0 1 0 0 0,0-1 1 0 0,0 0-1 0 0,0 1 1 0 0,0-1-1 0 0,0 0 0 0 0,0 0 1 0 0,0 0-1 0 0,0 0 1 0 0,0 0-1 0 0,0 0 0 0 0,0 0 1 0 0,1 0-1 0 0,-1-1 1 0 0,0 1-1 0 0,0 0 0 0 0,0-1 1 0 0,0 1-1 0 0,0 0 1 0 0,1-1-1 0 0,37-17-504 0 0,-39 18 508 0 0,140-89-2697 0 0,-93 57 1985 0 0,0 2-1 0 0,76-34 0 0 0,-112 59 635 0 0,0 1 0 0 0,0 0-1 0 0,0 0 1 0 0,1 1 0 0 0,-1 1 0 0 0,1 0-1 0 0,13-1 1 0 0,-22 3 74 0 0,0 1 0 0 0,0-1 0 0 0,0 0 0 0 0,0 1-1 0 0,0-1 1 0 0,0 1 0 0 0,0 0 0 0 0,0 0 0 0 0,-1 0 0 0 0,1 0 0 0 0,0 1 0 0 0,-1-1 0 0 0,1 1-1 0 0,-1 0 1 0 0,1-1 0 0 0,-1 1 0 0 0,0 0 0 0 0,0 1 0 0 0,0-1 0 0 0,0 0 0 0 0,0 0 0 0 0,0 1-1 0 0,0-1 1 0 0,-1 1 0 0 0,0 0 0 0 0,1-1 0 0 0,-1 1 0 0 0,0 0 0 0 0,0 0 0 0 0,0 0 0 0 0,-1 0-1 0 0,2 5 1 0 0,0 9 179 0 0,0-1 1 0 0,-1 1-1 0 0,-1-1 0 0 0,-1 1 0 0 0,-2 19 0 0 0,-21 85 910 0 0,15-77-744 0 0,-63 235 1310 0 0,7-31-243 0 0,62-235-1300 0 0,0 1 1 0 0,1-1 0 0 0,1 1 0 0 0,0 25 0 0 0,2-36-94 0 0,-1-1-1 0 0,0 1 0 0 0,1-1 1 0 0,-1 1-1 0 0,1-1 1 0 0,0 0-1 0 0,-1 1 0 0 0,1-1 1 0 0,0 0-1 0 0,1 0 1 0 0,-1 0-1 0 0,0 0 0 0 0,1 0 1 0 0,2 4-1 0 0,-2-5-25 0 0,0 0 0 0 0,-1 0 0 0 0,1 0 0 0 0,0 0 0 0 0,0-1-1 0 0,0 1 1 0 0,-1 0 0 0 0,1-1 0 0 0,0 0 0 0 0,0 1 0 0 0,0-1-1 0 0,0 0 1 0 0,0 0 0 0 0,0 0 0 0 0,0 0 0 0 0,0 0 0 0 0,0-1 0 0 0,0 1-1 0 0,0 0 1 0 0,0-1 0 0 0,3-1 0 0 0,3-1-208 0 0,0-1 1 0 0,0 0-1 0 0,-1 0 0 0 0,1 0 1 0 0,-1-1-1 0 0,0-1 0 0 0,-1 1 1 0 0,1-1-1 0 0,-1 0 0 0 0,0 0 1 0 0,0-1-1 0 0,-1 0 0 0 0,0 0 1 0 0,7-12-1 0 0,5-13-344 0 0,-1 0 0 0 0,13-40 0 0 0,-21 53 609 0 0,-4 8-70 0 0,3-5 31 0 0,-1 0-1 0 0,0 0 1 0 0,-1-1-1 0 0,-1 0 0 0 0,-1 1 1 0 0,2-21-1 0 0,-5 37 2 0 0,0 0 0 0 0,0 0 0 0 0,0-1 0 0 0,0 1 0 0 0,0 0 0 0 0,0 0 0 0 0,-1 0 0 0 0,1 0 0 0 0,0 0 0 0 0,0 0 1 0 0,0 0-1 0 0,0-1 0 0 0,0 1 0 0 0,0 0 0 0 0,0 0 0 0 0,0 0 0 0 0,0 0 0 0 0,0 0 0 0 0,0 0 0 0 0,-1 0 0 0 0,1 0 0 0 0,0 0 0 0 0,0-1 0 0 0,0 1 0 0 0,0 0 0 0 0,0 0 0 0 0,0 0 1 0 0,0 0-1 0 0,-1 0 0 0 0,1 0 0 0 0,0 0 0 0 0,0 0 0 0 0,0 0 0 0 0,0 0 0 0 0,0 0 0 0 0,0 0 0 0 0,-1 0 0 0 0,1 0 0 0 0,0 0 0 0 0,0 0 0 0 0,0 0 0 0 0,0 0 0 0 0,0 0 0 0 0,0 0 0 0 0,-1 0 1 0 0,1 1-1 0 0,0-1 0 0 0,0 0 0 0 0,0 0 0 0 0,0 0 0 0 0,0 0 0 0 0,0 0 0 0 0,0 0 0 0 0,0 0 0 0 0,0 0 0 0 0,-1 0 0 0 0,1 0 0 0 0,0 1 0 0 0,0-1 0 0 0,0 0 0 0 0,0 0 0 0 0,-13 11 602 0 0,-10 17 444 0 0,-123 238 1911 0 0,16-24-2567 0 0,42-109-241 0 0,80-117-1611 0 0</inkml:trace>
</inkml:ink>
</file>

<file path=ppt/ink/ink2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12.06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91 97 2625 0 0,'-2'-9'118'0'0,"-9"-21"8705"0"0,11 38-8635 0 0,0-1 0 0 0,1 0 0 0 0,0 0 0 0 0,0 0 0 0 0,0 0 0 0 0,1 0-1 0 0,0 0 1 0 0,1-1 0 0 0,-1 1 0 0 0,6 9 0 0 0,-6-14-123 0 0,-1 0 0 0 0,0 1 0 0 0,1-1 1 0 0,-1 0-1 0 0,1 0 0 0 0,0 0 0 0 0,-1 0 0 0 0,1 0 1 0 0,0-1-1 0 0,0 1 0 0 0,0-1 0 0 0,1 1 1 0 0,-1-1-1 0 0,0 1 0 0 0,1-1 0 0 0,-1 0 0 0 0,0 0 1 0 0,1-1-1 0 0,-1 1 0 0 0,1 0 0 0 0,-1-1 0 0 0,1 1 1 0 0,0-1-1 0 0,-1 0 0 0 0,1 0 0 0 0,-1 0 1 0 0,1 0-1 0 0,0 0 0 0 0,-1-1 0 0 0,1 1 0 0 0,-1-1 1 0 0,1 0-1 0 0,4-1 0 0 0,-4 0-1 0 0,0 1 0 0 0,0-1 0 0 0,0 1-1 0 0,0-1 1 0 0,0 0 0 0 0,0 0 0 0 0,0-1 0 0 0,-1 1 0 0 0,1 0 0 0 0,-1-1-1 0 0,0 0 1 0 0,1 1 0 0 0,-1-1 0 0 0,-1 0 0 0 0,1 0 0 0 0,0 0-1 0 0,-1 0 1 0 0,1-1 0 0 0,-1 1 0 0 0,0 0 0 0 0,0-1 0 0 0,0 1 0 0 0,-1 0-1 0 0,1-1 1 0 0,-1 1 0 0 0,1-1 0 0 0,-1 1 0 0 0,-1-1 0 0 0,1 1-1 0 0,0-1 1 0 0,-1 1 0 0 0,0-1 0 0 0,1 1 0 0 0,-1 0 0 0 0,-3-7 0 0 0,2 6-77 0 0,1 0 0 0 0,-1 1-1 0 0,0-1 1 0 0,0 1 0 0 0,0-1 0 0 0,0 1 0 0 0,0 0 0 0 0,-1 0 0 0 0,0 0 0 0 0,0 0 0 0 0,1 0 0 0 0,-2 1 0 0 0,1-1 0 0 0,0 1 0 0 0,0 0 0 0 0,-1 0 0 0 0,1 0 0 0 0,-1 0 0 0 0,0 0 0 0 0,1 1 0 0 0,-1 0 0 0 0,0 0 0 0 0,0 0 0 0 0,0 0 0 0 0,0 1 0 0 0,0-1 0 0 0,0 1 0 0 0,0 0 0 0 0,0 0 0 0 0,0 1 0 0 0,-7 0 0 0 0,5 2-78 0 0,0-1 1 0 0,0 1-1 0 0,0 0 0 0 0,0 0 1 0 0,1 1-1 0 0,-1-1 1 0 0,1 1-1 0 0,0 1 0 0 0,0-1 1 0 0,0 1-1 0 0,1 0 0 0 0,-1 0 1 0 0,1 0-1 0 0,1 0 1 0 0,-1 1-1 0 0,-3 7 0 0 0,3-6-17 0 0,0 1 0 0 0,1-1 0 0 0,0 1 0 0 0,0 0 0 0 0,0 0 0 0 0,1 0 0 0 0,1 0 0 0 0,-1 0 0 0 0,1 1 0 0 0,1-1 0 0 0,-1 0 0 0 0,3 14 0 0 0,-2-20 136 0 0,0 0 0 0 0,0 0-1 0 0,0 0 1 0 0,1-1 0 0 0,-1 1-1 0 0,1 0 1 0 0,0-1 0 0 0,-1 1-1 0 0,1 0 1 0 0,0-1 0 0 0,0 1-1 0 0,0-1 1 0 0,0 1 0 0 0,0-1-1 0 0,0 0 1 0 0,0 1 0 0 0,1-1-1 0 0,-1 0 1 0 0,0 0 0 0 0,1 0-1 0 0,-1 0 1 0 0,1 0 0 0 0,-1 0-1 0 0,1 0 1 0 0,0 0 0 0 0,-1-1-1 0 0,1 1 1 0 0,0-1 0 0 0,-1 1-1 0 0,1-1 1 0 0,0 1 0 0 0,0-1-1 0 0,0 0 1 0 0,-1 0 0 0 0,1 0-1 0 0,0 0 1 0 0,0 0 0 0 0,-1-1-1 0 0,1 1 1 0 0,0 0 0 0 0,2-2-1 0 0,1 1 77 0 0,1-1-1 0 0,0 0 0 0 0,-1 0 0 0 0,0-1 0 0 0,1 0 1 0 0,-1 0-1 0 0,0 0 0 0 0,-1 0 0 0 0,1-1 0 0 0,0 0 0 0 0,4-6 1 0 0,-5 5-44 0 0,0 0 1 0 0,-1-1-1 0 0,0 0 1 0 0,0 0-1 0 0,0 0 1 0 0,-1 0-1 0 0,0 0 1 0 0,0 0-1 0 0,2-10 1 0 0,-4 13-44 0 0,1 1 0 0 0,-1 0 1 0 0,0 0-1 0 0,1-1 1 0 0,-1 1-1 0 0,0 0 0 0 0,0-1 1 0 0,0 1-1 0 0,-1 0 0 0 0,1-1 1 0 0,0 1-1 0 0,-1 0 0 0 0,0 0 1 0 0,1-1-1 0 0,-1 1 0 0 0,0 0 1 0 0,0 0-1 0 0,-1 0 0 0 0,1 0 1 0 0,0 0-1 0 0,0 0 0 0 0,-1 0 1 0 0,1 1-1 0 0,-1-1 1 0 0,0 0-1 0 0,0 1 0 0 0,1-1 1 0 0,-1 1-1 0 0,-3-2 0 0 0,4 3-23 0 0,0-1 0 0 0,0 1 0 0 0,0 0 0 0 0,0 0 0 0 0,0 0 0 0 0,0 0 0 0 0,0 0 0 0 0,0 0 0 0 0,0 0 0 0 0,0 0 0 0 0,0 1 0 0 0,0-1-1 0 0,0 0 1 0 0,0 0 0 0 0,0 1 0 0 0,0-1 0 0 0,0 1 0 0 0,1-1 0 0 0,-1 1 0 0 0,0-1 0 0 0,0 1 0 0 0,0-1 0 0 0,1 1 0 0 0,-1 0 0 0 0,0-1 0 0 0,1 1 0 0 0,-1 0 0 0 0,1 0-1 0 0,-1 0 1 0 0,1-1 0 0 0,-1 1 0 0 0,1 0 0 0 0,-1 0 0 0 0,1 0 0 0 0,0 0 0 0 0,-1 1 0 0 0,-12 42-665 0 0,11-37 577 0 0,1 0 23 0 0,0-1 0 0 0,0 0 0 0 0,1 1 0 0 0,-1-1 0 0 0,1 1 0 0 0,1-1 1 0 0,-1 0-1 0 0,1 1 0 0 0,1 5 0 0 0,-1-10 67 0 0,-1-1 1 0 0,0 0-1 0 0,1 0 0 0 0,-1 0 1 0 0,1 1-1 0 0,-1-1 0 0 0,1 0 1 0 0,0 0-1 0 0,0 0 0 0 0,-1 0 1 0 0,1 0-1 0 0,0 0 0 0 0,0-1 1 0 0,0 1-1 0 0,0 0 0 0 0,0 0 1 0 0,0 0-1 0 0,0-1 0 0 0,0 1 1 0 0,2 0-1 0 0,-1-1 6 0 0,0 1 0 0 0,-1-1-1 0 0,1 0 1 0 0,0-1 0 0 0,0 1-1 0 0,0 0 1 0 0,0 0 0 0 0,-1-1-1 0 0,1 1 1 0 0,0-1 0 0 0,0 0-1 0 0,-1 1 1 0 0,1-1 0 0 0,0 0-1 0 0,-1 0 1 0 0,1 0 0 0 0,-1 0 0 0 0,3-2-1 0 0,1-2 55 0 0,-1 1 0 0 0,1-1 1 0 0,-1 1-1 0 0,0-1 0 0 0,0-1 0 0 0,-1 1 0 0 0,6-11 0 0 0,-8 15-64 0 0,0 0-1 0 0,0-1 1 0 0,-1 1-1 0 0,1-1 1 0 0,0 0-1 0 0,0 1 1 0 0,-1-1-1 0 0,1 1 1 0 0,-1-1-1 0 0,0 0 1 0 0,1 1-1 0 0,-1-1 1 0 0,0 0-1 0 0,0 0 1 0 0,0 1-1 0 0,0-1 1 0 0,0 0-1 0 0,-1 1 1 0 0,1-1-1 0 0,0 0 1 0 0,-1 1-1 0 0,1-1 1 0 0,-1 0-1 0 0,0 1 1 0 0,1-1-1 0 0,-1 1 1 0 0,0-1-1 0 0,0 1 1 0 0,0-1-1 0 0,0 1 1 0 0,0 0-1 0 0,0-1 1 0 0,-2 0-1 0 0,2 2-80 0 0,1-1 0 0 0,0 1 0 0 0,-1 0-1 0 0,1 0 1 0 0,-1 0 0 0 0,1 0 0 0 0,0 0-1 0 0,-1 0 1 0 0,1 0 0 0 0,-1 0 0 0 0,1 0 0 0 0,0 0-1 0 0,-1 0 1 0 0,1 0 0 0 0,-1 0 0 0 0,1 0-1 0 0,0 0 1 0 0,-1 0 0 0 0,1 0 0 0 0,-1 0 0 0 0,1 1-1 0 0,0-1 1 0 0,-1 0 0 0 0,1 0 0 0 0,0 0-1 0 0,-1 1 1 0 0,1-1 0 0 0,0 0 0 0 0,-1 0 0 0 0,0 1-1 0 0</inkml:trace>
</inkml:ink>
</file>

<file path=ppt/ink/ink2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12.76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5 255 11522 0 0,'0'-1'128'0'0,"-1"0"-1"0"0,0 0 0 0 0,1 0 0 0 0,0 0 0 0 0,-1 0 0 0 0,1 0 0 0 0,0 0 0 0 0,-1-1 0 0 0,1 1 0 0 0,0 0 0 0 0,0 0 0 0 0,0 0 0 0 0,0 0 0 0 0,0 0 0 0 0,0 0 0 0 0,1-3 0 0 0,-1 4-42 0 0,0-1 0 0 0,1 1 0 0 0,-1-1 0 0 0,0 1 0 0 0,1-1 0 0 0,-1 1 0 0 0,1-1 0 0 0,-1 1 0 0 0,1-1 0 0 0,-1 1 0 0 0,1 0 0 0 0,-1-1 0 0 0,1 1 0 0 0,-1 0 0 0 0,1-1 0 0 0,-1 1 0 0 0,1 0 0 0 0,0 0 0 0 0,-1 0 0 0 0,1-1 0 0 0,1 1-1 0 0,0 0 44 0 0,1 0 0 0 0,-1 0 0 0 0,1 0-1 0 0,-1 0 1 0 0,1 0 0 0 0,-1 1 0 0 0,1 0-1 0 0,-1-1 1 0 0,1 1 0 0 0,-1 0 0 0 0,1 0-1 0 0,-1 0 1 0 0,3 2 0 0 0,16 12 188 0 0,-1 1 0 0 0,0 1 0 0 0,-2 1 0 0 0,30 36-1 0 0,-34-36-152 0 0,1-1 0 0 0,1 0 0 0 0,1-2 0 0 0,0 1 0 0 0,1-2 0 0 0,35 22 0 0 0,-40-29-14 0 0,0 0 0 0 0,0-2-1 0 0,0 0 1 0 0,1 0 0 0 0,0-1-1 0 0,25 4 1 0 0,-35-8-99 0 0,0 1 0 0 0,0-1 0 0 0,0 0 0 0 0,0-1-1 0 0,0 1 1 0 0,0-1 0 0 0,0 1 0 0 0,0-1 0 0 0,0-1 0 0 0,0 1 0 0 0,0 0 0 0 0,-1-1-1 0 0,1 0 1 0 0,0 0 0 0 0,-1 0 0 0 0,0 0 0 0 0,1 0 0 0 0,-1-1 0 0 0,0 0 0 0 0,0 1-1 0 0,0-1 1 0 0,-1 0 0 0 0,1 0 0 0 0,-1-1 0 0 0,0 1 0 0 0,1 0 0 0 0,-2-1 0 0 0,4-6-1 0 0,2-7 62 0 0,-1 0-1 0 0,-1 0 0 0 0,0-1 0 0 0,-2 1 0 0 0,3-27 0 0 0,-1-94 75 0 0,-1 17-217 0 0,-3 107-178 0 0,-1 8 12 0 0,1 0 1 0 0,-1 0-1 0 0,1 0 1 0 0,0 1 0 0 0,0-1-1 0 0,1 0 1 0 0,-1 0-1 0 0,1 0 1 0 0,4-7 0 0 0,-8 37-8708 0 0,5 25 7326 0 0,-3-48 1574 0 0,1 19-29 0 0,0-2-26 0 0</inkml:trace>
</inkml:ink>
</file>

<file path=ppt/ink/ink2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12.97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3225 0 0,'0'0'142'0'0,"11"29"1471"0"0,48 171 6027 0 0,-22-65-9482 0 0,-31-118-2111 0 0</inkml:trace>
</inkml:ink>
</file>

<file path=ppt/ink/ink2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13.24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43 1840 0 0,'2'-3'195'0'0,"0"0"0"0"0,0 0 0 0 0,0 0-1 0 0,0 1 1 0 0,0-1 0 0 0,0 1-1 0 0,1-1 1 0 0,0 1 0 0 0,-1 0 0 0 0,1 0-1 0 0,0 0 1 0 0,0 0 0 0 0,0 1-1 0 0,0-1 1 0 0,0 1 0 0 0,0 0 0 0 0,0-1-1 0 0,1 2 1 0 0,-1-1 0 0 0,0 0-1 0 0,1 1 1 0 0,-1-1 0 0 0,7 1 0 0 0,-7 0 39 0 0,1-1-1 0 0,0 1 1 0 0,0 1 0 0 0,0-1 0 0 0,0 0 0 0 0,0 1 0 0 0,-1 0 0 0 0,1 0 0 0 0,0 0 0 0 0,0 0 0 0 0,-1 1 0 0 0,1 0 0 0 0,-1-1 0 0 0,0 1 0 0 0,1 0 0 0 0,-1 1 0 0 0,0-1 0 0 0,0 0 0 0 0,0 1-1 0 0,4 5 1 0 0,-3-1-16 0 0,0 0 0 0 0,-1 0 0 0 0,0 0 0 0 0,0 0 0 0 0,0 0 0 0 0,-1 1 0 0 0,0-1 0 0 0,-1 1 0 0 0,0-1 0 0 0,0 1 0 0 0,0-1-1 0 0,-1 1 1 0 0,0 0 0 0 0,-1 0 0 0 0,0-1 0 0 0,0 1 0 0 0,-1-1 0 0 0,1 1 0 0 0,-2-1 0 0 0,-5 14 0 0 0,-4 6-265 0 0,-2-2 0 0 0,-1 0 0 0 0,-1 0-1 0 0,-21 24 1 0 0,26-35-701 0 0</inkml:trace>
</inkml:ink>
</file>

<file path=ppt/ink/ink2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13.54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 0 9674 0 0,'-1'13'5954'0'0,"-3"7"-3770"0"0,-4 41-1400 0 0,6-13-434 0 0,0 89 422 0 0,3-122-1144 0 0,1 0 0 0 0,0-1 0 0 0,1 1 1 0 0,1-1-1 0 0,0 1 0 0 0,12 26 1 0 0,-15-39 101 0 0,-1-1 0 0 0,1 1 0 0 0,0-1 0 0 0,-1 1 0 0 0,1-1 0 0 0,0 0 0 0 0,0 1 0 0 0,0-1-1 0 0,0 0 1 0 0,0 0 0 0 0,1 0 0 0 0,-1 0 0 0 0,0 0 0 0 0,0 0 0 0 0,1 0 0 0 0,1 1 0 0 0</inkml:trace>
</inkml:ink>
</file>

<file path=ppt/ink/ink2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13.79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0 105 456 0 0,'0'-4'379'0'0,"1"-1"-1"0"0,-1 1 0 0 0,1 0 1 0 0,0 0-1 0 0,0-1 1 0 0,1 1-1 0 0,-1 0 1 0 0,1 0-1 0 0,0 0 0 0 0,0 1 1 0 0,0-1-1 0 0,1 0 1 0 0,-1 1-1 0 0,1-1 1 0 0,0 1-1 0 0,0 0 0 0 0,0 0 1 0 0,0 0-1 0 0,0 1 1 0 0,1-1-1 0 0,-1 1 1 0 0,1-1-1 0 0,0 1 0 0 0,0 0 1 0 0,-1 0-1 0 0,1 1 1 0 0,9-3-1 0 0,-4 1-81 0 0,1 1-1 0 0,1-1 1 0 0,-1 2 0 0 0,0-1-1 0 0,0 2 1 0 0,1-1 0 0 0,-1 1-1 0 0,0 1 1 0 0,0 0-1 0 0,21 4 1 0 0,-27-3-232 0 0,1 0 0 0 0,0-1-1 0 0,-1 2 1 0 0,1-1 0 0 0,-1 0 0 0 0,0 1 0 0 0,0 0-1 0 0,0 0 1 0 0,0 0 0 0 0,0 0 0 0 0,0 1 0 0 0,-1-1 0 0 0,0 1-1 0 0,0 0 1 0 0,0 0 0 0 0,0 0 0 0 0,0 1 0 0 0,-1-1-1 0 0,0 1 1 0 0,0-1 0 0 0,0 1 0 0 0,-1 0 0 0 0,1 0-1 0 0,-1-1 1 0 0,1 9 0 0 0,-1-4 17 0 0,-1-1-1 0 0,1 0 1 0 0,-2 1 0 0 0,1-1-1 0 0,-1 0 1 0 0,0 1 0 0 0,-1-1-1 0 0,0 0 1 0 0,0 0 0 0 0,-1 0-1 0 0,0 0 1 0 0,0-1 0 0 0,-1 1-1 0 0,-7 11 1 0 0,-1-3-197 0 0,-1-1-1 0 0,0 0 1 0 0,-2 0 0 0 0,1-2-1 0 0,-24 17 1 0 0,20-16-5776 0 0</inkml:trace>
</inkml:ink>
</file>

<file path=ppt/ink/ink2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15.91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68 128 3657 0 0,'-7'-15'291'0'0,"0"1"1"0"0,2-1-1 0 0,-5-20 1 0 0,7 25 1144 0 0,1 0-1 0 0,1-1 1 0 0,-1-6 5924 0 0,0 30-4750 0 0,-7 56-2550 0 0,8-28-79 0 0,1 0 0 0 0,3 0 0 0 0,11 59 0 0 0,-14-95 55 0 0,0 0-1 0 0,0-1 1 0 0,0 1-1 0 0,-1 0 1 0 0,1-1-1 0 0,-1 1 1 0 0,-3 8 0 0 0,2-7 0 0 0,1-1 1 0 0,0 1-1 0 0,0-1 0 0 0,0 1 1 0 0,0-1-1 0 0,1 1 1 0 0,0 5-1 0 0,1-8 9 0 0,0 0 0 0 0,0 0 0 0 0,0-1 0 0 0,0 1 0 0 0,0-1 0 0 0,0 1 0 0 0,1-1 0 0 0,0 1 0 0 0,-1-1 0 0 0,1 0 0 0 0,0 0 0 0 0,0 0 0 0 0,0 0 0 0 0,0 0 0 0 0,0 0 0 0 0,0 0 0 0 0,1-1 0 0 0,-1 1 0 0 0,4 1 0 0 0,8 6 67 0 0,-12-8-120 0 0,-1-1 0 0 0,0 1 0 0 0,0-1 0 0 0,0 0 0 0 0,1 0 0 0 0,-1 0 0 0 0,0 0 0 0 0,0 0 0 0 0,0 0 0 0 0,1 0 0 0 0,-1 0 0 0 0,0 0 0 0 0,0 0 0 0 0,0-1 0 0 0,1 1 0 0 0,-1-1 0 0 0,0 1 0 0 0,0-1 0 0 0,0 1 0 0 0,0-1 0 0 0,0 1 0 0 0,0-1 0 0 0,0 0 0 0 0,0 0 0 0 0,0 1 0 0 0,0-1 0 0 0,0 0 0 0 0,-1 0 0 0 0,1 0 0 0 0,1-1 0 0 0,24-34-4000 0 0,-59 41-7678 0 0,31-5 11808 0 0,1 1-1 0 0,0-1 1 0 0,-1 1-1 0 0,1 0 0 0 0,0-1 1 0 0,-1 1-1 0 0,1 0 0 0 0,0 0 1 0 0,0 0-1 0 0,-1 0 1 0 0,1 0-1 0 0,0 0 0 0 0,0 0 1 0 0,0 0-1 0 0,0 0 1 0 0,0 1-1 0 0,1-1 0 0 0,-1 0 1 0 0,0 1-1 0 0,1-1 1 0 0,-1 1-1 0 0,1-1 0 0 0,-1 0 1 0 0,1 1-1 0 0,-1-1 1 0 0,1 1-1 0 0,0-1 0 0 0,0 1 1 0 0,0 0-1 0 0,0-1 1 0 0,0 1-1 0 0,0-1 0 0 0,0 1 1 0 0,1-1-1 0 0,-1 1 1 0 0,1-1-1 0 0,-1 0 0 0 0,1 1 1 0 0,-1-1-1 0 0,1 1 0 0 0,0-1 1 0 0,-1 0-1 0 0,1 1 1 0 0,0-1-1 0 0,0 0 0 0 0,0 0 1 0 0,0 0-1 0 0,0 0 1 0 0,2 2-1 0 0,-1-2 15 0 0,-1 1 0 0 0,1-1 0 0 0,0 0 0 0 0,0 1 0 0 0,0-1 0 0 0,0 0 0 0 0,0 0 0 0 0,0 0 0 0 0,1 0 0 0 0,-1 0 0 0 0,0-1 0 0 0,0 1 0 0 0,1-1 0 0 0,-1 1 0 0 0,0-1 0 0 0,1 0 0 0 0,-1 0 0 0 0,0 0 0 0 0,1 0 0 0 0,-1-1 0 0 0,0 1 0 0 0,0 0 0 0 0,1-1 0 0 0,-1 0 0 0 0,0 1-1 0 0,0-1 1 0 0,1 0 0 0 0,-1 0 0 0 0,0 0 0 0 0,0-1 0 0 0,0 1 0 0 0,-1 0 0 0 0,4-3 0 0 0,-3 2-94 0 0,-1 1 1 0 0,0-1-1 0 0,1 0 0 0 0,-1 0 0 0 0,0 1 0 0 0,0-1 0 0 0,0 0 0 0 0,0 0 1 0 0,0 0-1 0 0,-1 0 0 0 0,1 0 0 0 0,-1 0 0 0 0,1 0 0 0 0,-1 0 0 0 0,0-1 0 0 0,1 1 1 0 0,-1 0-1 0 0,0 0 0 0 0,0 0 0 0 0,-1-4 0 0 0,0 2-62 0 0,0 0 1 0 0,0 1-1 0 0,-1-1 0 0 0,1 0 1 0 0,-1 0-1 0 0,0 1 0 0 0,0-1 1 0 0,0 1-1 0 0,-1-1 0 0 0,-4-4 0 0 0,4 4-55 0 0,-1 1-1 0 0,1-1 0 0 0,-1 1 0 0 0,0 0 1 0 0,0 1-1 0 0,0-1 0 0 0,0 1 0 0 0,0-1 0 0 0,-6-1 1 0 0,8 3 34 0 0,0 1 0 0 0,0-1 0 0 0,-1 0-1 0 0,1 1 1 0 0,-1-1 0 0 0,1 1 0 0 0,-1 0 0 0 0,1 0 0 0 0,0 0 0 0 0,-1 0 0 0 0,1 0 0 0 0,-1 1 0 0 0,1-1 0 0 0,0 1 0 0 0,-1-1 0 0 0,1 1 0 0 0,-4 2 0 0 0,2-1 25 0 0,1 1 0 0 0,-1 0-1 0 0,1 0 1 0 0,0 1 0 0 0,0-1-1 0 0,0 1 1 0 0,1-1 0 0 0,-1 1 0 0 0,1 0-1 0 0,0 0 1 0 0,0 0 0 0 0,0 0 0 0 0,0 1-1 0 0,-1 5 1 0 0,-1 3-33 0 0,1 0 0 0 0,0 0 0 0 0,-1 22 0 0 0,4-32 111 0 0,0 0 0 0 0,0 0 0 0 0,1 0 0 0 0,-1 0 0 0 0,1 0 0 0 0,-1 0 0 0 0,1 0 0 0 0,0 0 0 0 0,0 0 0 0 0,1-1 0 0 0,-1 1 0 0 0,0 0-1 0 0,1-1 1 0 0,0 1 0 0 0,0-1 0 0 0,-1 1 0 0 0,4 2 0 0 0,-4-5-31 0 0,0 1-1 0 0,0 0 0 0 0,0 0 1 0 0,0-1-1 0 0,0 1 1 0 0,0-1-1 0 0,0 1 0 0 0,0-1 1 0 0,1 1-1 0 0,-1-1 1 0 0,0 1-1 0 0,0-1 0 0 0,0 0 1 0 0,1 0-1 0 0,-1 0 1 0 0,0 0-1 0 0,0 0 0 0 0,1 0 1 0 0,-1 0-1 0 0,0 0 1 0 0,0 0-1 0 0,0-1 0 0 0,1 1 1 0 0,-1 0-1 0 0,0-1 0 0 0,0 1 1 0 0,0-1-1 0 0,0 1 1 0 0,0-1-1 0 0,0 0 0 0 0,0 1 1 0 0,0-1-1 0 0,0 0 1 0 0,0 0-1 0 0,0 0 0 0 0,0 0 1 0 0,0 1-1 0 0,0-1 1 0 0,-1 0-1 0 0,1-1 0 0 0,-1 1 1 0 0,1 0-1 0 0,0-1 1 0 0,1-2 130 0 0,0-1 0 0 0,-1 1 1 0 0,0 0-1 0 0,1 0 0 0 0,-1-1 1 0 0,-1 1-1 0 0,1-1 0 0 0,-1 1 1 0 0,0-1-1 0 0,0 1 0 0 0,0-1 1 0 0,0 1-1 0 0,-1-1 0 0 0,0 1 1 0 0,-1-5-1 0 0,0 2-51 0 0,1 1-1 0 0,-1-1 1 0 0,-1 1-1 0 0,1 0 1 0 0,-1 0-1 0 0,0 0 1 0 0,0 0-1 0 0,-1 0 1 0 0,-7-8-1 0 0,11 13-105 0 0,-1 1 0 0 0,1-1 0 0 0,-1 0 0 0 0,0 1 0 0 0,0-1 0 0 0,1 1 0 0 0,-1-1 0 0 0,0 1 0 0 0,0-1 0 0 0,0 1 0 0 0,0 0 0 0 0,1-1 0 0 0,-1 1 0 0 0,0 0 0 0 0,0-1 0 0 0,0 1 0 0 0,0 0-1 0 0,0 0 1 0 0,0 0 0 0 0,0 0 0 0 0,0 0 0 0 0,0 0 0 0 0,0 0 0 0 0,0 0 0 0 0,0 1 0 0 0,1-1 0 0 0,-1 0 0 0 0,0 1 0 0 0,0-1 0 0 0,0 0 0 0 0,0 1 0 0 0,0-1 0 0 0,1 1 0 0 0,-1-1 0 0 0,0 1 0 0 0,0-1 0 0 0,1 1 0 0 0,-1 0 0 0 0,0-1-1 0 0,1 1 1 0 0,-1 0 0 0 0,1 0 0 0 0,-1-1 0 0 0,1 1 0 0 0,-1 0 0 0 0,0 1 0 0 0,-1 1-181 0 0,1 0 0 0 0,-1 0-1 0 0,1 0 1 0 0,0 1 0 0 0,0-1-1 0 0,0 0 1 0 0,0 0 0 0 0,0 1-1 0 0,1-1 1 0 0,-1 0 0 0 0,1 1 0 0 0,0 3-1 0 0,2 1-935 0 0</inkml:trace>
</inkml:ink>
</file>

<file path=ppt/ink/ink2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18.50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106 49 2761 0 0,'0'-2'7767'0'0,"22"17"-6146"0"0,-13-16-642 0 0,-10-16-544 0 0,1 15-391 0 0,0 0 0 0 0,-1 0 0 0 0,0-1 0 0 0,1 1 0 0 0,-1 0 0 0 0,0 0 0 0 0,0 0 0 0 0,0 0 0 0 0,-1 0 0 0 0,1 0 0 0 0,0 0 0 0 0,-1 0 0 0 0,1 1 0 0 0,-1-1 0 0 0,0 1 0 0 0,1-1 0 0 0,-1 1 0 0 0,0-1 0 0 0,0 1 0 0 0,0 0 0 0 0,0 0 0 0 0,0 0 0 0 0,0 0 0 0 0,-5-1 0 0 0,5 2 8 0 0,-1 0 0 0 0,0 0 0 0 0,1 0-1 0 0,-1 1 1 0 0,1-1 0 0 0,-1 1 0 0 0,1 0 0 0 0,-1 0 0 0 0,1 0-1 0 0,-1 0 1 0 0,1 0 0 0 0,0 0 0 0 0,-1 1 0 0 0,1-1 0 0 0,0 1-1 0 0,0 0 1 0 0,0-1 0 0 0,0 1 0 0 0,1 0 0 0 0,-1 0 0 0 0,-2 4-1 0 0,0-1-13 0 0,1 0 0 0 0,0 0-1 0 0,0 0 1 0 0,1 0-1 0 0,0 0 1 0 0,0 0-1 0 0,0 1 1 0 0,-2 10 0 0 0,4-15-29 0 0,-1 0 0 0 0,1 1 0 0 0,0-1 0 0 0,0 0 0 0 0,0 0 0 0 0,0 0 0 0 0,0 0 0 0 0,1 0 0 0 0,-1 0 0 0 0,0 0 0 0 0,0 1 0 0 0,1-1 0 0 0,-1 0 0 0 0,1 0 0 0 0,-1 0 0 0 0,1 0 0 0 0,-1 0 0 0 0,1 0 0 0 0,1 1 0 0 0,-1-1 20 0 0,0 0 0 0 0,1-1 0 0 0,-1 1 0 0 0,0-1 1 0 0,1 1-1 0 0,-1-1 0 0 0,1 1 0 0 0,-1-1 0 0 0,0 0 0 0 0,1 0 0 0 0,-1 0 0 0 0,1 0 0 0 0,-1 0 0 0 0,1 0 0 0 0,-1 0 1 0 0,1 0-1 0 0,-1 0 0 0 0,0-1 0 0 0,1 1 0 0 0,1-1 0 0 0,-2 1 2 0 0,-1 0 0 0 0,1-1 0 0 0,0 1 0 0 0,0 0-1 0 0,0 0 1 0 0,0-1 0 0 0,0 1 0 0 0,-1 0 0 0 0,1-1 0 0 0,0 1 0 0 0,0-1 0 0 0,-1 1 0 0 0,1-1-1 0 0,0 0 1 0 0,0 1 0 0 0,-1-1 0 0 0,1 0 0 0 0,-1 1 0 0 0,1-1 0 0 0,-1 0 0 0 0,1 0 0 0 0,-1 1-1 0 0,1-1 1 0 0,-1 0 0 0 0,0 0 0 0 0,1 0 0 0 0,-1 0 0 0 0,0 1 0 0 0,0-1 0 0 0,0 0 0 0 0,0 0-1 0 0,0 0 1 0 0,0-1 0 0 0,0 0 7 0 0,0 0-1 0 0,-1 0 1 0 0,1 0-1 0 0,-1 0 0 0 0,0 0 1 0 0,0 0-1 0 0,0 0 1 0 0,0 0-1 0 0,0 0 1 0 0,0 1-1 0 0,0-1 1 0 0,-1 0-1 0 0,-2-2 0 0 0,3 2-15 0 0,-1 1-1 0 0,1 0 1 0 0,-1-1-1 0 0,0 1 1 0 0,1 0-1 0 0,-1 0 0 0 0,0 0 1 0 0,0 0-1 0 0,1 0 1 0 0,-1 1-1 0 0,0-1 0 0 0,0 0 1 0 0,0 1-1 0 0,0-1 1 0 0,-2 1-1 0 0,3 0-3 0 0,-1 0-1 0 0,1 0 0 0 0,0 1 1 0 0,0-1-1 0 0,0 0 1 0 0,0 1-1 0 0,0-1 1 0 0,0 1-1 0 0,0-1 1 0 0,-1 1-1 0 0,1-1 1 0 0,1 1-1 0 0,-1 0 0 0 0,0-1 1 0 0,0 1-1 0 0,0 0 1 0 0,0 0-1 0 0,0 0 1 0 0,1 0-1 0 0,-1 0 1 0 0,0 0-1 0 0,1 0 0 0 0,-1 0 1 0 0,1 0-1 0 0,-1 0 1 0 0,1 0-1 0 0,-1 0 1 0 0,1 2-1 0 0,-1-1-16 0 0,0 0 0 0 0,0 0 0 0 0,1 0 0 0 0,-1 0 0 0 0,1 0 0 0 0,0 0 0 0 0,-1 0 0 0 0,1 0 0 0 0,0 0 0 0 0,0 0 0 0 0,1 0 0 0 0,-1 0-1 0 0,0 0 1 0 0,1 0 0 0 0,-1 0 0 0 0,1 0 0 0 0,-1 0 0 0 0,3 4 0 0 0,-2-5-4 0 0,0 0-1 0 0,0 0 1 0 0,0 0-1 0 0,0 1 0 0 0,0-1 1 0 0,1 0-1 0 0,-1-1 1 0 0,0 1-1 0 0,1 0 1 0 0,-1 0-1 0 0,1-1 1 0 0,-1 1-1 0 0,1 0 1 0 0,-1-1-1 0 0,1 0 1 0 0,-1 1-1 0 0,1-1 0 0 0,0 0 1 0 0,1 0-1 0 0,1 1 21 0 0,0-1-1 0 0,-1-1 0 0 0,1 1 0 0 0,0-1 0 0 0,-1 1 0 0 0,1-1 0 0 0,0 0 0 0 0,-1 0 0 0 0,1-1 0 0 0,-1 1 1 0 0,1-1-1 0 0,-1 0 0 0 0,0 0 0 0 0,0 0 0 0 0,0 0 0 0 0,0 0 0 0 0,0-1 0 0 0,0 1 0 0 0,-1-1 0 0 0,3-3 1 0 0,-2 3-3 0 0,-1 0 1 0 0,0 0-1 0 0,-1-1 1 0 0,1 1-1 0 0,-1-1 1 0 0,1 1-1 0 0,-1-1 1 0 0,0 0-1 0 0,0 1 1 0 0,0-7-1 0 0,-1 9-29 0 0,0 1 0 0 0,0-1-1 0 0,0 0 1 0 0,0 0 0 0 0,0 0 0 0 0,-1 0 0 0 0,1 0 0 0 0,0 0-1 0 0,-1 0 1 0 0,1 0 0 0 0,0 1 0 0 0,-1-1 0 0 0,1 0 0 0 0,-1 0-1 0 0,0 0 1 0 0,1 1 0 0 0,-1-1 0 0 0,1 0 0 0 0,-1 1 0 0 0,0-1-1 0 0,0 0 1 0 0,1 1 0 0 0,-1-1 0 0 0,0 1 0 0 0,0-1 0 0 0,0 1-1 0 0,0 0 1 0 0,1-1 0 0 0,-1 1 0 0 0,0 0 0 0 0,0 0-1 0 0,0-1 1 0 0,0 1 0 0 0,0 0 0 0 0,0 0 0 0 0,0 0 0 0 0,0 0-1 0 0,0 0 1 0 0,0 0 0 0 0,0 1 0 0 0,0-1 0 0 0,1 0 0 0 0,-3 1-1 0 0,-25 6-2420 0 0,12 2-4474 0 0</inkml:trace>
</inkml:ink>
</file>

<file path=ppt/ink/ink2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18.91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84 122 2304 0 0,'-42'-1'2550'0'0,"0"0"5896"0"0,63-6-2962 0 0,15-6-4498 0 0,49-5 155 0 0,129-8 0 0 0,91 12-814 0 0,-148 8 148 0 0,26 5-9 0 0,-91 2-141 0 0,-90-1-331 0 0,-1 1 0 0 0,1-1 0 0 0,0 0 0 0 0,0-1 0 0 0,0 1 0 0 0,-1 0 0 0 0,1 0 0 0 0,0-1 0 0 0,0 1 0 0 0,0-1 0 0 0,-1 0 0 0 0,1 1 0 0 0,0-1 0 0 0,-1 0 0 0 0,1 0 0 0 0,-1 0 0 0 0,1 0-1 0 0,-1 0 1 0 0,1 0 0 0 0,-1-1 0 0 0,0 1 0 0 0,2-2 0 0 0,5-16-3878 0 0</inkml:trace>
</inkml:ink>
</file>

<file path=ppt/ink/ink2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19.38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64 145 14283 0 0,'-13'1'738'0'0,"9"-1"-745"0"0,1 1 0 0 0,-1-1 0 0 0,0 0 0 0 0,1 1 0 0 0,-1 0 0 0 0,1 0 0 0 0,-1 0 0 0 0,-3 2 0 0 0,5-2 82 0 0,1 0 0 0 0,0 0 0 0 0,0 0 0 0 0,0 0 0 0 0,0 1 0 0 0,0-1 1 0 0,0 0-1 0 0,1 0 0 0 0,-1 1 0 0 0,0-1 0 0 0,0 1 0 0 0,1-1 0 0 0,-1 0 0 0 0,1 1 0 0 0,0-1 0 0 0,-1 1 0 0 0,1-1 0 0 0,0 1 0 0 0,0-1 0 0 0,0 1 0 0 0,0 0 0 0 0,0-1 0 0 0,0 1 0 0 0,0 1 0 0 0,1 8 38 0 0,1-1-1 0 0,0 1 1 0 0,0-1-1 0 0,1 1 1 0 0,0-1 0 0 0,1 0-1 0 0,0 0 1 0 0,1 0-1 0 0,0-1 1 0 0,0 1-1 0 0,1-1 1 0 0,0 0-1 0 0,1-1 1 0 0,0 0-1 0 0,0 0 1 0 0,1 0 0 0 0,0-1-1 0 0,0 0 1 0 0,0 0-1 0 0,1-1 1 0 0,0-1-1 0 0,1 1 1 0 0,-1-1-1 0 0,1-1 1 0 0,0 0 0 0 0,0 0-1 0 0,0-1 1 0 0,1 0-1 0 0,-1-1 1 0 0,1 0-1 0 0,0-1 1 0 0,20 1-1 0 0,-28-2-86 0 0,1 0 0 0 0,-1 0 0 0 0,1 0 0 0 0,-1-1 0 0 0,1 1 1 0 0,-1-1-1 0 0,0 0 0 0 0,1 0 0 0 0,-1 0 0 0 0,0 0 0 0 0,0-1 0 0 0,0 1 0 0 0,0-1 0 0 0,0 0 0 0 0,0 0 0 0 0,0 0 0 0 0,0 0 0 0 0,4-5 0 0 0,-5 3 19 0 0,0 1 1 0 0,1-1-1 0 0,-1 0 1 0 0,0 0-1 0 0,-1 0 1 0 0,1 0-1 0 0,-1 0 1 0 0,1 0-1 0 0,-1-1 1 0 0,-1 1-1 0 0,1 0 1 0 0,-1-1-1 0 0,1-4 1 0 0,-2-4 70 0 0,0 0 0 0 0,0 0 0 0 0,-1 0 0 0 0,-1 0 0 0 0,0 0 0 0 0,-1 1 0 0 0,0-1 0 0 0,-11-21 0 0 0,6 19-69 0 0,0 0 0 0 0,-1 1 0 0 0,0 0 1 0 0,-1 0-1 0 0,-1 1 0 0 0,0 1 0 0 0,-25-20 0 0 0,26 24-221 0 0,0 0-1 0 0,-1 1 1 0 0,0 0-1 0 0,0 1 0 0 0,-1 0 1 0 0,0 1-1 0 0,0 0 0 0 0,0 1 1 0 0,0 1-1 0 0,-19-3 1 0 0,19 6-877 0 0,3 1-235 0 0</inkml:trace>
</inkml:ink>
</file>

<file path=ppt/ink/ink2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19.88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38 1840 0 0,'2'7'14041'0'0,"18"27"-11662"0"0,1-10-318 0 0,-10-10-1556 0 0,1-1 0 0 0,1 1-1 0 0,22 17 1 0 0,-33-29-506 0 0,2 1 0 0 0,-1-1 0 0 0,0 0 0 0 0,0 0 0 0 0,1 0 0 0 0,-1-1 0 0 0,1 1 0 0 0,-1-1 0 0 0,1 0 0 0 0,0 0 1 0 0,0 0-1 0 0,-1 0 0 0 0,1-1 0 0 0,0 0 0 0 0,0 1 0 0 0,0-2 0 0 0,0 1 0 0 0,-1 0 0 0 0,1-1 0 0 0,0 1 0 0 0,0-1 0 0 0,5-2 0 0 0,-5 1-6 0 0,-1 1-1 0 0,0-1 1 0 0,0 0 0 0 0,0 0 0 0 0,0-1-1 0 0,-1 1 1 0 0,1 0 0 0 0,0-1-1 0 0,-1 0 1 0 0,0 0 0 0 0,0 1-1 0 0,0-1 1 0 0,0 0 0 0 0,0-1-1 0 0,0 1 1 0 0,-1 0 0 0 0,1-1-1 0 0,-1 1 1 0 0,0 0 0 0 0,0-1-1 0 0,0-5 1 0 0,1-8 2 0 0,0 0 0 0 0,-2 0 0 0 0,-1-24 0 0 0,0 8 398 0 0,4 41-286 0 0,1-1 0 0 0,0 0-1 0 0,7 11 1 0 0,-4-7-72 0 0,0-1 1 0 0,1 1-1 0 0,0-2 1 0 0,0 1-1 0 0,1-1 0 0 0,0 0 1 0 0,20 14-1 0 0,-24-20-349 0 0,1 1 1 0 0,-1-1-1 0 0,1 0 0 0 0,0 0 0 0 0,0 0 0 0 0,0-1 0 0 0,1 0 1 0 0,-1 0-1 0 0,0-1 0 0 0,1 0 0 0 0,-1 0 0 0 0,1 0 0 0 0,0-1 1 0 0,-1 0-1 0 0,1 0 0 0 0,8-2 0 0 0</inkml:trace>
</inkml:ink>
</file>

<file path=ppt/ink/ink2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20.14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40 17 8754 0 0,'-13'-9'91'0'0,"-13"1"11177"0"0,27 25-10282 0 0,11 29-373 0 0,2-2 0 0 0,2 0 0 0 0,38 75 0 0 0,-38-86-479 0 0,37 70-107 0 0,8 20-761 0 0,-26-37-7249 0 0,-30-70 1518 0 0</inkml:trace>
</inkml:ink>
</file>

<file path=ppt/ink/ink2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20.34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27 134 7370 0 0,'-1'-1'133'0'0,"0"1"1"0"0,-1 0 0 0 0,1 0-1 0 0,0-1 1 0 0,0 1 0 0 0,-1-1-1 0 0,1 1 1 0 0,0-1 0 0 0,0 1 0 0 0,0-1-1 0 0,0 0 1 0 0,0 1 0 0 0,-1-1-1 0 0,2 0 1 0 0,-1 0 0 0 0,0 0-1 0 0,0 0 1 0 0,0 0 0 0 0,0 0 0 0 0,0 0-1 0 0,1 0 1 0 0,-1 0 0 0 0,1-1-1 0 0,-1 1 1 0 0,1 0 0 0 0,-1-2-1 0 0,1 2 97 0 0,0-1 0 0 0,1 0 0 0 0,-1 1-1 0 0,1-1 1 0 0,-1 1 0 0 0,1-1-1 0 0,0 0 1 0 0,-1 1 0 0 0,1-1 0 0 0,0 1-1 0 0,0 0 1 0 0,0-1 0 0 0,0 1-1 0 0,1 0 1 0 0,-1 0 0 0 0,0-1 0 0 0,0 1-1 0 0,1 0 1 0 0,-1 0 0 0 0,3-1-1 0 0,13-9 855 0 0,0 1-1 0 0,1 1 0 0 0,0 1 0 0 0,35-12 1 0 0,34-3-2430 0 0</inkml:trace>
</inkml:ink>
</file>

<file path=ppt/ink/ink2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23.74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52 123 4729 0 0,'-3'-8'111'0'0,"0"0"0"0"0,0 0 0 0 0,1-1 0 0 0,-2-10 0 0 0,-32-52 16989 0 0,42 83-16154 0 0,-2-6-937 0 0,0 1 0 0 0,0-1 1 0 0,-1 1-1 0 0,1 0 0 0 0,-2 0 0 0 0,1 0 0 0 0,-1 0 0 0 0,0 0 0 0 0,2 12 0 0 0,-4 56 535 0 0,59 281-544 0 0,-31-218 0 0 0,14 214 0 0 0,-38-190 152 0 0,10 149 256 0 0,31 299 251 0 0,-41-474-618 0 0,6 69 3 0 0,4-55 40 0 0,10 67 64 0 0,23 78-20 0 0,-42-261-115 0 0,-4-18-68 0 0,1 0 0 0 0,7 24 0 0 0,-9-41 26 0 0,0 1 0 0 0,0 0 0 0 0,0 0-1 0 0,0 0 1 0 0,0 0 0 0 0,0 0 0 0 0,0 0 0 0 0,0-1-1 0 0,1 1 1 0 0,-1 0 0 0 0,0 0 0 0 0,0 0-1 0 0,0 0 1 0 0,0 0 0 0 0,0 0 0 0 0,0 0-1 0 0,0 0 1 0 0,1 0 0 0 0,-1-1 0 0 0,0 1-1 0 0,0 0 1 0 0,0 0 0 0 0,0 0 0 0 0,0 0-1 0 0,0 0 1 0 0,1 0 0 0 0,-1 0 0 0 0,0 0 0 0 0,0 0-1 0 0,0 0 1 0 0,0 0 0 0 0,0 0 0 0 0,1 0-1 0 0,-1 0 1 0 0,0 0 0 0 0,0 0 0 0 0,0 0-1 0 0,0 0 1 0 0,0 0 0 0 0,1 0 0 0 0,-1 1-1 0 0,0-1 1 0 0,0 0 0 0 0,0 0 0 0 0,0 0-1 0 0,0 0 1 0 0,0 0 0 0 0,0 0 0 0 0,1 0-1 0 0,-1 0 1 0 0,0 0 0 0 0,0 1 0 0 0,0-1 0 0 0,0 0-1 0 0,0 0 1 0 0,3-13-1149 0 0,-1 3 345 0 0</inkml:trace>
</inkml:ink>
</file>

<file path=ppt/ink/ink2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24.25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128 84 3177 0 0,'-24'-9'140'0'0,"-29"-9"1193"0"0,49 17-572 0 0,0 1 0 0 0,0-1 1 0 0,0 0-1 0 0,0 1 0 0 0,0 0 0 0 0,-1 0 0 0 0,1 0 0 0 0,0 0 0 0 0,0 1 1 0 0,-6 1-1 0 0,31-11 1866 0 0,-4 1-390 0 0,1 0 0 0 0,1 1-1 0 0,19-4 1 0 0,19 4-2232 0 0,-1 3 0 0 0,1 2-1 0 0,76 7 1 0 0,8 0 14 0 0,-107-6-278 0 0,1 3 0 0 0,-1 0 0 0 0,0 2 1 0 0,41 11-1 0 0,-72-14 347 0 0</inkml:trace>
</inkml:ink>
</file>

<file path=ppt/ink/ink2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24.62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20 1 2304 0 0,'-1'1'-310'0'0,"-17"32"13924"0"0,36-25-11404 0 0,-4-3-1704 0 0,-1 0-1 0 0,0 0 0 0 0,0 1 0 0 0,0 1 0 0 0,-1 0 0 0 0,0 0 1 0 0,0 1-1 0 0,-1 1 0 0 0,0 0 0 0 0,-1 1 0 0 0,18 20 0 0 0,-2 4-533 0 0,-1 1-1 0 0,30 61 0 0 0,-48-84 147 0 0,7 13-75 0 0,42 70-1033 0 0,-56-95 936 0 0,0 0 0 0 0,0 1 1 0 0,1-1-1 0 0,-1 0 0 0 0,0 1 0 0 0,0-1 0 0 0,1 0 1 0 0,-1 0-1 0 0,0 1 0 0 0,0-1 0 0 0,1 0 0 0 0,-1 0 1 0 0,0 0-1 0 0,1 1 0 0 0,-1-1 0 0 0,0 0 0 0 0,1 0 1 0 0,-1 0-1 0 0,0 0 0 0 0,1 0 0 0 0,-1 1 0 0 0,0-1 1 0 0,1 0-1 0 0,-1 0 0 0 0,0 0 0 0 0,1 0 0 0 0,-1 0 1 0 0,1 0-1 0 0,-1 0 0 0 0,0 0 0 0 0,1 0 1 0 0,-1-1-1 0 0,1 1 0 0 0</inkml:trace>
</inkml:ink>
</file>

<file path=ppt/ink/ink2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24.89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281 58 3681 0 0,'1'-4'712'0'0,"8"-26"3157"0"0,-9 29-3598 0 0,1 0 0 0 0,-1 0 0 0 0,1 0-1 0 0,-1 0 1 0 0,0-1 0 0 0,0 1 0 0 0,0 0 0 0 0,0 0 0 0 0,0 0 0 0 0,0-1-1 0 0,0 1 1 0 0,0 0 0 0 0,0 0 0 0 0,0 0 0 0 0,-1 0 0 0 0,1-1-1 0 0,-1 1 1 0 0,0-2 0 0 0,0 3-80 0 0,0 0 0 0 0,1 0-1 0 0,-1 0 1 0 0,0 0 0 0 0,0 0-1 0 0,0 0 1 0 0,0 0 0 0 0,0 0-1 0 0,0 1 1 0 0,1-1 0 0 0,-1 0-1 0 0,0 0 1 0 0,0 1 0 0 0,0-1 0 0 0,0 0-1 0 0,1 1 1 0 0,-1-1 0 0 0,0 1-1 0 0,0-1 1 0 0,1 1 0 0 0,-1-1-1 0 0,1 1 1 0 0,-1 0 0 0 0,0-1-1 0 0,1 1 1 0 0,-1 1 0 0 0,-18 20 1326 0 0,18-21-1340 0 0,-91 135 2697 0 0,5-6-2098 0 0,67-99-557 0 0,16-23-235 0 0,-1 0 0 0 0,0 0 1 0 0,0-1-1 0 0,-1 0 0 0 0,1 0 1 0 0,-2-1-1 0 0,-6 7 0 0 0</inkml:trace>
</inkml:ink>
</file>

<file path=ppt/ink/ink2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25.62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66 91 6913 0 0,'-1'-6'369'0'0,"0"0"0"0"0,0 0-1 0 0,0 0 1 0 0,0-1 0 0 0,1-8-1 0 0,1 9 605 0 0,-2 0-1 0 0,1 0 0 0 0,0 0 1 0 0,-1 1-1 0 0,-7-11 3798 0 0,8 17-4700 0 0,-7 7 1446 0 0,-3 11-314 0 0,2 4-1037 0 0,1 0 1 0 0,1 0 0 0 0,1 1 0 0 0,2-1 0 0 0,0 1-1 0 0,1 0 1 0 0,1 0 0 0 0,2 0 0 0 0,5 39 0 0 0,-4-51-168 0 0,0 0 0 0 0,1 0 0 0 0,1 0 0 0 0,0-1 1 0 0,1 1-1 0 0,0-1 0 0 0,1 0 0 0 0,0 0 0 0 0,0-1 1 0 0,1 0-1 0 0,1 0 0 0 0,0 0 0 0 0,0-1 0 0 0,1 0 1 0 0,0-1-1 0 0,0 0 0 0 0,1 0 0 0 0,0-1 1 0 0,1-1-1 0 0,15 9 0 0 0,22 2-213 0 0,-45-16 186 0 0,0 0 0 0 0,1 0 1 0 0,-1 0-1 0 0,0-1 0 0 0,1 0 1 0 0,-1 1-1 0 0,0-1 0 0 0,1-1 1 0 0,-1 1-1 0 0,0 0 0 0 0,1-1 1 0 0,4-1-1 0 0,-8 2 11 0 0,1-1 0 0 0,-1 1-1 0 0,0-1 1 0 0,0 1 0 0 0,0 0 0 0 0,0-1 0 0 0,0 1 0 0 0,0-1-1 0 0,0 1 1 0 0,0 0 0 0 0,0-1 0 0 0,0 1 0 0 0,0-1 0 0 0,-1 1-1 0 0,1 0 1 0 0,0-1 0 0 0,0 1 0 0 0,0-1 0 0 0,0 1 0 0 0,-1 0-1 0 0,1-1 1 0 0,0 1 0 0 0,0 0 0 0 0,-1-1 0 0 0,1 1 0 0 0,0 0-1 0 0,-1 0 1 0 0,1-1 0 0 0,0 1 0 0 0,-1 0 0 0 0,1 0 0 0 0,0-1-1 0 0,-1 1 1 0 0,1 0 0 0 0,0 0 0 0 0,-1 0 0 0 0,-18-15-306 0 0,16 13 236 0 0,-7-5 12 0 0,0 0 1 0 0,0-1-1 0 0,1 0 1 0 0,0-1 0 0 0,1 0-1 0 0,0 0 1 0 0,-7-12-1 0 0,13 17 53 0 0,0 0 0 0 0,0 0 0 0 0,0 0 0 0 0,1 0-1 0 0,-1 0 1 0 0,1 0 0 0 0,0-1 0 0 0,0 1 0 0 0,1 0-1 0 0,-1-1 1 0 0,1 1 0 0 0,0 0 0 0 0,0-1-1 0 0,1 1 1 0 0,-1-1 0 0 0,1 1 0 0 0,0 0 0 0 0,0 0-1 0 0,1-1 1 0 0,-1 1 0 0 0,1 0 0 0 0,0 0 0 0 0,3-5-1 0 0,2-2 35 0 0,1 1 0 0 0,0 0-1 0 0,0 1 1 0 0,1 0-1 0 0,0 0 1 0 0,1 0 0 0 0,0 1-1 0 0,1 1 1 0 0,-1 0-1 0 0,1 0 1 0 0,1 1 0 0 0,-1 1-1 0 0,1 0 1 0 0,0 0-1 0 0,0 1 1 0 0,0 1 0 0 0,1 0-1 0 0,14-2 1 0 0,-24 5 25 0 0,-1 0-1 0 0,1 0 1 0 0,0 0 0 0 0,-1 0 0 0 0,1 0 0 0 0,0 1 0 0 0,-1-1 0 0 0,1 1 0 0 0,-1-1 0 0 0,1 1-1 0 0,-1 0 1 0 0,1 0 0 0 0,-1 0 0 0 0,1 1 0 0 0,-1-1 0 0 0,0 1 0 0 0,0-1 0 0 0,0 1-1 0 0,3 2 1 0 0,-2-1 23 0 0,0 1 0 0 0,-1 0 1 0 0,1 0-1 0 0,-1 0 0 0 0,0 0 0 0 0,0 0 0 0 0,0 1 0 0 0,0-1 0 0 0,-1 0 0 0 0,2 7 0 0 0,0 8 91 0 0,-1 1 0 0 0,-1 0 0 0 0,0-1 0 0 0,-3 21 0 0 0,2-36-143 0 0,-5 65 216 0 0,1-36-323 0 0,2-1 1 0 0,5 65-1 0 0,-3-97 29 0 0,-1 1 1 0 0,1-1-1 0 0,0 1 0 0 0,0 0 0 0 0,0-1 1 0 0,0 1-1 0 0,0 0 0 0 0,0-1 0 0 0,1 1 1 0 0,-1 0-1 0 0,0-1 0 0 0,0 1 0 0 0,0-1 1 0 0,1 1-1 0 0,-1 0 0 0 0,0-1 0 0 0,0 1 1 0 0,1-1-1 0 0,-1 1 0 0 0,1-1 0 0 0,-1 1 1 0 0,0-1-1 0 0,1 1 0 0 0,-1-1 1 0 0,1 1-1 0 0,-1-1 0 0 0,1 0 0 0 0,-1 1 1 0 0,1-1-1 0 0,0 0 0 0 0,-1 1 0 0 0,1-1 1 0 0,-1 0-1 0 0,1 0 0 0 0,0 0 0 0 0,-1 0 1 0 0,1 1-1 0 0,0-1 0 0 0,-1 0 0 0 0,2 0 1 0 0,5-3-1592 0 0</inkml:trace>
</inkml:ink>
</file>

<file path=ppt/ink/ink2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25.89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1 6913 0 0,'-4'6'9696'0'0,"5"5"-5741"0"0,7 33-3225 0 0,-6-32 494 0 0,28 122-447 0 0,13 80-2255 0 0,-43-210 432 0 0</inkml:trace>
</inkml:ink>
</file>

<file path=ppt/ink/ink2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26.17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1 152 5529 0 0,'5'-6'6637'0'0,"-5"6"-6485"0"0,12 4 2654 0 0,8 9-604 0 0,17 16 190 0 0,44 25 0 0 0,-64-44-2167 0 0,-1-2 0 0 0,2 1-1 0 0,-1-2 1 0 0,1 0 0 0 0,29 6-1 0 0,-45-12-202 0 0,-1-1 0 0 0,0 0 0 0 0,0 0 0 0 0,1 1 0 0 0,-1-1-1 0 0,0 0 1 0 0,0 0 0 0 0,1 0 0 0 0,-1 0 0 0 0,0 0 0 0 0,0 0 0 0 0,1-1-1 0 0,-1 1 1 0 0,0 0 0 0 0,0-1 0 0 0,1 1 0 0 0,-1-1 0 0 0,0 1 0 0 0,0-1-1 0 0,0 0 1 0 0,0 1 0 0 0,0-1 0 0 0,0 0 0 0 0,0 0 0 0 0,0 1 0 0 0,0-1-1 0 0,0 0 1 0 0,0 0 0 0 0,-1 0 0 0 0,1 0 0 0 0,0 0 0 0 0,-1-1 0 0 0,1 1-1 0 0,-1 0 1 0 0,1 0 0 0 0,-1 0 0 0 0,1 0 0 0 0,-1-1 0 0 0,0 1 0 0 0,0 0-1 0 0,1 0 1 0 0,-1-1 0 0 0,0 1 0 0 0,0 0 0 0 0,0-1 0 0 0,-1-1 0 0 0,0-9 24 0 0,0-1 1 0 0,-1 1-1 0 0,0 0 1 0 0,-5-13-1 0 0,3 6-47 0 0,-12-85-501 0 0,14 59-6393 0 0,3 20-551 0 0</inkml:trace>
</inkml:ink>
</file>

<file path=ppt/ink/ink2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26.57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46 2 9218 0 0,'-3'-1'720'0'0,"0"1"-1"0"0,0 0 1 0 0,0 0 0 0 0,0 0-1 0 0,0 1 1 0 0,0-1 0 0 0,0 1-1 0 0,0-1 1 0 0,0 1 0 0 0,0 0-1 0 0,-4 2 1 0 0,6-2-502 0 0,1-1-1 0 0,-1 1 1 0 0,1-1 0 0 0,-1 1 0 0 0,1 0 0 0 0,0-1-1 0 0,-1 1 1 0 0,1 0 0 0 0,0-1 0 0 0,-1 1-1 0 0,1 0 1 0 0,0 0 0 0 0,0-1 0 0 0,-1 1 0 0 0,1 0-1 0 0,0 0 1 0 0,0-1 0 0 0,0 1 0 0 0,0 0 0 0 0,0 0-1 0 0,1 1 1 0 0,3 18 237 0 0,125 338 946 0 0,-112-306-1695 0 0,-13-38 95 0 0,0 0 0 0 0,1 0 1 0 0,10 19-1 0 0</inkml:trace>
</inkml:ink>
</file>

<file path=ppt/ink/ink2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26.85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 79 8290 0 0,'0'0'101'0'0,"-1"-1"0"0"0,1 1 1 0 0,0 0-1 0 0,-1-1 1 0 0,1 1-1 0 0,-1-1 0 0 0,1 1 1 0 0,0 0-1 0 0,0-1 0 0 0,-1 1 1 0 0,1-1-1 0 0,0 1 0 0 0,0-1 1 0 0,-1 1-1 0 0,1-1 0 0 0,0 1 1 0 0,0-1-1 0 0,0 1 0 0 0,0-1 1 0 0,0 1-1 0 0,0-1 0 0 0,0 1 1 0 0,0-1-1 0 0,0 0 0 0 0,0 1 1 0 0,0-1-1 0 0,0 1 1 0 0,0-1-1 0 0,0 1 0 0 0,0-1 1 0 0,0 1-1 0 0,1-1 0 0 0,-1 1 1 0 0,0-1-1 0 0,0 1 0 0 0,1 0 1 0 0,-1-1-1 0 0,0 1 0 0 0,1-1 1 0 0,-1 0-1 0 0,12-22 1465 0 0,-7 19-1241 0 0,0 1 0 0 0,0-1 0 0 0,0 1 0 0 0,0 0 0 0 0,0 0 0 0 0,1 0 0 0 0,-1 1 0 0 0,1 0 0 0 0,0 0 0 0 0,0 0 0 0 0,-1 1-1 0 0,1-1 1 0 0,0 2 0 0 0,0-1 0 0 0,1 1 0 0 0,9 0 0 0 0,0 1 114 0 0,0 0 0 0 0,1 1 0 0 0,-1 1 0 0 0,0 0 0 0 0,15 6 0 0 0,-20-6-347 0 0,-1 1 1 0 0,-1 1 0 0 0,1-1-1 0 0,0 1 1 0 0,-1 1 0 0 0,0 0-1 0 0,0 0 1 0 0,-1 1 0 0 0,0 0-1 0 0,0 0 1 0 0,-1 1 0 0 0,1 0-1 0 0,-2 0 1 0 0,8 12 0 0 0,-9-12-61 0 0,-1 0 1 0 0,0 0-1 0 0,-1 1 0 0 0,0 0 1 0 0,0-1-1 0 0,-1 1 0 0 0,0 0 1 0 0,-1 0-1 0 0,1 1 1 0 0,-2-1-1 0 0,1 0 0 0 0,-2 0 1 0 0,1 0-1 0 0,-1 0 0 0 0,0 1 1 0 0,-6 16-1 0 0,-1 0 49 0 0,-1 0 1 0 0,-1-1-1 0 0,-2 0 0 0 0,-25 42 1 0 0,26-51-159 0 0,0 0 0 0 0,-1-1 0 0 0,-1 0 0 0 0,0-1 0 0 0,-1 0 0 0 0,0-1 0 0 0,-26 17 0 0 0,40-30 70 0 0,-1 2-138 0 0,-1-1-1 0 0,1 0 1 0 0,-1 0-1 0 0,1 0 1 0 0,-1-1-1 0 0,0 1 1 0 0,1 0-1 0 0,-1-1 0 0 0,0 1 1 0 0,0-1-1 0 0,1 1 1 0 0,-1-1-1 0 0,0 0 1 0 0,0 0-1 0 0,-3 0 1 0 0,-6-5-1240 0 0</inkml:trace>
</inkml:ink>
</file>

<file path=ppt/ink/ink2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37.78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109 1 5985 0 0,'-2'0'145'0'0,"-1"1"1"0"0,0 0-1 0 0,0-1 0 0 0,0 1 0 0 0,1 0 0 0 0,-1 0 1 0 0,0 1-1 0 0,1-1 0 0 0,-1 0 0 0 0,1 1 0 0 0,-1 0 0 0 0,1-1 1 0 0,0 1-1 0 0,0 0 0 0 0,-1 0 0 0 0,2 1 0 0 0,-1-1 1 0 0,0 0-1 0 0,0 1 0 0 0,-2 4 0 0 0,0 0 6 0 0,0 1-1 0 0,0 0 1 0 0,0 0 0 0 0,1 0-1 0 0,-3 16 1 0 0,1 1 120 0 0,2 0 1 0 0,1 1-1 0 0,1-1 0 0 0,5 46 1 0 0,1-26-11 0 0,21 81 0 0 0,-22-113-246 0 0,0 1 0 0 0,1-1 0 0 0,0 0-1 0 0,1 0 1 0 0,1 0 0 0 0,0-1 0 0 0,0 0-1 0 0,1 0 1 0 0,1-1 0 0 0,12 14 0 0 0,-15-20 38 0 0,0 0 0 0 0,0 0 1 0 0,0-1-1 0 0,1 1 0 0 0,-1-1 1 0 0,1-1-1 0 0,0 1 1 0 0,0-1-1 0 0,0-1 0 0 0,1 1 1 0 0,-1-1-1 0 0,1 0 0 0 0,-1-1 1 0 0,1 0-1 0 0,0 0 0 0 0,-1-1 1 0 0,1 0-1 0 0,0 0 0 0 0,0 0 1 0 0,10-3-1 0 0,-12 2-17 0 0,0-1 0 0 0,0 1 0 0 0,0-1-1 0 0,0 0 1 0 0,0 0 0 0 0,0-1 0 0 0,-1 0 0 0 0,0 0-1 0 0,1 0 1 0 0,-1-1 0 0 0,0 1 0 0 0,-1-1 0 0 0,1 0-1 0 0,-1-1 1 0 0,6-6 0 0 0,-5 5 37 0 0,-1-1 1 0 0,0 0-1 0 0,0-1 0 0 0,-1 1 0 0 0,0-1 1 0 0,0 1-1 0 0,0-1 0 0 0,-1 0 1 0 0,-1 0-1 0 0,2-13 0 0 0,-2 6 139 0 0,0 0 0 0 0,-2 0 0 0 0,0 0 0 0 0,0 0 0 0 0,-2 0 0 0 0,0 0 0 0 0,0 1 0 0 0,-1-1 0 0 0,-1 1 1 0 0,-1 0-1 0 0,0 0 0 0 0,-10-16 0 0 0,4 12 168 0 0,-2 0 1 0 0,-1 1-1 0 0,0 0 1 0 0,-1 1 0 0 0,0 1-1 0 0,-35-24 1 0 0,-4 3 230 0 0,-62-31 0 0 0,108 62-701 0 0,5 2-195 0 0,-1 1 1 0 0,1-1-1 0 0,-1 1 0 0 0,0 0 1 0 0,0 0-1 0 0,0 0 0 0 0,0 1 1 0 0,0 0-1 0 0,-10-1 0 0 0</inkml:trace>
</inkml:ink>
</file>

<file path=ppt/ink/ink2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39.29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309 24 2761 0 0,'-3'-2'261'0'0,"1"1"0"0"0,-1-1 0 0 0,0 1 0 0 0,0 0 0 0 0,0-1 0 0 0,1 2 0 0 0,-1-1 1 0 0,0 0-1 0 0,0 0 0 0 0,-1 1 0 0 0,1 0 0 0 0,-5 0 0 0 0,-41 0 2132 0 0,46 1-2211 0 0,-4-1 29 0 0,-1 1 0 0 0,1 0 0 0 0,0 0 0 0 0,0 1 0 0 0,0 0 0 0 0,1 0 0 0 0,-1 1 0 0 0,0-1 0 0 0,1 1 0 0 0,0 1 0 0 0,-1 0 0 0 0,1 0 0 0 0,1 0 0 0 0,-1 0 0 0 0,1 1 0 0 0,-1 0 0 0 0,1 0 0 0 0,1 0 0 0 0,-6 7 0 0 0,1 3-63 0 0,0 1 0 0 0,1 0-1 0 0,0 0 1 0 0,1 0 0 0 0,1 1 0 0 0,-6 29-1 0 0,4-14-83 0 0,1 0-1 0 0,2 1 1 0 0,2 0-1 0 0,1 0 0 0 0,2 46 1 0 0,2-60-88 0 0,0 0-1 0 0,1 0 1 0 0,1 0-1 0 0,1 0 1 0 0,1-1-1 0 0,0 0 1 0 0,1 0 0 0 0,1-1-1 0 0,1 1 1 0 0,19 27-1 0 0,-22-37 10 0 0,0-1-1 0 0,0 0 0 0 0,1 0 1 0 0,0 0-1 0 0,1-1 1 0 0,-1 0-1 0 0,1-1 0 0 0,1 0 1 0 0,-1 0-1 0 0,1 0 1 0 0,-1-1-1 0 0,1-1 0 0 0,0 1 1 0 0,0-2-1 0 0,14 4 0 0 0,-17-5 82 0 0,0-1 0 0 0,0 1 0 0 0,0-1 0 0 0,0 0-1 0 0,0 0 1 0 0,1-1 0 0 0,-1 1 0 0 0,0-1 0 0 0,0-1-1 0 0,0 1 1 0 0,0-1 0 0 0,-1 0 0 0 0,1-1 0 0 0,0 1-1 0 0,-1-1 1 0 0,0 0 0 0 0,1-1 0 0 0,-1 1 0 0 0,0-1-1 0 0,-1 0 1 0 0,1 0 0 0 0,-1 0 0 0 0,0-1 0 0 0,7-9-1 0 0,7-16 309 0 0,-1-1 0 0 0,-1-1 0 0 0,-2-1 0 0 0,-1 0 0 0 0,-2-1 0 0 0,-1 0 0 0 0,6-41 0 0 0,-12 55-242 0 0,-1-1 0 0 0,-1 1 0 0 0,-1 0 1 0 0,-1-1-1 0 0,0 1 0 0 0,-2-1 0 0 0,-5-24 1 0 0,4 33-67 0 0,0 0 1 0 0,-1 0 0 0 0,-1 0 0 0 0,0 1 0 0 0,0 0 0 0 0,-1 0-1 0 0,0 0 1 0 0,-1 0 0 0 0,-1 1 0 0 0,0 1 0 0 0,0-1 0 0 0,0 1 0 0 0,-12-8-1 0 0,10 7-491 0 0,-1 1 0 0 0,0 0-1 0 0,-1 1 1 0 0,0 0-1 0 0,0 1 1 0 0,0 0-1 0 0,-21-7 1 0 0,24 12-837 0 0</inkml:trace>
</inkml:ink>
</file>

<file path=ppt/ink/ink2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39.93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21 391 3681 0 0,'-5'-20'508'0'0,"-2"-3"1059"0"0,-1 11 2628 0 0,24 13-357 0 0,9 2-2887 0 0,-18 3-644 0 0,0 0 0 0 0,0 0 0 0 0,0 0 0 0 0,-1 1 0 0 0,0 0 0 0 0,0 0-1 0 0,-1 0 1 0 0,10 17 0 0 0,11 15 251 0 0,1-10-221 0 0,2-1 0 0 0,0-1 1 0 0,2-1-1 0 0,1-2 0 0 0,0-1 0 0 0,66 33 0 0 0,-89-51-289 0 0,1-1-1 0 0,0 0 0 0 0,0-1 1 0 0,0 0-1 0 0,12 2 0 0 0,-18-4 1 0 0,-1 0-1 0 0,1-1 1 0 0,-1 1-1 0 0,1-1 0 0 0,-1 0 1 0 0,1 0-1 0 0,-1 0 1 0 0,1-1-1 0 0,-1 1 1 0 0,1-1-1 0 0,-1 0 0 0 0,0 0 1 0 0,1 0-1 0 0,-1 0 1 0 0,0 0-1 0 0,0-1 0 0 0,0 0 1 0 0,0 1-1 0 0,3-4 1 0 0,-4 4 0 0 0,-1-1 0 0 0,0 0 1 0 0,0 1-1 0 0,0-1 0 0 0,0 0 1 0 0,0 0-1 0 0,-1 0 1 0 0,1 0-1 0 0,0 0 0 0 0,-1 0 1 0 0,1 0-1 0 0,-1 0 0 0 0,0 0 1 0 0,0 0-1 0 0,0-1 0 0 0,0 1 1 0 0,0-3-1 0 0,-9-41 321 0 0,3 21-208 0 0,-19-199 421 0 0,24 193-555 0 0,1 0 0 0 0,2 0 0 0 0,1 1 0 0 0,2-1 0 0 0,10-38 0 0 0,-6 29-24 0 0,-7 27-87 0 0,1 1-1 0 0,0 0 1 0 0,10-23-1 0 0,-10 30-237 0 0,1 0-85 0 0</inkml:trace>
</inkml:ink>
</file>

<file path=ppt/ink/ink2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0.2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243 186 5065 0 0,'5'-21'735'0'0,"-1"0"0"0"0,0-1 0 0 0,-2 1 0 0 0,-1-1 0 0 0,-2-43 0 0 0,-3 53 1996 0 0,-2 11-897 0 0,-10 21-110 0 0,-10 40-791 0 0,-9 61 371 0 0,-25 153 0 0 0,36-156-853 0 0,-12 83 99 0 0,-14 299 0 0 0,51 207 167 0 0,35-151 69 0 0,-10-187-381 0 0,-12 65-70 0 0,20 232 131 0 0,53-88 199 0 0,18 156-175 0 0,-27-60 546 0 0,-58-503-839 0 0,21 237-48 0 0,-40-385-733 0 0,5 60 1057 0 0,0-28-8211 0 0</inkml:trace>
</inkml:ink>
</file>

<file path=ppt/ink/ink2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1.3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167 741 4609 0 0,'-100'5'-1703'0'0,"98"-5"1709"0"0,1 0 0 0 0,-1-1 0 0 0,0 1 0 0 0,1 0 0 0 0,-1 0 0 0 0,0-1 1 0 0,1 1-1 0 0,-1-1 0 0 0,1 1 0 0 0,-1-1 0 0 0,1 0 0 0 0,-1 1 0 0 0,1-1 0 0 0,-1 0 0 0 0,1 0 0 0 0,0 0 0 0 0,-1 0 0 0 0,1-1 0 0 0,0 1 1 0 0,-1-1-1 0 0,-14-31 953 0 0,15 29-337 0 0,-1 0-1 0 0,1 0 0 0 0,-1 0 1 0 0,0 0-1 0 0,0 0 1 0 0,0 1-1 0 0,-5-6 1 0 0,19 8 3930 0 0,13-4-4361 0 0,-23 4 8 0 0,371-53 2786 0 0,188-28-1273 0 0,-225 28-947 0 0,608-59 372 0 0,-476 61-727 0 0,764-49 223 0 0,-883 92-633 0 0,-170 6 0 0 0,362-1 64 0 0,585-36 2 0 0,-980 33-56 0 0,427-22 156 0 0,615-16 140 0 0,-958 44-258 0 0,935-16 38 0 0,-77-27 384 0 0,-617 49-281 0 0,-270 14-6934 0 0,-166-14-222 0 0</inkml:trace>
</inkml:ink>
</file>

<file path=ppt/ink/ink2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2.6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1 6449 0 0,'0'0'110'0'0,"0"0"-1"0"0,-1 0 0 0 0,1 0 1 0 0,0 0-1 0 0,-1 0 0 0 0,1 1 0 0 0,0-1 1 0 0,-1 0-1 0 0,1 0 0 0 0,0 1 0 0 0,-1-1 1 0 0,1 0-1 0 0,0 0 0 0 0,0 1 1 0 0,-1-1-1 0 0,1 0 0 0 0,0 1 0 0 0,0-1 1 0 0,0 0-1 0 0,-1 1 0 0 0,1-1 1 0 0,0 0-1 0 0,0 1 0 0 0,0-1 0 0 0,0 1 1 0 0,0-1-1 0 0,0 0 0 0 0,0 1 1 0 0,0-1-1 0 0,0 1 0 0 0,0-1 0 0 0,0 0 1 0 0,0 1-1 0 0,0-1 0 0 0,0 1 0 0 0,0-1 1 0 0,0 1-1 0 0,-2 20 1053 0 0,-2 300 4079 0 0,5-84-4212 0 0,9-79-4300 0 0,-9-129-2146 0 0</inkml:trace>
</inkml:ink>
</file>

<file path=ppt/ink/ink2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2.9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 10594 0 0,'-1'1'34'0'0,"1"-1"-1"0"0,-1 1 0 0 0,1 0 0 0 0,-1 0 1 0 0,1 0-1 0 0,0-1 0 0 0,-1 1 1 0 0,1 0-1 0 0,0 0 0 0 0,0 0 0 0 0,-1 0 1 0 0,1 0-1 0 0,0 0 0 0 0,0 0 1 0 0,0 0-1 0 0,0-1 0 0 0,0 1 0 0 0,0 0 1 0 0,1 0-1 0 0,-1 2 0 0 0,3 30 1745 0 0,-2-24-1338 0 0,3 119 1100 0 0,3 33-441 0 0,-4-140-1970 0 0,0 1 0 0 0,2-1 0 0 0,0 0 0 0 0,1 0 0 0 0,12 26 0 0 0,-10-31-3828 0 0</inkml:trace>
</inkml:ink>
</file>

<file path=ppt/ink/ink2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3.2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8 274 10594 0 0,'-7'-6'579'0'0,"12"24"1140"0"0,1-3-1574 0 0,1-1-1 0 0,0 1 0 0 0,0-2 1 0 0,2 1-1 0 0,0-1 1 0 0,0 0-1 0 0,1-1 0 0 0,1 0 1 0 0,0 0-1 0 0,1-1 1 0 0,0-1-1 0 0,0 0 1 0 0,1-1-1 0 0,0 0 0 0 0,1-1 1 0 0,15 7-1 0 0,2 0 415 0 0,0-1-1 0 0,36 11 1 0 0,-56-22-379 0 0,0 1-1 0 0,1-2 1 0 0,-1 0 0 0 0,1 0 0 0 0,-1-1-1 0 0,1 0 1 0 0,0-1 0 0 0,-1-1-1 0 0,22-3 1 0 0,-30 3-104 0 0,1 0 1 0 0,0-1-1 0 0,-1 1 0 0 0,0-1 0 0 0,1 0 1 0 0,-1 0-1 0 0,0 0 0 0 0,0-1 0 0 0,0 1 1 0 0,0-1-1 0 0,-1 0 0 0 0,1 0 1 0 0,-1 1-1 0 0,0-2 0 0 0,1 1 0 0 0,-1 0 1 0 0,0 0-1 0 0,-1-1 0 0 0,1 1 0 0 0,-1-1 1 0 0,0 1-1 0 0,1-1 0 0 0,-2 0 0 0 0,2-4 1 0 0,1-11 341 0 0,0-1 1 0 0,-1 1-1 0 0,-2-29 0 0 0,0 38-269 0 0,-6-130 315 0 0,2 78-722 0 0,5-87 0 0 0,1 134-1464 0 0</inkml:trace>
</inkml:ink>
</file>

<file path=ppt/ink/ink2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3.9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201 126 2761 0 0,'-19'-33'495'0'0,"14"25"608"0"0,0 0 0 0 0,-1 1 0 0 0,0-1-1 0 0,-14-11 1 0 0,19 17-943 0 0,-1 1 0 0 0,1-1 0 0 0,-1 1 0 0 0,1 0 0 0 0,-1-1 0 0 0,0 1 0 0 0,0 0 0 0 0,0 0 0 0 0,0 0 0 0 0,0 0 0 0 0,0 0 0 0 0,0 1 0 0 0,0-1 0 0 0,0 1 0 0 0,0-1 0 0 0,0 1 0 0 0,0 0 0 0 0,0 0 0 0 0,0 0 0 0 0,-1 0 0 0 0,1 0-1 0 0,0 0 1 0 0,0 0 0 0 0,0 1 0 0 0,0-1 0 0 0,0 1 0 0 0,0 0 0 0 0,0-1 0 0 0,0 1 0 0 0,0 0 0 0 0,0 0 0 0 0,0 0 0 0 0,0 1 0 0 0,1-1 0 0 0,-1 0 0 0 0,0 1 0 0 0,1-1 0 0 0,-1 1 0 0 0,1-1 0 0 0,0 1 0 0 0,-1 0 0 0 0,1-1 0 0 0,0 1 0 0 0,-2 3 0 0 0,-5 10 54 0 0,0 1 1 0 0,1-1-1 0 0,0 1 1 0 0,1 1-1 0 0,1-1 1 0 0,1 1-1 0 0,0 0 1 0 0,1 0-1 0 0,1 0 1 0 0,0 33-1 0 0,2-35-219 0 0,1 1 0 0 0,0-1-1 0 0,2 1 1 0 0,-1-1 0 0 0,2 1 0 0 0,0-1-1 0 0,1-1 1 0 0,0 1 0 0 0,1-1 0 0 0,1 1-1 0 0,0-2 1 0 0,12 17 0 0 0,-14-23-1 0 0,0-1 0 0 0,1 1 1 0 0,0-1-1 0 0,0 0 0 0 0,1-1 0 0 0,0 1 1 0 0,0-1-1 0 0,0-1 0 0 0,0 1 0 0 0,1-1 1 0 0,0 0-1 0 0,0-1 0 0 0,0 0 0 0 0,0 0 1 0 0,10 1-1 0 0,-11-2 16 0 0,0-2-1 0 0,1 1 1 0 0,-1-1 0 0 0,0 0 0 0 0,0-1-1 0 0,0 1 1 0 0,0-1 0 0 0,0-1 0 0 0,0 0-1 0 0,0 0 1 0 0,0 0 0 0 0,0 0 0 0 0,-1-1-1 0 0,1 0 1 0 0,-1-1 0 0 0,0 0 0 0 0,0 0-1 0 0,9-8 1 0 0,-6 4 63 0 0,0 0 0 0 0,0-1 0 0 0,-1 0-1 0 0,-1 0 1 0 0,0-1 0 0 0,0 0 0 0 0,-1-1 0 0 0,0 1-1 0 0,0-1 1 0 0,-2 0 0 0 0,1 0 0 0 0,-1-1 0 0 0,-1 1-1 0 0,0-1 1 0 0,-1 0 0 0 0,0 0 0 0 0,0 0-1 0 0,-1-16 1 0 0,-2 14 9 0 0,0 0 0 0 0,-1 1-1 0 0,0 0 1 0 0,-1-1 0 0 0,-1 1-1 0 0,0 0 1 0 0,0 0 0 0 0,-2 1-1 0 0,1-1 1 0 0,-2 1 0 0 0,1 0-1 0 0,-2 1 1 0 0,1 0 0 0 0,-2 0-1 0 0,0 0 1 0 0,-10-9 0 0 0,8 10-65 0 0,0 0 1 0 0,0 1 0 0 0,-1 0 0 0 0,-1 1 0 0 0,-21-11-1 0 0,28 16-237 0 0,-1 1-1 0 0,1 0 1 0 0,-1 0 0 0 0,0 0-1 0 0,0 1 1 0 0,-7-1-1 0 0,10 1-332 0 0,-1 1 0 0 0,1 0 0 0 0,0 1 0 0 0,-1-1 0 0 0,1 1 0 0 0,0 0 0 0 0,0 0 1 0 0,0 0-1 0 0,0 0 0 0 0,-7 4 0 0 0,-6 6-5315 0 0</inkml:trace>
</inkml:ink>
</file>

<file path=ppt/ink/ink2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4.3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4609 0 0,'1'1'141'0'0,"-1"-1"0"0"0,1 1 0 0 0,-1-1 1 0 0,1 1-1 0 0,-1-1 0 0 0,1 0 0 0 0,-1 1 0 0 0,0 0 0 0 0,1-1 1 0 0,-1 1-1 0 0,0-1 0 0 0,1 1 0 0 0,-1-1 0 0 0,0 1 0 0 0,0 0 1 0 0,1-1-1 0 0,-1 1 0 0 0,0 0 0 0 0,0-1 0 0 0,0 1 0 0 0,0-1 1 0 0,0 1-1 0 0,0 0 0 0 0,0-1 0 0 0,0 1 0 0 0,-1 1 0 0 0,0 23 1726 0 0,1-21-1374 0 0,-3 21 138 0 0,2 0 1 0 0,1 1 0 0 0,1-1 0 0 0,7 36 0 0 0,-6-50-453 0 0,1-1-1 0 0,0 1 1 0 0,1-1 0 0 0,0 0 0 0 0,0 0 0 0 0,1-1 0 0 0,0 1 0 0 0,1-1 0 0 0,0 0 0 0 0,1-1 0 0 0,0 1 0 0 0,0-1 0 0 0,9 7 0 0 0,-9-9-269 0 0,0 0 0 0 0,0 0 1 0 0,1-1-1 0 0,0 0 1 0 0,0 0-1 0 0,0-1 1 0 0,1 0-1 0 0,-1-1 1 0 0,13 4-1 0 0,-17-6 54 0 0,0-1-1 0 0,0 1 0 0 0,0-1 0 0 0,1 1 1 0 0,-1-1-1 0 0,0 0 0 0 0,0-1 0 0 0,1 1 1 0 0,-1-1-1 0 0,0 0 0 0 0,0 0 0 0 0,0 0 1 0 0,0-1-1 0 0,0 1 0 0 0,0-1 0 0 0,-1 0 1 0 0,1 0-1 0 0,0 0 0 0 0,-1-1 0 0 0,0 1 1 0 0,1-1-1 0 0,4-5 0 0 0,4-6 183 0 0,-1 0 1 0 0,0 0-1 0 0,-1-1 0 0 0,-1 0 0 0 0,9-20 0 0 0,31-85 789 0 0,-5 9 731 0 0,-44 110-1600 0 0,1 0 0 0 0,-1 0 0 0 0,0 0 0 0 0,1 0 0 0 0,-1 0 0 0 0,1 0 0 0 0,0 0 0 0 0,-1 0 0 0 0,1 0-1 0 0,0 1 1 0 0,0-1 0 0 0,-1 0 0 0 0,1 0 0 0 0,0 1 0 0 0,0-1 0 0 0,0 0 0 0 0,0 1 0 0 0,1-1 0 0 0,-1 1-30 0 0,-1 0-1 0 0,1 0 1 0 0,-1 0 0 0 0,1 0 0 0 0,0 0 0 0 0,-1 0-1 0 0,1 1 1 0 0,-1-1 0 0 0,1 0 0 0 0,-1 0 0 0 0,1 1 0 0 0,-1-1-1 0 0,0 0 1 0 0,1 1 0 0 0,-1-1 0 0 0,1 1 0 0 0,-1-1 0 0 0,0 0-1 0 0,1 1 1 0 0,-1-1 0 0 0,0 1 0 0 0,1-1 0 0 0,-1 1-1 0 0,0-1 1 0 0,1 1 0 0 0,14 47 890 0 0,-13-38-884 0 0,5 12 25 0 0,0 1 0 0 0,2-1 1 0 0,1 0-1 0 0,0-1 1 0 0,21 31-1 0 0,23 19-2067 0 0,8-5-4705 0 0,-42-45 1075 0 0</inkml:trace>
</inkml:ink>
</file>

<file path=ppt/ink/ink2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4.6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 2 9674 0 0,'0'0'50'0'0,"-1"0"-1"0"0,1 0 1 0 0,0-1-1 0 0,-1 1 1 0 0,1 0-1 0 0,0 0 1 0 0,-1 0-1 0 0,1 0 1 0 0,0-1-1 0 0,-1 1 1 0 0,1 0 0 0 0,-1 0-1 0 0,1 0 1 0 0,0 0-1 0 0,-1 0 1 0 0,1 0-1 0 0,-1 0 1 0 0,1 0-1 0 0,0 0 1 0 0,-1 0-1 0 0,1 1 1 0 0,0-1-1 0 0,-1 0 1 0 0,1 0-1 0 0,-1 0 1 0 0,1 0 0 0 0,0 0-1 0 0,-1 1 1 0 0,1-1-1 0 0,0 0 1 0 0,-1 0-1 0 0,1 1 1 0 0,0-1-1 0 0,0 0 1 0 0,-1 0-1 0 0,1 1 1 0 0,-1 0-1 0 0,-7 20 1653 0 0,3 24 755 0 0,6-11-1201 0 0,2-1-1 0 0,14 66 0 0 0,27 64-407 0 0,-20-78-338 0 0,64 211-577 0 0,-61-208-1217 0 0,-14-45-80 0 0</inkml:trace>
</inkml:ink>
</file>

<file path=ppt/ink/ink2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4.8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64 116 9218 0 0,'-6'-2'567'0'0,"0"0"-1"0"0,0-1 1 0 0,1 1 0 0 0,-1-1-1 0 0,1 0 1 0 0,-1 0 0 0 0,1-1-1 0 0,0 0 1 0 0,-6-6 0 0 0,10 10-524 0 0,1-1 0 0 0,0 1 1 0 0,0-1-1 0 0,0 1 1 0 0,-1-1-1 0 0,1 0 0 0 0,0 1 1 0 0,0-1-1 0 0,0 1 1 0 0,0-1-1 0 0,0 1 0 0 0,0-1 1 0 0,0 1-1 0 0,0-1 1 0 0,0 1-1 0 0,0-1 0 0 0,0 0 1 0 0,0 1-1 0 0,1-1 1 0 0,-1 1-1 0 0,0-1 1 0 0,0 1-1 0 0,1-1 0 0 0,-1 1 1 0 0,0-1-1 0 0,0 1 1 0 0,1 0-1 0 0,-1-1 0 0 0,1 1 1 0 0,-1-1-1 0 0,0 1 1 0 0,1 0-1 0 0,-1-1 0 0 0,1 1 1 0 0,-1 0-1 0 0,1-1 1 0 0,-1 1-1 0 0,1 0 0 0 0,-1 0 1 0 0,1 0-1 0 0,-1-1 1 0 0,1 1-1 0 0,27-12 147 0 0,-24 10-198 0 0,27-8-1221 0 0,-1 2 1 0 0,1 0-1 0 0,47-4 1 0 0,-52 9-1198 0 0,14-3-1734 0 0</inkml:trace>
</inkml:ink>
</file>

<file path=ppt/ink/ink2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5.0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0 5985 0 0,'-1'6'536'0'0,"-1"-2"-432"0"0,1 0-104 0 0,0 3 1897 0 0,-1-5-841 0 0,1 3 8 0 0,-2 1 249 0 0,-1 3 55 0 0,1-1 8 0 0,0 2 0 0 0,1-3-911 0 0,2-3-177 0 0,1 0-40 0 0,2 0-8 0 0,4 0-240 0 0,1-1 0 0 0</inkml:trace>
</inkml:ink>
</file>

<file path=ppt/ink/ink2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0.4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8 102 6913 0 0,'-8'-101'8889'0'0,"23"358"-8231"0"0,-10-119-410 0 0,70 506 881 0 0,50-6-512 0 0,8 48 436 0 0,-105-511-49 0 0,9 312 0 0 0,2 630 179 0 0,-26-959-1036 0 0,27 280 493 0 0,-31-376-2141 0 0,16 64 0 0 0,-19-101-5883 0 0</inkml:trace>
</inkml:ink>
</file>

<file path=ppt/ink/ink2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1.2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8290 0 0,'1'1'222'0'0,"1"-1"0"0"0,0 1 1 0 0,0 0-1 0 0,-1 0 0 0 0,1 0 1 0 0,0 0-1 0 0,-1 0 1 0 0,1 0-1 0 0,-1 0 0 0 0,1 1 1 0 0,-1-1-1 0 0,0 0 0 0 0,1 1 1 0 0,-1-1-1 0 0,0 1 0 0 0,0 0 1 0 0,0-1-1 0 0,0 1 0 0 0,0 2 1 0 0,17 35 2051 0 0,-8-6-1623 0 0,-2 0-1 0 0,-1 1 1 0 0,-1 0-1 0 0,1 67 1 0 0,-5-68-395 0 0,8 296 655 0 0,-3-46-326 0 0,-3-176-3433 0 0</inkml:trace>
</inkml:ink>
</file>

<file path=ppt/ink/ink2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1.9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232 450 3225 0 0,'-39'6'562'0'0,"1"-3"1"0"0,-1-1 0 0 0,-56-4 0 0 0,74 0 1732 0 0,32 0-1280 0 0,405-13 680 0 0,-58 3-606 0 0,504-56 59 0 0,183-10 405 0 0,-221 29-1869 0 0,-305 15 97 0 0,-70 5 170 0 0,362-17 838 0 0,1153-19 954 0 0,-1390 39-1638 0 0,228-7 255 0 0,0 51 2 0 0,-653-8 174 0 0,122 10 680 0 0,-186-9-1018 0 0,98 24 1 0 0,-165-32-2395 0 0</inkml:trace>
</inkml:ink>
</file>

<file path=ppt/ink/ink2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2.7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22 1376 0 0,'0'-1'275'0'0,"0"0"-1"0"0,1 0 1 0 0,-1 0-1 0 0,0 0 0 0 0,1 0 1 0 0,-1 0-1 0 0,1 0 1 0 0,-1 0-1 0 0,1 0 0 0 0,-1 0 1 0 0,1 0-1 0 0,0 0 1 0 0,-1 1-1 0 0,1-1 0 0 0,0 0 1 0 0,-1 0-1 0 0,1 1 1 0 0,0-1-1 0 0,0 1 0 0 0,0-1 1 0 0,0 1-1 0 0,0-1 1 0 0,0 1-1 0 0,0-1 1 0 0,1 0-1 0 0,1 1-15 0 0,0 0 0 0 0,-1-1 0 0 0,1 1 0 0 0,0 0 0 0 0,0 1 0 0 0,-1-1-1 0 0,1 0 1 0 0,0 1 0 0 0,-1-1 0 0 0,4 2 0 0 0,0 0 36 0 0,0 0-1 0 0,0 1 0 0 0,0 0 1 0 0,0 0-1 0 0,-1 0 0 0 0,1 0 1 0 0,-1 1-1 0 0,8 8 0 0 0,-7-5-151 0 0,0 1-1 0 0,-1 0 0 0 0,0 0 0 0 0,0 0 1 0 0,-1 1-1 0 0,0 0 0 0 0,-1 0 0 0 0,0 0 1 0 0,3 18-1 0 0,0 9 44 0 0,2 48 1 0 0,-1-11-76 0 0,47 272 216 0 0,-16-115-298 0 0,11 262-1 0 0,-50 45-28 0 0,-2-339 0 0 0,17 693 1569 0 0,68-262-1402 0 0,-9-107 651 0 0,14 214 2142 0 0,-84-677-7120 0 0</inkml:trace>
</inkml:ink>
</file>

<file path=ppt/ink/ink2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3.9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83 296 920 0 0,'-37'4'63'0'0,"-1"1"4829"0"0,31-5-2651 0 0,16-4-1203 0 0,92-18-933 0 0,167-17 0 0 0,-25 6-104 0 0,111-10-52 0 0,-201 28 62 0 0,280-7 151 0 0,2 30 3 0 0,-71 1-143 0 0,856-33 743 0 0,-444 3 716 0 0,944-32 1377 0 0,-455 8-2341 0 0,0 55-291 0 0,-13 94 339 0 0,-727-13 305 0 0,-490-83-675 0 0,48 18 0 0 0,-71-22-59 0 0,0 2-1 0 0,0-1 1 0 0,0 1 0 0 0,-1 1 0 0 0,0 0 0 0 0,0 1 0 0 0,12 11 0 0 0,-22-19-158 0 0,-1 1 0 0 0,1 0-1 0 0,0-1 1 0 0,-1 1 0 0 0,1 0-1 0 0,-1 0 1 0 0,1-1 0 0 0,-1 1-1 0 0,1 0 1 0 0,-1 0 0 0 0,0 0-1 0 0,1-1 1 0 0,-1 1 0 0 0,0 0-1 0 0,1 0 1 0 0,-1 0 0 0 0,0 0-1 0 0,0 0 1 0 0,0 0 0 0 0,0 0-1 0 0,0 0 1 0 0,0-1 0 0 0,0 1-1 0 0,0 0 1 0 0,-1 0 0 0 0,1 0-1 0 0,0 0 1 0 0,0 0 0 0 0,-1 0 0 0 0,0 0-1 0 0,0 1-509 0 0,0 0 0 0 0,-1 0-1 0 0,0 0 1 0 0,1 0 0 0 0,-1 0 0 0 0,0-1 0 0 0,0 1-1 0 0,0-1 1 0 0,0 1 0 0 0,-2 0 0 0 0,-12 7-4594 0 0</inkml:trace>
</inkml:ink>
</file>

<file path=ppt/ink/ink2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4.2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 4609 0 0,'2'0'112'0'0,"-1"-1"-1"0"0,1 1 1 0 0,0-1 0 0 0,0 1-1 0 0,-1 0 1 0 0,1-1 0 0 0,0 1 0 0 0,-1 0-1 0 0,1 0 1 0 0,0 0 0 0 0,0 1-1 0 0,-1-1 1 0 0,1 0 0 0 0,0 1 0 0 0,-1-1-1 0 0,1 1 1 0 0,0-1 0 0 0,-1 1-1 0 0,1 0 1 0 0,-1 0 0 0 0,1 0-1 0 0,-1 0 1 0 0,1 0 0 0 0,-1 0 0 0 0,0 0-1 0 0,0 0 1 0 0,1 1 0 0 0,-1-1-1 0 0,0 0 1 0 0,0 1 0 0 0,0-1-1 0 0,0 1 1 0 0,0-1 0 0 0,0 3 0 0 0,4 4 318 0 0,-1 0 0 0 0,0 0-1 0 0,-1 1 1 0 0,1 0 0 0 0,1 10 0 0 0,12 72 1211 0 0,9 163-1 0 0,-11-68-1208 0 0,4-69-347 0 0,39 133-1 0 0,-11-59-70 0 0,-28-76 73 0 0,-6 0-1 0 0,0 139 1 0 0,-3-34-1223 0 0,-7-182 325 0 0</inkml:trace>
</inkml:ink>
</file>

<file path=ppt/ink/ink2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5.1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 5065 0 0,'0'-1'31'0'0,"0"1"-1"0"0,0 0 1 0 0,1 0-1 0 0,-1 0 1 0 0,0 0-1 0 0,0 0 1 0 0,0 0-1 0 0,0-1 1 0 0,1 1-1 0 0,-1 0 1 0 0,0 0 0 0 0,0 0-1 0 0,0 0 1 0 0,1 0-1 0 0,-1 0 1 0 0,0 0-1 0 0,0 0 1 0 0,1 0-1 0 0,-1 0 1 0 0,0 0-1 0 0,0 0 1 0 0,0 0-1 0 0,1 0 1 0 0,-1 0-1 0 0,0 0 1 0 0,0 0 0 0 0,0 0-1 0 0,1 0 1 0 0,-1 0-1 0 0,0 0 1 0 0,0 1-1 0 0,0-1 1 0 0,0 0-1 0 0,1 0 1 0 0,-1 0-1 0 0,0 0 1 0 0,0 0-1 0 0,0 0 1 0 0,0 1 0 0 0,1-1-1 0 0,-1 0 1 0 0,7 13 699 0 0,0 13 110 0 0,7 155 500 0 0,-7-61-596 0 0,22 569 1219 0 0,-24-463-1645 0 0,37 330 422 0 0,-21-287-168 0 0,-21-255-5445 0 0</inkml:trace>
</inkml:ink>
</file>

<file path=ppt/ink/ink2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6.4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199 738 5065 0 0,'-55'21'802'0'0,"40"-14"-238"0"0,-1 0 1 0 0,-1-1-1 0 0,1-1 1 0 0,-1-1-1 0 0,0 0 1 0 0,-22 1-1 0 0,38-4-560 0 0,1-1 0 0 0,0 0 0 0 0,0 0 0 0 0,0 0 0 0 0,0 0 0 0 0,0 0 0 0 0,0 0 0 0 0,-1 0 0 0 0,1 0-1 0 0,0 0 1 0 0,0 0 0 0 0,0 0 0 0 0,0 0 0 0 0,0 0 0 0 0,-1 0 0 0 0,1 0 0 0 0,0 0 0 0 0,0 0 0 0 0,0 0 0 0 0,0 0 0 0 0,0 0 0 0 0,-1 0 0 0 0,1 0 0 0 0,0 0 0 0 0,0 0 0 0 0,0 0-1 0 0,0 0 1 0 0,0 0 0 0 0,0 0 0 0 0,-1 0 0 0 0,1 0 0 0 0,0 0 0 0 0,0 0 0 0 0,0-1 0 0 0,0 1 0 0 0,0 0 0 0 0,0 0 0 0 0,0 0 0 0 0,-1 0 0 0 0,1 0 0 0 0,0 0 0 0 0,0 0-1 0 0,0-1 1 0 0,0 1 0 0 0,0 0 0 0 0,0 0 0 0 0,0 0 0 0 0,0 0 0 0 0,0 0 0 0 0,0-1 0 0 0,0 1 0 0 0,0 0 0 0 0,0 0 0 0 0,0 0 0 0 0,0 0 0 0 0,0 0 0 0 0,0-1 0 0 0,0 1 0 0 0,0 0-1 0 0,0 0 1 0 0,11-8 374 0 0,16-7 124 0 0,46-11 449 0 0,105-25 0 0 0,-89 28-535 0 0,71-13-688 0 0,202-19 0 0 0,-210 35 505 0 0,447-56 1409 0 0,-300 36-906 0 0,1 14 0 0 0,448 18-1 0 0,-654 12-631 0 0,422 17-37 0 0,0-30-202 0 0,9-59-327 0 0,-55 5-389 0 0,-420 59 772 0 0,430-33-132 0 0,76-8 211 0 0,-11 7 0 0 0,45-2-152 0 0,93-12 1 0 0,24-2 176 0 0,0 30-1030 0 0,-265 49 4776 0 0,-387-20-3498 0 0,-29-3-625 0 0,56 7 875 0 0,-32 6-6075 0 0</inkml:trace>
</inkml:ink>
</file>

<file path=ppt/ink/ink2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7.3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85 451 6913 0 0,'-34'-66'1223'0'0,"25"52"-435"0"0,1-1 0 0 0,1 1 0 0 0,0-1 1 0 0,1-1-1 0 0,-6-21 0 0 0,12 36-740 0 0,0 1 0 0 0,0 0 0 0 0,-1 0 0 0 0,1 0 0 0 0,0-1 0 0 0,0 1-1 0 0,0 0 1 0 0,0 0 0 0 0,0 0 0 0 0,0-1 0 0 0,0 1 0 0 0,0 0 0 0 0,0 0 0 0 0,0 0-1 0 0,0-1 1 0 0,0 1 0 0 0,0 0 0 0 0,0 0 0 0 0,0 0 0 0 0,0-1 0 0 0,0 1-1 0 0,0 0 1 0 0,0 0 0 0 0,0 0 0 0 0,1-1 0 0 0,-1 1 0 0 0,0 0 0 0 0,0 0 0 0 0,0 0-1 0 0,0 0 1 0 0,0-1 0 0 0,0 1 0 0 0,1 0 0 0 0,-1 0 0 0 0,0 0 0 0 0,0 0-1 0 0,0 0 1 0 0,0 0 0 0 0,1-1 0 0 0,-1 1 0 0 0,0 0 0 0 0,0 0 0 0 0,0 0 0 0 0,1 0-1 0 0,-1 0 1 0 0,0 0 0 0 0,0 0 0 0 0,0 0 0 0 0,1 0 0 0 0,-1 0 0 0 0,0 0-1 0 0,0 0 1 0 0,0 0 0 0 0,1 0 0 0 0,-1 0 0 0 0,17 9 974 0 0,14 16-308 0 0,2 13-165 0 0,-2 2 0 0 0,27 45 0 0 0,37 48-202 0 0,-58-89-311 0 0,55 51 0 0 0,-80-84 6 0 0,1 0 1 0 0,0-1-1 0 0,1-1 1 0 0,0 0-1 0 0,0 0 1 0 0,1-2-1 0 0,0 0 0 0 0,0 0 1 0 0,22 5-1 0 0,-36-12 3 0 0,1 1 0 0 0,-1-1-1 0 0,1 0 1 0 0,-1 0 0 0 0,1 1 0 0 0,-1-1-1 0 0,1 0 1 0 0,-1-1 0 0 0,1 1 0 0 0,-1 0-1 0 0,1 0 1 0 0,-1-1 0 0 0,1 1 0 0 0,-1-1-1 0 0,1 1 1 0 0,-1-1 0 0 0,0 1 0 0 0,1-1-1 0 0,-1 0 1 0 0,0 0 0 0 0,0 0 0 0 0,1 0-1 0 0,-1 0 1 0 0,0 0 0 0 0,0 0 0 0 0,0 0-1 0 0,0 0 1 0 0,0 0 0 0 0,0-1 0 0 0,-1 1-1 0 0,1 0 1 0 0,0-1 0 0 0,-1 1 0 0 0,1 0-1 0 0,-1-1 1 0 0,1 1 0 0 0,-1-3 0 0 0,3-6 116 0 0,-1-1 0 0 0,-1 0 0 0 0,0 1 0 0 0,0-16 1 0 0,-1 10-87 0 0,4-87 46 0 0,13-180 383 0 0,-10 226-1548 0 0,2 1 1 0 0,31-106-1 0 0,-38 156 559 0 0,-1 1-1 0 0,1 0 1 0 0,0 0-1 0 0,0 1 0 0 0,1-1 1 0 0,0 0-1 0 0,-1 1 1 0 0,2-1-1 0 0,4-5 1 0 0</inkml:trace>
</inkml:ink>
</file>

<file path=ppt/ink/ink2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7.6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7 8754 0 0,'1'-1'59'0'0,"-1"1"1"0"0,0 0 0 0 0,0-1-1 0 0,0 1 1 0 0,1 0-1 0 0,-1-1 1 0 0,0 1 0 0 0,0 0-1 0 0,1 0 1 0 0,-1-1-1 0 0,0 1 1 0 0,1 0-1 0 0,-1 0 1 0 0,0-1 0 0 0,1 1-1 0 0,-1 0 1 0 0,0 0-1 0 0,1 0 1 0 0,-1-1 0 0 0,0 1-1 0 0,1 0 1 0 0,-1 0-1 0 0,1 0 1 0 0,-1 0-1 0 0,0 0 1 0 0,1 0 0 0 0,-1 0-1 0 0,1 0 1 0 0,-1 0-1 0 0,0 0 1 0 0,1 0 0 0 0,-1 0-1 0 0,1 0 1 0 0,0 1-1 0 0,14 10 1684 0 0,9 19 816 0 0,-15-9-2037 0 0,-1 1 0 0 0,-2 0 0 0 0,0 0 0 0 0,-1 0 0 0 0,-1 0 0 0 0,1 29 0 0 0,11 52-2305 0 0,-12-86-2413 0 0,0-2-1322 0 0</inkml:trace>
</inkml:ink>
</file>

<file path=ppt/ink/ink2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7.9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47 6913 0 0,'0'-2'-4'0'0,"1"1"0"0"0,-1-1-1 0 0,1 1 1 0 0,-1-1-1 0 0,1 1 1 0 0,0-1 0 0 0,0 1-1 0 0,0 0 1 0 0,-1-1-1 0 0,1 1 1 0 0,0 0-1 0 0,1 0 1 0 0,-1 0 0 0 0,0 0-1 0 0,0 0 1 0 0,0 0-1 0 0,1 0 1 0 0,-1 0-1 0 0,0 0 1 0 0,1 1 0 0 0,-1-1-1 0 0,3 0 1 0 0,36-14-642 0 0,-37 15 873 0 0,5-2 42 0 0,1 1 0 0 0,0 0 0 0 0,-1 0-1 0 0,1 1 1 0 0,0 1 0 0 0,-1-1-1 0 0,1 1 1 0 0,0 1 0 0 0,-1-1 0 0 0,1 2-1 0 0,-1-1 1 0 0,0 1 0 0 0,0 0-1 0 0,0 1 1 0 0,0 0 0 0 0,0 0 0 0 0,-1 1-1 0 0,0 0 1 0 0,0 0 0 0 0,11 11-1 0 0,-11-10-189 0 0,0 0 0 0 0,0 1 0 0 0,-1 0-1 0 0,0 0 1 0 0,0 1 0 0 0,-1-1-1 0 0,0 1 1 0 0,-1 1 0 0 0,1-1 0 0 0,-2 0-1 0 0,1 1 1 0 0,-1 0 0 0 0,0 0 0 0 0,-1 0-1 0 0,0 0 1 0 0,-1 0 0 0 0,1 0-1 0 0,-2 1 1 0 0,0 11 0 0 0,-1-12-40 0 0,0-1 0 0 0,-1 1-1 0 0,-1-1 1 0 0,1 1 0 0 0,-1-1 0 0 0,-1 0 0 0 0,0 0 0 0 0,0 0 0 0 0,0-1 0 0 0,-1 1-1 0 0,-6 7 1 0 0,2-5-643 0 0,0-1-1 0 0,-1 1 1 0 0,0-1-1 0 0,0-1 1 0 0,-1 0 0 0 0,-19 10-1 0 0,11-7-3632 0 0</inkml:trace>
</inkml:ink>
</file>

<file path=ppt/ink/ink2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8.1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1376 0 0,'2'1'276'0'0,"0"-1"0"0"0,1 1 0 0 0,-1-1 0 0 0,0 1 0 0 0,0 0 0 0 0,1 0 0 0 0,-1 0 0 0 0,0 0 0 0 0,0 0 0 0 0,0 0 0 0 0,-1 1-1 0 0,1-1 1 0 0,0 1 0 0 0,0-1 0 0 0,-1 1 0 0 0,1 0 0 0 0,-1 0 0 0 0,1 0 0 0 0,-1-1 0 0 0,1 4 0 0 0,25 46 2828 0 0,-23-40-2507 0 0,18 37 1249 0 0,0 4-513 0 0,59 98-1 0 0,-64-118-6225 0 0</inkml:trace>
</inkml:ink>
</file>

<file path=ppt/ink/ink2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8.4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80 6913 0 0,'0'0'15'0'0,"0"-1"-1"0"0,-1 1 0 0 0,1 0 0 0 0,0-1 0 0 0,0 1 1 0 0,0-1-1 0 0,-1 1 0 0 0,1 0 0 0 0,0-1 0 0 0,0 1 0 0 0,0-1 1 0 0,0 1-1 0 0,0-1 0 0 0,0 1 0 0 0,0 0 0 0 0,0-1 0 0 0,0 1 1 0 0,0-1-1 0 0,0 1 0 0 0,0-1 0 0 0,0 1 0 0 0,0 0 0 0 0,1-1 1 0 0,-1 1-1 0 0,0-1 0 0 0,0 1 0 0 0,0 0 0 0 0,1-1 0 0 0,-1 1 1 0 0,0-1-1 0 0,14-15 33 0 0,19-7 1290 0 0,-26 19-985 0 0,1 0 1 0 0,-1 0 0 0 0,1 1 0 0 0,0 0 0 0 0,0 1 0 0 0,0 0 0 0 0,0 0 0 0 0,0 1 0 0 0,0-1 0 0 0,0 2 0 0 0,1-1 0 0 0,8 2 0 0 0,-13-1-288 0 0,-1 1 0 0 0,1 0 1 0 0,0 0-1 0 0,0 0 0 0 0,-1 0 1 0 0,1 1-1 0 0,-1-1 0 0 0,1 1 1 0 0,-1 0-1 0 0,0 0 0 0 0,0 0 1 0 0,0 1-1 0 0,0-1 0 0 0,0 1 1 0 0,0-1-1 0 0,-1 1 0 0 0,1 0 1 0 0,-1 0-1 0 0,0 0 0 0 0,0 1 1 0 0,0-1-1 0 0,0 0 0 0 0,0 1 1 0 0,-1-1-1 0 0,0 1 0 0 0,1 0 1 0 0,0 7-1 0 0,0 0-34 0 0,-1 1 1 0 0,0-1-1 0 0,0 1 1 0 0,-1 0-1 0 0,-1-1 1 0 0,0 1-1 0 0,-1-1 0 0 0,0 1 1 0 0,0-1-1 0 0,-1 0 1 0 0,-1 1-1 0 0,0-2 1 0 0,-1 1-1 0 0,0 0 0 0 0,0-1 1 0 0,-9 12-1 0 0,4-6-189 0 0,-2 0 0 0 0,0-1 0 0 0,-1 0 0 0 0,0-1 0 0 0,-1 0 0 0 0,-1-1 0 0 0,0-1 0 0 0,-31 20 0 0 0,28-22-5002 0 0</inkml:trace>
</inkml:ink>
</file>

<file path=ppt/ink/ink2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9.2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158 79 10018 0 0,'-3'-1'72'0'0,"1"1"0"0"0,-1 0 0 0 0,0 0 0 0 0,0-1 0 0 0,1 2 0 0 0,-1-1-1 0 0,0 0 1 0 0,0 0 0 0 0,1 1 0 0 0,-1 0 0 0 0,0-1 0 0 0,1 1 0 0 0,-1 0 0 0 0,0 0 0 0 0,1 1 0 0 0,-1-1 0 0 0,1 0-1 0 0,-3 3 1 0 0,-2 0 74 0 0,1 1 0 0 0,-1 0-1 0 0,1 0 1 0 0,0 1 0 0 0,-6 7 0 0 0,4-1-22 0 0,0 1 0 0 0,1-1 0 0 0,1 1 1 0 0,0 0-1 0 0,1 1 0 0 0,0-1 0 0 0,1 1 0 0 0,1 0 1 0 0,0 0-1 0 0,1 0 0 0 0,-1 28 0 0 0,2 0-38 0 0,2 0-1 0 0,12 74 1 0 0,-10-97-117 0 0,1-1 0 0 0,1 0 0 0 0,0-1 0 0 0,1 1 0 0 0,1-1 0 0 0,0 0 0 0 0,2-1 0 0 0,0 0 0 0 0,0 0 0 0 0,2-1 0 0 0,18 21 0 0 0,-21-27-16 0 0,0-1 1 0 0,1-1 0 0 0,0 1-1 0 0,0-2 1 0 0,0 1 0 0 0,1-1-1 0 0,0 0 1 0 0,1-1 0 0 0,-1 0-1 0 0,1-1 1 0 0,0 0 0 0 0,0-1-1 0 0,0 0 1 0 0,1-1-1 0 0,-1 0 1 0 0,1-1 0 0 0,-1 0-1 0 0,1 0 1 0 0,15-3 0 0 0,-14 1 105 0 0,0-1 0 0 0,0 0 1 0 0,-1-1-1 0 0,1-1 0 0 0,0 0 1 0 0,-1 0-1 0 0,0-1 0 0 0,0-1 1 0 0,-1 0-1 0 0,1-1 0 0 0,-1 0 1 0 0,-1-1-1 0 0,1 0 1 0 0,-1 0-1 0 0,15-18 0 0 0,-14 12 253 0 0,0 0-1 0 0,-1 0 0 0 0,-1-1 1 0 0,0-1-1 0 0,-1 0 0 0 0,-1 0 1 0 0,-1 0-1 0 0,0-1 0 0 0,-1 0 1 0 0,0 0-1 0 0,1-18 0 0 0,-3 15 81 0 0,-1-1-1 0 0,-1 0 1 0 0,-1 1-1 0 0,-1-1 1 0 0,-1 0 0 0 0,0 1-1 0 0,-2-1 1 0 0,0 1-1 0 0,-10-28 1 0 0,9 34-286 0 0,-1 0 0 0 0,-1 0 1 0 0,0 1-1 0 0,-1-1 0 0 0,0 1 0 0 0,-1 1 1 0 0,0 0-1 0 0,-1 0 0 0 0,0 1 0 0 0,-1 0 1 0 0,0 1-1 0 0,-1 0 0 0 0,-14-9 1 0 0,-14-4-869 0 0,0 1 0 0 0,-86-31 0 0 0,106 46-6625 0 0</inkml:trace>
</inkml:ink>
</file>

<file path=ppt/ink/ink2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9.8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10 361 4145 0 0,'-1'0'105'0'0,"1"1"1"0"0,-1-1 0 0 0,0 0-1 0 0,1 1 1 0 0,-1-1-1 0 0,1 1 1 0 0,-1-1-1 0 0,1 1 1 0 0,-1-1 0 0 0,1 1-1 0 0,0 0 1 0 0,-1-1-1 0 0,1 1 1 0 0,-1-1-1 0 0,1 1 1 0 0,0 0 0 0 0,0-1-1 0 0,0 1 1 0 0,-1 0-1 0 0,1-1 1 0 0,0 1-1 0 0,0 0 1 0 0,0 1-1 0 0,14-3 1753 0 0,26-14-243 0 0,-38 14-1610 0 0,98-41 728 0 0,2 4 0 0 0,130-30 0 0 0,-174 55-669 0 0,346-68 108 0 0,-147 35 35 0 0,103-13 785 0 0,-280 51-844 0 0,0 4 1 0 0,143 11-1 0 0,-49 8-212 0 0,26 2 1387 0 0,-191-15-1133 0 0,-1 0 0 0 0,0 0 0 0 0,0 1 1 0 0,0 0-1 0 0,-1 0 0 0 0,1 1 0 0 0,-1 0 0 0 0,0 0 0 0 0,0 1 0 0 0,8 7 0 0 0,-11-9-179 0 0,-2-2 18 0 0,0 0 0 0 0,0 0 1 0 0,0 0-1 0 0,0 0 1 0 0,0-1-1 0 0,1 1 0 0 0,-1 0 1 0 0,0-1-1 0 0,0 0 0 0 0,1 1 1 0 0,-1-1-1 0 0,0 0 0 0 0,0 0 1 0 0,1 0-1 0 0,-1-1 0 0 0,0 1 1 0 0,0 0-1 0 0,1-1 0 0 0,-1 0 1 0 0,0 1-1 0 0,0-1 0 0 0,4-2 1 0 0,23-4 330 0 0,-28 8-267 0 0,0-1 1 0 0,0 0-1 0 0,0 1 1 0 0,0 0-1 0 0,0-1 1 0 0,0 1-1 0 0,0-1 1 0 0,-1 1-1 0 0,1 0 0 0 0,0 0 1 0 0,0-1-1 0 0,-1 1 1 0 0,1 0-1 0 0,-1 0 1 0 0,1 0-1 0 0,-1 0 1 0 0,1 0-1 0 0,-1-1 1 0 0,1 1-1 0 0,-1 0 1 0 0,0 0-1 0 0,1 0 1 0 0,-1 2-1 0 0,6 24 784 0 0,7 109-634 0 0,31 202 496 0 0,-43-333-739 0 0,90 479 400 0 0,-82-436-381 0 0,-3-22-82 0 0,-1 0-1 0 0,-2 1 1 0 0,-1 0 0 0 0,0-1 0 0 0,-4 31 0 0 0,2-53 69 0 0,-1 0 0 0 0,1 0 0 0 0,-1 0 0 0 0,-1 0 0 0 0,1 0 0 0 0,0-1 0 0 0,-1 1 0 0 0,0 0 0 0 0,0 0 0 0 0,0-1 0 0 0,0 1 0 0 0,0-1 0 0 0,-1 0 0 0 0,1 0 0 0 0,-1 0 0 0 0,-5 5 0 0 0,-1-3 11 0 0,0 1-1 0 0,0-1 1 0 0,-1-1 0 0 0,1 0 0 0 0,-13 4 0 0 0,12-4-20 0 0,-108 41-5 0 0,-132 44 37 0 0,203-75-22 0 0,-1-2 0 0 0,-1-3-1 0 0,-67 6 1 0 0,-54 2-162 0 0,1 8 1 0 0,-230 64-1 0 0,326-73 118 0 0,-2-3 0 0 0,-86 4 1 0 0,-152-8-893 0 0,229-13 927 0 0,-91-16 0 0 0,80 8 53 0 0,84 11-42 0 0,7 1 3 0 0,-1-1 0 0 0,1 1 0 0 0,-1-1 1 0 0,1 0-1 0 0,0 0 0 0 0,-8-4 0 0 0,11 5-18 0 0,0-1 1 0 0,0 0-1 0 0,0 0 0 0 0,-1 0 1 0 0,1 0-1 0 0,0 0 0 0 0,0 0 0 0 0,1 0 1 0 0,-1 0-1 0 0,0-1 0 0 0,0 1 1 0 0,0 0-1 0 0,1-1 0 0 0,-1 1 1 0 0,1 0-1 0 0,-1-1 0 0 0,1 1 1 0 0,0 0-1 0 0,-1-1 0 0 0,1 1 0 0 0,0-1 1 0 0,0 1-1 0 0,0-1 0 0 0,0-2 1 0 0,0 4-26 0 0,0 0 0 0 0,0 0 0 0 0,0-1 0 0 0,0 1 1 0 0,0 0-1 0 0,1-1 0 0 0,-1 1 0 0 0,0 0 1 0 0,-1 0-1 0 0,1-1 0 0 0,0 1 0 0 0,0 0 0 0 0,0-1 1 0 0,0 1-1 0 0,0 0 0 0 0,0 0 0 0 0,0-1 1 0 0,0 1-1 0 0,0 0 0 0 0,-1-1 0 0 0,1 1 0 0 0,0 0 1 0 0,0 0-1 0 0,0 0 0 0 0,0-1 0 0 0,-1 1 1 0 0,1 0-1 0 0,0 0 0 0 0,0 0 0 0 0,-1-1 0 0 0,1 1 1 0 0,0 0-1 0 0,0 0 0 0 0,-1 0 0 0 0,1 0 1 0 0,0 0-1 0 0,-1 0 0 0 0,1-1 0 0 0,0 1 0 0 0,-1 0 1 0 0</inkml:trace>
</inkml:ink>
</file>

<file path=ppt/ink/ink2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20.3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0 456 0 0,'0'1'139'0'0,"1"-1"0"0"0,-1 1 1 0 0,1-1-1 0 0,-1 1 0 0 0,1-1 0 0 0,-1 1 0 0 0,1-1 1 0 0,-1 1-1 0 0,0-1 0 0 0,1 1 0 0 0,-1 0 0 0 0,0-1 1 0 0,0 1-1 0 0,1 0 0 0 0,-1-1 0 0 0,0 1 0 0 0,0 0 1 0 0,0-1-1 0 0,0 1 0 0 0,0 0 0 0 0,0-1 0 0 0,0 1 1 0 0,0 0-1 0 0,0-1 0 0 0,0 1 0 0 0,0 0 0 0 0,-1 0 1 0 0,-1 26 2298 0 0,2-24-1830 0 0,-1 83 5793 0 0,2-26-5474 0 0,0 46 129 0 0,16 110 0 0 0,0 8 60 0 0,-13-137-983 0 0,21 132 1 0 0,-23-208 344 0 0,-1 1 0 0 0,-1 0 1 0 0,0-1-1 0 0,-1 1 1 0 0,0-1-1 0 0,0 1 0 0 0,-6 18 1 0 0,5-18-48 0 0,2-11-429 0 0,-1-1 0 0 0,1 0 1 0 0,0 0-1 0 0,0 0 0 0 0,0 0 0 0 0,0 0 1 0 0,0 0-1 0 0,0 1 0 0 0,0-1 0 0 0,0 0 1 0 0,0 0-1 0 0,0 0 0 0 0,0 0 0 0 0,0 0 1 0 0,0 1-1 0 0,0-1 0 0 0,0 0 0 0 0,0 0 1 0 0,0 0-1 0 0,0 0 0 0 0,0 0 0 0 0,0 1 1 0 0,0-1-1 0 0,0 0 0 0 0,0 0 0 0 0,0 0 1 0 0,0 0-1 0 0,0 0 0 0 0,0 0 0 0 0,0 1 0 0 0,0-1 1 0 0,1 0-1 0 0,-1 0 0 0 0,0 0 0 0 0,0 0 1 0 0,0 0-1 0 0,0 0 0 0 0,0 0 0 0 0,0 0 1 0 0,0 0-1 0 0,1 1 0 0 0,-1-1 0 0 0,0 0 1 0 0,0 0-1 0 0,0 0 0 0 0,0 0 0 0 0,0 0 1 0 0,1 0-1 0 0,-1 0 0 0 0,0 0 0 0 0,0 0 1 0 0,0 0-1 0 0,0 0 0 0 0,0 0 0 0 0,1 0 1 0 0,-1 0-1 0 0,0 0 0 0 0,0 0 0 0 0,0 0 1 0 0,0 0-1 0 0,0 0 0 0 0,0 0 0 0 0,1 0 1 0 0,-1-1-1 0 0,0 1 0 0 0,0 0 0 0 0</inkml:trace>
</inkml:ink>
</file>

<file path=ppt/ink/ink2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04.66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249 1 3681 0 0,'-5'8'358'0'0,"1"1"-1"0"0,0 0 1 0 0,0 1 0 0 0,1-1 0 0 0,1 1-1 0 0,-3 11 1 0 0,0 2 221 0 0,-21 88 1585 0 0,6 1 0 0 0,4 0 0 0 0,-1 144-1 0 0,-50 538-1173 0 0,18-316-1022 0 0,27 3 248 0 0,51 392 62 0 0,-1-2-49 0 0,-28-831-228 0 0,32 1125 735 0 0,28-531 432 0 0,23 313 159 0 0,-71-739-1130 0 0,54 681 911 0 0,-57-802-1074 0 0,69 828 308 0 0,-76-884-337 0 0,-2-1 1 0 0,-2 1 0 0 0,-7 46 0 0 0,6-63-496 0 0,0-1 1 0 0,-1 1-1 0 0,-12 23 1 0 0,11-26-466 0 0,-1-1 0 0 0,-1 0 0 0 0,0 0 0 0 0,0 0 0 0 0,-10 9 0 0 0,-1-2-4503 0 0</inkml:trace>
</inkml:ink>
</file>

<file path=ppt/ink/ink2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05.3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0 131 2761 0 0,'415'-48'3290'0'0,"300"2"-979"0"0,603 9-2559 0 0,-988 52 248 0 0,-144-4 0 0 0,-141-8-543 0 0,-2 0-2171 0 0</inkml:trace>
</inkml:ink>
</file>

<file path=ppt/ink/ink2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06.4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3813 1 1840 0 0,'-10'3'501'0'0,"0"1"-1"0"0,1 0 0 0 0,-1 1 0 0 0,1 0 0 0 0,0 0 1 0 0,1 1-1 0 0,-1 0 0 0 0,1 1 0 0 0,1 0 0 0 0,-1 0 1 0 0,1 0-1 0 0,0 1 0 0 0,1 0 0 0 0,0 1 0 0 0,-8 13 1 0 0,3-2 33 0 0,2-1 1 0 0,0 2-1 0 0,1-1 1 0 0,1 1-1 0 0,1 1 1 0 0,-4 27 0 0 0,-3 41 804 0 0,0 159 0 0 0,24 93-89 0 0,-7-253-898 0 0,2 49-256 0 0,4 504 522 0 0,-23-233-618 0 0,35-3 0 0 0,8-121-123 0 0,-8 361 1 0 0,-21 261 164 0 0,28 115 33 0 0,-23-291 1088 0 0,-6-534-990 0 0,34 567 172 0 0,-11-401-346 0 0,-16-261 93 0 0,3-1-1 0 0,5-1 0 0 0,5-1 0 0 0,47 144 0 0 0,-57-213-178 0 0,-1 1 0 0 0,-1 1 0 0 0,4 36 0 0 0,-11-53 53 0 0,0 0-1 0 0,0 0 0 0 0,-1 0 0 0 0,-1 0 0 0 0,-1 0 0 0 0,0 0 1 0 0,-1-1-1 0 0,0 1 0 0 0,-6 15 0 0 0,7-28 40 0 0,1 1 0 0 0,0-1 0 0 0,-1 0-1 0 0,0 0 1 0 0,1 0 0 0 0,-1 0 0 0 0,0 0 0 0 0,0 0-1 0 0,0 0 1 0 0,0-1 0 0 0,-1 1 0 0 0,1-1 0 0 0,0 1-1 0 0,-1-1 1 0 0,1 0 0 0 0,-6 2 0 0 0,-48 11 124 0 0,28-9-100 0 0,19-2-29 0 0,-153 39-196 0 0,-173 22 0 0 0,-50 0-737 0 0,-7 0 1186 0 0,-457 83 803 0 0,739-127-1089 0 0,0-5 0 0 0,0-5-1 0 0,-138-6 1 0 0,178-9 129 0 0,0-4 1 0 0,-94-24-1 0 0,-7-1 396 0 0,105 26-211 0 0,-129 4 0 0 0,64 5-144 0 0,75-1-63 0 0,39 1 32 0 0,0 0 1 0 0,0-1 0 0 0,0-1-1 0 0,0-1 1 0 0,0 0 0 0 0,-27-8-1 0 0,31 1-1481 0 0</inkml:trace>
</inkml:ink>
</file>

<file path=ppt/ink/ink2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42.45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301 353 920 0 0,'3'-17'810'0'0,"0"0"1"0"0,-1-1-1 0 0,0 1 0 0 0,-2 0 0 0 0,0-1 0 0 0,-1 1 0 0 0,0 0 1 0 0,-7-27-1 0 0,6 35-228 0 0,-1 0 0 0 0,0 0 1 0 0,0 0-1 0 0,-1 0 0 0 0,-1 1 0 0 0,1 0 1 0 0,-10-13-1 0 0,10 16-354 0 0,0 1 1 0 0,0-1-1 0 0,0 1 0 0 0,-1 1 1 0 0,1-1-1 0 0,-1 1 0 0 0,0-1 0 0 0,0 1 1 0 0,0 1-1 0 0,0-1 0 0 0,-1 1 1 0 0,1 0-1 0 0,-8-2 0 0 0,10 3-62 0 0,-1 0 0 0 0,0 1 0 0 0,1-1 0 0 0,-1 1 0 0 0,0 0 0 0 0,0 0 0 0 0,1 0-1 0 0,-1 1 1 0 0,0-1 0 0 0,1 1 0 0 0,-1 0 0 0 0,0 0 0 0 0,1 0 0 0 0,-1 0 0 0 0,1 1 0 0 0,-5 2 0 0 0,3-1 17 0 0,-1 1 1 0 0,1 0 0 0 0,1 0-1 0 0,-1 1 1 0 0,0-1-1 0 0,1 1 1 0 0,0 0 0 0 0,-6 11-1 0 0,1 0-6 0 0,1 0-1 0 0,1 0 0 0 0,0 1 0 0 0,1 0 0 0 0,-6 33 1 0 0,2 6-15 0 0,-4 78 1 0 0,13-105-156 0 0,1-1 0 0 0,1 0 0 0 0,2 0 0 0 0,10 49 0 0 0,-10-68-8 0 0,0 0 1 0 0,0-1-1 0 0,0 1 1 0 0,1-1-1 0 0,0 0 1 0 0,1 0-1 0 0,0 0 1 0 0,0-1-1 0 0,1 0 1 0 0,0 0 0 0 0,9 9-1 0 0,-5-7 3 0 0,1-1 0 0 0,0-1-1 0 0,0 0 1 0 0,0 0 0 0 0,1-1 0 0 0,0 0-1 0 0,15 4 1 0 0,4-1-19 0 0,1-1-1 0 0,1-2 1 0 0,-1-1-1 0 0,1-1 1 0 0,50-2 0 0 0,-71-1-2 0 0,0-2 1 0 0,-1 0-1 0 0,1 0 0 0 0,-1-1 1 0 0,1 0-1 0 0,-1-1 1 0 0,0-1-1 0 0,0 0 1 0 0,11-5-1 0 0,-16 6 29 0 0,0-1-1 0 0,-1 1 0 0 0,0-1 1 0 0,0 0-1 0 0,0-1 1 0 0,0 1-1 0 0,0-1 1 0 0,-1 0-1 0 0,0 0 0 0 0,0 0 1 0 0,-1 0-1 0 0,1-1 1 0 0,-1 0-1 0 0,0 0 0 0 0,-1 0 1 0 0,1 0-1 0 0,2-10 1 0 0,-1-5 76 0 0,0-1 0 0 0,-1 0 0 0 0,-2 0 0 0 0,0 1 0 0 0,-1-1-1 0 0,-1 0 1 0 0,-5-25 0 0 0,-38-152 479 0 0,27 134-402 0 0,12 46-128 0 0,-1 1-1 0 0,0-1 1 0 0,-2 1 0 0 0,0 0 0 0 0,-1 1 0 0 0,0 0 0 0 0,-16-20 0 0 0,21 32-41 0 0,-1-1 0 0 0,0 1 0 0 0,0 0 1 0 0,0 0-1 0 0,-1 1 0 0 0,0 0 0 0 0,0-1 1 0 0,0 2-1 0 0,0-1 0 0 0,-7-2 0 0 0,8 4-17 0 0,0 1 0 0 0,0 0 0 0 0,0 0 0 0 0,0 0 0 0 0,0 0 0 0 0,0 1 1 0 0,0 0-1 0 0,0 0 0 0 0,0 0 0 0 0,0 1 0 0 0,0-1 0 0 0,0 1 0 0 0,0 1 0 0 0,0-1 0 0 0,-8 4 0 0 0,-2 3-1622 0 0</inkml:trace>
</inkml:ink>
</file>

<file path=ppt/ink/ink2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42.9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1 258 5529 0 0,'7'4'690'0'0,"0"1"0"0"0,0-1 1 0 0,0 2-1 0 0,-1-1 0 0 0,0 1 0 0 0,0 0 0 0 0,0 0 0 0 0,-1 0 0 0 0,7 11 1 0 0,6 11 413 0 0,15 34 0 0 0,1 0-261 0 0,64 70 455 0 0,-38-55-742 0 0,-56-73-374 0 0,1 1 1 0 0,-1-1-1 0 0,1 0 0 0 0,0 0 1 0 0,0 0-1 0 0,11 5 1 0 0,-14-7-37 0 0,0-1 0 0 0,1 0 0 0 0,-1 0 0 0 0,0-1 0 0 0,1 1 0 0 0,-1 0 0 0 0,1-1 0 0 0,-1 1 0 0 0,4-1 1 0 0,-5 0-73 0 0,0 0 0 0 0,0 0 1 0 0,0 0-1 0 0,0-1 1 0 0,-1 1-1 0 0,1 0 0 0 0,0 0 1 0 0,0-1-1 0 0,0 1 1 0 0,0 0-1 0 0,0-1 1 0 0,-1 1-1 0 0,1-1 0 0 0,0 1 1 0 0,0-1-1 0 0,-1 0 1 0 0,1 1-1 0 0,0-1 1 0 0,-1 0-1 0 0,1 1 0 0 0,0-1 1 0 0,-1 0-1 0 0,1 0 1 0 0,0-1-1 0 0,2-6 163 0 0,0 0 0 0 0,-1-1-1 0 0,0 0 1 0 0,2-15 0 0 0,1-6 1 0 0,16-85 238 0 0,8-131 0 0 0,-17 121-213 0 0,-9 102-246 0 0,3-37 40 0 0,-6 56-55 0 0,0 1 1 0 0,0-1-1 0 0,0 1 0 0 0,0 0 1 0 0,-1-1-1 0 0,1 1 0 0 0,-1 0 0 0 0,0 0 1 0 0,0-1-1 0 0,0 1 0 0 0,-1 0 1 0 0,1 0-1 0 0,-4-5 0 0 0,5 8-14 0 0,-1-1 0 0 0,1 1 0 0 0,-1 0 0 0 0,1-1 0 0 0,-1 1 0 0 0,1 0 0 0 0,-1-1 0 0 0,1 1 0 0 0,-1 0 0 0 0,1 0 0 0 0,-1-1 0 0 0,0 1 0 0 0,1 0 0 0 0,-1 0 0 0 0,1 0 0 0 0,-1 0 0 0 0,0 0 0 0 0,1 0 0 0 0,-1 0 0 0 0,1 0 0 0 0,-1 0 0 0 0,0 0 0 0 0,0 0 0 0 0,-4 2-308 0 0</inkml:trace>
</inkml:ink>
</file>

<file path=ppt/ink/ink2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6:22.35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 1 6913 0 0,'-2'53'1471'0'0,"2"0"0"0"0,3-1-1 0 0,9 54 1 0 0,-1-15-1835 0 0,3 103 811 0 0,-17 314 1 0 0,-45 634 1899 0 0,49 655 1954 0 0,44-537-4008 0 0,-27 98 250 0 0,8 336-253 0 0,6-710-128 0 0,24 473 132 0 0,-32-1139-147 0 0,11 299 371 0 0,17-14 505 0 0,-48-563-964 0 0,-3-1 0 0 0,-1 1 0 0 0,-2 0 0 0 0,-1-1 1 0 0,-13 56-1 0 0,12-76 43 0 0,-4 35 265 0 0,8-51-356 0 0,0 1 0 0 0,0-1 1 0 0,0 0-1 0 0,1 0 0 0 0,-1 0 1 0 0,1 0-1 0 0,-1 0 0 0 0,1 0 1 0 0,0 0-1 0 0,0 0 0 0 0,1 0 1 0 0,-1-1-1 0 0,0 1 0 0 0,4 4 1 0 0,3 2-102 0 0</inkml:trace>
</inkml:ink>
</file>

<file path=ppt/ink/ink2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39.29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309 24 2761 0 0,'-3'-2'261'0'0,"1"1"0"0"0,-1-1 0 0 0,0 1 0 0 0,0 0 0 0 0,0-1 0 0 0,1 2 0 0 0,-1-1 1 0 0,0 0-1 0 0,0 0 0 0 0,-1 1 0 0 0,1 0 0 0 0,-5 0 0 0 0,-41 0 2132 0 0,46 1-2211 0 0,-4-1 29 0 0,-1 1 0 0 0,1 0 0 0 0,0 0 0 0 0,0 1 0 0 0,0 0 0 0 0,1 0 0 0 0,-1 1 0 0 0,0-1 0 0 0,1 1 0 0 0,0 1 0 0 0,-1 0 0 0 0,1 0 0 0 0,1 0 0 0 0,-1 0 0 0 0,1 1 0 0 0,-1 0 0 0 0,1 0 0 0 0,1 0 0 0 0,-6 7 0 0 0,1 3-63 0 0,0 1 0 0 0,1 0-1 0 0,0 0 1 0 0,1 0 0 0 0,1 1 0 0 0,-6 29-1 0 0,4-14-83 0 0,1 0-1 0 0,2 1 1 0 0,2 0-1 0 0,1 0 0 0 0,2 46 1 0 0,2-60-88 0 0,0 0-1 0 0,1 0 1 0 0,1 0-1 0 0,1 0 1 0 0,1-1-1 0 0,0 0 1 0 0,1 0 0 0 0,1-1-1 0 0,1 1 1 0 0,19 27-1 0 0,-22-37 10 0 0,0-1-1 0 0,0 0 0 0 0,1 0 1 0 0,0 0-1 0 0,1-1 1 0 0,-1 0-1 0 0,1-1 0 0 0,1 0 1 0 0,-1 0-1 0 0,1 0 1 0 0,-1-1-1 0 0,1-1 0 0 0,0 1 1 0 0,0-2-1 0 0,14 4 0 0 0,-17-5 82 0 0,0-1 0 0 0,0 1 0 0 0,0-1 0 0 0,0 0-1 0 0,0 0 1 0 0,1-1 0 0 0,-1 1 0 0 0,0-1 0 0 0,0-1-1 0 0,0 1 1 0 0,0-1 0 0 0,-1 0 0 0 0,1-1 0 0 0,0 1-1 0 0,-1-1 1 0 0,0 0 0 0 0,1-1 0 0 0,-1 1 0 0 0,0-1-1 0 0,-1 0 1 0 0,1 0 0 0 0,-1 0 0 0 0,0-1 0 0 0,7-9-1 0 0,7-16 309 0 0,-1-1 0 0 0,-1-1 0 0 0,-2-1 0 0 0,-1 0 0 0 0,-2-1 0 0 0,-1 0 0 0 0,6-41 0 0 0,-12 55-242 0 0,-1-1 0 0 0,-1 1 0 0 0,-1 0 1 0 0,-1-1-1 0 0,0 1 0 0 0,-2-1 0 0 0,-5-24 1 0 0,4 33-67 0 0,0 0 1 0 0,-1 0 0 0 0,-1 0 0 0 0,0 1 0 0 0,0 0 0 0 0,-1 0-1 0 0,0 0 1 0 0,-1 0 0 0 0,-1 1 0 0 0,0 1 0 0 0,0-1 0 0 0,0 1 0 0 0,-12-8-1 0 0,10 7-491 0 0,-1 1 0 0 0,0 0-1 0 0,-1 1 1 0 0,0 0-1 0 0,0 1 1 0 0,0 0-1 0 0,-21-7 1 0 0,24 12-837 0 0</inkml:trace>
</inkml:ink>
</file>

<file path=ppt/ink/ink2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39.93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21 391 3681 0 0,'-5'-20'508'0'0,"-2"-3"1059"0"0,-1 11 2628 0 0,24 13-357 0 0,9 2-2887 0 0,-18 3-644 0 0,0 0 0 0 0,0 0 0 0 0,0 0 0 0 0,-1 1 0 0 0,0 0 0 0 0,0 0-1 0 0,-1 0 1 0 0,10 17 0 0 0,11 15 251 0 0,1-10-221 0 0,2-1 0 0 0,0-1 1 0 0,2-1-1 0 0,1-2 0 0 0,0-1 0 0 0,66 33 0 0 0,-89-51-289 0 0,1-1-1 0 0,0 0 0 0 0,0-1 1 0 0,0 0-1 0 0,12 2 0 0 0,-18-4 1 0 0,-1 0-1 0 0,1-1 1 0 0,-1 1-1 0 0,1-1 0 0 0,-1 0 1 0 0,1 0-1 0 0,-1 0 1 0 0,1-1-1 0 0,-1 1 1 0 0,1-1-1 0 0,-1 0 0 0 0,0 0 1 0 0,1 0-1 0 0,-1 0 1 0 0,0 0-1 0 0,0-1 0 0 0,0 0 1 0 0,0 1-1 0 0,3-4 1 0 0,-4 4 0 0 0,-1-1 0 0 0,0 0 1 0 0,0 1-1 0 0,0-1 0 0 0,0 0 1 0 0,0 0-1 0 0,-1 0 1 0 0,1 0-1 0 0,0 0 0 0 0,-1 0 1 0 0,1 0-1 0 0,-1 0 0 0 0,0 0 1 0 0,0 0-1 0 0,0-1 0 0 0,0 1 1 0 0,0-3-1 0 0,-9-41 321 0 0,3 21-208 0 0,-19-199 421 0 0,24 193-555 0 0,1 0 0 0 0,2 0 0 0 0,1 1 0 0 0,2-1 0 0 0,10-38 0 0 0,-6 29-24 0 0,-7 27-87 0 0,1 1-1 0 0,0 0 1 0 0,10-23-1 0 0,-10 30-237 0 0,1 0-85 0 0</inkml:trace>
</inkml:ink>
</file>

<file path=ppt/ink/ink2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16.15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1145 31 9674 0 0,'-4'-20'1841'0'0,"1"10"1928"0"0,2 27-1647 0 0,8 125-1085 0 0,30 172 1 0 0,-22-206-843 0 0,-3-26-187 0 0,4-2 0 0 0,3 0 0 0 0,47 124 0 0 0,-61-192 168 0 0,-1 0 0 0 0,0 0 0 0 0,0 1 0 0 0,-1-1 0 0 0,1 17 0 0 0,-4-27-149 0 0,1 0 0 0 0,-1 0 0 0 0,0 0 0 0 0,0 1 0 0 0,-1-1 0 0 0,1 0 0 0 0,0 0 0 0 0,-1 0 0 0 0,1 1 0 0 0,-1-1 0 0 0,0 0 0 0 0,1 0 1 0 0,-1 0-1 0 0,0 0 0 0 0,0 0 0 0 0,-1 0 0 0 0,1 0 0 0 0,0-1 0 0 0,-1 1 0 0 0,1 0 0 0 0,-1-1 0 0 0,1 1 0 0 0,-1-1 0 0 0,0 1 0 0 0,0-1 0 0 0,1 0 0 0 0,-1 0 0 0 0,0 0 0 0 0,0 0 0 0 0,0 0 0 0 0,0 0 0 0 0,-1 0 0 0 0,1-1 0 0 0,0 1 0 0 0,0-1 0 0 0,0 0 0 0 0,0 1 0 0 0,-1-1 0 0 0,-1 0 0 0 0,-23 0 79 0 0,0-1 0 0 0,1-1 0 0 0,-35-7 1 0 0,29 3-44 0 0,-55-1 1 0 0,-22 13-39 0 0,0 4 0 0 0,-139 33 0 0 0,87-14-20 0 0,55-16-39 0 0,58-8 3 0 0,-62 14 0 0 0,97-16 31 0 0,3 1 0 0 0,0-2 0 0 0,0 1 0 0 0,-1-1 0 0 0,1-1 0 0 0,0 1 0 0 0,-1-2 0 0 0,1 0 0 0 0,-22-2 0 0 0,32 3 5 0 0,-1 0 0 0 0,1 1 0 0 0,0-1 0 0 0,0 0 0 0 0,-1 0-1 0 0,1 0 1 0 0,0 1 0 0 0,0-1 0 0 0,0 0 0 0 0,0 0 0 0 0,0 0 0 0 0,1 1 0 0 0,-1-1 0 0 0,0 0 0 0 0,0 0 0 0 0,1 0 0 0 0,0 2 0 0 0,9 47 155 0 0,-2-13-89 0 0,34 290-71 0 0,6 32 0 0 0,-21-177 0 0 0,-15-90 0 0 0,30 119 0 0 0,-38-198 14 0 0,0 0 1 0 0,1 1-1 0 0,1-1 0 0 0,0-1 1 0 0,0 1-1 0 0,1-1 1 0 0,1 0-1 0 0,0-1 0 0 0,12 13 1 0 0,-15-19-8 0 0,0 0 0 0 0,0 0 0 0 0,1-1 1 0 0,0 0-1 0 0,0 0 0 0 0,1 0 0 0 0,-1 0 0 0 0,1-1 1 0 0,-1 0-1 0 0,1-1 0 0 0,0 0 0 0 0,0 0 0 0 0,0 0 1 0 0,0-1-1 0 0,1 1 0 0 0,-1-2 0 0 0,0 1 0 0 0,0-1 1 0 0,10-1-1 0 0,102-17-7 0 0,-75 10 0 0 0,73-5 0 0 0,379 33-80 0 0,-445-16 83 0 0,13-3 26 0 0,-45-1 11 0 0,1 0 1 0 0,-1 2 0 0 0,0 0 0 0 0,1 1 0 0 0,23 6 0 0 0,33 7-22 0 0,-75-16 22 0 0,0 0-1 0 0,0 1 1 0 0,0-1 0 0 0,0 0-1 0 0,0 1 1 0 0,0-1 0 0 0,0 1 0 0 0,-1-1-1 0 0,1 1 1 0 0,0-1 0 0 0,0 1-1 0 0,0 0 1 0 0,0-1 0 0 0,0 1 0 0 0,-1 0-1 0 0,1 0 1 0 0,0-1 0 0 0,-1 1-1 0 0,1 0 1 0 0,-1 0 0 0 0,1 0-1 0 0,0 2 257 0 0,2 18-179 0 0,5 23 17 0 0,15 51 0 0 0,-2-13-139 0 0,99 326 4 0 0,-31-120 0 0 0,-36-121-8 0 0,11 46 160 0 0,-57-191-72 0 0,1 1-1 0 0,1-2 0 0 0,0 1 1 0 0,2-1-1 0 0,14 21 0 0 0,-23-37-59 0 0,1 0-4 0 0,-1 0 1 0 0,0 1-1 0 0,0 0 0 0 0,-1-1 0 0 0,1 1 0 0 0,-1 0 0 0 0,0 8 0 0 0,-1-9-2 0 0,1 0 1 0 0,0 0 0 0 0,0 0-1 0 0,0 0 1 0 0,0 0 0 0 0,1 0-1 0 0,0 0 1 0 0,4 7-1 0 0,-6-11-6 0 0,0-1-1 0 0,1 1 0 0 0,-1-1 0 0 0,0 0 0 0 0,1 1 0 0 0,-1-1 0 0 0,0 1 0 0 0,1-1 0 0 0,-1 1 0 0 0,0-1 0 0 0,0 1 0 0 0,0-1 0 0 0,0 1 0 0 0,1-1 0 0 0,-1 1 0 0 0,0-1 0 0 0,0 1 1 0 0,0-1-1 0 0,0 1 0 0 0,0-1 0 0 0,0 1 0 0 0,0 0 0 0 0,0-1 0 0 0,-1 1 0 0 0,1-1 0 0 0,0 1 0 0 0,0-1 0 0 0,0 1 0 0 0,0-1 0 0 0,-1 1 0 0 0,1-1 0 0 0,0 1 0 0 0,-1-1 0 0 0,1 0 1 0 0,0 1-1 0 0,-1-1 0 0 0,1 1 0 0 0,0-1 0 0 0,-1 1 0 0 0,-26 7 3 0 0,-114 16-669 0 0,-84 17-731 0 0,-26 6 712 0 0,-84 22 105 0 0,309-63 498 0 0,0-1 0 0 0,0-2 1 0 0,0-1-1 0 0,-1-1 0 0 0,1-1 0 0 0,-33-4 0 0 0,-2 0 92 0 0,-77 8 994 0 0,140-3-948 0 0,1-1 0 0 0,-1 1 0 0 0,0 0 1 0 0,0 0-1 0 0,0 0 0 0 0,0 1 0 0 0,0-1 0 0 0,-1 0 0 0 0,1 1 0 0 0,0-1 0 0 0,-1 1 0 0 0,1-1 0 0 0,-1 1 0 0 0,1 0 0 0 0,-1 0 0 0 0,0-1 0 0 0,1 1 0 0 0,-1 0 0 0 0,1 4 1 0 0,26 54-58 0 0,-19-38 7 0 0,18 38-65 0 0,-4 1 0 0 0,-1 1 0 0 0,-4 1 0 0 0,-2 1 0 0 0,8 68-1 0 0,2 234-40 0 0,-26-350 85 0 0,0 28 23 0 0,2 0-1 0 0,1 0 0 0 0,3-1 1 0 0,13 53-1 0 0,-16-85-1 0 0,-2-8 10 0 0,-1 0 0 0 0,1 0-1 0 0,0 0 1 0 0,0 0 0 0 0,1 0 0 0 0,-1 0 0 0 0,0 0-1 0 0,1-1 1 0 0,2 4 0 0 0,-2-5-14 0 0,-1 0-1 0 0,1 0 1 0 0,-1 0 0 0 0,1 0 0 0 0,-1-1 0 0 0,1 1-1 0 0,0 0 1 0 0,0-1 0 0 0,-1 1 0 0 0,1-1-1 0 0,0 0 1 0 0,0 1 0 0 0,0-1 0 0 0,-1 0-1 0 0,1 0 1 0 0,0 0 0 0 0,0-1 0 0 0,0 1-1 0 0,3-1 1 0 0,106-10-22 0 0,1 5 1 0 0,0 5-1 0 0,1 5 0 0 0,133 22 0 0 0,-110 1 53 0 0,17 3 53 0 0,-135-29-83 0 0,1 1 0 0 0,-1-2-1 0 0,1-1 1 0 0,-1 0 0 0 0,0-1 0 0 0,26-7 0 0 0,-28 5-119 0 0,1 0 1 0 0,-1 1 0 0 0,33-2-1 0 0,-48 6 132 0 0,-1 0 0 0 0,1 0-1 0 0,-1 0 1 0 0,1 0 0 0 0,-1 0 0 0 0,0 0-1 0 0,0 1 1 0 0,0-1 0 0 0,1 0-1 0 0,-1 0 1 0 0,0 0 0 0 0,0 0 0 0 0,-1 1-1 0 0,1-1 1 0 0,0 0 0 0 0,-1 2-1 0 0,1 13 136 0 0,72 428-31 0 0,-10-91-38 0 0,3 461 844 0 0,-52-591-799 0 0,-11-187-262 0 0,1-1 0 0 0,3 1-1 0 0,17 62 1 0 0,-23-96-5 0 0,1-1 16 0 0,-1 0 0 0 0,0 0 0 0 0,0 1 0 0 0,1-1 0 0 0,-1 0-1 0 0,1 0 1 0 0,-1 0 0 0 0,1 1 0 0 0,-1-1 0 0 0,1 0-1 0 0,0 0 1 0 0,-1 0 0 0 0,1 0 0 0 0,0 0 0 0 0,0 0-1 0 0,0-1 1 0 0,0 1 0 0 0,0 0 0 0 0,0 0 0 0 0,0-1 0 0 0,0 1-1 0 0,0 0 1 0 0,0-1 0 0 0,2 1 0 0 0</inkml:trace>
</inkml:ink>
</file>

<file path=ppt/ink/ink2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16.82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56 47 8754 0 0,'-12'-14'2475'0'0,"11"11"-2025"0"0,-1 1 0 0 0,0-1 0 0 0,0 1 0 0 0,1-1 0 0 0,-1 1 0 0 0,-1 0 0 0 0,1 0 0 0 0,0 0 0 0 0,-1 0 0 0 0,1 0 0 0 0,-1 0 0 0 0,1 1 0 0 0,-6-3 0 0 0,7 4-342 0 0,1 1-1 0 0,-1 0 1 0 0,0-1 0 0 0,1 1 0 0 0,-1-1-1 0 0,1 1 1 0 0,-1 0 0 0 0,1-1-1 0 0,-1 1 1 0 0,1 0 0 0 0,0 0-1 0 0,-1-1 1 0 0,1 1 0 0 0,0 0-1 0 0,0 0 1 0 0,-1 0 0 0 0,1 0 0 0 0,0-1-1 0 0,0 1 1 0 0,0 0 0 0 0,0 0-1 0 0,0 0 1 0 0,0 0 0 0 0,0-1-1 0 0,0 2 1 0 0,1 26 551 0 0,-1-26-584 0 0,42 315 1198 0 0,-6-70-1111 0 0,-20-36-142 0 0,-11-107 65 0 0,36 194 0 0 0,-36-281-265 0 0,-1 0 0 0 0,2-1 1 0 0,0 0-1 0 0,15 28 0 0 0,9-3-3590 0 0,-23-36 2462 0 0,-10-8 998 0 0,-5-4 256 0 0</inkml:trace>
</inkml:ink>
</file>

<file path=ppt/ink/ink2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17.24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237 43 4145 0 0,'-14'-6'846'0'0,"-1"1"-1"0"0,1 0 1 0 0,-1 2 0 0 0,0-1 0 0 0,-24-1 0 0 0,35 5-605 0 0,0-1 0 0 0,0 1 1 0 0,1 0-1 0 0,-1 0 0 0 0,0 1 1 0 0,0-1-1 0 0,1 1 0 0 0,-1 0 1 0 0,0 0-1 0 0,1 0 0 0 0,-1 1 1 0 0,1-1-1 0 0,0 1 0 0 0,-1-1 1 0 0,1 1-1 0 0,0 0 0 0 0,0 1 1 0 0,0-1-1 0 0,0 0 0 0 0,0 1 0 0 0,1 0 1 0 0,-1 0-1 0 0,1-1 0 0 0,0 1 1 0 0,0 1-1 0 0,0-1 0 0 0,0 0 1 0 0,-2 5-1 0 0,-2 8-46 0 0,1 0 0 0 0,0 1 0 0 0,1 0 0 0 0,1 0 0 0 0,0 1 0 0 0,2-1 0 0 0,0 35 0 0 0,1-44-128 0 0,1 0-1 0 0,0-1 1 0 0,0 1-1 0 0,1 0 1 0 0,0 0-1 0 0,0-1 1 0 0,1 1-1 0 0,0-1 1 0 0,0 0-1 0 0,0 0 1 0 0,1 0-1 0 0,0 0 1 0 0,1-1-1 0 0,-1 1 1 0 0,1-1-1 0 0,1 0 1 0 0,-1-1-1 0 0,1 1 1 0 0,12 8-1 0 0,-16-12-52 0 0,1-1 0 0 0,-1 1 1 0 0,0-1-1 0 0,1 0 0 0 0,-1 0 0 0 0,1 1 1 0 0,0-2-1 0 0,-1 1 0 0 0,1 0 0 0 0,0 0 0 0 0,-1-1 1 0 0,1 0-1 0 0,0 1 0 0 0,0-1 0 0 0,0 0 0 0 0,-1 0 1 0 0,1-1-1 0 0,0 1 0 0 0,0-1 0 0 0,-1 1 0 0 0,4-2 1 0 0,-3 0 31 0 0,0 1 1 0 0,0-1-1 0 0,0 0 0 0 0,-1-1 1 0 0,1 1-1 0 0,0 0 1 0 0,-1-1-1 0 0,0 0 1 0 0,1 1-1 0 0,-1-1 1 0 0,0 0-1 0 0,0 0 1 0 0,-1 0-1 0 0,3-5 1 0 0,0-4 75 0 0,0 1 1 0 0,0-1 0 0 0,-1 0 0 0 0,-1 0 0 0 0,0 0 0 0 0,0 0 0 0 0,-1 0-1 0 0,-1-19 1 0 0,-1 21-150 0 0,0-1 0 0 0,-1 0-1 0 0,0 1 1 0 0,-1 0 0 0 0,0 0-1 0 0,-1 0 1 0 0,0 0 0 0 0,0 0 0 0 0,-1 0-1 0 0,0 1 1 0 0,-1 0 0 0 0,0 0-1 0 0,0 1 1 0 0,-1 0 0 0 0,0 0 0 0 0,0 0-1 0 0,-1 1 1 0 0,0 0 0 0 0,0 0-1 0 0,-1 1 1 0 0,0 0 0 0 0,0 1-1 0 0,0 0 1 0 0,-1 0 0 0 0,0 1 0 0 0,0 0-1 0 0,-14-3 1 0 0,7 4-1292 0 0</inkml:trace>
</inkml:ink>
</file>

<file path=ppt/ink/ink2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17.67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1044 35 4145 0 0,'1'-1'213'0'0,"0"0"1"0"0,-1 0 0 0 0,1 0-1 0 0,-1 0 1 0 0,1 0 0 0 0,-1 0-1 0 0,1 0 1 0 0,-1 0-1 0 0,0-1 1 0 0,0 1 0 0 0,1 0-1 0 0,-1 0 1 0 0,0 0-1 0 0,0 0 1 0 0,0 0 0 0 0,0 0-1 0 0,0-1 1 0 0,-1 1-1 0 0,1 0 1 0 0,0 0 0 0 0,0 0-1 0 0,-2-2 1 0 0,2 2 20 0 0,-1 0-1 0 0,0 1 1 0 0,0-1 0 0 0,0 0 0 0 0,0 1-1 0 0,0-1 1 0 0,0 1 0 0 0,0-1 0 0 0,0 1 0 0 0,0 0-1 0 0,0-1 1 0 0,0 1 0 0 0,-1 0 0 0 0,1 0-1 0 0,0-1 1 0 0,0 1 0 0 0,0 0 0 0 0,-2 1 0 0 0,-8 0 1012 0 0,0 0 0 0 0,0 1 0 0 0,-17 5 0 0 0,20-5-1199 0 0,-77 17 1089 0 0,0-3 1 0 0,-1-5-1 0 0,-90 1 1 0 0,101-13-1088 0 0,-89-12-1 0 0,-40-1-33 0 0,122 10-562 0 0</inkml:trace>
</inkml:ink>
</file>

<file path=ppt/ink/ink2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18.40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46 3 5985 0 0,'-6'-1'-282'0'0,"4"1"790"0"0,0-1 0 0 0,0 1 0 0 0,0 0 0 0 0,0-1 0 0 0,0 1 1 0 0,0 0-1 0 0,0 0 0 0 0,0 0 0 0 0,0 1 0 0 0,-1-1 0 0 0,-1 1 0 0 0,3 0-292 0 0,0 0 0 0 0,0 0 0 0 0,0 0 0 0 0,0 0 0 0 0,0 0 0 0 0,1 0 0 0 0,-1 0 0 0 0,0 0 0 0 0,1 0 0 0 0,-1 0 0 0 0,1 1 0 0 0,-1-1 0 0 0,1 0 0 0 0,0 1 0 0 0,-1-1 0 0 0,1 0 0 0 0,0 0 0 0 0,0 1 0 0 0,0-1 0 0 0,0 0 0 0 0,0 3 0 0 0,-1 60 771 0 0,10 105 0 0 0,23 64-629 0 0,-21-161-202 0 0,101 448-73 0 0,-60-302-142 0 0,62 422 47 0 0,-91-497-74 0 0,30 256 179 0 0,6-1 105 0 0,0 12 1404 0 0,-54-363-1432 0 0,-2-15 345 0 0,-1 0-1 0 0,-4 63 1 0 0,1-86-494 0 0,0-6 137 0 0,0 1 0 0 0,1-1 0 0 0,0 1 0 0 0,-1 0 0 0 0,1 0 0 0 0,1 7 0 0 0,-1-11-142 0 0,1 1 0 0 0,-1-1 0 0 0,0 1-1 0 0,0-1 1 0 0,0 0 0 0 0,1 1 0 0 0,-1-1 0 0 0,0 1 0 0 0,0-1-1 0 0,1 1 1 0 0,-1-1 0 0 0,0 0 0 0 0,1 1 0 0 0,-1-1 0 0 0,0 0-1 0 0,1 1 1 0 0,-1-1 0 0 0,1 0 0 0 0,-1 1 0 0 0,1-1-1 0 0,-1 0 1 0 0,1 0 0 0 0,0 1 0 0 0,0-1-38 0 0,0 0 0 0 0,1 0 0 0 0,-1 0 0 0 0,0 0 0 0 0,1 0 0 0 0,-1-1 1 0 0,0 1-1 0 0,1 0 0 0 0,-1-1 0 0 0,0 1 0 0 0,1 0 0 0 0,-1-1 0 0 0,1 0 0 0 0,56-31-5 0 0,-44 24 35 0 0,0 0-1 0 0,0 1 1 0 0,1 0 0 0 0,0 1-1 0 0,17-4 1 0 0,365-50-282 0 0,-348 55 285 0 0,-15-1-21 0 0,0-2 0 0 0,0 0 0 0 0,-1-3 0 0 0,0 0 0 0 0,48-26 0 0 0,-62 30 32 0 0,0 0 0 0 0,0 2 1 0 0,33-6-1 0 0,-37 9-454 0 0,1-1 0 0 0,-1 0 0 0 0,1-2 0 0 0,-1 1 0 0 0,0-2 0 0 0,22-11 0 0 0,-27 10-962 0 0</inkml:trace>
</inkml:ink>
</file>

<file path=ppt/ink/ink2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18.81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44 7 4145 0 0,'-1'-1'432'0'0,"0"0"1"0"0,0 1-1 0 0,0-1 1 0 0,0 0-1 0 0,-1 1 0 0 0,1 0 1 0 0,0-1-1 0 0,-1 1 1 0 0,1-1-1 0 0,0 1 0 0 0,-1 0 1 0 0,1 0-1 0 0,0 0 1 0 0,-1 0-1 0 0,1 0 1 0 0,0 0-1 0 0,-1 0 0 0 0,1 0 1 0 0,0 1-1 0 0,-1-1 1 0 0,1 0-1 0 0,0 1 0 0 0,-2 0 1 0 0,2 0-178 0 0,0 0 0 0 0,0 0-1 0 0,0 1 1 0 0,0-1 0 0 0,0 0 0 0 0,1 0 0 0 0,-1 1-1 0 0,0-1 1 0 0,1 1 0 0 0,-1-1 0 0 0,0 0 0 0 0,1 1-1 0 0,0-1 1 0 0,-1 1 0 0 0,1-1 0 0 0,0 1 0 0 0,0 1 0 0 0,0 9 126 0 0,0 0 1 0 0,1 1-1 0 0,5 22 1 0 0,-5-28-94 0 0,64 254 1334 0 0,-30-133-1488 0 0,7 37 29 0 0,45 169 223 0 0,-70-272-2816 0 0</inkml:trace>
</inkml:ink>
</file>

<file path=ppt/ink/ink2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1.31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2085 46 6913 0 0,'10'-10'750'0'0,"7"-7"393"0"0,-14 14 123 0 0,-2 3-1125 0 0,-1 0 0 0 0,0-1-1 0 0,0 1 1 0 0,1 0 0 0 0,-1-1 0 0 0,0 1-1 0 0,0 0 1 0 0,0-1 0 0 0,0 1-1 0 0,0-1 1 0 0,0 1 0 0 0,1-1 0 0 0,-1 1-1 0 0,0 0 1 0 0,0-1 0 0 0,0 1 0 0 0,0-1-1 0 0,0 1 1 0 0,-1 0 0 0 0,1-1-1 0 0,0 1 1 0 0,0-1 0 0 0,0 0 0 0 0,-4 0 266 0 0,0 0 1 0 0,1 1 0 0 0,-1-1 0 0 0,0 1 0 0 0,0-1-1 0 0,1 1 1 0 0,-1 1 0 0 0,0-1 0 0 0,0 0 0 0 0,-4 2 0 0 0,-10-1 212 0 0,-149-4 2216 0 0,-91 1-1807 0 0,-437 51-1309 0 0,509-28 576 0 0,-350 86 0 0 0,493-94-301 0 0,20-5-18 0 0,0-1 0 0 0,0-2 1 0 0,0 0-1 0 0,-38 2 0 0 0,47-9-452 0 0,13-4-217 0 0,21-6-7263 0 0</inkml:trace>
</inkml:ink>
</file>

<file path=ppt/ink/ink2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1.66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297 1 6449 0 0,'-12'2'348'0'0,"0"1"-1"0"0,0 0 0 0 0,1 0 1 0 0,-1 2-1 0 0,1-1 1 0 0,0 1-1 0 0,0 1 0 0 0,0 0 1 0 0,1 1-1 0 0,0 0 0 0 0,0 0 1 0 0,-12 13-1 0 0,1-1 68 0 0,1 2 1 0 0,1 0-1 0 0,1 1 0 0 0,-19 31 0 0 0,33-46-317 0 0,0-1 0 0 0,1 0-1 0 0,-1 1 1 0 0,1 0-1 0 0,1 0 1 0 0,-4 12-1 0 0,6-17-34 0 0,0-1 1 0 0,-1 0-1 0 0,1 1 0 0 0,0-1 1 0 0,0 0-1 0 0,0 0 0 0 0,1 1 0 0 0,-1-1 1 0 0,0 0-1 0 0,0 0 0 0 0,1 1 1 0 0,-1-1-1 0 0,1 0 0 0 0,-1 0 0 0 0,1 0 1 0 0,-1 0-1 0 0,1 1 0 0 0,1 0 1 0 0,-1-1 39 0 0,1 0 0 0 0,-1 0 0 0 0,1 0 1 0 0,-1 0-1 0 0,1 0 0 0 0,0 0 0 0 0,-1 0 1 0 0,1-1-1 0 0,0 1 0 0 0,-1-1 1 0 0,1 1-1 0 0,0-1 0 0 0,0 0 0 0 0,0 0 1 0 0,-1 0-1 0 0,5 0 0 0 0,1 0 2 0 0,0-1-1 0 0,0 0 0 0 0,0-1 1 0 0,0 0-1 0 0,0 0 0 0 0,0 0 1 0 0,0-1-1 0 0,0 0 0 0 0,-1 0 1 0 0,0-1-1 0 0,0 1 0 0 0,0-2 1 0 0,0 1-1 0 0,0 0 1 0 0,-1-1-1 0 0,0 0 0 0 0,8-9 1 0 0,-7 7-68 0 0,-1-1 0 0 0,0 1 1 0 0,0-1-1 0 0,0 1 1 0 0,-1-2-1 0 0,0 1 0 0 0,0 0 1 0 0,-1-1-1 0 0,0 1 1 0 0,-1-1-1 0 0,0 0 0 0 0,0 0 1 0 0,0-15-1 0 0,-2 22-22 0 0,0 0 1 0 0,0 0-1 0 0,0 0 0 0 0,0 1 0 0 0,0-1 1 0 0,0 0-1 0 0,0 0 0 0 0,-1 0 0 0 0,1 1 1 0 0,-1-1-1 0 0,0 0 0 0 0,1 1 1 0 0,-1-1-1 0 0,0 0 0 0 0,0 1 0 0 0,0-1 1 0 0,0 1-1 0 0,0-1 0 0 0,0 1 0 0 0,0 0 1 0 0,-2-2-1 0 0,1 2 22 0 0,1 1 1 0 0,-1-1 0 0 0,0 0-1 0 0,1 1 1 0 0,-1 0-1 0 0,0-1 1 0 0,0 1 0 0 0,0 0-1 0 0,1 0 1 0 0,-1 0-1 0 0,0 0 1 0 0,0 0-1 0 0,1 0 1 0 0,-1 0 0 0 0,0 1-1 0 0,0-1 1 0 0,-2 1-1 0 0,-3 2 84 0 0,-1 0-1 0 0,1 1 1 0 0,-1-1-1 0 0,1 1 1 0 0,0 1-1 0 0,0 0 1 0 0,-10 9-1 0 0,13-10-195 0 0,0 0-1 0 0,0 1 0 0 0,0-1 1 0 0,1 1-1 0 0,0 0 0 0 0,0 0 1 0 0,-4 8-1 0 0,1 3-503 0 0</inkml:trace>
</inkml:ink>
</file>

<file path=ppt/ink/ink2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2.15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60 103 10594 0 0,'-6'-14'1277'0'0,"0"1"-1"0"0,0-1 0 0 0,-1 2 0 0 0,-1-1 1 0 0,0 1-1 0 0,-10-12 0 0 0,26 76 1167 0 0,15 48-2832 0 0,5-1-1 0 0,4-2 0 0 0,55 115 0 0 0,-59-159-3252 0 0,-16-31-2614 0 0</inkml:trace>
</inkml:ink>
</file>

<file path=ppt/ink/ink2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3.04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87 548 10594 0 0,'-10'-20'868'0'0,"-6"-11"592"0"0,4 15 2727 0 0,16 22-3440 0 0,0 0-1 0 0,-1-1 1 0 0,0 1 0 0 0,5 13-1 0 0,0 0-568 0 0,24 43-96 0 0,-1-1-4402 0 0,-78-158 3195 0 0,42 86 1550 0 0,0-1 0 0 0,1 1 0 0 0,-5-21 0 0 0,6 20-152 0 0,0 1 0 0 0,-1 0 0 0 0,0 0 1 0 0,-11-19-1 0 0,9 20 111 0 0,0 0 408 0 0,0 0 1 0 0,-1 0-1 0 0,-10-10 1 0 0,18 21-762 0 0,0 0 0 0 0,0 0 0 0 0,-1 0 0 0 0,1 0 0 0 0,0 0 0 0 0,0 0 0 0 0,-1 0 0 0 0,1 1 0 0 0,-1-1 1 0 0,1 0-1 0 0,-1 0 0 0 0,0 1 0 0 0,1-1 0 0 0,-1 0 0 0 0,0 3 0 0 0,1 2-5 0 0,18 36-19 0 0,1 0 1 0 0,2-2 0 0 0,2 0 0 0 0,2-1 0 0 0,1-2-1 0 0,45 47 1 0 0,-69-79-31 0 0,-1-4 4 0 0,0 1-1 0 0,0 0 1 0 0,0 0 0 0 0,-1 0-1 0 0,1 0 1 0 0,-1 0-1 0 0,1 0 1 0 0,-1 1 0 0 0,0-1-1 0 0,0 0 1 0 0,0 1-1 0 0,0-1 1 0 0,0 5-1 0 0,-31-32-44 0 0,6-4 155 0 0,2-1 0 0 0,1 0 0 0 0,2-2 0 0 0,1 0 0 0 0,1-1-1 0 0,2-1 1 0 0,2 0 0 0 0,-14-50 0 0 0,25 70 139 0 0,7 16 34 0 0,13 22-34 0 0,-14-18-353 0 0,23 32-112 0 0,52 57-1 0 0,-67-83 214 0 0,1 0 0 0 0,1-1 0 0 0,0-1 0 0 0,0 0 0 0 0,1-1 0 0 0,0 0 1 0 0,27 10-1 0 0,-33-15-1 0 0,0 0 1 0 0,1-1-1 0 0,0 0 0 0 0,0-1 1 0 0,0 0-1 0 0,0-1 1 0 0,12 1-1 0 0,-19-2 23 0 0,-1-1 0 0 0,0 1 0 0 0,1 0 0 0 0,-1 0 1 0 0,1-1-1 0 0,-1 0 0 0 0,0 1 0 0 0,1-1 0 0 0,-1 0 0 0 0,0 0 0 0 0,0 0 0 0 0,0 0 0 0 0,1-1 0 0 0,-1 1 0 0 0,0-1 1 0 0,-1 1-1 0 0,1-1 0 0 0,0 1 0 0 0,0-1 0 0 0,-1 0 0 0 0,1 0 0 0 0,-1 0 0 0 0,0 0 0 0 0,1 0 0 0 0,-1 0 0 0 0,0-1 1 0 0,0 1-1 0 0,0 0 0 0 0,-1 0 0 0 0,1-1 0 0 0,0 1 0 0 0,-1-1 0 0 0,0 1 0 0 0,1 0 0 0 0,-1-4 0 0 0,0-6 84 0 0,0-1 0 0 0,0 1 0 0 0,-2 0 0 0 0,1 0 0 0 0,-1 0-1 0 0,-6-18 1 0 0,-30-72 363 0 0,16 47-296 0 0,-4-13-58 0 0,11 34-233 0 0,2-1 0 0 0,1-1 0 0 0,2 0 0 0 0,-8-55 0 0 0,17 70-1745 0 0,4 2-5975 0 0</inkml:trace>
</inkml:ink>
</file>

<file path=ppt/ink/ink2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0.16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122 322 3225 0 0,'-19'2'1737'0'0,"-1"1"1"0"0,1 1 0 0 0,0 0 0 0 0,-26 11-1 0 0,68-17 2622 0 0,30 5-3367 0 0,-9 0-516 0 0,22-4-199 0 0,1-2 0 0 0,97-19-1 0 0,130-43 225 0 0,-220 48-216 0 0,73-21 181 0 0,111-23 315 0 0,-84 30-685 0 0,484-65 472 0 0,3 79 850 0 0,-457 14-3197 0 0</inkml:trace>
</inkml:ink>
</file>

<file path=ppt/ink/ink2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0.46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53 35 2761 0 0,'-15'-10'-39'0'0,"-21"6"15181"0"0,36 4-14892 0 0,0 2-103 0 0,-1-1 0 0 0,1 1-1 0 0,0 0 1 0 0,0-1 0 0 0,0 1 0 0 0,0-1-1 0 0,0 1 1 0 0,0-1 0 0 0,1 1-1 0 0,-1-1 1 0 0,0 1 0 0 0,1-1 0 0 0,-1 1-1 0 0,2 1 1 0 0,0 1-62 0 0,0 0 1 0 0,0-1-1 0 0,0 1 0 0 0,1-1 0 0 0,0 1 1 0 0,0-1-1 0 0,0 0 0 0 0,0 0 0 0 0,0 0 1 0 0,0 0-1 0 0,1-1 0 0 0,-1 1 1 0 0,1-1-1 0 0,0 0 0 0 0,0 0 0 0 0,0 0 1 0 0,0-1-1 0 0,0 1 0 0 0,0-1 0 0 0,0 0 1 0 0,1 0-1 0 0,-1 0 0 0 0,8-1 0 0 0,-6 1-46 0 0,1-1 0 0 0,-1 1 0 0 0,0-2 0 0 0,1 1-1 0 0,-1-1 1 0 0,0 0 0 0 0,0 0 0 0 0,1 0 0 0 0,-1-1-1 0 0,0 0 1 0 0,-1-1 0 0 0,1 1 0 0 0,0-1 0 0 0,-1 0-1 0 0,1 0 1 0 0,4-5 0 0 0,-8 7-15 0 0,-1 0 0 0 0,0 0-1 0 0,0 0 1 0 0,0 0 0 0 0,0 0 0 0 0,0 0 0 0 0,0 0-1 0 0,0 0 1 0 0,0 0 0 0 0,0-1 0 0 0,-1 1-1 0 0,1 0 1 0 0,0-1 0 0 0,-1 1 0 0 0,1 0 0 0 0,-1-1-1 0 0,0 1 1 0 0,1-1 0 0 0,-1 1 0 0 0,0-1 0 0 0,0 1-1 0 0,0-1 1 0 0,0 1 0 0 0,0-1 0 0 0,0 1 0 0 0,0-1-1 0 0,-1 1 1 0 0,1-1 0 0 0,0 1 0 0 0,-1 0 0 0 0,0-1-1 0 0,1 1 1 0 0,-1-1 0 0 0,0 1 0 0 0,1 0 0 0 0,-1 0-1 0 0,0-1 1 0 0,0 1 0 0 0,0 0 0 0 0,0 0 0 0 0,0 0-1 0 0,-2-1 1 0 0,1 0-123 0 0,-1 0 0 0 0,1 0 0 0 0,-1 1 1 0 0,0-1-1 0 0,1 1 0 0 0,-1-1 0 0 0,0 1 0 0 0,0 0 0 0 0,0 0 0 0 0,0 0 0 0 0,0 1 0 0 0,0-1 0 0 0,-1 1 0 0 0,1 0 1 0 0,0 0-1 0 0,0 0 0 0 0,0 0 0 0 0,0 0 0 0 0,-5 2 0 0 0</inkml:trace>
</inkml:ink>
</file>

<file path=ppt/ink/ink2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3.77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60 14 14283 0 0,'-1'0'109'0'0,"0"0"1"0"0,1-1-1 0 0,-1 1 1 0 0,0 0-1 0 0,0 0 0 0 0,1 0 1 0 0,-1 0-1 0 0,0-1 1 0 0,0 1-1 0 0,1 0 0 0 0,-1 0 1 0 0,0 0-1 0 0,0 1 0 0 0,1-1 1 0 0,-1 0-1 0 0,0 0 1 0 0,0 0-1 0 0,1 1 0 0 0,-1-1 1 0 0,0 0-1 0 0,1 1 1 0 0,-1-1-1 0 0,0 0 0 0 0,1 1 1 0 0,-1-1-1 0 0,0 1 1 0 0,1-1-1 0 0,-1 1 0 0 0,1-1 1 0 0,-1 1-1 0 0,1 0 0 0 0,-1-1 1 0 0,1 1-1 0 0,0-1 1 0 0,-1 2-1 0 0,-17 26 793 0 0,14-18-876 0 0,1 0 1 0 0,0 1 0 0 0,0-1-1 0 0,2 1 1 0 0,-1-1-1 0 0,1 1 1 0 0,1 0 0 0 0,0-1-1 0 0,0 1 1 0 0,1 0 0 0 0,0-1-1 0 0,1 1 1 0 0,1-1-1 0 0,-1 1 1 0 0,1-1 0 0 0,1 0-1 0 0,0 0 1 0 0,6 11 0 0 0,-5-11-10 0 0,1 1 0 0 0,0-1 1 0 0,1 0-1 0 0,0-1 1 0 0,0 0-1 0 0,1 0 0 0 0,0 0 1 0 0,0-1-1 0 0,1 0 0 0 0,0 0 1 0 0,1-1-1 0 0,-1-1 1 0 0,2 0-1 0 0,-1 0 0 0 0,0-1 1 0 0,15 6-1 0 0,-22-10 6 0 0,0 0-1 0 0,0 0 1 0 0,0 0-1 0 0,0-1 1 0 0,0 1-1 0 0,1-1 0 0 0,-1 0 1 0 0,0 1-1 0 0,0-2 1 0 0,0 1-1 0 0,0 0 1 0 0,1 0-1 0 0,-1-1 1 0 0,0 0-1 0 0,0 0 0 0 0,0 0 1 0 0,0 0-1 0 0,0 0 1 0 0,0 0-1 0 0,-1-1 1 0 0,1 0-1 0 0,0 1 1 0 0,-1-1-1 0 0,1 0 0 0 0,-1 0 1 0 0,1 0-1 0 0,-1-1 1 0 0,0 1-1 0 0,0 0 1 0 0,0-1-1 0 0,0 0 1 0 0,-1 1-1 0 0,1-1 1 0 0,-1 0-1 0 0,2-4 0 0 0,0-2 56 0 0,0 0 0 0 0,-1 1 0 0 0,0-1 0 0 0,-1-1 1 0 0,1 1-1 0 0,-2 0 0 0 0,1 0 0 0 0,-2 0 0 0 0,1 0 0 0 0,-1-1 0 0 0,-2-10 0 0 0,-1 4 36 0 0,-1 0 1 0 0,-1-1 0 0 0,0 2 0 0 0,-1-1 0 0 0,0 1-1 0 0,-1 0 1 0 0,-17-22 0 0 0,18 28-435 0 0,-1-1 0 0 0,0 1 0 0 0,-1 0 0 0 0,-17-12 0 0 0,20 16-664 0 0,-1 1 1 0 0,0-1 0 0 0,-1 1-1 0 0,1 1 1 0 0,-1 0 0 0 0,1 0-1 0 0,-14-3 1 0 0</inkml:trace>
</inkml:ink>
</file>

<file path=ppt/ink/ink2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4.21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32 131 3225 0 0,'-32'-2'12568'0'0,"34"15"-13151"0"0,3 5 1092 0 0,1-1 1 0 0,1 0-1 0 0,0 0 0 0 0,1-1 1 0 0,1 0-1 0 0,0 0 0 0 0,1-1 0 0 0,1 0 1 0 0,1-1-1 0 0,17 17 0 0 0,-24-26-486 0 0,1 0 0 0 0,-1 0-1 0 0,1-1 1 0 0,0 1-1 0 0,1-1 1 0 0,-1-1 0 0 0,1 1-1 0 0,0-1 1 0 0,7 2-1 0 0,-11-4-36 0 0,0 0-1 0 0,0-1 1 0 0,0 1-1 0 0,1-1 1 0 0,-1 0-1 0 0,0 0 1 0 0,0 0-1 0 0,1 0 1 0 0,-1-1-1 0 0,0 1 1 0 0,0-1-1 0 0,0 0 1 0 0,0 0-1 0 0,0 0 1 0 0,0 0-1 0 0,0-1 1 0 0,0 1-1 0 0,0-1 0 0 0,0 0 1 0 0,-1 1-1 0 0,1-1 1 0 0,4-4-1 0 0,0-2 29 0 0,0 0 0 0 0,0-1 0 0 0,-1 0-1 0 0,0 0 1 0 0,-1 0 0 0 0,0 0 0 0 0,0-1 0 0 0,-1 0-1 0 0,0 0 1 0 0,-1 0 0 0 0,0 0 0 0 0,-1-1-1 0 0,0 1 1 0 0,0-1 0 0 0,-1-15 0 0 0,0-10 206 0 0,-2 0 0 0 0,-2 0 0 0 0,-8-44 0 0 0,19 113-127 0 0,2 0 1 0 0,2-1-1 0 0,1 0 1 0 0,1-1-1 0 0,2 0 1 0 0,0-1-1 0 0,3-1 1 0 0,30 38-1 0 0,-41-59-693 0 0,0 0-1 0 0,0-1 1 0 0,1 0 0 0 0,16 8-1 0 0,-2-2-519 0 0</inkml:trace>
</inkml:ink>
</file>

<file path=ppt/ink/ink2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4.54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36 15 10594 0 0,'-1'-1'358'0'0,"0"0"0"0"0,0 0-1 0 0,0 0 1 0 0,0 0 0 0 0,0 0-1 0 0,0 0 1 0 0,0 0 0 0 0,0 0-1 0 0,-1 0 1 0 0,1 0 0 0 0,0 1-1 0 0,0-1 1 0 0,-1 1 0 0 0,1-1-1 0 0,-1 1 1 0 0,1-1 0 0 0,-1 1-1 0 0,1 0 1 0 0,-2-1 0 0 0,2 2-215 0 0,0-1 0 0 0,1 1 1 0 0,-1-1-1 0 0,0 1 0 0 0,1-1 1 0 0,-1 1-1 0 0,1-1 0 0 0,-1 1 1 0 0,1-1-1 0 0,-1 1 0 0 0,1 0 1 0 0,0-1-1 0 0,-1 1 0 0 0,1 0 1 0 0,0-1-1 0 0,-1 1 0 0 0,1 0 1 0 0,0 0-1 0 0,0-1 0 0 0,-1 1 1 0 0,1 0-1 0 0,0 0 0 0 0,0 0 1 0 0,0 1-1 0 0,0 7 97 0 0,0 1 0 0 0,1-1 0 0 0,0 0 0 0 0,3 13 0 0 0,10 32-24 0 0,2-1 0 0 0,3-1-1 0 0,2-1 1 0 0,34 62-1 0 0,128 182-288 0 0,-173-279-2 0 0,8 10-1260 0 0,-2 1 0 0 0,18 42 0 0 0,-23-39-5798 0 0</inkml:trace>
</inkml:ink>
</file>

<file path=ppt/ink/ink2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4.73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1 310 13363 0 0,'-1'-1'88'0'0,"1"0"0"0"0,0 0-1 0 0,0 0 1 0 0,0 0 0 0 0,0 0 0 0 0,0 0 0 0 0,0 0 0 0 0,0 0 0 0 0,1 0-1 0 0,-1 0 1 0 0,0 0 0 0 0,0 0 0 0 0,1 0 0 0 0,-1 0 0 0 0,1 0 0 0 0,-1 0-1 0 0,1 0 1 0 0,-1 0 0 0 0,1 0 0 0 0,-1 0 0 0 0,1 0 0 0 0,0 1 0 0 0,0-1-1 0 0,0-1 1 0 0,26-21 1052 0 0,-18 14-815 0 0,164-132 4252 0 0,-49 61-5244 0 0,-92 64-56 0 0,-1 0-12 0 0</inkml:trace>
</inkml:ink>
</file>

<file path=ppt/ink/ink2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5.51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239 338 10594 0 0,'-31'11'258'0'0,"-1"-1"0"0"0,1-2 0 0 0,-42 6 1 0 0,2-4 2625 0 0,420-69 808 0 0,-101 15-2912 0 0,75-19 452 0 0,-88 16-435 0 0,418-74 540 0 0,-558 103-1252 0 0,-27 5-3 0 0,-1 2 0 0 0,94-3 0 0 0,-153 14-327 0 0,0 0 1 0 0,0 0-1 0 0,1 1 1 0 0,-1 0-1 0 0,0 0 1 0 0,0 1-1 0 0,0 0 1 0 0,11 5-1 0 0</inkml:trace>
</inkml:ink>
</file>

<file path=ppt/ink/ink2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6.57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 0 5985 0 0,'-1'1'170'0'0,"1"-1"-1"0"0,-1 1 0 0 0,1-1 1 0 0,-1 1-1 0 0,1 0 0 0 0,0-1 1 0 0,-1 1-1 0 0,1 0 0 0 0,0-1 1 0 0,0 1-1 0 0,-1 0 0 0 0,1-1 1 0 0,0 1-1 0 0,0 0 0 0 0,0 0 1 0 0,0-1-1 0 0,0 1 1 0 0,0 0-1 0 0,0-1 0 0 0,0 1 1 0 0,0 0-1 0 0,0 0 0 0 0,1 0 1 0 0,1 19 1192 0 0,24 109 2957 0 0,-9-52-3448 0 0,-3 0 1 0 0,6 132-1 0 0,-25-147-96 0 0,3-49-768 0 0,1 0 0 0 0,0 0 0 0 0,1 1 1 0 0,0-1-1 0 0,1 0 0 0 0,3 20 1 0 0,12-5-6600 0 0,-11-22 4415 0 0</inkml:trace>
</inkml:ink>
</file>

<file path=ppt/ink/ink2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6.95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93 129 9218 0 0,'-66'11'2255'0'0,"39"-6"2073"0"0,37-6-1929 0 0,306-64 858 0 0,-198 36-2987 0 0,167-17 1 0 0,-252 43-885 0 0,-1 2 0 0 0,54 5-1 0 0,-13 11-2473 0 0,-58-10 762 0 0,0 0 0 0 0,25 13 0 0 0,-24-9-2066 0 0</inkml:trace>
</inkml:ink>
</file>

<file path=ppt/ink/ink2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7.20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32 1 14283 0 0,'-16'4'528'0'0,"0"1"1235"0"0,17-4-1704 0 0,-1-1 0 0 0,1 1 0 0 0,-1 0 0 0 0,1-1 0 0 0,0 0 0 0 0,-1 1 0 0 0,1-1 0 0 0,0 1 0 0 0,-1-1 0 0 0,1 0 0 0 0,0 1 0 0 0,0-1 0 0 0,-1 0 0 0 0,1 0 0 0 0,0 0 1 0 0,0 1-1 0 0,0-1 0 0 0,-1 0 0 0 0,1 0 0 0 0,0 0 0 0 0,0 0 0 0 0,1-1 0 0 0,19 6 418 0 0,0 0 1 0 0,0 1-1 0 0,0 1 0 0 0,-1 1 1 0 0,0 1-1 0 0,21 13 1 0 0,111 80 919 0 0,-39-25-1207 0 0,29 2-2877 0 0,-114-63-4620 0 0</inkml:trace>
</inkml:ink>
</file>

<file path=ppt/ink/ink2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7.40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250 0 13363 0 0,'-8'11'5204'0'0,"-30"65"-2446"0"0,-135 478-598 0 0,146-428-2304 0 0,24-91-256 0 0</inkml:trace>
</inkml:ink>
</file>

<file path=ppt/ink/ink2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8.37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25 1 10594 0 0,'-24'0'7211'0'0,"24"2"-7035"0"0,0 0-1 0 0,0 1 1 0 0,0-1-1 0 0,0 0 1 0 0,0 0-1 0 0,1 1 1 0 0,-1-1-1 0 0,1 0 1 0 0,0 0-1 0 0,0 0 0 0 0,1 4 1 0 0,36 93 755 0 0,27 107 0 0 0,-57-178-2073 0 0,1-1 1 0 0,1-1 0 0 0,22 41 0 0 0,-28-60-576 0 0</inkml:trace>
</inkml:ink>
</file>

<file path=ppt/ink/ink2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8.61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16 136 7370 0 0,'1'-7'294'0'0,"0"0"0"0"0,0 0 0 0 0,1 0 1 0 0,1 0-1 0 0,-1 0 0 0 0,1 1 0 0 0,0-1 1 0 0,0 1-1 0 0,1-1 0 0 0,0 1 0 0 0,0 0 1 0 0,0 1-1 0 0,1-1 0 0 0,0 1 0 0 0,0 0 0 0 0,1 0 1 0 0,-1 0-1 0 0,1 1 0 0 0,0-1 0 0 0,0 2 1 0 0,11-6-1 0 0,-15 8-177 0 0,0 0-1 0 0,0 1 1 0 0,0-1-1 0 0,0 1 1 0 0,0-1 0 0 0,0 1-1 0 0,0 0 1 0 0,0 0-1 0 0,0 0 1 0 0,0 0 0 0 0,0 0-1 0 0,0 1 1 0 0,0-1 0 0 0,-1 1-1 0 0,1-1 1 0 0,0 1-1 0 0,0-1 1 0 0,0 1 0 0 0,0 0-1 0 0,3 2 1 0 0,-3-1 8 0 0,1 1 1 0 0,0-1 0 0 0,-1 1-1 0 0,0 0 1 0 0,1-1 0 0 0,-1 1-1 0 0,0 0 1 0 0,-1 0 0 0 0,1 1-1 0 0,0-1 1 0 0,0 4-1 0 0,1 1 0 0 0,0 0-1 0 0,-1 0 0 0 0,0 1 1 0 0,-1-1-1 0 0,0 1 0 0 0,0-1 1 0 0,-1 1-1 0 0,0 0 0 0 0,-1 8 1 0 0,-3 1-38 0 0,0-1-1 0 0,-2 1 1 0 0,0-1 0 0 0,0-1 0 0 0,-2 1-1 0 0,-14 23 1 0 0,14-28-154 0 0,0 0-1 0 0,-1 0 1 0 0,0-1 0 0 0,0 0-1 0 0,-2-1 1 0 0,1 0 0 0 0,-1 0-1 0 0,-20 12 1 0 0,30-21-197 0 0,0 0 1 0 0,-1 0-1 0 0,1 0 1 0 0,-1-1-1 0 0,0 1 0 0 0,1-1 1 0 0,-1 1-1 0 0,0-1 1 0 0,1 1-1 0 0,-1-1 0 0 0,0 0 1 0 0,1 0-1 0 0,-1 0 0 0 0,0 0 1 0 0,1 0-1 0 0,-1 0 1 0 0,-2-1-1 0 0</inkml:trace>
</inkml:ink>
</file>

<file path=ppt/ink/ink2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9.20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40 103 10594 0 0,'-1'-1'112'0'0,"0"1"0"0"0,0 0-1 0 0,1 0 1 0 0,-1 0 0 0 0,0 0-1 0 0,0 0 1 0 0,1 0 0 0 0,-1 1-1 0 0,0-1 1 0 0,1 0 0 0 0,-1 0-1 0 0,0 0 1 0 0,1 1 0 0 0,-1-1-1 0 0,0 0 1 0 0,1 1 0 0 0,-1-1-1 0 0,0 1 1 0 0,1-1 0 0 0,-1 0 0 0 0,1 1-1 0 0,-1-1 1 0 0,1 1 0 0 0,-1 0-1 0 0,1-1 1 0 0,-1 1 0 0 0,1-1-1 0 0,0 1 1 0 0,-1 0 0 0 0,1-1-1 0 0,0 1 1 0 0,0 0 0 0 0,-1 0-1 0 0,-12 25 1902 0 0,10-16-1755 0 0,2 0 0 0 0,-1 0 0 0 0,1 0 0 0 0,1 0 1 0 0,0 1-1 0 0,0-1 0 0 0,3 12 0 0 0,16 71-142 0 0,-14-72-41 0 0,-2-10-140 0 0,-1-1-47 0 0,0 0 1 0 0,0 0-1 0 0,1 0 0 0 0,0 0 1 0 0,1 0-1 0 0,0-1 0 0 0,1 0 1 0 0,0 0-1 0 0,8 12 0 0 0,-15-51-3659 0 0,-1 8 3022 0 0,-16-134-1373 0 0,18 131 2613 0 0,1 0 0 0 0,0 0 1 0 0,2 0-1 0 0,7-32 0 0 0,-9 55-386 0 0,0 1 0 0 0,0 0 1 0 0,0-1-1 0 0,1 1 0 0 0,-1 0 0 0 0,0-1 0 0 0,1 1 0 0 0,-1 0 0 0 0,1-1 0 0 0,0 1 0 0 0,-1 0 1 0 0,1 0-1 0 0,0-1 0 0 0,0 1 0 0 0,-1 0 0 0 0,1 0 0 0 0,0 0 0 0 0,0 0 0 0 0,0 0 1 0 0,0 0-1 0 0,1 1 0 0 0,-1-1 0 0 0,0 0 0 0 0,1 0 0 0 0,0 1 44 0 0,-1 0 0 0 0,1 0-1 0 0,-1 0 1 0 0,0 0 0 0 0,1 1-1 0 0,-1-1 1 0 0,0 1 0 0 0,1-1 0 0 0,-1 1-1 0 0,0-1 1 0 0,0 1 0 0 0,1 0-1 0 0,-1 0 1 0 0,0-1 0 0 0,0 1 0 0 0,0 0-1 0 0,0 0 1 0 0,2 2 0 0 0,5 7 431 0 0,0 0 0 0 0,-1 0 1 0 0,11 19-1 0 0,6 20-110 0 0,-14-28-408 0 0,0-1-1 0 0,13 19 1 0 0,-20-34-66 0 0,1 0-1 0 0,-1-1 1 0 0,1 1 0 0 0,0-1-1 0 0,1 0 1 0 0,-1 0 0 0 0,1 0 0 0 0,0-1-1 0 0,-1 0 1 0 0,1 0 0 0 0,1 0-1 0 0,7 3 1 0 0,-11-5-56 0 0,0 0 0 0 0,0-1 1 0 0,0 1-1 0 0,1-1 0 0 0,-1 1 0 0 0,0-1 1 0 0,0 0-1 0 0,0 0 0 0 0,1 0 0 0 0,-1 0 1 0 0,0 0-1 0 0,0-1 0 0 0,0 1 0 0 0,1-1 1 0 0,-1 1-1 0 0,0-1 0 0 0,0 0 0 0 0,0 0 0 0 0,3-1 1 0 0,-2-1-41 0 0,0 0 0 0 0,0 1 0 0 0,1-1 0 0 0,-2 0 0 0 0,1 0 0 0 0,0-1 0 0 0,0 1 0 0 0,-1 0 0 0 0,3-7 0 0 0,3-7-44 0 0,-1 0 0 0 0,-1 0-1 0 0,7-31 1 0 0,-11 41 243 0 0,6-25 74 0 0,-6 18 37 0 0,1 0-1 0 0,0 0 1 0 0,1 1 0 0 0,1-1-1 0 0,0 1 1 0 0,1 0-1 0 0,0 0 1 0 0,10-13-1 0 0,-16 25-181 0 0,1 0 0 0 0,0 0 0 0 0,0 0 0 0 0,0 0 0 0 0,0 0-1 0 0,0 0 1 0 0,0 0 0 0 0,0 0 0 0 0,0 1 0 0 0,0-1-1 0 0,0 1 1 0 0,0-1 0 0 0,0 1 0 0 0,1-1 0 0 0,-1 1-1 0 0,0-1 1 0 0,0 1 0 0 0,0 0 0 0 0,1 0 0 0 0,-1 0-1 0 0,0-1 1 0 0,0 1 0 0 0,1 1 0 0 0,-1-1 0 0 0,0 0-1 0 0,1 0 1 0 0,-1 0 0 0 0,0 1 0 0 0,0-1 0 0 0,0 0-1 0 0,1 1 1 0 0,-1-1 0 0 0,0 1 0 0 0,0 0 0 0 0,0-1-1 0 0,0 1 1 0 0,0 0 0 0 0,0 0 0 0 0,0-1 0 0 0,0 1-1 0 0,0 0 1 0 0,0 0 0 0 0,-1 0 0 0 0,1 0 0 0 0,0 0-1 0 0,0 2 1 0 0,6 6 47 0 0,-1 0 0 0 0,0 1 1 0 0,-1 0-1 0 0,4 12 0 0 0,-6-15-40 0 0,2 2-135 0 0,5 15 236 0 0,1-1 0 0 0,18 26 0 0 0,-23-41-546 0 0,-1-1-1 0 0,1 0 1 0 0,1 0-1 0 0,-1 0 1 0 0,1-1-1 0 0,0 0 1 0 0,0-1-1 0 0,1 1 1 0 0,15 7-1 0 0,-3-4-6551 0 0</inkml:trace>
</inkml:ink>
</file>

<file path=ppt/ink/ink2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9.55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114 1 10594 0 0,'-2'1'135'0'0,"0"0"0"0"0,0 0 0 0 0,0 1 0 0 0,1-1 0 0 0,-1 0 0 0 0,1 1 0 0 0,-1-1 0 0 0,1 1 0 0 0,-1 0 0 0 0,1 0 0 0 0,0-1 0 0 0,0 1 0 0 0,0 0 0 0 0,-2 4 0 0 0,-12 35 1524 0 0,10-26-1283 0 0,0-4-250 0 0,1 1 0 0 0,1-1 0 0 0,0 0 0 0 0,1 1 0 0 0,0 0 0 0 0,0 0 0 0 0,1-1 0 0 0,1 1 0 0 0,0 0 0 0 0,1 0 0 0 0,0 0 0 0 0,1-1 0 0 0,0 1 0 0 0,1 0 0 0 0,0-1 0 0 0,1 0 0 0 0,0 0 0 0 0,0 0 0 0 0,2 0-1 0 0,-1-1 1 0 0,1 1 0 0 0,1-1 0 0 0,0-1 0 0 0,0 1 0 0 0,1-1 0 0 0,0-1 0 0 0,0 0 0 0 0,1 0 0 0 0,0 0 0 0 0,1-1 0 0 0,13 8 0 0 0,-16-11 10 0 0,0 0 0 0 0,0 0 0 0 0,0-1 0 0 0,0 0 0 0 0,0-1 0 0 0,1 1 0 0 0,-1-1 0 0 0,1-1 0 0 0,11 2-1 0 0,-16-3-94 0 0,0 0-1 0 0,0 0 0 0 0,0-1 0 0 0,1 1 0 0 0,-1-1 1 0 0,0 1-1 0 0,0-1 0 0 0,-1 0 0 0 0,1-1 0 0 0,0 1 1 0 0,0 0-1 0 0,0-1 0 0 0,-1 1 0 0 0,1-1 0 0 0,-1 0 1 0 0,1 0-1 0 0,-1 0 0 0 0,0 0 0 0 0,0 0 0 0 0,0-1 1 0 0,0 1-1 0 0,0-1 0 0 0,0 1 0 0 0,-1-1 0 0 0,1 0 1 0 0,1-3-1 0 0,1-6 87 0 0,0 1-1 0 0,0 0 1 0 0,-1-1 0 0 0,-1 0 0 0 0,0 0-1 0 0,-1 0 1 0 0,0 0 0 0 0,0 0 0 0 0,-2 0-1 0 0,1 1 1 0 0,-2-1 0 0 0,-4-23 0 0 0,3 24-85 0 0,0-1 1 0 0,0 1-1 0 0,-1 0 1 0 0,-1 0-1 0 0,0 0 1 0 0,0 1-1 0 0,-1 0 1 0 0,0 0-1 0 0,-1 0 1 0 0,0 1-1 0 0,-1 0 1 0 0,0 0-1 0 0,-11-9 1 0 0,14 14-94 0 0,0 1 1 0 0,0 0-1 0 0,0 0 1 0 0,-1 0-1 0 0,1 1 0 0 0,-1 0 1 0 0,1 0-1 0 0,-1 0 0 0 0,0 1 1 0 0,0 0-1 0 0,0 0 1 0 0,0 0-1 0 0,0 1 0 0 0,0 0 1 0 0,0 0-1 0 0,0 0 1 0 0,0 1-1 0 0,0 0 0 0 0,0 0 1 0 0,-5 3-1 0 0,2-2-239 0 0,0 2 0 0 0,1-1 1 0 0,0 1-1 0 0,0 0 0 0 0,0 1 0 0 0,0 0 0 0 0,1 0 1 0 0,0 0-1 0 0,0 1 0 0 0,0 0 0 0 0,1 1 0 0 0,-9 10 1 0 0,0 4 254 0 0,1-3 35 0 0</inkml:trace>
</inkml:ink>
</file>

<file path=ppt/ink/ink2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9.87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155 69 11522 0 0,'1'-4'365'0'0,"-1"1"0"0"0,0-1-1 0 0,0 1 1 0 0,0-1-1 0 0,-1 0 1 0 0,1 1-1 0 0,-1-1 1 0 0,0 1 0 0 0,0-1-1 0 0,0 1 1 0 0,0-1-1 0 0,-1 1 1 0 0,1 0-1 0 0,-3-4 1 0 0,4 6-279 0 0,-1 0-1 0 0,0 0 1 0 0,0 0-1 0 0,0 0 1 0 0,0 1 0 0 0,0-1-1 0 0,0 0 1 0 0,0 0-1 0 0,-1 1 1 0 0,1-1-1 0 0,0 0 1 0 0,0 1 0 0 0,0-1-1 0 0,-1 1 1 0 0,1 0-1 0 0,0-1 1 0 0,-1 1 0 0 0,1 0-1 0 0,0 0 1 0 0,-1 0-1 0 0,1 0 1 0 0,0 0 0 0 0,-1 0-1 0 0,1 0 1 0 0,0 0-1 0 0,-1 0 1 0 0,1 1 0 0 0,0-1-1 0 0,0 1 1 0 0,-1-1-1 0 0,1 1 1 0 0,0-1 0 0 0,0 1-1 0 0,0 0 1 0 0,0-1-1 0 0,-1 1 1 0 0,1 0 0 0 0,0 0-1 0 0,0 0 1 0 0,0 1-1 0 0,-8 6 3 0 0,1-1 0 0 0,0 2-1 0 0,0-1 1 0 0,1 1-1 0 0,0 1 1 0 0,1-1 0 0 0,0 1-1 0 0,0 0 1 0 0,1 0-1 0 0,0 1 1 0 0,1 0-1 0 0,0 0 1 0 0,-2 12 0 0 0,4-17-90 0 0,1-1 1 0 0,0 1 0 0 0,0-1 0 0 0,1 1 0 0 0,-1 0-1 0 0,1-1 1 0 0,0 1 0 0 0,1 0 0 0 0,-1-1 0 0 0,1 1-1 0 0,0 0 1 0 0,1-1 0 0 0,-1 1 0 0 0,1-1-1 0 0,0 0 1 0 0,0 0 0 0 0,1 0 0 0 0,0 0 0 0 0,0 0-1 0 0,0 0 1 0 0,0 0 0 0 0,1-1 0 0 0,0 0-1 0 0,0 0 1 0 0,0 0 0 0 0,0 0 0 0 0,10 6 0 0 0,7 1 35 0 0,1-1 0 0 0,29 10 1 0 0,32 14 130 0 0,-75-30-147 0 0,0 0-1 0 0,-1 1 1 0 0,1 0 0 0 0,-1 0 0 0 0,0 1 0 0 0,-1 0 0 0 0,10 11-1 0 0,-14-14-11 0 0,0 0-1 0 0,0 0 0 0 0,0 0 0 0 0,-1 0 1 0 0,1 0-1 0 0,-1 1 0 0 0,0-1 0 0 0,0 0 1 0 0,0 1-1 0 0,-1-1 0 0 0,1 1 0 0 0,-1-1 1 0 0,0 1-1 0 0,1-1 0 0 0,-2 1 0 0 0,1 0 0 0 0,0-1 1 0 0,-1 1-1 0 0,0-1 0 0 0,0 0 0 0 0,0 1 1 0 0,0-1-1 0 0,0 0 0 0 0,-1 1 0 0 0,1-1 1 0 0,-1 0-1 0 0,0 0 0 0 0,-4 5 0 0 0,-3 4 54 0 0,1-1-1 0 0,-2-1 0 0 0,1 0 0 0 0,-2 0 1 0 0,-21 15-1 0 0,-83 46-2049 0 0,87-53-5420 0 0</inkml:trace>
</inkml:ink>
</file>

<file path=ppt/ink/ink2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30.63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 2 9674 0 0,'-7'-1'9325'0'0,"7"1"-9244"0"0,5 63 280 0 0,3 0 0 0 0,16 63 0 0 0,44 127-4111 0 0,-64-238-2253 0 0</inkml:trace>
</inkml:ink>
</file>

<file path=ppt/ink/ink2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30.91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3 119 10594 0 0,'-2'-1'1050'0'0,"31"25"1601"0"0,14 42-591 0 0,-29-42-1777 0 0,1 0 0 0 0,26 29-1 0 0,-37-48-153 0 0,1 0-1 0 0,-1-1 0 0 0,1 0 1 0 0,0 1-1 0 0,0-2 0 0 0,0 1 0 0 0,1 0 1 0 0,-1-1-1 0 0,1 0 0 0 0,0-1 1 0 0,0 1-1 0 0,0-1 0 0 0,0 0 1 0 0,0-1-1 0 0,11 2 0 0 0,-16-2-71 0 0,0-1-1 0 0,0 0 1 0 0,0 0-1 0 0,0-1 1 0 0,0 1-1 0 0,0 0 0 0 0,0 0 1 0 0,0 0-1 0 0,0-1 1 0 0,0 1-1 0 0,0 0 1 0 0,0-1-1 0 0,0 1 1 0 0,0-1-1 0 0,0 0 1 0 0,0 1-1 0 0,0-1 1 0 0,0 1-1 0 0,0-1 1 0 0,-1 0-1 0 0,1 0 1 0 0,0 0-1 0 0,0-1 1 0 0,1 0 55 0 0,-1-1 0 0 0,0 1 0 0 0,1-1 0 0 0,-1 0 0 0 0,0 1 0 0 0,-1-1 0 0 0,1 0 0 0 0,0-5 0 0 0,0-3 110 0 0,-1 0 0 0 0,0 0 0 0 0,-3-17-1 0 0,-15-52-133 0 0,-1-4-270 0 0,17 75-397 0 0,1 0 0 0 0,1 0 1 0 0,-1 0-1 0 0,2 0 1 0 0,-1-1-1 0 0,4-15 1 0 0,1 9-829 0 0</inkml:trace>
</inkml:ink>
</file>

<file path=ppt/ink/ink2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31.19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 1 10594 0 0,'-2'5'6038'0'0,"2"15"-4256"0"0,1 22-1097 0 0,2 0 176 0 0,18 83 1 0 0,-16-105-1407 0 0,1 0 1 0 0,1 0-1 0 0,1 0 1 0 0,1 0-1 0 0,21 33 0 0 0,-23-43-597 0 0</inkml:trace>
</inkml:ink>
</file>

<file path=ppt/ink/ink2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31.56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0 158 3681 0 0,'4'11'8642'0'0,"5"6"-4120"0"0,34 48-3522 0 0,-23-35 127 0 0,-10-15-732 0 0,1 0 1 0 0,21 21-1 0 0,-28-31-312 0 0,0-1-1 0 0,0-1 0 0 0,0 1 1 0 0,1 0-1 0 0,0-1 0 0 0,-1 0 1 0 0,1 0-1 0 0,0-1 0 0 0,0 1 1 0 0,1-1-1 0 0,-1 0 0 0 0,11 2 1 0 0,-14-4-91 0 0,0 0 1 0 0,0-1-1 0 0,0 1 1 0 0,-1-1 0 0 0,1 1-1 0 0,0-1 1 0 0,0 0 0 0 0,-1 0-1 0 0,1 0 1 0 0,0 0 0 0 0,-1 0-1 0 0,1 0 1 0 0,-1 0-1 0 0,1 0 1 0 0,-1-1 0 0 0,1 1-1 0 0,-1-1 1 0 0,0 1 0 0 0,0-1-1 0 0,0 1 1 0 0,0-1 0 0 0,0 0-1 0 0,0 1 1 0 0,1-4-1 0 0,17-45-200 0 0,2-53-145 0 0,-18 78 505 0 0,1 1 0 0 0,2-1 1 0 0,0 1-1 0 0,2 0 0 0 0,12-28 1 0 0,-19 50-111 0 0,0 0 1 0 0,0 1 0 0 0,-1-1 0 0 0,1 0 0 0 0,0 0 0 0 0,0 1 0 0 0,1-1 0 0 0,-1 1 0 0 0,0-1-1 0 0,1 1 1 0 0,-1-1 0 0 0,0 1 0 0 0,1 0 0 0 0,0 0 0 0 0,-1-1 0 0 0,1 1 0 0 0,0 0 0 0 0,-1 1-1 0 0,1-1 1 0 0,0 0 0 0 0,0 0 0 0 0,0 1 0 0 0,0-1 0 0 0,3 0 0 0 0,-3 2-25 0 0,1 0 1 0 0,-1 0 0 0 0,0 0-1 0 0,-1 0 1 0 0,1 0-1 0 0,0 0 1 0 0,0 0 0 0 0,0 0-1 0 0,-1 1 1 0 0,1-1-1 0 0,0 1 1 0 0,-1 0 0 0 0,0-1-1 0 0,1 1 1 0 0,-1 0 0 0 0,0 0-1 0 0,0-1 1 0 0,0 1-1 0 0,0 0 1 0 0,0 0 0 0 0,0 0-1 0 0,0 4 1 0 0,23 65 240 0 0,-20-53-438 0 0,1 0 1 0 0,1-1-1 0 0,1 0 1 0 0,1 0-1 0 0,0-1 1 0 0,20 31-1 0 0,-12-28-1700 0 0,1 2-5385 0 0</inkml:trace>
</inkml:ink>
</file>

<file path=ppt/ink/ink2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31.90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53 143 10594 0 0,'0'-1'153'0'0,"-1"0"0"0"0,1 1-1 0 0,-1-1 1 0 0,1 1-1 0 0,0-1 1 0 0,-1 0 0 0 0,1 1-1 0 0,-1-1 1 0 0,1 1 0 0 0,-1-1-1 0 0,1 1 1 0 0,-1-1 0 0 0,0 1-1 0 0,1 0 1 0 0,-1-1 0 0 0,1 1-1 0 0,-1 0 1 0 0,0-1 0 0 0,1 1-1 0 0,-1 0 1 0 0,0 0-1 0 0,1 0 1 0 0,-1 0 0 0 0,0 0-1 0 0,0 0 1 0 0,1-1 0 0 0,-1 2-1 0 0,-1-1 1 0 0,1 0 47 0 0,0 1-1 0 0,0-1 1 0 0,0 1 0 0 0,-1 0 0 0 0,1 0-1 0 0,0 0 1 0 0,0-1 0 0 0,0 1 0 0 0,0 0-1 0 0,1 0 1 0 0,-1 0 0 0 0,0 1 0 0 0,0-1-1 0 0,0 1 1 0 0,-2 4 54 0 0,0 0 1 0 0,0-1-1 0 0,1 1 0 0 0,0 0 1 0 0,0 1-1 0 0,-1 6 1 0 0,2-1-232 0 0,1 1 0 0 0,0 0 0 0 0,0-1 0 0 0,1 1 0 0 0,1 0 0 0 0,0-1-1 0 0,1 1 1 0 0,0-1 0 0 0,1 0 0 0 0,0 0 0 0 0,11 21 0 0 0,-12-28-24 0 0,-1 1 0 0 0,1-1 0 0 0,1 0 0 0 0,-1 0 0 0 0,1-1 0 0 0,0 1 0 0 0,0-1 0 0 0,0 0 0 0 0,0 0 0 0 0,1 0 0 0 0,0 0 0 0 0,-1-1 0 0 0,1 0 0 0 0,1 0 0 0 0,-1 0 0 0 0,0-1 0 0 0,1 0 0 0 0,-1 0 0 0 0,1 0 0 0 0,0 0 0 0 0,0-1 0 0 0,0 0 0 0 0,-1 0-1 0 0,1-1 1 0 0,0 0 0 0 0,0 0 0 0 0,9-1 0 0 0,-13 1 13 0 0,0-1-1 0 0,1 1 1 0 0,-1-1-1 0 0,1 0 0 0 0,-1 0 1 0 0,0 0-1 0 0,0 0 1 0 0,1 0-1 0 0,-1-1 1 0 0,0 1-1 0 0,0-1 1 0 0,0 1-1 0 0,-1-1 0 0 0,1 0 1 0 0,0 1-1 0 0,0-1 1 0 0,2-4-1 0 0,-1 1 30 0 0,-1 0 0 0 0,1-1 0 0 0,-1 1 0 0 0,0 0 0 0 0,0-1 0 0 0,-1 1 0 0 0,2-10 0 0 0,-1-3 136 0 0,-1 0-1 0 0,-1-1 1 0 0,-3-34 0 0 0,-1 30-75 0 0,0 0 1 0 0,-1 0 0 0 0,-16-43 0 0 0,17 56-233 0 0,0 1-1 0 0,-1-1 1 0 0,0 1 0 0 0,0 0-1 0 0,0 0 1 0 0,-2 1 0 0 0,1-1-1 0 0,-1 2 1 0 0,0-1 0 0 0,0 1 0 0 0,-12-9-1 0 0,17 14-9 0 0,-1 1 0 0 0,0-1 0 0 0,1 1-1 0 0,-1 0 1 0 0,0 0 0 0 0,0 0 0 0 0,0 0 0 0 0,0 0-1 0 0,0 0 1 0 0,0 1 0 0 0,0 0 0 0 0,0 0 0 0 0,0-1-1 0 0,0 2 1 0 0,0-1 0 0 0,0 0 0 0 0,0 1 0 0 0,0-1-1 0 0,0 1 1 0 0,0 0 0 0 0,0 0 0 0 0,-4 2 0 0 0,-9 9-845 0 0</inkml:trace>
</inkml:ink>
</file>

<file path=ppt/ink/ink2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32.22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87 0 2304 0 0,'-3'2'441'0'0,"0"0"0"0"0,0 0 0 0 0,0 1 0 0 0,0-1 0 0 0,0 1 0 0 0,1-1 0 0 0,-1 1 0 0 0,1 0 0 0 0,0 0 0 0 0,0 0 0 0 0,0 0 0 0 0,0 0 0 0 0,0 1 0 0 0,1-1 0 0 0,-1 1 0 0 0,1-1 0 0 0,0 1 0 0 0,0-1 0 0 0,0 1 0 0 0,1 0-1 0 0,-1-1 1 0 0,1 1 0 0 0,0 0 0 0 0,0 7 0 0 0,1-5-167 0 0,0 0 0 0 0,1-1 1 0 0,-1 1-1 0 0,1 0 0 0 0,0 0 0 0 0,0-1 0 0 0,1 1 0 0 0,0-1 0 0 0,0 0 0 0 0,0 0 0 0 0,1 0 0 0 0,-1 0 1 0 0,1-1-1 0 0,8 9 0 0 0,56 36 1357 0 0,-55-41-1300 0 0,-1 0 0 0 0,0 1 0 0 0,0 0 0 0 0,0 1 0 0 0,-1 0 0 0 0,-1 1 0 0 0,0 0 0 0 0,15 22 0 0 0,-23-29-267 0 0,0 0 0 0 0,0 0 1 0 0,0 1-1 0 0,-1-1 0 0 0,0 1 0 0 0,1-1 0 0 0,-2 1 0 0 0,1-1 0 0 0,0 1 1 0 0,-1-1-1 0 0,0 1 0 0 0,0 0 0 0 0,-1-1 0 0 0,0 7 0 0 0,-1-3-9 0 0,0 0 0 0 0,-1-1 0 0 0,0 1 0 0 0,0-1 0 0 0,0 0 0 0 0,-1 0 0 0 0,-8 11 0 0 0,-4 2-94 0 0,-1-1 0 0 0,0-1 1 0 0,-2-1-1 0 0,-23 18 0 0 0,15-14 153 0 0,-56 32 0 0 0,50-35-11 0 0</inkml:trace>
</inkml:ink>
</file>

<file path=ppt/ink/ink2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38.7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190 85 920 0 0,'-8'-3'547'0'0,"1"1"-1"0"0,-1 0 1 0 0,0 1 0 0 0,1-1-1 0 0,-1 1 1 0 0,0 1-1 0 0,0 0 1 0 0,1 0 0 0 0,-1 0-1 0 0,-15 3 1 0 0,19-2-340 0 0,0 1-1 0 0,0-1 1 0 0,1 1 0 0 0,-1 0 0 0 0,0 0 0 0 0,1 0 0 0 0,-1 0 0 0 0,1 0-1 0 0,-1 1 1 0 0,1 0 0 0 0,0-1 0 0 0,0 1 0 0 0,0 0 0 0 0,1 1 0 0 0,-1-1-1 0 0,1 0 1 0 0,0 1 0 0 0,-1 0 0 0 0,2-1 0 0 0,-1 1 0 0 0,0 0 0 0 0,0 4-1 0 0,-4 11-97 0 0,1 1-1 0 0,2-1 1 0 0,0 1-1 0 0,0 0 1 0 0,2 0-1 0 0,1 0 1 0 0,0 0-1 0 0,2-1 0 0 0,0 1 1 0 0,8 31-1 0 0,-7-36-148 0 0,1-1-1 0 0,1 1 1 0 0,1-1-1 0 0,0 0 0 0 0,0 0 1 0 0,2-1-1 0 0,-1 0 1 0 0,2 0-1 0 0,0 0 1 0 0,0-1-1 0 0,1-1 0 0 0,1 0 1 0 0,0 0-1 0 0,17 13 1 0 0,-19-19-36 0 0,-1 0 1 0 0,0-1-1 0 0,1 0 1 0 0,0 0-1 0 0,0-1 1 0 0,0 0-1 0 0,1-1 1 0 0,-1 0-1 0 0,1 0 1 0 0,-1-1-1 0 0,1 0 1 0 0,-1-1-1 0 0,1 0 1 0 0,-1-1-1 0 0,13-1 1 0 0,-17 1 129 0 0,1 0 0 0 0,0-1-1 0 0,0 1 1 0 0,-1-1 0 0 0,1 0 0 0 0,-1 0 0 0 0,1-1 0 0 0,-1 0 0 0 0,0 0 0 0 0,0 0 0 0 0,0 0-1 0 0,-1-1 1 0 0,1 0 0 0 0,-1 0 0 0 0,0 0 0 0 0,0-1 0 0 0,0 1 0 0 0,-1-1 0 0 0,1 0 0 0 0,-1 0 0 0 0,0 0-1 0 0,-1 0 1 0 0,1-1 0 0 0,-1 1 0 0 0,3-10 0 0 0,-1-11 456 0 0,-1 0 0 0 0,-1 0 0 0 0,-1-1-1 0 0,-1 1 1 0 0,-1 0 0 0 0,-2 0 0 0 0,0 0 0 0 0,-2 0 0 0 0,-1 0 0 0 0,-1 1-1 0 0,-1 0 1 0 0,-14-29 0 0 0,16 40-256 0 0,-2 1-1 0 0,0-1 1 0 0,0 2-1 0 0,-1-1 1 0 0,-1 1-1 0 0,-16-16 0 0 0,19 22-235 0 0,0 0-1 0 0,0 0 1 0 0,0 0-1 0 0,-1 1 1 0 0,0 1-1 0 0,0-1 1 0 0,0 1-1 0 0,-1 0 1 0 0,1 1-1 0 0,-1 0 1 0 0,0 0-1 0 0,-9-1 1 0 0,-3 4-278 0 0,21 0 110 0 0,-1 0 0 0 0,0 0-1 0 0,1 0 1 0 0,-1 1 0 0 0,0-1 0 0 0,1 0 0 0 0,-1 0-1 0 0,0 0 1 0 0,1 1 0 0 0,-1-1 0 0 0,1 0 0 0 0,-1 1 0 0 0,1-1-1 0 0,-1 0 1 0 0,0 1 0 0 0,1-1 0 0 0,0 1 0 0 0,-1-1-1 0 0,1 1 1 0 0,-1-1 0 0 0,1 1 0 0 0,-1-1 0 0 0,1 1 0 0 0,0-1-1 0 0,-1 1 1 0 0,1-1 0 0 0,0 2 0 0 0</inkml:trace>
</inkml:ink>
</file>

<file path=ppt/ink/ink2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39.1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25 341 6913 0 0,'-14'-9'287'0'0,"3"3"2928"0"0,15 14-122 0 0,-4-7-2751 0 0,4 4-22 0 0,24 35 593 0 0,58 63 0 0 0,-74-92-699 0 0,0 1-1 0 0,0-2 1 0 0,1 0 0 0 0,1 0-1 0 0,-1-1 1 0 0,1-1-1 0 0,1 0 1 0 0,0-1-1 0 0,24 8 1 0 0,-16-8 203 0 0,-12-3-95 0 0,0 0 0 0 0,0-2 0 0 0,0 1 0 0 0,0-1 0 0 0,14 1-1 0 0,-31-40 1276 0 0,-42-187-325 0 0,5 29-2314 0 0,36 153-2151 0 0,0-47 0 0 0,7 69-3654 0 0</inkml:trace>
</inkml:ink>
</file>

<file path=ppt/ink/ink2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39.7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1222 19 6449 0 0,'-4'-19'3884'0'0,"9"31"35"0"0,8 30-1441 0 0,4 22-2088 0 0,3-1-1 0 0,29 66 1 0 0,68 114 793 0 0,-92-194-1133 0 0,1 3-109 0 0,3 4-252 0 0,35 96 1 0 0,-60-139 175 0 0,0 0 0 0 0,-1 0 0 0 0,-1 0 0 0 0,0 0 0 0 0,-1 0-1 0 0,0 0 1 0 0,-2 25 0 0 0,0-31 142 0 0,0-1 0 0 0,-1 1 0 0 0,1-1 0 0 0,-1 1 0 0 0,0-1 0 0 0,-1 0 0 0 0,0 0 0 0 0,0 0 0 0 0,0 0 0 0 0,0 0 0 0 0,-1-1 0 0 0,0 1 0 0 0,0-1 0 0 0,-1 0 0 0 0,0 0 0 0 0,1-1 0 0 0,-9 6 0 0 0,-30 18 1111 0 0,-3-2 0 0 0,-92 38-1 0 0,-10 5-546 0 0,121-54-551 0 0,-31 18 69 0 0,-1-4 0 0 0,-86 31 1 0 0,-312 94-110 0 0,261-87-51 0 0,35-7-2037 0 0,104-39-5110 0 0</inkml:trace>
</inkml:ink>
</file>

<file path=ppt/ink/ink2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40.0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98 199 2304 0 0,'-64'-127'5857'0'0,"31"55"738"0"0,74 161-1981 0 0,47 134-3758 0 0,-60-153-642 0 0,2-1 0 0 0,4-2 0 0 0,83 123 0 0 0,21 30-2025 0 0,-131-212 909 0 0</inkml:trace>
</inkml:ink>
</file>

<file path=ppt/ink/ink2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40.4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49 602 2761 0 0,'-34'-23'500'0'0,"33"22"-413"0"0,-1 0 0 0 0,1-1 0 0 0,0 1 0 0 0,0 0-1 0 0,0 0 1 0 0,0-1 0 0 0,0 1 0 0 0,0-1 0 0 0,1 1 0 0 0,-1-1-1 0 0,0 1 1 0 0,1-1 0 0 0,-1 1 0 0 0,1-1 0 0 0,0 0 0 0 0,-1 1-1 0 0,1-1 1 0 0,0 0 0 0 0,0 1 0 0 0,0-1 0 0 0,0 0 0 0 0,1-2-1 0 0,-1 3 46 0 0,1-1 0 0 0,0 1 0 0 0,0-1 0 0 0,0 1 0 0 0,-1 0 0 0 0,2-1-1 0 0,-1 1 1 0 0,0 0 0 0 0,0 0 0 0 0,0 0 0 0 0,0 0 0 0 0,1 0 0 0 0,-1 0-1 0 0,1 0 1 0 0,-1 0 0 0 0,3 0 0 0 0,29-12 815 0 0,-21 8-544 0 0,201-88 2616 0 0,41-16-406 0 0,-180 82-976 0 0,117-28 1 0 0,108-13 820 0 0,342-69-1054 0 0,-596 129-1482 0 0,1 2-242 0 0</inkml:trace>
</inkml:ink>
</file>

<file path=ppt/ink/ink2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58.6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76 206 1840 0 0,'-37'28'1457'0'0,"-1"0"4184"0"0,60-34-625 0 0,2-4-4431 0 0,-2-1 0 0 0,1 0 0 0 0,-2-2 1 0 0,28-21-1 0 0,77-73 824 0 0,-117 99-1367 0 0,0 0 0 0 0,1 0 0 0 0,0 1 0 0 0,0 1 0 0 0,0 0 0 0 0,17-8 0 0 0,18 2-6961 0 0</inkml:trace>
</inkml:ink>
</file>

<file path=ppt/ink/ink2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00.0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107 77 1840 0 0,'-5'-12'1475'0'0,"-18"-30"2261"0"0,22 41-3418 0 0,0-1 1 0 0,0 0-1 0 0,0 1 0 0 0,0-1 0 0 0,-1 1 1 0 0,1-1-1 0 0,-1 1 0 0 0,1 0 0 0 0,-1 0 1 0 0,0 0-1 0 0,1 0 0 0 0,-1 0 0 0 0,0 0 1 0 0,0 0-1 0 0,0 0 0 0 0,0 0 0 0 0,1 1 1 0 0,-1-1-1 0 0,-4 1 0 0 0,5 0-201 0 0,0 0-1 0 0,1 1 0 0 0,-1-1 1 0 0,0 0-1 0 0,0 1 1 0 0,0-1-1 0 0,1 1 0 0 0,-1 0 1 0 0,0-1-1 0 0,1 1 0 0 0,-1 0 1 0 0,0-1-1 0 0,1 1 1 0 0,-1 0-1 0 0,1 0 0 0 0,-1-1 1 0 0,1 1-1 0 0,-1 0 1 0 0,1 0-1 0 0,0 0 0 0 0,-1 0 1 0 0,1-1-1 0 0,0 1 0 0 0,0 0 1 0 0,0 0-1 0 0,0 0 1 0 0,0 2-1 0 0,-3 29 340 0 0,2-29-343 0 0,1 24-69 0 0,0-1 0 0 0,2 1 0 0 0,1 0 0 0 0,12 50 0 0 0,-11-62-34 0 0,0-1 1 0 0,1 0-1 0 0,1 0 1 0 0,0 0-1 0 0,1-1 1 0 0,1 0 0 0 0,0 0-1 0 0,1-1 1 0 0,0 0-1 0 0,14 14 1 0 0,-15-19-26 0 0,0-1 1 0 0,0 0 0 0 0,1-1-1 0 0,0 0 1 0 0,0 0 0 0 0,0-1 0 0 0,1 0-1 0 0,-1-1 1 0 0,1 0 0 0 0,0 0-1 0 0,0-1 1 0 0,0 0 0 0 0,0-1-1 0 0,0 0 1 0 0,0-1 0 0 0,0 0-1 0 0,1 0 1 0 0,18-4 0 0 0,-26 3 20 0 0,-1 0 1 0 0,1 0-1 0 0,0 0 1 0 0,-1 0-1 0 0,1 0 1 0 0,-1-1 0 0 0,0 1-1 0 0,0-1 1 0 0,1 0-1 0 0,-1 1 1 0 0,0-1-1 0 0,0 0 1 0 0,0 0-1 0 0,-1 0 1 0 0,1 0-1 0 0,0-1 1 0 0,-1 1 0 0 0,0 0-1 0 0,2-3 1 0 0,-2 1 56 0 0,0-1 0 0 0,0 1 1 0 0,0 0-1 0 0,0 0 0 0 0,-1 0 1 0 0,0 0-1 0 0,0-1 0 0 0,0 1 1 0 0,0 0-1 0 0,-1 0 0 0 0,-1-6 1 0 0,-2-6 203 0 0,-1 1 0 0 0,-1-1-1 0 0,-1 1 1 0 0,0 0 0 0 0,-10-15 0 0 0,0 1 182 0 0,0 2-1 0 0,-3 0 0 0 0,-35-39 1 0 0,48 59-441 0 0,-1-1 0 0 0,0 1 0 0 0,0 0 0 0 0,0 1 1 0 0,-1 0-1 0 0,0 0 0 0 0,-1 1 0 0 0,1 0 0 0 0,-1 0 1 0 0,0 1-1 0 0,0 1 0 0 0,0-1 0 0 0,0 2 0 0 0,-1-1 0 0 0,-11 0 1 0 0,18 3-123 0 0,0 0 0 0 0,-1 0 1 0 0,1 1-1 0 0,0-1 1 0 0,0 1-1 0 0,0 0 1 0 0,0 0-1 0 0,0 0 0 0 0,-7 4 1 0 0,-5 7-5778 0 0</inkml:trace>
</inkml:ink>
</file>

<file path=ppt/ink/ink2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00.3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 33 8842 0 0,'0'-1'253'0'0,"-11"-19"1045"0"0,10 19-1067 0 0,1 1 0 0 0,-5-8 3005 0 0,4 8-3005 0 0,1-1 1 0 0,-1 1-1 0 0,1 0 0 0 0,-1 0 0 0 0,1-1 0 0 0,-1 1 0 0 0,0 0 0 0 0,0-1 0 0 0,1 5-32 0 0,1 0 0 0 0,-1 0 0 0 0,1-1-1 0 0,0 1 1 0 0,0-1 0 0 0,0 1 0 0 0,0-1-1 0 0,1 1 1 0 0,-1-1 0 0 0,4 5 0 0 0,-3-3 63 0 0,37 94 482 0 0,17 36 231 0 0,-49-121-1149 0 0,0 0 1 0 0,1-1 0 0 0,1-1-1 0 0,0 0 1 0 0,1 0 0 0 0,0 0-1 0 0,15 12 1 0 0,-11-15-1685 0 0</inkml:trace>
</inkml:ink>
</file>

<file path=ppt/ink/ink2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00.8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40 320 456 0 0,'-12'-8'-857'0'0,"-15"-11"11166"0"0,42 34-7530 0 0,25 24-865 0 0,-19-18-1113 0 0,0-1 1 0 0,48 34-1 0 0,-63-50-673 0 0,0 0-1 0 0,0-1 1 0 0,1 0-1 0 0,0 0 1 0 0,-1 0-1 0 0,1 0 1 0 0,0-1-1 0 0,0 0 1 0 0,0-1-1 0 0,1 0 1 0 0,-1 0-1 0 0,0 0 1 0 0,0-1-1 0 0,1 0 1 0 0,-1-1-1 0 0,0 1 1 0 0,8-3-1 0 0,-12 3-22 0 0,-1-1 0 0 0,1 0 0 0 0,-1 0 0 0 0,1 0 0 0 0,-1 0 1 0 0,0-1-1 0 0,1 1 0 0 0,-1 0 0 0 0,0-1 0 0 0,0 0 0 0 0,0 1 0 0 0,0-1 0 0 0,0 0 0 0 0,-1 0 0 0 0,1 0 0 0 0,0 0 0 0 0,1-3 0 0 0,-1 1 6 0 0,0-1 1 0 0,0 0-1 0 0,-1 1 0 0 0,1-1 0 0 0,-1 0 0 0 0,0 0 0 0 0,0 0 0 0 0,0-7 1 0 0,-2-7 71 0 0,0 0 0 0 0,0 0 0 0 0,-8-31 0 0 0,8 48-166 0 0,-7-35-90 0 0,-1-1 1 0 0,-2 2-1 0 0,-2 0 0 0 0,-1 0 0 0 0,-28-49 1 0 0,38 73-1797 0 0</inkml:trace>
</inkml:ink>
</file>

<file path=ppt/ink/ink2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02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66 0 6449 0 0,'-2'1'183'0'0,"0"-1"-1"0"0,0 1 0 0 0,0-1 0 0 0,1 1 0 0 0,-1 0 1 0 0,0-1-1 0 0,0 1 0 0 0,1 0 0 0 0,-1 0 0 0 0,0 0 0 0 0,1 0 1 0 0,-1 1-1 0 0,1-1 0 0 0,0 0 0 0 0,-1 1 0 0 0,1-1 1 0 0,0 1-1 0 0,0-1 0 0 0,0 1 0 0 0,0-1 0 0 0,0 1 1 0 0,0 0-1 0 0,0 0 0 0 0,0 0 0 0 0,1-1 0 0 0,-1 1 0 0 0,1 0 1 0 0,-1 3-1 0 0,-1 4 136 0 0,1-1 1 0 0,-1 1-1 0 0,2-1 0 0 0,-1 1 1 0 0,1 9-1 0 0,2 1 44 0 0,1 0 0 0 0,0 0 0 0 0,1 0 0 0 0,1 0 0 0 0,1-1 0 0 0,1 0 0 0 0,14 28 0 0 0,-14-34-250 0 0,0 1-1 0 0,1-1 0 0 0,0-1 1 0 0,1 1-1 0 0,1-2 0 0 0,-1 1 1 0 0,2-1-1 0 0,-1-1 0 0 0,2 0 0 0 0,22 15 1 0 0,-29-21-68 0 0,0-1 1 0 0,-1 0-1 0 0,1 0 1 0 0,1 0-1 0 0,-1-1 1 0 0,0 0-1 0 0,0 0 1 0 0,0 0-1 0 0,1 0 1 0 0,-1-1-1 0 0,0 0 1 0 0,1 0-1 0 0,-1 0 1 0 0,0-1-1 0 0,0 0 1 0 0,1 0-1 0 0,-1 0 1 0 0,0-1-1 0 0,0 1 1 0 0,0-1-1 0 0,0-1 1 0 0,8-4-1 0 0,-9 5 3 0 0,-1-1 0 0 0,0 1 0 0 0,0-1 0 0 0,0 0 0 0 0,0 0 0 0 0,0 0 0 0 0,-1 0 0 0 0,1-1 0 0 0,-1 1 0 0 0,0-1 0 0 0,0 1 0 0 0,0-1 0 0 0,-1 0 0 0 0,1 1 0 0 0,-1-1 0 0 0,0 0 0 0 0,0 0 0 0 0,0 0 0 0 0,0 0 0 0 0,-1 0 0 0 0,0 0 0 0 0,0-1 0 0 0,0 1 0 0 0,0 0 0 0 0,-1 0 0 0 0,1 0 0 0 0,-1 0 0 0 0,0 0 0 0 0,0 0 0 0 0,-2-4 0 0 0,-4-6 158 0 0,1 0-1 0 0,-2 1 1 0 0,0 0-1 0 0,0 0 1 0 0,-1 1-1 0 0,-1 0 1 0 0,-19-19-1 0 0,-1 3 137 0 0,-56-40 0 0 0,75 60-369 0 0,-1 1 0 0 0,0 0 0 0 0,0 1 0 0 0,0 1 0 0 0,-21-7 0 0 0,-34-3-4133 0 0</inkml:trace>
</inkml:ink>
</file>

<file path=ppt/ink/ink2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02.5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23 10594 0 0,'-1'0'128'0'0,"1"0"-1"0"0,-1 0 1 0 0,0 0-1 0 0,1 0 1 0 0,-1-1-1 0 0,1 1 1 0 0,-1 0-1 0 0,0-1 1 0 0,1 1-1 0 0,-1 0 1 0 0,1-1-1 0 0,-1 1 1 0 0,1-1-1 0 0,-1 1 1 0 0,1 0-1 0 0,-1-1 1 0 0,1 1 0 0 0,0-1-1 0 0,-1 0 1 0 0,1 1-1 0 0,0-1 1 0 0,-1 1-1 0 0,1-1 1 0 0,0 1-1 0 0,0-1 1 0 0,-1 0-1 0 0,1 1 1 0 0,0-1-1 0 0,0 0 1 0 0,0 1-1 0 0,2-9 3602 0 0,11 18-2190 0 0,-2 4-1233 0 0,-1 1 0 0 0,0 0 0 0 0,0 0 1 0 0,-2 1-1 0 0,9 20 0 0 0,27 83 962 0 0,-4-6-2190 0 0,-32-95 19 0 0,0-1 0 0 0,1 0 0 0 0,0-1-1 0 0,18 23 1 0 0</inkml:trace>
</inkml:ink>
</file>

<file path=ppt/ink/ink2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02.7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5 219 456 0 0,'-2'-12'758'0'0,"1"0"0"0"0,0 1 0 0 0,0-1 0 0 0,1 0 0 0 0,1 0 0 0 0,0 1 0 0 0,0-1 0 0 0,1 0 0 0 0,1 1 0 0 0,6-18 0 0 0,-8 25-568 0 0,1 0-1 0 0,0 0 0 0 0,0 0 1 0 0,0 0-1 0 0,0 0 0 0 0,1 0 1 0 0,-1 0-1 0 0,1 1 1 0 0,0-1-1 0 0,0 1 0 0 0,0 0 1 0 0,1 0-1 0 0,-1 0 0 0 0,1 1 1 0 0,0-1-1 0 0,-1 1 0 0 0,1 0 1 0 0,0 0-1 0 0,1 0 0 0 0,-1 0 1 0 0,0 1-1 0 0,0-1 1 0 0,1 1-1 0 0,-1 0 0 0 0,1 1 1 0 0,-1-1-1 0 0,1 1 0 0 0,-1 0 1 0 0,1 0-1 0 0,6 1 0 0 0,1 1-930 0 0</inkml:trace>
</inkml:ink>
</file>

<file path=ppt/ink/ink2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02.9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0 210 7834 0 0,'20'-31'6058'0'0,"25"-40"-4068"0"0,-36 59-2422 0 0,0 1-1 0 0,1 0 1 0 0,0 1 0 0 0,1 0 0 0 0,12-9-1 0 0,-16 15-164 0 0,-1-1 0 0 0,1 1 0 0 0,0 1 0 0 0,0-1 0 0 0,0 1 0 0 0,0 1 0 0 0,1-1 0 0 0,-1 1 0 0 0,1 0 0 0 0,0 1 0 0 0,8-1 0 0 0,-2 3 578 0 0</inkml:trace>
</inkml:ink>
</file>

<file path=ppt/ink/ink2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03.2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0 3209 0 0,'-6'34'16643'0'0,"14"-23"-18043"0"0,13 22 2060 0 0,-1 1 1 0 0,-2 0-1 0 0,23 61 1 0 0,-22-46-2941 0 0,32 54 0 0 0,-46-95 541 0 0</inkml:trace>
</inkml:ink>
</file>

<file path=ppt/ink/ink2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03.4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7 148 3225 0 0,'-1'-3'586'0'0,"0"1"0"0"0,0-1 0 0 0,0 0 1 0 0,0 0-1 0 0,1 0 0 0 0,-1 1 1 0 0,1-1-1 0 0,0 0 0 0 0,0 0 0 0 0,0 0 1 0 0,0 0-1 0 0,2-5 0 0 0,-1 2-18 0 0,1 0 0 0 0,-1 0 0 0 0,2 1 0 0 0,-1-1 0 0 0,1 1 0 0 0,3-7 0 0 0,-3 8-538 0 0,0-1-1 0 0,0 0 1 0 0,0 1 0 0 0,1 0 0 0 0,-1-1 0 0 0,1 1-1 0 0,0 1 1 0 0,0-1 0 0 0,1 1 0 0 0,-1-1-1 0 0,1 1 1 0 0,0 1 0 0 0,0-1 0 0 0,9-3 0 0 0,-5 5-3754 0 0,3 3-1236 0 0</inkml:trace>
</inkml:ink>
</file>

<file path=ppt/ink/ink2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03.6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1 138 8754 0 0,'3'2'6324'0'0,"12"-15"-3511"0"0,17-19-477 0 0,23-37-2961 0 0,-38 44-6390 0 0</inkml:trace>
</inkml:ink>
</file>

<file path=ppt/ink/ink2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04.7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2240 0 0,'0'1'236'0'0,"0"0"-1"0"0,0 1 1 0 0,-1-1-1 0 0,1 1 1 0 0,0-1-1 0 0,0 0 1 0 0,0 1-1 0 0,0-1 0 0 0,1 1 1 0 0,-1-1-1 0 0,0 0 1 0 0,1 1-1 0 0,-1-1 1 0 0,1 0-1 0 0,-1 1 1 0 0,1-1-1 0 0,0 2 0 0 0,17 41 7025 0 0,-8-20-4753 0 0,2 9-2420 0 0,32 87 280 0 0,-8-41-3586 0 0,-26-60-1747 0 0</inkml:trace>
</inkml:ink>
</file>

<file path=ppt/ink/ink2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24.13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516 899 3681 0 0,'-3'0'47'0'0,"0"0"0"0"0,0 0 1 0 0,0 0-1 0 0,1 1 1 0 0,-1-1-1 0 0,0 1 0 0 0,0-1 1 0 0,0 1-1 0 0,1 0 0 0 0,-1 0 1 0 0,0 0-1 0 0,1 1 0 0 0,-1-1 1 0 0,1 1-1 0 0,-1-1 0 0 0,1 1 1 0 0,0 0-1 0 0,0 0 0 0 0,0 0 1 0 0,-3 3-1 0 0,-5 5 86 0 0,0 1 0 0 0,-15 22 0 0 0,8-5-43 0 0,2 1-1 0 0,1 0 1 0 0,1 2-1 0 0,1-1 1 0 0,-11 51-1 0 0,-24 166 371 0 0,45-233-458 0 0,-65 584 862 0 0,27 1 89 0 0,39-581-913 0 0,-4 129 482 0 0,5-120-273 0 0,2-1 0 0 0,1 0 0 0 0,9 37-1 0 0,-12-61-230 0 0,0 0 0 0 0,0-1 0 0 0,1 1 0 0 0,-1-1 0 0 0,1 1 0 0 0,-1-1 0 0 0,1 1 0 0 0,-1-1 0 0 0,1 1 0 0 0,0-1 0 0 0,0 0 0 0 0,0 1 0 0 0,0-1 0 0 0,0 0 0 0 0,0 0-1 0 0,0 0 1 0 0,0 0 0 0 0,0 0 0 0 0,1 0 0 0 0,-1 0 0 0 0,2 1 0 0 0,-2-2-4 0 0,0 0 0 0 0,1 0-1 0 0,-1 0 1 0 0,0 0 0 0 0,0 0-1 0 0,0 0 1 0 0,1-1 0 0 0,-1 1-1 0 0,0 0 1 0 0,0-1 0 0 0,0 1-1 0 0,0-1 1 0 0,0 1 0 0 0,0-1-1 0 0,0 0 1 0 0,0 1 0 0 0,0-1-1 0 0,0 0 1 0 0,0 0 0 0 0,1-1 0 0 0,6-7 12 0 0,0 0 0 0 0,-2 0 0 0 0,1-1 1 0 0,6-13-1 0 0,50-100-123 0 0,46-131 1 0 0,31-140 214 0 0,-75 194-118 0 0,68-186 0 0 0,-96 292 0 0 0,5 2 0 0 0,54-89 0 0 0,-93 175-8 0 0,126-214 60 0 0,-94 153-319 0 0,35-96 1 0 0,-68 159 203 0 0,11-37-393 0 0,-13 40 420 0 0,1-1 1 0 0,-1 0-1 0 0,0 1 0 0 0,1-1 0 0 0,-1 0 0 0 0,0 1 0 0 0,0-1 1 0 0,0 0-1 0 0,0 0 0 0 0,0 1 0 0 0,0-1 0 0 0,-1 0 0 0 0,1 1 1 0 0,-1-1-1 0 0,1 0 0 0 0,-1 1 0 0 0,1-1 0 0 0,-1 1 0 0 0,0-1 1 0 0,-1-1-1 0 0,1 3 45 0 0,0-1 0 0 0,0 1-1 0 0,0 0 1 0 0,0-1 0 0 0,0 1 0 0 0,-1 0 0 0 0,1 0 0 0 0,0 0 0 0 0,0 0 0 0 0,0 0 0 0 0,0 0-1 0 0,0 0 1 0 0,-1 0 0 0 0,1 1 0 0 0,0-1 0 0 0,0 0 0 0 0,0 1 0 0 0,0-1 0 0 0,0 1 0 0 0,0-1-1 0 0,0 1 1 0 0,0-1 0 0 0,0 1 0 0 0,0 0 0 0 0,0 0 0 0 0,0-1 0 0 0,0 1 0 0 0,1 0 0 0 0,-1 0-1 0 0,-1 1 1 0 0,-26 30 447 0 0,27-31-447 0 0,-27 42 416 0 0,2 0-1 0 0,2 2 1 0 0,-36 93-1 0 0,7-15-248 0 0,-384 929 771 0 0,303-713-665 0 0,-75 227 388 0 0,106-181 384 0 0,84-294-572 0 0,4 1-1 0 0,-4 118 1 0 0,19-197-431 0 0,-1-8-30 0 0,0 0-1 0 0,1 0 1 0 0,0 1 0 0 0,0-1 0 0 0,1 0 0 0 0,-1 0 0 0 0,1 0 0 0 0,0 0 0 0 0,0 0 0 0 0,1 0-1 0 0,4 9 1 0 0,-6-13-28 0 0,1 0-1 0 0,-1-1 0 0 0,1 1 1 0 0,-1-1-1 0 0,1 1 0 0 0,0-1 1 0 0,-1 1-1 0 0,1-1 0 0 0,0 1 1 0 0,-1-1-1 0 0,1 0 0 0 0,0 1 1 0 0,0-1-1 0 0,0 0 0 0 0,-1 0 1 0 0,1 1-1 0 0,0-1 0 0 0,0 0 1 0 0,0 0-1 0 0,-1 0 0 0 0,1 0 1 0 0,0 0-1 0 0,0 0 0 0 0,0 0 1 0 0,0 0-1 0 0,-1 0 0 0 0,1-1 1 0 0,0 1-1 0 0,0 0 0 0 0,0-1 1 0 0,-1 1-1 0 0,1 0 0 0 0,0-1 0 0 0,-1 1 1 0 0,1-1-1 0 0,0 1 0 0 0,-1-1 1 0 0,2 0-1 0 0,24-25-453 0 0,-11 4 181 0 0,-1-1-1 0 0,-1 0 1 0 0,17-40-1 0 0,21-82-516 0 0,-32 89 605 0 0,108-302 485 0 0,128-407 821 0 0,-156 397-1114 0 0,176-580 0 0 0,-227 795-317 0 0,-24 71-169 0 0,3 1-1 0 0,60-124 1 0 0,-83 198 504 0 0,-5 9 106 0 0,-11 19 316 0 0,-17 36 362 0 0,-86 263-299 0 0,66-168-494 0 0,-20 73-65 0 0,-42 241 1 0 0,-9 243-133 0 0,39-211 127 0 0,25-207 324 0 0,-26 156 401 0 0,80-431-583 0 0,-6 60 392 0 0,7-68-377 0 0,1 0 0 0 0,1 0 1 0 0,-1 0-1 0 0,1 0 0 0 0,0 0 0 0 0,1 0 0 0 0,3 8 0 0 0,-5-15-94 0 0,0 0 1 0 0,0-1 0 0 0,1 1-1 0 0,-1 0 1 0 0,0 0 0 0 0,1 0-1 0 0,-1 0 1 0 0,1 0-1 0 0,-1-1 1 0 0,1 1 0 0 0,-1 0-1 0 0,1 0 1 0 0,0-1 0 0 0,-1 1-1 0 0,1 0 1 0 0,0-1-1 0 0,0 1 1 0 0,0-1 0 0 0,-1 1-1 0 0,1-1 1 0 0,0 1 0 0 0,0-1-1 0 0,0 0 1 0 0,0 1-1 0 0,0-1 1 0 0,0 0 0 0 0,-1 0-1 0 0,1 0 1 0 0,0 1 0 0 0,0-1-1 0 0,0 0 1 0 0,0 0-1 0 0,0 0 1 0 0,0-1 0 0 0,0 1-1 0 0,0 0 1 0 0,0 0 0 0 0,0 0-1 0 0,0-1 1 0 0,0 1-1 0 0,0 0 1 0 0,-1-1 0 0 0,1 1-1 0 0,0-1 1 0 0,1 0 0 0 0,2-2-60 0 0,1-1 1 0 0,-1 1-1 0 0,0-1 1 0 0,0 1-1 0 0,0-1 1 0 0,6-9-1 0 0,6-10-258 0 0,-1-1 0 0 0,-2-1 0 0 0,18-43 1 0 0,23-85 62 0 0,-29 75 292 0 0,191-528 133 0 0,51-152 158 0 0,-124 354-330 0 0,35 14-293 0 0,182-224 1047 0 0,-248 461-583 0 0,-9 13-793 0 0,-100 134 147 0 0,-13 15 262 0 0,-14 18 51 0 0,-8 19 101 0 0,3 1 1 0 0,-40 83-1 0 0,-31 110-99 0 0,69-162 145 0 0,-97 241 27 0 0,-121 299 86 0 0,-15 68 301 0 0,26 10 252 0 0,198-579-518 0 0,-178 655 935 0 0,184-604-878 0 0,8 1 0 0 0,-8 287 1 0 0,34-448-193 0 0,2 131 63 0 0,0-115-96 0 0,0 0-1 0 0,2 0 1 0 0,11 38 0 0 0,-14-59 16 0 0,0 0 0 0 0,0 0 1 0 0,0 0-1 0 0,0-1 1 0 0,1 1-1 0 0,-1 0 0 0 0,1-1 1 0 0,0 1-1 0 0,0-1 1 0 0,0 1-1 0 0,0-1 1 0 0,0 0-1 0 0,0 0 0 0 0,0 0 1 0 0,4 2-1 0 0,-5-3 0 0 0,1-1 0 0 0,-1 0 1 0 0,1 1-1 0 0,0-1 0 0 0,-1 0 0 0 0,1 0 0 0 0,-1 1 0 0 0,1-1 1 0 0,0-1-1 0 0,-1 1 0 0 0,1 0 0 0 0,-1 0 0 0 0,1 0 0 0 0,-1-1 0 0 0,1 1 1 0 0,-1-1-1 0 0,1 0 0 0 0,-1 1 0 0 0,1-1 0 0 0,-1 0 0 0 0,0 0 0 0 0,1 1 1 0 0,-1-1-1 0 0,0 0 0 0 0,0-1 0 0 0,1 1 0 0 0,-1 0 0 0 0,0 0 0 0 0,0 0 1 0 0,1-3-1 0 0,8-8-98 0 0,-1-1 1 0 0,0-1-1 0 0,-1 1 1 0 0,-1-1-1 0 0,11-25 1 0 0,19-80 88 0 0,-23 72 123 0 0,375-1388 1553 0 0,-300 1079-1748 0 0,213-545 0 0 0,-252 777 93 0 0,151-358 221 0 0,-130 331-120 0 0,103-159 1 0 0,-143 260-120 0 0,194-335-721 0 0,-201 338 529 0 0,-2 5-405 0 0,-2-1 0 0 0,21-68 0 0 0,-41 111 618 0 0,1 0-1 0 0,-1 0 0 0 0,0 0 0 0 0,0 0 1 0 0,0-1-1 0 0,0 1 0 0 0,1 0 0 0 0,-1 0 1 0 0,0 0-1 0 0,0 0 0 0 0,0-1 1 0 0,0 1-1 0 0,0 0 0 0 0,0 0 0 0 0,0 0 1 0 0,1 0-1 0 0,-1-1 0 0 0,0 1 0 0 0,0 0 1 0 0,0 0-1 0 0,0-1 0 0 0,0 1 0 0 0,0 0 1 0 0,0 0-1 0 0,0 0 0 0 0,0-1 0 0 0,0 1 1 0 0,0 0-1 0 0,0 0 0 0 0,0 0 0 0 0,0-1 1 0 0,-1 1-1 0 0,1 0 0 0 0,0 0 0 0 0,0 0 1 0 0,0-1-1 0 0,0 1 0 0 0,0 0 1 0 0,0 0-1 0 0,0 0 0 0 0,-1 0 0 0 0,1-1 1 0 0,0 1-1 0 0,0 0 0 0 0,0 0 0 0 0,0 0 1 0 0,-1 0-1 0 0,1 0 0 0 0,0 0 0 0 0,0 0 1 0 0,-1-1-1 0 0,-9 12 154 0 0,-12 22 318 0 0,-20 47 8 0 0,-59 162-1 0 0,56-127-436 0 0,-62 148 13 0 0,-91 234 6 0 0,23 11-31 0 0,-45 178 33 0 0,18-60-56 0 0,-57 389 13 0 0,205-782 46 0 0,35-152-32 0 0,-63 305 46 0 0,69-307 25 0 0,4-1-1 0 0,3 153 0 0 0,7-208 11 0 0,1 1 0 0 0,1 0 0 0 0,10 38 0 0 0,-12-57-102 0 0,1 0 1 0 0,-1 0 0 0 0,1 0 0 0 0,0-1-1 0 0,0 1 1 0 0,0 0 0 0 0,1-1 0 0 0,0 1 0 0 0,0-1-1 0 0,0 0 1 0 0,0 0 0 0 0,1 0 0 0 0,-1 0-1 0 0,1-1 1 0 0,0 0 0 0 0,0 1 0 0 0,0-1-1 0 0,1-1 1 0 0,-1 1 0 0 0,1-1 0 0 0,0 1-1 0 0,-1-1 1 0 0,7 1 0 0 0,-8-2-29 0 0,1-1 0 0 0,0 0 0 0 0,0 0-1 0 0,0 0 1 0 0,0-1 0 0 0,0 1 0 0 0,0-1 0 0 0,-1 0 0 0 0,1 0 0 0 0,0 0 0 0 0,0-1 0 0 0,-1 1-1 0 0,1-1 1 0 0,-1 0 0 0 0,0 0 0 0 0,1 0 0 0 0,-1-1 0 0 0,0 1 0 0 0,0-1 0 0 0,0 1-1 0 0,-1-1 1 0 0,1 0 0 0 0,3-5 0 0 0,5-6-38 0 0,-1-1-1 0 0,-1-1 1 0 0,14-27 0 0 0,18-55 298 0 0,49-180 1 0 0,-59 174 47 0 0,219-755 881 0 0,-39 75-802 0 0,-53 181-307 0 0,29 10-72 0 0,149-238-1694 0 0,-331 820 1637 0 0,-1 2 30 0 0,0 1 1 0 0,-1-1-1 0 0,0 1 1 0 0,2-11-1 0 0,-5 19 36 0 0,0 0-1 0 0,0 0 1 0 0,0 0-1 0 0,0 0 0 0 0,0 0 1 0 0,0 0-1 0 0,0 1 1 0 0,0-1-1 0 0,-1 0 0 0 0,1 0 1 0 0,0 0-1 0 0,0 0 1 0 0,0 0-1 0 0,0 0 1 0 0,0 0-1 0 0,0 0 0 0 0,0 0 1 0 0,0 0-1 0 0,0 0 1 0 0,0 0-1 0 0,0 0 0 0 0,0 0 1 0 0,0 0-1 0 0,0 0 1 0 0,-1 0-1 0 0,1 0 1 0 0,0 0-1 0 0,0 0 0 0 0,0 0 1 0 0,0 0-1 0 0,0 0 1 0 0,0 0-1 0 0,0 0 0 0 0,0 0 1 0 0,0 0-1 0 0,0 0 1 0 0,0 0-1 0 0,0 0 1 0 0,0 0-1 0 0,-1 0 0 0 0,1 0 1 0 0,0 0-1 0 0,0 0 1 0 0,0 0-1 0 0,0 0 0 0 0,0 0 1 0 0,0-1-1 0 0,0 1 1 0 0,0 0-1 0 0,0 0 1 0 0,0 0-1 0 0,0 0 0 0 0,0 0 1 0 0,0 0-1 0 0,0 0 1 0 0,0 0-1 0 0,0 0 1 0 0,0 0-1 0 0,0 0 0 0 0,0 0 1 0 0,0 0-1 0 0,0-1 1 0 0,0 1-1 0 0,0 0 0 0 0,0 0 1 0 0,0 0-1 0 0,-9 8-71 0 0,-7 10-18 0 0,-15 29-13 0 0,2 1 1 0 0,2 2 0 0 0,2 1 0 0 0,-21 61 0 0 0,26-61 50 0 0,-263 665-763 0 0,39 18 64 0 0,177-500 760 0 0,-179 636 112 0 0,25 2 21 0 0,173-660-37 0 0,-117 539 894 0 0,143-638-359 0 0,-7 121 0 0 0,26-188-440 0 0,2 1-1 0 0,2-1 1 0 0,3 0 0 0 0,1 0-1 0 0,17 68 1 0 0,-21-108-228 0 0,1 1 0 0 0,1-1 0 0 0,-1 1 0 0 0,1-1 0 0 0,0 0 0 0 0,1 0 0 0 0,-1-1 0 0 0,1 1 1 0 0,7 6-1 0 0,-10-10-16 0 0,0-1 0 0 0,0 0 0 0 0,1 0 1 0 0,-1 0-1 0 0,0 0 0 0 0,1 0 1 0 0,-1 0-1 0 0,1 0 0 0 0,-1-1 0 0 0,1 1 1 0 0,0 0-1 0 0,-1-1 0 0 0,1 1 0 0 0,0-1 1 0 0,-1 0-1 0 0,1 1 0 0 0,0-1 1 0 0,0 0-1 0 0,-1 0 0 0 0,1 0 0 0 0,0-1 1 0 0,-1 1-1 0 0,1 0 0 0 0,0 0 0 0 0,0-1 1 0 0,-1 1-1 0 0,1-1 0 0 0,-1 0 1 0 0,1 0-1 0 0,-1 1 0 0 0,1-1 0 0 0,-1 0 1 0 0,1 0-1 0 0,-1 0 0 0 0,1 0 0 0 0,-1-1 1 0 0,0 1-1 0 0,0 0 0 0 0,0 0 1 0 0,2-3-1 0 0,3-4-137 0 0,0 1 0 0 0,-1-2 0 0 0,1 1 0 0 0,-2 0 0 0 0,1-1 0 0 0,-1 0 1 0 0,3-11-1 0 0,18-72-277 0 0,-20 73 370 0 0,92-461-136 0 0,-36 159 670 0 0,296-1118-417 0 0,-343 1391-33 0 0,152-478-14 0 0,38 16 620 0 0,165-247 1908 0 0,-92 225-2943 0 0,-264 511-138 0 0,-220 663-3623 0 0,39 5 4390 0 0,141-539-318 0 0,-262 988 303 0 0,45-132 469 0 0,-22 81 319 0 0,243-963-955 0 0,-140 513-18 0 0,31 3-40 0 0,126-566 43 0 0,0-6-10 0 0,2 0 1 0 0,0 0-1 0 0,2 0 1 0 0,2 50-1 0 0,0-75 10 0 0,0 1 0 0 0,0 0 0 0 0,0-1 0 0 0,0 1 0 0 0,1 0 0 0 0,-1-1 0 0 0,1 1 0 0 0,-1-1 0 0 0,1 1-1 0 0,0-1 1 0 0,-1 1 0 0 0,1-1 0 0 0,0 1 0 0 0,0-1 0 0 0,0 0 0 0 0,0 0 0 0 0,0 1 0 0 0,3 1 0 0 0,-3-3-6 0 0,0 1 1 0 0,0-1-1 0 0,0 0 1 0 0,0 0-1 0 0,0 0 1 0 0,0 1-1 0 0,0-1 1 0 0,0 0-1 0 0,0 0 1 0 0,0 0-1 0 0,0-1 0 0 0,0 1 1 0 0,0 0-1 0 0,0 0 1 0 0,0 0-1 0 0,0-1 1 0 0,0 1-1 0 0,0-1 1 0 0,0 1-1 0 0,0-1 1 0 0,1 0-1 0 0,4-3-34 0 0,-1 0 0 0 0,1 0 0 0 0,-1-1 0 0 0,0 0 1 0 0,-1 0-1 0 0,1 0 0 0 0,4-7 0 0 0,12-26-306 0 0,0 0 0 0 0,-3-2-1 0 0,-1 0 1 0 0,15-56 0 0 0,-21 64 258 0 0,406-1282 2521 0 0,-57 359-463 0 0,-255 713-1477 0 0,314-665 732 0 0,-107 344-816 0 0,-19 123-114 0 0,-119 192-263 0 0,-139 195-383 0 0,49-55 0 0 0,-161 242-2316 0 0,71-124 2536 0 0,-104 223-419 0 0,44-88 560 0 0,-430 963-433 0 0,400-874 269 0 0,-281 730-111 0 0,-245 967 419 0 0,480-1452-384 0 0,-38 135-406 0 0,36 6 220 0 0,140-594 382 0 0,-2 2-55 0 0,1 0-1 0 0,-1 56 1 0 0,6-83 89 0 0,0 0-1 0 0,0 0 1 0 0,0 0-1 0 0,0 0 0 0 0,0 0 1 0 0,0 0-1 0 0,0 0 1 0 0,0 0-1 0 0,1 0 0 0 0,-1 0 1 0 0,0 0-1 0 0,1 0 1 0 0,-1 0-1 0 0,0 0 0 0 0,1 0 1 0 0,-1 0-1 0 0,1 0 1 0 0,0 0-1 0 0,-1 0 1 0 0,1 0-1 0 0,0-1 0 0 0,-1 1 1 0 0,2 1-1 0 0,-1-2-5 0 0,0 0 1 0 0,0 0-1 0 0,0 0 0 0 0,0 0 0 0 0,0 0 1 0 0,0 0-1 0 0,0 0 0 0 0,0-1 0 0 0,0 1 1 0 0,-1 0-1 0 0,1 0 0 0 0,0-1 0 0 0,0 1 1 0 0,0-1-1 0 0,0 1 0 0 0,0 0 0 0 0,-1-1 0 0 0,1 0 1 0 0,0 1-1 0 0,0-2 0 0 0,7-5-87 0 0,0 0 0 0 0,-1-1 0 0 0,8-10 0 0 0,-15 17 89 0 0,21-27-175 0 0,-2-1-1 0 0,-2-1 0 0 0,17-36 0 0 0,35-101-341 0 0,-40 92 317 0 0,261-735 1427 0 0,-27 66 743 0 0,360-744 1043 0 0,-548 1328-2724 0 0,133-278 522 0 0,23 16-252 0 0,59-40-172 0 0,25 21-720 0 0,-262 377 90 0 0,-81 133 169 0 0,-141 371 16 0 0,34 16-210 0 0,129-434 260 0 0,-92 336-115 0 0,-129 425-17 0 0,68-325 119 0 0,-17 52 216 0 0,26 5 733 0 0,141-479-787 0 0,-1-1-19 0 0,1 0 1 0 0,3 1 0 0 0,0 0 0 0 0,0 58 0 0 0,6-91-123 0 0,0-1 1 0 0,0 1-1 0 0,1-1 0 0 0,-1 1 0 0 0,1-1 1 0 0,-1 1-1 0 0,1-1 0 0 0,2 5 1 0 0,-3-6-9 0 0,1-1-1 0 0,-1 1 1 0 0,0-1 0 0 0,1 0 0 0 0,-1 1 0 0 0,0-1 0 0 0,1 1 0 0 0,-1-1 0 0 0,1 0 0 0 0,-1 1 0 0 0,0-1-1 0 0,1 0 1 0 0,-1 0 0 0 0,1 1 0 0 0,-1-1 0 0 0,1 0 0 0 0,-1 0 0 0 0,1 0 0 0 0,-1 1 0 0 0,1-1 0 0 0,-1 0-1 0 0,1 0 1 0 0,-1 0 0 0 0,1 0 0 0 0,-1 0 0 0 0,2 0 0 0 0,1-1-42 0 0,-1-1 0 0 0,1 1 1 0 0,0-1-1 0 0,-1 1 0 0 0,1-1 0 0 0,-1 0 0 0 0,0 0 0 0 0,1 0 1 0 0,-1 0-1 0 0,0 0 0 0 0,0 0 0 0 0,-1-1 0 0 0,4-3 0 0 0,11-19-237 0 0,0-1-1 0 0,-2-1 1 0 0,15-37-1 0 0,25-89 179 0 0,-41 116 121 0 0,458-1216 1425 0 0,-45 361-408 0 0,-424 888-1018 0 0,365-651 785 0 0,-341 605-767 0 0,2 1 0 0 0,67-87 1 0 0,-76 119-52 0 0,-19 17 26 0 0,0 0 0 0 0,0 0-1 0 0,0 0 1 0 0,0 0 0 0 0,1 0 0 0 0,-1 0-1 0 0,0 0 1 0 0,0 0 0 0 0,0 0 0 0 0,0 0-1 0 0,1 0 1 0 0,-1 1 0 0 0,0-1 0 0 0,0 0-1 0 0,0 0 1 0 0,0 0 0 0 0,0 0 0 0 0,1 0 0 0 0,-1 0-1 0 0,0 1 1 0 0,0-1 0 0 0,0 0 0 0 0,0 0-1 0 0,0 0 1 0 0,0 0 0 0 0,0 1 0 0 0,0-1-1 0 0,0 0 1 0 0,1 0 0 0 0,-1 0 0 0 0,0 0-1 0 0,0 1 1 0 0,0-1 0 0 0,0 0 0 0 0,0 0-1 0 0,0 0 1 0 0,0 0 0 0 0,0 1 0 0 0,0-1-1 0 0,0 0 1 0 0,-1 0 0 0 0,1 0 0 0 0,0 0-1 0 0,0 1 1 0 0,0-1 0 0 0,0 0 0 0 0,0 0-1 0 0,0 0 1 0 0,0 0 0 0 0,0 1 0 0 0,0-1-1 0 0,0 0 1 0 0,-1 0 0 0 0,-15 45-347 0 0,15-45 344 0 0,-255 723-1030 0 0,141-372 773 0 0,-308 708-262 0 0,376-949 498 0 0,-345 740-38 0 0,200-441 92 0 0,-32 60 82 0 0,-31 32-914 0 0,439-895-2780 0 0,-47 93 4124 0 0,56-130 786 0 0,105-207 788 0 0,-263 573-1911 0 0,221-396 1302 0 0,29 18-559 0 0,-48 113-968 0 0,-232 323-16 0 0,-3 4 5 0 0,0 0 1 0 0,0 0-1 0 0,0 0 1 0 0,0 0 0 0 0,1 1-1 0 0,-1-1 1 0 0,1 1-1 0 0,3-3 1 0 0,-17 48-1136 0 0,-102 281-1227 0 0,-40 105 829 0 0,-208 563-945 0 0,200-562 2277 0 0,-56 187 1695 0 0,165-385-151 0 0,46-196-1039 0 0,3 1 0 0 0,0-1 0 0 0,3 1 0 0 0,5 50-1 0 0,-4-79-257 0 0,0-1 0 0 0,0 0-1 0 0,1-1 1 0 0,0 1 0 0 0,0 0 0 0 0,4 6-1 0 0,-6-11-24 0 0,1-1-1 0 0,0 0 1 0 0,0 1 0 0 0,-1-1-1 0 0,1 0 1 0 0,0 0-1 0 0,0 0 1 0 0,0 0 0 0 0,0 0-1 0 0,1 0 1 0 0,-1 0-1 0 0,0 0 1 0 0,0 0 0 0 0,1 0-1 0 0,-1 0 1 0 0,0-1-1 0 0,1 1 1 0 0,-1-1-1 0 0,1 1 1 0 0,-1-1 0 0 0,0 1-1 0 0,1-1 1 0 0,-1 0-1 0 0,1 0 1 0 0,-1 0 0 0 0,1 0-1 0 0,-1 0 1 0 0,1 0-1 0 0,-1 0 1 0 0,1 0 0 0 0,-1-1-1 0 0,1 1 1 0 0,-1 0-1 0 0,3-2 1 0 0,4-1-116 0 0,-1-1 0 0 0,0 0 0 0 0,0 0 0 0 0,0 0 0 0 0,-1-1 0 0 0,1 0 0 0 0,-1-1 0 0 0,7-7 0 0 0,44-56-489 0 0,-50 60 544 0 0,57-80-511 0 0,77-144-1 0 0,32-112 943 0 0,-62 120-200 0 0,-13 33-77 0 0,192-393 210 0 0,-20 26 34 0 0,43 23-253 0 0,-206 387-233 0 0,-92 131 101 0 0,0 0-1 0 0,2 1 1 0 0,0 1-1 0 0,1 1 1 0 0,33-22-1 0 0,-47 34 34 0 0,1 1 0 0 0,-1-1 0 0 0,1 1 0 0 0,0 0 0 0 0,9-2 0 0 0,-13 4 18 0 0,-1 0 0 0 0,1-1 0 0 0,0 1 1 0 0,-1 0-1 0 0,1 0 0 0 0,0 0 0 0 0,-1 0 1 0 0,1 0-1 0 0,0 1 0 0 0,-1-1 1 0 0,1 0-1 0 0,0 0 0 0 0,-1 0 0 0 0,1 0 1 0 0,0 1-1 0 0,-1-1 0 0 0,1 0 0 0 0,-1 1 1 0 0,1-1-1 0 0,0 1 0 0 0,-1-1 0 0 0,1 0 1 0 0,-1 1-1 0 0,1-1 0 0 0,-1 1 0 0 0,0-1 1 0 0,1 1-1 0 0,-1-1 0 0 0,1 1 1 0 0,-1 0-1 0 0,0-1 0 0 0,0 1 0 0 0,1 0 1 0 0,-1-1-1 0 0,0 1 0 0 0,0 0 0 0 0,0-1 1 0 0,1 1-1 0 0,-1 0 0 0 0,0-1 0 0 0,0 1 1 0 0,0 0-1 0 0,0-1 0 0 0,0 1 1 0 0,-1 0-1 0 0,1-1 0 0 0,0 1 0 0 0,0 0 1 0 0,0-1-1 0 0,0 1 0 0 0,-1 0 0 0 0,1 0 1 0 0,-5 18-13 0 0,0 0 0 0 0,-2-1 0 0 0,0 1 0 0 0,-11 20 0 0 0,1-1 194 0 0,-340 782 2094 0 0,-4-136-1365 0 0,182-364-65 0 0,-140 183 1097 0 0,230-373-1445 0 0,79-113-410 0 0,6-11-66 0 0,0 1 0 0 0,-1-1 0 0 0,0 0 0 0 0,-7 8 0 0 0,12-14-16 0 0,0 0 1 0 0,0 0-1 0 0,0 0 0 0 0,0 0 0 0 0,0 0 1 0 0,0 0-1 0 0,0-1 0 0 0,0 1 0 0 0,0 0 1 0 0,0 0-1 0 0,0 0 0 0 0,0 0 0 0 0,0 0 0 0 0,0 0 1 0 0,0 0-1 0 0,0 0 0 0 0,0 0 0 0 0,0-1 1 0 0,0 1-1 0 0,0 0 0 0 0,0 0 0 0 0,0 0 1 0 0,0 0-1 0 0,0 0 0 0 0,0 0 0 0 0,0 0 1 0 0,-1 0-1 0 0,1 0 0 0 0,0 0 0 0 0,0-1 1 0 0,0 1-1 0 0,0 0 0 0 0,0 0 0 0 0,0 0 1 0 0,0 0-1 0 0,0 0 0 0 0,0 0 0 0 0,0 0 1 0 0,0 0-1 0 0,-1 0 0 0 0,1 0 0 0 0,0 0 1 0 0,0 0-1 0 0,0 0 0 0 0,0 0 0 0 0,0 0 1 0 0,0 0-1 0 0,0 0 0 0 0,0 0 0 0 0,0 0 1 0 0,-1 0-1 0 0,1 0 0 0 0,0 0 0 0 0,0 0 1 0 0,0 0-1 0 0,0 0 0 0 0,0 0 0 0 0,0 0 1 0 0,0 0-1 0 0,0 0 0 0 0,0 0 0 0 0,-1 0 1 0 0,1 0-1 0 0,0 0 0 0 0,0 1 0 0 0,0-1 1 0 0,3-16-221 0 0,6-17-122 0 0,33-90-357 0 0,119-312 36 0 0,152-300 828 0 0,178-303 484 0 0,-426 912-631 0 0,6 3 0 0 0,113-150 0 0 0,-126 197-91 0 0,17-24-389 0 0,120-124 1 0 0,-187 216 374 0 0,0 0 1 0 0,0 1-1 0 0,1 1 1 0 0,11-8-1 0 0,-19 13 72 0 0,0 1 0 0 0,0-1-1 0 0,0 0 1 0 0,1 0-1 0 0,-1 1 1 0 0,0-1 0 0 0,0 1-1 0 0,0-1 1 0 0,1 1-1 0 0,-1-1 1 0 0,0 1-1 0 0,1 0 1 0 0,-1 0 0 0 0,0-1-1 0 0,1 1 1 0 0,-1 0-1 0 0,0 0 1 0 0,1 1-1 0 0,-1-1 1 0 0,1 0 0 0 0,-1 0-1 0 0,0 1 1 0 0,0-1-1 0 0,1 0 1 0 0,-1 1-1 0 0,0-1 1 0 0,0 1 0 0 0,1 0-1 0 0,-1-1 1 0 0,0 1-1 0 0,0 0 1 0 0,0 0-1 0 0,0 0 1 0 0,0 0 0 0 0,0 0-1 0 0,0 0 1 0 0,0 0-1 0 0,-1 0 1 0 0,1 0-1 0 0,0 0 1 0 0,-1 0 0 0 0,1 1-1 0 0,0-1 1 0 0,0 2-1 0 0,1 6-88 0 0,0-1 0 0 0,0 0 0 0 0,-1 1 0 0 0,0-1 0 0 0,-1 0 0 0 0,0 1 0 0 0,0-1 0 0 0,-2 13-1 0 0,-17 74-456 0 0,10-58 375 0 0,-237 836-1474 0 0,38-330 906 0 0,-32-14-173 0 0,225-497 911 0 0,-131 261-101 0 0,117-242 181 0 0,-3-2 0 0 0,-1 0 0 0 0,-59 64 0 0 0,88-108 1 0 0,-1-1-1 0 0,1 0 1 0 0,-1 0 0 0 0,-9 6 0 0 0,13-9-45 0 0,1-1 1 0 0,0 0-1 0 0,-1 0 1 0 0,1 1-1 0 0,0-1 1 0 0,-1 0-1 0 0,1 0 1 0 0,0 0-1 0 0,-1 0 1 0 0,1 0-1 0 0,-1 0 1 0 0,1 0-1 0 0,0 0 1 0 0,-1 0-1 0 0,1 1 1 0 0,0-2-1 0 0,-1 1 1 0 0,1 0-1 0 0,-1 0 1 0 0,1 0-1 0 0,0 0 1 0 0,-1 0-1 0 0,1 0 0 0 0,0 0 1 0 0,-1 0-1 0 0,1-1 1 0 0,-1 1-1 0 0,1 0 1 0 0,0 0-1 0 0,-1-1 1 0 0,1 0 27 0 0,-1 0-1 0 0,1 0 1 0 0,0 0 0 0 0,-1 0 0 0 0,1-1-1 0 0,0 1 1 0 0,0 0 0 0 0,0 0 0 0 0,0 0-1 0 0,0-1 1 0 0,0 1 0 0 0,0 0 0 0 0,1 0-1 0 0,-1 0 1 0 0,1-2 0 0 0,57-191 1662 0 0,-34 124-1547 0 0,85-242 140 0 0,13 4 0 0 0,228-411 0 0 0,-184 432 1261 0 0,202-265 0 0 0,-366 550-1553 0 0,342-439 1272 0 0,-244 324-772 0 0,186-167-1 0 0,-240 244-394 0 0,-17 12-115 0 0,2 1 0 0 0,2 2 0 0 0,0 1 0 0 0,48-27 0 0 0,-75 48-47 0 0,0 1 0 0 0,0 0-1 0 0,0 0 1 0 0,0 0 0 0 0,0 0 0 0 0,1 1-1 0 0,7-1 1 0 0,-13 2 14 0 0,1 0 0 0 0,-1 0 0 0 0,1 0 0 0 0,-1 0 0 0 0,1 1 1 0 0,-1-1-1 0 0,0 0 0 0 0,1 0 0 0 0,-1 1 0 0 0,1-1 0 0 0,-1 1 0 0 0,0 0 0 0 0,1-1 0 0 0,-1 1 0 0 0,0 0 0 0 0,0-1 0 0 0,0 1 0 0 0,0 0 0 0 0,1 0 0 0 0,-1 0 0 0 0,0 0 0 0 0,0 0 0 0 0,-1 1 0 0 0,1-1 0 0 0,0 0 0 0 0,0 0 0 0 0,-1 1 1 0 0,1-1-1 0 0,0 0 0 0 0,-1 1 0 0 0,1-1 0 0 0,-1 0 0 0 0,0 1 0 0 0,1-1 0 0 0,-1 1 0 0 0,0 1 0 0 0,0 5-102 0 0,0 1 0 0 0,0-1 1 0 0,-1 1-1 0 0,0-1 0 0 0,0 0 0 0 0,-1 1 0 0 0,0-1 1 0 0,-1 0-1 0 0,-4 9 0 0 0,-38 75-793 0 0,33-71 707 0 0,-56 106 502 0 0,-6-3-1 0 0,-6-4 1 0 0,-4-3-1 0 0,-112 118 1 0 0,128-164 2 0 0,-174 171 335 0 0,233-235-613 0 0,0 0 0 0 0,0 0 0 0 0,-1-1-1 0 0,0 0 1 0 0,-1 0 0 0 0,1-1 0 0 0,-17 5-1 0 0,25-10-20 0 0,0 1-1 0 0,-1-1 0 0 0,1 1 0 0 0,0-1 0 0 0,-1 0 1 0 0,1 0-1 0 0,0 0 0 0 0,-1 0 0 0 0,1 0 1 0 0,0 0-1 0 0,-1 0 0 0 0,1-1 0 0 0,0 0 0 0 0,0 1 1 0 0,0-1-1 0 0,-1 0 0 0 0,-2-2 0 0 0,3 1-30 0 0,0 0-1 0 0,0 0 1 0 0,0 0-1 0 0,1 0 1 0 0,-1 0-1 0 0,1-1 1 0 0,-1 1 0 0 0,1 0-1 0 0,0-1 1 0 0,0 1-1 0 0,0-1 1 0 0,1 1-1 0 0,-1-1 1 0 0,0 0-1 0 0,1 1 1 0 0,0-1-1 0 0,0 0 1 0 0,-1 1-1 0 0,2-5 1 0 0,-1-14-132 0 0,2-1 1 0 0,0 1 0 0 0,2 0 0 0 0,7-26-1 0 0,31-83-186 0 0,-32 101 251 0 0,351-861-1094 0 0,-352 871 1207 0 0,-9 18 15 0 0,13-38-234 0 0,-12 39 217 0 0,-1 0 0 0 0,0-1 0 0 0,0 1 0 0 0,0 0 0 0 0,0-1 0 0 0,0 1 0 0 0,0 0 0 0 0,0-1 0 0 0,0 1-1 0 0,0 0 1 0 0,0-1 0 0 0,0 1 0 0 0,0 0 0 0 0,0-1 0 0 0,-1 1 0 0 0,1 0 0 0 0,0-1 0 0 0,0 1 0 0 0,0 0 0 0 0,0 0 0 0 0,0-1 0 0 0,-1 1 0 0 0,1 0 0 0 0,0-1 0 0 0,0 1 0 0 0,-1 0-1 0 0,1 0 1 0 0,0 0 0 0 0,0-1 0 0 0,-1 1 0 0 0,1 0 0 0 0,-1 0 0 0 0,0 0 8 0 0,0 0 1 0 0,-1 0-1 0 0,1 0 1 0 0,0 0-1 0 0,-1 1 0 0 0,1-1 1 0 0,0 1-1 0 0,-1-1 0 0 0,1 1 1 0 0,0-1-1 0 0,0 1 1 0 0,0 0-1 0 0,-2 1 0 0 0,-28 20 322 0 0,2 2-1 0 0,1 0 1 0 0,1 2-1 0 0,-34 42 1 0 0,11-13 179 0 0,-493 511 1224 0 0,49-80-1354 0 0,479-473-369 0 0,7-5-6 0 0,0 0 0 0 0,-1-1 0 0 0,-1 0 1 0 0,1 0-1 0 0,-1-1 0 0 0,0 0 0 0 0,0 0 1 0 0,-1-1-1 0 0,1-1 0 0 0,-16 5 0 0 0,24-9-13 0 0,1 1 1 0 0,-1-1-1 0 0,0 0 0 0 0,1 0 0 0 0,-1 0 1 0 0,1 0-1 0 0,-1 0 0 0 0,0-1 0 0 0,1 1 1 0 0,-1 0-1 0 0,1-1 0 0 0,-1 1 0 0 0,1-1 1 0 0,-1 1-1 0 0,1-1 0 0 0,-1 0 0 0 0,1 0 1 0 0,0 1-1 0 0,-1-1 0 0 0,1 0 0 0 0,0 0 1 0 0,0 0-1 0 0,0-1 0 0 0,0 1 0 0 0,0 0 1 0 0,0 0-1 0 0,0-1 0 0 0,0 1 0 0 0,0 0 1 0 0,0-1-1 0 0,1 1 0 0 0,-1-1 0 0 0,1 1 1 0 0,-1-1-1 0 0,1 1 0 0 0,-1-1 0 0 0,1 1 1 0 0,0-4-1 0 0,-1-6-94 0 0,0 0 0 0 0,0 0-1 0 0,2 0 1 0 0,1-16 0 0 0,-2 26 102 0 0,13-97-809 0 0,35-133-1 0 0,45-92-113 0 0,-26 125 735 0 0,9 2 0 0 0,8 4 1 0 0,113-185-1 0 0,-173 334 191 0 0,100-162-74 0 0,-103 174 48 0 0,2 1 0 0 0,1 1 0 0 0,2 1 0 0 0,34-30 0 0 0,-54 53-34 0 0,0-1 0 0 0,0 2 0 0 0,0-1 0 0 0,0 1 0 0 0,1 0 0 0 0,0 0 0 0 0,0 0 0 0 0,0 1 0 0 0,0 0 0 0 0,13-3 0 0 0,-20 6 45 0 0,1 0 0 0 0,0 0 0 0 0,-1 0 0 0 0,1 0-1 0 0,-1 0 1 0 0,1 0 0 0 0,0 0 0 0 0,-1 0-1 0 0,1 0 1 0 0,0 0 0 0 0,-1 0 0 0 0,1 0-1 0 0,0 0 1 0 0,-1 0 0 0 0,1 1 0 0 0,0-1 0 0 0,-1 0-1 0 0,1 0 1 0 0,-1 1 0 0 0,1-1 0 0 0,-1 1-1 0 0,1-1 1 0 0,-1 0 0 0 0,1 1 0 0 0,-1-1-1 0 0,1 1 1 0 0,-1-1 0 0 0,1 1 0 0 0,-1-1 0 0 0,0 1-1 0 0,1-1 1 0 0,-1 1 0 0 0,0 0 0 0 0,0-1-1 0 0,1 1 1 0 0,-1-1 0 0 0,0 1 0 0 0,0 0-1 0 0,0-1 1 0 0,0 1 0 0 0,0 0 0 0 0,0-1 0 0 0,0 1-1 0 0,0 0 1 0 0,0-1 0 0 0,0 1 0 0 0,0 0-1 0 0,0 0 1 0 0,-11 34-460 0 0,11-34 473 0 0,-35 73-264 0 0,-63 98 0 0 0,59-107 592 0 0,-477 676 2334 0 0,423-619-2092 0 0,-120 145 742 0 0,200-251-1202 0 0,-1-1 0 0 0,0 0-1 0 0,-2-1 1 0 0,1-1-1 0 0,-2 0 1 0 0,0-2 0 0 0,0 1-1 0 0,-20 8 1 0 0,35-19-93 0 0,0 0 0 0 0,0 0 1 0 0,0 0-1 0 0,-1 0 0 0 0,1 0 0 0 0,0 0 0 0 0,-1-1 1 0 0,1 1-1 0 0,0-1 0 0 0,-1 0 0 0 0,1 1 0 0 0,-1-1 0 0 0,1 0 1 0 0,-1-1-1 0 0,1 1 0 0 0,0 0 0 0 0,-1-1 0 0 0,1 1 1 0 0,-1-1-1 0 0,1 0 0 0 0,-4-2 0 0 0,4 1-2 0 0,0 0-1 0 0,0 0 1 0 0,0 0 0 0 0,0 0-1 0 0,1-1 1 0 0,-1 1-1 0 0,1-1 1 0 0,0 1 0 0 0,-1-1-1 0 0,1 0 1 0 0,1 0-1 0 0,-1 1 1 0 0,0-1 0 0 0,1 0-1 0 0,-1 0 1 0 0,1 0 0 0 0,0 0-1 0 0,0-3 1 0 0,0-48 90 0 0,4 0 1 0 0,1 0 0 0 0,25-105-1 0 0,-26 142-100 0 0,100-376-856 0 0,25 6 239 0 0,-44 136 539 0 0,-13 38 135 0 0,8 3 0 0 0,118-215 0 0 0,126-170 1335 0 0,-313 577-1315 0 0,-6 10-57 0 0,-1 1 1 0 0,0-1 0 0 0,0 0-1 0 0,-1 0 1 0 0,4-13 0 0 0,-10 23 4 0 0,0-1 0 0 0,0 1 1 0 0,0 0-1 0 0,1-1 0 0 0,-1 1 1 0 0,0 1-1 0 0,1-1 0 0 0,-3 3 1 0 0,-62 68 285 0 0,-67 98 1 0 0,40-48-107 0 0,-30 33-194 0 0,-174 211 43 0 0,-21-26 102 0 0,297-319-170 0 0,4-4-25 0 0,0-1 1 0 0,0 0-1 0 0,-2-1 1 0 0,0-1-1 0 0,-1-1 1 0 0,-28 14-1 0 0,48-28 22 0 0,0 1-1 0 0,0-1 1 0 0,0 1 0 0 0,0-1-1 0 0,0 0 1 0 0,0 1 0 0 0,-1-1-1 0 0,1 0 1 0 0,0 0 0 0 0,0 1-1 0 0,0-1 1 0 0,0 0 0 0 0,-1 0-1 0 0,1-1 1 0 0,0 1 0 0 0,0 0-1 0 0,0 0 1 0 0,-1 0 0 0 0,1-1-1 0 0,0 1 1 0 0,0-1-1 0 0,0 1 1 0 0,0-1 0 0 0,0 1-1 0 0,-2-2 1 0 0,2 1-9 0 0,0-1 1 0 0,0 1-1 0 0,0-1 0 0 0,0 0 0 0 0,0 1 0 0 0,1-1 1 0 0,-1 0-1 0 0,0 0 0 0 0,1 0 0 0 0,-1 1 0 0 0,1-1 1 0 0,0 0-1 0 0,0 0 0 0 0,0-3 0 0 0,0-9-114 0 0,1 1 0 0 0,0-1 0 0 0,6-20 0 0 0,-6 29 100 0 0,28-118-786 0 0,6 1-1 0 0,84-197 1 0 0,151-209-29 0 0,-207 417 785 0 0,106-175 305 0 0,21 14 259 0 0,180-154 1388 0 0,-361 417-1854 0 0,19-19 91 0 0,-26 27-115 0 0,-1 0 0 0 0,1-1-1 0 0,0 1 1 0 0,-1 0 0 0 0,1 0 0 0 0,0 0-1 0 0,0 0 1 0 0,0 0 0 0 0,0 0-1 0 0,0 1 1 0 0,0-1 0 0 0,0 1-1 0 0,0-1 1 0 0,2 1 0 0 0,-3 0-10 0 0,-1 0 0 0 0,0 1 1 0 0,1-1-1 0 0,-1 0 0 0 0,1 0 1 0 0,-1 1-1 0 0,0-1 1 0 0,1 0-1 0 0,-1 1 0 0 0,1-1 1 0 0,-1 0-1 0 0,0 1 0 0 0,0-1 1 0 0,1 1-1 0 0,-1-1 0 0 0,0 1 1 0 0,0-1-1 0 0,1 0 1 0 0,-1 1-1 0 0,0-1 0 0 0,0 1 1 0 0,0-1-1 0 0,0 1 0 0 0,0-1 1 0 0,0 1-1 0 0,0-1 0 0 0,0 1 1 0 0,0-1-1 0 0,0 1 1 0 0,0-1-1 0 0,0 1 0 0 0,0-1 1 0 0,0 1-1 0 0,0-1 0 0 0,-1 1 1 0 0,1-1-1 0 0,0 1 0 0 0,0-1 1 0 0,0 1-1 0 0,-1 0 1 0 0,-9 24-105 0 0,8-22 83 0 0,-158 295-1227 0 0,124-236 1295 0 0,-367 514 659 0 0,306-448-572 0 0,-34 41 218 0 0,-227 224-1 0 0,343-378-288 0 0,-29 27 128 0 0,40-39-160 0 0,0 0-1 0 0,0-1 1 0 0,0 1-1 0 0,0-1 1 0 0,0 0-1 0 0,0 0 1 0 0,-1 0-1 0 0,1 0 1 0 0,-9 1-1 0 0,12-3-33 0 0,1 0 0 0 0,-1 0 0 0 0,0 0 0 0 0,0 0 0 0 0,0 0 0 0 0,0 0 0 0 0,0 0 1 0 0,1-1-1 0 0,-1 1 0 0 0,0 0 0 0 0,0 0 0 0 0,0-1 0 0 0,1 1 0 0 0,-1-1 0 0 0,0 1 0 0 0,0-1 0 0 0,1 1 0 0 0,-1-1 0 0 0,0 1 0 0 0,1-1 0 0 0,-1 1 0 0 0,1-1 1 0 0,-1 0-1 0 0,1 1 0 0 0,-1-1 0 0 0,1 0 0 0 0,-1 0 0 0 0,1 1 0 0 0,0-1 0 0 0,-1 0 0 0 0,1 0 0 0 0,0 0 0 0 0,0 1 0 0 0,0-1 0 0 0,-1 0 0 0 0,1 0 0 0 0,0 0 1 0 0,0-1-1 0 0,0-37-291 0 0,1 37 283 0 0,11-95-1141 0 0,4 2 1 0 0,38-127 0 0 0,81-185-417 0 0,-134 404 1572 0 0,304-743 666 0 0,-174 443 191 0 0,257-481 1913 0 0,-213 435-1994 0 0,-172 342-778 0 0,0 0 0 0 0,-1 0 0 0 0,0 0 0 0 0,0 0 0 0 0,-1 0 0 0 0,0 0 0 0 0,1-9 1 0 0,-2 15-3 0 0,0 0 0 0 0,0 0 1 0 0,0 0-1 0 0,-1 0 0 0 0,1 0 1 0 0,0 0-1 0 0,0 0 1 0 0,-1 0-1 0 0,1 0 0 0 0,-1 0 1 0 0,1 0-1 0 0,-1 0 0 0 0,1 0 1 0 0,-1 0-1 0 0,0 0 0 0 0,1 0 1 0 0,-1 0-1 0 0,0 1 1 0 0,0-1-1 0 0,-1-1 0 0 0,0 1-2 0 0,0 1-1 0 0,0-1 1 0 0,0 0-1 0 0,0 1 1 0 0,0 0-1 0 0,0-1 1 0 0,0 1-1 0 0,0 0 1 0 0,0 0-1 0 0,0 0 1 0 0,0 0-1 0 0,0 1 1 0 0,1-1 0 0 0,-1 0-1 0 0,-4 2 1 0 0,-9 3 21 0 0,0 0 0 0 0,1 1 0 0 0,-1 0 1 0 0,1 1-1 0 0,-17 12 0 0 0,-67 53 112 0 0,88-64-113 0 0,-105 86 350 0 0,-107 116 1 0 0,-90 126-576 0 0,260-278 61 0 0,-423 504-127 0 0,300-348 162 0 0,70-81-8 0 0,-45 51-279 0 0,146-178 340 0 0,-1 0-1 0 0,0-1 1 0 0,0 0-1 0 0,-1 0 1 0 0,0 0-1 0 0,0-1 1 0 0,-12 7-1 0 0,18-11 56 0 0,0 0 0 0 0,0 0 0 0 0,0 1-1 0 0,0-1 1 0 0,-1 0 0 0 0,1 0 0 0 0,0 0 0 0 0,0 0-1 0 0,0 0 1 0 0,-1 0 0 0 0,1 0 0 0 0,0 0 0 0 0,0 0-1 0 0,0 0 1 0 0,-1 0 0 0 0,1 0 0 0 0,0 0 0 0 0,0 0-1 0 0,0 0 1 0 0,-1 0 0 0 0,1 0 0 0 0,0 0 0 0 0,0 0-1 0 0,0 0 1 0 0,-1 0 0 0 0,1 0 0 0 0,0 0-1 0 0,0 0 1 0 0,0 0 0 0 0,0 0 0 0 0,-1-1 0 0 0,1 1-1 0 0,0 0 1 0 0,0 0 0 0 0,0 0 0 0 0,0 0 0 0 0,-1 0-1 0 0,1 0 1 0 0,0-1 0 0 0,0 1 0 0 0,0 0 0 0 0,0 0-1 0 0,0 0 1 0 0,0-1 0 0 0,2-11-276 0 0,12-16-64 0 0,-13 26 324 0 0,252-434-1724 0 0,29 16 1571 0 0,-147 237 173 0 0,81-104 16 0 0,-141 195-53 0 0,89-83-1 0 0,-122 134-6 0 0,-9 7 109 0 0,2 1 0 0 0,1 2 0 0 0,68-45 0 0 0,-74 63 83 0 0,-29 13-140 0 0,-1 0-1 0 0,1 0 0 0 0,-1 0 1 0 0,1-1-1 0 0,-1 1 1 0 0,0 0-1 0 0,1 0 0 0 0,-1 0 1 0 0,1 0-1 0 0,-1 1 0 0 0,1-1 1 0 0,-1 0-1 0 0,1 0 1 0 0,-1 0-1 0 0,1 0 0 0 0,-1 0 1 0 0,1 1-1 0 0,-1-1 0 0 0,0 0 1 0 0,1 0-1 0 0,-1 1 0 0 0,1-1 1 0 0,-1 1-1 0 0,1-1 2 0 0,-1 1-1 0 0,0 0 0 0 0,1 0 1 0 0,-1 0-1 0 0,0 0 1 0 0,0-1-1 0 0,0 1 1 0 0,0 0-1 0 0,0 0 0 0 0,0 0 1 0 0,0 0-1 0 0,0-1 1 0 0,0 1-1 0 0,0 0 0 0 0,-1 0 1 0 0,1 0-1 0 0,0 0 1 0 0,-1 1-1 0 0,-16 43 36 0 0,-3-1-1 0 0,-1-1 0 0 0,-38 58 1 0 0,18-32 14 0 0,-203 333 847 0 0,-24 42-200 0 0,-77 137-66 0 0,162-277-513 0 0,171-280-288 0 0,33-50-93 0 0,182-287-2464 0 0,-99 146 1345 0 0,436-781 562 0 0,-338 573 1412 0 0,-185 345-459 0 0,5-8 61 0 0,-19 29 579 0 0,-49 73 604 0 0,-36 71 0 0 0,22-35-442 0 0,40-68-858 0 0,-501 749-675 0 0,431-669 127 0 0,-4-5 0 0 0,-180 159 0 0 0,243-240 435 0 0,-2-1 0 0 0,-38 23 0 0 0,53-37 29 0 0,-1-1 0 0 0,0-1-1 0 0,0-1 1 0 0,0-1 0 0 0,-40 9 0 0 0,55-15-12 0 0,-1 0 0 0 0,0 0 1 0 0,0 0-1 0 0,0-1 1 0 0,1 0-1 0 0,-1 0 1 0 0,0 0-1 0 0,0 0 1 0 0,0-1-1 0 0,0 0 0 0 0,1 0 1 0 0,-1 0-1 0 0,0-1 1 0 0,1 1-1 0 0,-1-1 1 0 0,1 0-1 0 0,0 0 0 0 0,-1-1 1 0 0,1 1-1 0 0,0-1 1 0 0,1 0-1 0 0,-1 0 1 0 0,0 0-1 0 0,1-1 1 0 0,0 1-1 0 0,-1-1 0 0 0,1 0 1 0 0,1 0-1 0 0,-1 0 1 0 0,1 0-1 0 0,-1-1 1 0 0,-2-8-1 0 0,-4-10-88 0 0,2 0 0 0 0,0-1 0 0 0,1 0 0 0 0,2 0 0 0 0,-2-25 0 0 0,-1-128-453 0 0,7 133 395 0 0,-4-154-552 0 0,0-285-55 0 0,31 3 768 0 0,-11 350 25 0 0,7 0-1 0 0,5 2 1 0 0,49-136 0 0 0,-62 212 482 0 0,-15 52-499 0 0,0 0 1 0 0,-1 0 0 0 0,1 0-1 0 0,0 0 1 0 0,0 1 0 0 0,0-1-1 0 0,0 0 1 0 0,0 0 0 0 0,0 0-1 0 0,0 0 1 0 0,0 0 0 0 0,0 0-1 0 0,0 0 1 0 0,0 0 0 0 0,0 0-1 0 0,0 0 1 0 0,-1 0 0 0 0,1 0-1 0 0,0 0 1 0 0,0 0 0 0 0,0 0-1 0 0,0-1 1 0 0,0 1 0 0 0,0 0 61 0 0,0 0-61 0 0,-9 12-14 0 0,-9 17-199 0 0,-60 137-880 0 0,-58 176 1 0 0,-12 33 327 0 0,-230 364 846 0 0,371-727-42 0 0,5-7-2 0 0,0-1 1 0 0,-1 1-1 0 0,1-1 0 0 0,-1 0 0 0 0,0 0 0 0 0,0 0 0 0 0,0 0 0 0 0,-1 0 0 0 0,0-1 0 0 0,1 1 1 0 0,-1-1-1 0 0,0 0 0 0 0,-7 3 0 0 0,10-6-26 0 0,1 0 0 0 0,-1 0-1 0 0,0 0 1 0 0,0 0 0 0 0,1 0 0 0 0,-1 0 0 0 0,0 0 0 0 0,1-1 0 0 0,-1 1-1 0 0,0 0 1 0 0,1-1 0 0 0,-1 1 0 0 0,0 0 0 0 0,1-1 0 0 0,-1 1-1 0 0,1-1 1 0 0,-1 1 0 0 0,1-1 0 0 0,-1 1 0 0 0,1-1 0 0 0,-1 1 0 0 0,1-1-1 0 0,-1 0 1 0 0,1 1 0 0 0,0-1 0 0 0,-1 0 0 0 0,1 1 0 0 0,0-1 0 0 0,-1 0-1 0 0,1 1 1 0 0,0-1 0 0 0,0 0 0 0 0,0 0 0 0 0,0 1 0 0 0,0-1 0 0 0,0 0-1 0 0,0 0 1 0 0,0 1 0 0 0,0-1 0 0 0,0 0 0 0 0,1-1 0 0 0,1-39 325 0 0,-1 35-272 0 0,25-180 177 0 0,77-285 0 0 0,100-169-455 0 0,-65 270 858 0 0,31 16 613 0 0,-162 340-1191 0 0,-5 9-60 0 0,1 0 0 0 0,0 0 1 0 0,0 0-1 0 0,0 0 0 0 0,0 0 0 0 0,0 1 0 0 0,1 0 0 0 0,0 0 0 0 0,8-7 1 0 0,-12 11-16 0 0,0 0 1 0 0,1 0 0 0 0,-1-1-1 0 0,0 1 1 0 0,0 0 0 0 0,1 0-1 0 0,-1 0 1 0 0,0 0 0 0 0,0 0-1 0 0,1 0 1 0 0,-1 0 0 0 0,0 0-1 0 0,1 0 1 0 0,-1 0 0 0 0,0 0-1 0 0,0 0 1 0 0,1 0 0 0 0,-1 0-1 0 0,0 0 1 0 0,1 0 0 0 0,-1 0-1 0 0,0 0 1 0 0,0 0 0 0 0,1 0-1 0 0,-1 0 1 0 0,0 0 0 0 0,0 1-1 0 0,1-1 1 0 0,-1 0 0 0 0,0 0-1 0 0,0 0 1 0 0,1 0 0 0 0,-1 1 0 0 0,0-1-1 0 0,0 0 1 0 0,0 0 0 0 0,1 1-1 0 0,-1-1 1 0 0,0 0 0 0 0,0 0-1 0 0,0 1 1 0 0,0-1 0 0 0,0 0-1 0 0,0 0 1 0 0,0 1 0 0 0,1-1-1 0 0,-1 0 1 0 0,0 0 0 0 0,0 1-1 0 0,0-1 1 0 0,0 0 0 0 0,0 1-1 0 0,0-1 1 0 0,0 20-56 0 0,-31 174-130 0 0,10-80 295 0 0,-42 264 189 0 0,-61 392 43 0 0,30 6-221 0 0,45-103-769 0 0,40-1-1864 0 0,10-648 2356 0 0,11 144-915 0 0,-10-153 1004 0 0,1 1 0 0 0,1-1 0 0 0,0 0 0 0 0,1-1 1 0 0,0 1-1 0 0,1-1 0 0 0,1 0 0 0 0,13 21 1 0 0,-16-29 104 0 0,1-1 0 0 0,0 0 1 0 0,0 1-1 0 0,0-1 1 0 0,1-1-1 0 0,-1 1 0 0 0,1-1 1 0 0,0 0-1 0 0,0-1 0 0 0,1 1 1 0 0,-1-1-1 0 0,1 0 1 0 0,0-1-1 0 0,-1 0 0 0 0,1 0 1 0 0,0 0-1 0 0,0-1 0 0 0,1 0 1 0 0,-1 0-1 0 0,0-1 1 0 0,0 0-1 0 0,0 0 0 0 0,0 0 1 0 0,1-1-1 0 0,8-2 0 0 0,15-5 323 0 0,0-1 0 0 0,0-1 0 0 0,-1-2-1 0 0,38-20 1 0 0,-33 15 50 0 0,-28 14-329 0 0,0 0 46 0 0,0-1 1 0 0,1 1-1 0 0,-1 1 1 0 0,1-1-1 0 0,-1 1 1 0 0,13-2-1 0 0,-18 4-112 0 0,0 0 0 0 0,0 1 1 0 0,0-1-1 0 0,0 0 0 0 0,0 1 0 0 0,0-1 0 0 0,0 1 0 0 0,0-1 0 0 0,0 1 0 0 0,0 0 0 0 0,0 0 1 0 0,-1 0-1 0 0,1 0 0 0 0,0 0 0 0 0,-1 0 0 0 0,1 1 0 0 0,-1-1 0 0 0,1 0 0 0 0,-1 1 0 0 0,0-1 1 0 0,0 1-1 0 0,1 0 0 0 0,-1-1 0 0 0,0 1 0 0 0,0 0 0 0 0,-1 0 0 0 0,1-1 0 0 0,0 1 0 0 0,0 0 0 0 0,-1 0 1 0 0,1 3-1 0 0,4 13 195 0 0,-1 1 1 0 0,-1 0-1 0 0,0 1 1 0 0,-1-1-1 0 0,-2 33 1 0 0,-15 100 630 0 0,13-139-762 0 0,-113 634 2100 0 0,62-376-1802 0 0,6-20-144 0 0,-230 1168-40 0 0,60-268-898 0 0,72-355-1119 0 0,137-759 1682 0 0,-98 417-1820 0 0,152-568 1599 0 0,26-181 585 0 0,-54 202 106 0 0,4 1-1 0 0,39-102 0 0 0,-53 174-294 0 0,1 1 0 0 0,19-31 1 0 0,-25 45-43 0 0,1 0 0 0 0,-1 0 1 0 0,1 0-1 0 0,0 1 1 0 0,1-1-1 0 0,-1 1 0 0 0,1 0 1 0 0,0 0-1 0 0,0 1 0 0 0,0-1 1 0 0,0 1-1 0 0,1 0 1 0 0,10-4-1 0 0,-15 7 1 0 0,1-1 0 0 0,0 1 0 0 0,0 0 0 0 0,-1 0 0 0 0,1 0 0 0 0,0 0 0 0 0,0 0 0 0 0,-1 0 0 0 0,1 0 0 0 0,0 0 0 0 0,-1 1 0 0 0,1-1 0 0 0,0 1 0 0 0,-1-1 0 0 0,1 1 0 0 0,0 0 0 0 0,-1-1 0 0 0,1 1 1 0 0,-1 0-1 0 0,1 0 0 0 0,-1 0 0 0 0,0 0 0 0 0,1 1 0 0 0,-1-1 0 0 0,0 0 0 0 0,0 0 0 0 0,0 1 0 0 0,0-1 0 0 0,0 1 0 0 0,0-1 0 0 0,0 1 0 0 0,-1-1 0 0 0,2 4 0 0 0,2 5 7 0 0,-1 0 0 0 0,0 0 0 0 0,0 0 0 0 0,1 14 0 0 0,4 42 659 0 0,-1 123 1 0 0,-20 70 224 0 0,12-241-835 0 0,-140 1164 1110 0 0,50-747-1258 0 0,90-432 84 0 0,-10 31-55 0 0,11-33 59 0 0,0 0 1 0 0,-1 0-1 0 0,1-1 0 0 0,0 1 0 0 0,-1 0 0 0 0,1 0 0 0 0,0 0 1 0 0,-1 0-1 0 0,1 0 0 0 0,-1-1 0 0 0,1 1 0 0 0,-1 0 1 0 0,0-1-1 0 0,1 1 0 0 0,-1 0 0 0 0,0-1 0 0 0,1 1 1 0 0,-1 0-1 0 0,0-1 0 0 0,0 1 0 0 0,0-1 0 0 0,1 0 1 0 0,-1 1-1 0 0,0-1 0 0 0,0 0 0 0 0,0 1 0 0 0,-1-1 1 0 0,1-1-6 0 0,0 0 0 0 0,0 0 1 0 0,0 0-1 0 0,0 0 0 0 0,1 0 1 0 0,-1 0-1 0 0,0 0 1 0 0,1 0-1 0 0,-1 0 0 0 0,0-1 1 0 0,1 1-1 0 0,0 0 1 0 0,-1 0-1 0 0,1-1 0 0 0,0 1 1 0 0,-1 0-1 0 0,1-1 0 0 0,0 1 1 0 0,0-3-1 0 0,0-1-48 0 0,-10-82-951 0 0,5-167 0 0 0,6 161 604 0 0,-2-62 183 0 0,16-519-789 0 0,-16 653 1009 0 0,-5 28 0 0 0,-8 33 99 0 0,-11 64 955 0 0,-10 110 1 0 0,18-99-1094 0 0,1-21 50 0 0,-138 767 313 0 0,152-850-319 0 0,-4 21-57 0 0,6-32 60 0 0,0 0 0 0 0,0 0-1 0 0,0 0 1 0 0,0 0 0 0 0,0 0 0 0 0,0 0-1 0 0,0 0 1 0 0,0 0 0 0 0,0 0-1 0 0,0 0 1 0 0,0 0 0 0 0,0 0-1 0 0,0 0 1 0 0,0 0 0 0 0,1 0-1 0 0,-1 0 1 0 0,0 0 0 0 0,0 0-1 0 0,0 0 1 0 0,0 0 0 0 0,0 0-1 0 0,0 0 1 0 0,0 0 0 0 0,0 0-1 0 0,0 0 1 0 0,0 0 0 0 0,0 0 0 0 0,0 0-1 0 0,0 0 1 0 0,0 0 0 0 0,0 0-1 0 0,0 0 1 0 0,0 1 0 0 0,0-1-1 0 0,0 0 1 0 0,0 0 0 0 0,0 0-1 0 0,0 0 1 0 0,0 0 0 0 0,0 0-1 0 0,0 0 1 0 0,0 0 0 0 0,0 0-1 0 0,8-18-74 0 0,61-210-1242 0 0,-12 35 237 0 0,-43 151 1015 0 0,79-207-41 0 0,-70 195 110 0 0,3 1 1 0 0,47-73 0 0 0,-61 109 8 0 0,0 1 1 0 0,1 0-1 0 0,0 1 1 0 0,1 0-1 0 0,1 1 1 0 0,1 1-1 0 0,27-19 1 0 0,-38 28 14 0 0,1 1 1 0 0,-1 0 0 0 0,1 0-1 0 0,0 0 1 0 0,0 1-1 0 0,0 0 1 0 0,0 0 0 0 0,0 0-1 0 0,1 1 1 0 0,-1 0 0 0 0,1 0-1 0 0,-1 1 1 0 0,0 0-1 0 0,1 0 1 0 0,-1 0 0 0 0,1 1-1 0 0,-1 0 1 0 0,1 0 0 0 0,-1 1-1 0 0,0-1 1 0 0,0 1-1 0 0,0 1 1 0 0,0-1 0 0 0,0 1-1 0 0,0 0 1 0 0,-1 0-1 0 0,8 7 1 0 0,-2-1 54 0 0,-1 1 0 0 0,0 0 0 0 0,-1 1 0 0 0,0 0 0 0 0,-1 0 0 0 0,-1 1-1 0 0,1 0 1 0 0,-2 0 0 0 0,0 1 0 0 0,0 0 0 0 0,-1 0 0 0 0,4 17 0 0 0,4 22 522 0 0,10 99 0 0 0,-16-100-246 0 0,2 28 105 0 0,-6-37-242 0 0,3-1 0 0 0,1 0 0 0 0,18 57 0 0 0,-25-95-224 0 0,1 0-1 0 0,0-1 0 0 0,0 1 1 0 0,0 0-1 0 0,1 0 0 0 0,-1 0 1 0 0,1-1-1 0 0,-1 1 0 0 0,1-1 1 0 0,0 0-1 0 0,0 1 0 0 0,0-1 1 0 0,0 0-1 0 0,1 0 0 0 0,-1 0 1 0 0,1 0-1 0 0,-1-1 0 0 0,1 1 1 0 0,-1 0-1 0 0,1-1 0 0 0,0 0 1 0 0,0 0-1 0 0,3 1 0 0 0,-3-2-40 0 0,0 0 0 0 0,1 0 0 0 0,-1-1 1 0 0,0 1-1 0 0,0-1 0 0 0,0 0 0 0 0,1 1 0 0 0,-1-2 0 0 0,0 1 0 0 0,0 0 0 0 0,0-1 0 0 0,0 1 0 0 0,-1-1 0 0 0,1 0 0 0 0,0 0 0 0 0,-1 0 0 0 0,1 0 0 0 0,-1 0 0 0 0,0-1 0 0 0,1 1 0 0 0,1-4 0 0 0,17-23-481 0 0,-1-2 0 0 0,-1 0 0 0 0,-2-1-1 0 0,-1-1 1 0 0,12-34 0 0 0,-10 25 506 0 0,8-23-71 0 0,-14 33 123 0 0,1 0 0 0 0,2 1 0 0 0,32-51 0 0 0,-85 176 1427 0 0,-49 107 90 0 0,-154 316-567 0 0,233-502-944 0 0,0 1 4 0 0,0-1 1 0 0,-2 1-1 0 0,0-1 1 0 0,0-1-1 0 0,-20 21 1 0 0,30-35-44 0 0,-1 1 1 0 0,0 0 0 0 0,1 0-1 0 0,-1-1 1 0 0,0 1 0 0 0,1-1-1 0 0,-1 1 1 0 0,0 0 0 0 0,0-1-1 0 0,0 0 1 0 0,1 1 0 0 0,-1-1-1 0 0,0 1 1 0 0,0-1 0 0 0,0 0-1 0 0,0 0 1 0 0,0 1 0 0 0,0-1-1 0 0,0 0 1 0 0,0 0 0 0 0,0 0-1 0 0,1 0 1 0 0,-1 0 0 0 0,0 0-1 0 0,0 0 1 0 0,0-1 0 0 0,0 1-1 0 0,0 0 1 0 0,-1-1 0 0 0,0 0-6 0 0,1 0 0 0 0,0-1 0 0 0,0 1 1 0 0,-1-1-1 0 0,1 1 0 0 0,0-1 1 0 0,0 1-1 0 0,1-1 0 0 0,-1 0 1 0 0,0 1-1 0 0,0-1 0 0 0,1 0 0 0 0,-1-3 1 0 0,-2-8-103 0 0,1 0 1 0 0,1 0-1 0 0,0-15 1 0 0,4-28-817 0 0,1 27 109 0 0</inkml:trace>
</inkml:ink>
</file>

<file path=ppt/ink/ink2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27.2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170 152 6913 0 0,'-39'-5'-3419'0'0,"31"3"3962"0"0,-1-1 0 0 0,1-1 0 0 0,0 0 0 0 0,-9-5 0 0 0,13 8-305 0 0,1-1 0 0 0,-1 1 0 0 0,1 0 0 0 0,-1 1-1 0 0,0-1 1 0 0,1 1 0 0 0,-1-1 0 0 0,0 1 0 0 0,0 0 0 0 0,1 1-1 0 0,-1-1 1 0 0,0 1 0 0 0,1-1 0 0 0,-1 1 0 0 0,1 0 0 0 0,-1 0-1 0 0,1 1 1 0 0,-1-1 0 0 0,1 1 0 0 0,-5 3 596 0 0,42-9 3625 0 0,21-12-2646 0 0,-8 2-1098 0 0,47-9-364 0 0,5-2 498 0 0,1 4 0 0 0,103-8 0 0 0,-201 29-934 0 0,-1-1 0 0 0,0 1 0 0 0,1 0 1 0 0,-1 0-1 0 0,0 0 0 0 0,1 0 0 0 0,-1 1 1 0 0,0-1-1 0 0,1 0 0 0 0,-1 0 0 0 0,0 1 0 0 0,0-1 1 0 0,1 1-1 0 0,-1-1 0 0 0,0 1 0 0 0,0-1 1 0 0,0 1-1 0 0,0 0 0 0 0,1 0 0 0 0,-1 0 1 0 0,0-1-1 0 0,-1 1 0 0 0,1 0 0 0 0,0 0 1 0 0,0 0-1 0 0,0 0 0 0 0,0 1 0 0 0,-1-1 0 0 0,1 0 1 0 0,-1 0-1 0 0,1 0 0 0 0,-1 0 0 0 0,1 3 1 0 0</inkml:trace>
</inkml:ink>
</file>

<file path=ppt/ink/ink2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27.9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10 349 8290 0 0,'-2'-6'652'0'0,"0"1"0"0"0,1-1 0 0 0,-1 0 0 0 0,1 0 0 0 0,0 0 0 0 0,1 0 0 0 0,-1-1 0 0 0,1 1 0 0 0,0 0 0 0 0,1 0 0 0 0,0 0 0 0 0,0 0 0 0 0,2-9 0 0 0,-2 15-579 0 0,-1-1-1 0 0,1 1 0 0 0,-1-1 1 0 0,1 1-1 0 0,0-1 0 0 0,-1 1 0 0 0,1 0 1 0 0,-1-1-1 0 0,1 1 0 0 0,0 0 0 0 0,-1 0 1 0 0,1-1-1 0 0,0 1 0 0 0,-1 0 1 0 0,1 0-1 0 0,0 0 0 0 0,0 0 0 0 0,-1 0 1 0 0,1 0-1 0 0,0 0 0 0 0,-1 0 1 0 0,1 0-1 0 0,0 0 0 0 0,-1 1 0 0 0,1-1 1 0 0,0 0-1 0 0,-1 0 0 0 0,1 1 1 0 0,0-1-1 0 0,-1 0 0 0 0,1 1 0 0 0,-1-1 1 0 0,1 0-1 0 0,-1 1 0 0 0,1-1 1 0 0,-1 1-1 0 0,2 0 0 0 0,26 21 255 0 0,-24-18-103 0 0,107 104 657 0 0,-80-74-741 0 0,2-2 1 0 0,49 38-1 0 0,-75-65-105 0 0,1-1-1 0 0,-1 1 1 0 0,1-1-1 0 0,0-1 1 0 0,0 1-1 0 0,1-2 1 0 0,-1 1 0 0 0,1-1-1 0 0,-1 0 1 0 0,16 1-1 0 0,-20-3-1 0 0,-1 1-1 0 0,1-2 0 0 0,-1 1 0 0 0,1 0 0 0 0,-1 0 1 0 0,0-1-1 0 0,1 0 0 0 0,-1 0 0 0 0,0 0 1 0 0,1 0-1 0 0,-1 0 0 0 0,0-1 0 0 0,0 1 0 0 0,0-1 1 0 0,0 0-1 0 0,0 0 0 0 0,-1 0 0 0 0,1 0 1 0 0,-1 0-1 0 0,1-1 0 0 0,-1 1 0 0 0,0-1 0 0 0,0 0 1 0 0,0 0-1 0 0,0 0 0 0 0,0 1 0 0 0,0-2 1 0 0,-1 1-1 0 0,2-6 0 0 0,6-23 119 0 0,-2 0 1 0 0,-2-1-1 0 0,-1 0 0 0 0,0-37 0 0 0,8-62-318 0 0,-9 115-60 0 0,1 1 1 0 0,0-1-1 0 0,1 1 0 0 0,1 0 0 0 0,14-27 0 0 0,-14 32-820 0 0,0 1-1 0 0,0 0 1 0 0,10-10 0 0 0</inkml:trace>
</inkml:ink>
</file>

<file path=ppt/ink/ink2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28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4 3681 0 0,'0'0'68'0'0,"0"-1"0"0"0,-1 1 1 0 0,1 0-1 0 0,-1-1 1 0 0,1 1-1 0 0,0 0 0 0 0,-1 0 1 0 0,1-1-1 0 0,-1 1 0 0 0,1 0 1 0 0,-1 0-1 0 0,1 0 0 0 0,-1 0 1 0 0,1-1-1 0 0,-1 1 0 0 0,1 0 1 0 0,-1 0-1 0 0,1 0 0 0 0,-1 0 1 0 0,1 0-1 0 0,-1 0 0 0 0,1 0 1 0 0,-1 0-1 0 0,1 1 0 0 0,0-1 1 0 0,-1 0-1 0 0,1 0 0 0 0,-1 0 1 0 0,1 0-1 0 0,-1 1 0 0 0,1-1 1 0 0,-1 0-1 0 0,0 1 1 0 0,-4 17 2430 0 0,10 26 442 0 0,-5-42-2940 0 0,10 62 1836 0 0,20 101 1540 0 0,-24-141-4573 0 0,2 0 1 0 0,13 31-1 0 0,-16-45 54 0 0</inkml:trace>
</inkml:ink>
</file>

<file path=ppt/ink/ink2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28.5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0 123 920 0 0,'0'-3'145'0'0,"0"1"-1"0"0,0-1 1 0 0,1 1-1 0 0,-1-1 1 0 0,0 1-1 0 0,1-1 1 0 0,0 1-1 0 0,-1-1 1 0 0,1 1 0 0 0,0-1-1 0 0,0 1 1 0 0,1 0-1 0 0,-1 0 1 0 0,0 0-1 0 0,3-3 1 0 0,25-30 2457 0 0,-23 30-2234 0 0,0 0 1 0 0,0 1 0 0 0,1-1-1 0 0,-1 1 1 0 0,1 1 0 0 0,0-1-1 0 0,0 1 1 0 0,0 0 0 0 0,0 1-1 0 0,0 0 1 0 0,1 0 0 0 0,-1 0-1 0 0,1 1 1 0 0,0 0 0 0 0,-1 1-1 0 0,1 0 1 0 0,-1 0 0 0 0,1 0-1 0 0,0 1 1 0 0,-1 0 0 0 0,13 4-1 0 0,-14-3-263 0 0,0 0-1 0 0,0 0 0 0 0,0 1 1 0 0,-1 0-1 0 0,1 0 1 0 0,-1 1-1 0 0,0-1 0 0 0,0 1 1 0 0,0 0-1 0 0,-1 1 1 0 0,1-1-1 0 0,-1 1 0 0 0,0 0 1 0 0,0 0-1 0 0,-1 0 0 0 0,1 0 1 0 0,-1 1-1 0 0,0-1 1 0 0,-1 1-1 0 0,1 0 0 0 0,-1 0 1 0 0,-1 0-1 0 0,1 0 0 0 0,-1 0 1 0 0,0 0-1 0 0,1 11 1 0 0,-2-4-142 0 0,0-1 0 0 0,-1 1 0 0 0,0-1 1 0 0,-1 0-1 0 0,-1 1 0 0 0,0-1 1 0 0,0 0-1 0 0,-1-1 0 0 0,-1 1 0 0 0,0-1 1 0 0,-1 1-1 0 0,-10 15 0 0 0,10-18-583 0 0,-1 0 0 0 0,0-1 0 0 0,0 0 0 0 0,-17 15-1 0 0,17-18-433 0 0</inkml:trace>
</inkml:ink>
</file>

<file path=ppt/ink/ink2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28.8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32 1376 0 0,'5'-31'8062'0'0,"-5"35"-7219"0"0,-5 93 2422 0 0,0 34-1427 0 0,5-116-1770 0 0,1 0 0 0 0,1 1 1 0 0,1-1-1 0 0,0 0 0 0 0,0 0 1 0 0,9 19-1 0 0,-10-29-310 0 0,1-1-1 0 0,-1 0 1 0 0,1 1 0 0 0,0-1-1 0 0,0 0 1 0 0,0 0 0 0 0,1-1-1 0 0,-1 1 1 0 0,1-1 0 0 0,0 0-1 0 0,0 0 1 0 0,0 0 0 0 0,6 3-1 0 0,0-1-1048 0 0</inkml:trace>
</inkml:ink>
</file>

<file path=ppt/ink/ink2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29.1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1928 0 0,'4'-39'343'0'0,"-3"34"177"0"0,1 0 1 0 0,0 1-1 0 0,0-1 1 0 0,0 0-1 0 0,0 1 1 0 0,1-1-1 0 0,0 1 1 0 0,0 0-1 0 0,0 0 1 0 0,0 0-1 0 0,1 0 1 0 0,0 1-1 0 0,-1-1 1 0 0,9-5-1 0 0,-6 6-280 0 0,0-1 0 0 0,0 1 0 0 0,0 0 0 0 0,0 0 0 0 0,0 1 0 0 0,1 0 0 0 0,-1 0-1 0 0,1 1 1 0 0,0-1 0 0 0,-1 1 0 0 0,1 1 0 0 0,0-1 0 0 0,0 1 0 0 0,-1 0 0 0 0,1 1 0 0 0,0 0 0 0 0,0 0 0 0 0,-1 0-1 0 0,1 1 1 0 0,-1 0 0 0 0,1 0 0 0 0,-1 0 0 0 0,0 1 0 0 0,0 0 0 0 0,0 1 0 0 0,0-1 0 0 0,5 5 0 0 0,-5-4-173 0 0,-1 0 0 0 0,0 0 1 0 0,0 1-1 0 0,0-1 1 0 0,-1 1-1 0 0,0 0 1 0 0,0 0-1 0 0,0 1 1 0 0,0-1-1 0 0,-1 1 0 0 0,0 0 1 0 0,0 0-1 0 0,0 0 1 0 0,-1 0-1 0 0,0 1 1 0 0,0-1-1 0 0,-1 0 1 0 0,0 1-1 0 0,0-1 0 0 0,0 1 1 0 0,-1 0-1 0 0,0-1 1 0 0,0 1-1 0 0,-1-1 1 0 0,0 1-1 0 0,0 0 1 0 0,-3 10-1 0 0,-2-4 8 0 0,0 0-1 0 0,0-1 1 0 0,-1 0 0 0 0,-1 0 0 0 0,0-1-1 0 0,-1 0 1 0 0,0 0 0 0 0,-16 15-1 0 0,9-11-513 0 0,-2-1-1 0 0,1 0 1 0 0,-2-2-1 0 0,-31 18 0 0 0,35-23-5764 0 0</inkml:trace>
</inkml:ink>
</file>

<file path=ppt/ink/ink2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7.3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 29 6449 0 0,'-22'-28'10291'0'0,"22"28"-10219"0"0,-1 24 755 0 0,1 36 234 0 0,0-55-916 0 0,0-1-1 0 0,0 0 1 0 0,1 0-1 0 0,0 0 1 0 0,0 0-1 0 0,0 0 1 0 0,0 0-1 0 0,1 0 1 0 0,0 0-1 0 0,3 6 1 0 0,-4-9-114 0 0,-1-1 0 0 0,1 1 0 0 0,0-1 1 0 0,-1 0-1 0 0,1 0 0 0 0,-1 1 0 0 0,1-1 1 0 0,0 0-1 0 0,-1 0 0 0 0,1 0 0 0 0,-1 1 1 0 0,1-1-1 0 0,0 0 0 0 0,-1 0 0 0 0,1 0 1 0 0,0 0-1 0 0,-1 0 0 0 0,1 0 0 0 0,0-1 1 0 0,-1 1-1 0 0,1 0 0 0 0,0 0 0 0 0,-1 0 1 0 0,1-1-1 0 0,-1 1 0 0 0,1 0 0 0 0,-1 0 1 0 0,1-1-1 0 0,-1 1 0 0 0,1-1 1 0 0,0 1-1 0 0,-1 0 0 0 0,0-1 0 0 0,1 1 1 0 0,-1-1-1 0 0,1 1 0 0 0,-1-1 0 0 0,0 1 1 0 0,1-1-1 0 0,-1 0 0 0 0,0 1 0 0 0,1-1 1 0 0,-1 1-1 0 0,0-2 0 0 0,15-26 422 0 0,-13-12-211 0 0,-2 39-236 0 0,0-1-1 0 0,0 1 1 0 0,0 0 0 0 0,0-1 0 0 0,0 1-1 0 0,-1-1 1 0 0,1 1 0 0 0,0 0 0 0 0,-1-1-1 0 0,1 1 1 0 0,-1 0 0 0 0,1-1 0 0 0,-1 1 0 0 0,0 0-1 0 0,0 0 1 0 0,1 0 0 0 0,-1-1 0 0 0,0 1-1 0 0,0 0 1 0 0,0 0 0 0 0,0 0 0 0 0,0 0 0 0 0,0 1-1 0 0,-1-1 1 0 0,0-1 0 0 0,1 2 1 0 0,1 0-1 0 0,-1 0 1 0 0,1 0 0 0 0,-1-1-1 0 0,1 1 1 0 0,-1 0 0 0 0,1 0-1 0 0,-1 0 1 0 0,0 0 0 0 0,1 0 0 0 0,-1 0-1 0 0,1 0 1 0 0,-1 0 0 0 0,1 1-1 0 0,-1-1 1 0 0,1 0 0 0 0,-1 0-1 0 0,1 0 1 0 0,-1 1 0 0 0,1-1-1 0 0,-1 0 1 0 0,1 0 0 0 0,-1 1 0 0 0,1-1-1 0 0,-1 0 1 0 0,1 1 0 0 0,0-1-1 0 0,-1 1 1 0 0,1-1 0 0 0,-1 1-1 0 0,1-1 1 0 0,0 0 0 0 0,0 1 0 0 0,-1-1-1 0 0,1 1 1 0 0,0-1 0 0 0,0 1-1 0 0,0-1 1 0 0,-1 1 0 0 0,1 1-1 0 0,2 21-3606 0 0</inkml:trace>
</inkml:ink>
</file>

<file path=ppt/ink/ink2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7.8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247 85 2761 0 0,'-90'-4'-674'0'0,"60"1"2881"0"0,0 2-1 0 0,-66-2 7348 0 0,125-10-7333 0 0,23 3-1210 0 0,1 2 1 0 0,56-1-1 0 0,71-11 194 0 0,-164 17-1180 0 0,-6 0-110 0 0,-1 1 0 0 0,1 0 0 0 0,0 0 0 0 0,0 1 0 0 0,0 1 1 0 0,0 0-1 0 0,0 0 0 0 0,0 1 0 0 0,16 3 0 0 0,-25-4-99 0 0,0 1 0 0 0,1 0 1 0 0,-1-1-1 0 0,0 1 0 0 0,0 0 0 0 0,0 0 0 0 0,0 0 1 0 0,0 0-1 0 0,0 0 0 0 0,0 0 0 0 0,-1 0 1 0 0,1 0-1 0 0,1 2 0 0 0</inkml:trace>
</inkml:ink>
</file>

<file path=ppt/ink/ink2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8.4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4145 0 0,'7'31'17062'0'0,"8"-21"-16735"0"0,15 23 1459 0 0,-29-33-1744 0 0,-4-20-2565 0 0,4 20 2546 0 0,-1 1 0 0 0,0-1 0 0 0,1 0 0 0 0,-1 0 0 0 0,0 1 1 0 0,1-1-1 0 0,-1 0 0 0 0,0 0 0 0 0,1 0 0 0 0,-1 1 0 0 0,0-1 0 0 0,1 0 0 0 0,-1 0 0 0 0,0 0 0 0 0,1 0 0 0 0,-1 0 0 0 0,1 0 0 0 0,-1 0 0 0 0,0 0 1 0 0,1 0-1 0 0,-1 0 0 0 0,1 0 0 0 0,-1 0 0 0 0,0 0 0 0 0,1 0 0 0 0,-1 0 0 0 0,0 0 0 0 0,1-1 0 0 0,-1 1 0 0 0,1 0 0 0 0,-1 0 0 0 0,0 0 0 0 0,1-1 0 0 0,-1 1 1 0 0,0 0-1 0 0,0 0 0 0 0,1-1 0 0 0,-1 1 0 0 0,0 0 0 0 0,0 0 0 0 0,1-1 0 0 0,-1 1 0 0 0,0 0 0 0 0,0-1 0 0 0,0 1 0 0 0,1-1 0 0 0,-1 1 0 0 0,0 0 1 0 0,0-1-1 0 0,0 1 0 0 0,0 0 0 0 0,0-1 0 0 0,0 1 0 0 0,0-1 0 0 0,0 1 0 0 0,0 0 0 0 0,0-1 0 0 0,0 1 0 0 0,0-1 0 0 0,0 1 0 0 0,0 0 0 0 0,0-1 1 0 0,0 1-1 0 0,0 0 0 0 0,-1-1 0 0 0,1 0 0 0 0,19 15 484 0 0,41 36-228 0 0,-2 3 0 0 0,-2 2 1 0 0,63 83-1 0 0,-49-56-147 0 0,-28-33-273 0 0,-15-16-185 0 0,47 45 0 0 0,-72-76 164 0 0,0 0 0 0 0,0 0 0 0 0,0-1 1 0 0,0 1-1 0 0,0-1 0 0 0,0 0 0 0 0,0 1 0 0 0,0-1 1 0 0,1 0-1 0 0,-1 0 0 0 0,0 0 0 0 0,1-1 1 0 0,-1 1-1 0 0,1 0 0 0 0,-1-1 0 0 0,1 0 0 0 0,-1 0 1 0 0,1 1-1 0 0,-1-1 0 0 0,1-1 0 0 0,0 1 1 0 0,4-1-1 0 0,4-5-973 0 0</inkml:trace>
</inkml:ink>
</file>

<file path=ppt/ink/ink2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8.6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314 51 6913 0 0,'0'-5'758'0'0,"0"-27"1434"0"0,-5 18 3287 0 0,-2 23-1624 0 0,-2 15-2846 0 0,8-23-869 0 0,-101 220 2557 0 0,8-20-2287 0 0,80-164-466 0 0,-42 117 404 0 0,49-131-623 0 0,2 1 0 0 0,0 1 0 0 0,1-1 0 0 0,0 38 0 0 0,4-48-754 0 0</inkml:trace>
</inkml:ink>
</file>

<file path=ppt/ink/ink2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9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45 4337 0 0,'-3'1'174'0'0,"0"0"1"0"0,0 0-1 0 0,0 0 0 0 0,0-1 0 0 0,0 1 1 0 0,0-1-1 0 0,0 0 0 0 0,-11-8 5211 0 0,33-3-3047 0 0,-3 5-1580 0 0,-1 1 1 0 0,1 0 0 0 0,0 0 0 0 0,1 2 0 0 0,-1 0 0 0 0,1 1 0 0 0,-1 1 0 0 0,18 0-1 0 0,12 4-1326 0 0,73 14 0 0 0</inkml:trace>
</inkml:ink>
</file>

<file path=ppt/ink/ink2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9.5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114 299 10138 0 0,'-2'1'214'0'0,"0"-1"1"0"0,0 0-1 0 0,0-1 0 0 0,0 1 0 0 0,0 0 1 0 0,0-1-1 0 0,0 1 0 0 0,0-1 0 0 0,0 1 1 0 0,0-1-1 0 0,1 0 0 0 0,-1 0 0 0 0,0 0 1 0 0,0 0-1 0 0,1 0 0 0 0,-1 0 0 0 0,1 0 1 0 0,-1-1-1 0 0,1 1 0 0 0,-1-1 0 0 0,1 1 1 0 0,0-1-1 0 0,0 1 0 0 0,0-1 0 0 0,0 0 1 0 0,0 0-1 0 0,-2-3 0 0 0,-4-9 976 0 0,0 0-1 0 0,-7-23 1 0 0,9 24-797 0 0,-3-9 63 0 0,1 0 0 0 0,-6-32 0 0 0,7-14-2482 0 0,7 44-4972 0 0</inkml:trace>
</inkml:ink>
</file>

<file path=ppt/ink/ink2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2.7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55 456 0 0,'-1'0'0'0'0,"0"-1"-5"0"0,1 1 1 0 0,-1 0-1 0 0,1-1 0 0 0,-1 1 0 0 0,1-1 1 0 0,0 1-1 0 0,-1-1 0 0 0,1 1 0 0 0,-1 0 1 0 0,1-1-1 0 0,0 0 0 0 0,-1 1 0 0 0,1-1 1 0 0,0 1-1 0 0,0-1 0 0 0,-1 1 0 0 0,1-1 1 0 0,0 0-1 0 0,0 1 0 0 0,0-1 1 0 0,0 1-1 0 0,0-1 0 0 0,0 0 0 0 0,0 1 1 0 0,0-1-1 0 0,0 1 0 0 0,0-1 0 0 0,0 0 1 0 0,0 1-1 0 0,0-1 0 0 0,0 1 0 0 0,1-1 1 0 0,-1-1-1 0 0,9-32 9327 0 0,-19 72-3913 0 0,6-20-5000 0 0,4-11-114 0 0,0 0 0 0 0,1-1 1 0 0,-1 1-1 0 0,1-1 0 0 0,1 1 0 0 0,-1-1 0 0 0,1 1 0 0 0,0-1 0 0 0,1 0 0 0 0,-1 0 0 0 0,1 0 0 0 0,5 7 0 0 0,-4-5-99 0 0,1 1-1 0 0,-2-1 1 0 0,1 1-1 0 0,-1 1 1 0 0,2 9-1 0 0,5 41 285 0 0,22 149 1066 0 0,-28-161-1461 0 0,-1-1 0 0 0,-6 69 0 0 0,-2 63 176 0 0,3-70-178 0 0,4 115 16 0 0,0-77-70 0 0,-1-58 5 0 0,-11 254 236 0 0,8-302-246 0 0,2 1 1 0 0,7 58-1 0 0,-2-50 3 0 0,-2 53 1 0 0,-3-95-28 0 0,-6 129 64 0 0,15 161 0 0 0,1-181 4 0 0,14 111 120 0 0,-18-189-148 0 0,-5-22-13 0 0,2-1 0 0 0,0 1 1 0 0,0 0-1 0 0,11 27 0 0 0,-3 4 233 0 0,-10-48-112 0 0,-2 1-132 0 0,0 0-5 0 0,1-1 82 0 0,21-4-221 0 0,-15 1 122 0 0,1 1-1 0 0,0-2 0 0 0,-1 1 0 0 0,1-1 0 0 0,-1 0 1 0 0,0 0-1 0 0,11-10 0 0 0,15-10-117 0 0,-3 10 72 0 0,2 1 0 0 0,-1 1 1 0 0,2 2-1 0 0,51-10 1 0 0,-4 0 36 0 0,-22 8-2 0 0,0 2 0 0 0,69-3-1 0 0,-64 7 65 0 0,99-20 0 0 0,-67 8 9 0 0,181-13 1 0 0,-20 5 431 0 0,-220 20-488 0 0,0 2 0 0 0,1 1 0 0 0,-1 2 0 0 0,69 7 0 0 0,-60 3-208 0 0,-49-17 208 0 0,3 5 10 0 0,0 1-1 0 0,0 0 0 0 0,0 0 1 0 0,-1 0-1 0 0,1 0 1 0 0,-1 0-1 0 0,0 0 0 0 0,1 1 1 0 0,-1-1-1 0 0,0 1 1 0 0,0-1-1 0 0,-4 0 1 0 0,5 2-9 0 0,0-1 0 0 0,0 1 0 0 0,0 0 0 0 0,0 0 0 0 0,0 0 0 0 0,0 1 0 0 0,0-1 0 0 0,1 0 0 0 0,-1 1 0 0 0,0-1 0 0 0,0 1 0 0 0,0-1 0 0 0,0 1 0 0 0,1 0 0 0 0,-1 0 0 0 0,0 0 0 0 0,1 0 0 0 0,-1 0 0 0 0,1 0 0 0 0,-1 1 0 0 0,1-1 0 0 0,-1 0 0 0 0,1 1 0 0 0,-2 1 0 0 0,-2 4-18 0 0,0 0 0 0 0,0 0 0 0 0,0 1 0 0 0,1-1 0 0 0,0 1 0 0 0,-4 9 0 0 0,7-15 14 0 0,1 0 0 0 0,-1 0 1 0 0,0 0-1 0 0,1-1 0 0 0,-1 1 0 0 0,1 0 0 0 0,0 0 0 0 0,-1 0 0 0 0,1 0 0 0 0,0 0 1 0 0,0 0-1 0 0,0 0 0 0 0,0 0 0 0 0,1 0 0 0 0,-1 0 0 0 0,0 0 0 0 0,1-1 0 0 0,0 1 0 0 0,-1 0 1 0 0,1 0-1 0 0,0 0 0 0 0,0-1 0 0 0,0 1 0 0 0,0 0 0 0 0,0-1 0 0 0,0 1 0 0 0,0-1 0 0 0,1 1 1 0 0,-1-1-1 0 0,1 0 0 0 0,-1 1 0 0 0,1-1 0 0 0,-1 0 0 0 0,3 1 0 0 0,-2-1 3 0 0,1-1 0 0 0,-1 1-1 0 0,1-1 1 0 0,0 1 0 0 0,-1-1-1 0 0,1 0 1 0 0,0 0 0 0 0,0 0 0 0 0,-1-1-1 0 0,1 1 1 0 0,0-1 0 0 0,-1 1-1 0 0,1-1 1 0 0,-1 0 0 0 0,1 0-1 0 0,-1 0 1 0 0,1 0 0 0 0,-1 0 0 0 0,0-1-1 0 0,1 1 1 0 0,-1-1 0 0 0,0 1-1 0 0,0-1 1 0 0,0 0 0 0 0,0 0 0 0 0,3-4-1 0 0,2-1 0 0 0,-1-1 0 0 0,0 0 0 0 0,0 0 0 0 0,-1 0 0 0 0,0 0-1 0 0,5-11 1 0 0,-9 16 10 0 0,0 0 1 0 0,1 0-1 0 0,-1 0 0 0 0,0-1 0 0 0,-1 1 1 0 0,1 0-1 0 0,0-1 0 0 0,-1 1 0 0 0,0 0 1 0 0,0-1-1 0 0,0 1 0 0 0,0 0 0 0 0,0-1 0 0 0,-1 1 1 0 0,0 0-1 0 0,1-1 0 0 0,-1 1 0 0 0,0 0 1 0 0,-1 0-1 0 0,1 0 0 0 0,-1 0 0 0 0,1 0 0 0 0,-1 0 1 0 0,-4-5-1 0 0,3 5 5 0 0,-1-1-1 0 0,0 1 1 0 0,0 1 0 0 0,0-1-1 0 0,0 0 1 0 0,0 1 0 0 0,0 0 0 0 0,-1 0-1 0 0,1 0 1 0 0,-1 1 0 0 0,0-1-1 0 0,1 1 1 0 0,-1 0 0 0 0,0 1 0 0 0,0-1-1 0 0,1 1 1 0 0,-6 0 0 0 0,9 0-86 0 0,-14 1 307 0 0,15-1-271 0 0,0 0 0 0 0,-1 0 0 0 0,1 0 0 0 0,0 0 0 0 0,0 0 0 0 0,0 0 0 0 0,-1 0 0 0 0,1 0 0 0 0,0 0 0 0 0,0 0 0 0 0,0 0 0 0 0,-1 1 0 0 0,1-1 0 0 0,0 0 0 0 0,0 0 0 0 0,0 0 0 0 0,0 0 0 0 0,-1 0 0 0 0,1 0 0 0 0,0 0 0 0 0,0 1 0 0 0,0-1 0 0 0,0 0 0 0 0,0 0 0 0 0,0 0 0 0 0,-1 0 0 0 0,1 1 0 0 0,0-1 0 0 0,0 0 1 0 0,0 0-1 0 0,0 0 0 0 0,0 1 0 0 0,0-1 0 0 0,0 0 0 0 0,0 0 0 0 0,0 0 0 0 0,0 0 0 0 0,0 1 0 0 0,0-1 0 0 0,0 0 0 0 0,0 0 0 0 0,0 0 0 0 0,0 1 0 0 0,0-1 0 0 0,0 0 0 0 0,0 0 0 0 0,0 0 0 0 0,0 1 0 0 0,0-1 0 0 0,0 0 0 0 0,1 0 0 0 0,-1 0 0 0 0,0 0 0 0 0,0 1 0 0 0,0-1 0 0 0,0 0 0 0 0,0 0 0 0 0,0 0 0 0 0,1 0 0 0 0,-1 0 0 0 0,0 0 0 0 0,0 1 0 0 0,1-1 1 0 0</inkml:trace>
</inkml:ink>
</file>

<file path=ppt/ink/ink2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3.3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55 25 6913 0 0,'-1'-2'199'0'0,"1"0"-1"0"0,-1 1 1 0 0,1-1-1 0 0,-1 0 0 0 0,0 1 1 0 0,0-1-1 0 0,0 1 1 0 0,0-1-1 0 0,0 1 0 0 0,0-1 1 0 0,0 1-1 0 0,0 0 0 0 0,-1-1 1 0 0,-2-1-1 0 0,3 3-33 0 0,1 1 0 0 0,-1-1 0 0 0,0 0 0 0 0,0 0 0 0 0,0 1-1 0 0,1-1 1 0 0,-1 1 0 0 0,0-1 0 0 0,0 1 0 0 0,1-1 0 0 0,-1 1 0 0 0,0-1-1 0 0,1 1 1 0 0,-1-1 0 0 0,1 1 0 0 0,-1 0 0 0 0,0 0 0 0 0,1-1 0 0 0,0 1-1 0 0,-1 0 1 0 0,1 0 0 0 0,-1-1 0 0 0,1 1 0 0 0,0 0 0 0 0,0 0 0 0 0,-1 0 0 0 0,1 0-1 0 0,0-1 1 0 0,0 3 0 0 0,-5 11 21 0 0,1 1-1 0 0,0-1 1 0 0,1 1-1 0 0,1 0 1 0 0,0 0-1 0 0,1 1 1 0 0,0-1-1 0 0,2 0 1 0 0,0 0 0 0 0,0 0-1 0 0,6 22 1 0 0,-5-28-90 0 0,1 0 0 0 0,0 0 1 0 0,1 0-1 0 0,0 0 0 0 0,0-1 1 0 0,1 1-1 0 0,0-1 0 0 0,0 0 1 0 0,1-1-1 0 0,0 0 0 0 0,1 1 1 0 0,-1-2-1 0 0,1 1 0 0 0,0-1 0 0 0,1 0 1 0 0,0-1-1 0 0,0 0 0 0 0,0 0 1 0 0,14 6-1 0 0,-19-10-49 0 0,0 1 0 0 0,0-1 0 0 0,0 1 1 0 0,1-1-1 0 0,-1 0 0 0 0,0-1 0 0 0,1 1 0 0 0,-1-1 0 0 0,1 1 0 0 0,-1-1 1 0 0,1 0-1 0 0,-1 0 0 0 0,1 0 0 0 0,-1-1 0 0 0,1 1 0 0 0,-1-1 0 0 0,0 0 1 0 0,1 0-1 0 0,-1 0 0 0 0,0-1 0 0 0,0 1 0 0 0,1-1 0 0 0,-1 1 0 0 0,0-1 1 0 0,-1 0-1 0 0,1 0 0 0 0,0 0 0 0 0,-1-1 0 0 0,1 1 0 0 0,-1-1 0 0 0,1 1 1 0 0,-1-1-1 0 0,0 0 0 0 0,0 0 0 0 0,-1 0 0 0 0,1 0 0 0 0,0 0 0 0 0,-1 0 1 0 0,0-1-1 0 0,0 1 0 0 0,0 0 0 0 0,0-1 0 0 0,0 1 0 0 0,-1-1 0 0 0,1-6 1 0 0,-1 0 52 0 0,-1 0 1 0 0,1 0 0 0 0,-2 0-1 0 0,1 1 1 0 0,-1-1-1 0 0,-1 0 1 0 0,0 1 0 0 0,0-1-1 0 0,0 1 1 0 0,-2 0 0 0 0,1 0-1 0 0,-6-8 1 0 0,5 10-95 0 0,0-1 0 0 0,0 2 0 0 0,0-1 0 0 0,0 1 0 0 0,-1-1 0 0 0,0 2 0 0 0,-1-1 0 0 0,1 1 0 0 0,-1 0-1 0 0,0 0 1 0 0,-1 0 0 0 0,1 1 0 0 0,-1 0 0 0 0,-11-3 0 0 0,17 6-155 0 0,0 0 0 0 0,-1 0-1 0 0,1 1 1 0 0,-1-1 0 0 0,1 1 0 0 0,0 0-1 0 0,-1 0 1 0 0,1 0 0 0 0,-1 0-1 0 0,1 0 1 0 0,-1 0 0 0 0,1 1 0 0 0,-1-1-1 0 0,1 1 1 0 0,0-1 0 0 0,-1 1 0 0 0,1 0-1 0 0,0 0 1 0 0,0 0 0 0 0,0 0 0 0 0,-1 1-1 0 0,1-1 1 0 0,0 1 0 0 0,1-1-1 0 0,-1 1 1 0 0,-2 2 0 0 0,-2 5-1099 0 0</inkml:trace>
</inkml:ink>
</file>

<file path=ppt/ink/ink2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3.7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34 5529 0 0,'1'-14'10276'0'0,"1"29"-7777"0"0,1 30-1632 0 0,-3-36-751 0 0,2-1 0 0 0,-1 1 0 0 0,1-1 0 0 0,0 0 1 0 0,1 0-1 0 0,-1 0 0 0 0,2 0 0 0 0,-1 0 0 0 0,1 0 1 0 0,1-1-1 0 0,-1 0 0 0 0,1 0 0 0 0,0 0 0 0 0,1 0 0 0 0,-1-1 1 0 0,1 0-1 0 0,1 0 0 0 0,-1 0 0 0 0,1-1 0 0 0,0 0 1 0 0,0-1-1 0 0,1 1 0 0 0,-1-1 0 0 0,1-1 0 0 0,16 6 0 0 0,-22-8-106 0 0,0-1 0 0 0,0 1 0 0 0,0-1 0 0 0,0 0 0 0 0,0 0 0 0 0,0 0 0 0 0,0 0 0 0 0,1 0 0 0 0,-1 0-1 0 0,0-1 1 0 0,0 1 0 0 0,0 0 0 0 0,0-1 0 0 0,0 0 0 0 0,0 0 0 0 0,0 1 0 0 0,-1-1 0 0 0,1 0 0 0 0,0 0 0 0 0,3-3-1 0 0,-2 1-4 0 0,0 0-1 0 0,0 0 0 0 0,-1-1 1 0 0,1 1-1 0 0,-1-1 0 0 0,0 0 0 0 0,0 1 1 0 0,0-1-1 0 0,2-7 0 0 0,1-7-5 0 0,-1 0-1 0 0,0 1 0 0 0,1-32 0 0 0,-5 47 6 0 0,1-14 43 0 0,-1 10-18 0 0,0 0 0 0 0,0 0 0 0 0,1 0 0 0 0,-1 0-1 0 0,1 0 1 0 0,1 0 0 0 0,-1 0 0 0 0,1 1 0 0 0,0-1-1 0 0,0 0 1 0 0,1 1 0 0 0,3-6 0 0 0,-5 10-25 0 0,0 1 0 0 0,0-1 0 0 0,0 1 0 0 0,0 0 0 0 0,-1-1 0 0 0,1 1 0 0 0,0 0 0 0 0,0 0 0 0 0,0 0 0 0 0,0 0 0 0 0,0 0 0 0 0,0 0 0 0 0,0 0 0 0 0,0 0 0 0 0,0 0 0 0 0,0 0 0 0 0,0 0 0 0 0,0 1 0 0 0,0-1 0 0 0,0 0 0 0 0,0 1 0 0 0,0-1 0 0 0,0 1 0 0 0,0-1 0 0 0,0 1 0 0 0,-1-1 0 0 0,1 1 0 0 0,0 0 0 0 0,0-1 0 0 0,-1 1 0 0 0,1 0 0 0 0,0-1 0 0 0,-1 1 0 0 0,1 0 0 0 0,0 1 0 0 0,24 30 108 0 0,-18-19-494 0 0,2 1 1 0 0,0-2-1 0 0,0 1 0 0 0,1-1 1 0 0,1-1-1 0 0,0 0 0 0 0,0 0 1 0 0,1-1-1 0 0,1-1 1 0 0,-1 0-1 0 0,19 10 0 0 0,-13-12-1271 0 0</inkml:trace>
</inkml:ink>
</file>

<file path=ppt/ink/ink2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4.0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2 5985 0 0,'-22'-1'5512'0'0,"17"19"-1057"0"0,4-4-4274 0 0,0-3 321 0 0,1 0 0 0 0,1 0 0 0 0,0 0 0 0 0,0 0 0 0 0,1 0 0 0 0,1 0 0 0 0,0 0 0 0 0,0 0 0 0 0,6 12 0 0 0,9 14 212 0 0,26 42 0 0 0,-6-13-455 0 0,10 43-528 0 0,-25-33-4237 0 0,-20-59-2181 0 0</inkml:trace>
</inkml:ink>
</file>

<file path=ppt/ink/ink2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4.2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19 225 3209 0 0,'-17'-6'62'0'0,"15"-3"2721"0"0,22-13 4219 0 0,-13 16-6126 0 0,18-17 1712 0 0,38-25-1 0 0,-25 23-1335 0 0,74-37 0 0 0,-103 58-1572 0 0,1 0 1 0 0,-1 1-1 0 0,1-1 0 0 0,0 2 0 0 0,0-1 0 0 0,11 0 0 0 0,-4 3-6689 0 0</inkml:trace>
</inkml:ink>
</file>

<file path=ppt/ink/ink2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6.3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11 203 3225 0 0,'2'-3'-33'0'0,"0"0"0"0"0,0 0 0 0 0,-1 0 0 0 0,1-1 1 0 0,-1 1-1 0 0,0-1 0 0 0,1 1 0 0 0,-2-1 0 0 0,1 0 0 0 0,0 1 1 0 0,-1-1-1 0 0,1-4 0 0 0,-1 7 256 0 0,0-1 0 0 0,1 0-1 0 0,-1 1 1 0 0,0-1 0 0 0,0 0 0 0 0,0 1 0 0 0,0-1-1 0 0,-1 1 1 0 0,1-1 0 0 0,0 0 0 0 0,-1 1 0 0 0,1-1-1 0 0,-1 1 1 0 0,1-1 0 0 0,-1 1 0 0 0,0-1 0 0 0,1 1-1 0 0,-1-1 1 0 0,0 1 0 0 0,0 0 0 0 0,0-1 0 0 0,0 1-1 0 0,-1 0 1 0 0,1 0 0 0 0,0 0 0 0 0,0 0 0 0 0,-1 0-1 0 0,1 0 1 0 0,-2-1 0 0 0,3 3-136 0 0,-1-1 0 0 0,1 0 0 0 0,0 0 0 0 0,-1 0 0 0 0,1 1 0 0 0,0-1 0 0 0,-1 0 0 0 0,1 0 1 0 0,0 1-1 0 0,-1-1 0 0 0,1 0 0 0 0,0 0 0 0 0,0 1 0 0 0,-1-1 0 0 0,1 0 0 0 0,0 1 0 0 0,0-1 0 0 0,0 1 0 0 0,-1-1 0 0 0,1 0 0 0 0,0 1 0 0 0,0-1 0 0 0,0 1 0 0 0,0-1 0 0 0,0 0 0 0 0,0 1 0 0 0,0-1 1 0 0,0 1-1 0 0,0-1 0 0 0,0 0 0 0 0,0 1 0 0 0,0 0 0 0 0,0 18 348 0 0,0-17-176 0 0,0 9 56 0 0,1 0-1 0 0,0-1 0 0 0,1 1 0 0 0,0 0 1 0 0,1-1-1 0 0,0 0 0 0 0,6 13 0 0 0,-7-17-160 0 0,0-1 0 0 0,1-1 0 0 0,0 1 0 0 0,0 0 0 0 0,0 0-1 0 0,0-1 1 0 0,1 0 0 0 0,-1 0 0 0 0,1 0 0 0 0,0 0 0 0 0,1 0-1 0 0,-1-1 1 0 0,1 0 0 0 0,-1 0 0 0 0,1 0 0 0 0,5 2 0 0 0,-9-5-137 0 0,-1 0 0 0 0,1 1 0 0 0,-1-1 1 0 0,1 0-1 0 0,0 0 0 0 0,-1 0 1 0 0,1 0-1 0 0,0 0 0 0 0,-1 0 0 0 0,1 0 1 0 0,-1 0-1 0 0,1 0 0 0 0,0 0 1 0 0,-1 0-1 0 0,1 0 0 0 0,0 0 0 0 0,-1-1 1 0 0,1 1-1 0 0,-1 0 0 0 0,1 0 1 0 0,-1-1-1 0 0,1 1 0 0 0,-1 0 0 0 0,1-1 1 0 0,-1 1-1 0 0,1-1 0 0 0,-1 1 1 0 0,1 0-1 0 0,-1-1 0 0 0,1 0 0 0 0,8-24 469 0 0,-7-26 200 0 0,-3 37-643 0 0,0 1 1 0 0,-1 0 0 0 0,-5-17-1 0 0,6 25-25 0 0,-1-1 0 0 0,0 1 0 0 0,0 0 0 0 0,0 1-1 0 0,0-1 1 0 0,-1 0 0 0 0,0 1 0 0 0,0-1-1 0 0,0 1 1 0 0,0 0 0 0 0,-5-4 0 0 0,8 7-17 0 0,-1 1 1 0 0,1-1-1 0 0,-1 0 0 0 0,1 1 1 0 0,0-1-1 0 0,-1 1 1 0 0,1-1-1 0 0,-1 1 1 0 0,1 0-1 0 0,-1-1 1 0 0,1 1-1 0 0,-1 0 0 0 0,0-1 1 0 0,1 1-1 0 0,-1 0 1 0 0,1-1-1 0 0,-1 1 1 0 0,0 0-1 0 0,1 0 1 0 0,-1 0-1 0 0,0 0 0 0 0,1-1 1 0 0,-1 1-1 0 0,0 0 1 0 0,1 0-1 0 0,-1 0 1 0 0,0 1-1 0 0,1-1 1 0 0,-1 0-1 0 0,1 0 0 0 0,-1 0 1 0 0,0 0-1 0 0,1 1 1 0 0,-1-1-1 0 0,0 0 1 0 0,1 0-1 0 0,-1 1 1 0 0,1-1-1 0 0,-1 0 0 0 0,1 1 1 0 0,-1-1-1 0 0,1 1 1 0 0,-1-1-1 0 0,1 1 1 0 0,-1-1-1 0 0,1 1 1 0 0,0-1-1 0 0,-1 1 0 0 0,1-1 1 0 0,0 1-1 0 0,-1 0 1 0 0,1-1-1 0 0,0 1 1 0 0,-1 1-1 0 0,1 0-68 0 0,-1 0-1 0 0,1 1 1 0 0,0-1-1 0 0,0 0 1 0 0,-1 1-1 0 0,1-1 1 0 0,1 0 0 0 0,-1 1-1 0 0,0-1 1 0 0,1 0-1 0 0,-1 0 1 0 0,1 1-1 0 0,-1-1 1 0 0,3 4-1 0 0,-1-3 102 0 0,0-1 0 0 0,0 1 0 0 0,1-1 0 0 0,-1 0 0 0 0,1 0-1 0 0,-1 1 1 0 0,1-2 0 0 0,0 1 0 0 0,0 0 0 0 0,0 0-1 0 0,0-1 1 0 0,0 0 0 0 0,0 0 0 0 0,0 0 0 0 0,0 0 0 0 0,1 0-1 0 0,-1 0 1 0 0,0-1 0 0 0,1 1 0 0 0,-1-1 0 0 0,0 0-1 0 0,1 0 1 0 0,-1-1 0 0 0,1 1 0 0 0,-1-1 0 0 0,0 1 0 0 0,0-1-1 0 0,1 0 1 0 0,-1 0 0 0 0,0-1 0 0 0,0 1 0 0 0,0-1 0 0 0,0 1-1 0 0,0-1 1 0 0,-1 0 0 0 0,1 0 0 0 0,0 0 0 0 0,2-3-1 0 0,-2 1 62 0 0,-1 0-1 0 0,1-1 1 0 0,0 1-1 0 0,-1 0 1 0 0,0-1-1 0 0,0 0 1 0 0,-1 0-1 0 0,1 1 1 0 0,-1-1-1 0 0,0 0 1 0 0,0 0-1 0 0,-1 0 1 0 0,0 0-1 0 0,1 0 1 0 0,-2-10-1 0 0,0 12-74 0 0,1 0 1 0 0,0 0-1 0 0,-1 0 0 0 0,0 0 1 0 0,0 0-1 0 0,0 0 0 0 0,0 0 1 0 0,0 0-1 0 0,0 1 0 0 0,-1-1 1 0 0,0 0-1 0 0,1 1 0 0 0,-1-1 1 0 0,0 1-1 0 0,0 0 0 0 0,0-1 1 0 0,-1 1-1 0 0,1 0 0 0 0,0 0 1 0 0,-1 0-1 0 0,1 1 0 0 0,-1-1 1 0 0,0 1-1 0 0,0-1 0 0 0,1 1 1 0 0,-7-2-1 0 0,7 3-10 0 0,1 0 1 0 0,-1-1-1 0 0,0 1 1 0 0,0 0-1 0 0,0 0 1 0 0,0 0-1 0 0,0 1 0 0 0,0-1 1 0 0,0 0-1 0 0,0 1 1 0 0,0-1-1 0 0,1 1 1 0 0,-1 0-1 0 0,0-1 1 0 0,0 1-1 0 0,1 0 0 0 0,-1 0 1 0 0,0 0-1 0 0,1 0 1 0 0,-1 0-1 0 0,1 1 1 0 0,-1-1-1 0 0,1 0 1 0 0,0 1-1 0 0,0-1 0 0 0,-1 1 1 0 0,0 2-1 0 0,-10 23-1733 0 0,12 0-4977 0 0</inkml:trace>
</inkml:ink>
</file>

<file path=ppt/ink/ink2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42.6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26 3857 0 0,'1'-1'18'0'0,"0"0"-1"0"0,1 1 1 0 0,-1-1 0 0 0,0 0 0 0 0,1 1-1 0 0,-1-1 1 0 0,0 1 0 0 0,1 0 0 0 0,-1-1-1 0 0,1 1 1 0 0,-1 0 0 0 0,1 0-1 0 0,-1 0 1 0 0,1 0 0 0 0,-1 0 0 0 0,0 0-1 0 0,1 0 1 0 0,2 1 0 0 0,-3-1-29 0 0,0 1 1 0 0,0-1-1 0 0,0 0 1 0 0,0 0-1 0 0,0 0 0 0 0,0 0 1 0 0,1 0-1 0 0,-1 0 0 0 0,0 0 1 0 0,0 0-1 0 0,0 0 1 0 0,0 0-1 0 0,0-1 0 0 0,0 1 1 0 0,0 0-1 0 0,0-1 1 0 0,0 1-1 0 0,0-1 0 0 0,0 1 1 0 0,0-1-1 0 0,0 0 1 0 0,0 1-1 0 0,0-1 0 0 0,-1 0 1 0 0,2 0-1 0 0,1-2 130 0 0,9-7-765 0 0,-11 24 892 0 0,-2-13 185 0 0,0 5-86 0 0,-5 24 61 0 0,1-10 4 0 0,1 0-1 0 0,0 0 0 0 0,2 1 0 0 0,0-1 1 0 0,1 1-1 0 0,4 38 0 0 0,10 18 451 0 0,-4 1-1 0 0,-3 0 0 0 0,-4 0 1 0 0,-9 93-1 0 0,-6 10-431 0 0,15 299 0 0 0,14-17 1248 0 0,6 82-1162 0 0,51-106-718 0 0,-51-333 576 0 0,-14-64-345 0 0,2 0 0 0 0,30 79 0 0 0,-34-107-62 0 0,0-2 0 0 0,1 1 0 0 0,0-1-1 0 0,1 0 1 0 0,1 0 0 0 0,-1-1-1 0 0,2 0 1 0 0,0 0 0 0 0,0-1 0 0 0,0-1-1 0 0,2 0 1 0 0,21 15 0 0 0,-10-12-338 0 0,0 0-1 0 0,1-1 1 0 0,0-1 0 0 0,1-2 0 0 0,0 0-1 0 0,29 4 1 0 0,-35-9 328 0 0,0-1-1 0 0,0-1 0 0 0,1-1 1 0 0,-1 0-1 0 0,0-1 0 0 0,1-2 1 0 0,-1 0-1 0 0,36-11 1 0 0,73-32-530 0 0,-75 26 353 0 0,0 1 0 0 0,70-14 0 0 0,-60 21 326 0 0,41-8 676 0 0,139-8 1 0 0,-164 21 12 0 0,1-4 1 0 0,-2-3-1 0 0,93-29 1 0 0,-150 38-799 0 0,1 1 1 0 0,28-1 0 0 0,14-3-1037 0 0,-57 7 413 0 0,0-1 0 0 0,0 0 0 0 0,0 0 0 0 0,0 0-1 0 0,-1-1 1 0 0,1 0 0 0 0,0-1 0 0 0,-1 0 0 0 0,0 0 0 0 0,8-6 0 0 0</inkml:trace>
</inkml:ink>
</file>

<file path=ppt/ink/ink2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43.0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157 32 6913 0 0,'-16'-7'739'0'0,"-1"1"0"0"0,-25-7 0 0 0,36 12-138 0 0,-1-1 0 0 0,1 1 0 0 0,-1 0 1 0 0,1 1-1 0 0,-1 0 0 0 0,1 0 0 0 0,-1 0 1 0 0,1 1-1 0 0,-1 0 0 0 0,-7 2 0 0 0,14-3-565 0 0,0 0-1 0 0,0 0 0 0 0,0 0 0 0 0,0 0 0 0 0,0 0 0 0 0,0 0 0 0 0,0 0 1 0 0,-1 0-1 0 0,1 0 0 0 0,0 0 0 0 0,0 0 0 0 0,0 0 0 0 0,0 0 0 0 0,0 0 1 0 0,0 0-1 0 0,0 1 0 0 0,-1-1 0 0 0,1 0 0 0 0,0 0 0 0 0,0 0 0 0 0,0 0 1 0 0,0 0-1 0 0,0 0 0 0 0,0 0 0 0 0,0 0 0 0 0,0 0 0 0 0,0 1 1 0 0,0-1-1 0 0,0 0 0 0 0,0 0 0 0 0,0 0 0 0 0,0 0 0 0 0,-1 0 0 0 0,1 0 1 0 0,0 0-1 0 0,0 1 0 0 0,0-1 0 0 0,0 0 0 0 0,0 0 0 0 0,0 0 0 0 0,0 0 1 0 0,0 0-1 0 0,1 0 0 0 0,-1 1 0 0 0,0-1 0 0 0,0 0 0 0 0,0 0 1 0 0,0 0-1 0 0,0 0 0 0 0,0 0 0 0 0,0 0 0 0 0,0 0 0 0 0,0 1 0 0 0,0-1 1 0 0,0 0-1 0 0,0 0 0 0 0,0 0 0 0 0,0 0 0 0 0,1 0 0 0 0,-1 0 0 0 0,0 0 1 0 0,0 0-1 0 0,0 0 0 0 0,0 0 0 0 0,0 0 0 0 0,1 0 0 0 0,13 7 909 0 0,16 3-232 0 0,-12-4-606 0 0,0 0 1 0 0,-1 1-1 0 0,0 1 1 0 0,0 1-1 0 0,22 15 1 0 0,-9-2 147 0 0,49 45-1 0 0,-76-65-233 0 0,-1 0-1 0 0,1 0 0 0 0,-1 0 0 0 0,0 1 0 0 0,0-1 0 0 0,0 1 0 0 0,0 0 0 0 0,0-1 0 0 0,-1 1 0 0 0,1 0 0 0 0,-1 0 0 0 0,0 0 0 0 0,0 0 1 0 0,0 0-1 0 0,0 0 0 0 0,0 1 0 0 0,-1-1 0 0 0,1 0 0 0 0,-1 0 0 0 0,0 1 0 0 0,0-1 0 0 0,0 4 0 0 0,-2-2 26 0 0,0 1-1 0 0,0-1 1 0 0,-1 1-1 0 0,1-1 1 0 0,-1 0 0 0 0,0 0-1 0 0,-1 0 1 0 0,1 0-1 0 0,-1-1 1 0 0,0 1-1 0 0,-7 5 1 0 0,-54 52 357 0 0,35-35-1176 0 0,1 1 0 0 0,-49 62 0 0 0,64-68-6449 0 0</inkml:trace>
</inkml:ink>
</file>

<file path=ppt/ink/ink2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44.0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3 264 10594 0 0,'0'0'60'0'0,"0"1"0"0"0,0-1 0 0 0,-1 0-1 0 0,1 0 1 0 0,0 0 0 0 0,0 1 0 0 0,0-1-1 0 0,-1 0 1 0 0,1 1 0 0 0,0-1 0 0 0,0 0 0 0 0,0 0-1 0 0,0 1 1 0 0,0-1 0 0 0,0 0 0 0 0,-1 1-1 0 0,1-1 1 0 0,0 0 0 0 0,0 1 0 0 0,0-1-1 0 0,0 0 1 0 0,0 1 0 0 0,0-1 0 0 0,0 0 0 0 0,0 1-1 0 0,1-1 1 0 0,-1 0 0 0 0,0 1 0 0 0,0-1-1 0 0,0 0 1 0 0,0 0 0 0 0,0 1 0 0 0,0-1 0 0 0,1 0-1 0 0,-1 1 1 0 0,0-1 0 0 0,0 0 0 0 0,0 0-1 0 0,1 0 1 0 0,-1 1 0 0 0,0-1 0 0 0,0 0-1 0 0,1 0 1 0 0,-1 0 0 0 0,1 1 0 0 0,10 14 1271 0 0,44 43 1414 0 0,77 108-1 0 0,-123-154-2605 0 0,8 12 4 0 0,33 36-1 0 0,-46-56-102 0 0,1 1 0 0 0,0-1-1 0 0,0 0 1 0 0,0 0 0 0 0,0 0-1 0 0,0-1 1 0 0,1 1 0 0 0,-1-1-1 0 0,1-1 1 0 0,0 1 0 0 0,0-1-1 0 0,0 0 1 0 0,0 0 0 0 0,7 0-1 0 0,-12-2 12 0 0,1 0 0 0 0,0 0 0 0 0,0 0 0 0 0,0-1 0 0 0,-1 1 0 0 0,1 0 0 0 0,0-1 0 0 0,0 0 1 0 0,-1 1-1 0 0,1-1 0 0 0,0 0 0 0 0,-1 0 0 0 0,1 0 0 0 0,-1 0 0 0 0,1 0 0 0 0,-1 0 0 0 0,0 0 0 0 0,1-1 0 0 0,-1 1 0 0 0,0 0 0 0 0,0-1 0 0 0,0 1 0 0 0,0-1 0 0 0,0 1 0 0 0,0-1 0 0 0,0 0 0 0 0,0 1 0 0 0,-1-1 0 0 0,1 0 0 0 0,-1 0 0 0 0,1 1 0 0 0,-1-3 0 0 0,3-8 62 0 0,-1-1 0 0 0,0 1 0 0 0,-1-21 0 0 0,-1 20 1 0 0,5-109 203 0 0,14-173-78 0 0,-16 270-388 0 0,-2 12-87 0 0,0-1 0 0 0,2 1 0 0 0,0-1 0 0 0,8-24 0 0 0,-7 32-1652 0 0</inkml:trace>
</inkml:ink>
</file>

<file path=ppt/ink/ink2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44.2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12443 0 0,'0'6'437'0'0,"0"0"0"0"0,1 0 0 0 0,0 1 0 0 0,0-1 0 0 0,0 0 0 0 0,1 0 0 0 0,0 0 0 0 0,0 0 1 0 0,4 7-1 0 0,2 8 522 0 0,8 34 1218 0 0,19 57-410 0 0,-27-91-2379 0 0,0 0 0 0 0,2-1-1 0 0,13 20 1 0 0,-18-31-764 0 0</inkml:trace>
</inkml:ink>
</file>

<file path=ppt/ink/ink2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44.5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11 11058 0 0,'27'-3'4868'0'0,"-20"3"-4198"0"0,11-2 411 0 0,7-1-146 0 0,0 1 0 0 0,0 1 0 0 0,1 2 0 0 0,44 5 0 0 0,-64-5-909 0 0,0 1 1 0 0,-1-1 0 0 0,1 1 0 0 0,-1 0 0 0 0,1 0 0 0 0,-1 1-1 0 0,0-1 1 0 0,1 1 0 0 0,-1 0 0 0 0,-1 1 0 0 0,1-1-1 0 0,0 1 1 0 0,-1 0 0 0 0,0 0 0 0 0,0 0 0 0 0,0 1-1 0 0,-1-1 1 0 0,1 1 0 0 0,-1 0 0 0 0,0 0 0 0 0,0 0 0 0 0,-1 1-1 0 0,1-1 1 0 0,-1 1 0 0 0,-1-1 0 0 0,3 10 0 0 0,-3-5-12 0 0,0 1 1 0 0,0 0 0 0 0,-1 0 0 0 0,0 0 0 0 0,-1 0-1 0 0,-1-1 1 0 0,1 1 0 0 0,-2 0 0 0 0,1-1-1 0 0,-2 0 1 0 0,1 1 0 0 0,-1-1 0 0 0,-1 0 0 0 0,0-1-1 0 0,0 1 1 0 0,-1-1 0 0 0,-12 16 0 0 0,5-10-436 0 0,0 0 1 0 0,-1-1 0 0 0,0 0-1 0 0,-1-1 1 0 0,-1-1 0 0 0,0 0-1 0 0,-1-1 1 0 0,-34 17 0 0 0</inkml:trace>
</inkml:ink>
</file>

<file path=ppt/ink/ink2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44.8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 5985 0 0,'1'-1'151'0'0,"0"1"0"0"0,0 0 0 0 0,0 0 0 0 0,0-1-1 0 0,-1 1 1 0 0,1 0 0 0 0,0 0 0 0 0,0 0 0 0 0,0 0-1 0 0,0 0 1 0 0,0 0 0 0 0,0 1 0 0 0,0-1 0 0 0,0 0-1 0 0,0 0 1 0 0,0 1 0 0 0,-1-1 0 0 0,1 0 0 0 0,0 1-1 0 0,0-1 1 0 0,0 1 0 0 0,-1-1 0 0 0,1 1 0 0 0,0 0 0 0 0,0-1-1 0 0,-1 1 1 0 0,1 0 0 0 0,-1-1 0 0 0,1 1 0 0 0,0 0-1 0 0,-1 0 1 0 0,1-1 0 0 0,-1 1 0 0 0,0 0 0 0 0,1 0-1 0 0,-1 1 1 0 0,17 41 4255 0 0,-12-29-3265 0 0,14 42 1718 0 0,13 64-1 0 0,-11-35-3261 0 0,5-2-3478 0 0</inkml:trace>
</inkml:ink>
</file>

<file path=ppt/ink/ink2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45.0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62 6449 0 0,'-1'-1'160'0'0,"-1"0"0"0"0,1 0-1 0 0,1 0 1 0 0,-1-1-1 0 0,0 1 1 0 0,0 0 0 0 0,0-1-1 0 0,1 1 1 0 0,-1-1-1 0 0,0 1 1 0 0,1-1 0 0 0,0 1-1 0 0,-1-1 1 0 0,1 1 0 0 0,0-1-1 0 0,0 1 1 0 0,0-1-1 0 0,0 1 1 0 0,0-1 0 0 0,0 0-1 0 0,0 1 1 0 0,0-1-1 0 0,1 1 1 0 0,-1-1 0 0 0,1 1-1 0 0,-1-1 1 0 0,2-1-1 0 0,0 1 124 0 0,0 0-1 0 0,-1 0 0 0 0,1 1 0 0 0,1-1 0 0 0,-1 1 0 0 0,0 0 0 0 0,0-1 0 0 0,1 1 1 0 0,-1 0-1 0 0,0 0 0 0 0,1 1 0 0 0,-1-1 0 0 0,1 0 0 0 0,-1 1 0 0 0,1-1 1 0 0,-1 1-1 0 0,4 0 0 0 0,3 0-162 0 0,0 0 0 0 0,0 0 1 0 0,0 1-1 0 0,-1 0 0 0 0,1 1 1 0 0,0 0-1 0 0,0 1 0 0 0,-1-1 1 0 0,0 2-1 0 0,1-1 0 0 0,-1 1 1 0 0,0 0-1 0 0,-1 1 0 0 0,1 0 0 0 0,-1 0 1 0 0,0 0-1 0 0,0 1 0 0 0,-1 0 1 0 0,1 1-1 0 0,-1-1 0 0 0,7 12 1 0 0,-8-11-27 0 0,0-1 0 0 0,-1 1 1 0 0,0 0-1 0 0,0 1 0 0 0,0-1 1 0 0,-1 1-1 0 0,-1 0 1 0 0,1 0-1 0 0,-1 0 0 0 0,0 0 1 0 0,-1 0-1 0 0,0 0 0 0 0,0 0 1 0 0,-1 1-1 0 0,0-1 1 0 0,0 0-1 0 0,-1 0 0 0 0,0 1 1 0 0,-1-1-1 0 0,0 0 0 0 0,0 0 1 0 0,0 0-1 0 0,-5 8 0 0 0,-1-3-413 0 0,0 0-1 0 0,-1 0 1 0 0,-1-1-1 0 0,0 0 1 0 0,-1-1-1 0 0,0 0 0 0 0,-1-1 1 0 0,0-1-1 0 0,0 1 1 0 0,-25 12-1 0 0,17-10-6015 0 0</inkml:trace>
</inkml:ink>
</file>

<file path=ppt/ink/ink2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4.30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60 6913 0 0,'1'-6'4128'0'0,"-1"6"-4066"0"0,19-7 2036 0 0,27-5 111 0 0,178-18 2745 0 0,-133 26-4204 0 0,159 12-1 0 0,-119 13-3360 0 0,-110-18 1587 0 0</inkml:trace>
</inkml:ink>
</file>

<file path=ppt/ink/ink2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5.02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126 0 4609 0 0,'-2'0'165'0'0,"-36"0"4276"0"0,-48 11 3230 0 0,87-11-7622 0 0,10 8 1211 0 0,15 8-315 0 0,8 4-620 0 0,0 2 1 0 0,-2 2-1 0 0,-1 0 1 0 0,-1 3-1 0 0,46 50 1 0 0,-73-75-334 0 0,-1 0 1 0 0,0 1 0 0 0,0-1 0 0 0,0 1-1 0 0,-1-1 1 0 0,1 1 0 0 0,0 0 0 0 0,-1 0-1 0 0,0 0 1 0 0,0 0 0 0 0,0 0 0 0 0,0 0-1 0 0,0 0 1 0 0,0 6 0 0 0,-1-7-6 0 0,-1 0 0 0 0,1 1 0 0 0,-1-1-1 0 0,0 0 1 0 0,0 0 0 0 0,0 0 0 0 0,0 0 0 0 0,0 0 0 0 0,0 0 0 0 0,0-1-1 0 0,-1 1 1 0 0,1 0 0 0 0,-1-1 0 0 0,1 1 0 0 0,-1-1 0 0 0,0 1 0 0 0,0-1-1 0 0,1 0 1 0 0,-1 1 0 0 0,0-1 0 0 0,0 0 0 0 0,-3 0 0 0 0,-141 64 259 0 0,105-48-822 0 0,24-9-1103 0 0,0 3-5071 0 0</inkml:trace>
</inkml:ink>
</file>

<file path=ppt/ink/ink2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5.70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97 9218 0 0,'1'9'6001'0'0,"15"23"-3664"0"0,-6-13-1717 0 0,11 39-49 0 0,3 10-665 0 0,-23-68 70 0 0,0 0-1 0 0,-1 0 1 0 0,1-1-1 0 0,-1 1 1 0 0,1 0-1 0 0,-1-1 0 0 0,1 1 1 0 0,-1 0-1 0 0,1-1 1 0 0,-1 1-1 0 0,1-1 1 0 0,-1 1-1 0 0,1-1 1 0 0,-1 1-1 0 0,0-1 1 0 0,1 1-1 0 0,-1-1 0 0 0,0 1 1 0 0,1-1-1 0 0,-1 1 1 0 0,0-1-1 0 0,0 0 1 0 0,1 1-1 0 0,-1-1 1 0 0,0 1-1 0 0,0-2 1 0 0,14-30-76 0 0,-9 21 21 0 0,9-18-40 0 0,22-35 1 0 0,-30 54 300 0 0,1 0 0 0 0,1 0 0 0 0,-1 1 0 0 0,2 0 0 0 0,-1 0 0 0 0,16-11 0 0 0,-23 19-85 0 0,1 0 0 0 0,-1 0 0 0 0,1 0 0 0 0,-1 1 0 0 0,1-1 0 0 0,-1 0 0 0 0,1 1 0 0 0,-1-1 0 0 0,1 1 1 0 0,0 0-1 0 0,-1-1 0 0 0,1 1 0 0 0,0 0 0 0 0,-1 0 0 0 0,1 0 0 0 0,0 0 0 0 0,-1 0 0 0 0,1 1 0 0 0,0-1 0 0 0,2 1 0 0 0,0 1-11 0 0,-1-1 1 0 0,0 1 0 0 0,0 0-1 0 0,0 0 1 0 0,0 0 0 0 0,-1 0-1 0 0,1 1 1 0 0,0-1 0 0 0,3 5-1 0 0,3 5 16 0 0,0 1 0 0 0,-1 0-1 0 0,10 22 1 0 0,-15-31-41 0 0,7 25-128 0 0,-9-24 72 0 0,0 0 0 0 0,0-1 0 0 0,1 1 0 0 0,-1-1 1 0 0,1 0-1 0 0,1 1 0 0 0,-1-1 0 0 0,0 0 0 0 0,6 6 0 0 0,-7-9-8 0 0,-1-1 1 0 0,1 1-1 0 0,0 0 1 0 0,0-1-1 0 0,-1 0 1 0 0,1 1-1 0 0,0-1 1 0 0,0 1-1 0 0,0-1 1 0 0,0 0-1 0 0,-1 0 1 0 0,1 0-1 0 0,0 1 1 0 0,0-1-1 0 0,0 0 1 0 0,0 0-1 0 0,0 0 1 0 0,0 0-1 0 0,0 0 1 0 0,0-1-1 0 0,-1 1 1 0 0,1 0 0 0 0,0 0-1 0 0,0 0 1 0 0,1-1-1 0 0,0 0-6 0 0,0-1 0 0 0,0 1 0 0 0,0-1 0 0 0,0 1 0 0 0,0-1-1 0 0,-1 0 1 0 0,1 1 0 0 0,0-1 0 0 0,1-3 0 0 0,3-5-58 0 0,0-1 0 0 0,9-21 0 0 0,-14 28 48 0 0,6-14-19 0 0,2 0 0 0 0,-1 1 1 0 0,2 0-1 0 0,14-19 0 0 0,-21 31 69 0 0,0 1 0 0 0,1 0 0 0 0,-1 0-1 0 0,1 1 1 0 0,0-1 0 0 0,-1 1 0 0 0,2 0-1 0 0,-1 0 1 0 0,0 0 0 0 0,0 0 0 0 0,1 1-1 0 0,0-1 1 0 0,-1 1 0 0 0,1 1 0 0 0,0-1-1 0 0,0 1 1 0 0,0-1 0 0 0,0 2 0 0 0,0-1-1 0 0,1 0 1 0 0,6 1 0 0 0,-10 1-17 0 0,0-1 0 0 0,0 1 1 0 0,0 0-1 0 0,0 0 0 0 0,0 0 0 0 0,0 0 1 0 0,0 0-1 0 0,0 0 0 0 0,-1 1 1 0 0,1-1-1 0 0,0 0 0 0 0,-1 1 0 0 0,1 0 1 0 0,-1-1-1 0 0,0 1 0 0 0,0 0 1 0 0,1 0-1 0 0,-1-1 0 0 0,0 1 0 0 0,0 0 1 0 0,1 4-1 0 0,15 49 327 0 0,-15-46-324 0 0,4 15 6 0 0,0 0-891 0 0,1 0-1 0 0,14 34 1 0 0</inkml:trace>
</inkml:ink>
</file>

<file path=ppt/ink/ink2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6.13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78 103 10138 0 0,'-2'-1'195'0'0,"1"0"-1"0"0,-1-1 1 0 0,0 1 0 0 0,1 0-1 0 0,-1 0 1 0 0,0 0 0 0 0,0 1-1 0 0,1-1 1 0 0,-1 0 0 0 0,0 1-1 0 0,0-1 1 0 0,0 1-1 0 0,0 0 1 0 0,0-1 0 0 0,0 1-1 0 0,0 0 1 0 0,0 0 0 0 0,0 0-1 0 0,0 1 1 0 0,0-1 0 0 0,0 0-1 0 0,-4 2 1 0 0,5-1 3 0 0,-1 1 0 0 0,0-1 0 0 0,0 1 0 0 0,0-1 0 0 0,1 1 0 0 0,-1 0 0 0 0,1 0 0 0 0,-1 0-1 0 0,1 0 1 0 0,0 0 0 0 0,0 0 0 0 0,0 0 0 0 0,0 0 0 0 0,0 0 0 0 0,0 1 0 0 0,0 2 0 0 0,-2 6 127 0 0,1 1 0 0 0,1 0 0 0 0,0 0 0 0 0,0 0 0 0 0,1 0 0 0 0,3 16 0 0 0,-1-15-256 0 0,0 0-1 0 0,2-1 1 0 0,-1 1-1 0 0,2-1 1 0 0,-1 0-1 0 0,10 16 1 0 0,-12-24-121 0 0,0 0 1 0 0,1 0 0 0 0,-1 0 0 0 0,1-1 0 0 0,-1 1 0 0 0,1-1-1 0 0,0 1 1 0 0,0-1 0 0 0,1 0 0 0 0,-1 0 0 0 0,1-1-1 0 0,-1 1 1 0 0,1-1 0 0 0,0 0 0 0 0,0 0 0 0 0,0 0 0 0 0,0 0-1 0 0,0-1 1 0 0,0 1 0 0 0,1-1 0 0 0,-1 0 0 0 0,5 0 0 0 0,-5-1 47 0 0,-1-1 0 0 0,1 1 0 0 0,-1-1 0 0 0,0 0 0 0 0,1 0 0 0 0,-1 0 0 0 0,0-1 1 0 0,0 1-1 0 0,0-1 0 0 0,0 1 0 0 0,0-1 0 0 0,0 0 0 0 0,0 0 0 0 0,0-1 1 0 0,-1 1-1 0 0,0-1 0 0 0,1 1 0 0 0,-1-1 0 0 0,0 0 0 0 0,0 1 0 0 0,0-1 1 0 0,0 0-1 0 0,-1-1 0 0 0,1 1 0 0 0,-1 0 0 0 0,0 0 0 0 0,0 0 0 0 0,1-5 1 0 0,1-4 216 0 0,0-1 1 0 0,-1 1 0 0 0,0 0 0 0 0,-1-1-1 0 0,0 1 1 0 0,-2-20 0 0 0,-1 12 42 0 0,-1 0 1 0 0,-1 0-1 0 0,-1 0 0 0 0,-7-20 1 0 0,10 34-231 0 0,-1-1 0 0 0,1 1 0 0 0,-1 0 0 0 0,-1-1 0 0 0,1 1 1 0 0,-1 1-1 0 0,0-1 0 0 0,0 1 0 0 0,-1-1 0 0 0,0 1 0 0 0,0 0 1 0 0,0 1-1 0 0,0-1 0 0 0,-1 1 0 0 0,-9-5 0 0 0,11 7-212 0 0,0 1-1 0 0,-1 0 0 0 0,1 0 1 0 0,-1 0-1 0 0,0 0 0 0 0,1 1 1 0 0,-1 0-1 0 0,-4 0 0 0 0,2 0-740 0 0,-12 0-6329 0 0</inkml:trace>
</inkml:ink>
</file>

<file path=ppt/ink/ink2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6.61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 3225 0 0,'1'0'288'0'0,"1"0"-288"0"0,-1 0 0 0 0,0 0-168 0 0,-1 1-88 0 0,2-1-24 0 0,-2 1 0 0 0,1 2 280 0 0,-1 0-64 0 0,0 1 64 0 0,7 18-64 0 0</inkml:trace>
</inkml:ink>
</file>

<file path=ppt/ink/ink2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6.88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33 4 4145 0 0,'-1'0'280'0'0,"0"-1"0"0"0,1 1 1 0 0,-1-1-1 0 0,0 1 0 0 0,0 0 1 0 0,0-1-1 0 0,0 1 0 0 0,0 0 0 0 0,0 0 1 0 0,0 0-1 0 0,0-1 0 0 0,0 1 0 0 0,0 0 1 0 0,0 0-1 0 0,0 1 0 0 0,0-1 1 0 0,0 0-1 0 0,0 0 0 0 0,0 0 0 0 0,0 1 1 0 0,0-1-1 0 0,0 0 0 0 0,0 1 1 0 0,0-1-1 0 0,0 1 0 0 0,1-1 0 0 0,-1 1 1 0 0,0 0-1 0 0,0-1 0 0 0,0 1 0 0 0,1 0 1 0 0,-1-1-1 0 0,0 1 0 0 0,1 0 1 0 0,-1 0-1 0 0,0 1 0 0 0,2 4 403 0 0,-1 0 1 0 0,1 0-1 0 0,1 1 1 0 0,-1-1-1 0 0,1 0 0 0 0,0-1 1 0 0,1 1-1 0 0,-1 0 1 0 0,4 5-1 0 0,34 52 373 0 0,-22-37-839 0 0,34 53-2317 0 0,-43-63 422 0 0</inkml:trace>
</inkml:ink>
</file>

<file path=ppt/ink/ink2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7.18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73 0 456 0 0,'8'3'7005'0'0,"14"4"-2952"0"0,-12-2-3740 0 0,-1-1 0 0 0,1 2 0 0 0,-1-1 0 0 0,-1 1 0 0 0,1 1 0 0 0,-1 0 0 0 0,0 0-1 0 0,-1 0 1 0 0,0 1 0 0 0,0 0 0 0 0,0 0 0 0 0,-1 1 0 0 0,0 0 0 0 0,-1 0-1 0 0,0 1 1 0 0,-1-1 0 0 0,1 1 0 0 0,-2 0 0 0 0,4 14 0 0 0,-4-12-3 0 0,-1 1 1 0 0,-1-1 0 0 0,0 0-1 0 0,0 1 1 0 0,-2 0 0 0 0,1-1-1 0 0,-1 1 1 0 0,-1-1 0 0 0,-1 0-1 0 0,1 1 1 0 0,-2-1 0 0 0,0 0-1 0 0,0-1 1 0 0,-1 1 0 0 0,0-1-1 0 0,-8 11 1 0 0,3-6-445 0 0,-1 0 0 0 0,-1-1 1 0 0,-1-1-1 0 0,0 0 0 0 0,-16 13 0 0 0,22-21-101 0 0,0 0 1 0 0,0-1-1 0 0,-1 0 0 0 0,0 0 1 0 0,0 0-1 0 0,0-1 0 0 0,0 0 0 0 0,-1-1 1 0 0,0 0-1 0 0,0 0 0 0 0,0-1 0 0 0,-13 2 1 0 0</inkml:trace>
</inkml:ink>
</file>

<file path=ppt/ink/ink2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7.38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32 47 1840 0 0,'-7'-4'160'0'0,"-9"-4"5858"0"0,13 7-4834 0 0,-1-2-72 0 0,2-1-24 0 0,4 1 1 0 0,6-1-889 0 0,2-3-200 0 0,-1-5 0 0 0</inkml:trace>
</inkml:ink>
</file>

<file path=ppt/ink/ink2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7.78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140 49 10594 0 0,'-10'-10'-815'0'0,"6"5"1278"0"0,-1 0-1 0 0,0 1 1 0 0,1-1 0 0 0,-2 1 0 0 0,1 0 0 0 0,-7-3 0 0 0,10 6-326 0 0,1 0 1 0 0,-1 0-1 0 0,0 1 1 0 0,0-1 0 0 0,0 1-1 0 0,1 0 1 0 0,-1-1-1 0 0,0 1 1 0 0,0 0 0 0 0,0 0-1 0 0,0 0 1 0 0,0 1-1 0 0,1-1 1 0 0,-1 0 0 0 0,0 1-1 0 0,0-1 1 0 0,0 1 0 0 0,0-1-1 0 0,1 1 1 0 0,-1 0-1 0 0,0 0 1 0 0,1 0 0 0 0,-1 0-1 0 0,1 0 1 0 0,-1 0-1 0 0,1 0 1 0 0,-2 2 0 0 0,-1 0-88 0 0,1 1 0 0 0,-1 0 0 0 0,1 0 0 0 0,0 0 1 0 0,0 0-1 0 0,0 1 0 0 0,1-1 0 0 0,0 1 0 0 0,0-1 1 0 0,0 1-1 0 0,0 0 0 0 0,1 0 0 0 0,-1 0 0 0 0,1 0 1 0 0,1 0-1 0 0,-1 0 0 0 0,1 0 0 0 0,-1 0 1 0 0,2 0-1 0 0,-1 0 0 0 0,0 0 0 0 0,1 0 0 0 0,0 0 1 0 0,0 0-1 0 0,1 0 0 0 0,2 8 0 0 0,-1-7-72 0 0,-1-1-1 0 0,0 0 0 0 0,1 1 1 0 0,0-1-1 0 0,1 0 1 0 0,-1 0-1 0 0,1 0 0 0 0,0-1 1 0 0,0 1-1 0 0,0-1 1 0 0,0 0-1 0 0,1 0 1 0 0,0-1-1 0 0,0 1 0 0 0,0-1 1 0 0,0 0-1 0 0,0-1 1 0 0,1 1-1 0 0,-1-1 1 0 0,1 0-1 0 0,0 0 0 0 0,9 1 1 0 0,-10-2 45 0 0,0 0 0 0 0,0-1 1 0 0,0 0-1 0 0,0 0 0 0 0,0-1 1 0 0,1 1-1 0 0,-1-1 0 0 0,0 0 0 0 0,0 0 1 0 0,0-1-1 0 0,-1 1 0 0 0,1-1 1 0 0,0 0-1 0 0,7-5 0 0 0,-10 5-17 0 0,0 1 1 0 0,0-1-1 0 0,0 0 0 0 0,-1 0 1 0 0,1 0-1 0 0,-1 0 0 0 0,1 0 0 0 0,-1 0 1 0 0,0-1-1 0 0,0 1 0 0 0,0 0 1 0 0,0-1-1 0 0,0 1 0 0 0,-1-1 0 0 0,1 1 1 0 0,-1-1-1 0 0,1 1 0 0 0,-1-1 1 0 0,0 1-1 0 0,0-1 0 0 0,0 1 0 0 0,0-1 1 0 0,-1 0-1 0 0,1 1 0 0 0,-1-1 0 0 0,1 1 1 0 0,-1 0-1 0 0,0-1 0 0 0,0 1 1 0 0,-3-5-1 0 0,0-2-121 0 0,-1-1-1 0 0,0 1 1 0 0,-1 0 0 0 0,0 0 0 0 0,0 0-1 0 0,-1 1 1 0 0,0 0 0 0 0,-1 1 0 0 0,0-1-1 0 0,0 1 1 0 0,0 1 0 0 0,-1-1-1 0 0,-15-7 1 0 0,7 7-1104 0 0</inkml:trace>
</inkml:ink>
</file>

<file path=ppt/ink/ink2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8.05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1 166 8754 0 0,'12'5'791'0'0,"0"1"0"0"0,0 0 0 0 0,0 1 0 0 0,-1 0 1 0 0,15 12-1 0 0,-20-14-506 0 0,-1 0 0 0 0,1 0 0 0 0,-1 1 0 0 0,0-1 0 0 0,0 1 0 0 0,-1 0 0 0 0,1 1 0 0 0,-1-1 0 0 0,-1 1 0 0 0,1 0 0 0 0,2 7 0 0 0,-6-13-251 0 0,0-1-1 0 0,1 1 1 0 0,-1 0 0 0 0,0 0 0 0 0,1 0 0 0 0,-1-1-1 0 0,0 1 1 0 0,0 0 0 0 0,0 0 0 0 0,0 0-1 0 0,0 0 1 0 0,0-1 0 0 0,0 1 0 0 0,0 0 0 0 0,0 0-1 0 0,0 0 1 0 0,0 0 0 0 0,0-1 0 0 0,0 1-1 0 0,-1 0 1 0 0,1 0 0 0 0,0 0 0 0 0,-1-1-1 0 0,1 1 1 0 0,-1 0 0 0 0,1-1 0 0 0,-1 1 0 0 0,1 0-1 0 0,-1-1 1 0 0,1 1 0 0 0,-1 0 0 0 0,0-1-1 0 0,1 1 1 0 0,-1-1 0 0 0,0 1 0 0 0,-1 0-1 0 0,1-1 38 0 0,0 0-1 0 0,0 0 0 0 0,-1 0 1 0 0,1-1-1 0 0,0 1 0 0 0,0 0 0 0 0,0 0 1 0 0,0-1-1 0 0,0 1 0 0 0,-1-1 1 0 0,1 1-1 0 0,0-1 0 0 0,0 1 1 0 0,0-1-1 0 0,0 0 0 0 0,0 0 0 0 0,1 1 1 0 0,-1-1-1 0 0,0 0 0 0 0,0 0 1 0 0,0 0-1 0 0,1 0 0 0 0,-1 0 0 0 0,0 0 1 0 0,1 0-1 0 0,-2-2 0 0 0,-2-5 182 0 0,0-2 0 0 0,1 1 0 0 0,0 0 0 0 0,0-1 0 0 0,1 0 0 0 0,0 1 0 0 0,1-1-1 0 0,0-19 1 0 0,1 5-181 0 0,1-1 0 0 0,6-33-1 0 0,5 13-865 0 0,0 16-4960 0 0,-2 10-1128 0 0</inkml:trace>
</inkml:ink>
</file>

<file path=ppt/ink/ink2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8.25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10594 0 0,'8'15'691'0'0,"-1"1"0"0"0,-1-1-1 0 0,0 1 1 0 0,-1 0 0 0 0,4 26 0 0 0,-5-23-419 0 0,0 0 0 0 0,2-1 0 0 0,12 30 0 0 0,-18-47-293 0 0,1-1 0 0 0,-1 1-1 0 0,0 0 1 0 0,0-1-1 0 0,1 1 1 0 0,-1 0 0 0 0,0-1-1 0 0,1 1 1 0 0,-1-1-1 0 0,0 1 1 0 0,1-1 0 0 0,-1 1-1 0 0,1-1 1 0 0,-1 1 0 0 0,1-1-1 0 0,-1 1 1 0 0,1-1-1 0 0,0 1 1 0 0,-1-1 0 0 0,1 0-1 0 0,-1 1 1 0 0,1-1-1 0 0,0 0 1 0 0,-1 0 0 0 0,1 0-1 0 0,0 1 1 0 0,-1-1-1 0 0,1 0 1 0 0,0 0 0 0 0,-1 0-1 0 0,1 0 1 0 0,0 0-1 0 0,-1 0 1 0 0,1 0 0 0 0,0 0-1 0 0,-1-1 1 0 0,1 1-1 0 0,0 0 1 0 0,-1 0 0 0 0,1 0-1 0 0,0-1 1 0 0,-1 1 0 0 0,1 0-1 0 0,0-1 1 0 0,-1 1-1 0 0,1 0 1 0 0,-1-1 0 0 0,2 0-1 0 0,2-11 22 0 0</inkml:trace>
</inkml:ink>
</file>

<file path=ppt/ink/ink2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8.43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1 11979 0 0,'-2'1'4118'0'0,"6"6"-1969"0"0,9 14-1619 0 0,-5-9-1311 0 0,5 11-4149 0 0,30 38 1 0 0,-30-45 4051 0 0</inkml:trace>
</inkml:ink>
</file>

<file path=ppt/ink/ink2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8.65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6913 0 0,'6'31'2597'0'0,"26"165"6150"0"0,-11-59-4047 0 0,-16-113-5156 0 0,1-1 1 0 0,1 0 0 0 0,1-1-1 0 0,1 0 1 0 0,20 34-1 0 0,-16-32-6869 0 0</inkml:trace>
</inkml:ink>
</file>

<file path=ppt/ink/ink2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8.84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 44 6913 0 0,'-12'-7'1252'0'0,"11"2"782"0"0,19 0 971 0 0,-10 4-3324 0 0,124-21 594 0 0,-102 18-4945 0 0</inkml:trace>
</inkml:ink>
</file>

<file path=ppt/ink/ink2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9.19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 0 6913 0 0,'-9'4'8512'0'0,"8"0"-8320"0"0,0 0 1 0 0,1 0-1 0 0,-1 0 1 0 0,1 0-1 0 0,0 1 1 0 0,0-1-1 0 0,1 0 1 0 0,-1 0-1 0 0,1 0 1 0 0,-1 0-1 0 0,1 0 1 0 0,1 0-1 0 0,-1 0 1 0 0,1-1-1 0 0,-1 1 1 0 0,4 5-1 0 0,-2-3-213 0 0,-1 0-1 0 0,1-1 0 0 0,0 0 1 0 0,1 0-1 0 0,-1 0 0 0 0,1 0 0 0 0,0 0 1 0 0,0 0-1 0 0,7 5 0 0 0,-10-9 25 0 0,1 0 0 0 0,-1 0 0 0 0,1 0-1 0 0,0 0 1 0 0,-1-1 0 0 0,1 1 0 0 0,-1 0 0 0 0,1-1 0 0 0,0 1-1 0 0,0-1 1 0 0,-1 0 0 0 0,1 1 0 0 0,0-1 0 0 0,0 0-1 0 0,0 0 1 0 0,-1 0 0 0 0,1 0 0 0 0,0 0 0 0 0,0-1-1 0 0,-1 1 1 0 0,1-1 0 0 0,0 1 0 0 0,0-1 0 0 0,-1 1-1 0 0,1-1 1 0 0,-1 0 0 0 0,1 0 0 0 0,0 0 0 0 0,-1 0-1 0 0,0 0 1 0 0,1 0 0 0 0,-1 0 0 0 0,0 0 0 0 0,1-1-1 0 0,1-2 1 0 0,19-25 58 0 0,-15 18-109 0 0,0 1 0 0 0,1 1-1 0 0,1-1 1 0 0,10-9-1 0 0,-17 17 96 0 0,-1 1 1 0 0,1 0-1 0 0,0-1 0 0 0,0 1 0 0 0,0 0 0 0 0,0 0 0 0 0,0 0 0 0 0,0 0 0 0 0,0 0 0 0 0,1 0 0 0 0,-1 1 0 0 0,0-1 0 0 0,0 1 0 0 0,1-1 0 0 0,-1 1 1 0 0,0 0-1 0 0,1 0 0 0 0,-1 0 0 0 0,0 0 0 0 0,0 1 0 0 0,1-1 0 0 0,-1 0 0 0 0,0 1 0 0 0,0 0 0 0 0,1-1 0 0 0,-1 1 0 0 0,0 0 0 0 0,2 1 1 0 0,-1 1 50 0 0,0 0 1 0 0,0-1 0 0 0,0 1 0 0 0,-1 0 0 0 0,1 0 0 0 0,-1 1-1 0 0,1-1 1 0 0,-1 0 0 0 0,0 1 0 0 0,-1-1 0 0 0,1 1 0 0 0,-1 0 0 0 0,1 0-1 0 0,-1-1 1 0 0,1 6 0 0 0,8 61 493 0 0,-9-55-547 0 0,-1-1-1 0 0,-1 1 0 0 0,0 0 0 0 0,-1-1 1 0 0,-1 0-1 0 0,0 1 0 0 0,-1-1 1 0 0,0 0-1 0 0,-1 0 0 0 0,-1-1 0 0 0,0 0 1 0 0,0 0-1 0 0,-16 21 0 0 0,10-17-118 0 0,-1 0 1 0 0,-2-1-1 0 0,1 0 0 0 0,-2-1 0 0 0,0-1 1 0 0,0-1-1 0 0,-2 0 0 0 0,-31 17 0 0 0,27-18-504 0 0</inkml:trace>
</inkml:ink>
</file>

<file path=ppt/ink/ink2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9.49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157 1 7370 0 0,'-3'1'602'0'0,"0"1"1"0"0,0 0-1 0 0,0 0 1 0 0,1 0 0 0 0,-1 1-1 0 0,1-1 1 0 0,-1 1 0 0 0,1-1-1 0 0,0 1 1 0 0,0 0 0 0 0,0 0-1 0 0,0 0 1 0 0,-2 6-1 0 0,-13 48 4801 0 0,5-15-4270 0 0,-5 3-1030 0 0,-2-1 0 0 0,-28 48 1 0 0,38-78-119 0 0</inkml:trace>
</inkml:ink>
</file>

<file path=ppt/ink/ink2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0.25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0 251 10138 0 0,'0'7'4524'0'0,"0"-7"-4423"0"0,22 0 2808 0 0,-6-6-2772 0 0,-1-1 0 0 0,0 0 1 0 0,0 0-1 0 0,-1-2 0 0 0,0 0 1 0 0,22-19-1 0 0,-30 23-100 0 0,0 0 0 0 0,0 0 0 0 0,0-1 0 0 0,-1 0-1 0 0,0 0 1 0 0,0-1 0 0 0,-1 0 0 0 0,0 1 0 0 0,0-1 0 0 0,-1-1 0 0 0,1 1 0 0 0,-1 0 0 0 0,-1-1-1 0 0,0 1 1 0 0,0-1 0 0 0,1-8 0 0 0,-3 14-30 0 0,0-1 0 0 0,0 1 0 0 0,0 0 0 0 0,0-1 0 0 0,-1 1 0 0 0,1 0 0 0 0,-1-1 0 0 0,0 1-1 0 0,1 0 1 0 0,-1 0 0 0 0,0-1 0 0 0,0 1 0 0 0,0 0 0 0 0,-1 0 0 0 0,1 0 0 0 0,0 0 0 0 0,-1 1 0 0 0,1-1 0 0 0,-1 0 0 0 0,0 0 0 0 0,-3-2-1 0 0,1 2 21 0 0,1 0 0 0 0,0 0 0 0 0,-1 1-1 0 0,0-1 1 0 0,1 1 0 0 0,-1 0 0 0 0,0 0-1 0 0,1 0 1 0 0,-1 0 0 0 0,0 1-1 0 0,0-1 1 0 0,-7 1 0 0 0,8 0-10 0 0,0 0 0 0 0,0 0-1 0 0,0 0 1 0 0,0 1 0 0 0,0-1 0 0 0,0 1 0 0 0,0 0-1 0 0,0-1 1 0 0,0 1 0 0 0,0 1 0 0 0,1-1 0 0 0,-1 0-1 0 0,0 1 1 0 0,1-1 0 0 0,-1 1 0 0 0,1 0 0 0 0,-1-1-1 0 0,1 1 1 0 0,0 1 0 0 0,0-1 0 0 0,0 0 0 0 0,0 0-1 0 0,0 1 1 0 0,1-1 0 0 0,-1 1 0 0 0,1 0 0 0 0,-1-1-1 0 0,1 1 1 0 0,0 0 0 0 0,0 0 0 0 0,0 0 0 0 0,1 0-1 0 0,-1 0 1 0 0,0 0 0 0 0,1 0 0 0 0,0 5 0 0 0,2 7 10 0 0,1-1 0 0 0,1 0 0 0 0,0 0 1 0 0,0-1-1 0 0,2 1 0 0 0,-1-1 0 0 0,2 0 1 0 0,0-1-1 0 0,0 1 0 0 0,1-1 0 0 0,1-1 0 0 0,0 1 1 0 0,1-2-1 0 0,0 1 0 0 0,0-1 0 0 0,1-1 1 0 0,0 0-1 0 0,16 10 0 0 0,-6-10-1419 0 0,2-2-3436 0 0,0-2-1497 0 0</inkml:trace>
</inkml:ink>
</file>

<file path=ppt/ink/ink2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0.47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27 21 6913 0 0,'-27'-20'10932'0'0,"32"29"-7062"0"0,-2-4-3250 0 0,8 23-235 0 0,-1 0-1 0 0,-1 0 1 0 0,-2 1-1 0 0,8 53 1 0 0,-3-12-518 0 0,17 44-2818 0 0,-19-84-4716 0 0</inkml:trace>
</inkml:ink>
</file>

<file path=ppt/ink/ink2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0.77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0 206 2761 0 0,'30'-21'2330'0'0,"-21"16"-1450"0"0,0-1-1 0 0,-1 0 1 0 0,0 0-1 0 0,0-1 1 0 0,0-1-1 0 0,-1 1 0 0 0,0-1 1 0 0,-1 0-1 0 0,9-14 1 0 0,-11 15-421 0 0,0-1 0 0 0,-1 1 0 0 0,0-1 0 0 0,-1 1 0 0 0,1-1 0 0 0,1-12 0 0 0,-4 18-404 0 0,0 1 0 0 0,0 0 0 0 0,1 0 0 0 0,-1-1 0 0 0,0 1 0 0 0,-1 0 0 0 0,1-1 0 0 0,0 1 0 0 0,0 0 0 0 0,0 0 0 0 0,-1-1 1 0 0,1 1-1 0 0,-1 0 0 0 0,1 0 0 0 0,-1-1 0 0 0,1 1 0 0 0,-1 0 0 0 0,0 0 0 0 0,0 0 0 0 0,1 0 0 0 0,-1 0 0 0 0,0 0 0 0 0,0 0 0 0 0,0 0 0 0 0,0 1 0 0 0,0-1 0 0 0,0 0 0 0 0,0 0 0 0 0,0 1 0 0 0,-1-1 0 0 0,1 1 0 0 0,0-1 0 0 0,0 1 1 0 0,0-1-1 0 0,-1 1 0 0 0,1 0 0 0 0,0 0 0 0 0,-1-1 0 0 0,1 1 0 0 0,0 0 0 0 0,0 0 0 0 0,-1 0 0 0 0,1 0 0 0 0,0 1 0 0 0,-1-1 0 0 0,1 0 0 0 0,0 1 0 0 0,-2 0 0 0 0,-1-1-62 0 0,0 1-1 0 0,0-1 1 0 0,0 1-1 0 0,0 0 1 0 0,0 0-1 0 0,1 1 1 0 0,-1-1-1 0 0,0 1 1 0 0,1 0-1 0 0,-1 0 1 0 0,1 0-1 0 0,0 0 1 0 0,0 0-1 0 0,0 1 1 0 0,0 0-1 0 0,0-1 1 0 0,0 1-1 0 0,1 0 1 0 0,-1 1-1 0 0,1-1 1 0 0,0 0-1 0 0,0 1 1 0 0,0-1-1 0 0,0 1 1 0 0,1-1-1 0 0,-1 1 1 0 0,1 0-1 0 0,0 0 1 0 0,0 0-1 0 0,0-1 1 0 0,1 1-1 0 0,0 0 1 0 0,-1 0-1 0 0,2 7 1 0 0,-1-4-35 0 0,1 0 1 0 0,0-1 0 0 0,1 1 0 0 0,-1-1 0 0 0,1 1 0 0 0,0-1 0 0 0,1 0 0 0 0,0 0 0 0 0,0 0 0 0 0,0 0 0 0 0,1 0-1 0 0,-1-1 1 0 0,1 1 0 0 0,1-1 0 0 0,-1 0 0 0 0,1-1 0 0 0,0 1 0 0 0,0-1 0 0 0,0 0 0 0 0,8 5 0 0 0,8 1-1170 0 0,3 0-6 0 0</inkml:trace>
</inkml:ink>
</file>

<file path=ppt/ink/ink2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1.04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101 0 8698 0 0,'-10'3'1438'0'0,"1"1"0"0"0,0-1-1 0 0,-1 2 1 0 0,1-1 0 0 0,1 1 0 0 0,-14 10 0 0 0,20-13-1114 0 0,0 0 0 0 0,0 0 1 0 0,0 0-1 0 0,0 0 0 0 0,0 1 1 0 0,0-1-1 0 0,1 0 0 0 0,-1 1 1 0 0,1 0-1 0 0,0-1 1 0 0,-1 4-1 0 0,1-3-281 0 0,0 0 0 0 0,1 0 1 0 0,0-1-1 0 0,-1 1 0 0 0,1 0 1 0 0,1 0-1 0 0,-1 0 0 0 0,0 0 0 0 0,1-1 1 0 0,-1 1-1 0 0,1 0 0 0 0,0 0 1 0 0,1 3-1 0 0,2 2-62 0 0,-1-1 0 0 0,2 0 0 0 0,-1 0 0 0 0,1-1 0 0 0,0 1 0 0 0,0-1 0 0 0,1 0 0 0 0,-1 0 0 0 0,9 5 0 0 0,35 24-3532 0 0,-31-25-3582 0 0</inkml:trace>
</inkml:ink>
</file>

<file path=ppt/ink/ink2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1.46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44 30 11058 0 0,'-43'-29'10543'0'0,"48"68"-9396"0"0,10 46-243 0 0,-7-34-1736 0 0,27 95-1 0 0,-27-120-7071 0 0</inkml:trace>
</inkml:ink>
</file>

<file path=ppt/ink/ink2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1.83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1 152 3225 0 0,'4'-3'186'0'0,"0"1"0"0"0,0 0 1 0 0,0-1-1 0 0,1 1 1 0 0,-1 1-1 0 0,1-1 0 0 0,-1 1 1 0 0,1-1-1 0 0,9 0 1 0 0,49-3 4111 0 0,-30 4-3015 0 0,-7-1 289 0 0,6-2 227 0 0,1 2 0 0 0,43 4 0 0 0,-68-2-1710 0 0,0 1 0 0 0,-1 0 0 0 0,1 0 0 0 0,-1 1 0 0 0,1 0 0 0 0,-1 0 0 0 0,0 1 0 0 0,0 0 1 0 0,0 0-1 0 0,0 1 0 0 0,0 0 0 0 0,-1 0 0 0 0,0 1 0 0 0,1-1 0 0 0,7 9 0 0 0,-11-9-196 0 0,-1 0 0 0 0,1 1 0 0 0,-1-1 0 0 0,0 0 0 0 0,0 1 0 0 0,-1-1 0 0 0,1 1 0 0 0,-1-1 0 0 0,0 1 0 0 0,0 0 0 0 0,-1 0 0 0 0,1 6 0 0 0,-1-6 36 0 0,1 0 0 0 0,-1-1 0 0 0,1 1 0 0 0,0 0 0 0 0,0 0 0 0 0,1-1 0 0 0,-1 1 0 0 0,1-1 0 0 0,0 1 0 0 0,4 5 0 0 0,-7-84 4896 0 0,2 66-4776 0 0,0-1 0 0 0,1 0-1 0 0,0 1 1 0 0,0-1 0 0 0,1 1 0 0 0,1 0 0 0 0,-1 0 0 0 0,1 0 0 0 0,0 0 0 0 0,1 0 0 0 0,0 1 0 0 0,0 0 0 0 0,1 0 0 0 0,0 0 0 0 0,0 1 0 0 0,0 0 0 0 0,1 0 0 0 0,0 1 0 0 0,0-1 0 0 0,11-5-1 0 0,1 1-823 0 0,-1 1 0 0 0,1 1 0 0 0,0 1 0 0 0,0 1 0 0 0,1 0 0 0 0,0 2 0 0 0,37-5 0 0 0,-45 8-222 0 0</inkml:trace>
</inkml:ink>
</file>

<file path=ppt/ink/ink2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2.16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80 1 1376 0 0,'-3'0'536'0'0,"0"1"-1"0"0,-1 0 1 0 0,1 0-1 0 0,0 0 1 0 0,-1 0-1 0 0,1 0 1 0 0,0 1-1 0 0,0 0 1 0 0,0-1-1 0 0,0 1 1 0 0,1 0-1 0 0,-1 1 1 0 0,0-1-1 0 0,1 0 1 0 0,-1 1-1 0 0,1-1 1 0 0,0 1-1 0 0,0 0 1 0 0,0 0 0 0 0,0 0-1 0 0,-2 5 1 0 0,2-3-104 0 0,-1 0 1 0 0,1 0-1 0 0,0 0 1 0 0,0 0-1 0 0,0 1 1 0 0,1-1-1 0 0,-1 0 1 0 0,1 1-1 0 0,1 0 1 0 0,-1-1-1 0 0,1 1 1 0 0,1 10-1 0 0,0-11-315 0 0,1-1 0 0 0,0 0 0 0 0,0 1 1 0 0,0-1-1 0 0,0 0 0 0 0,1 0 0 0 0,0-1 0 0 0,0 1 0 0 0,0 0 0 0 0,0-1 1 0 0,0 0-1 0 0,1 0 0 0 0,-1 0 0 0 0,1 0 0 0 0,0 0 0 0 0,0-1 1 0 0,0 1-1 0 0,6 2 0 0 0,-6-4-124 0 0,-1 1 0 0 0,1-1-1 0 0,-1 1 1 0 0,1-1 0 0 0,0 0 0 0 0,-1 0 0 0 0,1-1 0 0 0,0 1 0 0 0,-1-1 0 0 0,1 0 0 0 0,0 0-1 0 0,0 0 1 0 0,0 0 0 0 0,-1-1 0 0 0,1 0 0 0 0,0 1 0 0 0,-1-1 0 0 0,1-1 0 0 0,0 1 0 0 0,-1 0-1 0 0,0-1 1 0 0,1 0 0 0 0,3-2 0 0 0,-5 2-4 0 0,-1 1 0 0 0,0-1 0 0 0,0 1 0 0 0,0-1 0 0 0,0 1 0 0 0,0-1-1 0 0,0 0 1 0 0,-1 1 0 0 0,1-1 0 0 0,0 0 0 0 0,-1 0 0 0 0,1 1 0 0 0,-1-1 0 0 0,0 0 0 0 0,0 0 0 0 0,1 0 0 0 0,-1 0-1 0 0,0 0 1 0 0,-1 1 0 0 0,1-1 0 0 0,0 0 0 0 0,-1 0 0 0 0,1 0 0 0 0,-1 0 0 0 0,1 1 0 0 0,-1-1 0 0 0,0 0 0 0 0,1 1-1 0 0,-1-1 1 0 0,0 0 0 0 0,-2-1 0 0 0,-1-5 3 0 0,-1 1 1 0 0,0 1-1 0 0,0-1 0 0 0,-1 1 0 0 0,-10-10 1 0 0,-2 2-1074 0 0,-2 2-3550 0 0,-1 0-1689 0 0</inkml:trace>
</inkml:ink>
</file>

<file path=ppt/ink/ink2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2.65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0 656 0 0,'46'14'4315'0'0,"15"6"5832"0"0,-56-18-9576 0 0,-1 0 0 0 0,0 0 0 0 0,0 0 1 0 0,0 1-1 0 0,0 0 0 0 0,0-1 1 0 0,-1 1-1 0 0,1 1 0 0 0,-1-1 1 0 0,5 6-1 0 0,-5-4-433 0 0,0 1 1 0 0,-1-1-1 0 0,0 1 1 0 0,0 0 0 0 0,0-1-1 0 0,0 1 1 0 0,-1 0-1 0 0,0 0 1 0 0,0 0-1 0 0,-1 0 1 0 0,0 7-1 0 0,-6 69-362 0 0,5-74 144 0 0,0-7 53 0 0,1 0 0 0 0,0-1 0 0 0,0 1 0 0 0,0-1 0 0 0,0 1 0 0 0,0 0 1 0 0,0-1-1 0 0,0 1 0 0 0,0-1 0 0 0,0 1 0 0 0,0 0 0 0 0,0-1 1 0 0,0 1-1 0 0,0 0 0 0 0,0-1 0 0 0,0 1 0 0 0,1-1 0 0 0,-1 1 1 0 0,0-1-1 0 0,0 1 0 0 0,1 0 0 0 0,0 0 0 0 0,9-6-456 0 0,9-18-41 0 0,-6 0 395 0 0,47-69 880 0 0,-54 84-600 0 0,0 0 1 0 0,1 0-1 0 0,1 1 0 0 0,-1 0 0 0 0,1 0 0 0 0,0 1 0 0 0,1 0 0 0 0,10-6 0 0 0,-17 10-120 0 0,0 1 1 0 0,0 0-1 0 0,0 1 0 0 0,0-1 1 0 0,1 0-1 0 0,-1 0 0 0 0,0 1 0 0 0,0 0 1 0 0,0-1-1 0 0,0 1 0 0 0,1 0 1 0 0,-1 0-1 0 0,0 0 0 0 0,0 0 1 0 0,1 0-1 0 0,-1 1 0 0 0,0-1 1 0 0,0 1-1 0 0,0-1 0 0 0,0 1 0 0 0,0 0 1 0 0,3 1-1 0 0,-2 1-3 0 0,0-1 0 0 0,0 1 0 0 0,0-1 0 0 0,-1 1 0 0 0,1 0 0 0 0,-1 0 0 0 0,1 0 0 0 0,-1 0 0 0 0,0 1 0 0 0,0-1 0 0 0,2 7 0 0 0,2 5-97 0 0,-1 1 0 0 0,-1-1 0 0 0,0 1 0 0 0,2 31 0 0 0,-5-37-486 0 0,0-1 0 0 0,1 1 0 0 0,1-1 1 0 0,4 14-1 0 0</inkml:trace>
</inkml:ink>
</file>

<file path=ppt/ink/ink2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3.00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230 29 7370 0 0,'0'-1'242'0'0,"0"0"1"0"0,0 0 0 0 0,0-1 0 0 0,0 1 0 0 0,0 0-1 0 0,0 0 1 0 0,0 0 0 0 0,-1 0 0 0 0,1 0 0 0 0,0 0-1 0 0,-1 0 1 0 0,1 0 0 0 0,-1 0 0 0 0,1 0 0 0 0,-1 0-1 0 0,0 0 1 0 0,1 0 0 0 0,-1 0 0 0 0,0 1 0 0 0,1-1-1 0 0,-1 0 1 0 0,0 0 0 0 0,0 1 0 0 0,0-1 0 0 0,-1 0-1 0 0,0 0 125 0 0,0 0 0 0 0,0 1-1 0 0,0-1 1 0 0,0 1-1 0 0,0 0 1 0 0,0-1 0 0 0,0 1-1 0 0,-1 0 1 0 0,1 0-1 0 0,0 1 1 0 0,0-1 0 0 0,-4 1-1 0 0,2 0-45 0 0,-1 0 0 0 0,1 1 0 0 0,-1-1 0 0 0,1 1 0 0 0,0 0-1 0 0,-1 1 1 0 0,1-1 0 0 0,0 0 0 0 0,0 1 0 0 0,1 0 0 0 0,-1 0 0 0 0,-4 5-1 0 0,7-6-293 0 0,0 0-1 0 0,0 1 0 0 0,0-1 1 0 0,0 0-1 0 0,0 1 0 0 0,1 0 1 0 0,-1-1-1 0 0,1 1 0 0 0,-1-1 0 0 0,1 1 1 0 0,0-1-1 0 0,0 1 0 0 0,0 0 1 0 0,0-1-1 0 0,1 1 0 0 0,-1-1 0 0 0,1 1 1 0 0,0-1-1 0 0,-1 1 0 0 0,1-1 1 0 0,0 1-1 0 0,0-1 0 0 0,1 0 1 0 0,-1 1-1 0 0,0-1 0 0 0,1 0 0 0 0,0 0 1 0 0,3 3-1 0 0,6 8 44 0 0,0 0 1 0 0,1-1-1 0 0,18 13 0 0 0,-22-18-27 0 0,13 9-37 0 0,32 29-57 0 0,-50-42 16 0 0,0 0 0 0 0,0 1 0 0 0,-1-1 0 0 0,1 1 0 0 0,-1-1 0 0 0,1 1-1 0 0,-1 0 1 0 0,0-1 0 0 0,-1 1 0 0 0,1 0 0 0 0,-1 1 0 0 0,2 5 0 0 0,-3-9 18 0 0,0 1 1 0 0,0-1-1 0 0,0 1 1 0 0,-1-1-1 0 0,1 1 1 0 0,0-1 0 0 0,-1 0-1 0 0,1 1 1 0 0,-1-1-1 0 0,1 0 1 0 0,-1 1-1 0 0,0-1 1 0 0,0 0-1 0 0,1 0 1 0 0,-1 1-1 0 0,0-1 1 0 0,0 0-1 0 0,0 0 1 0 0,0 0-1 0 0,-1 0 1 0 0,1 0-1 0 0,0 0 1 0 0,0-1-1 0 0,0 1 1 0 0,-1 0-1 0 0,1-1 1 0 0,0 1-1 0 0,-1-1 1 0 0,-2 2-1 0 0,-46 9-173 0 0,46-11 164 0 0,-21 3-251 0 0,1-1 0 0 0,-1-2 1 0 0,1 0-1 0 0,-1-2 0 0 0,1 0 0 0 0,-42-11 0 0 0,45 8-299 0 0</inkml:trace>
</inkml:ink>
</file>

<file path=ppt/ink/ink2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3.91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38 7834 0 0,'21'-3'2696'0'0,"64"-10"1882"0"0,43-5-423 0 0,-97 15-3918 0 0,65 3-1 0 0,-89 1-2012 0 0</inkml:trace>
</inkml:ink>
</file>

<file path=ppt/ink/ink2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4.52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1 108 8754 0 0,'0'-5'762'0'0,"0"0"-1"0"0,1-1 1 0 0,0 1-1 0 0,0 0 1 0 0,1 0 0 0 0,-1-1-1 0 0,1 1 1 0 0,0 0 0 0 0,4-6-1 0 0,-5 10-676 0 0,-1 1 0 0 0,1 0 0 0 0,-1 0 0 0 0,1 0 0 0 0,-1 0 0 0 0,1 0 0 0 0,0 0 0 0 0,-1 0 0 0 0,1 0 0 0 0,-1 0 0 0 0,1 0 0 0 0,0 0 0 0 0,-1 0 0 0 0,1 0 0 0 0,-1 0 0 0 0,1 0-1 0 0,-1 0 1 0 0,1 1 0 0 0,0-1 0 0 0,-1 0 0 0 0,1 0 0 0 0,-1 1 0 0 0,1-1 0 0 0,-1 1 0 0 0,1-1 0 0 0,-1 0 0 0 0,0 1 0 0 0,1-1 0 0 0,-1 1 0 0 0,1-1 0 0 0,-1 1 0 0 0,0-1 0 0 0,1 1 0 0 0,-1 0 0 0 0,15 18 965 0 0,-9-9-877 0 0,-1 0 0 0 0,-1 0 0 0 0,0 1 0 0 0,0 0 1 0 0,-1 0-1 0 0,0 0 0 0 0,-1 0 0 0 0,0 0 0 0 0,0 1 0 0 0,-1 17 0 0 0,0-9-339 0 0,8 39-1 0 0,18-108-2154 0 0,-8 18 2000 0 0,1 0-1 0 0,2 2 1 0 0,41-45 0 0 0,-51 60 298 0 0,-6 6 271 0 0,1 1 0 0 0,0 0-1 0 0,0 0 1 0 0,0 1 0 0 0,0 0 0 0 0,15-9 0 0 0,-19 14-134 0 0,1 0-1 0 0,-1-1 1 0 0,1 1 0 0 0,-1 0 0 0 0,1 1-1 0 0,-1-1 1 0 0,1 1 0 0 0,0-1 0 0 0,-1 1-1 0 0,1 0 1 0 0,0 1 0 0 0,-1-1-1 0 0,1 0 1 0 0,-1 1 0 0 0,1 0 0 0 0,0 0-1 0 0,-1 0 1 0 0,0 0 0 0 0,1 1 0 0 0,4 2-1 0 0,0 0-81 0 0,0 1-1 0 0,-1 0 0 0 0,0 0 0 0 0,0 0 0 0 0,0 1 0 0 0,-1 0 1 0 0,1 0-1 0 0,-1 0 0 0 0,9 14 0 0 0,-2 1 3 0 0,-1 0 1 0 0,11 29-1 0 0,-18-39-18 0 0,18 29-135 0 0,-22-38-115 0 0,1 0 1 0 0,-1 0-1 0 0,1 0 0 0 0,0-1 1 0 0,0 1-1 0 0,0 0 1 0 0,0-1-1 0 0,0 1 1 0 0,0-1-1 0 0,0 0 0 0 0,0 0 1 0 0,1 0-1 0 0,-1 0 1 0 0,0 0-1 0 0,1 0 1 0 0,2 0-1 0 0,1-1-1402 0 0</inkml:trace>
</inkml:ink>
</file>

<file path=ppt/ink/ink2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5.04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6 124 7834 0 0,'-1'-2'222'0'0,"1"1"0"0"0,-1-1 0 0 0,0 0 0 0 0,1 0 0 0 0,-1 0 0 0 0,1 0 0 0 0,-1 0 1 0 0,1 0-1 0 0,0 0 0 0 0,0 0 0 0 0,0 0 0 0 0,0 0 0 0 0,0 0 0 0 0,1 0 0 0 0,-1 0 0 0 0,0 0 0 0 0,1 0 1 0 0,0 0-1 0 0,-1 0 0 0 0,1 1 0 0 0,1-3 0 0 0,21-39 2340 0 0,-20 39-2446 0 0,0 1 0 0 0,0 0 0 0 0,0 0-1 0 0,0 0 1 0 0,1 1 0 0 0,0-1 0 0 0,-1 1 0 0 0,1 0 0 0 0,0 0 0 0 0,0 0-1 0 0,0 1 1 0 0,0-1 0 0 0,0 1 0 0 0,1 0 0 0 0,-1 0 0 0 0,0 1 0 0 0,0-1-1 0 0,1 1 1 0 0,-1 0 0 0 0,1 0 0 0 0,-1 0 0 0 0,0 1 0 0 0,0-1 0 0 0,1 1 0 0 0,-1 0-1 0 0,0 0 1 0 0,0 1 0 0 0,5 1 0 0 0,1 1 171 0 0,-1 0 1 0 0,1 0-1 0 0,-1 1 1 0 0,0 1-1 0 0,0-1 0 0 0,0 1 1 0 0,-1 1-1 0 0,0-1 1 0 0,0 2-1 0 0,11 13 0 0 0,-11-8-269 0 0,0 0 0 0 0,0 1 0 0 0,-2 1 0 0 0,0-1-1 0 0,0 1 1 0 0,-2 0 0 0 0,0 0 0 0 0,0 1 0 0 0,1 16-1 0 0,0-2-1512 0 0,1-20-1847 0 0</inkml:trace>
</inkml:ink>
</file>

<file path=ppt/ink/ink2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5.24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 7834 0 0,'0'0'356'0'0,"11"21"4010"0"0,13 29 2393 0 0,12 28-2635 0 0,-28-61-4480 0 0,-2 0 1 0 0,0 1 0 0 0,0 0-1 0 0,4 32 1 0 0,-10-46-943 0 0</inkml:trace>
</inkml:ink>
</file>

<file path=ppt/ink/ink2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5.42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 0 12899 0 0,'0'3'1264'0'0,"1"-2"-1128"0"0,-1 1-136 0 0,0-1 0 0 0,0 2 632 0 0,0 0 96 0 0,-1 2 17 0 0,-1 1 7 0 0,1 1-920 0 0,1 1-184 0 0,-2-1-41 0 0,2 1-7 0 0,2 0 400 0 0,-2 2 0 0 0,0 1 0 0 0</inkml:trace>
</inkml:ink>
</file>

<file path=ppt/ink/ink2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5.84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53 11979 0 0,'1'-3'333'0'0,"0"1"0"0"0,-1-1 0 0 0,1 1 0 0 0,1-1 0 0 0,-1 1 1 0 0,0 0-1 0 0,0 0 0 0 0,1-1 0 0 0,0 1 0 0 0,-1 0 0 0 0,1 0 1 0 0,0 0-1 0 0,0 1 0 0 0,0-1 0 0 0,0 0 0 0 0,0 1 1 0 0,0-1-1 0 0,4-1 0 0 0,-4 2-140 0 0,0-1 1 0 0,0 1-1 0 0,0 0 0 0 0,0 0 1 0 0,1 0-1 0 0,-1 0 0 0 0,0 0 1 0 0,1 0-1 0 0,-1 1 0 0 0,1-1 0 0 0,-1 1 1 0 0,1-1-1 0 0,-1 1 0 0 0,1 0 1 0 0,-1 0-1 0 0,1 0 0 0 0,-1 0 1 0 0,1 1-1 0 0,3 0 0 0 0,-5 0-172 0 0,1 0-1 0 0,-1 1 1 0 0,0-1 0 0 0,0 0-1 0 0,1 1 1 0 0,-1-1-1 0 0,0 1 1 0 0,0-1-1 0 0,-1 1 1 0 0,1-1-1 0 0,0 1 1 0 0,0 0-1 0 0,-1-1 1 0 0,1 1-1 0 0,0 3 1 0 0,5 32 332 0 0,-5-21-285 0 0,15 38-274 0 0,-15-51 189 0 0,0-1 1 0 0,0 1-1 0 0,0 0 0 0 0,0 0 1 0 0,1-1-1 0 0,0 1 0 0 0,-1-1 1 0 0,1 1-1 0 0,0-1 1 0 0,0 1-1 0 0,0-1 0 0 0,0 0 1 0 0,1 0-1 0 0,-1 0 0 0 0,6 3 1 0 0,-7-6-16 0 0,0 1 0 0 0,1 0 1 0 0,-1 0-1 0 0,0 0 0 0 0,0-1 1 0 0,1 1-1 0 0,-1-1 0 0 0,0 1 1 0 0,0-1-1 0 0,0 0 0 0 0,0 1 1 0 0,1-1-1 0 0,-1 0 0 0 0,0 0 0 0 0,0 0 1 0 0,0 1-1 0 0,0-3 0 0 0,21-19-87 0 0,-19 19 97 0 0,10-11-43 0 0,-3 2 76 0 0,1 0-1 0 0,0 2 1 0 0,0-1-1 0 0,1 1 1 0 0,20-13-1 0 0,-31 23 3 0 0,0 0-1 0 0,-1-1 0 0 0,1 1 0 0 0,0 0 0 0 0,0 0 1 0 0,-1 0-1 0 0,1-1 0 0 0,0 1 0 0 0,-1 0 1 0 0,1 0-1 0 0,0 0 0 0 0,0 0 0 0 0,-1 0 0 0 0,1 0 1 0 0,0 1-1 0 0,0-1 0 0 0,-1 0 0 0 0,1 0 1 0 0,0 0-1 0 0,-1 1 0 0 0,1-1 0 0 0,0 0 0 0 0,-1 1 1 0 0,1-1-1 0 0,0 1 0 0 0,-1-1 0 0 0,1 0 1 0 0,-1 1-1 0 0,1 0 0 0 0,-1-1 0 0 0,1 1 0 0 0,-1-1 1 0 0,1 1-1 0 0,-1-1 0 0 0,1 1 0 0 0,-1 0 1 0 0,0-1-1 0 0,0 1 0 0 0,1 0 0 0 0,-1 0 1 0 0,0-1-1 0 0,0 1 0 0 0,0 0 0 0 0,1-1 0 0 0,-1 1 1 0 0,0 1-1 0 0,5 43 437 0 0,-5-34-439 0 0,9 22-433 0 0</inkml:trace>
</inkml:ink>
</file>

<file path=ppt/ink/ink2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6.14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22 17 7834 0 0,'-11'-14'8438'0'0,"10"16"-8201"0"0,-7 26 5577 0 0,6-11-6560 0 0,4-11 782 0 0,-1-1 1 0 0,1 1-1 0 0,0 0 1 0 0,0-1-1 0 0,0 1 1 0 0,1-1 0 0 0,0 0-1 0 0,0 0 1 0 0,0 0-1 0 0,0 0 1 0 0,1 0-1 0 0,0-1 1 0 0,0 1-1 0 0,0-1 1 0 0,1 0 0 0 0,-1-1-1 0 0,1 1 1 0 0,0-1-1 0 0,9 5 1 0 0,-10-6-15 0 0,1 1 0 0 0,-1-1 0 0 0,1 0 0 0 0,0-1 0 0 0,-1 1 1 0 0,1-1-1 0 0,0 0 0 0 0,0 0 0 0 0,0-1 0 0 0,0 1 0 0 0,0-1 0 0 0,0 0 0 0 0,0-1 1 0 0,0 1-1 0 0,0-1 0 0 0,0 0 0 0 0,0 0 0 0 0,-1 0 0 0 0,1-1 0 0 0,0 0 0 0 0,-1 1 1 0 0,1-2-1 0 0,-1 1 0 0 0,5-4 0 0 0,-8 6-22 0 0,1-1 0 0 0,-1 0 1 0 0,0 0-1 0 0,0 0 0 0 0,0 0 0 0 0,0 0 1 0 0,0 0-1 0 0,0 0 0 0 0,-1 0 1 0 0,1-1-1 0 0,0 1 0 0 0,0 0 0 0 0,-1 0 1 0 0,1-1-1 0 0,-1 1 0 0 0,1 0 0 0 0,-1-1 1 0 0,0 1-1 0 0,1-1 0 0 0,-1 1 0 0 0,0 0 1 0 0,0-1-1 0 0,0 1 0 0 0,0-1 0 0 0,0-2 1 0 0,-1 1 0 0 0,-1 0 0 0 0,1 0 0 0 0,0 0 0 0 0,-1 0 0 0 0,1 0 0 0 0,-1 0 0 0 0,0 0 0 0 0,0 1 0 0 0,0-1 0 0 0,-5-4 0 0 0,-4-2-6 0 0,0 0 0 0 0,-1 0 0 0 0,0 1 0 0 0,-15-8 0 0 0,-20-7-3257 0 0</inkml:trace>
</inkml:ink>
</file>

<file path=ppt/ink/ink2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6.46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0 123 6449 0 0,'17'1'1580'0'0,"0"1"0"0"0,0 1 0 0 0,0 1 0 0 0,0 0 0 0 0,-1 1 0 0 0,1 1 0 0 0,-1 0 0 0 0,19 11 0 0 0,19 7 463 0 0,-59-32-1907 0 0,0 0 0 0 0,1 0 0 0 0,0 0 0 0 0,1-1 0 0 0,0 0 0 0 0,0 1 0 0 0,-1-10 0 0 0,3 11-288 0 0,0 0-1 0 0,0-1 1 0 0,1 1 0 0 0,0 0 0 0 0,1 0-1 0 0,-1 0 1 0 0,1-1 0 0 0,1 1 0 0 0,-1 0 0 0 0,1 0-1 0 0,0 0 1 0 0,1 1 0 0 0,4-9 0 0 0,0 4-416 0 0</inkml:trace>
</inkml:ink>
</file>

<file path=ppt/ink/ink2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6.65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 0 11522 0 0,'-3'63'3599'0'0,"1"-40"-1134"0"0,1 1 0 0 0,3 37 1 0 0,-1-58-2783 0 0,-1-1 0 0 0,1 1 1 0 0,0 0-1 0 0,0 0 0 0 0,1 0 0 0 0,-1-1 1 0 0,1 1-1 0 0,-1-1 0 0 0,4 5 0 0 0</inkml:trace>
</inkml:ink>
</file>

<file path=ppt/ink/ink2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6.82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0 10138 0 0,'-2'0'448'0'0,"2"1"96"0"0,0 1-440 0 0,0-1-104 0 0,0 1 0 0 0,3 0 705 0 0,-2 2 111 0 0,2 1 24 0 0,0 0 8 0 0,0 2-432 0 0,-1 0-96 0 0,1 0-8 0 0,1-2-8 0 0,-1 2-1968 0 0,1 1-384 0 0,0 3-89 0 0,-1 2-7 0 0</inkml:trace>
</inkml:ink>
</file>

<file path=ppt/ink/ink2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7.06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11 10138 0 0,'0'-1'67'0'0,"-1"1"-1"0"0,1 0 0 0 0,0 0 1 0 0,0 0-1 0 0,0 0 1 0 0,-1-1-1 0 0,1 1 1 0 0,0 0-1 0 0,0 0 0 0 0,0 0 1 0 0,0-1-1 0 0,-1 1 1 0 0,1 0-1 0 0,0 0 0 0 0,0-1 1 0 0,0 1-1 0 0,0 0 1 0 0,0-1-1 0 0,0 1 1 0 0,0 0-1 0 0,0 0 0 0 0,0-1 1 0 0,0 1-1 0 0,0 0 1 0 0,0 0-1 0 0,0-1 0 0 0,0 1 1 0 0,0 0-1 0 0,0-1 1 0 0,0 1-1 0 0,0 0 1 0 0,0 0-1 0 0,0-1 0 0 0,0 1 1 0 0,1 0-1 0 0,-1 0 1 0 0,0-1-1 0 0,0 1 0 0 0,0 0 1 0 0,0 0-1 0 0,1-1 1 0 0,11 7 2717 0 0,14 15 1036 0 0,-17-11-3398 0 0,-1 1 1 0 0,0 0-1 0 0,-1 0 0 0 0,0 0 1 0 0,-1 1-1 0 0,0 0 0 0 0,-1 0 1 0 0,0 1-1 0 0,5 22 0 0 0,-1 9-167 0 0,5 70-1 0 0,-1-3-1209 0 0,-10-97 259 0 0</inkml:trace>
</inkml:ink>
</file>

<file path=ppt/ink/ink2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57.57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8 117 6913 0 0,'-1'-1'64'0'0,"0"0"0"0"0,1 0-1 0 0,-1-1 1 0 0,0 1 0 0 0,0 0-1 0 0,1 0 1 0 0,-1 0-1 0 0,1-1 1 0 0,-1 1 0 0 0,1 0-1 0 0,0-1 1 0 0,0 1-1 0 0,-1 0 1 0 0,1-1 0 0 0,0 1-1 0 0,0-1 1 0 0,0 1-1 0 0,0 0 1 0 0,0-1 0 0 0,1 1-1 0 0,-1 0 1 0 0,0-1-1 0 0,1 1 1 0 0,-1 0 0 0 0,1 0-1 0 0,-1-1 1 0 0,1 1-1 0 0,0 0 1 0 0,-1 0 0 0 0,2-2-1 0 0,2-1 191 0 0,0 0-1 0 0,1 0 0 0 0,-1 0 0 0 0,1 1 1 0 0,-1-1-1 0 0,7-2 0 0 0,2-1-37 0 0,0 0-1 0 0,1 1 0 0 0,-1 1 0 0 0,1 0 1 0 0,0 1-1 0 0,1 1 0 0 0,-1 0 0 0 0,26-2 1 0 0,9 4-1947 0 0,63 5 1 0 0,-8 1-1173 0 0,-103-6 3116 0 0,1 1 1 0 0,-1 0-1 0 0,0 0 1 0 0,1 0-1 0 0,-1 1 0 0 0,0-1 1 0 0,1 0-1 0 0,-1 0 1 0 0,0 1-1 0 0,1-1 1 0 0,-1 1-1 0 0,0-1 0 0 0,0 1 1 0 0,1 0-1 0 0,-1-1 1 0 0,0 1-1 0 0,0 0 0 0 0,0 0 1 0 0,0 0-1 0 0,0 0 1 0 0,0 0-1 0 0,0 0 1 0 0,0 0-1 0 0,-1 0 0 0 0,1 0 1 0 0,0 0-1 0 0,-1 0 1 0 0,2 2-1 0 0,-1 3 544 0 0,1 0 0 0 0,-1-1 1 0 0,-1 1-1 0 0,1 0 0 0 0,-1 10 0 0 0,0-10-371 0 0,0 0 0 0 0,0 0 0 0 0,0-1 0 0 0,1 1 0 0 0,0 0 0 0 0,0 0 0 0 0,3 5-1 0 0,-3-10-348 0 0,-1 1-1 0 0,1 0 0 0 0,1-1 0 0 0,-1 1 0 0 0,0-1 1 0 0,0 1-1 0 0,1-1 0 0 0,-1 0 0 0 0,0 1 0 0 0,1-1 0 0 0,-1 0 1 0 0,1 0-1 0 0,0 0 0 0 0,-1 0 0 0 0,1-1 0 0 0,0 1 1 0 0,0 0-1 0 0,-1-1 0 0 0,1 1 0 0 0,0-1 0 0 0,0 1 1 0 0,0-1-1 0 0,0 0 0 0 0,0 0 0 0 0,0 0 0 0 0,3 0 0 0 0,3 0 46 0 0,-1-1 0 0 0,1 0 0 0 0,0 0-1 0 0,0 0 1 0 0,-1-1 0 0 0,1 0 0 0 0,-1-1-1 0 0,1 0 1 0 0,-1 0 0 0 0,0 0 0 0 0,0-1-1 0 0,0 0 1 0 0,8-7 0 0 0,-3 0 83 0 0,0 0 0 0 0,-1 0 1 0 0,0-1-1 0 0,-1-1 1 0 0,13-19-1 0 0,-23 32-161 0 0,1-1 1 0 0,-1 1-1 0 0,0-1 1 0 0,1 1-1 0 0,-1-1 1 0 0,0 1-1 0 0,1-1 1 0 0,-1 1-1 0 0,1-1 1 0 0,-1 1-1 0 0,1 0 1 0 0,-1-1-1 0 0,1 1 1 0 0,-1 0-1 0 0,1-1 1 0 0,-1 1-1 0 0,1 0 1 0 0,-1 0-1 0 0,1 0 1 0 0,0-1-1 0 0,-1 1 1 0 0,1 0-1 0 0,-1 0 1 0 0,1 0-1 0 0,0 0 1 0 0,-1 0-1 0 0,1 0 1 0 0,-1 0-1 0 0,1 0 0 0 0,0 1 1 0 0,17 13 314 0 0,10 32 266 0 0,-25-40-556 0 0,21 37 35 0 0,-10-19 82 0 0,0 0 0 0 0,-2 1 0 0 0,-1 1 0 0 0,10 31 0 0 0,-19-51-120 0 0,-1 1 0 0 0,0 0 0 0 0,1 0 0 0 0,-2 0 0 0 0,1 0 1 0 0,-1 0-1 0 0,0 0 0 0 0,-1 0 0 0 0,0 0 0 0 0,0 0 0 0 0,0 0 0 0 0,-1-1 0 0 0,0 1 1 0 0,0 0-1 0 0,-1-1 0 0 0,1 1 0 0 0,-2-1 0 0 0,1 0 0 0 0,-1 0 0 0 0,0 0 0 0 0,-7 9 0 0 0,-9 4-219 0 0,0-1-1 0 0,-2 0 1 0 0,0-2-1 0 0,0 0 0 0 0,-2-1 1 0 0,1-2-1 0 0,-2 0 0 0 0,0-2 1 0 0,-53 17-1 0 0,54-21-8304 0 0</inkml:trace>
</inkml:ink>
</file>

<file path=ppt/ink/ink2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1.35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289 24 5465 0 0,'-10'-1'7'0'0,"1"1"0"0"0,0 0-1 0 0,-1 0 1 0 0,1 1 0 0 0,0 0-1 0 0,0 1 1 0 0,-14 3 0 0 0,-6 2-7 0 0,17-5 40 0 0,-3 1 58 0 0,-1-1 1 0 0,-24 1-1 0 0,34-4 354 0 0,0 1 0 0 0,0-1 0 0 0,0 0 0 0 0,0 0 0 0 0,0-1-1 0 0,0 0 1 0 0,0 0 0 0 0,1 0 0 0 0,-11-6 0 0 0,-4 3 4694 0 0,30 6-4239 0 0,58 5-25 0 0,0 0-365 0 0,99-3 1 0 0,541-34 1638 0 0,-534 24-1666 0 0,-57 5-282 0 0,-117 2-254 0 0,0 0 0 0 0,0 1 0 0 0,0-1 0 0 0,-1 0-91 0 0,1 0 91 0 0,0 0 0 0 0,0 0 0 0 0,0 0 0 0 0,0 1 1 0 0,0-1-1 0 0,0 0 0 0 0,0 0 0 0 0,0 0 0 0 0,0 0 0 0 0,0 0 1 0 0,0 1-1 0 0,0-1 0 0 0,0 0 0 0 0,0 0 0 0 0,0 0 0 0 0,0 0 1 0 0,0 0-1 0 0,0 1 0 0 0,0-1 0 0 0,0 0 0 0 0,0 0 0 0 0,0 0 1 0 0,0 0-1 0 0,0 0 0 0 0,0 1 0 0 0,0-1 0 0 0,0 0 0 0 0,0 0 1 0 0,0 0-1 0 0,0 0 0 0 0,0 0 0 0 0,1 0 0 0 0,-1 1-91 0 0,0-1 91 0 0,0 0 0 0 0,0 0 0 0 0,0 0 0 0 0,0 0 1 0 0,1 0-1 0 0,-1 0 0 0 0,0 0 0 0 0,0 0 0 0 0</inkml:trace>
</inkml:ink>
</file>

<file path=ppt/ink/ink2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2.06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66 80 7834 0 0,'-7'-8'794'0'0,"-1"1"0"0"0,2-1 0 0 0,-10-14 1 0 0,-13-13 6397 0 0,41 58-3627 0 0,-1 26-3547 0 0,-7-30 273 0 0,14 97-280 0 0,-12-68 153 0 0,19 71-1 0 0,-21-106-427 0 0,0 1 0 0 0,2-1 0 0 0,-1 0 0 0 0,1 0 0 0 0,1 0 0 0 0,1-1 0 0 0,0 0 0 0 0,0 0 0 0 0,16 16 0 0 0</inkml:trace>
</inkml:ink>
</file>

<file path=ppt/ink/ink2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2.34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32 7370 0 0,'25'-31'10638'0'0,"-24"35"-10015"0"0,27 153 2671 0 0,4 86-2839 0 0,-16-119-440 0 0,-13-100-250 0 0,11 38-1 0 0,-12-54-369 0 0,0-1 0 0 0,1 0-1 0 0,0 0 1 0 0,1 0 0 0 0,-1 0 0 0 0,1-1 0 0 0,0 1 0 0 0,1-1 0 0 0,5 6 0 0 0</inkml:trace>
</inkml:ink>
</file>

<file path=ppt/ink/ink2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2.56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46 14283 0 0,'28'0'1704'0'0,"55"-9"-85"0"0,0-6-3850 0 0,-31 6-1887 0 0,-23 4 1894 0 0,1-2-16 0 0</inkml:trace>
</inkml:ink>
</file>

<file path=ppt/ink/ink2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2.90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113 1 6913 0 0,'-8'2'724'0'0,"1"1"0"0"0,0 1 0 0 0,0-1 0 0 0,0 1 0 0 0,0 1 0 0 0,0-1 0 0 0,1 1 0 0 0,0 0 0 0 0,0 0 0 0 0,0 1 0 0 0,1 0 0 0 0,0 0 0 0 0,0 0 0 0 0,1 1 0 0 0,-1 0 0 0 0,-3 7 0 0 0,7-12-673 0 0,0 0 0 0 0,0 1-1 0 0,0-1 1 0 0,0 0 0 0 0,1 1-1 0 0,-1-1 1 0 0,1 1 0 0 0,-1-1-1 0 0,1 1 1 0 0,0-1 0 0 0,0 1-1 0 0,0-1 1 0 0,0 1 0 0 0,1-1-1 0 0,-1 0 1 0 0,1 1 0 0 0,-1-1-1 0 0,1 1 1 0 0,0-1 0 0 0,0 0-1 0 0,0 1 1 0 0,0-1 0 0 0,0 0-1 0 0,1 0 1 0 0,-1 0 0 0 0,0 0-1 0 0,1 0 1 0 0,0 0 0 0 0,-1 0-1 0 0,1-1 1 0 0,0 1 0 0 0,0 0-1 0 0,0-1 1 0 0,0 0 0 0 0,3 2-1 0 0,1 1-21 0 0,1-1-1 0 0,-1 0 0 0 0,1 0 1 0 0,0 0-1 0 0,0-1 0 0 0,0 0 0 0 0,0 0 1 0 0,0-1-1 0 0,1 0 0 0 0,12 0 1 0 0,-12-1-2 0 0,1-1 0 0 0,-1 0 0 0 0,0 0 0 0 0,0-1 0 0 0,0 0 0 0 0,0 0 0 0 0,0-1 0 0 0,14-6 0 0 0,-20 8-29 0 0,0 0-1 0 0,0-1 1 0 0,-1 1 0 0 0,1 0-1 0 0,0-1 1 0 0,0 1 0 0 0,-1-1-1 0 0,1 0 1 0 0,-1 0 0 0 0,1 1-1 0 0,-1-1 1 0 0,0 0 0 0 0,0 0-1 0 0,0 0 1 0 0,0 0 0 0 0,0-1 0 0 0,0 1-1 0 0,0 0 1 0 0,-1 0 0 0 0,1 0-1 0 0,-1-1 1 0 0,0 1 0 0 0,1 0-1 0 0,-1-1 1 0 0,0 1 0 0 0,0 0-1 0 0,-1 0 1 0 0,1-1 0 0 0,0 1-1 0 0,-1 0 1 0 0,0-1 0 0 0,1 1 0 0 0,-1 0-1 0 0,0 0 1 0 0,-1-3 0 0 0,-1-1-15 0 0,-1 0 0 0 0,1-1 1 0 0,-1 2-1 0 0,0-1 1 0 0,0 0-1 0 0,-1 1 1 0 0,1 0-1 0 0,-1 0 0 0 0,0 0 1 0 0,-1 0-1 0 0,-9-6 1 0 0,10 8-354 0 0,0 1-1 0 0,0-1 1 0 0,1 1 0 0 0,-2 0 0 0 0,1 0 0 0 0,0 1 0 0 0,0 0 0 0 0,0 0 0 0 0,-10-1 0 0 0,-2 3-6101 0 0</inkml:trace>
</inkml:ink>
</file>

<file path=ppt/ink/ink2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3.18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29 41 6449 0 0,'-4'-2'139'0'0,"1"0"0"0"0,0 0 0 0 0,0-1 0 0 0,-1 0 0 0 0,2 1 0 0 0,-7-25 10693 0 0,19 41-9459 0 0,-7-7-1068 0 0,0 1 0 0 0,-1-1 1 0 0,0 1-1 0 0,0 0 0 0 0,0-1 0 0 0,-1 1 0 0 0,0 0 0 0 0,-1 12 0 0 0,-7 69 188 0 0,1-29-479 0 0,5-11-75 0 0,9 78 1 0 0,1-52-6415 0 0,-5-42-468 0 0</inkml:trace>
</inkml:ink>
</file>

<file path=ppt/ink/ink2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3.58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25 265 9218 0 0,'0'1'121'0'0,"-1"0"1"0"0,1 0-1 0 0,0 0 1 0 0,0 0-1 0 0,1 0 1 0 0,-1 0-1 0 0,0 0 1 0 0,0 0-1 0 0,0 0 1 0 0,1 0-1 0 0,-1 0 1 0 0,0 0-1 0 0,1 0 1 0 0,-1 0-1 0 0,1-1 1 0 0,-1 1-1 0 0,1 0 1 0 0,-1 0-1 0 0,1-1 1 0 0,-1 1-1 0 0,1 0 1 0 0,0 0-1 0 0,0-1 1 0 0,-1 1-1 0 0,1-1 0 0 0,0 1 1 0 0,0-1-1 0 0,0 1 1 0 0,1 0-1 0 0,26 13 3470 0 0,-23-14-3362 0 0,0 0 0 0 0,0 0 0 0 0,0 0 1 0 0,1 0-1 0 0,-1-1 0 0 0,0 0 0 0 0,-1 0 0 0 0,1 0 1 0 0,0 0-1 0 0,0-1 0 0 0,0 0 0 0 0,-1 0 1 0 0,1 0-1 0 0,-1-1 0 0 0,0 1 0 0 0,1-1 0 0 0,-1 0 1 0 0,0 0-1 0 0,-1-1 0 0 0,1 1 0 0 0,3-5 0 0 0,1 0-182 0 0,-2 0 0 0 0,1 0 0 0 0,-1-1 0 0 0,0 1 0 0 0,-1-1 0 0 0,0-1 0 0 0,0 1 0 0 0,-1-1 0 0 0,4-12 0 0 0,-7 15-47 0 0,0 0 0 0 0,-1 0 1 0 0,1 0-1 0 0,-1 0 1 0 0,-1 0-1 0 0,1 1 0 0 0,-1-1 1 0 0,0 0-1 0 0,-1 0 1 0 0,0 0-1 0 0,0 1 0 0 0,0-1 1 0 0,-1 1-1 0 0,0-1 1 0 0,0 1-1 0 0,-1 0 0 0 0,-4-6 1 0 0,6 9-4 0 0,0 1 1 0 0,0-1 0 0 0,0 1 0 0 0,0-1 0 0 0,0 1-1 0 0,-1 0 1 0 0,1 0 0 0 0,-1 0 0 0 0,0 0-1 0 0,1 1 1 0 0,-1-1 0 0 0,0 1 0 0 0,0-1-1 0 0,0 1 1 0 0,0 0 0 0 0,0 0 0 0 0,0 1 0 0 0,0-1-1 0 0,-1 0 1 0 0,1 1 0 0 0,0 0 0 0 0,0 0-1 0 0,-1 0 1 0 0,1 0 0 0 0,0 0 0 0 0,0 1-1 0 0,0 0 1 0 0,0-1 0 0 0,0 1 0 0 0,-1 0 0 0 0,1 0-1 0 0,1 1 1 0 0,-1-1 0 0 0,0 1 0 0 0,0-1-1 0 0,0 1 1 0 0,1 0 0 0 0,-4 3 0 0 0,-1 1-9 0 0,-1 0 1 0 0,1 0 0 0 0,0 1 0 0 0,1 0 0 0 0,0 0-1 0 0,0 1 1 0 0,0 0 0 0 0,1 0 0 0 0,0 0 0 0 0,1 0-1 0 0,0 1 1 0 0,0 0 0 0 0,1 0 0 0 0,-4 14 0 0 0,6-15-5 0 0,0 0 1 0 0,0-1 0 0 0,1 1-1 0 0,0 0 1 0 0,0 0 0 0 0,1-1-1 0 0,0 1 1 0 0,1 0 0 0 0,-1-1-1 0 0,1 1 1 0 0,1-1 0 0 0,-1 0-1 0 0,1 0 1 0 0,1 0 0 0 0,-1 0-1 0 0,1 0 1 0 0,1-1 0 0 0,6 9-1 0 0,-5-8-252 0 0,0 0-1 0 0,1-1 1 0 0,0 0 0 0 0,0 0-1 0 0,0-1 1 0 0,1 0 0 0 0,-1 0-1 0 0,1 0 1 0 0,1-1-1 0 0,-1-1 1 0 0,0 1 0 0 0,1-1-1 0 0,0-1 1 0 0,-1 0-1 0 0,1 0 1 0 0,0 0 0 0 0,17-1-1 0 0,7 0-5856 0 0</inkml:trace>
</inkml:ink>
</file>

<file path=ppt/ink/ink2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43.88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146 21 2761 0 0,'1'-1'160'0'0,"-1"1"0"0"0,0 0 0 0 0,1-1 0 0 0,-1 1 0 0 0,0-1 1 0 0,0 1-1 0 0,0-1 0 0 0,1 1 0 0 0,-1-1 0 0 0,0 1 1 0 0,0-1-1 0 0,0 1 0 0 0,0-1 0 0 0,0 1 0 0 0,0-1 0 0 0,0 1 1 0 0,0-1-1 0 0,0 1 0 0 0,0-1 0 0 0,0 1 0 0 0,-1-1 0 0 0,1 1 1 0 0,0-1-1 0 0,0 1 0 0 0,0-1 0 0 0,-1 1 0 0 0,1 0 1 0 0,0-1-1 0 0,0 1 0 0 0,-1-1 0 0 0,1 1 0 0 0,-1-1 0 0 0,-17-4 3821 0 0,-22 11 47 0 0,33-3-3585 0 0,0 1-1 0 0,-1 0 1 0 0,1 0-1 0 0,1 0 1 0 0,-1 1-1 0 0,1 0 1 0 0,-1 0-1 0 0,2 0 1 0 0,-7 7-1 0 0,11-10-395 0 0,-1-1 0 0 0,1 1-1 0 0,0 0 1 0 0,-1 0 0 0 0,1 0-1 0 0,0 0 1 0 0,0 0 0 0 0,0 0-1 0 0,1 0 1 0 0,-1 0-1 0 0,0 0 1 0 0,1 0 0 0 0,-1 0-1 0 0,1 0 1 0 0,0 0 0 0 0,0 1-1 0 0,0-1 1 0 0,0 0 0 0 0,0 0-1 0 0,0 0 1 0 0,0 1 0 0 0,1-1-1 0 0,-1 0 1 0 0,1 0-1 0 0,0 0 1 0 0,-1 0 0 0 0,1 0-1 0 0,0 0 1 0 0,0 0 0 0 0,0 0-1 0 0,1 0 1 0 0,-1 0 0 0 0,0-1-1 0 0,1 1 1 0 0,-1 0-1 0 0,4 2 1 0 0,9 7-59 0 0,1 0 0 0 0,0-1 0 0 0,26 13 0 0 0,-28-16-204 0 0,0 0 0 0 0,0 0 0 0 0,-1 1 1 0 0,0 1-1 0 0,-1 0 0 0 0,18 18 0 0 0,-28-26 188 0 0,0 1 1 0 0,1-1-1 0 0,-1 1 1 0 0,0 0-1 0 0,0-1 1 0 0,0 1-1 0 0,0 0 0 0 0,0 0 1 0 0,-1 0-1 0 0,1 0 1 0 0,-1-1-1 0 0,1 1 0 0 0,-1 0 1 0 0,1 0-1 0 0,-1 0 1 0 0,0 0-1 0 0,0 0 0 0 0,0 0 1 0 0,0 0-1 0 0,-1 0 1 0 0,1 0-1 0 0,0 0 0 0 0,-1 0 1 0 0,1 0-1 0 0,-1 0 1 0 0,0 0-1 0 0,0 0 0 0 0,0 0 1 0 0,0 0-1 0 0,0-1 1 0 0,0 1-1 0 0,0 0 0 0 0,0-1 1 0 0,-1 1-1 0 0,1-1 1 0 0,-1 0-1 0 0,1 1 0 0 0,-1-1 1 0 0,1 0-1 0 0,-1 0 1 0 0,-2 1-1 0 0,-7 6 12 0 0,-2-1 0 0 0,1 0-1 0 0,-1-1 1 0 0,-19 7 0 0 0,-29 5-1404 0 0,28-10-5021 0 0</inkml:trace>
</inkml:ink>
</file>

<file path=ppt/ink/ink2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7:51.39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73 173 3225 0 0,'-15'-52'1227'0'0,"9"32"1142"0"0,1 0 1 0 0,-5-40-1 0 0,10 59-2198 0 0,0-1 1 0 0,-1 1 0 0 0,1 0-1 0 0,0 0 1 0 0,0 0 0 0 0,0-1-1 0 0,-1 1 1 0 0,1 0 0 0 0,-1 0-1 0 0,1 0 1 0 0,-1 0 0 0 0,1 0-1 0 0,-1 0 1 0 0,1 0 0 0 0,-1 0-1 0 0,-1-2 1 0 0,-4 5 1645 0 0,2 11-870 0 0,-12 189 876 0 0,13-128-1452 0 0,5 656 981 0 0,15-513-1274 0 0,55 261 0 0 0,14 171 187 0 0,-86-644-264 0 0,8 568 1725 0 0,-12-558-3557 0 0</inkml:trace>
</inkml:ink>
</file>

<file path=ppt/ink/ink2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7:53.22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60 22 6913 0 0,'-3'-1'153'0'0,"1"1"0"0"0,-1 0 0 0 0,1 0-1 0 0,-1 0 1 0 0,1 0 0 0 0,-1 0 0 0 0,1 0-1 0 0,0 1 1 0 0,-1-1 0 0 0,1 1-1 0 0,0-1 1 0 0,-1 1 0 0 0,1 0 0 0 0,0 0-1 0 0,0 0 1 0 0,-1 0 0 0 0,1 1 0 0 0,0-1-1 0 0,-3 4 1 0 0,4-4-128 0 0,0-1 0 0 0,0 1 1 0 0,0 0-1 0 0,1 0 0 0 0,-1 1 0 0 0,0-1 1 0 0,1 0-1 0 0,-1 0 0 0 0,1 0 0 0 0,-1 0 1 0 0,1 1-1 0 0,-1-1 0 0 0,1 0 0 0 0,0 0 0 0 0,0 1 1 0 0,0-1-1 0 0,-1 0 0 0 0,1 0 0 0 0,0 1 1 0 0,1-1-1 0 0,-1 0 0 0 0,0 0 0 0 0,0 1 0 0 0,0-1 1 0 0,1 0-1 0 0,-1 0 0 0 0,1 1 0 0 0,-1-1 1 0 0,1 0-1 0 0,-1 0 0 0 0,1 0 0 0 0,0 0 1 0 0,0 0-1 0 0,-1 0 0 0 0,1 0 0 0 0,0 0 0 0 0,0 0 1 0 0,0 0-1 0 0,0 0 0 0 0,1 0 0 0 0,3 2-29 0 0,-1 0 0 0 0,0 0 0 0 0,1-1-1 0 0,-1 0 1 0 0,1 0 0 0 0,0 0-1 0 0,0 0 1 0 0,0-1 0 0 0,0 0 0 0 0,0 0-1 0 0,0 0 1 0 0,0-1 0 0 0,0 1 0 0 0,7-2-1 0 0,13 0 53 0 0,39-7 0 0 0,-51 6 50 0 0,466-38 2819 0 0,2 37-1296 0 0,212-10-1133 0 0,-146-20-165 0 0,-1 32 952 0 0,-124 24-50 0 0,197 7 197 0 0,-432-30-905 0 0,249-32 0 0 0,-370 22-313 0 0,-38 5-199 0 0,1 1 1 0 0,-1 1-1 0 0,1 1 0 0 0,0 1 0 0 0,33 5 1 0 0,-62-4-29 0 0,1 0 0 0 0,-1-1 0 0 0,1 1 0 0 0,-1 0 0 0 0,0 0 0 0 0,1 0 0 0 0,-1 0 0 0 0,1 0 0 0 0,-1 0 0 0 0,1 0 0 0 0,-1 0 0 0 0,1 0 0 0 0,-1 1 0 0 0,0-1 0 0 0,1 0 0 0 0,-1 0 0 0 0,1 0 0 0 0,-1 0 0 0 0,1 1 0 0 0,-1-1 0 0 0,0 0 0 0 0,1 0 0 0 0,-1 1 0 0 0,0-1 0 0 0,1 0 0 0 0,-1 1 0 0 0,0-1 0 0 0,1 0 0 0 0,-1 1 0 0 0,0-1 0 0 0,0 0 0 0 0,1 1 0 0 0,-1-1 0 0 0,0 1 0 0 0,0-1 0 0 0,0 0 0 0 0,0 1 0 0 0,0-1 0 0 0,1 1 0 0 0,-1-1 0 0 0,0 1 0 0 0,0-1 0 0 0,0 1 0 0 0,0-1 0 0 0,0 0 0 0 0,0 1 0 0 0,0-1 0 0 0,-1 1 0 0 0,1-1 0 0 0,0 1 0 0 0,0-1 0 0 0,0 0 0 0 0,0 1 0 0 0,0-1 0 0 0,-1 1 0 0 0,1-1 0 0 0,0 0 0 0 0,0 1 0 0 0,-1-1 0 0 0,1 1 0 0 0,0-1 0 0 0,-1 0 0 0 0,1 0 0 0 0,0 1 0 0 0,-1-1 0 0 0,1 0 0 0 0,0 0 0 0 0,-1 1 0 0 0,-2 1-952 0 0,0 1 0 0 0,0-1 1 0 0,0 0-1 0 0,-1 0 0 0 0,1 0 1 0 0,-8 2-1 0 0</inkml:trace>
</inkml:ink>
</file>

<file path=ppt/ink/ink2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7:54.19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 1840 0 0,'3'0'160'0'0,"-2"0"-160"0"0,0 0 0 0 0,1 0-192 0 0,-1 1-80 0 0,0-1-16 0 0,2 0 0 0 0,1 2 160 0 0,-2-1 32 0 0,-1-1 368 0 0</inkml:trace>
</inkml:ink>
</file>

<file path=ppt/ink/ink2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7:55.83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5067 1 3681 0 0,'0'0'0'0'0,"0"-1"0"0"0,1 1 1 0 0,-1 0-1 0 0,0 0 1 0 0,0 0-1 0 0,0 0 0 0 0,1 0 1 0 0,-1 0-1 0 0,0 0 0 0 0,0 0 1 0 0,1 0-1 0 0,-1 1 0 0 0,0-1 1 0 0,0 0-1 0 0,1 0 0 0 0,-1 0 1 0 0,0 0-1 0 0,0 0 0 0 0,0 0 1 0 0,1 0-1 0 0,-1 1 1 0 0,0-1-1 0 0,0 0 0 0 0,0 0 1 0 0,1 0-1 0 0,-1 0 0 0 0,0 1 1 0 0,0-1-1 0 0,0 0 0 0 0,0 0 1 0 0,0 0-1 0 0,1 1 0 0 0,-1-1 1 0 0,0 0-1 0 0,0 0 0 0 0,0 1 1 0 0,0-1-1 0 0,0 0 1 0 0,-5 11-75 0 0,4-10 62 0 0,0 1 0 0 0,-1-1 1 0 0,1 1-1 0 0,-1-1 0 0 0,1 1 1 0 0,-1-1-1 0 0,1 0 0 0 0,-1 0 1 0 0,0 0-1 0 0,0 0 0 0 0,-2 1 1 0 0,-8-1 494 0 0,12-4 540 0 0,3-6-6 0 0,1 11-90 0 0,2 0-343 0 0,-1 1 0 0 0,0 1 1 0 0,-1-1-1 0 0,1 1 0 0 0,-1 0 1 0 0,1 0-1 0 0,-1 0 0 0 0,0 0 1 0 0,-1 1-1 0 0,1 0 0 0 0,-1 0 1 0 0,0 0-1 0 0,3 6 0 0 0,-1-1-100 0 0,0 1 0 0 0,-1 0 0 0 0,-1 0 0 0 0,1 0-1 0 0,2 22 1 0 0,-3-17-135 0 0,0-1 0 0 0,9 24-1 0 0,0-10-41 0 0,0-5-47 0 0,-2 0 0 0 0,-1 1 0 0 0,-1 1 0 0 0,-1 0 0 0 0,-1 0 0 0 0,3 35 0 0 0,-10 229 355 0 0,-2-34-335 0 0,22 21-3 0 0,86 436 1 0 0,-95-648-211 0 0,-2-1-1 0 0,-1 76 1 0 0,-15 130 85 0 0,7-243-152 0 0,1-1 0 0 0,2 1 0 0 0,0-1 0 0 0,2 0 0 0 0,1 0 0 0 0,1 0 0 0 0,1 0 0 0 0,18 41 0 0 0,-22-59 30 0 0,-1-1 0 0 0,0 1 1 0 0,-1 0-1 0 0,0 0 0 0 0,0 0 0 0 0,0 0 1 0 0,-1-1-1 0 0,0 1 0 0 0,-1 0 0 0 0,0 0 1 0 0,0 0-1 0 0,-1 0 0 0 0,0 0 0 0 0,-5 13 1 0 0,0 6 15 0 0,6-23-47 0 0,0-1-1 0 0,1 1 1 0 0,0 0 0 0 0,0-1-1 0 0,0 1 1 0 0,0-1 0 0 0,1 1-1 0 0,-1 0 1 0 0,1-1 0 0 0,0 1-1 0 0,0-1 1 0 0,0 0 0 0 0,0 1-1 0 0,1-1 1 0 0,-1 0 0 0 0,4 5-1 0 0,8 21-11 0 0,-13-29 13 0 0,1 0 0 0 0,-1 0 0 0 0,0 1 0 0 0,0-1 0 0 0,0 0 0 0 0,0 0 0 0 0,0 1 0 0 0,0-1 0 0 0,0 0 0 0 0,0 0 0 0 0,0 1 0 0 0,0-1 0 0 0,0 0 0 0 0,0 0 0 0 0,0 1 0 0 0,0-1 0 0 0,0 0 0 0 0,0 0 0 0 0,0 1 0 0 0,0-1 0 0 0,0 0 0 0 0,0 0 0 0 0,0 0 0 0 0,0 1 0 0 0,0-1 0 0 0,0 0 0 0 0,0 0 0 0 0,-1 1 0 0 0,1-1 0 0 0,0 0 0 0 0,0 0 0 0 0,0 0 0 0 0,0 0 0 0 0,-1 1 0 0 0,1-1 0 0 0,0 0 0 0 0,0 0 0 0 0,0 0 0 0 0,-1 0 0 0 0,1 0 0 0 0,0 1 0 0 0,0-1 0 0 0,0 0 0 0 0,-1 0 0 0 0,1 0 0 0 0,0 0 0 0 0,0 0 0 0 0,-1 0 0 0 0,1 0 0 0 0,0 0 0 0 0,0 0 0 0 0,-1 0 0 0 0,1 0 0 0 0,0 0 0 0 0,0 0 0 0 0,-1 0 0 0 0,1 0 0 0 0,-66 12-80 0 0,-1-3 0 0 0,-112 2 0 0 0,-236 5-56 0 0,205-12 106 0 0,-85 5-20 0 0,40-6 55 0 0,37-1-30 0 0,-60 0-255 0 0,-28 0 117 0 0,84 3-16 0 0,-33 1 5 0 0,-504 20-306 0 0,415-16 488 0 0,-51 2-451 0 0,57-6 93 0 0,154-7 604 0 0,18-2-146 0 0,-191-2 1749 0 0,348 4-1875 0 0,-10 1 108 0 0,9 0-87 0 0,1 0 1 0 0,-1-1-1 0 0,0 1 1 0 0,1-2 0 0 0,0 0-1 0 0,-15-4 1 0 0</inkml:trace>
</inkml:ink>
</file>

<file path=ppt/ink/ink2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05.29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1203 13 3041 0 0,'6'-9'4105'0'0,"-6"8"-3864"0"0,1 1 1 0 0,0 0-1 0 0,-1-1 1 0 0,1 1-1 0 0,-1 0 1 0 0,1 0-1 0 0,0-1 1 0 0,-1 1-1 0 0,1 0 1 0 0,0 0-1 0 0,0 0 1 0 0,17 11 4974 0 0,-4-2-6168 0 0,-6-2 993 0 0,0 0 0 0 0,0 0-1 0 0,0 1 1 0 0,-1 0 0 0 0,0 1-1 0 0,0 0 1 0 0,-1 0 0 0 0,0 0-1 0 0,-1 0 1 0 0,0 1 0 0 0,0 0-1 0 0,-1 0 1 0 0,-1 0 0 0 0,1 1-1 0 0,2 17 1 0 0,0 11 257 0 0,-1 0 1 0 0,0 79-1 0 0,-6-98-181 0 0,0 0 1 0 0,-2 0-1 0 0,0 0 0 0 0,-1 0 1 0 0,-1 0-1 0 0,-1-1 1 0 0,0 1-1 0 0,-2-1 0 0 0,0-1 1 0 0,-1 0-1 0 0,-1 0 0 0 0,-1-1 1 0 0,-15 19-1 0 0,9-14 112 0 0,-2-2 0 0 0,0 0 0 0 0,-1-1 1 0 0,-2-1-1 0 0,1-1 0 0 0,-2-1 0 0 0,0-1 0 0 0,-1-1 0 0 0,-30 13 0 0 0,-15 2 109 0 0,-3-3 0 0 0,-139 32 1 0 0,-156-2 1267 0 0,76-14-525 0 0,291-42-1166 0 0,-1 0-1 0 0,1 1 0 0 0,0-1 0 0 0,0 0 0 0 0,-1 0 1 0 0,1 0-1 0 0,0 0 0 0 0,-1 0 0 0 0,1 0 1 0 0,0 0-1 0 0,-1 0 0 0 0,1 0 0 0 0,0 0 0 0 0,0 0 1 0 0,-1 0-1 0 0,1 0 0 0 0,0-1 0 0 0,-1 1 0 0 0,1 0 1 0 0,0 0-1 0 0,0 0 0 0 0,-1 0 0 0 0,1 0 1 0 0,0 0-1 0 0,0-1 0 0 0,-1 1 0 0 0,1 0 0 0 0,0 0 1 0 0,0 0-1 0 0,-1-1 0 0 0</inkml:trace>
</inkml:ink>
</file>

<file path=ppt/ink/ink2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06.53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71 52 5065 0 0,'4'-20'1961'0'0,"-3"19"-1664"0"0,-1-1-1 0 0,1 1 1 0 0,-1 0 0 0 0,1 0 0 0 0,-1-1 0 0 0,0 1-1 0 0,0 0 1 0 0,0-1 0 0 0,1 1 0 0 0,-1 0 0 0 0,-1-1-1 0 0,1 1 1 0 0,0 0 0 0 0,0-1 0 0 0,0 1 0 0 0,-1 0 0 0 0,1-1-1 0 0,-1 1 1 0 0,1 0 0 0 0,-2-3 0 0 0,2 4-244 0 0,0 0 1 0 0,0 0-1 0 0,0 0 0 0 0,0 0 1 0 0,0 0-1 0 0,-1-1 1 0 0,1 1-1 0 0,0 0 0 0 0,0 0 1 0 0,0 0-1 0 0,0 0 1 0 0,0 0-1 0 0,-1 0 0 0 0,1 0 1 0 0,0 0-1 0 0,0 0 1 0 0,0 0-1 0 0,0 0 0 0 0,-1-1 1 0 0,1 1-1 0 0,0 0 1 0 0,0 0-1 0 0,0 0 1 0 0,-1 0-1 0 0,1 0 0 0 0,0 1 1 0 0,0-1-1 0 0,0 0 1 0 0,0 0-1 0 0,-1 0 0 0 0,1 0 1 0 0,0 0-1 0 0,0 0 1 0 0,0 0-1 0 0,0 0 0 0 0,0 0 1 0 0,-1 0-1 0 0,1 0 1 0 0,0 0-1 0 0,0 1 0 0 0,0-1 1 0 0,0 0-1 0 0,-1 0 1 0 0,-6 11 907 0 0,-4 10-369 0 0,0 14-442 0 0,1 0-1 0 0,1 1 1 0 0,2 1-1 0 0,2-1 1 0 0,1 1-1 0 0,2-1 1 0 0,2 1-1 0 0,1 0 1 0 0,1 0-1 0 0,3 0 1 0 0,15 61-1 0 0,-10-60-126 0 0,1-1 0 0 0,3-1 0 0 0,1 0 0 0 0,29 51 0 0 0,-29-64-7 0 0,0-1 0 0 0,1-1 1 0 0,1-1-1 0 0,1 0 0 0 0,0-1 1 0 0,2-1-1 0 0,32 24 0 0 0,-27-26 3 0 0,1-1 1 0 0,1-1-1 0 0,0-1 0 0 0,0-2 0 0 0,1 0 0 0 0,1-2 0 0 0,-1-1 0 0 0,1-1 0 0 0,1-2 0 0 0,43 3 0 0 0,27-5 159 0 0,179-17 0 0 0,-123 2 19 0 0,64 10-62 0 0,-47 2 133 0 0,-168 0-323 0 0,67-5 744 0 0,-67 4-844 0 0,0 0-1 0 0,0 0 1 0 0,0 0 0 0 0,0-1 0 0 0,0 0-1 0 0,0 0 1 0 0,-1 0 0 0 0,1 0-1 0 0,-1-1 1 0 0,0 0 0 0 0,7-5-1 0 0</inkml:trace>
</inkml:ink>
</file>

<file path=ppt/ink/ink2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07.16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51 50 3225 0 0,'-5'-4'844'0'0,"1"0"0"0"0,0 0 0 0 0,-1-1 0 0 0,1 1 1 0 0,-5-9-1 0 0,-1-3 3733 0 0,20 51 1292 0 0,-9 6-3735 0 0,-11 49-2770 0 0,4-47 1164 0 0,3-22-515 0 0,2-1 0 0 0,0 1 0 0 0,1 0 1 0 0,2-1-1 0 0,0 1 0 0 0,1-1 0 0 0,6 24 0 0 0,-3-26-1568 0 0,1 1 0 0 0,11 21 0 0 0</inkml:trace>
</inkml:ink>
</file>

<file path=ppt/ink/ink2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07.53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24 24 5065 0 0,'-1'0'143'0'0,"0"0"1"0"0,1 0-1 0 0,-1 0 0 0 0,0 0 0 0 0,0 0 1 0 0,0 0-1 0 0,0 0 0 0 0,0 0 0 0 0,0 0 1 0 0,1 0-1 0 0,-1 0 0 0 0,0 0 0 0 0,0 1 1 0 0,0-1-1 0 0,0 0 0 0 0,1 1 0 0 0,-1-1 1 0 0,0 1-1 0 0,0-1 0 0 0,1 1 0 0 0,-1-1 1 0 0,0 1-1 0 0,1-1 0 0 0,-1 1 1 0 0,1 0-1 0 0,-1-1 0 0 0,0 1 0 0 0,1 0 1 0 0,0 0-1 0 0,-1 0 0 0 0,1 0 28 0 0,0 0-1 0 0,1 1 1 0 0,-1-1-1 0 0,0 0 1 0 0,1 0 0 0 0,-1 0-1 0 0,1 0 1 0 0,-1 0-1 0 0,1 0 1 0 0,0 0 0 0 0,-1-1-1 0 0,1 1 1 0 0,0 0-1 0 0,0 0 1 0 0,0 0 0 0 0,-1-1-1 0 0,1 1 1 0 0,0 0-1 0 0,0-1 1 0 0,0 1 0 0 0,0-1-1 0 0,0 1 1 0 0,0-1-1 0 0,2 1 1 0 0,31 18 684 0 0,-2 1 0 0 0,0 2 0 0 0,-1 1 0 0 0,45 45 0 0 0,-14-14-181 0 0,-31-25-486 0 0,-13-12 227 0 0,28 21-1 0 0,-41-35-289 0 0,-1 1-1 0 0,1-1 1 0 0,0-1-1 0 0,0 1 1 0 0,0-1-1 0 0,0 0 1 0 0,0 0-1 0 0,1 0 1 0 0,-1-1-1 0 0,0 0 1 0 0,11 1-1 0 0,-13-2-75 0 0,-1 0 0 0 0,1-1 0 0 0,-1 0 0 0 0,1 1 0 0 0,0-1 0 0 0,-1 0 0 0 0,0 0 0 0 0,1 0 0 0 0,-1 0 0 0 0,0-1-1 0 0,0 1 1 0 0,1-1 0 0 0,-1 1 0 0 0,0-1 0 0 0,0 0 0 0 0,-1 0 0 0 0,1 0 0 0 0,0 0 0 0 0,-1 0 0 0 0,1 0 0 0 0,-1 0 0 0 0,0-1 0 0 0,1 1 0 0 0,-1 0 0 0 0,0-1-1 0 0,0 1 1 0 0,0-4 0 0 0,3-8 19 0 0,0-1 0 0 0,-1 0 0 0 0,2-21 0 0 0,-4 30-24 0 0,3-92 103 0 0,-3 25-2078 0 0,5 24-3985 0 0,-2 30-635 0 0</inkml:trace>
</inkml:ink>
</file>

<file path=ppt/ink/ink2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07.81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66 10594 0 0,'29'-10'2321'0'0,"0"2"0"0"0,48-8 0 0 0,11-3-1850 0 0,-75 18-2320 0 0,-11 1 1700 0 0,0 0-1 0 0,0 0 1 0 0,0 0 0 0 0,0 0 0 0 0,0 0 0 0 0,0 0 0 0 0,0-1 0 0 0,0 1 0 0 0,0-1-1 0 0,-1 1 1 0 0,1-1 0 0 0,0 0 0 0 0,2-1 0 0 0,-2-4 69 0 0</inkml:trace>
</inkml:ink>
</file>

<file path=ppt/ink/ink2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08.03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0 9674 0 0,'-1'7'668'0'0,"0"-1"0"0"0,0 1 1 0 0,1-1-1 0 0,0 1 0 0 0,0-1 0 0 0,1 1 0 0 0,0-1 1 0 0,0 1-1 0 0,0-1 0 0 0,4 10 0 0 0,1 17 1723 0 0,7 117-969 0 0,-6-45-3904 0 0,7-3-4016 0 0,-6-65 3747 0 0</inkml:trace>
</inkml:ink>
</file>

<file path=ppt/ink/ink2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08.79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45 3 3225 0 0,'-7'-3'14634'0'0,"2"21"-11699"0"0,0 25-3231 0 0,-6 121 769 0 0,-4 99-4120 0 0,15-254 3219 0 0,-1-1-260 0 0,1 0 1 0 0,0 0-1 0 0,0 1 0 0 0,0-1 0 0 0,1 0 0 0 0,1 0 0 0 0,-1 0 1 0 0,1-1-1 0 0,1 1 0 0 0,4 12 0 0 0,-3-14-816 0 0</inkml:trace>
</inkml:ink>
</file>

<file path=ppt/ink/ink2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09.18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12 262 8754 0 0,'-12'-13'1074'0'0,"14"4"1441"0"0,-1 8-2398 0 0,0 1 0 0 0,0-1 0 0 0,0 1 1 0 0,0 0-1 0 0,0-1 0 0 0,1 1 0 0 0,-1 0 0 0 0,0 0 0 0 0,0 0 0 0 0,0 0 0 0 0,0 0 0 0 0,1 0 1 0 0,-1 0-1 0 0,0 1 0 0 0,0-1 0 0 0,0 0 0 0 0,0 1 0 0 0,0-1 0 0 0,0 1 0 0 0,0-1 1 0 0,0 1-1 0 0,0-1 0 0 0,2 2 0 0 0,17 13 270 0 0,0 0 1 0 0,-2 2-1 0 0,0 0 1 0 0,-1 1-1 0 0,0 1 1 0 0,18 27-1 0 0,43 46 112 0 0,-72-85-523 0 0,1-1 0 0 0,0 0 0 0 0,1 0 0 0 0,-1 0 0 0 0,1-1 0 0 0,0 0 0 0 0,12 5 0 0 0,-18-9 59 0 0,0 0 1 0 0,0-1-1 0 0,0 1 1 0 0,0-1-1 0 0,0 1 0 0 0,0-1 1 0 0,0 0-1 0 0,0 0 1 0 0,0 0-1 0 0,0 0 0 0 0,0 0 1 0 0,1-1-1 0 0,-1 1 1 0 0,0 0-1 0 0,0-1 1 0 0,0 0-1 0 0,0 1 0 0 0,-1-1 1 0 0,1 0-1 0 0,0 0 1 0 0,0 0-1 0 0,0 0 0 0 0,-1 0 1 0 0,1-1-1 0 0,0 1 1 0 0,-1 0-1 0 0,1-1 1 0 0,-1 1-1 0 0,0-1 0 0 0,1 0 1 0 0,-1 1-1 0 0,0-1 1 0 0,0 0-1 0 0,0 0 0 0 0,0 0 1 0 0,-1 0-1 0 0,1 1 1 0 0,0-1-1 0 0,0-4 1 0 0,4-10 259 0 0,-1 0 1 0 0,-1 0 0 0 0,0-1 0 0 0,-1 1 0 0 0,0-23 0 0 0,-6-84 581 0 0,3 107-722 0 0,-4-37-142 0 0,-20-84 0 0 0,25 136-72 0 0,-4-24-631 0 0,3 24 469 0 0,1 0 0 0 0,0 0 0 0 0,0 0 0 0 0,0 0 0 0 0,0 0 0 0 0,0 0 0 0 0,0 0 0 0 0,1 0 0 0 0,-1 0 1 0 0,0 0-1 0 0,0 0 0 0 0,1 0 0 0 0,-1 0 0 0 0,0 0 0 0 0,1 0 0 0 0,-1 1 0 0 0,1-1 0 0 0,-1 0 0 0 0,1 0 0 0 0,0 0 0 0 0,0 0 0 0 0</inkml:trace>
</inkml:ink>
</file>

<file path=ppt/ink/ink2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09.49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 48 10594 0 0,'0'0'37'0'0,"0"0"-1"0"0,-1 0 0 0 0,1 0 1 0 0,0 0-1 0 0,0 0 0 0 0,-1 0 1 0 0,1 0-1 0 0,0 0 0 0 0,0 0 1 0 0,-1 0-1 0 0,1 0 0 0 0,0 0 1 0 0,-1 0-1 0 0,1-1 0 0 0,0 1 0 0 0,0 0 1 0 0,-1 0-1 0 0,1 0 0 0 0,0 0 1 0 0,0 0-1 0 0,0-1 0 0 0,-1 1 1 0 0,1 0-1 0 0,0 0 0 0 0,0 0 1 0 0,0 0-1 0 0,-1-1 0 0 0,1 1 1 0 0,0 0-1 0 0,0 0 0 0 0,0-1 1 0 0,0 1-1 0 0,0 0 0 0 0,0 0 1 0 0,0-1-1 0 0,0 1 0 0 0,-1 0 1 0 0,1 0-1 0 0,0-1 0 0 0,0 1 1 0 0,0 0-1 0 0,0-1 0 0 0,0 1 1 0 0,0 0-1 0 0,0 0 0 0 0,0-1 1 0 0,1 1-1 0 0,-1 0 0 0 0,0 0 1 0 0,0-1-1 0 0,0 1 0 0 0,0 0 1 0 0,0 0-1 0 0,1-1 0 0 0,18-12 1659 0 0,29-7 478 0 0,-34 18-2318 0 0,0 1 1 0 0,0 0 0 0 0,1 0 0 0 0,-1 2 0 0 0,0 0 0 0 0,19 3 0 0 0,-21-2-1303 0 0</inkml:trace>
</inkml:ink>
</file>

<file path=ppt/ink/ink2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09.73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 12899 0 0,'3'1'584'0'0,"-1"1"0"0"0,1 0 0 0 0,-1 0 0 0 0,1 1 0 0 0,-1-1 0 0 0,0 0 0 0 0,1 1 1 0 0,-1-1-1 0 0,0 1 0 0 0,-1 0 0 0 0,1-1 0 0 0,2 6 0 0 0,0 1-35 0 0,0 2-1 0 0,0-1 1 0 0,3 17-1 0 0,-1 5-693 0 0,2 59 1 0 0,-6-61-1501 0 0,1 1-5808 0 0</inkml:trace>
</inkml:ink>
</file>

<file path=ppt/ink/ink2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11.22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7834 0 0,'12'26'9958'0'0,"9"69"-7723"0"0,-7 114-166 0 0,-3-16-2553 0 0,-7-164-1399 0 0,2-1 0 0 0,12 40 0 0 0</inkml:trace>
</inkml:ink>
</file>

<file path=ppt/ink/ink2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11.54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0 189 6913 0 0,'1'-5'183'0'0,"0"-1"0"0"0,0 1 0 0 0,1 0 0 0 0,-1-1 0 0 0,1 1 0 0 0,0 0-1 0 0,1 0 1 0 0,-1 0 0 0 0,1 1 0 0 0,0-1 0 0 0,0 0 0 0 0,0 1-1 0 0,1 0 1 0 0,7-7 0 0 0,-1 1 580 0 0,1 0-1 0 0,1 0 1 0 0,-1 2 0 0 0,19-11 0 0 0,-13 10-86 0 0,-1 0 0 0 0,2 2 0 0 0,-1 0 0 0 0,24-5 0 0 0,-32 10-419 0 0,0 0 1 0 0,0 1 0 0 0,0 0-1 0 0,0 0 1 0 0,1 1 0 0 0,-1 0-1 0 0,0 0 1 0 0,1 1 0 0 0,-1 1 0 0 0,14 3-1 0 0,-21-4-221 0 0,0-1 0 0 0,0 1-1 0 0,0 0 1 0 0,1 0 0 0 0,-1 0 0 0 0,0 0-1 0 0,-1 0 1 0 0,1 0 0 0 0,0 1-1 0 0,0-1 1 0 0,0 1 0 0 0,-1-1 0 0 0,1 1-1 0 0,-1-1 1 0 0,1 1 0 0 0,-1 0 0 0 0,0 0-1 0 0,0 0 1 0 0,0 0 0 0 0,0 0-1 0 0,1 3 1 0 0,-1-2 2 0 0,-1 0 0 0 0,1 1 1 0 0,-1-1-1 0 0,0 0 0 0 0,0 1 0 0 0,-1-1 0 0 0,1 0 0 0 0,-1 1 0 0 0,1-1 0 0 0,-1 0 1 0 0,0 0-1 0 0,0 0 0 0 0,-2 3 0 0 0,-3 7 100 0 0,-1-1-1 0 0,0 0 1 0 0,-1-1-1 0 0,0 0 1 0 0,-17 17-1 0 0,8-11 5 0 0,0-1 0 0 0,-1-1 0 0 0,0-1 0 0 0,-31 18 0 0 0,37-25-495 0 0,-1 0 0 0 0,0-1 0 0 0,0-1 1 0 0,0-1-1 0 0,-1 1 0 0 0,0-2 1 0 0,0 0-1 0 0,-24 2 0 0 0,24-5-1248 0 0</inkml:trace>
</inkml:ink>
</file>

<file path=ppt/ink/ink2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11.96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39 8754 0 0,'19'-8'4690'0'0,"17"-6"-2643"0"0,-19 9-1883 0 0,-1 2-1 0 0,1 0 0 0 0,0 0 0 0 0,1 2 0 0 0,-1 0 0 0 0,0 1 1 0 0,0 1-1 0 0,0 0 0 0 0,0 1 0 0 0,20 6 0 0 0,-15-2-216 0 0,-1-3 40 0 0</inkml:trace>
</inkml:ink>
</file>

<file path=ppt/ink/ink2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14.10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 6 9674 0 0,'0'0'26'0'0,"0"-1"-1"0"0,0 1 0 0 0,0 0 1 0 0,0 0-1 0 0,0 0 1 0 0,0-1-1 0 0,0 1 1 0 0,0 0-1 0 0,0 0 1 0 0,0 0-1 0 0,0 0 1 0 0,0-1-1 0 0,0 1 1 0 0,0 0-1 0 0,0 0 1 0 0,0 0-1 0 0,-1-1 1 0 0,1 1-1 0 0,0 0 0 0 0,0 0 1 0 0,0 0-1 0 0,0 0 1 0 0,0 0-1 0 0,0-1 1 0 0,-1 1-1 0 0,1 0 1 0 0,0 0-1 0 0,0 0 1 0 0,0 0-1 0 0,0 0 1 0 0,-1 0-1 0 0,1 0 1 0 0,0 0-1 0 0,0 0 1 0 0,0 0-1 0 0,0 0 0 0 0,-1 0 1 0 0,1-1-1 0 0,0 1 1 0 0,0 0-1 0 0,0 0 1 0 0,-1 0-1 0 0,1 1 1 0 0,0-1-1 0 0,0 0 1 0 0,0 0-1 0 0,0 0 1 0 0,-1 0-1 0 0,1 0 1 0 0,0 0-1 0 0,0 0 1 0 0,0 0-1 0 0,0 0 0 0 0,-1 0 1 0 0,1 0-1 0 0,0 0 1 0 0,0 1-1 0 0,0-1 1 0 0,0 0-1 0 0,0 0 1 0 0,-1 0-1 0 0,1 0 1 0 0,-1 19 2942 0 0,9 28 1173 0 0,15 37-4132 0 0,20 68 30 0 0,-33-125-33 0 0,0-1 0 0 0,2 0 0 0 0,22 36 0 0 0,-32-58 5 0 0,1 1 0 0 0,0-2-1 0 0,0 1 1 0 0,0 0 0 0 0,1-1 0 0 0,-1 1 0 0 0,1-1-1 0 0,0 0 1 0 0,4 2 0 0 0,-7-4-8 0 0,0 0 0 0 0,0-1 0 0 0,0 0 0 0 0,0 1 0 0 0,0-1 0 0 0,0 0 0 0 0,1 0 1 0 0,-1 1-1 0 0,0-1 0 0 0,0 0 0 0 0,0 0 0 0 0,0 0 0 0 0,0 0 0 0 0,1-1 0 0 0,-1 1 0 0 0,0 0 0 0 0,0 0 0 0 0,0-1 0 0 0,0 1 0 0 0,0 0 0 0 0,0-1 1 0 0,0 1-1 0 0,0-1 0 0 0,0 0 0 0 0,0 1 0 0 0,0-1 0 0 0,0 0 0 0 0,0 1 0 0 0,-1-1 0 0 0,1 0 0 0 0,0 0 0 0 0,0 0 0 0 0,-1 0 0 0 0,1 0 0 0 0,0 0 0 0 0,-1 0 1 0 0,1 0-1 0 0,-1 0 0 0 0,0 0 0 0 0,1 0 0 0 0,-1 0 0 0 0,1-2 0 0 0,2-8 110 0 0,1 0 1 0 0,-1 0-1 0 0,-1 0 1 0 0,0 0-1 0 0,-1 0 1 0 0,0 0-1 0 0,0-1 0 0 0,-1 1 1 0 0,-3-20-1 0 0,2 23-55 0 0,0 1 1 0 0,-1-1-1 0 0,0 0 0 0 0,0 1 0 0 0,0 0 0 0 0,-1 0 0 0 0,0 0 0 0 0,-1 0 0 0 0,0 0 1 0 0,0 0-1 0 0,0 1 0 0 0,-1 0 0 0 0,0 0 0 0 0,0 0 0 0 0,-7-5 0 0 0,11 10-216 0 0,0-1 0 0 0,-1 1 0 0 0,1 1 0 0 0,-1-1 0 0 0,0 0 0 0 0,1 0 0 0 0,-1 1 0 0 0,1-1-1 0 0,-1 1 1 0 0,0-1 0 0 0,0 1 0 0 0,1-1 0 0 0,-1 1 0 0 0,0 0 0 0 0,0 0 0 0 0,1 0 0 0 0,-4 1-1 0 0</inkml:trace>
</inkml:ink>
</file>

<file path=ppt/ink/ink2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14.53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191 53 7058 0 0,'14'-13'3204'0'0,"-13"11"-2656"0"0,0 1 0 0 0,0 0 0 0 0,0-1 1 0 0,0 1-1 0 0,1-4 0 0 0,-2 4-331 0 0,-1 0 0 0 0,1 0 0 0 0,0 0 0 0 0,0 0 0 0 0,-1 1 0 0 0,1-1 0 0 0,-1 0 0 0 0,1 0 0 0 0,-1 0 0 0 0,1 0 0 0 0,-1 0 0 0 0,0 1 0 0 0,1-1 0 0 0,-1 0 0 0 0,0 0 0 0 0,1 1 0 0 0,-1-1 0 0 0,0 1 0 0 0,0-1 0 0 0,0 0 0 0 0,0 1 0 0 0,0 0 0 0 0,0-1 0 0 0,-1 0 0 0 0,-1 0-171 0 0,1 0-1 0 0,-1-1 1 0 0,0 1 0 0 0,0 0 0 0 0,1 1-1 0 0,-1-1 1 0 0,0 0 0 0 0,0 1 0 0 0,0 0-1 0 0,0-1 1 0 0,0 1 0 0 0,0 0-1 0 0,0 1 1 0 0,1-1 0 0 0,-1 0 0 0 0,0 1-1 0 0,-3 1 1 0 0,1 0 105 0 0,0 0 0 0 0,0 0 0 0 0,0 1 1 0 0,0 0-1 0 0,0 0 0 0 0,0 0 0 0 0,1 0 0 0 0,-6 6 1 0 0,-1 3 154 0 0,0 0 0 0 0,1 0 0 0 0,1 1 0 0 0,0 0 1 0 0,-10 20-1 0 0,15-24-378 0 0,0 0 0 0 0,1 1 0 0 0,0-1 0 0 0,0 1 0 0 0,1 0 1 0 0,0-1-1 0 0,1 1 0 0 0,0 0 0 0 0,1 0 0 0 0,1 11 0 0 0,-1-18 48 0 0,0-1 0 0 0,0 1 0 0 0,0 0 0 0 0,1 0 0 0 0,-1 0 0 0 0,1-1 0 0 0,0 1 0 0 0,0 0 0 0 0,0-1 0 0 0,0 1 0 0 0,0 0 0 0 0,1-1 0 0 0,-1 0 0 0 0,1 1 1 0 0,0-1-1 0 0,-1 0 0 0 0,1 0 0 0 0,0 0 0 0 0,0 0 0 0 0,1 0 0 0 0,-1 0 0 0 0,0 0 0 0 0,1-1 0 0 0,-1 1 0 0 0,1-1 0 0 0,-1 0 0 0 0,1 0 0 0 0,-1 0 0 0 0,1 0 0 0 0,0 0 0 0 0,0 0 0 0 0,-1-1 0 0 0,1 1 0 0 0,0-1 0 0 0,0 0 0 0 0,0 0 0 0 0,0 0 0 0 0,-1 0 0 0 0,5-1 0 0 0,-1-1-213 0 0,0 1 0 0 0,0-1-1 0 0,0 0 1 0 0,-1-1 0 0 0,1 1-1 0 0,-1-1 1 0 0,1 0 0 0 0,-1-1 0 0 0,0 1-1 0 0,0-1 1 0 0,-1 0 0 0 0,6-6-1 0 0,3-1-706 0 0,0 1 73 0 0</inkml:trace>
</inkml:ink>
</file>

<file path=ppt/ink/ink2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15.02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0 279 6913 0 0,'32'-10'7434'0'0,"-26"6"-7034"0"0,0-2-1 0 0,0 1 1 0 0,0-1-1 0 0,-1 1 1 0 0,0-2 0 0 0,0 1-1 0 0,-1 0 1 0 0,0-1-1 0 0,0 0 1 0 0,0 0 0 0 0,-1 0-1 0 0,0-1 1 0 0,4-14-1 0 0,-4 11-453 0 0,0-1-1 0 0,-1 0 1 0 0,0 0-1 0 0,-1 0 1 0 0,0 0-1 0 0,-1 0 1 0 0,0 0-1 0 0,-3-19 1 0 0,2 29-186 0 0,1-1 0 0 0,-1 1 0 0 0,0-1 0 0 0,1 1 0 0 0,-1-1 0 0 0,0 1-1 0 0,0 0 1 0 0,-1-1 0 0 0,1 1 0 0 0,0 0 0 0 0,-1 0 0 0 0,1 0 0 0 0,-1 0 0 0 0,-2-3 0 0 0,-2 2-871 0 0</inkml:trace>
</inkml:ink>
</file>

<file path=ppt/ink/ink2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15.58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243 331 10138 0 0,'-2'-3'254'0'0,"1"0"-1"0"0,-1 0 1 0 0,0 0-1 0 0,0 0 1 0 0,0 0-1 0 0,0 0 1 0 0,-1 1-1 0 0,1-1 1 0 0,-1 1-1 0 0,0 0 1 0 0,1-1-1 0 0,-1 1 1 0 0,0 0 0 0 0,0 1-1 0 0,-1-1 1 0 0,1 0-1 0 0,0 1 1 0 0,0 0-1 0 0,-1 0 1 0 0,1 0-1 0 0,-1 0 1 0 0,1 0-1 0 0,-1 1 1 0 0,1-1-1 0 0,-1 1 1 0 0,1 0-1 0 0,-1 0 1 0 0,-5 1-1 0 0,1 0-105 0 0,1 1 0 0 0,-1-1 0 0 0,1 1-1 0 0,0 0 1 0 0,0 1 0 0 0,0 0-1 0 0,0 0 1 0 0,0 0 0 0 0,0 1-1 0 0,1 0 1 0 0,0 0 0 0 0,0 1 0 0 0,0 0-1 0 0,0 0 1 0 0,1 0 0 0 0,0 1-1 0 0,-8 9 1 0 0,10-11-164 0 0,0 0 0 0 0,0 0 0 0 0,0 1 0 0 0,1-1 0 0 0,0 1 0 0 0,-1-1 0 0 0,1 1 0 0 0,1 0 0 0 0,-1 0 0 0 0,1 0 0 0 0,0 0 0 0 0,0 0 0 0 0,0 0 0 0 0,1 0 0 0 0,0 0 0 0 0,0 1 0 0 0,0-1 0 0 0,1 0-1 0 0,-1 0 1 0 0,1 0 0 0 0,0 0 0 0 0,1 0 0 0 0,-1 0 0 0 0,1 0 0 0 0,0 0 0 0 0,4 7 0 0 0,-4-9-1 0 0,0-1-1 0 0,0 1 1 0 0,1 0-1 0 0,-1 0 1 0 0,0-1-1 0 0,1 1 1 0 0,0-1-1 0 0,-1 0 1 0 0,1 0-1 0 0,0 0 1 0 0,0 0-1 0 0,0 0 0 0 0,1-1 1 0 0,-1 1-1 0 0,0-1 1 0 0,1 0-1 0 0,-1 0 1 0 0,4 1-1 0 0,-1-2-80 0 0,0 0 0 0 0,0 0 0 0 0,-1 0 0 0 0,1 0 0 0 0,0-1 0 0 0,-1 0 0 0 0,1 0 0 0 0,-1-1-1 0 0,1 0 1 0 0,6-3 0 0 0,3-2-410 0 0,0-1 0 0 0,-1 0-1 0 0,-1-1 1 0 0,1-1 0 0 0,-1 0-1 0 0,22-23 1 0 0,-27 23 290 0 0,1 0 0 0 0,-1 0 1 0 0,-1 0-1 0 0,0-1 0 0 0,0-1 0 0 0,-1 1 1 0 0,9-24-1 0 0,-12 23 396 0 0,0 0 0 0 0,-1 0 0 0 0,0-1 0 0 0,0 1 0 0 0,-2-1 0 0 0,1 1 0 0 0,-2-1 0 0 0,1 1 0 0 0,-2-1 0 0 0,0 1 0 0 0,0-1 1 0 0,-1 1-1 0 0,-5-12 0 0 0,-4-16 824 0 0,6 20-52 0 0,0 1 1 0 0,-15-32 0 0 0,21 50-903 0 0,0 0 0 0 0,-1 1 0 0 0,1-1 0 0 0,0 1 0 0 0,0-1 0 0 0,-1 1 0 0 0,1-1 0 0 0,0 1 0 0 0,-1-1 0 0 0,1 1 0 0 0,0-1 0 0 0,-1 1 0 0 0,1-1 0 0 0,-1 1 0 0 0,1-1 0 0 0,-1 1 0 0 0,1 0 0 0 0,-1-1 0 0 0,1 1 0 0 0,-1 0 0 0 0,1 0 0 0 0,-1-1 0 0 0,1 1 0 0 0,-1 0 0 0 0,1 0 0 0 0,-1 0 0 0 0,0-1 0 0 0,1 1 0 0 0,-2 0 0 0 0,1 1-4 0 0,0-1 1 0 0,1 1 0 0 0,-1 0-1 0 0,0-1 1 0 0,1 1-1 0 0,-1 0 1 0 0,0-1 0 0 0,1 1-1 0 0,-1 0 1 0 0,1 0-1 0 0,-1 0 1 0 0,1 0 0 0 0,-1 0-1 0 0,1-1 1 0 0,0 1 0 0 0,-1 1-1 0 0,-7 39 524 0 0,9-17-473 0 0,0-1 1 0 0,2 0-1 0 0,0 0 0 0 0,2 0 1 0 0,1 0-1 0 0,15 40 1 0 0,1-16 166 0 0,53 89 1 0 0,-21-49-3439 0 0,-43-69-4171 0 0</inkml:trace>
</inkml:ink>
</file>

<file path=ppt/ink/ink2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8:16.02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70 6913 0 0,'4'28'6266'0'0,"8"11"-3529"0"0,-10-33-2490 0 0,1-1 0 0 0,0 1-1 0 0,0-1 1 0 0,0 1 0 0 0,0-1-1 0 0,1 0 1 0 0,0 0 0 0 0,0 0-1 0 0,1-1 1 0 0,-1 1-1 0 0,1-1 1 0 0,10 7 0 0 0,-11-9-186 0 0,1 1 1 0 0,0-1 0 0 0,-1 0-1 0 0,1 0 1 0 0,0 0 0 0 0,0-1-1 0 0,1 0 1 0 0,-1 0 0 0 0,0 0-1 0 0,0-1 1 0 0,0 1 0 0 0,1-1-1 0 0,-1-1 1 0 0,0 1-1 0 0,1-1 1 0 0,-1 1 0 0 0,0-2-1 0 0,0 1 1 0 0,0 0 0 0 0,0-1-1 0 0,0 0 1 0 0,9-5 0 0 0,-8 2 13 0 0,1 1 1 0 0,-1-1 0 0 0,0 0 0 0 0,0 0-1 0 0,-1-1 1 0 0,0 0 0 0 0,0 0 0 0 0,0 0-1 0 0,0-1 1 0 0,-1 1 0 0 0,0-1-1 0 0,-1 0 1 0 0,0 0 0 0 0,5-14 0 0 0,-1-4-8 0 0,-6 17-18 0 0,1 0 0 0 0,0 1 0 0 0,0-1 1 0 0,1 1-1 0 0,0-1 0 0 0,0 1 0 0 0,1 0 1 0 0,7-11-1 0 0,-11 18-22 0 0,1-1 0 0 0,-1 1 0 0 0,0 0 0 0 0,1-1 0 0 0,-1 1 0 0 0,0 0 0 0 0,1 0 0 0 0,-1-1 0 0 0,0 1 0 0 0,1 0 0 0 0,-1 0 0 0 0,0 0 1 0 0,1 0-1 0 0,-1 0 0 0 0,1-1 0 0 0,-1 1 0 0 0,0 0 0 0 0,1 0 0 0 0,-1 0 0 0 0,1 0 0 0 0,-1 0 0 0 0,0 0 0 0 0,1 0 0 0 0,-1 0 0 0 0,1 0 0 0 0,-1 1 0 0 0,0-1 0 0 0,1 0 1 0 0,-1 0-1 0 0,0 0 0 0 0,1 0 0 0 0,-1 0 0 0 0,1 1 0 0 0,-1-1 0 0 0,12 16 300 0 0,2 24-548 0 0,-13-36 187 0 0,11 38 74 0 0,-2 0 0 0 0,-2 1 0 0 0,-2 0 0 0 0,-2 0 0 0 0,-1 1 1 0 0,-3-1-1 0 0,-9 78 0 0 0,5-88 101 0 0,-3 0 0 0 0,0 0 1 0 0,-3 0-1 0 0,0-1 1 0 0,-2-1-1 0 0,-1 0 1 0 0,-2-1-1 0 0,-1 0 1 0 0,-1-1-1 0 0,-34 43 0 0 0,42-61-176 0 0,-1-1-1 0 0,-1 0 0 0 0,1 0 1 0 0,-2-1-1 0 0,1-1 1 0 0,-16 9-1 0 0,-19 6-6983 0 0,20-13-677 0 0</inkml:trace>
</inkml:ink>
</file>

<file path=ppt/ink/ink2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14.08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20 15 1376 0 0,'-20'-15'15029'0'0,"41"20"-15127"0"0,-1-1 0 0 0,1 0-1 0 0,0-2 1 0 0,22 1 0 0 0,-17-2-1712 0 0,-15-1 107 0 0,0-1-2920 0 0</inkml:trace>
</inkml:ink>
</file>

<file path=ppt/ink/ink2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14.53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 0 456 0 0,'-5'10'17212'0'0,"23"-2"-12843"0"0,-2-4-6463 0 0,47 0-1926 0 0,-46-2 2700 0 0</inkml:trace>
</inkml:ink>
</file>

<file path=ppt/ink/ink2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14.93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7 2761 0 0,'-2'0'2248'0'0,"42"-1"5214"0"0,1 0-4455 0 0,80-3-6274 0 0,-104 4 2370 0 0</inkml:trace>
</inkml:ink>
</file>

<file path=ppt/ink/ink2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15.26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 3681 0 0,'13'4'6569'0'0,"18"-2"-4096"0"0,-30-2-2076 0 0,63-3 2902 0 0,5 0-2343 0 0,-23 6-5346 0 0,-32 0-1177 0 0</inkml:trace>
</inkml:ink>
</file>

<file path=ppt/ink/ink2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23.38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60 385 920 0 0,'-11'-6'16343'0'0,"7"-1"-13500"0"0,0-7-3398 0 0,-3-12 2105 0 0,5 19-1451 0 0,0 0 1 0 0,1 0 0 0 0,0 0 0 0 0,0 0 0 0 0,0-1 0 0 0,1 1 0 0 0,0 0 0 0 0,2-12 0 0 0,-1-7 323 0 0,1-20-220 0 0,-2-39-106 0 0,0 77-118 0 0,-1 0 0 0 0,0 1 0 0 0,-1-1 0 0 0,0 1-1 0 0,0-1 1 0 0,-1 1 0 0 0,1 0 0 0 0,-7-11 0 0 0,1-2-1008 0 0</inkml:trace>
</inkml:ink>
</file>

<file path=ppt/ink/ink2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24.54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1 282 1376 0 0,'12'-10'6979'0'0,"71"-34"-2989"0"0,-47 29-3616 0 0,0 2 0 0 0,1 1-1 0 0,0 2 1 0 0,1 1-1 0 0,39-3 1 0 0,19 5 901 0 0,93-11 1478 0 0,-139 14-2546 0 0,84 2 1 0 0,-30 3-134 0 0,-73-2-41 0 0,-7-1-4 0 0,0 1-1 0 0,-1 1 1 0 0,1 1-1 0 0,0 2 1 0 0,42 9-1 0 0,-54-9-35 0 0,0-1-1 0 0,1 0 1 0 0,-1 0-1 0 0,1-1 1 0 0,-1-1-1 0 0,25-2 1 0 0,79-18-76 0 0,-59 8 66 0 0,-22 6-42 0 0,-22 2-3 0 0,0 2 1 0 0,0-1 0 0 0,1 2-1 0 0,-1 0 1 0 0,1 0-1 0 0,-1 2 1 0 0,17 1-1 0 0,-20 0-2 0 0,0-1 0 0 0,0 0-1 0 0,0-1 1 0 0,0 0 0 0 0,0 0-1 0 0,0-1 1 0 0,0 0-1 0 0,14-5 1 0 0,2-2 206 0 0,43-19 0 0 0,-9 2 447 0 0,-53 22-558 0 0,17-5 62 0 0,0 0 0 0 0,29-6 0 0 0,-44 13-102 0 0,0 0 1 0 0,0 0 0 0 0,0 1-1 0 0,1 0 1 0 0,-1 1 0 0 0,0 0-1 0 0,0 0 1 0 0,0 1 0 0 0,13 4-1 0 0,4 3-68 0 0,0 2 0 0 0,-1 0-1 0 0,-1 1 1 0 0,34 23 0 0 0,-39-22 81 0 0,-2 0 78 0 0,0-2 0 0 0,2 0 1 0 0,-1-1-1 0 0,1 0 0 0 0,35 11 0 0 0,-38-16-1675 0 0,1 0-1 0 0,-1 2 1 0 0,26 14 0 0 0</inkml:trace>
</inkml:ink>
</file>

<file path=ppt/ink/ink2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25.19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48 17 3225 0 0,'0'-1'268'0'0,"0"0"0"0"0,0 0 1 0 0,-1 0-1 0 0,1 0 0 0 0,-1 0 1 0 0,1 1-1 0 0,0-1 0 0 0,-1 0 1 0 0,0 0-1 0 0,1 1 0 0 0,-1-1 1 0 0,1 0-1 0 0,-1 1 0 0 0,0-1 1 0 0,1 1-1 0 0,-1-1 0 0 0,0 1 1 0 0,0-1-1 0 0,1 1 0 0 0,-1-1 1 0 0,0 1-1 0 0,0 0 0 0 0,0-1 1 0 0,0 1-1 0 0,1 0 0 0 0,-1 0 1 0 0,0 0-1 0 0,0 0 0 0 0,0 0 1 0 0,0 0-1 0 0,0 0 0 0 0,0 0 0 0 0,0 0 1 0 0,0 0-1 0 0,1 0 0 0 0,-1 0 1 0 0,0 1-1 0 0,0-1 0 0 0,0 0 1 0 0,-1 1-1 0 0,0 0 185 0 0,1 0-1 0 0,0 0 0 0 0,0 0 1 0 0,-1 1-1 0 0,1-1 1 0 0,0 0-1 0 0,0 0 0 0 0,0 1 1 0 0,0-1-1 0 0,1 0 1 0 0,-2 3-1 0 0,-2 12 365 0 0,5 33-476 0 0,2 1 1 0 0,3-1-1 0 0,12 53 0 0 0,-11-74-355 0 0,-4-20 86 0 0,-1 1 0 0 0,0-1-1 0 0,0 0 1 0 0,-1 0 0 0 0,0 1-1 0 0,-1-1 1 0 0,0 13 0 0 0,2 50 344 0 0</inkml:trace>
</inkml:ink>
</file>

<file path=ppt/ink/ink2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0.29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97 463 4609 0 0,'-5'3'448'0'0,"-1"1"1"0"0,0-1-1 0 0,0 0 0 0 0,0 0 1 0 0,0-1-1 0 0,-1 1 0 0 0,1-1 1 0 0,-1-1-1 0 0,1 1 0 0 0,-1-1 0 0 0,-7 0 1 0 0,13-1-325 0 0,1 0 0 0 0,-1 0 0 0 0,1 0 0 0 0,-1 0 0 0 0,1 0 0 0 0,-1 0 0 0 0,1 0 0 0 0,-1 0 0 0 0,1 0 0 0 0,-1 0 0 0 0,1 0 0 0 0,-1-1 0 0 0,1 1 0 0 0,-1 0 0 0 0,1 0 0 0 0,-1-1 0 0 0,1 1 0 0 0,-1 0 0 0 0,1 0 0 0 0,-1-1 0 0 0,1 1 0 0 0,0-1 0 0 0,-1 1 0 0 0,1 0 0 0 0,0-1 0 0 0,-1 1 0 0 0,1-1 0 0 0,0 1 0 0 0,-1-1 0 0 0,1 1 0 0 0,0-1 0 0 0,0 1 0 0 0,0-1 0 0 0,-1 1 0 0 0,1-2 0 0 0,0 1 82 0 0,1-1-1 0 0,-1 1 1 0 0,1-1-1 0 0,-1 0 0 0 0,1 1 1 0 0,0-1-1 0 0,0 1 1 0 0,-1 0-1 0 0,1-1 1 0 0,0 1-1 0 0,2-3 1 0 0,34-29 1558 0 0,-16 19-1453 0 0,2 2 1 0 0,-1 0 0 0 0,1 1 0 0 0,27-7 0 0 0,103-26 290 0 0,-55 18-227 0 0,367-97 443 0 0,-176 36-663 0 0,-140 39-158 0 0,-141 45-449 0 0,36-11 910 0 0,-17 0-7223 0 0</inkml:trace>
</inkml:ink>
</file>

<file path=ppt/ink/ink3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0.76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175 39 4609 0 0,'15'-20'1291'0'0,"0"2"3395"0"0,-45 70 1429 0 0,-21 28-3958 0 0,-14 22-1592 0 0,47-75-227 0 0,-12 20 239 0 0,29-45-518 0 0,-1 1-1 0 0,1 0 0 0 0,0-1 1 0 0,0 1-1 0 0,0 0 0 0 0,0 0 1 0 0,0 0-1 0 0,1 0 0 0 0,-1 0 1 0 0,1 0-1 0 0,0 0 1 0 0,0 0-1 0 0,0 4 0 0 0,1-5-48 0 0,0-1 1 0 0,-1 0-1 0 0,1 0 0 0 0,0 1 0 0 0,0-1 1 0 0,-1 0-1 0 0,1 0 0 0 0,0 0 0 0 0,0 0 1 0 0,0 0-1 0 0,0 0 0 0 0,1 0 0 0 0,-1-1 1 0 0,0 1-1 0 0,0 0 0 0 0,0-1 0 0 0,1 1 0 0 0,-1 0 1 0 0,0-1-1 0 0,1 0 0 0 0,-1 1 0 0 0,0-1 1 0 0,1 0-1 0 0,-1 0 0 0 0,1 1 0 0 0,-1-1 1 0 0,0 0-1 0 0,1 0 0 0 0,-1-1 0 0 0,2 1 1 0 0,44-7 256 0 0,-46 7-266 0 0,28-9-278 0 0,33-13 0 0 0,-39 13-66 0 0,12-5-681 0 0</inkml:trace>
</inkml:ink>
</file>

<file path=ppt/ink/ink3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1.25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159 21 6449 0 0,'-9'0'777'0'0,"1"1"0"0"0,-1 0 1 0 0,0 0-1 0 0,0 0 0 0 0,1 1 0 0 0,-1 1 0 0 0,1-1 0 0 0,0 1 0 0 0,0 1 0 0 0,0-1 0 0 0,-9 7 0 0 0,13-8-604 0 0,0 1 0 0 0,1 0 0 0 0,-1 0 0 0 0,1 0-1 0 0,0 0 1 0 0,0 0 0 0 0,0 1 0 0 0,1-1 0 0 0,-1 1 0 0 0,1 0 0 0 0,0 0 0 0 0,0 0-1 0 0,0 0 1 0 0,0 0 0 0 0,1 0 0 0 0,-1 1 0 0 0,1-1 0 0 0,0 0 0 0 0,1 1-1 0 0,-1-1 1 0 0,1 1 0 0 0,0-1 0 0 0,0 8 0 0 0,1-3-128 0 0,1-1 0 0 0,-1 1-1 0 0,2 0 1 0 0,-1-1 0 0 0,1 1 0 0 0,0-1 0 0 0,1 0 0 0 0,0 0 0 0 0,0 0-1 0 0,1 0 1 0 0,0-1 0 0 0,0 1 0 0 0,0-1 0 0 0,1-1 0 0 0,0 1 0 0 0,10 7-1 0 0,-12-11-16 0 0,0 0 0 0 0,1 0 0 0 0,-1 0 0 0 0,1-1-1 0 0,0 1 1 0 0,0-1 0 0 0,0 0 0 0 0,0 0 0 0 0,0-1-1 0 0,0 0 1 0 0,0 0 0 0 0,1 0 0 0 0,-1 0-1 0 0,0-1 1 0 0,1 0 0 0 0,-1 0 0 0 0,0 0 0 0 0,1-1-1 0 0,-1 0 1 0 0,0 0 0 0 0,1 0 0 0 0,-1 0 0 0 0,0-1-1 0 0,0 0 1 0 0,0 0 0 0 0,-1-1 0 0 0,1 1-1 0 0,5-5 1 0 0,-5 4 20 0 0,-1 0 0 0 0,1-1-1 0 0,-1 1 1 0 0,0-1 0 0 0,0 0-1 0 0,0 0 1 0 0,-1-1 0 0 0,1 1-1 0 0,-1-1 1 0 0,0 0 0 0 0,0 0-1 0 0,-1 0 1 0 0,0 0 0 0 0,1 0-1 0 0,-2-1 1 0 0,1 1 0 0 0,-1 0 0 0 0,0-1-1 0 0,0 1 1 0 0,0-1 0 0 0,-1 0-1 0 0,1 1 1 0 0,-2-1 0 0 0,1 0-1 0 0,0 1 1 0 0,-1-1 0 0 0,0 1-1 0 0,-1-1 1 0 0,1 1 0 0 0,-1-1-1 0 0,0 1 1 0 0,-3-6 0 0 0,1 2-163 0 0,-1 0 1 0 0,0 1-1 0 0,0-1 0 0 0,0 1 1 0 0,-1 0-1 0 0,-1 0 0 0 0,1 1 1 0 0,-9-7-1 0 0,9 9-498 0 0,0 0 1 0 0,0 0-1 0 0,-1 1 0 0 0,0-1 0 0 0,1 1 0 0 0,-2 1 1 0 0,1 0-1 0 0,0 0 0 0 0,-1 0 0 0 0,-7-1 1 0 0,-2 2-5967 0 0</inkml:trace>
</inkml:ink>
</file>

<file path=ppt/ink/ink3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1.51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5985 0 0,'9'11'1153'0'0,"0"-1"0"0"0,1 0 0 0 0,0-1 0 0 0,1 0 0 0 0,21 15 0 0 0,66 31 3420 0 0,-39-24-2191 0 0,-28-10-1655 0 0,24 12-321 0 0,-51-31-604 0 0,0-1 0 0 0,0 1-1 0 0,0-1 1 0 0,0 1 0 0 0,1-1 0 0 0,-1 0-1 0 0,0-1 1 0 0,1 1 0 0 0,-1-1 0 0 0,1 0-1 0 0,5 0 1 0 0,0-2-714 0 0</inkml:trace>
</inkml:ink>
</file>

<file path=ppt/ink/ink3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1.73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244 1 3225 0 0,'-3'3'477'0'0,"0"0"0"0"0,0 0 0 0 0,0 1 0 0 0,1 0 0 0 0,0-1-1 0 0,-1 1 1 0 0,1 0 0 0 0,0 0 0 0 0,1 0 0 0 0,-1 0 0 0 0,1 0 0 0 0,0 0 0 0 0,-2 9 0 0 0,-2 8 781 0 0,-14 21 1460 0 0,-1 0 1 0 0,-36 55 0 0 0,34-62-2153 0 0,1 1 1 0 0,2 1 0 0 0,-21 60 0 0 0,37-89-719 0 0,1 0 0 0 0,0 0 0 0 0,1 0 0 0 0,0 0-1 0 0,0 1 1 0 0,0-1 0 0 0,1 0 0 0 0,2 15 0 0 0,2-12-818 0 0</inkml:trace>
</inkml:ink>
</file>

<file path=ppt/ink/ink3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1.94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0 1376 0 0,'-3'7'6308'0'0,"4"8"-3597"0"0,5 11-29 0 0,27 76 3822 0 0,-6-22-4443 0 0,-16-48-2325 0 0,0-13-2773 0 0</inkml:trace>
</inkml:ink>
</file>

<file path=ppt/ink/ink3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2.16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 3 7834 0 0,'-1'-2'685'0'0,"1"2"-642"0"0,0 0 0 0 0,0 0 0 0 0,0 0-1 0 0,0 0 1 0 0,0 0 0 0 0,-1 0 0 0 0,1 0 0 0 0,0 0 0 0 0,0 0-1 0 0,0 0 1 0 0,0 0 0 0 0,0 0 0 0 0,0 0 0 0 0,-2 1 899 0 0,1-1-899 0 0,1 0 0 0 0,0 0 0 0 0,0 1-1 0 0,0-1 1 0 0,0 0 0 0 0,0 0 0 0 0,0 0 0 0 0,0 0 0 0 0,0 0-1 0 0,0 0 1 0 0,0 1 0 0 0,0 12 1596 0 0,6 15 113 0 0,-3-21-1959 0 0,0 0 0 0 0,1-1 0 0 0,-1 0 0 0 0,2 1 0 0 0,-1-2 0 0 0,1 1 0 0 0,0 0 0 0 0,0-1 0 0 0,0 0 0 0 0,1 0 0 0 0,9 6 0 0 0,4 0 303 0 0</inkml:trace>
</inkml:ink>
</file>

<file path=ppt/ink/ink3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2.43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432 88 3225 0 0,'-3'-5'668'0'0,"-1"1"0"0"0,0 0 0 0 0,0 0 0 0 0,0 0 1 0 0,-1 1-1 0 0,0-1 0 0 0,1 1 0 0 0,-10-4 0 0 0,-42-18 3403 0 0,55 25-3992 0 0,-13-6 340 0 0,0 2 0 0 0,0 0 0 0 0,0 1 0 0 0,-1 0 0 0 0,1 1 0 0 0,-1 0 0 0 0,1 2 0 0 0,-1-1 0 0 0,0 2 0 0 0,1 0 0 0 0,-25 5 0 0 0,32-4-269 0 0,0 0 0 0 0,1 0 0 0 0,-1 0 0 0 0,1 1 0 0 0,-1 0 0 0 0,1 0 0 0 0,0 1 1 0 0,0-1-1 0 0,0 1 0 0 0,1 1 0 0 0,0-1 0 0 0,-1 1 0 0 0,1 0 0 0 0,1 0 0 0 0,-1 0 0 0 0,1 1 1 0 0,0 0-1 0 0,0 0 0 0 0,1 0 0 0 0,-1 0 0 0 0,2 0 0 0 0,-1 1 0 0 0,0-1 0 0 0,1 1 1 0 0,1 0-1 0 0,-3 9 0 0 0,3-9-218 0 0,0 0 0 0 0,1 1 1 0 0,0-1-1 0 0,0 0 0 0 0,0 0 0 0 0,1 0 1 0 0,0 0-1 0 0,0 0 0 0 0,1 0 1 0 0,0 0-1 0 0,0 0 0 0 0,0 0 0 0 0,1-1 1 0 0,6 10-1 0 0,-7-12 17 0 0,1-1 0 0 0,-1 1 0 0 0,1-1 1 0 0,0 0-1 0 0,0 0 0 0 0,1 0 0 0 0,-1-1 0 0 0,1 1 0 0 0,-1-1 0 0 0,1 1 1 0 0,0-1-1 0 0,0-1 0 0 0,0 1 0 0 0,0 0 0 0 0,0-1 0 0 0,0 0 1 0 0,0 0-1 0 0,0 0 0 0 0,1 0 0 0 0,-1-1 0 0 0,0 0 0 0 0,0 1 1 0 0,1-2-1 0 0,-1 1 0 0 0,5-1 0 0 0,2-1-409 0 0,-1 0 0 0 0,1-1-1 0 0,-1 0 1 0 0,1-1 0 0 0,12-6 0 0 0,24-17-5118 0 0,-22 10 475 0 0</inkml:trace>
</inkml:ink>
</file>

<file path=ppt/ink/ink3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2.62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160 274 456 0 0,'-108'-235'9579'0'0,"106"230"-8876"0"0,-1 1 0 0 0,0-1 0 0 0,0 1 0 0 0,0 0 0 0 0,0 0-1 0 0,-6-5 1 0 0,8 9-577 0 0,1-1 0 0 0,0 1-1 0 0,-1 0 1 0 0,1-1 0 0 0,-1 1-1 0 0,1 0 1 0 0,0 0 0 0 0,-1 0 0 0 0,1-1-1 0 0,-1 1 1 0 0,1 0 0 0 0,-1 0-1 0 0,1 0 1 0 0,-1 0 0 0 0,1 0-1 0 0,-1 0 1 0 0,1 0 0 0 0,-1 0 0 0 0,1 0-1 0 0,-1 0 1 0 0,1 0 0 0 0,0 0-1 0 0,-1 0 1 0 0,1 0 0 0 0,-1 0-1 0 0,1 1 1 0 0,-1-1 0 0 0,0 0-1 0 0,0 1 42 0 0,0 1 0 0 0,0-1 0 0 0,0 0 0 0 0,1 0 0 0 0,-1 1 0 0 0,0-1-1 0 0,0 0 1 0 0,1 1 0 0 0,-1-1 0 0 0,1 1 0 0 0,-1-1 0 0 0,1 1 0 0 0,-1 2-1 0 0,0 6 9 0 0,1 0-1 0 0,-1-1 0 0 0,1 1 0 0 0,1 0 0 0 0,0 0 0 0 0,0-1 0 0 0,1 1 0 0 0,0-1 1 0 0,1 1-1 0 0,6 14 0 0 0,7 13-76 0 0,26 44 0 0 0,-19-38 106 0 0,-2-2-670 0 0,68 123 1362 0 0,-19-63-7950 0 0,-45-70-92 0 0</inkml:trace>
</inkml:ink>
</file>

<file path=ppt/ink/ink3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3.02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30 370 5065 0 0,'0'1'199'0'0,"1"0"1"0"0,0-1-1 0 0,0 1 1 0 0,-1 0-1 0 0,1-1 0 0 0,0 1 1 0 0,0-1-1 0 0,0 1 0 0 0,0-1 1 0 0,0 1-1 0 0,0-1 1 0 0,0 1-1 0 0,0-1 0 0 0,0 0 1 0 0,0 0-1 0 0,0 0 0 0 0,0 1 1 0 0,0-1-1 0 0,0 0 1 0 0,1 0-1 0 0,-1-1 0 0 0,0 1 1 0 0,0 0-1 0 0,0 0 0 0 0,0 0 1 0 0,0-1-1 0 0,0 1 1 0 0,0 0-1 0 0,0-1 0 0 0,0 1 1 0 0,1-2-1 0 0,30-15 2855 0 0,-24 10-2636 0 0,0 0 0 0 0,-1-1 0 0 0,0 0-1 0 0,0-1 1 0 0,-1 0 0 0 0,0 0 0 0 0,0 0 0 0 0,-1 0 0 0 0,-1-1 0 0 0,1 0-1 0 0,-1 0 1 0 0,-1 0 0 0 0,4-21 0 0 0,-4 20-332 0 0,-2 1-1 0 0,1-1 1 0 0,-1 1 0 0 0,-1-1 0 0 0,0 1 0 0 0,-1-1-1 0 0,0 1 1 0 0,0-1 0 0 0,-1 1 0 0 0,0-1-1 0 0,-1 1 1 0 0,0 0 0 0 0,-1 0 0 0 0,-6-12-1 0 0,8 19-64 0 0,1 0 0 0 0,-1 0-1 0 0,0 1 1 0 0,0-1 0 0 0,0 1-1 0 0,-1-1 1 0 0,1 1 0 0 0,-1-1-1 0 0,1 1 1 0 0,-1 0 0 0 0,0 0-1 0 0,0 1 1 0 0,1-1 0 0 0,-1 1-1 0 0,0-1 1 0 0,-1 1 0 0 0,1 0-1 0 0,0 0 1 0 0,0 0 0 0 0,0 0-1 0 0,-1 1 1 0 0,1-1 0 0 0,0 1-1 0 0,-1 0 1 0 0,1 0 0 0 0,0 0-1 0 0,-5 1 1 0 0,5 0-11 0 0,-1 0 0 0 0,0 0 1 0 0,0 1-1 0 0,1-1 0 0 0,-1 1 1 0 0,1 0-1 0 0,0 0 0 0 0,-1 0 0 0 0,1 0 1 0 0,0 1-1 0 0,0 0 0 0 0,0-1 1 0 0,1 1-1 0 0,-1 0 0 0 0,1 0 1 0 0,-1 0-1 0 0,1 0 0 0 0,0 1 0 0 0,0-1 1 0 0,1 1-1 0 0,-1-1 0 0 0,1 1 1 0 0,-2 4-1 0 0,1-1-21 0 0,0 1-1 0 0,1-1 1 0 0,0 1 0 0 0,0-1-1 0 0,0 1 1 0 0,1 0 0 0 0,0-1 0 0 0,1 1-1 0 0,0-1 1 0 0,0 1 0 0 0,0-1 0 0 0,1 1-1 0 0,4 10 1 0 0,-2-9 6 0 0,1 1-1 0 0,0-1 1 0 0,0 0-1 0 0,1 0 1 0 0,0-1-1 0 0,1 1 1 0 0,0-2-1 0 0,16 15 1 0 0,-9-10-1 0 0,0-1 0 0 0,2-1 1 0 0,-1-1-1 0 0,1 0 0 0 0,0-1 1 0 0,1 0-1 0 0,0-1 1 0 0,0-1-1 0 0,0-1 0 0 0,1-1 1 0 0,20 3-1 0 0,10-3-298 0 0,3-2-101 0 0</inkml:trace>
</inkml:ink>
</file>

<file path=ppt/ink/ink3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3.63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 14 4889 0 0,'14'13'368'0'0,"-13"-11"-257"0"0,-10-7-70 0 0,-3-11-41 0 0,10 9 0 0 0</inkml:trace>
</inkml:ink>
</file>

<file path=ppt/ink/ink3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4.20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307 721 4889 0 0,'-6'1'99'0'0,"-1"0"-1"0"0,1 1 1 0 0,-1-1 0 0 0,1 1-1 0 0,-11 5 1 0 0,-5 3 357 0 0,-14 4-1800 0 0,7-11 4873 0 0,2-4 7608 0 0,8-6-8826 0 0,17 6-2304 0 0,1-1-1 0 0,-1 1 1 0 0,1-1-1 0 0,0 0 1 0 0,-1 1-1 0 0,1-1 1 0 0,0 0-1 0 0,0 0 1 0 0,0 0-1 0 0,0 0 1 0 0,0 0-1 0 0,1 0 1 0 0,-1 0-1 0 0,1 0 1 0 0,-1-1-1 0 0,1 1 1 0 0,0 0 0 0 0,0 0-1 0 0,0-4 1 0 0,-4-21 261 0 0,0 1 0 0 0,-2 0-1 0 0,-1 0 1 0 0,-19-49 0 0 0,13 42-37 0 0,2 0-1 0 0,-7-37 1 0 0,13 32-135 0 0,2-1 0 0 0,3-74-1 0 0,1 70-420 0 0,-7-85 0 0 0,4 117-168 0 0,-2-12-442 0 0</inkml:trace>
</inkml:ink>
</file>

<file path=ppt/ink/ink3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4.89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75 185 4609 0 0,'-10'-3'275'0'0,"-28"-14"811"0"0,36 16-862 0 0,0 0 0 0 0,0 1 0 0 0,0-2 0 0 0,0 1 1 0 0,1 0-1 0 0,-1 0 0 0 0,0 0 0 0 0,1-1 0 0 0,-1 1 1 0 0,1-1-1 0 0,0 1 0 0 0,-1-1 0 0 0,1 0 0 0 0,0 1 1 0 0,-1-4-1 0 0,2 4-69 0 0,0-1 1 0 0,0 1 0 0 0,0 0 0 0 0,1-1-1 0 0,-1 1 1 0 0,1 0 0 0 0,-1-1 0 0 0,1 1-1 0 0,-1 0 1 0 0,1 0 0 0 0,-1-1 0 0 0,1 1 0 0 0,0 0-1 0 0,0 0 1 0 0,0 0 0 0 0,0 0 0 0 0,0 0-1 0 0,0 0 1 0 0,0 0 0 0 0,0 0 0 0 0,0 0-1 0 0,0 1 1 0 0,2-2 0 0 0,30-15 1051 0 0,17 3-622 0 0,2 2 0 0 0,0 2 0 0 0,0 2 1 0 0,79-1-1 0 0,93-14-727 0 0,-175 15 205 0 0,2 2-1 0 0,-1 2 1 0 0,0 2-1 0 0,97 10 0 0 0,36 2 154 0 0,-113-8-113 0 0,-1 3 0 0 0,75 15 0 0 0,-121-16 83 0 0,-1 0 1 0 0,1-1 0 0 0,0-2 0 0 0,0 0 0 0 0,1-1 0 0 0,-1-2 0 0 0,0 0-1 0 0,33-9 1 0 0,-33 8-55 0 0,0 0-1 0 0,0 2 1 0 0,-1 0 0 0 0,1 2-1 0 0,0 0 1 0 0,34 7-1 0 0,18 1 52 0 0,101-6-2982 0 0,-168-1 1614 0 0</inkml:trace>
</inkml:ink>
</file>

<file path=ppt/ink/ink3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5.64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171 1 3745 0 0,'-11'14'380'0'0,"11"-13"-389"0"0,-1 0 0 0 0,1 1 0 0 0,-1-1 0 0 0,0 0 0 0 0,0 0 0 0 0,1 0 0 0 0,-1 0 0 0 0,0 0 0 0 0,0 1 0 0 0,0-2 0 0 0,0 1 1 0 0,0 0-1 0 0,0 0 0 0 0,-1 0 0 0 0,1 0 0 0 0,0-1 0 0 0,0 1 0 0 0,-1 0 0 0 0,1-1 0 0 0,0 1 0 0 0,-1-1 0 0 0,1 0 0 0 0,0 1 1 0 0,-1-1-1 0 0,1 0 0 0 0,0 0 0 0 0,-1 0 0 0 0,1 0 0 0 0,-1 0 0 0 0,1 0 0 0 0,0 0 0 0 0,-1-1 0 0 0,1 1 0 0 0,-1 0 0 0 0,-1-1 0 0 0,-31-6 948 0 0,24 7 427 0 0,-1 1 0 0 0,1 0-1 0 0,0 0 1 0 0,0 2-1 0 0,-1-1 1 0 0,-9 5 0 0 0,23-8-1235 0 0,1 1 0 0 0,-1-1 0 0 0,1 1 0 0 0,-1 0 0 0 0,0 0 0 0 0,1 0 0 0 0,-1 1 0 0 0,1-1 0 0 0,-1 1 0 0 0,0 0 0 0 0,1 0 0 0 0,-1 0 0 0 0,0 0 0 0 0,0 1 0 0 0,0-1 0 0 0,0 1 0 0 0,0 0 0 0 0,0 0 0 0 0,0 0 0 0 0,-1 0 0 0 0,1 0 0 0 0,-1 1 0 0 0,1-1 0 0 0,-1 1 0 0 0,0 0 0 0 0,2 3 0 0 0,4 3 350 0 0,-1 1 0 0 0,-1 1-1 0 0,1 0 1 0 0,-2 0 0 0 0,1 0 0 0 0,4 15 0 0 0,3 18-433 0 0,-8-23 17 0 0,1 0 0 0 0,2-1 0 0 0,0 1 0 0 0,1-2 0 0 0,0 1 0 0 0,21 29 1 0 0,-18-34-38 0 0,-1 1 0 0 0,-1 1 0 0 0,14 29 0 0 0,-20-36-14 0 0,0 1 0 0 0,-1 1 0 0 0,0-1 0 0 0,-1 0 0 0 0,0 1 0 0 0,0-1 0 0 0,-1 18 0 0 0,-4 10-5 0 0,2-29 12 0 0,0 0 0 0 0,1 1 0 0 0,-1-1 0 0 0,2 0 1 0 0,0 0-1 0 0,3 17 0 0 0,3-21-1292 0 0,-1-6 768 0 0</inkml:trace>
</inkml:ink>
</file>

<file path=ppt/ink/ink3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6.72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128 29 2304 0 0,'-20'-1'2961'0'0,"19"0"-2754"0"0,1 0 0 0 0,-1 1 0 0 0,1-1 0 0 0,-1 1 0 0 0,1-1 0 0 0,0 0 0 0 0,-1 1 0 0 0,1-1 1 0 0,0 0-1 0 0,-1 1 0 0 0,1-1 0 0 0,0 0 0 0 0,0 0 0 0 0,0 1 0 0 0,-1-1 0 0 0,1 0 0 0 0,0 0 0 0 0,0 1 0 0 0,0-1 0 0 0,0 0 0 0 0,0 0 0 0 0,1 1 0 0 0,-1-1 0 0 0,0 0 0 0 0,0 0 0 0 0,0 1 0 0 0,1-1 0 0 0,-1 0 0 0 0,0 1 0 0 0,7-7 2645 0 0,-27 26 590 0 0,9-5-3337 0 0,1 0 0 0 0,1 0 0 0 0,0 1 0 0 0,1 0 0 0 0,0 1 0 0 0,2-1 0 0 0,-1 2 0 0 0,2-1 0 0 0,0 1 0 0 0,1-1-1 0 0,1 1 1 0 0,1 0 0 0 0,0 0 0 0 0,1 34 0 0 0,2-46-134 0 0,-1-1 0 0 0,1 1 0 0 0,1-1-1 0 0,-1 0 1 0 0,1 1 0 0 0,-1-1 0 0 0,1 0-1 0 0,1 0 1 0 0,-1 0 0 0 0,0-1 0 0 0,1 1 0 0 0,0 0-1 0 0,0-1 1 0 0,0 0 0 0 0,0 1 0 0 0,0-1 0 0 0,1-1-1 0 0,0 1 1 0 0,-1 0 0 0 0,1-1 0 0 0,0 0 0 0 0,0 0-1 0 0,0 0 1 0 0,0 0 0 0 0,1-1 0 0 0,-1 1 0 0 0,9 0-1 0 0,-6 0-60 0 0,0-1 0 0 0,0 0 0 0 0,0 0 0 0 0,1-1 0 0 0,-1 0 0 0 0,0-1-1 0 0,0 1 1 0 0,0-1 0 0 0,1-1 0 0 0,-1 1 0 0 0,0-1 0 0 0,0 0 0 0 0,-1-1 0 0 0,1 0 0 0 0,0 0-1 0 0,11-8 1 0 0,-15 9-32 0 0,-1 0 0 0 0,1-1 0 0 0,-1 0-1 0 0,0 1 1 0 0,0-1 0 0 0,0 0 0 0 0,0 0 0 0 0,0 0-1 0 0,-1 0 1 0 0,0 0 0 0 0,1 0 0 0 0,-1 0 0 0 0,0-1-1 0 0,0 1 1 0 0,-1 0 0 0 0,1-1 0 0 0,-1 1 0 0 0,1-1-1 0 0,-1-3 1 0 0,0 4 86 0 0,0 1 0 0 0,-1-1 0 0 0,1 0-1 0 0,0 0 1 0 0,-1 1 0 0 0,0-1 0 0 0,1 0 0 0 0,-1 1-1 0 0,0-1 1 0 0,0 0 0 0 0,-1 1 0 0 0,1-1 0 0 0,0 1 0 0 0,-1 0-1 0 0,0 0 1 0 0,1-1 0 0 0,-1 1 0 0 0,0 0 0 0 0,0 0-1 0 0,0 0 1 0 0,0 1 0 0 0,-1-1 0 0 0,-1-1 0 0 0,3 3 55 0 0,0 0 0 0 0,1 0 0 0 0,-1-1 0 0 0,1 1 0 0 0,-1 0 0 0 0,0 0 0 0 0,1-1 0 0 0,-1 1 0 0 0,1 0 0 0 0,-1-1 0 0 0,1 1 0 0 0,-1 0 0 0 0,1-1 0 0 0,-1 1 0 0 0,1-1 0 0 0,0 1 0 0 0,-1-1 0 0 0,1 1 0 0 0,-1-1 0 0 0,1 1 0 0 0,0-1 0 0 0,0 1 0 0 0,-1-1 0 0 0,1 0 0 0 0,0 1 0 0 0,0-1 0 0 0,0 1 0 0 0,0-1 0 0 0,-1 0 0 0 0,1 1 0 0 0,0-1 0 0 0,0 1 0 0 0,0-1 0 0 0,0 0 0 0 0,1 1 1 0 0,-1-1-1 0 0,0-1 0 0 0,1 1 1 0 0,1-1 0 0 0,-1 0 0 0 0,1 0 1 0 0,-1 1-1 0 0,1-1 0 0 0,0 1 0 0 0,-1 0 1 0 0,1-1-1 0 0,0 1 0 0 0,0 0 0 0 0,2-1 1 0 0,9-4 123 0 0,-1 1 1 0 0,23-6 0 0 0,-28 9 116 0 0,0 0-1 0 0,0 1 1 0 0,0 0 0 0 0,0 1-1 0 0,1-1 1 0 0,-1 1-1 0 0,0 1 1 0 0,0-1 0 0 0,1 1-1 0 0,-1 0 1 0 0,13 5 0 0 0,-16-5-186 0 0,-1 1 0 0 0,0 0 0 0 0,0-1 0 0 0,0 1 0 0 0,0 0 0 0 0,0 0 0 0 0,-1 1 0 0 0,1-1-1 0 0,-1 1 1 0 0,1-1 0 0 0,-1 1 0 0 0,0 0 0 0 0,0 0 0 0 0,0 0 0 0 0,0 0 0 0 0,0 0 0 0 0,-1 0 0 0 0,0 1 0 0 0,1-1 0 0 0,-1 0 0 0 0,0 1 0 0 0,-1-1 0 0 0,1 1 0 0 0,-1-1 0 0 0,1 7 0 0 0,0 6-505 0 0,5 56 1199 0 0,7-23-7424 0 0</inkml:trace>
</inkml:ink>
</file>

<file path=ppt/ink/ink3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7.17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125 1 3681 0 0,'-3'0'263'0'0,"1"0"0"0"0,-1-1 1 0 0,1 2-1 0 0,-1-1 0 0 0,1 0 0 0 0,0 0 1 0 0,-1 1-1 0 0,1-1 0 0 0,0 1 0 0 0,-1 0 1 0 0,1 0-1 0 0,0 0 0 0 0,0 0 0 0 0,-1 0 1 0 0,1 0-1 0 0,0 1 0 0 0,0-1 1 0 0,0 1-1 0 0,1-1 0 0 0,-1 1 0 0 0,0 0 1 0 0,1-1-1 0 0,-1 1 0 0 0,1 0 0 0 0,-1 0 1 0 0,-1 4-1 0 0,-6 8 413 0 0,1 0 0 0 0,-11 29 0 0 0,11-24-482 0 0,5-13-201 0 0,-13 33 87 0 0,15-37-98 0 0,1 0 1 0 0,-1 0-1 0 0,1 0 1 0 0,-1 0-1 0 0,1 0 0 0 0,0 0 1 0 0,-1 0-1 0 0,1 0 1 0 0,0 0-1 0 0,0 0 1 0 0,1 0-1 0 0,-1 0 0 0 0,0 0 1 0 0,1 0-1 0 0,1 4 1 0 0,-2-6 3 0 0,0 1 0 0 0,0-1 0 0 0,1 0 0 0 0,-1 1 1 0 0,0-1-1 0 0,0 0 0 0 0,1 1 0 0 0,-1-1 0 0 0,0 0 0 0 0,1 1 1 0 0,-1-1-1 0 0,1 0 0 0 0,-1 0 0 0 0,0 1 0 0 0,1-1 1 0 0,-1 0-1 0 0,0 0 0 0 0,1 0 0 0 0,-1 0 0 0 0,1 0 0 0 0,-1 0 1 0 0,1 1-1 0 0,-1-1 0 0 0,0 0 0 0 0,1 0 0 0 0,-1 0 0 0 0,1 0 1 0 0,-1-1-1 0 0,1 1 0 0 0,-1 0 0 0 0,1 0 0 0 0,14-10-435 0 0,7-18-180 0 0,-17 16 353 0 0,0-1 0 0 0,0 1-1 0 0,-1-1 1 0 0,3-24-1 0 0,-4 21 829 0 0,1 0 0 0 0,8-24 0 0 0,-12 40-473 0 0,0-1 0 0 0,0 1 0 0 0,0 0 0 0 0,1-1 0 0 0,-1 1 0 0 0,0-1 0 0 0,0 1 0 0 0,0 0 1 0 0,0-1-1 0 0,1 1 0 0 0,-1 0 0 0 0,0-1 0 0 0,0 1 0 0 0,0 0 0 0 0,1 0 0 0 0,-1-1 0 0 0,0 1 0 0 0,1 0 0 0 0,-1-1 0 0 0,0 1 1 0 0,1 0-1 0 0,-1 0 0 0 0,0 0 0 0 0,1 0 0 0 0,-1-1 0 0 0,0 1 0 0 0,1 0 0 0 0,-1 0 0 0 0,0 0 0 0 0,1 0 0 0 0,7 9 1460 0 0,3 29-54 0 0,-9-29-1088 0 0,4 7-140 0 0,0 0 1 0 0,1-1-1 0 0,1 1 1 0 0,0-2-1 0 0,1 1 1 0 0,17 21-1 0 0,-16-24-1207 0 0,1 0 0 0 0,0-2 0 0 0,0 1 0 0 0,18 11 0 0 0</inkml:trace>
</inkml:ink>
</file>

<file path=ppt/ink/ink3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7.42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22 1 6913 0 0,'-2'2'752'0'0,"0"1"-1"0"0,0-1 0 0 0,0 1 1 0 0,0-1-1 0 0,1 1 0 0 0,0 0 0 0 0,-1-1 1 0 0,1 1-1 0 0,0 0 0 0 0,-1 5 0 0 0,-2 37 2916 0 0,6-20-2711 0 0,9 42-1 0 0,-8-54-356 0 0,3 21-724 0 0,25 103 1543 0 0,-8-71-3532 0 0,-17-52-224 0 0,1 0-1 0 0,13 18 1 0 0</inkml:trace>
</inkml:ink>
</file>

<file path=ppt/ink/ink3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7.64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 83 2304 0 0,'-7'-1'9133'0'0,"12"-1"-8477"0"0,0 0 0 0 0,0 0-1 0 0,-1-1 1 0 0,1 1 0 0 0,-1-1-1 0 0,1 0 1 0 0,-1-1 0 0 0,7-6-1 0 0,8-5 178 0 0,36-15-3298 0 0,-38 25-3279 0 0</inkml:trace>
</inkml:ink>
</file>

<file path=ppt/ink/ink3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09:38.02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14 223 2304 0 0,'3'0'319'0'0,"0"-1"-1"0"0,0 0 0 0 0,0 0 0 0 0,0 0 0 0 0,0 0 0 0 0,0 0 0 0 0,-1-1 0 0 0,1 1 0 0 0,0-1 0 0 0,-1 0 0 0 0,4-3 0 0 0,27-25 3436 0 0,-33 30-3735 0 0,7-7 485 0 0,-1-1 0 0 0,0 1 0 0 0,0-1 0 0 0,-1-1 0 0 0,0 1 0 0 0,4-10 0 0 0,-7 14-377 0 0,0 0 1 0 0,-1-1 0 0 0,1 1 0 0 0,-1 0 0 0 0,0-1 0 0 0,0 1 0 0 0,0-1-1 0 0,-1 0 1 0 0,1 1 0 0 0,-1-1 0 0 0,0 1 0 0 0,-1-1 0 0 0,1 1 0 0 0,-1-1-1 0 0,-1-5 1 0 0,1 8-102 0 0,1 0-1 0 0,-1 0 0 0 0,0 1 1 0 0,0-1-1 0 0,-1 0 0 0 0,1 0 1 0 0,0 0-1 0 0,0 1 0 0 0,-1-1 1 0 0,1 1-1 0 0,-1-1 0 0 0,0 1 1 0 0,1 0-1 0 0,-1-1 0 0 0,0 1 1 0 0,0 0-1 0 0,0 0 0 0 0,1 0 1 0 0,-1 0-1 0 0,0 1 0 0 0,0-1 1 0 0,-1 0-1 0 0,1 1 0 0 0,0 0 1 0 0,0-1-1 0 0,0 1 0 0 0,0 0 1 0 0,0 0-1 0 0,0 0 0 0 0,0 0 1 0 0,-1 1-1 0 0,1-1 0 0 0,0 0 1 0 0,0 1-1 0 0,0 0 0 0 0,0-1 1 0 0,0 1-1 0 0,0 0 0 0 0,0 0 1 0 0,-2 2-1 0 0,-1-1 80 0 0,1 0 0 0 0,0 1 0 0 0,-1-1 0 0 0,1 1 0 0 0,1 0 0 0 0,-1 0 0 0 0,0 0 0 0 0,1 1 0 0 0,-1 0 0 0 0,1-1 0 0 0,0 1 0 0 0,0 0 0 0 0,1 0 0 0 0,-1 1 0 0 0,1-1 0 0 0,0 0 0 0 0,-2 6 0 0 0,4-6-25 0 0,0 0 1 0 0,0 1-1 0 0,1-1 0 0 0,-1 0 1 0 0,1 0-1 0 0,0 1 1 0 0,0-1-1 0 0,0 0 0 0 0,1 0 1 0 0,-1 0-1 0 0,1 0 0 0 0,0 0 1 0 0,0-1-1 0 0,1 1 1 0 0,-1-1-1 0 0,1 1 0 0 0,0-1 1 0 0,5 6-1 0 0,7 6 353 0 0,0-1 1 0 0,26 17-1 0 0,-32-24-585 0 0,0-2 0 0 0,0 1 0 0 0,1-1 0 0 0,0 0-1 0 0,0-1 1 0 0,0-1 0 0 0,1 1 0 0 0,-1-2 0 0 0,19 4 0 0 0,2-3-6907 0 0</inkml:trace>
</inkml:ink>
</file>

<file path=ppt/ink/ink3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0:01.88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1072 1101 3225 0 0,'-33'8'13175'0'0,"31"-9"-12792"0"0,-8-15 1837 0 0,-2-27-1771 0 0,1-1 0 0 0,3 0 0 0 0,1-1-1 0 0,0-50 1 0 0,1 25-353 0 0,-7-170 139 0 0,10 139-77 0 0,-4 1 0 0 0,-24-120 1 0 0,30 215-240 0 0,0 0 1 0 0,-1 1 0 0 0,1-1-1 0 0,-1 1 1 0 0,0-1 0 0 0,0 1 0 0 0,-1-1-1 0 0,0 1 1 0 0,1 0 0 0 0,-1 0-1 0 0,-1 1 1 0 0,1-1 0 0 0,0 1-1 0 0,-1-1 1 0 0,0 1 0 0 0,0 0-1 0 0,0 0 1 0 0,0 1 0 0 0,0-1-1 0 0,0 1 1 0 0,-1 0 0 0 0,1 0-1 0 0,-1 0 1 0 0,0 1 0 0 0,1-1 0 0 0,-10 0-1 0 0,33 35-6927 0 0,-17-30 7183 0 0,12 9 86 0 0,-13-12-89 0 0,-1 0 0 0 0,1 0 0 0 0,-1 0 1 0 0,1 0-1 0 0,-1 0 0 0 0,1 0 0 0 0,0 0 1 0 0,-1-1-1 0 0,1 1 0 0 0,-1 0 0 0 0,1 0 0 0 0,-1 0 1 0 0,1-1-1 0 0,-1 1 0 0 0,1 0 0 0 0,-1 0 1 0 0,1-1-1 0 0,-1 1 0 0 0,1 0 0 0 0,-1-1 0 0 0,0 1 1 0 0,1-1-1 0 0,0 0 0 0 0,-36 7 2475 0 0,-29 17-1512 0 0,37-12-1012 0 0,-1-1 0 0 0,0-1 0 0 0,0-2 0 0 0,-1-1 0 0 0,-29 2 0 0 0,-221-16 133 0 0,71-1-14 0 0,120 10-516 0 0</inkml:trace>
</inkml:ink>
</file>

<file path=ppt/ink/ink3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0:02.42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177 57 1928 0 0,'9'-6'91'0'0,"30"-22"1166"0"0,-37 26-898 0 0,0 0 0 0 0,0 1 0 0 0,-1-1 0 0 0,1 0-1 0 0,-1 0 1 0 0,1 0 0 0 0,-1 0 0 0 0,0-1-1 0 0,2-1 1 0 0,-13 5 3747 0 0,-12 11-2197 0 0,7 3-1431 0 0,1 0 1 0 0,0 1 0 0 0,0 1-1 0 0,2 0 1 0 0,-15 28-1 0 0,5-10-169 0 0,-64 116 1530 0 0,85-150-1781 0 0,0 0-1 0 0,1 0 1 0 0,-1 0-1 0 0,1 0 1 0 0,-1 1-1 0 0,1-1 1 0 0,0 0-1 0 0,-1 0 1 0 0,1 0-1 0 0,0 0 1 0 0,0 1-1 0 0,0-1 1 0 0,0 0-1 0 0,0 0 1 0 0,0 0-1 0 0,0 1 1 0 0,0-1-1 0 0,0 0 1 0 0,1 0-1 0 0,-1 0 1 0 0,0 1-1 0 0,1-1 1 0 0,-1 0-1 0 0,1 0 1 0 0,-1 0-1 0 0,1 0 1 0 0,0 0-1 0 0,0 0 0 0 0,-1 0 1 0 0,1 0-1 0 0,0 0 1 0 0,0-1-1 0 0,0 1 1 0 0,0 0-1 0 0,0 0 1 0 0,0-1-1 0 0,0 1 1 0 0,0 0-1 0 0,0-1 1 0 0,0 1-1 0 0,0-1 1 0 0,0 0-1 0 0,0 1 1 0 0,2-1-1 0 0,9 4 164 0 0,0 0 1 0 0,0-1-1 0 0,18 3 0 0 0,-17-4 94 0 0,16 4 36 0 0,46 15-1 0 0,-33-2-6671 0 0</inkml:trace>
</inkml:ink>
</file>

<file path=ppt/ink/ink3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0:04.69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396 50 920 0 0,'-1'0'37'0'0,"1"0"0"0"0,0-1 0 0 0,-1 1 0 0 0,1 0 0 0 0,0 0 0 0 0,-1 0-1 0 0,1-1 1 0 0,0 1 0 0 0,0 0 0 0 0,-1 0 0 0 0,1-1 0 0 0,0 1 0 0 0,0 0 0 0 0,-1-1 0 0 0,1 1 0 0 0,0 0-1 0 0,0-1 1 0 0,0 1 0 0 0,0 0 0 0 0,-1-1 0 0 0,1 1 0 0 0,0 0 0 0 0,0-1 0 0 0,0 1 0 0 0,0-1 0 0 0,0 1-1 0 0,0 0 1 0 0,0-1 0 0 0,0 1 0 0 0,0 0 0 0 0,0-1 0 0 0,0 1 0 0 0,0-1 0 0 0,0 1 0 0 0,1-1 0 0 0,7-18 547 0 0,-2 1 2404 0 0,-25 41 2025 0 0,-23 87-2241 0 0,28-68-1528 0 0,-33 67 0 0 0,47-108-1225 0 0,-1-1 0 0 0,1 1 1 0 0,-1 0-1 0 0,1-1 0 0 0,-1 1 0 0 0,1 0 0 0 0,-1 0 1 0 0,1 0-1 0 0,0-1 0 0 0,0 1 0 0 0,-1 0 0 0 0,1 0 1 0 0,0 0-1 0 0,0 0 0 0 0,0-1 0 0 0,0 1 0 0 0,0 0 1 0 0,0 0-1 0 0,0 0 0 0 0,0 0 0 0 0,0 0 0 0 0,0-1 1 0 0,1 1-1 0 0,-1 0 0 0 0,0 0 0 0 0,1 0 0 0 0,-1 0 0 0 0,0-1 1 0 0,1 1-1 0 0,-1 0 0 0 0,1-1 0 0 0,-1 1 0 0 0,1 0 1 0 0,0-1-1 0 0,-1 1 0 0 0,1 0 0 0 0,-1-1 0 0 0,1 1 1 0 0,0-1-1 0 0,0 1 0 0 0,-1-1 0 0 0,1 0 0 0 0,0 1 1 0 0,0-1-1 0 0,1 1 0 0 0,6 1 23 0 0,0-1 0 0 0,0 1 1 0 0,0-1-1 0 0,12-1 0 0 0,17 4 204 0 0,-26 1-206 0 0,0 1-1 0 0,-1 0 0 0 0,1 1 1 0 0,-1 0-1 0 0,-1 0 1 0 0,1 1-1 0 0,9 10 0 0 0,34 27 140 0 0,-52-45-131 0 0,1 1 0 0 0,-1 0 0 0 0,0-1 0 0 0,0 1 0 0 0,0 0 0 0 0,0 0 0 0 0,-1 0 0 0 0,1 0 0 0 0,0 0 0 0 0,0 0 0 0 0,0 0 0 0 0,-1 0 0 0 0,1 0 0 0 0,-1 1 0 0 0,1-1 0 0 0,-1 0 0 0 0,1 0 0 0 0,-1 1 0 0 0,0-1 0 0 0,1 0 0 0 0,-1 1 0 0 0,0-1 0 0 0,0 0 0 0 0,0 0 0 0 0,0 1 0 0 0,0 1 0 0 0,-1 1 57 0 0,0-1 0 0 0,-1 0 0 0 0,1 0 0 0 0,0 0 0 0 0,-1 1 0 0 0,0-1 0 0 0,0-1 0 0 0,0 1 0 0 0,0 0 0 0 0,-3 3 0 0 0,-5 4 161 0 0,-1 0 1 0 0,0-1-1 0 0,0 0 1 0 0,-15 8-1 0 0,9-6-285 0 0,0-2-1 0 0,-1 0 1 0 0,0 0-1 0 0,0-2 1 0 0,-1 0-1 0 0,0-2 1 0 0,0 0-1 0 0,0 0 1 0 0,-1-2-1 0 0,0-1 1 0 0,1 0-1 0 0,-1-2 1 0 0,0 0-1 0 0,0-1 1 0 0,0-1-1 0 0,1 0 1 0 0,-1-2-1 0 0,1-1 1 0 0,0 0-1 0 0,-30-13 1 0 0,27 7-1159 0 0</inkml:trace>
</inkml:ink>
</file>

<file path=ppt/ink/ink3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0:05.59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249 160 2761 0 0,'-64'-20'6794'0'0,"63"20"-6741"0"0,1 0 0 0 0,0 0 0 0 0,0 0 0 0 0,-1-1 0 0 0,1 1 0 0 0,0 0-1 0 0,0 0 1 0 0,-1-1 0 0 0,1 1 0 0 0,0 0 0 0 0,0 0 0 0 0,0-1 0 0 0,0 1-1 0 0,-1 0 1 0 0,1 0 0 0 0,0-1 0 0 0,0 1 0 0 0,0 0 0 0 0,0-1 0 0 0,0 1 0 0 0,0 0-1 0 0,0-1 1 0 0,0 1 0 0 0,0 0 0 0 0,0-1 0 0 0,0 1 0 0 0,0 0 0 0 0,0-1-1 0 0,0 1 1 0 0,0 0 0 0 0,0-1 0 0 0,0 1 0 0 0,0 0 0 0 0,0 0 0 0 0,1-1-1 0 0,-1 1 1 0 0,0 0 0 0 0,0-1 0 0 0,0 1 0 0 0,0 0 0 0 0,1 0 0 0 0,-1-1 0 0 0,0 1-1 0 0,0 0 1 0 0,1 0 0 0 0,-1 0 0 0 0,0-1 0 0 0,0 1 0 0 0,1 0 0 0 0,-1 0-1 0 0,0 0 1 0 0,1 0 0 0 0,-1 0 0 0 0,0-1 0 0 0,1 1 0 0 0,-1 0 0 0 0,1 0-1 0 0,21-12 568 0 0,-20 11-541 0 0,41-20 496 0 0,0 2-1 0 0,1 2 1 0 0,1 1-1 0 0,68-12 1 0 0,-95 24-374 0 0,1 1-1 0 0,0 1 1 0 0,1 0 0 0 0,-1 2-1 0 0,0 0 1 0 0,0 1 0 0 0,0 1-1 0 0,0 1 1 0 0,0 1 0 0 0,0 0 0 0 0,0 2-1 0 0,-1 0 1 0 0,32 16 0 0 0,-38-15-175 0 0,-1 0 0 0 0,0 1 0 0 0,-1 1 0 0 0,0 0 0 0 0,16 18 0 0 0,39 59-43 0 0,-17-21 23 0 0,51 67 250 0 0,-83-109-192 0 0,-2 1 0 0 0,-1 1 0 0 0,18 50 0 0 0,-16-34-21 0 0,-3 0 0 0 0,12 67-1 0 0,-22-92-30 0 0,-1-1 0 0 0,0 1-1 0 0,-1-1 1 0 0,-1 0-1 0 0,0 1 1 0 0,-1-1 0 0 0,-1 0-1 0 0,-1 0 1 0 0,0 0 0 0 0,-10 25-1 0 0,5-19 20 0 0,-1 0 1 0 0,-1 0-1 0 0,-1-1 0 0 0,0-1 0 0 0,-2 0 0 0 0,0-1 0 0 0,-1 0 0 0 0,-1-1 1 0 0,-1-1-1 0 0,0 0 0 0 0,-1-2 0 0 0,0 0 0 0 0,-1-1 0 0 0,-1 0 0 0 0,0-2 1 0 0,-36 15-1 0 0,17-12 139 0 0,0-1 0 0 0,-1-2 0 0 0,-1-2 0 0 0,0-2 0 0 0,0-1 0 0 0,0-2 0 0 0,-1-3 0 0 0,1 0 0 0 0,-70-10 0 0 0,101 7-155 0 0,-1-1 1 0 0,1 0-1 0 0,0 0 0 0 0,0-1 0 0 0,0-1 1 0 0,1 0-1 0 0,-1 0 0 0 0,-16-13 1 0 0,-5-6 140 0 0,-30-32-1 0 0,19 17-36 0 0,23 22-143 0 0,1-1 1 0 0,0 0-1 0 0,2-1 0 0 0,0-1 0 0 0,1 0 1 0 0,-13-25-1 0 0,21 31 25 0 0,0 0 0 0 0,1-1-1 0 0,1 0 1 0 0,0 0 0 0 0,1-1 0 0 0,0 1 0 0 0,2-1-1 0 0,0 0 1 0 0,0 0 0 0 0,2-30 0 0 0,4 11-8 0 0,2 0 0 0 0,1 0-1 0 0,2 0 1 0 0,1 1 0 0 0,1 0 0 0 0,2 1 0 0 0,2 1 0 0 0,36-62 0 0 0,-43 83-5 0 0,0 0 0 0 0,0 1 0 0 0,1 0 0 0 0,0 0 0 0 0,0 0 1 0 0,1 1-1 0 0,1 1 0 0 0,-1 0 0 0 0,16-8 0 0 0,-7 6-293 0 0</inkml:trace>
</inkml:ink>
</file>

<file path=ppt/ink/ink3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0:06.59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221 1080 6913 0 0,'0'-1'110'0'0,"1"1"-1"0"0,-1-1 0 0 0,0 0 0 0 0,0 0 0 0 0,0 0 0 0 0,0 0 0 0 0,0 0 0 0 0,0 0 0 0 0,0 0 0 0 0,0 0 1 0 0,0 0-1 0 0,-1 0 0 0 0,1 0 0 0 0,0 1 0 0 0,-1-1 0 0 0,1 0 0 0 0,0 0 0 0 0,-1 0 0 0 0,0-1 0 0 0,-11-19 2500 0 0,11 19-2258 0 0,-18-32 3739 0 0,-24-57 0 0 0,-2-42-1850 0 0,-16-141-1993 0 0,50 194-240 0 0,-2-136-1 0 0,8 89-186 0 0,-1 62-933 0 0,5 47 115 0 0</inkml:trace>
</inkml:ink>
</file>

<file path=ppt/ink/ink3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0:07.12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0 524 6913 0 0,'35'-36'900'0'0,"-23"22"-16"0"0,1 0-1 0 0,1 1 1 0 0,0 1 0 0 0,28-20 0 0 0,-3 12-397 0 0,2 1-1 0 0,0 3 1 0 0,1 1-1 0 0,83-18 1 0 0,15-5-287 0 0,7-5-194 0 0,152-24 1 0 0,157 1-10 0 0,-378 56 6 0 0,485-45 58 0 0,225 34 105 0 0,-503 39 2758 0 0,-278-17-3383 0 0,0 0-1 0 0,0 1 0 0 0,-1 0 1 0 0,1 0-1 0 0,-1 0 1 0 0,0 1-1 0 0,7 3 0 0 0</inkml:trace>
</inkml:ink>
</file>

<file path=ppt/ink/ink3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0:07.47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 3 456 0 0,'1'-1'0'0'0,"-1"-1"0"0"0,-1 2 136 0 0,-1 0-8 0 0,2 2-8 0 0,-3 0 0 0 0,1 3-56 0 0,-1 0-64 0 0,2 2 88 0 0,-1-2-88 0 0</inkml:trace>
</inkml:ink>
</file>

<file path=ppt/ink/ink3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0:08.08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19 10138 0 0,'0'0'11'0'0,"0"-1"0"0"0,0 0-1 0 0,-1 1 1 0 0,1-1 0 0 0,0 1-1 0 0,0-1 1 0 0,0 1 0 0 0,0-1-1 0 0,0 1 1 0 0,0-1 0 0 0,0 1-1 0 0,0-1 1 0 0,1 0 0 0 0,-1 1-1 0 0,0-1 1 0 0,0 1 0 0 0,0-1-1 0 0,0 1 1 0 0,1-1 0 0 0,-1 1 0 0 0,0-1-1 0 0,1 1 1 0 0,-1-1 0 0 0,0 1-1 0 0,1 0 1 0 0,-1-1 0 0 0,0 1-1 0 0,1 0 1 0 0,-1-1 0 0 0,1 1-1 0 0,-1 0 1 0 0,1-1 0 0 0,0 1-1 0 0,24-3 2440 0 0,-19 4-1721 0 0,0 0-1 0 0,0 0 1 0 0,0 1 0 0 0,-1-1 0 0 0,1 1-1 0 0,10 5 1 0 0,-10-2-470 0 0,0 0 1 0 0,-1 1-1 0 0,1 0 1 0 0,-1-1-1 0 0,0 2 1 0 0,0-1-1 0 0,-1 0 1 0 0,0 1-1 0 0,0 0 0 0 0,-1 0 1 0 0,0 0-1 0 0,0 1 1 0 0,0-1-1 0 0,2 11 1 0 0,2 15-125 0 0,-1 0 0 0 0,1 36 0 0 0,-4-34-34 0 0,10 33-191 0 0,0 10-4035 0 0,-12-77 3860 0 0,-1 0 0 0 0,0 0 0 0 0,0 0 0 0 0,0 0 0 0 0,0 0 0 0 0,0 0 0 0 0,0 0 0 0 0,0 0 0 0 0,-1 0 0 0 0,1 0 0 0 0,0 0 0 0 0,0 0 0 0 0,-1 0 0 0 0,1 0 0 0 0,-1 0 0 0 0,1-1 0 0 0,-1 1 0 0 0,1 0 0 0 0,-1 0 0 0 0,1 0 0 0 0,-1-1 0 0 0,0 1 0 0 0,1 0 0 0 0,-1-1 0 0 0,-1 2 0 0 0,-4-1-1646 0 0</inkml:trace>
</inkml:ink>
</file>

<file path=ppt/ink/ink3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0:08.34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3 110 6913 0 0,'0'-2'17'0'0,"-1"1"0"0"0,1 0 0 0 0,-1 0 0 0 0,1-1 0 0 0,0 1 0 0 0,-1 0 0 0 0,1-1 0 0 0,0 1 0 0 0,0 0 0 0 0,0-1 0 0 0,0 1 0 0 0,0 0 0 0 0,0-1-1 0 0,1 1 1 0 0,-1 0 0 0 0,0-1 0 0 0,1 1 0 0 0,-1 0 0 0 0,1-1 0 0 0,-1 1 0 0 0,2-2 0 0 0,0 0 6 0 0,0 0-1 0 0,1 0 1 0 0,-1 0 0 0 0,1 0 0 0 0,0 0-1 0 0,0 0 1 0 0,4-3 0 0 0,5-1 693 0 0,0-1 0 0 0,1 1 1 0 0,16-6-1 0 0,-21 10-292 0 0,0 0 0 0 0,0 0 0 0 0,0 1 0 0 0,1 0 0 0 0,-1 0 0 0 0,1 1 0 0 0,0 0 0 0 0,-1 1 0 0 0,1 0 0 0 0,0 0 0 0 0,-1 1 0 0 0,1 0 0 0 0,-1 1 0 0 0,1 0 0 0 0,-1 0 0 0 0,0 1 0 0 0,12 5 0 0 0,-9-3-188 0 0,-1 1 1 0 0,0 0-1 0 0,0 1 0 0 0,0 0 0 0 0,-1 1 1 0 0,0 0-1 0 0,-1 1 0 0 0,1-1 1 0 0,-2 2-1 0 0,1-1 0 0 0,10 20 1 0 0,-11-18-207 0 0,-1 1 0 0 0,-1 1 1 0 0,1-1-1 0 0,-2 1 0 0 0,0 0 1 0 0,-1 0-1 0 0,0 0 0 0 0,-1 0 1 0 0,0 1-1 0 0,0 20 0 0 0,-3-24-22 0 0,1-1 0 0 0,-1 1 0 0 0,-1-1 0 0 0,0 0 0 0 0,0 1 0 0 0,-1-1 0 0 0,0 0-1 0 0,0-1 1 0 0,-1 1 0 0 0,0 0 0 0 0,-1-1 0 0 0,0 0 0 0 0,0 0 0 0 0,-1-1 0 0 0,-11 13 0 0 0,2-6-99 0 0,-2-1 1 0 0,1 0-1 0 0,-2-1 1 0 0,0-1 0 0 0,0 0-1 0 0,-1-1 1 0 0,-29 10 0 0 0,38-17-1685 0 0</inkml:trace>
</inkml:ink>
</file>

<file path=ppt/ink/ink3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0:09.03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947 132 920 0 0,'-9'-10'561'0'0,"0"0"1"0"0,-1 1-1 0 0,0 0 0 0 0,-1 0 0 0 0,0 1 0 0 0,0 1 0 0 0,0 0 0 0 0,-21-9 1 0 0,10 7 559 0 0,-1 1 0 0 0,-1 1 0 0 0,0 0 0 0 0,0 2 0 0 0,0 1 0 0 0,-25-1 0 0 0,23 4-861 0 0,0 0 0 0 0,0 2 0 0 0,1 1 1 0 0,-1 1-1 0 0,1 1 0 0 0,-1 1 0 0 0,1 1 0 0 0,1 2 0 0 0,-39 16 1 0 0,38-10-137 0 0,-1 0 0 0 0,2 2 1 0 0,0 2-1 0 0,1 0 1 0 0,1 1-1 0 0,1 1 1 0 0,1 1-1 0 0,0 0 1 0 0,-16 26-1 0 0,22-28 38 0 0,1 1 1 0 0,1 0-1 0 0,1 1 0 0 0,0 0 0 0 0,2 1 0 0 0,0 0 0 0 0,2 1 0 0 0,0-1 0 0 0,2 2 0 0 0,0-1 0 0 0,-2 36 1 0 0,8-35-121 0 0,0-1 1 0 0,2 0 0 0 0,0 1 0 0 0,2-1-1 0 0,0-1 1 0 0,2 1 0 0 0,0-1 0 0 0,1 0-1 0 0,2-1 1 0 0,0 0 0 0 0,1 0 0 0 0,24 32-1 0 0,-6-14 69 0 0,2-2-1 0 0,1-2 1 0 0,2 0-1 0 0,2-2 1 0 0,44 31-1 0 0,-47-39-62 0 0,1-1-1 0 0,0-3 0 0 0,2 0 0 0 0,59 24 1 0 0,-77-39-32 0 0,1 0 0 0 0,-1-1 1 0 0,1 0-1 0 0,0-2 0 0 0,0 0 1 0 0,0-1-1 0 0,0-1 0 0 0,0-1 1 0 0,0-1-1 0 0,0 0 0 0 0,38-9 1 0 0,-24 1-9 0 0,1-2 0 0 0,-2-2 1 0 0,1-1-1 0 0,34-20 1 0 0,-13 1 33 0 0,70-55 0 0 0,-104 72 48 0 0,-2 0-1 0 0,0-1 1 0 0,-1-1 0 0 0,-1 0-1 0 0,0-2 1 0 0,-2 0 0 0 0,25-43-1 0 0,-30 45-19 0 0,-1 0 1 0 0,-1-1-1 0 0,-1 0 0 0 0,0 0 0 0 0,-1-1 1 0 0,-2 1-1 0 0,0-1 0 0 0,0 0 0 0 0,-2 0 1 0 0,-2-26-1 0 0,-16-123 393 0 0,13 141-373 0 0,-2 1-1 0 0,-1 0 1 0 0,-1 0-1 0 0,-13-27 1 0 0,15 42-76 0 0,-1 0 1 0 0,-1 1 0 0 0,0-1 0 0 0,-1 2-1 0 0,0-1 1 0 0,0 1 0 0 0,-1 1-1 0 0,-1-1 1 0 0,1 2 0 0 0,-14-9-1 0 0,-12-6 50 0 0,-74-35 0 0 0,-6 10-1932 0 0,79 35-783 0 0,-47-9-1 0 0,51 16-4620 0 0</inkml:trace>
</inkml:ink>
</file>

<file path=ppt/ink/ink3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0:33.0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92 467 3097 0 0,'-3'-4'172'0'0,"-1"0"0"0"0,1 0 1 0 0,-1 0-1 0 0,0 0 1 0 0,0 1-1 0 0,0-1 0 0 0,0 1 1 0 0,0 0-1 0 0,-7-3 1 0 0,-5-4 911 0 0,12 7-753 0 0,2 1 143 0 0,-1 0 0 0 0,1 0 1 0 0,-1 0-1 0 0,1 0 0 0 0,0 0 1 0 0,0 0-1 0 0,-4-6 0 0 0,1-13 6253 0 0,22 35-1131 0 0,38 18-6162 0 0,-31-19 800 0 0,11 10-270 0 0,0 1 0 0 0,-2 2 1 0 0,30 30-1 0 0,82 97 445 0 0,-145-153-397 0 0,0 0-1 0 0,0 0 0 0 0,0 0 0 0 0,0 0 0 0 0,0 0 0 0 0,0 0 0 0 0,0 0 1 0 0,1 1-1 0 0,-1-1 0 0 0,0 0 0 0 0,0 0 0 0 0,0 0 0 0 0,0 0 0 0 0,0 0 1 0 0,1 0-1 0 0,-1 0 0 0 0,0 0 0 0 0,0 0 0 0 0,0 0 0 0 0,0 0 0 0 0,0 0 1 0 0,1 0-1 0 0,-1 0 0 0 0,0 0 0 0 0,0 0 0 0 0,0 0 0 0 0,0 0 0 0 0,0-1 1 0 0,1 1-1 0 0,-1 0 0 0 0,0 0 0 0 0,0 0 0 0 0,0 0 0 0 0,0 0 0 0 0,0 0 1 0 0,0 0-1 0 0,0 0 0 0 0,1 0 0 0 0,-1-1 0 0 0,0 1 0 0 0,0 0 0 0 0,0 0 1 0 0,0 0-1 0 0,0 0 0 0 0,0 0 0 0 0,0 0 0 0 0,0-1 0 0 0,0 1 0 0 0,0 0 1 0 0,0 0-1 0 0,0 0 0 0 0,0 0 0 0 0,0 0 0 0 0,0-1 0 0 0,0 1 1 0 0,5-18 327 0 0,2-35-82 0 0,-4 25-64 0 0,52-196 377 0 0,-35 158-401 0 0,20-128-1 0 0,-39 183-289 0 0,1 0 1 0 0,0 0-1 0 0,0 0 0 0 0,1 0 1 0 0,1 1-1 0 0,8-19 0 0 0,-9 25-1082 0 0,0-1-1 0 0,0 1 1 0 0,0 0-1 0 0,0 0 1 0 0,8-7-1 0 0</inkml:trace>
</inkml:ink>
</file>

<file path=ppt/ink/ink3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0:33.49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 1 10138 0 0,'-10'3'6939'0'0,"10"-3"-6823"0"0,10 23 1906 0 0,26 28-1474 0 0,-34-49-260 0 0,24 31 99 0 0,0 1 0 0 0,-2 2 0 0 0,-2 1 0 0 0,-1 0 0 0 0,27 71 0 0 0,-40-84-448 0 0,-6-13-240 0 0,1-1-1 0 0,1 0 1 0 0,0 0 0 0 0,0 0 0 0 0,1 0-1 0 0,1 0 1 0 0,7 10 0 0 0</inkml:trace>
</inkml:ink>
</file>

<file path=ppt/ink/ink3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0:33.81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83 920 0 0,'0'-2'300'0'0,"0"0"1"0"0,0 0-1 0 0,0-1 0 0 0,0 1 0 0 0,1 0 0 0 0,-1-1 1 0 0,1 1-1 0 0,-1 0 0 0 0,1 0 0 0 0,0 0 0 0 0,-1 0 1 0 0,1 0-1 0 0,1-1 0 0 0,-1 2 0 0 0,0-1 0 0 0,0 0 0 0 0,1 0 1 0 0,-1 0-1 0 0,1 0 0 0 0,-1 1 0 0 0,1-1 0 0 0,0 1 1 0 0,-1-1-1 0 0,1 1 0 0 0,0 0 0 0 0,3-2 0 0 0,2-1 408 0 0,0-1 0 0 0,0 2 1 0 0,0-1-1 0 0,0 1 0 0 0,0 0 0 0 0,14-4 0 0 0,-14 7-397 0 0,0 0 0 0 0,0 0 0 0 0,-1 0 0 0 0,1 1 0 0 0,0 0 0 0 0,0 0 0 0 0,0 1 0 0 0,0-1 0 0 0,-1 2 0 0 0,1-1 0 0 0,-1 1 0 0 0,0 0 0 0 0,0 0 0 0 0,0 1 0 0 0,0-1 0 0 0,0 1 0 0 0,-1 1 0 0 0,0-1 0 0 0,8 9 0 0 0,-7-8-252 0 0,-1 1 1 0 0,1 0-1 0 0,-1 0 0 0 0,0 1 1 0 0,0 0-1 0 0,-1 0 1 0 0,0 0-1 0 0,-1 0 1 0 0,1 1-1 0 0,-1-1 1 0 0,0 1-1 0 0,-1 0 1 0 0,0 0-1 0 0,0 0 1 0 0,-1 0-1 0 0,1 11 1 0 0,-3-14-34 0 0,0 0 1 0 0,0 0 0 0 0,-1 0 0 0 0,1 0-1 0 0,-1 0 1 0 0,0-1 0 0 0,0 1 0 0 0,-1 0 0 0 0,0-1-1 0 0,1 0 1 0 0,-1 0 0 0 0,0 0 0 0 0,-1 0-1 0 0,1 0 1 0 0,-1-1 0 0 0,0 1 0 0 0,-5 2 0 0 0,-9 8 29 0 0,-2-1 1 0 0,-28 15-1 0 0,33-21-81 0 0,9-3-111 0 0,-18 8-301 0 0,9-10-2935 0 0</inkml:trace>
</inkml:ink>
</file>

<file path=ppt/ink/ink3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0:34.33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167 47 1840 0 0,'12'-11'-822'0'0,"-1"-18"12487"0"0,-12 28-11443 0 0,0 0-25 0 0,0 0 1 0 0,-1 1-1 0 0,1-1 1 0 0,-1 1-1 0 0,1-1 1 0 0,0 1-1 0 0,-1-1 1 0 0,1 1-1 0 0,-1 0 1 0 0,1 0-1 0 0,-1 0 1 0 0,1 0-1 0 0,-2 0 1 0 0,-3 1 93 0 0,-1-1 0 0 0,1 2 0 0 0,0-1 0 0 0,0 1 0 0 0,0 0 0 0 0,0 0 0 0 0,0 0 0 0 0,1 1 0 0 0,-1 0-1 0 0,1 0 1 0 0,0 1 0 0 0,0-1 0 0 0,0 1 0 0 0,-7 8 0 0 0,5-6-165 0 0,1 0 1 0 0,0 1-1 0 0,0 0 0 0 0,1 0 0 0 0,-1 1 1 0 0,2-1-1 0 0,-1 1 0 0 0,1 0 0 0 0,-5 14 1 0 0,8-18-133 0 0,0 0 1 0 0,0 0 0 0 0,0 0 0 0 0,1-1 0 0 0,0 1 0 0 0,-1 1 0 0 0,1-1 0 0 0,0 0 0 0 0,1 0 0 0 0,-1 0 0 0 0,1 0 0 0 0,0-1 0 0 0,0 1 0 0 0,0 0 0 0 0,0 0-1 0 0,1 0 1 0 0,-1-1 0 0 0,1 1 0 0 0,0-1 0 0 0,0 1 0 0 0,1-1 0 0 0,-1 0 0 0 0,1 1 0 0 0,-1-1 0 0 0,1-1 0 0 0,0 1 0 0 0,0 0 0 0 0,4 2 0 0 0,9 5-293 0 0,0 0 0 0 0,1-2 0 0 0,0 1 0 0 0,34 10 0 0 0,5 3-735 0 0,-51-20 980 0 0,1 1 1 0 0,-1 0-1 0 0,0 1 1 0 0,0 0-1 0 0,0-1 1 0 0,0 2-1 0 0,-1-1 1 0 0,1 0-1 0 0,-1 1 1 0 0,0 0-1 0 0,4 8 1 0 0,-7-12 115 0 0,0 1 1 0 0,0 0-1 0 0,0 0 1 0 0,0 0-1 0 0,-1 0 1 0 0,1 0 0 0 0,-1 0-1 0 0,1 0 1 0 0,-1 0-1 0 0,0 0 1 0 0,0 0-1 0 0,0 1 1 0 0,0-1-1 0 0,0 0 1 0 0,0 0 0 0 0,-1 0-1 0 0,1 0 1 0 0,-1 0-1 0 0,1 0 1 0 0,-1 0-1 0 0,0 0 1 0 0,0 0 0 0 0,0 0-1 0 0,0-1 1 0 0,0 1-1 0 0,0 0 1 0 0,0 0-1 0 0,-1-1 1 0 0,1 1-1 0 0,-1-1 1 0 0,1 1 0 0 0,-1-1-1 0 0,0 0 1 0 0,1 0-1 0 0,-1 1 1 0 0,-3 0-1 0 0,-16 9 250 0 0,-1-1 0 0 0,0-1 1 0 0,0-1-1 0 0,-1-1 0 0 0,0-1 0 0 0,-1-1 0 0 0,-46 4 0 0 0,67-9-811 0 0,-21 2 1526 0 0,12-3-2531 0 0</inkml:trace>
</inkml:ink>
</file>

<file path=ppt/ink/ink3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0:59.95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31 11 6449 0 0,'-3'-2'988'0'0,"-16"-7"7258"0"0,14 59-7692 0 0,1 0 0 0 0,5 77-1 0 0,21 106-4 0 0,-13-148-278 0 0,15 85 55 0 0,-19-147-330 0 0,1-1 0 0 0,1 1 0 0 0,1-1 0 0 0,1-1 1 0 0,14 28-1 0 0,-1-23-390 0 0,-21-25 256 0 0,-1-1-1 0 0,1 1 1 0 0,-1 0 0 0 0,1-1 0 0 0,-1 1 0 0 0,1 0 0 0 0,-1-1 0 0 0,1 1 0 0 0,0-1 0 0 0,-1 1 0 0 0,1-1 0 0 0,0 1 0 0 0,0-1 0 0 0,-1 0 0 0 0,1 1 0 0 0,0-1 0 0 0,0 0 0 0 0,-1 0 0 0 0,1 0 0 0 0,0 1 0 0 0,0-1 0 0 0,0 0 0 0 0,-1 0 0 0 0,1 0 0 0 0,0 0 0 0 0,0 0 0 0 0,0 0 0 0 0,0-1 0 0 0,-1 1 0 0 0,1 0 0 0 0,0 0 0 0 0,0 0 0 0 0,-1-1 0 0 0,1 1 0 0 0,0 0-1 0 0,1-1 1 0 0</inkml:trace>
</inkml:ink>
</file>

<file path=ppt/ink/ink3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0.88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20 265 1376 0 0,'-19'0'664'0'0,"27"-6"2337"0"0,32-10 397 0 0,39-4-935 0 0,146-16 0 0 0,-135 23-1625 0 0,321-16 1045 0 0,-104 11-1141 0 0,88-40-156 0 0,-25 1-15 0 0,-292 50-613 0 0,2 3 0 0 0,132 10 1 0 0,-177-3-231 0 0,-1 2 1 0 0,1 2-1 0 0,34 11 1 0 0,-56-14 193 0 0,0 1 0 0 0,0 0 1 0 0,0 1-1 0 0,-1 1 0 0 0,0 0 1 0 0,0 0-1 0 0,0 2 0 0 0,-1-1 1 0 0,-1 1-1 0 0,15 16 0 0 0,19 21 398 0 0,-34-37-6 0 0,0 1-1 0 0,-1 0 0 0 0,0 0 1 0 0,0 1-1 0 0,-1 0 1 0 0,0 1-1 0 0,-1-1 1 0 0,7 18-1 0 0,74 171 21 0 0,-51-123-125 0 0,52 159 0 0 0,-84-216-220 0 0,-1-1 0 0 0,-1 1 0 0 0,0 0 0 0 0,-2 0 0 0 0,0 0 0 0 0,-1 0 0 0 0,-1 0 0 0 0,-1 0 0 0 0,-1 0-1 0 0,-1 0 1 0 0,-1-1 0 0 0,-10 30 0 0 0,10-39 22 0 0,0-1 1 0 0,0 0-1 0 0,-1-1 0 0 0,0 1 1 0 0,0-1-1 0 0,-1 0 0 0 0,0-1 0 0 0,-1 1 1 0 0,1-2-1 0 0,-1 1 0 0 0,-1-1 1 0 0,1 0-1 0 0,-1-1 0 0 0,0 1 1 0 0,-18 5-1 0 0,-10 4 80 0 0,-1-3 1 0 0,-70 14-1 0 0,62-16-52 0 0,-324 53 704 0 0,197-38-347 0 0,-315 21-248 0 0,352-38-283 0 0,-342-6-38 0 0,443-5 173 0 0,0 0 0 0 0,0-3 0 0 0,1-1 0 0 0,-1-1 0 0 0,2-2 0 0 0,-1-1 0 0 0,1-2 0 0 0,-36-20 0 0 0,35 15 104 0 0,-34-16 385 0 0,61 31-450 0 0,1 1 0 0 0,-1 0 0 0 0,0 0 0 0 0,1 0 0 0 0,-1 1 0 0 0,0 0 0 0 0,0 1 0 0 0,-10-1 0 0 0,15 2-41 0 0,-1-1 1 0 0,1 0-1 0 0,0 1 1 0 0,-1-1-1 0 0,1 1 1 0 0,0 0-1 0 0,0 0 1 0 0,0 0-1 0 0,0 0 1 0 0,0 0-1 0 0,0 0 1 0 0,0 0-1 0 0,0 1 1 0 0,0-1-1 0 0,-2 3 1 0 0,1 1-479 0 0</inkml:trace>
</inkml:ink>
</file>

<file path=ppt/ink/ink3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1.73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155 552 8754 0 0,'-20'-31'2329'0'0,"0"1"0"0"0,-2 1 1 0 0,0 1-1 0 0,-38-35 0 0 0,59 63-2291 0 0,0-1-1 0 0,0 0 0 0 0,0 0 1 0 0,0 0-1 0 0,0 0 0 0 0,0 0 1 0 0,1 0-1 0 0,-1-1 0 0 0,0 1 1 0 0,1 0-1 0 0,-1 0 0 0 0,1 0 1 0 0,0-1-1 0 0,-1 0 0 0 0,1 1-11 0 0,0 1 0 0 0,0 0 0 0 0,0-1 0 0 0,0 1 0 0 0,0 0 0 0 0,0-1 0 0 0,0 1 0 0 0,0-1 0 0 0,1 1 0 0 0,-1 0-1 0 0,0-1 1 0 0,0 1 0 0 0,0 0 0 0 0,0 0 0 0 0,1-1 0 0 0,-1 1 0 0 0,0 0 0 0 0,0-1 0 0 0,1 1 0 0 0,-1 0 0 0 0,0 0-1 0 0,0-1 1 0 0,1 1 0 0 0,-1 0 0 0 0,0 0 0 0 0,1 0 0 0 0,-1-1 0 0 0,0 1 0 0 0,1 0 0 0 0,0 0 0 0 0,0 0 17 0 0,0 0 0 0 0,1 0 0 0 0,-1 0 0 0 0,1 0 0 0 0,-1 0 0 0 0,1 0 0 0 0,-1 0 0 0 0,1 0 0 0 0,-1 1 0 0 0,0-1 0 0 0,1 1 0 0 0,-1-1 0 0 0,0 1 0 0 0,1-1 0 0 0,-1 1 0 0 0,0 0 1 0 0,0 0-1 0 0,1 0 0 0 0,-1 0 0 0 0,0 0 0 0 0,0 0 0 0 0,0 0 0 0 0,1 2 0 0 0,11 15-43 0 0,-1 1 0 0 0,0 1 0 0 0,-2 0 0 0 0,10 25 0 0 0,18 35 0 0 0,-20-49-72 0 0,2-1 0 0 0,1 0 0 0 0,1-2 0 0 0,47 46 0 0 0,-52-58 29 0 0,2 0 0 0 0,0-2 1 0 0,0 0-1 0 0,2-1 0 0 0,-1 0 1 0 0,2-2-1 0 0,-1-1 0 0 0,28 9 1 0 0,-47-18 47 0 0,1 0 0 0 0,0 0 0 0 0,0 0 0 0 0,-1-1 0 0 0,1 0 0 0 0,0 1 0 0 0,0-1 0 0 0,0 0 0 0 0,-1 0 0 0 0,1 0 0 0 0,0-1 0 0 0,0 1 0 0 0,0-1 0 0 0,-1 1 0 0 0,1-1 0 0 0,0 0-1 0 0,-1 0 1 0 0,1 0 0 0 0,3-3 0 0 0,-3 2 28 0 0,0-1 0 0 0,0 0 0 0 0,0 0-1 0 0,0 0 1 0 0,-1 0 0 0 0,1 0-1 0 0,-1 0 1 0 0,0-1 0 0 0,0 1-1 0 0,0-1 1 0 0,0 0 0 0 0,1-4-1 0 0,1-9 79 0 0,1 0 0 0 0,-2 0 1 0 0,-1 0-1 0 0,0 0 0 0 0,0-21 0 0 0,-1-26 86 0 0,23-359 332 0 0,-16 370-559 0 0,-4 29-204 0 0,0 0 0 0 0,-1-1 0 0 0,-2 0 0 0 0,-2-42 0 0 0</inkml:trace>
</inkml:ink>
</file>

<file path=ppt/ink/ink3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2.10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31 8754 0 0,'0'-1'54'0'0,"0"-1"1"0"0,0 1-1 0 0,0-1 0 0 0,0 1 1 0 0,0-1-1 0 0,1 1 0 0 0,-1-1 0 0 0,0 1 1 0 0,1-1-1 0 0,-1 1 0 0 0,1 0 1 0 0,0-1-1 0 0,-1 1 0 0 0,1 0 1 0 0,0 0-1 0 0,1-3 0 0 0,-1 4 150 0 0,0-1 1 0 0,0 1-1 0 0,-1-1 0 0 0,1 1 0 0 0,0-1 0 0 0,0 1 0 0 0,0 0 0 0 0,0-1 0 0 0,-1 1 0 0 0,1 0 0 0 0,0 0 0 0 0,0 0 0 0 0,0-1 0 0 0,0 1 0 0 0,0 0 0 0 0,0 0 0 0 0,0 0 0 0 0,0 0 0 0 0,-1 1 0 0 0,3-1 0 0 0,-1 1 138 0 0,1 0-1 0 0,-1 0 1 0 0,1 0-1 0 0,-1 0 1 0 0,0 0-1 0 0,1 1 1 0 0,-1-1-1 0 0,0 1 1 0 0,0 0 0 0 0,0-1-1 0 0,0 1 1 0 0,0 0-1 0 0,0 0 1 0 0,-1 0-1 0 0,1 1 1 0 0,-1-1-1 0 0,2 3 1 0 0,5 16-3 0 0,-1 0 0 0 0,-1 0 0 0 0,-2 0 1 0 0,0 1-1 0 0,3 39 0 0 0,-4-29-313 0 0,12 56 0 0 0,-6-59-175 0 0,1-1 0 0 0,1 1 0 0 0,27 48 0 0 0,4-13-3898 0 0,-38-60 2448 0 0</inkml:trace>
</inkml:ink>
</file>

<file path=ppt/ink/ink3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2.48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53 143 2304 0 0,'-6'-3'420'0'0,"1"-1"0"0"0,0 0-1 0 0,0 0 1 0 0,0 0-1 0 0,1-1 1 0 0,0 1-1 0 0,0-1 1 0 0,-6-8-1 0 0,10 11-294 0 0,-1 1-1 0 0,0-1 0 0 0,0 1 0 0 0,1-1 1 0 0,-1 0-1 0 0,1 1 0 0 0,0-1 1 0 0,-1 0-1 0 0,1 1 0 0 0,0-1 0 0 0,0 0 1 0 0,0 1-1 0 0,0-1 0 0 0,0 0 0 0 0,1 1 1 0 0,-1-1-1 0 0,0 0 0 0 0,1 1 0 0 0,-1-1 1 0 0,1 0-1 0 0,0 1 0 0 0,-1-1 1 0 0,1 1-1 0 0,0-1 0 0 0,0 1 0 0 0,0-1 1 0 0,0 1-1 0 0,0 0 0 0 0,0 0 0 0 0,1-1 1 0 0,-1 1-1 0 0,0 0 0 0 0,1 0 0 0 0,-1 0 1 0 0,1 0-1 0 0,1 0 0 0 0,6-5 223 0 0,-1 1 0 0 0,1 0 0 0 0,1 1 0 0 0,-1 0 1 0 0,1 0-1 0 0,0 1 0 0 0,-1 0 0 0 0,1 1 0 0 0,1 0 0 0 0,-1 0 0 0 0,0 2 0 0 0,0-1 0 0 0,0 1 0 0 0,1 0 0 0 0,-1 1 0 0 0,0 0 0 0 0,0 1 0 0 0,0 0 0 0 0,16 6 0 0 0,-18-5-246 0 0,1 0 0 0 0,0 1 0 0 0,-1 1-1 0 0,0-1 1 0 0,0 1 0 0 0,0 1 0 0 0,-1 0-1 0 0,0 0 1 0 0,0 0 0 0 0,0 1 0 0 0,-1 0-1 0 0,0 0 1 0 0,0 0 0 0 0,-1 1 0 0 0,0 0 0 0 0,0 0-1 0 0,0 0 1 0 0,-2 1 0 0 0,1-1 0 0 0,-1 1-1 0 0,4 14 1 0 0,-7-18-146 0 0,1-1 0 0 0,-1 1-1 0 0,0 0 1 0 0,0 0 0 0 0,0 0-1 0 0,0-1 1 0 0,-1 1 0 0 0,0 0-1 0 0,0 0 1 0 0,0-1 0 0 0,-1 1-1 0 0,0-1 1 0 0,0 1 0 0 0,0-1-1 0 0,0 0 1 0 0,-1 1 0 0 0,1-1-1 0 0,-1 0 1 0 0,0-1 0 0 0,0 1-1 0 0,0 0 1 0 0,-1-1 0 0 0,0 0-1 0 0,-4 3 1 0 0,-4 4 417 0 0,-1-1 0 0 0,0-1 1 0 0,-1 0-1 0 0,0-1 0 0 0,0-1 0 0 0,-19 7 1 0 0,22-12-1562 0 0</inkml:trace>
</inkml:ink>
</file>

<file path=ppt/ink/ink3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2.92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219 0 4609 0 0,'-30'7'3558'0'0,"11"2"-1903"0"0,1 0 0 0 0,0 1 0 0 0,-28 21 0 0 0,36-24-1219 0 0,1 1 1 0 0,0 0-1 0 0,0 1 1 0 0,1 0-1 0 0,0 0 1 0 0,1 0-1 0 0,-11 19 1 0 0,17-26-439 0 0,-1 0-1 0 0,1 1 1 0 0,0-1 0 0 0,0 1 0 0 0,0 0 0 0 0,0-1 0 0 0,1 1 0 0 0,-1 0 0 0 0,1-1 0 0 0,0 1 0 0 0,-1 0 0 0 0,1 0 0 0 0,0-1 0 0 0,1 1 0 0 0,-1 0 0 0 0,0 0-1 0 0,1-1 1 0 0,0 1 0 0 0,0 3 0 0 0,1-3-48 0 0,0 1-1 0 0,0-1 0 0 0,0 0 0 0 0,1 0 0 0 0,-1 0 1 0 0,1 0-1 0 0,0-1 0 0 0,-1 1 0 0 0,1-1 0 0 0,0 1 1 0 0,1-1-1 0 0,3 2 0 0 0,9 4-151 0 0,0-1-1 0 0,0 0 1 0 0,1-2-1 0 0,30 7 1 0 0,22 0-55 0 0,-48-10 191 0 0,-1 2-1 0 0,0 0 0 0 0,0 1 0 0 0,0 1 0 0 0,20 8 0 0 0,-39-13 62 0 0,0-1-1 0 0,1 1 0 0 0,-1 0 1 0 0,1-1-1 0 0,-1 1 0 0 0,0 0 1 0 0,0 0-1 0 0,1 0 0 0 0,-1 0 0 0 0,0 0 1 0 0,0 0-1 0 0,0 0 0 0 0,0 0 1 0 0,0 0-1 0 0,0 1 0 0 0,0-1 1 0 0,-1 0-1 0 0,1 1 0 0 0,0-1 1 0 0,-1 0-1 0 0,1 1 0 0 0,-1-1 0 0 0,1 1 1 0 0,-1-1-1 0 0,0 1 0 0 0,0 1 1 0 0,0 0 63 0 0,-1 0-1 0 0,0-1 1 0 0,1 1 0 0 0,-1-1 0 0 0,0 0 0 0 0,-1 1 0 0 0,1-1 0 0 0,0 0-1 0 0,-1 0 1 0 0,1 0 0 0 0,-1 0 0 0 0,0 0 0 0 0,0 0 0 0 0,-2 2 0 0 0,-6 5 487 0 0,-1-1 0 0 0,0 0 1 0 0,-1 0-1 0 0,-21 9 0 0 0,11-7-153 0 0,-1-1 0 0 0,0-2 0 0 0,-26 6-1 0 0,-3-5-6828 0 0</inkml:trace>
</inkml:ink>
</file>

<file path=ppt/ink/ink3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3.25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59 6913 0 0,'9'-2'1371'0'0,"1"0"-1"0"0,-1 0 0 0 0,0-1 0 0 0,-1 0 0 0 0,1-1 1 0 0,9-5-1 0 0,15-5 48 0 0,-21 10-1630 0 0,0 0 1 0 0,1 0 0 0 0,25-3-1 0 0,-31 6-131 0 0,0 1-1 0 0,-1 0 0 0 0,1 1 1 0 0,-1-1-1 0 0,1 1 0 0 0,-1 1 0 0 0,1-1 1 0 0,-1 1-1 0 0,11 4 0 0 0,-9-2 411 0 0</inkml:trace>
</inkml:ink>
</file>

<file path=ppt/ink/ink3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3.42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1 101 1840 0 0,'24'-2'3262'0'0,"3"-7"-2645"0"0,-1-2 0 0 0,30-16 0 0 0,-28 13-1049 0 0,42-16 0 0 0,-51 22 432 0 0</inkml:trace>
</inkml:ink>
</file>

<file path=ppt/ink/ink3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4.57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133 92 3225 0 0,'-17'-5'2278'0'0,"11"2"-777"0"0,-1 1 0 0 0,1 0 0 0 0,-1 1 0 0 0,0 0 1 0 0,1 0-1 0 0,-12 0 0 0 0,16 1-1326 0 0,0 0 0 0 0,0 1 0 0 0,0-1 0 0 0,0 1 1 0 0,0-1-1 0 0,0 1 0 0 0,0 0 0 0 0,0 0 0 0 0,0 0 0 0 0,1 0 0 0 0,-1 0 0 0 0,0 1 0 0 0,0-1 1 0 0,1 0-1 0 0,-1 1 0 0 0,1-1 0 0 0,-1 1 0 0 0,1 0 0 0 0,0-1 0 0 0,0 1 0 0 0,0 0 0 0 0,0 0 1 0 0,0 0-1 0 0,0-1 0 0 0,0 1 0 0 0,0 3 0 0 0,-3 8-129 0 0,0 0 1 0 0,1 0-1 0 0,1 1 0 0 0,1-1 1 0 0,-1 0-1 0 0,2 1 0 0 0,0 0 1 0 0,1-1-1 0 0,4 24 1 0 0,0-11-69 0 0,1 0 1 0 0,1 0 0 0 0,1-1 0 0 0,13 25 0 0 0,-14-34 16 0 0,2-1 1 0 0,0 1 0 0 0,1-2-1 0 0,0 0 1 0 0,1 0-1 0 0,0 0 1 0 0,2-2 0 0 0,18 16 0 0 0,-23-21 2 0 0,1 0 1 0 0,0-1-1 0 0,0 0 1 0 0,1 0-1 0 0,0-1 1 0 0,0-1 0 0 0,0 0-1 0 0,0 0 1 0 0,1-1-1 0 0,-1 0 1 0 0,1-1 0 0 0,0 0-1 0 0,0 0 1 0 0,18-1-1 0 0,-26-1 16 0 0,0-1 0 0 0,0 1-1 0 0,0-1 1 0 0,0 1-1 0 0,1-1 1 0 0,-1 0 0 0 0,0 0-1 0 0,0 0 1 0 0,0-1-1 0 0,-1 1 1 0 0,1-1-1 0 0,0 0 1 0 0,0 1 0 0 0,-1-1-1 0 0,1-1 1 0 0,3-3-1 0 0,-3 2 45 0 0,1-1 0 0 0,-1 0-1 0 0,0 0 1 0 0,0 0 0 0 0,0 0 0 0 0,-1 0-1 0 0,0-1 1 0 0,3-9 0 0 0,-2-1 86 0 0,0-1 0 0 0,-1 0 1 0 0,0 0-1 0 0,-1 0 0 0 0,-3-24 1 0 0,-1 17-67 0 0,-1 0 0 0 0,-1 0 1 0 0,-1 1-1 0 0,-2 0 0 0 0,0 0 0 0 0,-1 0 1 0 0,-1 1-1 0 0,-1 1 0 0 0,-1 0 0 0 0,-1 0 0 0 0,-1 1 1 0 0,-1 1-1 0 0,0 0 0 0 0,-2 1 0 0 0,0 1 1 0 0,-1 1-1 0 0,-30-23 0 0 0,44 36-281 0 0,-1 0-1 0 0,1 1 1 0 0,-1-1-1 0 0,1 1 1 0 0,-1-1 0 0 0,0 1-1 0 0,0 1 1 0 0,0-1-1 0 0,0 1 1 0 0,-6-1-1 0 0</inkml:trace>
</inkml:ink>
</file>

<file path=ppt/ink/ink3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5.98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30 170 1840 0 0,'-9'-29'3029'0'0,"-12"-15"9487"0"0,60 117-6136 0 0,-7-16-6378 0 0,253 401 60 0 0,-268-433-28 0 0,-9-13 19 0 0,1 0-1 0 0,0 0 0 0 0,0-1 1 0 0,19 18-1 0 0,-27-29-30 0 0,-1 0-1 0 0,1 0 0 0 0,-1 0 1 0 0,1 0-1 0 0,-1 0 0 0 0,1 0 1 0 0,0 0-1 0 0,-1 0 1 0 0,1 0-1 0 0,-1 0 0 0 0,1 0 1 0 0,-1 0-1 0 0,1 0 1 0 0,0-1-1 0 0,-1 1 0 0 0,1 0 1 0 0,-1 0-1 0 0,1-1 1 0 0,-1 1-1 0 0,1 0 0 0 0,-1-1 1 0 0,1 1-1 0 0,-1 0 0 0 0,0-1 1 0 0,1 1-1 0 0,-1-1 1 0 0,1 1-1 0 0,-1 0 0 0 0,0-1 1 0 0,1 1-1 0 0,-1-1 1 0 0,0 1-1 0 0,0-1 0 0 0,1 0 1 0 0,-1 1-1 0 0,0-1 1 0 0,0 0-1 0 0,12-26 248 0 0,-12 26-239 0 0,24-74 283 0 0,-4-1-1 0 0,18-146 1 0 0,-26 137-861 0 0,4 0 1 0 0,27-85-1 0 0,-43 170 526 0 0,1-4-168 0 0,0 1-1 0 0,0 0 0 0 0,0 0 1 0 0,1 0-1 0 0,-1 0 0 0 0,1 0 1 0 0,3-4-1 0 0,0 3-621 0 0</inkml:trace>
</inkml:ink>
</file>

<file path=ppt/ink/ink3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6.70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203 28 2761 0 0,'-9'-26'11626'0'0,"8"26"-11452"0"0,0-1 0 0 0,0 1 1 0 0,0 0-1 0 0,0 0 0 0 0,0 0 1 0 0,0 0-1 0 0,0 0 0 0 0,0 0 1 0 0,0 0-1 0 0,0 0 0 0 0,0 0 1 0 0,1 1-1 0 0,-1-1 0 0 0,0 0 1 0 0,0 0-1 0 0,-1 2 0 0 0,-13 3 385 0 0,1 1-1 0 0,0 0 1 0 0,1 1-1 0 0,0 1 1 0 0,0 0-1 0 0,-20 17 1 0 0,27-21-542 0 0,1 0 0 0 0,0 1 0 0 0,1 0-1 0 0,-1 0 1 0 0,1 0 0 0 0,0 1 0 0 0,0-1 0 0 0,1 1 0 0 0,-1 0 0 0 0,1 0 0 0 0,1 0 0 0 0,-1 1 0 0 0,1-1 0 0 0,0 1 0 0 0,0-1 0 0 0,1 1 0 0 0,-1 10 0 0 0,2-15-10 0 0,0 0 0 0 0,1 1 0 0 0,-1-1 0 0 0,1 0 1 0 0,-1 0-1 0 0,1 0 0 0 0,0 0 0 0 0,0 0 0 0 0,0 0 0 0 0,0 0 1 0 0,0-1-1 0 0,0 1 0 0 0,1 0 0 0 0,-1 0 0 0 0,0-1 1 0 0,1 1-1 0 0,0-1 0 0 0,-1 1 0 0 0,1-1 0 0 0,0 0 1 0 0,0 0-1 0 0,-1 0 0 0 0,1 0 0 0 0,3 2 0 0 0,8 2 57 0 0,-1-1 0 0 0,0 0 0 0 0,16 3 0 0 0,4 2-3 0 0,-24-6-53 0 0,0 0 0 0 0,0 0 0 0 0,0 1 1 0 0,-1 0-1 0 0,1 0 0 0 0,-1 1 0 0 0,8 6 1 0 0,-13-8-14 0 0,1 0 0 0 0,0 0 0 0 0,-1 0 0 0 0,0 0 0 0 0,1 0 0 0 0,-1 1 0 0 0,-1-1 0 0 0,1 1 0 0 0,0 0 0 0 0,-1-1 0 0 0,0 1 0 0 0,0 0 0 0 0,0 0 0 0 0,0 0 0 0 0,-1 0 0 0 0,1 0 0 0 0,-1 6 0 0 0,-1 7 37 0 0,1-1 1 0 0,-2 0 0 0 0,0 0 0 0 0,-1 0-1 0 0,-1 0 1 0 0,0 0 0 0 0,-1-1 0 0 0,-1 1-1 0 0,0-1 1 0 0,-15 24 0 0 0,16-34 95 0 0,3-6-211 0 0</inkml:trace>
</inkml:ink>
</file>

<file path=ppt/ink/ink3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7.17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 62 7834 0 0,'-15'-31'4966'0'0,"15"30"-4707"0"0,0 0 1 0 0,-1 0 0 0 0,1 0-1 0 0,0-1 1 0 0,0 1-1 0 0,0 0 1 0 0,0 0-1 0 0,0 0 1 0 0,0 0-1 0 0,0-1 1 0 0,0 1-1 0 0,0 0 1 0 0,0 0-1 0 0,1 0 1 0 0,-1 0-1 0 0,1 0 1 0 0,-1 0 0 0 0,0 0-1 0 0,1 0 1 0 0,0 0-1 0 0,-1 0 1 0 0,1 0-1 0 0,0 0 1 0 0,-1 0-1 0 0,1 0 1 0 0,0 0-1 0 0,1-1 1 0 0,-1 2-184 0 0,-1 0 0 0 0,1 0 0 0 0,0 1-1 0 0,-1-1 1 0 0,1 0 0 0 0,-1 0 0 0 0,1 0 0 0 0,0 0 0 0 0,-1 1 0 0 0,1-1 0 0 0,-1 0-1 0 0,1 0 1 0 0,-1 1 0 0 0,1-1 0 0 0,-1 0 0 0 0,1 1 0 0 0,-1-1 0 0 0,1 1 0 0 0,-1-1-1 0 0,1 1 1 0 0,-1-1 0 0 0,0 1 0 0 0,1-1 0 0 0,-1 1 0 0 0,0-1 0 0 0,1 1 0 0 0,-1 0 0 0 0,13 21 311 0 0,-10-18-258 0 0,18 34 182 0 0,-1 0 1 0 0,-2 2 0 0 0,-2 0 0 0 0,20 75-1 0 0,-22-52-348 0 0,-2 0 1 0 0,5 101-1 0 0,-20-140-1403 0 0,-19-75-4198 0 0,16 29 5572 0 0</inkml:trace>
</inkml:ink>
</file>

<file path=ppt/ink/ink3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7.43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 73 4609 0 0,'0'-1'130'0'0,"-1"0"1"0"0,0 0-1 0 0,0 0 0 0 0,1 0 1 0 0,-1 0-1 0 0,1 0 0 0 0,-1 0 1 0 0,1-1-1 0 0,0 1 1 0 0,-1 0-1 0 0,1 0 0 0 0,0-1 1 0 0,0 1-1 0 0,0 0 0 0 0,-1 0 1 0 0,1-1-1 0 0,1 1 0 0 0,-1 0 1 0 0,0 0-1 0 0,0-1 0 0 0,0 1 1 0 0,1 0-1 0 0,-1 0 1 0 0,1 0-1 0 0,-1-1 0 0 0,1 0 1 0 0,1 0 192 0 0,0 0 0 0 0,0 0 1 0 0,0 0-1 0 0,0 0 0 0 0,0 0 1 0 0,0 0-1 0 0,0 1 1 0 0,1-1-1 0 0,-1 1 0 0 0,1 0 1 0 0,3-2-1 0 0,6-1 560 0 0,-1 1 0 0 0,0 0 0 0 0,1 0 0 0 0,-1 1-1 0 0,13 0 1 0 0,-6 1-433 0 0,-1 2 0 0 0,0 0-1 0 0,1 1 1 0 0,-1 1-1 0 0,0 0 1 0 0,0 1 0 0 0,0 1-1 0 0,-1 1 1 0 0,1 0-1 0 0,-1 1 1 0 0,17 11 0 0 0,-26-14-413 0 0,0 1 0 0 0,0 0 0 0 0,0 0 0 0 0,-1 1 0 0 0,0 0 1 0 0,0 0-1 0 0,-1 1 0 0 0,1-1 0 0 0,-1 1 0 0 0,7 14 0 0 0,-9-15-45 0 0,-1 0-1 0 0,0 1 0 0 0,0 0 1 0 0,0-1-1 0 0,-1 1 0 0 0,0 0 0 0 0,0 0 1 0 0,-1 0-1 0 0,1 0 0 0 0,-2 0 0 0 0,1-1 1 0 0,-1 1-1 0 0,0 0 0 0 0,-3 12 1 0 0,-2-2-17 0 0,0-1-1 0 0,0 0 1 0 0,-2 0 0 0 0,0 0 0 0 0,-1-1 0 0 0,-14 19 0 0 0,1-5 125 0 0,-53 52 1 0 0,68-75-81 0 0,1 0 0 0 0,-1-1 0 0 0,0 0 0 0 0,0 0 0 0 0,-1 0-1 0 0,-15 6 1 0 0,-8-5-6602 0 0</inkml:trace>
</inkml:ink>
</file>

<file path=ppt/ink/ink3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7.82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175 9 5985 0 0,'-2'-1'328'0'0,"0"0"0"0"0,0 0 0 0 0,0 0 0 0 0,0 0-1 0 0,-1 0 1 0 0,1 0 0 0 0,0 1 0 0 0,0-1 0 0 0,-1 1-1 0 0,1 0 1 0 0,0 0 0 0 0,0-1 0 0 0,-1 2 0 0 0,1-1-1 0 0,0 0 1 0 0,-1 0 0 0 0,1 1 0 0 0,0-1 0 0 0,0 1-1 0 0,-1 0 1 0 0,1-1 0 0 0,-2 2 0 0 0,-2 0 423 0 0,-1 1 1 0 0,1 0-1 0 0,0 0 1 0 0,0 0-1 0 0,1 1 1 0 0,-9 6-1 0 0,12-9-673 0 0,0 1 0 0 0,1 0-1 0 0,-1 0 1 0 0,0-1 0 0 0,1 1-1 0 0,0 0 1 0 0,-1 1 0 0 0,1-1-1 0 0,0 0 1 0 0,0 0 0 0 0,0 0-1 0 0,0 1 1 0 0,0-1 0 0 0,1 0-1 0 0,-1 1 1 0 0,1-1 0 0 0,0 1-1 0 0,-1-1 1 0 0,1 1 0 0 0,0-1-1 0 0,0 0 1 0 0,1 1 0 0 0,-1-1-1 0 0,0 1 1 0 0,1-1 0 0 0,0 0-1 0 0,-1 1 1 0 0,1-1 0 0 0,0 0-1 0 0,2 4 1 0 0,4 5-17 0 0,0 0 1 0 0,1 0-1 0 0,0-1 0 0 0,17 17 1 0 0,4 5 67 0 0,-7-4-141 0 0,35 64 0 0 0,-50-79 6 0 0,0 1 0 0 0,-1 1 0 0 0,-1-1 0 0 0,0 1 0 0 0,-1 0 0 0 0,-1 0 0 0 0,2 20 0 0 0,-5-31 22 0 0,1 0 1 0 0,-1 0-1 0 0,-1 0 1 0 0,1 0-1 0 0,0 0 1 0 0,-1 0-1 0 0,0 0 1 0 0,0-1-1 0 0,0 1 1 0 0,0 0-1 0 0,-1-1 1 0 0,1 1-1 0 0,-1 0 1 0 0,0-1-1 0 0,0 0 1 0 0,0 1-1 0 0,-1-1 1 0 0,-2 3 0 0 0,1-2 38 0 0,-1-1 1 0 0,1 1 0 0 0,-1-1 0 0 0,0 0 0 0 0,0 0 0 0 0,0 0 0 0 0,-1 0 0 0 0,1-1 0 0 0,-1 0 0 0 0,1-1 0 0 0,-7 2-1 0 0,-1 0 17 0 0,1-2 0 0 0,-1 1 0 0 0,0-2-1 0 0,1 0 1 0 0,-1 0 0 0 0,1-1-1 0 0,-1 0 1 0 0,1-2 0 0 0,-1 1 0 0 0,-18-7-1 0 0,15 2-500 0 0</inkml:trace>
</inkml:ink>
</file>

<file path=ppt/ink/ink3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8.59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206 21 5065 0 0,'-1'-1'259'0'0,"1"0"1"0"0,0 0-1 0 0,-1 0 0 0 0,1 0 0 0 0,-1 1 1 0 0,0-1-1 0 0,1 0 0 0 0,-1 0 0 0 0,0 0 1 0 0,1 1-1 0 0,-1-1 0 0 0,0 1 1 0 0,0-1-1 0 0,1 0 0 0 0,-1 1 0 0 0,0-1 1 0 0,0 1-1 0 0,0 0 0 0 0,0-1 0 0 0,0 1 1 0 0,0 0-1 0 0,-1-1 0 0 0,-22-5 3939 0 0,17 6-3705 0 0,-1 1 1 0 0,1 0-1 0 0,0 0 1 0 0,0 0-1 0 0,0 1 1 0 0,0 0-1 0 0,0 0 1 0 0,0 0-1 0 0,0 1 1 0 0,1 0-1 0 0,-11 7 1 0 0,13-8-440 0 0,1 0 0 0 0,0 0 0 0 0,0 0 0 0 0,0 1 0 0 0,0-1 0 0 0,0 1 0 0 0,0-1 0 0 0,1 1 0 0 0,-1 0 0 0 0,1 0 0 0 0,0 0 0 0 0,0 1 0 0 0,0-1 0 0 0,0 0 0 0 0,1 1 0 0 0,-1-1 0 0 0,1 1 0 0 0,0-1 0 0 0,0 1 0 0 0,0 0 0 0 0,1 0 0 0 0,-1-1 0 0 0,1 1 0 0 0,0 5 0 0 0,1-6-53 0 0,0 0 0 0 0,0 0-1 0 0,0 0 1 0 0,1 0 0 0 0,-1 0 0 0 0,1 0-1 0 0,0-1 1 0 0,0 1 0 0 0,0-1 0 0 0,0 1-1 0 0,0-1 1 0 0,1 0 0 0 0,-1 1-1 0 0,1-2 1 0 0,-1 1 0 0 0,1 0 0 0 0,4 2-1 0 0,54 25-2 0 0,-51-25 2 0 0,26 11-36 0 0,-8-5-74 0 0,31 17 0 0 0,-53-24 95 0 0,1 1 0 0 0,-1 0 1 0 0,0 0-1 0 0,0 1 0 0 0,-1-1 0 0 0,1 1 0 0 0,-1 0 0 0 0,0 1 1 0 0,-1-1-1 0 0,6 8 0 0 0,-9-11 14 0 0,0 0 0 0 0,0 1 0 0 0,-1-1 0 0 0,1 1 0 0 0,-1-1 0 0 0,1 1 1 0 0,-1-1-1 0 0,0 1 0 0 0,0-1 0 0 0,0 1 0 0 0,0-1 0 0 0,-1 1 0 0 0,1-1 0 0 0,0 1 0 0 0,-1-1 0 0 0,0 0 0 0 0,0 1 0 0 0,0-1 0 0 0,0 0 1 0 0,0 1-1 0 0,0-1 0 0 0,0 0 0 0 0,-1 0 0 0 0,1 0 0 0 0,-1 0 0 0 0,1 0 0 0 0,-1 0 0 0 0,-2 1 0 0 0,-5 6 71 0 0,-1 0-1 0 0,0 0 0 0 0,-21 13 1 0 0,6-8 68 0 0,-1 0 0 0 0,-1-2 0 0 0,-31 10 0 0 0,-39 18-1816 0 0,89-35 483 0 0,5 1-285 0 0</inkml:trace>
</inkml:ink>
</file>

<file path=ppt/ink/ink3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9.22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96 1376 0 0,'1'-1'481'0'0,"1"0"-1"0"0,-1 0 0 0 0,1 0 0 0 0,-1 0 0 0 0,1 0 1 0 0,-1 1-1 0 0,1-1 0 0 0,-1 1 0 0 0,1-1 1 0 0,0 1-1 0 0,-1-1 0 0 0,1 1 0 0 0,0 0 1 0 0,-1 0-1 0 0,1 0 0 0 0,0 0 0 0 0,-1 0 0 0 0,1 0 1 0 0,0 1-1 0 0,-1-1 0 0 0,1 0 0 0 0,0 1 1 0 0,2 1-1 0 0,-2-1 53 0 0,1 1 0 0 0,0 0 1 0 0,-1 0-1 0 0,1 0 0 0 0,-1 0 1 0 0,0 1-1 0 0,0-1 0 0 0,0 1 1 0 0,0-1-1 0 0,0 1 0 0 0,2 5 1 0 0,0 1-100 0 0,1 1 0 0 0,-2 0 0 0 0,0 0 0 0 0,0 0 0 0 0,-1 0-1 0 0,3 19 1 0 0,-5-21-453 0 0,0-3-2 0 0,0-1 0 0 0,0 1 1 0 0,0 0-1 0 0,1 0 0 0 0,-1-1 0 0 0,1 1 0 0 0,0 0 1 0 0,1-1-1 0 0,-1 1 0 0 0,1-1 0 0 0,0 1 0 0 0,0-1 1 0 0,4 5-1 0 0,-5-10-87 0 0,1-1-1 0 0,0 0 1 0 0,-1 1 0 0 0,1-1 0 0 0,-1 0 0 0 0,0 0 0 0 0,0 0 0 0 0,0 0 0 0 0,0 0 0 0 0,0 0-1 0 0,0 0 1 0 0,1-4 0 0 0,-1 3-16 0 0,16-31 140 0 0,2 1-1 0 0,1 1 0 0 0,2 1 1 0 0,36-40-1 0 0,-55 67 46 0 0,30-30 356 0 0,-31 32-369 0 0,0 1 1 0 0,0-1-1 0 0,0 0 0 0 0,0 1 1 0 0,0 0-1 0 0,0 0 1 0 0,0-1-1 0 0,1 1 0 0 0,-1 1 1 0 0,0-1-1 0 0,1 0 1 0 0,-1 0-1 0 0,1 1 0 0 0,-1 0 1 0 0,1-1-1 0 0,2 1 1 0 0,-4 1-29 0 0,1-1 1 0 0,-1 1-1 0 0,0 0 1 0 0,1 0-1 0 0,-1-1 1 0 0,0 1-1 0 0,0 0 1 0 0,0 0-1 0 0,1 1 1 0 0,-1-1-1 0 0,0 0 1 0 0,0 0-1 0 0,-1 0 1 0 0,1 1 0 0 0,0-1-1 0 0,0 0 1 0 0,-1 1-1 0 0,1-1 1 0 0,-1 1-1 0 0,1-1 1 0 0,0 3-1 0 0,8 36 417 0 0,-8-37-429 0 0,15 77 59 0 0,6 40 37 0 0,-22-119-105 0 0,0-1 1 0 0,0 0 0 0 0,0 0 0 0 0,0 0-1 0 0,0 0 1 0 0,0 1 0 0 0,0-1 0 0 0,0 0-1 0 0,0 0 1 0 0,0 0 0 0 0,0 1-1 0 0,0-1 1 0 0,0 0 0 0 0,0 0 0 0 0,0 0-1 0 0,0 0 1 0 0,0 1 0 0 0,1-1 0 0 0,-1 0-1 0 0,0 0 1 0 0,0 0 0 0 0,0 0 0 0 0,0 1-1 0 0,0-1 1 0 0,1 0 0 0 0,-1 0 0 0 0,0 0-1 0 0,0 0 1 0 0,0 0 0 0 0,0 0 0 0 0,1 0-1 0 0,-1 0 1 0 0,0 0 0 0 0,0 0 0 0 0,0 1-1 0 0,0-1 1 0 0,1 0 0 0 0,-1 0 0 0 0,0 0-1 0 0,0 0 1 0 0,0 0 0 0 0,1 0-1 0 0,-1 0 1 0 0,0 0 0 0 0,0-1 0 0 0,0 1-1 0 0,1 0 1 0 0,-1 0 0 0 0,0 0 0 0 0,13-10-27 0 0,17-27 33 0 0,-21 26 57 0 0,21-28-58 0 0,-20 24 82 0 0,1 1 1 0 0,0 1-1 0 0,1 0 0 0 0,0 0 0 0 0,22-16 0 0 0,-33 28-82 0 0,1 0 0 0 0,-1 0 0 0 0,1 0 0 0 0,0 0 0 0 0,0 0 0 0 0,-1 0 0 0 0,1 0 0 0 0,0 1 0 0 0,0-1 0 0 0,0 1 0 0 0,0-1 0 0 0,0 1 0 0 0,0 0 0 0 0,0 0 0 0 0,0 0 0 0 0,0 0 0 0 0,0 0 0 0 0,0 0 0 0 0,0 1 0 0 0,0-1 0 0 0,2 1 0 0 0,-2 1-1 0 0,1-1 1 0 0,0 1-1 0 0,-1 0 0 0 0,1-1 0 0 0,-1 1 0 0 0,0 0 0 0 0,1 1 0 0 0,-1-1 0 0 0,0 0 0 0 0,0 1 0 0 0,-1-1 0 0 0,3 5 0 0 0,4 7-39 0 0,-2 1 0 0 0,1 0 0 0 0,-2 1 0 0 0,4 17 0 0 0,-6-23-34 0 0,0 1-242 0 0,0 0 0 0 0,0 0 0 0 0,1-1 0 0 0,0 0 0 0 0,1 1 0 0 0,0-2 1 0 0,1 1-1 0 0,0-1 0 0 0,15 17 0 0 0</inkml:trace>
</inkml:ink>
</file>

<file path=ppt/ink/ink3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09.7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204 8 10138 0 0,'-3'-2'402'0'0,"0"1"0"0"0,-1 0 1 0 0,1 0-1 0 0,-1 0 0 0 0,1 1 0 0 0,-1-1 0 0 0,1 1 0 0 0,-1-1 1 0 0,0 1-1 0 0,1 0 0 0 0,-1 1 0 0 0,1-1 0 0 0,-1 1 0 0 0,1-1 1 0 0,-1 1-1 0 0,1 0 0 0 0,-1 1 0 0 0,1-1 0 0 0,0 0 0 0 0,0 1 1 0 0,-4 2-1 0 0,1-1-139 0 0,1 1 1 0 0,-1 0-1 0 0,1 1 1 0 0,0-1-1 0 0,0 1 1 0 0,0 0-1 0 0,0 0 1 0 0,1 0-1 0 0,-7 12 1 0 0,-2 7-146 0 0,2 0 1 0 0,0 0-1 0 0,-9 33 1 0 0,17-47-110 0 0,0 0 0 0 0,1 0 0 0 0,1 0 0 0 0,-1 0 0 0 0,1 0 0 0 0,1 1 0 0 0,0-1 0 0 0,0 0 0 0 0,1 0 0 0 0,1 1 0 0 0,3 15 0 0 0,-4-23-45 0 0,0-1 0 0 0,0 1 0 0 0,0 0-1 0 0,0 0 1 0 0,1-1 0 0 0,-1 1-1 0 0,1-1 1 0 0,0 1 0 0 0,-1-1 0 0 0,1 0-1 0 0,0 1 1 0 0,0-1 0 0 0,1 0-1 0 0,-1 0 1 0 0,0-1 0 0 0,1 1 0 0 0,-1 0-1 0 0,1-1 1 0 0,-1 0 0 0 0,1 1-1 0 0,0-1 1 0 0,0 0 0 0 0,-1 0 0 0 0,1-1-1 0 0,0 1 1 0 0,4 0 0 0 0,-3-1-24 0 0,-1 0 0 0 0,1-1 0 0 0,0 1 0 0 0,-1-1 0 0 0,1 0 1 0 0,-1 0-1 0 0,0 0 0 0 0,1-1 0 0 0,-1 1 0 0 0,0-1 0 0 0,0 0 0 0 0,0 1 1 0 0,0-1-1 0 0,0-1 0 0 0,0 1 0 0 0,0 0 0 0 0,-1-1 0 0 0,1 1 0 0 0,-1-1 1 0 0,0 0-1 0 0,3-4 0 0 0,5-11-81 0 0,-2 0 0 0 0,0 0 0 0 0,-1 0 0 0 0,0-1 1 0 0,-2 0-1 0 0,0-1 0 0 0,3-32 0 0 0,7-27 781 0 0,-15 86-356 0 0,-1 0 1 0 0,1 0-1 0 0,0 0 0 0 0,1 0 0 0 0,0 0 1 0 0,0-1-1 0 0,0 1 0 0 0,1 0 0 0 0,0 0 1 0 0,0-1-1 0 0,1 0 0 0 0,0 1 0 0 0,4 5 1 0 0,6 14-813 0 0,33 43-1 0 0,-19-39-1096 0 0,-6-13-3835 0 0,-2-5-1116 0 0</inkml:trace>
</inkml:ink>
</file>

<file path=ppt/ink/ink3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0.0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8754 0 0,'0'1'936'0'0,"1"46"7318"0"0,3-1-4967 0 0,1 33-1738 0 0,-3-26-1166 0 0,2 0 0 0 0,11 57 0 0 0,-8-79-448 0 0,1-1 1 0 0,1 0-1 0 0,2 0 1 0 0,27 53-1 0 0,-5-25-580 0 0,-18-33-3201 0 0,-10-17 1165 0 0,7 11-4391 0 0</inkml:trace>
</inkml:ink>
</file>

<file path=ppt/ink/ink3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0.3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 0 6449 0 0,'-4'0'13659'0'0,"2"16"-10997"0"0,4 23-2735 0 0,60 203 1655 0 0,-8-41-1157 0 0,-10 11-1460 0 0,-39-187 595 0 0</inkml:trace>
</inkml:ink>
</file>

<file path=ppt/ink/ink3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3.37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99 359 456 0 0,'-23'-28'3100'0'0,"-8"-6"3403"0"0,29 32-5786 0 0,0 0 1 0 0,-1 1-1 0 0,1-1 0 0 0,-1 1 1 0 0,0 0-1 0 0,1-1 0 0 0,-1 1 1 0 0,0 0-1 0 0,0 1 0 0 0,0-1 1 0 0,0 0-1 0 0,0 1 0 0 0,0 0 1 0 0,-3 0 441 0 0,24 13 57 0 0,-7-6-1218 0 0,0 0-1 0 0,-1 1 1 0 0,0 0 0 0 0,0 0 0 0 0,-1 1 0 0 0,0 1 0 0 0,-1 0-1 0 0,0 0 1 0 0,0 0 0 0 0,11 22 0 0 0,-2 1-8 0 0,2 0 1 0 0,1-1-1 0 0,1-1 0 0 0,2-1 1 0 0,2-1-1 0 0,0-1 1 0 0,2-1-1 0 0,0-2 0 0 0,45 32 1 0 0,-69-55 18 0 0,0 0 1 0 0,0 0-1 0 0,0 0 1 0 0,0 0-1 0 0,0-1 1 0 0,1 0-1 0 0,-1 1 1 0 0,0-1-1 0 0,1 0 1 0 0,-1-1-1 0 0,1 1 1 0 0,-1-1-1 0 0,1 1 1 0 0,-1-1 0 0 0,1 0-1 0 0,6-1 1 0 0,-7 0 20 0 0,0 0 1 0 0,0-1 0 0 0,0 1-1 0 0,0 0 1 0 0,-1-1-1 0 0,1 0 1 0 0,0 0 0 0 0,-1 0-1 0 0,1 0 1 0 0,-1 0 0 0 0,1-1-1 0 0,-1 1 1 0 0,0 0 0 0 0,0-1-1 0 0,0 0 1 0 0,-1 0 0 0 0,1 1-1 0 0,1-5 1 0 0,10-20 100 0 0,-2 0-1 0 0,-1-1 1 0 0,-1 0 0 0 0,10-56 0 0 0,6-122 712 0 0,-20 142-764 0 0,-1-19-477 0 0,-5 61 189 0 0,2-1 1 0 0,0 1 0 0 0,2 0 0 0 0,0 0-1 0 0,7-22 1 0 0,-6 33-1498 0 0</inkml:trace>
</inkml:ink>
</file>

<file path=ppt/ink/ink3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3.88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23 64 4609 0 0,'-8'-27'5278'0'0,"8"25"-4502"0"0,0-1 0 0 0,-1 0-1 0 0,1 0 1 0 0,-1 1 0 0 0,0-1-1 0 0,0 1 1 0 0,0-1 0 0 0,0 1-1 0 0,0-1 1 0 0,-1 1 0 0 0,1 0-1 0 0,-3-4 1 0 0,14 18-590 0 0,1 1-1 0 0,-2 0 1 0 0,0 0 0 0 0,0 1-1 0 0,-1 0 1 0 0,8 21 0 0 0,32 100 1252 0 0,-35-96-1318 0 0,53 114-567 0 0,-39-95 278 0 0,-27-57 119 0 0,0-1 0 0 0,1 1 0 0 0,-1-1 0 0 0,0 1 0 0 0,0-1 0 0 0,0 1 0 0 0,0-1 0 0 0,1 1 0 0 0,-1-1 0 0 0,0 1 0 0 0,0-1 0 0 0,0 1 0 0 0,0-1 0 0 0,0 1 0 0 0,0-1 0 0 0,0 1 0 0 0,-1-1 0 0 0,1 1 0 0 0,0-1 0 0 0,0 1 0 0 0,0-1 1 0 0,0 0-1 0 0,-1 1 0 0 0,1-1 0 0 0,0 1 0 0 0,0-1 0 0 0,-1 1 0 0 0,1-1 0 0 0,0 0 0 0 0,-1 1 0 0 0,1-1 0 0 0,0 0 0 0 0,-1 1 0 0 0,1-1 0 0 0,0 0 0 0 0,-1 1 0 0 0,1-1 0 0 0,-1 0 0 0 0,1 0 0 0 0,-1 1 0 0 0,1-1 0 0 0,-1 0 0 0 0,1 0 0 0 0,-1 0 0 0 0,1 0 0 0 0,-1 0 0 0 0,1 0 0 0 0,-1 0 0 0 0,1 0 0 0 0,-1 0 1 0 0,1 0-1 0 0,-1 0 0 0 0,1 0 0 0 0,-1 0 0 0 0,-30-4-3988 0 0,18 2-1707 0 0</inkml:trace>
</inkml:ink>
</file>

<file path=ppt/ink/ink3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4.2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26 130 2961 0 0,'-2'-1'97'0'0,"1"0"0"0"0,-1 1 0 0 0,0-1 0 0 0,1 0 0 0 0,-1-1 0 0 0,1 1 0 0 0,0 0 0 0 0,-1 0 0 0 0,1-1 1 0 0,0 1-1 0 0,0 0 0 0 0,0-1 0 0 0,0 1 0 0 0,0-1 0 0 0,0 0 0 0 0,0 1 0 0 0,1-1 0 0 0,-1 0 0 0 0,0 1 0 0 0,1-1 1 0 0,-1 0-1 0 0,1 0 0 0 0,0 0 0 0 0,0 1 0 0 0,0-1 0 0 0,0 0 0 0 0,0 0 0 0 0,0 0 0 0 0,0 1 0 0 0,0-1 0 0 0,1 0 1 0 0,-1 0-1 0 0,1 1 0 0 0,-1-1 0 0 0,1 0 0 0 0,0 0 0 0 0,0 1 0 0 0,-1-1 0 0 0,1 1 0 0 0,0-1 0 0 0,1 1 0 0 0,1-3 1 0 0,2-1 279 0 0,0 0 0 0 0,0 0 0 0 0,0 1 0 0 0,1 0 1 0 0,-1 0-1 0 0,1 0 0 0 0,0 1 0 0 0,1-1 1 0 0,-1 2-1 0 0,9-4 0 0 0,-1 2 225 0 0,1 0 0 0 0,0 1 0 0 0,-1 1 0 0 0,1 0 0 0 0,0 2 0 0 0,0-1 0 0 0,0 2-1 0 0,0 0 1 0 0,0 0 0 0 0,0 1 0 0 0,0 1 0 0 0,-1 1 0 0 0,26 9 0 0 0,-31-9-576 0 0,-1 0 0 0 0,1 1 0 0 0,-1 0 0 0 0,0 0 0 0 0,-1 1 0 0 0,1 0 0 0 0,-1 0 0 0 0,0 0 0 0 0,0 1 0 0 0,-1 0 0 0 0,0 1 1 0 0,0-1-1 0 0,-1 1 0 0 0,0 0 0 0 0,0 1 0 0 0,-1-1 0 0 0,0 1 0 0 0,-1 0 0 0 0,0 0 0 0 0,0 0 0 0 0,0 0 0 0 0,1 17 0 0 0,-3-14-2 0 0,0 0 1 0 0,-1 1-1 0 0,0-1 0 0 0,-1 1 1 0 0,0-1-1 0 0,-1 0 0 0 0,0 0 0 0 0,-1 1 1 0 0,-1-1-1 0 0,0-1 0 0 0,0 1 1 0 0,-1-1-1 0 0,0 1 0 0 0,-14 18 1 0 0,14-22 32 0 0,0-2 1 0 0,-1 1 0 0 0,0 0-1 0 0,-1-1 1 0 0,1 0 0 0 0,-1-1-1 0 0,0 0 1 0 0,0 0 0 0 0,-1 0-1 0 0,0-1 1 0 0,0 0 0 0 0,0 0 0 0 0,0-1-1 0 0,0 0 1 0 0,-1 0 0 0 0,1-1-1 0 0,-1 0 1 0 0,0-1 0 0 0,1 0-1 0 0,-1 0 1 0 0,-14-1 0 0 0,17 0-428 0 0,1-1 0 0 0,-1 1-1 0 0,0-1 1 0 0,0 0 0 0 0,0 0 0 0 0,1-1 0 0 0,-11-3 0 0 0,11 1-786 0 0</inkml:trace>
</inkml:ink>
</file>

<file path=ppt/ink/ink3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4.72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267 15 456 0 0,'0'-1'151'0'0,"0"0"-1"0"0,0 0 1 0 0,-1 0-1 0 0,1 1 1 0 0,-1-1-1 0 0,1 0 1 0 0,-1 0-1 0 0,1 1 1 0 0,-1-1-1 0 0,1 0 1 0 0,-1 1-1 0 0,1-1 1 0 0,-1 1-1 0 0,0-1 1 0 0,1 1-1 0 0,-1-1 1 0 0,0 1-1 0 0,0-1 1 0 0,1 1-1 0 0,-1 0 1 0 0,0-1-1 0 0,0 1 1 0 0,0 0-1 0 0,1 0 1 0 0,-1-1-1 0 0,0 1 1 0 0,0 0-1 0 0,0 0 1 0 0,0 0-1 0 0,1 0 1 0 0,-1 0-1 0 0,0 0 1 0 0,-1 1-1 0 0,-30 3 2918 0 0,22 3-2606 0 0,0-1 0 0 0,0 1 0 0 0,1 1 1 0 0,0 0-1 0 0,0 0 0 0 0,1 0 0 0 0,0 1 1 0 0,0 1-1 0 0,1-1 0 0 0,0 1 0 0 0,1 0 1 0 0,0 1-1 0 0,1 0 0 0 0,0 0 0 0 0,0 0 1 0 0,2 0-1 0 0,-1 0 0 0 0,1 1 0 0 0,1 0 1 0 0,-2 21-1 0 0,4-28-518 0 0,0 0 0 0 0,0 0 0 0 0,1 0 0 0 0,-1 0 0 0 0,1 0 0 0 0,1 0 0 0 0,-1 0 0 0 0,1-1 0 0 0,-1 1 0 0 0,1 0 0 0 0,1-1 0 0 0,-1 1 0 0 0,1-1 0 0 0,-1 0 1 0 0,1 0-1 0 0,1 0 0 0 0,-1 0 0 0 0,0 0 0 0 0,6 3 0 0 0,3 2-278 0 0,0-1 1 0 0,1-1-1 0 0,0 0 1 0 0,1 0 0 0 0,14 4-1 0 0,-11-5 116 0 0,-1 1 0 0 0,0 1-1 0 0,19 12 1 0 0,-34-19 240 0 0,-1-1 0 0 0,1 1-1 0 0,0-1 1 0 0,0 1 0 0 0,0 0-1 0 0,0 0 1 0 0,-1-1 0 0 0,1 1 0 0 0,0 0-1 0 0,-1 0 1 0 0,1 0 0 0 0,0-1-1 0 0,-1 1 1 0 0,1 0 0 0 0,-1 0 0 0 0,1 0-1 0 0,-1 0 1 0 0,0 0 0 0 0,0 0 0 0 0,1 0-1 0 0,-1 0 1 0 0,0 0 0 0 0,0 1-1 0 0,0-1 1 0 0,0 0 0 0 0,0 2 0 0 0,-1-1 61 0 0,0 0 0 0 0,0 0 0 0 0,0-1 1 0 0,0 1-1 0 0,0 0 0 0 0,0 0 1 0 0,0-1-1 0 0,-1 1 0 0 0,1-1 0 0 0,-1 1 1 0 0,1-1-1 0 0,-4 3 0 0 0,-5 3 400 0 0,-1-1 1 0 0,0 0-1 0 0,-18 8 0 0 0,9-6 34 0 0,-1-1 0 0 0,0 0-1 0 0,-39 6 1 0 0,47-11-910 0 0,1-1 0 0 0,-1-1 1 0 0,0 0-1 0 0,-20-2 0 0 0,14-1-6121 0 0</inkml:trace>
</inkml:ink>
</file>

<file path=ppt/ink/ink3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5.34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10138 0 0,'5'15'8546'0'0,"2"11"-4360"0"0,26 136-3970 0 0,6 115-103 0 0,-18-111-579 0 0,-21-162 361 0 0,1 6-337 0 0,1-1-1 0 0,-1-1 0 0 0,1 1 1 0 0,1 0-1 0 0,0 0 0 0 0,5 11 1 0 0</inkml:trace>
</inkml:ink>
</file>

<file path=ppt/ink/ink3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5.4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0 1 12355 0 0</inkml:trace>
</inkml:ink>
</file>

<file path=ppt/ink/ink3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5.67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82 7778 0 0,'0'-1'87'0'0,"-1"0"0"0"0,1 1 0 0 0,0-1 0 0 0,-1 0 0 0 0,1 0 0 0 0,0 0 0 0 0,0 0 0 0 0,0 0 0 0 0,-1 0 0 0 0,1 0 0 0 0,0 0 0 0 0,0 0 0 0 0,1 0 0 0 0,-1 0 0 0 0,0 0 0 0 0,0 0 0 0 0,0 0 0 0 0,1 0 0 0 0,-1 0 0 0 0,0 0 0 0 0,1 0 0 0 0,-1 0 0 0 0,1 1 0 0 0,0-3-1 0 0,1 1 128 0 0,0 0 0 0 0,0 0 0 0 0,1 0 0 0 0,-1 0 0 0 0,0 0 0 0 0,1 0 0 0 0,-1 1 0 0 0,5-3-1 0 0,4-1 494 0 0,1 1-1 0 0,0-1 1 0 0,12-1-1 0 0,4 0 23 0 0,0 1 1 0 0,0 1-1 0 0,1 2 0 0 0,-1 1 0 0 0,1 2 0 0 0,0 0 0 0 0,-1 2 1 0 0,41 9-1 0 0,-65-12-678 0 0,-1 1-1 0 0,1 0 1 0 0,-1 1 0 0 0,1-1-1 0 0,-1 0 1 0 0,1 1 0 0 0,-1 0-1 0 0,0 0 1 0 0,0 0 0 0 0,0 0-1 0 0,0 0 1 0 0,0 1 0 0 0,0-1-1 0 0,-1 1 1 0 0,1 0 0 0 0,-1 0-1 0 0,3 4 1 0 0,-4-5-30 0 0,0 1 0 0 0,-1 0 0 0 0,1-1 1 0 0,0 1-1 0 0,-1 0 0 0 0,0-1 0 0 0,0 1 0 0 0,1 0 0 0 0,-2 0 0 0 0,1-1 0 0 0,0 1 1 0 0,-1 0-1 0 0,1 0 0 0 0,-1-1 0 0 0,1 1 0 0 0,-1 0 0 0 0,0-1 0 0 0,-1 1 0 0 0,1-1 1 0 0,0 0-1 0 0,-1 1 0 0 0,1-1 0 0 0,-1 0 0 0 0,-1 3 0 0 0,-10 11-144 0 0,0-1 1 0 0,-1 0-1 0 0,0 0 0 0 0,-24 17 0 0 0,27-24-919 0 0,0 0 0 0 0,0-1-1 0 0,-1-1 1 0 0,-19 9 0 0 0,26-14-388 0 0</inkml:trace>
</inkml:ink>
</file>

<file path=ppt/ink/ink3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5.90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 7370 0 0,'3'0'313'0'0,"-1"-1"0"0"0,1 1 0 0 0,0-1 0 0 0,-1 1 0 0 0,1 0 0 0 0,0 0 0 0 0,0 0 0 0 0,-1 0 0 0 0,1 0 1 0 0,0 1-1 0 0,-1-1 0 0 0,1 1 0 0 0,0 0 0 0 0,-1 0 0 0 0,1 0 0 0 0,-1 0 0 0 0,1 0 0 0 0,-1 0 0 0 0,4 3 1 0 0,-2-2 208 0 0,0 1 1 0 0,0 0 0 0 0,0 0 0 0 0,-1 0 0 0 0,1 0 0 0 0,-1 0-1 0 0,0 1 1 0 0,0-1 0 0 0,0 1 0 0 0,3 5 0 0 0,-3-1-331 0 0,-2-1-1 0 0,1 1 1 0 0,-1-1 0 0 0,0 1-1 0 0,-1-1 1 0 0,0 1 0 0 0,0 0-1 0 0,-1-1 1 0 0,1 1 0 0 0,-2-1 0 0 0,1 1-1 0 0,-1-1 1 0 0,-3 9 0 0 0,2-5-304 0 0,0-1-1 0 0,1 1 1 0 0,0 0 0 0 0,1 0 0 0 0,1 16 0 0 0,7 1-917 0 0,5-13-2596 0 0</inkml:trace>
</inkml:ink>
</file>

<file path=ppt/ink/ink3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6.07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 7 5529 0 0,'-7'-7'3705'0'0,"11"9"-1913"0"0,4 20-4776 0 0,-9-13 2824 0 0,-3 4 160 0 0</inkml:trace>
</inkml:ink>
</file>

<file path=ppt/ink/ink3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6.48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30 6449 0 0,'2'0'235'0'0,"0"0"0"0"0,0 1 0 0 0,0-1-1 0 0,0 0 1 0 0,0 1 0 0 0,-1-1 0 0 0,1 1-1 0 0,0-1 1 0 0,0 1 0 0 0,0 0 0 0 0,-1 0-1 0 0,1 0 1 0 0,0 0 0 0 0,-1 0 0 0 0,1 0-1 0 0,-1 0 1 0 0,1 1 0 0 0,-1-1-1 0 0,0 1 1 0 0,2 2 0 0 0,0 0 192 0 0,-1 0 1 0 0,1 1-1 0 0,-1-1 0 0 0,0 1 1 0 0,-1 0-1 0 0,1-1 0 0 0,1 11 1 0 0,0 4 249 0 0,-2 1 1 0 0,0-1-1 0 0,-1 22 1 0 0,-2-23-635 0 0,1-13-58 0 0,0 0 0 0 0,1 0 0 0 0,0 0 0 0 0,0 0 0 0 0,0 1 1 0 0,0-1-1 0 0,1 0 0 0 0,1 7 0 0 0,-2-11-20 0 0,0-1 0 0 0,1 0 1 0 0,-1 0-1 0 0,0 0 0 0 0,0 1 0 0 0,0-1 0 0 0,0 0 1 0 0,1 0-1 0 0,-1 0 0 0 0,0 1 0 0 0,0-1 0 0 0,0 0 0 0 0,1 0 1 0 0,-1 0-1 0 0,0 0 0 0 0,0 0 0 0 0,0 0 0 0 0,1 1 1 0 0,-1-1-1 0 0,0 0 0 0 0,0 0 0 0 0,1 0 0 0 0,-1 0 0 0 0,0 0 1 0 0,0 0-1 0 0,1 0 0 0 0,-1 0 0 0 0,0 0 0 0 0,0 0 1 0 0,1 0-1 0 0,-1 0 0 0 0,0 0 0 0 0,0 0 0 0 0,1 0 1 0 0,-1-1-1 0 0,0 1 0 0 0,0 0 0 0 0,1 0 0 0 0,10-10-1019 0 0,6-11-565 0 0,-5-1 1174 0 0,-2-1 1 0 0,0 1 0 0 0,10-37 0 0 0,2-4 2047 0 0,-21 59-1358 0 0,1 1 1 0 0,-1 0-1 0 0,1 0 0 0 0,0 0 0 0 0,0 0 1 0 0,1 0-1 0 0,-1 1 0 0 0,0-1 0 0 0,1 1 0 0 0,0-1 1 0 0,-1 1-1 0 0,1 0 0 0 0,0 0 0 0 0,0 0 1 0 0,0 0-1 0 0,1 1 0 0 0,4-2 0 0 0,-7 2-218 0 0,1 1-1 0 0,0-1 0 0 0,-1 1 0 0 0,1 0 0 0 0,-1 0 1 0 0,1-1-1 0 0,0 1 0 0 0,-1 1 0 0 0,1-1 1 0 0,0 0-1 0 0,-1 0 0 0 0,1 1 0 0 0,-1-1 1 0 0,1 0-1 0 0,0 1 0 0 0,-1 0 0 0 0,1-1 1 0 0,-1 1-1 0 0,0 0 0 0 0,1 0 0 0 0,-1 0 1 0 0,0 0-1 0 0,1 0 0 0 0,-1 0 0 0 0,0 0 1 0 0,0 0-1 0 0,0 0 0 0 0,0 1 0 0 0,0-1 1 0 0,0 0-1 0 0,0 1 0 0 0,0-1 0 0 0,-1 1 1 0 0,1-1-1 0 0,0 1 0 0 0,-1-1 0 0 0,0 1 1 0 0,1-1-1 0 0,-1 4 0 0 0,7 44-3579 0 0,-7-35-2024 0 0</inkml:trace>
</inkml:ink>
</file>

<file path=ppt/ink/ink3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7.14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138 388 7834 0 0,'0'0'81'0'0,"1"0"1"0"0,-1 0 0 0 0,0-1 0 0 0,1 1-1 0 0,-1 0 1 0 0,0-1 0 0 0,0 1 0 0 0,1 0-1 0 0,-1-1 1 0 0,0 1 0 0 0,0-1 0 0 0,0 1-1 0 0,0 0 1 0 0,1-1 0 0 0,-1 1 0 0 0,0-1-1 0 0,0 1 1 0 0,0-1 0 0 0,0 1 0 0 0,0 0-1 0 0,0-1 1 0 0,0 1 0 0 0,0-1 0 0 0,0 1-1 0 0,0-1 1 0 0,-1 1 0 0 0,1 0 0 0 0,0-1-1 0 0,0 1 1 0 0,0-1 0 0 0,0 1 0 0 0,-1 0-1 0 0,1-1 1 0 0,0 1 0 0 0,-1-1 0 0 0,-16-2 2931 0 0,12 3-2555 0 0,0 1 0 0 0,1 0 0 0 0,0 0 0 0 0,-1 0 0 0 0,1 0 0 0 0,0 1 0 0 0,-7 2 0 0 0,4 2-324 0 0,1-1-1 0 0,-1 1 1 0 0,1 1-1 0 0,0-1 1 0 0,1 1-1 0 0,0 0 1 0 0,0 0-1 0 0,0 1 1 0 0,1-1-1 0 0,0 1 1 0 0,0 0-1 0 0,1 0 1 0 0,0 1-1 0 0,0-1 1 0 0,1 0-1 0 0,0 1 1 0 0,1 0 0 0 0,0-1-1 0 0,0 1 1 0 0,1 15-1 0 0,1-16-131 0 0,-1 0-1 0 0,1 0 1 0 0,0 0 0 0 0,1 0 0 0 0,-1-1-1 0 0,2 1 1 0 0,-1-1 0 0 0,1 1-1 0 0,0-1 1 0 0,1 0 0 0 0,-1 0 0 0 0,2 0-1 0 0,-1 0 1 0 0,1-1 0 0 0,0 0-1 0 0,0 0 1 0 0,0 0 0 0 0,1 0-1 0 0,0-1 1 0 0,0 0 0 0 0,0 0 0 0 0,1-1-1 0 0,7 4 1 0 0,-10-6-17 0 0,-1-1-1 0 0,0 1 1 0 0,0-1 0 0 0,1 0 0 0 0,-1 0-1 0 0,1-1 1 0 0,-1 1 0 0 0,1-1 0 0 0,-1 1-1 0 0,1-1 1 0 0,-1 0 0 0 0,1-1 0 0 0,-1 1-1 0 0,1 0 1 0 0,-1-1 0 0 0,1 0 0 0 0,5-2-1 0 0,-3 0-56 0 0,-1 0-1 0 0,0 0 0 0 0,0 0 0 0 0,0-1 0 0 0,0 1 0 0 0,-1-1 0 0 0,0 0 0 0 0,1-1 0 0 0,5-8 0 0 0,1-2-36 0 0,-1-2 0 0 0,-1 1-1 0 0,0-1 1 0 0,-1-1 0 0 0,9-30 0 0 0,39-196 220 0 0,-37 144 27 0 0,-9 58 442 0 0,-3-1 0 0 0,4-73 303 0 0,-8 152 342 0 0,3 38-1122 0 0,16 128-227 0 0,-17-172-76 0 0,1 1-1 0 0,2-1 1 0 0,1-1 0 0 0,19 42 0 0 0,-26-66 161 0 0,1 0 0 0 0,0 0 0 0 0,0 0 0 0 0,1 0 0 0 0,-1 0 0 0 0,1-1 0 0 0,0 1 0 0 0,6 4 0 0 0,-9-8 10 0 0,0 0-1 0 0,0-1 1 0 0,-1 1-1 0 0,1-1 1 0 0,0 1-1 0 0,0-1 0 0 0,0 0 1 0 0,0 1-1 0 0,0-1 1 0 0,0 0-1 0 0,0 0 1 0 0,0 1-1 0 0,0-1 0 0 0,0 0 1 0 0,0 0-1 0 0,0 0 1 0 0,0 0-1 0 0,0 0 1 0 0,0 0-1 0 0,0-1 0 0 0,1 1 1 0 0,0-1-32 0 0,-1 0 1 0 0,1 0 0 0 0,-1 0-1 0 0,1 0 1 0 0,-1-1-1 0 0,0 1 1 0 0,0 0-1 0 0,1-1 1 0 0,-1 1 0 0 0,0 0-1 0 0,0-1 1 0 0,0 1-1 0 0,-1-1 1 0 0,1 0 0 0 0,0 1-1 0 0,0-4 1 0 0,8-20-468 0 0,7-35 1 0 0,-10 35 393 0 0,0 0-1 0 0,14-30 1 0 0,-17 48 99 0 0,0 0-1 0 0,0 1 0 0 0,1 0 1 0 0,0-1-1 0 0,1 2 1 0 0,-1-1-1 0 0,1 0 0 0 0,0 1 1 0 0,0 0-1 0 0,1 0 1 0 0,0 0-1 0 0,8-5 0 0 0,-12 9 106 0 0,0 0 0 0 0,0-1 0 0 0,-1 1-1 0 0,1 1 1 0 0,0-1 0 0 0,0 0 0 0 0,0 0-1 0 0,0 1 1 0 0,0-1 0 0 0,1 1 0 0 0,-1-1-1 0 0,0 1 1 0 0,0 0 0 0 0,0 0 0 0 0,0 0-1 0 0,0 0 1 0 0,0 0 0 0 0,0 1 0 0 0,0-1 0 0 0,1 1-1 0 0,-1-1 1 0 0,0 1 0 0 0,0 0 0 0 0,0-1-1 0 0,-1 1 1 0 0,1 0 0 0 0,0 1 0 0 0,0-1-1 0 0,0 0 1 0 0,-1 0 0 0 0,1 1 0 0 0,-1-1-1 0 0,1 1 1 0 0,-1-1 0 0 0,1 1 0 0 0,-1 0-1 0 0,0-1 1 0 0,0 1 0 0 0,0 0 0 0 0,2 4-1 0 0,3 8 395 0 0,0 0-1 0 0,-2 0 1 0 0,1 1-1 0 0,3 24 1 0 0,-4-20-914 0 0,0-8-1197 0 0</inkml:trace>
</inkml:ink>
</file>

<file path=ppt/ink/ink3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7.72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79 65 7834 0 0,'-1'-2'412'0'0,"-1"1"-1"0"0,1-1 1 0 0,-1 1 0 0 0,1-1 0 0 0,-1 1 0 0 0,0 0 0 0 0,0 0 0 0 0,1 0-1 0 0,-1 0 1 0 0,0 0 0 0 0,0 0 0 0 0,0 0 0 0 0,0 1 0 0 0,0-1 0 0 0,0 0-1 0 0,0 1 1 0 0,0 0 0 0 0,0 0 0 0 0,0-1 0 0 0,0 1 0 0 0,0 1 0 0 0,-4-1-1 0 0,5 1-155 0 0,-1-1 0 0 0,1 1 0 0 0,-1 0 0 0 0,1-1-1 0 0,0 1 1 0 0,-1 0 0 0 0,1 0 0 0 0,0 0 0 0 0,0 0-1 0 0,0 0 1 0 0,0 0 0 0 0,0 0 0 0 0,0 1 0 0 0,0-1-1 0 0,0 0 1 0 0,0 2 0 0 0,-7 21-350 0 0,5-7 159 0 0,2 1 0 0 0,0 0 0 0 0,2-1 0 0 0,-1 1 0 0 0,2 0 0 0 0,1-1 0 0 0,0 1 1 0 0,1-1-1 0 0,0 0 0 0 0,2 0 0 0 0,0-1 0 0 0,1 1 0 0 0,1-1 0 0 0,0-1 0 0 0,1 1 1 0 0,1-2-1 0 0,20 26 0 0 0,-27-37-81 0 0,0 0 1 0 0,0 0 0 0 0,0 0-1 0 0,1 0 1 0 0,-1-1-1 0 0,1 0 1 0 0,0 0 0 0 0,-1 0-1 0 0,1 0 1 0 0,0 0-1 0 0,0-1 1 0 0,0 1-1 0 0,1-1 1 0 0,-1 0 0 0 0,0 0-1 0 0,0-1 1 0 0,1 1-1 0 0,5-1 1 0 0,-5-1-31 0 0,1 0 0 0 0,-1 0-1 0 0,0-1 1 0 0,0 1 0 0 0,0-1 0 0 0,0-1 0 0 0,0 1-1 0 0,-1 0 1 0 0,1-1 0 0 0,-1 0 0 0 0,1 0 0 0 0,-1-1 0 0 0,4-3-1 0 0,2-3-40 0 0,-1 0 0 0 0,0-1 0 0 0,-1 1-1 0 0,-1-2 1 0 0,1 1 0 0 0,-2-1 0 0 0,1 0-1 0 0,-2-1 1 0 0,0 1 0 0 0,7-25 0 0 0,-10 26 95 0 0,-1-1 1 0 0,0 1-1 0 0,0-1 0 0 0,-1 0 1 0 0,-1 1-1 0 0,0-1 0 0 0,-1 0 1 0 0,0 1-1 0 0,0 0 0 0 0,-1-1 1 0 0,-1 1-1 0 0,-7-16 0 0 0,8 20-31 0 0,0 1 0 0 0,0 0 0 0 0,-1 0 0 0 0,0 0-1 0 0,0 0 1 0 0,0 1 0 0 0,-1 0 0 0 0,0 0-1 0 0,0 0 1 0 0,0 0 0 0 0,-1 1 0 0 0,1 0 0 0 0,-1 0-1 0 0,0 0 1 0 0,0 1 0 0 0,0 0 0 0 0,-1 0-1 0 0,1 0 1 0 0,-1 1 0 0 0,0 0 0 0 0,0 0 0 0 0,-8 0-1 0 0,2 2-1208 0 0,1 2-3522 0 0</inkml:trace>
</inkml:ink>
</file>

<file path=ppt/ink/ink3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8.01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38 0 6913 0 0,'16'7'8273'0'0,"-16"-7"-8066"0"0,0 1 0 0 0,0-1 0 0 0,0 1 0 0 0,0-1 0 0 0,0 1-1 0 0,0-1 1 0 0,0 1 0 0 0,0-1 0 0 0,0 1 0 0 0,0 0 0 0 0,0 31 1442 0 0,-24 133-228 0 0,12-103-585 0 0,-4 90 1 0 0,15-93-2339 0 0,7 75-1 0 0,-4-116 863 0 0,0-1-1 0 0,2 1 0 0 0,0 0 0 0 0,1-1 1 0 0,0 0-1 0 0,2 0 0 0 0,0-1 0 0 0,15 27 1 0 0</inkml:trace>
</inkml:ink>
</file>

<file path=ppt/ink/ink3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8.21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25 156 2304 0 0,'-3'-1'36'0'0,"1"0"0"0"0,0-1 0 0 0,0 1-1 0 0,0 0 1 0 0,0-1 0 0 0,0 0-1 0 0,0 1 1 0 0,0-1 0 0 0,0 0 0 0 0,-1-2-1 0 0,3 3 19 0 0,0 0 0 0 0,-1 1 0 0 0,1-1 0 0 0,0 0-1 0 0,0 0 1 0 0,0 0 0 0 0,0 0 0 0 0,0 0 0 0 0,0 0 0 0 0,0 1-1 0 0,0-1 1 0 0,1 0 0 0 0,-1 0 0 0 0,0 0 0 0 0,0 0-1 0 0,1 0 1 0 0,-1 1 0 0 0,0-1 0 0 0,1 0 0 0 0,-1 0 0 0 0,1 1-1 0 0,-1-1 1 0 0,1 0 0 0 0,-1 1 0 0 0,1-1 0 0 0,0 0-1 0 0,-1 1 1 0 0,1-1 0 0 0,0 1 0 0 0,0-1 0 0 0,1 0 0 0 0,10-8 839 0 0,0 1 1 0 0,1 0 0 0 0,0 1 0 0 0,0 0-1 0 0,28-9 1 0 0,74-17-1211 0 0,-10 13-519 0 0,-81 16 825 0 0</inkml:trace>
</inkml:ink>
</file>

<file path=ppt/ink/ink3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8.5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79 1 3681 0 0,'-3'1'270'0'0,"1"-1"0"0"0,-1 1 0 0 0,1 1 0 0 0,-1-1 0 0 0,1 0-1 0 0,-1 1 1 0 0,1-1 0 0 0,0 1 0 0 0,0-1 0 0 0,0 1 0 0 0,0 0 0 0 0,0 0 0 0 0,0 0 0 0 0,0 0 0 0 0,0 1 0 0 0,1-1 0 0 0,-1 0 0 0 0,1 1 0 0 0,-2 3 0 0 0,-3 6 1197 0 0,0 0-1 0 0,-7 22 1 0 0,10-21-736 0 0,0-1 0 0 0,1 1-1 0 0,1 0 1 0 0,0 0 0 0 0,1-1 0 0 0,0 1-1 0 0,1 0 1 0 0,3 18 0 0 0,30 104 1647 0 0,-19-80-1975 0 0,-8-27-309 0 0,-1 0-1 0 0,2 36 1 0 0,-7-50-253 0 0,-1 0-1 0 0,0-1 1 0 0,-1 1 0 0 0,0 0-1 0 0,-1-1 1 0 0,-7 25-1 0 0</inkml:trace>
</inkml:ink>
</file>

<file path=ppt/ink/ink3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18.66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38 150 1376 0 0,'-5'-6'487'0'0,"1"-1"-1"0"0,-1 0 1 0 0,1 0 0 0 0,1 0-1 0 0,-1 0 1 0 0,1-1-1 0 0,-3-10 1 0 0,6 16-325 0 0,-1 0 0 0 0,0 0 0 0 0,1 0 0 0 0,0 0 1 0 0,-1 0-1 0 0,1 1 0 0 0,0-1 0 0 0,0 0 0 0 0,0 0 1 0 0,0 0-1 0 0,0 0 0 0 0,1 0 0 0 0,-1 0 0 0 0,0 0 0 0 0,1 0 1 0 0,0 0-1 0 0,-1 0 0 0 0,1 0 0 0 0,0 1 0 0 0,0-1 0 0 0,0 0 1 0 0,0 1-1 0 0,0-1 0 0 0,0 0 0 0 0,1 1 0 0 0,-1 0 1 0 0,1-1-1 0 0,-1 1 0 0 0,1 0 0 0 0,-1 0 0 0 0,1-1 0 0 0,0 1 1 0 0,-1 0-1 0 0,4-1 0 0 0,51-15 3183 0 0,-38 11-3200 0 0</inkml:trace>
</inkml:ink>
</file>

<file path=ppt/ink/ink3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1.70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143 348 456 0 0,'-11'-28'2943'0'0,"-2"0"-1"0"0,-1 1 1 0 0,-2 1-1 0 0,-22-30 1 0 0,36 54-2528 0 0,0 0 0 0 0,0-1 0 0 0,0 2 0 0 0,0-1 0 0 0,-1 0 0 0 0,1 0 0 0 0,-1 1 1 0 0,1 0-1 0 0,-1-1 0 0 0,1 1 0 0 0,-1 0 0 0 0,0 0 0 0 0,0 0 0 0 0,0 1 0 0 0,1-1 1 0 0,-1 1-1 0 0,-6-1 0 0 0,30 31 189 0 0,1-2-549 0 0,-1 2-1 0 0,-2 0 1 0 0,-1 1-1 0 0,15 38 1 0 0,-14-29-47 0 0,44 67 0 0 0,-54-95-8 0 0,0 0 0 0 0,0-1 0 0 0,1 0 0 0 0,1-1 0 0 0,0 0-1 0 0,0-1 1 0 0,1 0 0 0 0,0 0 0 0 0,19 9 0 0 0,-26-16 1 0 0,-1 0 0 0 0,0 0 0 0 0,1-1 0 0 0,-1 1 1 0 0,1-1-1 0 0,-1 0 0 0 0,1 0 0 0 0,0-1 0 0 0,0 1 0 0 0,-1-1 0 0 0,9-1 0 0 0,-10 1 18 0 0,-1 0 0 0 0,1-1 0 0 0,-1 0-1 0 0,1 0 1 0 0,-1 0 0 0 0,0 0-1 0 0,1 0 1 0 0,-1 0 0 0 0,0 0 0 0 0,0-1-1 0 0,0 1 1 0 0,0-1 0 0 0,0 0 0 0 0,0 0-1 0 0,0 1 1 0 0,-1-1 0 0 0,1 0-1 0 0,0-1 1 0 0,-1 1 0 0 0,0 0 0 0 0,0 0-1 0 0,1-1 1 0 0,0-1 0 0 0,19-58 272 0 0,-2-1 0 0 0,17-105-1 0 0,-26 106-1188 0 0,4 0-1 0 0,41-113 1 0 0,-48 158-4554 0 0</inkml:trace>
</inkml:ink>
</file>

<file path=ppt/ink/ink3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1.93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24 4441 0 0,'-2'0'472'0'0,"4"-2"-472"0"0,-2 1 0 0 0,1 0 64 0 0,3-2-64 0 0,-1-3 0 0 0,1 1 0 0 0,0-1 0 0 0</inkml:trace>
</inkml:ink>
</file>

<file path=ppt/ink/ink3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2.20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1 5529 0 0,'-2'5'9382'0'0,"4"10"-5215"0"0,7 25-3774 0 0,-2-13 1036 0 0,27 232 545 0 0,-18-120-1926 0 0,-15-130-134 0 0,1-2-70 0 0,-1 1-1 0 0,-1-1 1 0 0,1 1-1 0 0,-1 0 1 0 0,0-1-1 0 0,-1 1 1 0 0,-1 10 0 0 0,-1-12-889 0 0</inkml:trace>
</inkml:ink>
</file>

<file path=ppt/ink/ink3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2.53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18 35 3193 0 0,'-1'0'23'0'0,"0"0"0"0"0,1 0 0 0 0,-1 0 0 0 0,0 0 0 0 0,1 0 0 0 0,-1 0 0 0 0,1 0 0 0 0,-1 0 0 0 0,0 0 0 0 0,1-1 1 0 0,-1 1-1 0 0,0 0 0 0 0,1 0 0 0 0,-1-1 0 0 0,0 1 0 0 0,1 0 0 0 0,-1 0 0 0 0,1-1 0 0 0,-1 1 0 0 0,1-1 0 0 0,-1 1 0 0 0,1-1 0 0 0,-1 1 1 0 0,1-1-1 0 0,-1 1 0 0 0,1-1 0 0 0,0 1 0 0 0,-1-2 0 0 0,15-7 2599 0 0,33-5 2432 0 0,-34 12-4205 0 0,0 1-1 0 0,1 1 0 0 0,-1 0 0 0 0,0 1 0 0 0,0 0 0 0 0,0 1 1 0 0,0 0-1 0 0,0 1 0 0 0,20 8 0 0 0,-12-3-544 0 0,-1 1-1 0 0,1 1 1 0 0,-2 0-1 0 0,35 25 1 0 0,-49-30-299 0 0,1-1 0 0 0,0 1-1 0 0,-1 0 1 0 0,0 1 0 0 0,0-1 0 0 0,0 1 0 0 0,-1 0-1 0 0,0 0 1 0 0,0 0 0 0 0,0 1 0 0 0,-1-1 0 0 0,0 1 0 0 0,-1 0-1 0 0,3 8 1 0 0,-4-11-24 0 0,0 1 0 0 0,-1 0 0 0 0,0-1 0 0 0,0 1 0 0 0,0 0-1 0 0,0-1 1 0 0,-1 1 0 0 0,1 0 0 0 0,-1-1 0 0 0,0 1 0 0 0,-1 0-1 0 0,1-1 1 0 0,-1 0 0 0 0,0 1 0 0 0,0-1 0 0 0,0 0 0 0 0,-1 0 0 0 0,1 0-1 0 0,-1 0 1 0 0,0-1 0 0 0,0 1 0 0 0,-7 5 0 0 0,6-5-54 0 0,-20 16 16 0 0,23-19-16 0 0,0-1 0 0 0,0 1 0 0 0,0 0 0 0 0,0-1 0 0 0,-1 1 1 0 0,1-1-1 0 0,0 1 0 0 0,0-1 0 0 0,-1 1 0 0 0,1-1 0 0 0,0 0 1 0 0,-1 0-1 0 0,1 0 0 0 0,0 0 0 0 0,-1 0 0 0 0,1 0 0 0 0,0 0 1 0 0,-1 0-1 0 0,-1-1 0 0 0,-2-2-1034 0 0</inkml:trace>
</inkml:ink>
</file>

<file path=ppt/ink/ink3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166 4 4145 0 0,'-14'-4'7685'0'0,"13"5"-7437"0"0,-21 6 1241 0 0,13-2-610 0 0,-1 0 0 0 0,2 1 0 0 0,-1 0-1 0 0,0 1 1 0 0,1-1 0 0 0,-12 14 0 0 0,15-14-651 0 0,0 0 0 0 0,0 0-1 0 0,0 0 1 0 0,0 1 0 0 0,1 0 0 0 0,0 0-1 0 0,1 0 1 0 0,0 0 0 0 0,-4 12 0 0 0,6-13-212 0 0,1 0 0 0 0,-1 0 0 0 0,1 0 1 0 0,1-1-1 0 0,-1 1 0 0 0,1 0 0 0 0,0 0 1 0 0,0-1-1 0 0,1 1 0 0 0,-1 0 0 0 0,1-1 0 0 0,1 1 1 0 0,-1-1-1 0 0,1 0 0 0 0,0 0 0 0 0,0 0 1 0 0,0 0-1 0 0,8 8 0 0 0,6 6-139 0 0,2 0 0 0 0,39 30 0 0 0,-35-30 10 0 0,-4-5 88 0 0,-14-11 15 0 0,0 0-1 0 0,0 0 1 0 0,-1 1 0 0 0,0 0-1 0 0,1 0 1 0 0,-1 0 0 0 0,0 0-1 0 0,-1 0 1 0 0,1 1 0 0 0,-1 0-1 0 0,3 5 1 0 0,-6-9 13 0 0,0 0 1 0 0,0 0-1 0 0,0 0 1 0 0,0 0-1 0 0,0 0 0 0 0,-1 0 1 0 0,1 0-1 0 0,0 0 0 0 0,-1 0 1 0 0,1 0-1 0 0,-1 0 1 0 0,1 0-1 0 0,-1-1 0 0 0,1 1 1 0 0,-1 0-1 0 0,1 0 1 0 0,-1-1-1 0 0,0 1 0 0 0,0 0 1 0 0,1-1-1 0 0,-1 1 1 0 0,0 0-1 0 0,0-1 0 0 0,0 1 1 0 0,0-1-1 0 0,1 0 0 0 0,-1 1 1 0 0,0-1-1 0 0,0 0 1 0 0,0 1-1 0 0,0-1 0 0 0,-1 0 1 0 0,-37 10 355 0 0,36-10-323 0 0,-29 5-500 0 0,-1-1 0 0 0,1-2 0 0 0,-42-3 1 0 0</inkml:trace>
</inkml:ink>
</file>

<file path=ppt/ink/ink3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31.26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13 196 9674 0 0,'-2'-2'326'0'0,"1"-1"-1"0"0,-1 1 1 0 0,1-1 0 0 0,0 1 0 0 0,0-1-1 0 0,0 0 1 0 0,0 0 0 0 0,0 1-1 0 0,1-1 1 0 0,-1 0 0 0 0,1 0-1 0 0,0 0 1 0 0,0 0 0 0 0,0 1 0 0 0,1-7-1 0 0,-2 7-106 0 0,1 0-1 0 0,0 0 0 0 0,0 0 1 0 0,1-1-1 0 0,-1 1 0 0 0,0 0 1 0 0,1 0-1 0 0,-1 0 0 0 0,1 0 1 0 0,0 0-1 0 0,0 0 0 0 0,0 0 1 0 0,0 1-1 0 0,0-1 0 0 0,0 0 1 0 0,0 0-1 0 0,0 1 1 0 0,1-1-1 0 0,-1 0 0 0 0,1 1 1 0 0,-1 0-1 0 0,1-1 0 0 0,2-1 1 0 0,-2 3-117 0 0,0 0 0 0 0,1 0 0 0 0,-1 0 0 0 0,0 0 0 0 0,0 1 0 0 0,1-1 0 0 0,-1 0 0 0 0,0 1 0 0 0,0 0 0 0 0,0-1 0 0 0,0 1 0 0 0,0 0 0 0 0,0 0 0 0 0,0 0 0 0 0,0 0 0 0 0,0 1 0 0 0,-1-1 0 0 0,1 0 0 0 0,0 1 0 0 0,-1-1 0 0 0,1 1 0 0 0,1 2 0 0 0,35 46 100 0 0,-31-39-63 0 0,62 105 149 0 0,-4-4-6 0 0,-55-97-190 0 0,1 0 1 0 0,0-2 0 0 0,1 1 0 0 0,1-1 0 0 0,15 12 0 0 0,-27-24-75 0 0,0 0 0 0 0,1 1 0 0 0,0-1 0 0 0,-1 0 0 0 0,1 0 0 0 0,0 0 1 0 0,-1 0-1 0 0,1 0 0 0 0,0-1 0 0 0,0 1 0 0 0,0 0 0 0 0,0-1 0 0 0,0 1 0 0 0,0-1 0 0 0,0 0 1 0 0,0 0-1 0 0,0 1 0 0 0,0-2 0 0 0,0 1 0 0 0,0 0 0 0 0,0 0 0 0 0,0 0 0 0 0,2-2 0 0 0,-2 1-9 0 0,0 0-1 0 0,0 0 0 0 0,-1-1 1 0 0,1 1-1 0 0,-1-1 0 0 0,1 1 1 0 0,-1-1-1 0 0,0 0 0 0 0,1 1 1 0 0,-1-1-1 0 0,0 0 0 0 0,0 0 0 0 0,0 0 1 0 0,-1 0-1 0 0,1 0 0 0 0,0 0 1 0 0,-1 0-1 0 0,1 0 0 0 0,-1 0 1 0 0,0 0-1 0 0,1-4 0 0 0,4-130-318 0 0,0-4-1415 0 0,-2 121 1314 0 0,0 0 0 0 0,1 0-1 0 0,0 1 1 0 0,2-1 0 0 0,10-23 0 0 0,-2 10 384 0 0,0 2 27 0 0</inkml:trace>
</inkml:ink>
</file>

<file path=ppt/ink/ink3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31.5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4 8290 0 0,'-1'6'535'0'0,"1"0"-1"0"0,0 0 1 0 0,0 0 0 0 0,0 0 0 0 0,1 0-1 0 0,0 0 1 0 0,0 0 0 0 0,2 5 0 0 0,2 17 1008 0 0,-3 36 1600 0 0,-3-39-1540 0 0,5 40 1 0 0,-3-59-1454 0 0,0 0 0 0 0,0 1 0 0 0,1-1 0 0 0,0 0 0 0 0,0 0 0 0 0,0 0 0 0 0,1 0 0 0 0,0-1 1 0 0,0 1-1 0 0,1 0 0 0 0,4 5 0 0 0,-7-10-141 0 0,0 1 1 0 0,0 0 0 0 0,1-1-1 0 0,-1 1 1 0 0,0-1-1 0 0,1 0 1 0 0,0 1-1 0 0,-1-1 1 0 0,1 0 0 0 0,0 0-1 0 0,-1 0 1 0 0,1 0-1 0 0,0 0 1 0 0,0 0-1 0 0,0-1 1 0 0,0 1-1 0 0,0-1 1 0 0,0 1 0 0 0,0-1-1 0 0,0 0 1 0 0,0 1-1 0 0,0-1 1 0 0,0 0-1 0 0,0-1 1 0 0,0 1 0 0 0,0 0-1 0 0,0 0 1 0 0,0-1-1 0 0,0 1 1 0 0,0-1-1 0 0,0 0 1 0 0,0 0 0 0 0,0 0-1 0 0,-1 0 1 0 0,1 0-1 0 0,0 0 1 0 0,-1 0-1 0 0,1 0 1 0 0,0 0 0 0 0,-1-1-1 0 0,1 1 1 0 0,0-3-1 0 0,3-1-15 0 0,-1 0 0 0 0,0-1 0 0 0,0 1 0 0 0,0-1 1 0 0,-1 0-1 0 0,0 0 0 0 0,0 0 0 0 0,-1-1 0 0 0,0 1 0 0 0,0-1 0 0 0,2-10 0 0 0,-3 7 11 0 0,-1 0 1 0 0,0-1-1 0 0,-1 1 1 0 0,0 0-1 0 0,-1-1 1 0 0,1 1-1 0 0,-2 0 1 0 0,0 0-1 0 0,0 0 1 0 0,-1 1-1 0 0,-7-15 1 0 0,4 11-423 0 0,0 1 0 0 0,-18-22 0 0 0,16 23-1288 0 0,0 0 0 0 0,-21-16 0 0 0</inkml:trace>
</inkml:ink>
</file>

<file path=ppt/ink/ink3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32.3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 62 5729 0 0,'-2'-4'230'0'0,"1"-1"-1"0"0,0 1 1 0 0,0-1-1 0 0,1 0 0 0 0,0 1 1 0 0,0-6-1 0 0,3-14 6667 0 0,-5 44-550 0 0,6 19-4366 0 0,-1-7-1391 0 0,6 128 778 0 0,-5-132-1514 0 0,0 0 0 0 0,2 0 0 0 0,15 43 0 0 0,-20-67-174 0 0,1 0-1 0 0,1 0 1 0 0,-1 0 0 0 0,0 0-1 0 0,1 0 1 0 0,0 0-1 0 0,0-1 1 0 0,0 0-1 0 0,0 1 1 0 0,1-1 0 0 0,5 4-1 0 0,3 0-958 0 0</inkml:trace>
</inkml:ink>
</file>

<file path=ppt/ink/ink3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33.32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 10594 0 0,'-1'10'6251'0'0,"7"21"-4059"0"0,-4-25-1449 0 0,35 131 1962 0 0,1 2-2105 0 0,-20-43-295 0 0,12 55-730 0 0,-22-133-1058 0 0,-4-12 85 0 0</inkml:trace>
</inkml:ink>
</file>

<file path=ppt/ink/ink3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33.53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87 9218 0 0,'0'0'707'0'0,"18"-4"2956"0"0,19-4-20 0 0,58-19-1 0 0,10-4-2770 0 0,-55 20-1550 0 0,-26 6 311 0 0</inkml:trace>
</inkml:ink>
</file>

<file path=ppt/ink/ink3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4.12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119 32 6913 0 0,'-8'-5'1196'0'0,"-1"0"-1"0"0,0 0 0 0 0,-18-6 1 0 0,23 10-935 0 0,1 0 0 0 0,0 0 1 0 0,-1 0-1 0 0,1 0 0 0 0,0 1 1 0 0,-1-1-1 0 0,1 1 1 0 0,-1 0-1 0 0,1 0 0 0 0,-1 0 1 0 0,1 1-1 0 0,-1-1 1 0 0,1 1-1 0 0,0 0 0 0 0,-4 1 1 0 0,6-2-161 0 0,1 1 1 0 0,-1-1-1 0 0,1 0 1 0 0,-1 1-1 0 0,1-1 0 0 0,-1 1 1 0 0,1-1-1 0 0,-1 1 1 0 0,1-1-1 0 0,-1 1 1 0 0,1 0-1 0 0,0-1 1 0 0,-1 1-1 0 0,1-1 1 0 0,0 1-1 0 0,0 0 1 0 0,0-1-1 0 0,-1 1 0 0 0,1 0 1 0 0,0-1-1 0 0,0 1 1 0 0,0 0-1 0 0,0-1 1 0 0,0 1-1 0 0,0 0 1 0 0,0-1-1 0 0,0 1 1 0 0,0 0-1 0 0,1-1 0 0 0,-1 1 1 0 0,0-1-1 0 0,0 1 1 0 0,1 0-1 0 0,-1-1 1 0 0,0 1-1 0 0,0-1 1 0 0,1 1-1 0 0,-1 0 1 0 0,1-1-1 0 0,-1 1 1 0 0,1-1-1 0 0,-1 0 0 0 0,1 1 1 0 0,-1-1-1 0 0,2 1 1 0 0,28 27 911 0 0,-23-22-771 0 0,182 158-79 0 0,-157-140-145 0 0,2-1 0 0 0,0-2 0 0 0,2-1 1 0 0,43 17-1 0 0,215 53-398 0 0,-271-84 370 0 0,-20-5 27 0 0,0 0-1 0 0,0-1 0 0 0,-1 1 0 0 0,1 0 1 0 0,0 1-1 0 0,-1-1 0 0 0,1 0 0 0 0,-1 1 1 0 0,0-1-1 0 0,1 1 0 0 0,-1 0 0 0 0,0 0 1 0 0,0 0-1 0 0,0 0 0 0 0,0 0 1 0 0,0 0-1 0 0,-1 1 0 0 0,1-1 0 0 0,-1 1 1 0 0,2 3-1 0 0,-2-4 10 0 0,-1 0 0 0 0,0 0 0 0 0,0-1-1 0 0,0 1 1 0 0,0 0 0 0 0,0 0 0 0 0,0 0 0 0 0,0 0 0 0 0,0 0 0 0 0,-1 0 0 0 0,1 0 0 0 0,-1-1-1 0 0,0 1 1 0 0,1 0 0 0 0,-1 0 0 0 0,0-1 0 0 0,0 1 0 0 0,0 0 0 0 0,0-1 0 0 0,0 1 0 0 0,-1-1-1 0 0,1 1 1 0 0,0-1 0 0 0,-1 0 0 0 0,1 1 0 0 0,-1-1 0 0 0,1 0 0 0 0,-1 0 0 0 0,0 0 0 0 0,-3 1 0 0 0,-14 11 57 0 0,-1 0 0 0 0,2 1 0 0 0,0 1 0 0 0,-25 27 0 0 0,-56 77 134 0 0,-13 13-17 0 0,105-126-205 0 0,-9 11-60 0 0,0 0 0 0 0,-2-1 1 0 0,0-1-1 0 0,0 0 0 0 0,-1-2 0 0 0,-1 0 1 0 0,-27 12-1 0 0,39-20 51 0 0</inkml:trace>
</inkml:ink>
</file>

<file path=ppt/ink/ink3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6.21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12 8290 0 0,'7'-12'11621'0'0,"1"47"-9154"0"0,10 369-2258 0 0,-17-383-2038 0 0</inkml:trace>
</inkml:ink>
</file>

<file path=ppt/ink/ink3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6.45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0 103 2304 0 0,'8'-8'247'0'0,"0"0"-1"0"0,0 1 0 0 0,0 0 1 0 0,1 0-1 0 0,0 1 0 0 0,0 1 0 0 0,12-7 1 0 0,6 0 2185 0 0,39-12 0 0 0,-61 22-1980 0 0,0 1-1 0 0,0 0 1 0 0,0 0-1 0 0,0 0 1 0 0,0 0 0 0 0,0 1-1 0 0,0 0 1 0 0,0 0-1 0 0,1 1 1 0 0,-1-1-1 0 0,0 1 1 0 0,0 0-1 0 0,0 0 1 0 0,6 3 0 0 0,-8-3-317 0 0,-1 1 0 0 0,0-1 0 0 0,0 0 1 0 0,0 1-1 0 0,0-1 0 0 0,-1 1 0 0 0,1-1 1 0 0,0 1-1 0 0,-1 0 0 0 0,1 0 0 0 0,-1 0 1 0 0,1 0-1 0 0,-1 0 0 0 0,0 0 1 0 0,0 0-1 0 0,0 0 0 0 0,0 1 0 0 0,0-1 1 0 0,-1 0-1 0 0,1 0 0 0 0,-1 1 0 0 0,1-1 1 0 0,-1 1-1 0 0,0-1 0 0 0,0 0 0 0 0,0 1 1 0 0,0-1-1 0 0,0 1 0 0 0,-1-1 1 0 0,1 0-1 0 0,-1 1 0 0 0,-1 2 0 0 0,-2 8-42 0 0,0-1 0 0 0,-1 1 0 0 0,-1-1 0 0 0,0 0 0 0 0,-1 0-1 0 0,0-1 1 0 0,-1 0 0 0 0,0 0 0 0 0,-16 15 0 0 0,9-11-540 0 0,-1 0 1 0 0,0-1-1 0 0,-1-1 1 0 0,-1-1-1 0 0,-23 14 0 0 0</inkml:trace>
</inkml:ink>
</file>

<file path=ppt/ink/ink3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6.70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0 8754 0 0,'16'16'2652'0'0,"-8"-9"-1750"0"0,0 1 0 0 0,0 0 1 0 0,-1 0-1 0 0,0 1 0 0 0,0 0 0 0 0,-1 0 0 0 0,0 0 0 0 0,6 17 1 0 0,-5-9-295 0 0,-1 0 0 0 0,-1 1 1 0 0,3 22-1 0 0,-7-33-775 0 0,0 0 0 0 0,-1 0-1 0 0,0 1 1 0 0,0-1 0 0 0,0 0 0 0 0,-3 11-1 0 0,-2-7-2200 0 0</inkml:trace>
</inkml:ink>
</file>

<file path=ppt/ink/ink3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6.91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13 12443 0 0,'-4'0'972'0'0,"6"-2"-285"0"0,15-4-252 0 0,-14 5-666 0 0,0 0 0 0 0,0 0 1 0 0,0 0-1 0 0,0 1 0 0 0,0 0 0 0 0,0-1 0 0 0,0 1 0 0 0,0 0 0 0 0,0 0 1 0 0,0 1-1 0 0,-1-1 0 0 0,1 1 0 0 0,0 0 0 0 0,5 1 0 0 0,-4 1-229 0 0,1 1-1 0 0,-1-1 0 0 0,0 1 0 0 0,0 0 0 0 0,0 0 0 0 0,5 8 0 0 0,2 4 415 0 0</inkml:trace>
</inkml:ink>
</file>

<file path=ppt/ink/ink3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7.31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 3225 0 0,'0'3'771'0'0,"0"-1"0"0"0,1 1 0 0 0,0-1-1 0 0,-1 1 1 0 0,1 0 0 0 0,0-1 0 0 0,0 1 0 0 0,0-1 0 0 0,1 0 0 0 0,-1 1 0 0 0,0-1 0 0 0,1 0 0 0 0,2 3 0 0 0,4 9 1414 0 0,-2 3-1269 0 0,-1 0-1 0 0,0 0 1 0 0,-2 0-1 0 0,0 1 1 0 0,1 30-1 0 0,-2-21-653 0 0,6 34 1 0 0,-8-61-265 0 0,0 1 1 0 0,0-1-1 0 0,0 0 0 0 0,0 1 1 0 0,0-1-1 0 0,0 0 1 0 0,0 0-1 0 0,0 1 0 0 0,0-1 1 0 0,0 0-1 0 0,0 1 1 0 0,1-1-1 0 0,-1 0 0 0 0,0 1 1 0 0,0-1-1 0 0,0 0 1 0 0,0 0-1 0 0,0 1 0 0 0,1-1 1 0 0,-1 0-1 0 0,0 0 1 0 0,0 1-1 0 0,0-1 0 0 0,1 0 1 0 0,-1 0-1 0 0,0 0 1 0 0,0 1-1 0 0,1-1 0 0 0,-1 0 1 0 0,0 0-1 0 0,0 0 1 0 0,1 0-1 0 0,-1 0 0 0 0,0 0 1 0 0,1 1-1 0 0,-1-1 1 0 0,0 0-1 0 0,0 0 1 0 0,1 0-1 0 0,-1 0 0 0 0,0 0 1 0 0,1 0-1 0 0,-1 0 1 0 0,0 0-1 0 0,1 0 0 0 0,-1-1 1 0 0,13-13-164 0 0,5-22-75 0 0,-1-7 290 0 0,-13 28-5 0 0,1 0 0 0 0,1 1 0 0 0,0 0 0 0 0,1 0 0 0 0,1 0 1 0 0,0 1-1 0 0,1 0 0 0 0,20-23 0 0 0,-29 36-39 0 0,1 0 1 0 0,-1-1-1 0 0,0 1 0 0 0,1 0 1 0 0,-1-1-1 0 0,1 1 1 0 0,-1 0-1 0 0,0 0 1 0 0,1-1-1 0 0,-1 1 0 0 0,1 0 1 0 0,-1 0-1 0 0,0 0 1 0 0,1 0-1 0 0,-1-1 1 0 0,1 1-1 0 0,-1 0 0 0 0,1 0 1 0 0,-1 0-1 0 0,1 0 1 0 0,-1 0-1 0 0,1 0 1 0 0,-1 0-1 0 0,1 1 0 0 0,-1-1 1 0 0,0 0-1 0 0,1 0 1 0 0,-1 0-1 0 0,1 1 1 0 0,10 12 143 0 0,1 31 21 0 0,-9-30-153 0 0,-2-9-104 0 0,1 0-1 0 0,0 0 1 0 0,0 0 0 0 0,1 0 0 0 0,0 0-1 0 0,-1-1 1 0 0,1 1 0 0 0,1-1 0 0 0,-1 0-1 0 0,8 8 1 0 0,-7-9-348 0 0,0 0 0 0 0,1 0 0 0 0,-1 0-1 0 0,1 0 1 0 0,-1-1 0 0 0,1 0 0 0 0,5 2 0 0 0,6 2-901 0 0</inkml:trace>
</inkml:ink>
</file>

<file path=ppt/ink/ink3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8.28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259 150 3225 0 0,'-4'-2'495'0'0,"1"0"1"0"0,-1 0 0 0 0,0 0-1 0 0,1 0 1 0 0,-1 1 0 0 0,0 0-1 0 0,0 0 1 0 0,0 0 0 0 0,0 0 0 0 0,0 0-1 0 0,0 1 1 0 0,0 0 0 0 0,0 0-1 0 0,0 0 1 0 0,0 0 0 0 0,0 0-1 0 0,0 1 1 0 0,-8 2 0 0 0,2 0-245 0 0,1 0 1 0 0,-1 0 0 0 0,1 1 0 0 0,0 0 0 0 0,0 1-1 0 0,0 0 1 0 0,0 0 0 0 0,1 1 0 0 0,0 0 0 0 0,0 0-1 0 0,1 1 1 0 0,0 0 0 0 0,0 0 0 0 0,-9 13 0 0 0,11-14-80 0 0,0 1 1 0 0,1 0 0 0 0,0 1 0 0 0,0-1 0 0 0,0 1 0 0 0,1 0 0 0 0,0 0 0 0 0,1 0 0 0 0,-1 0 0 0 0,2 1 0 0 0,-1-1 0 0 0,1 0 0 0 0,0 1-1 0 0,1-1 1 0 0,0 1 0 0 0,1-1 0 0 0,1 14 0 0 0,-1-19-198 0 0,0 1-1 0 0,-1-1 0 0 0,1 0 1 0 0,0 0-1 0 0,0 0 1 0 0,1-1-1 0 0,-1 1 1 0 0,1 0-1 0 0,-1 0 0 0 0,1-1 1 0 0,0 1-1 0 0,0-1 1 0 0,0 1-1 0 0,1-1 1 0 0,-1 0-1 0 0,0 0 0 0 0,1 0 1 0 0,-1 0-1 0 0,1 0 1 0 0,0-1-1 0 0,0 1 1 0 0,-1-1-1 0 0,1 0 0 0 0,0 1 1 0 0,0-1-1 0 0,0-1 1 0 0,1 1-1 0 0,-1 0 1 0 0,0-1-1 0 0,0 0 1 0 0,0 1-1 0 0,0-1 0 0 0,1 0 1 0 0,-1-1-1 0 0,5 0 1 0 0,1-1-56 0 0,0 1 1 0 0,0-2-1 0 0,0 0 0 0 0,0 0 1 0 0,-1 0-1 0 0,1-1 1 0 0,-1-1-1 0 0,0 1 1 0 0,0-1-1 0 0,0-1 1 0 0,7-5-1 0 0,-2-2 21 0 0,0 0 0 0 0,-1 0 0 0 0,0-2 0 0 0,-2 1 0 0 0,1-1 0 0 0,-2-1 0 0 0,0 0 0 0 0,0 0 0 0 0,-2-1 0 0 0,0 0 0 0 0,-1 0 0 0 0,-1-1 0 0 0,0 1 0 0 0,3-30 0 0 0,-6 25 589 0 0,-1 1 0 0 0,0-1 0 0 0,-2 1 0 0 0,-4-25-1 0 0,6 107 2776 0 0,-2 13-3315 0 0,3-45 46 0 0,1-1-1 0 0,7 31 1 0 0,-9-52-26 0 0,1 0 1 0 0,0 0-1 0 0,0 0 1 0 0,1 0 0 0 0,0-1-1 0 0,0 1 1 0 0,0-1-1 0 0,1 0 1 0 0,0 0-1 0 0,0 0 1 0 0,1-1-1 0 0,-1 1 1 0 0,1-1-1 0 0,7 5 1 0 0,-12-9-15 0 0,1-1 0 0 0,0 0 0 0 0,0 1 0 0 0,0-1 0 0 0,0 0 0 0 0,0 0 0 0 0,0 0 0 0 0,-1 1 0 0 0,1-1 0 0 0,0 0 0 0 0,0 0 0 0 0,0 0 0 0 0,0 0 0 0 0,0-1 0 0 0,0 1 0 0 0,0 0 0 0 0,0 0 0 0 0,0-1 0 0 0,-1 1 0 0 0,1 0 0 0 0,0-1 0 0 0,0 1 0 0 0,0-1 0 0 0,-1 1 0 0 0,1-1 0 0 0,0 1 0 0 0,0-1 0 0 0,-1 1 0 0 0,1-1 0 0 0,0 0 0 0 0,-1 0 0 0 0,1 1 0 0 0,-1-1 0 0 0,1 0 0 0 0,-1 0 0 0 0,0 1 0 0 0,1-2 0 0 0,20-39 14 0 0,-16 32-16 0 0,1-5-29 0 0,17-28-63 0 0,-22 40 103 0 0,0 0 0 0 0,0 1 0 0 0,0-1 0 0 0,0 1 0 0 0,1-1 0 0 0,-1 1 0 0 0,0 0 0 0 0,1 0 0 0 0,-1-1 0 0 0,1 1 0 0 0,0 0-1 0 0,-1 0 1 0 0,1 0 0 0 0,0 1 0 0 0,0-1 0 0 0,0 0 0 0 0,-1 1 0 0 0,1-1 0 0 0,4 0 0 0 0,-5 1 5 0 0,0 1 1 0 0,0-1-1 0 0,-1 1 1 0 0,1-1-1 0 0,0 1 0 0 0,0-1 1 0 0,0 1-1 0 0,-1-1 1 0 0,1 1-1 0 0,0 0 1 0 0,-1-1-1 0 0,1 1 0 0 0,0 0 1 0 0,-1-1-1 0 0,1 1 1 0 0,-1 0-1 0 0,1 0 1 0 0,-1 0-1 0 0,0 0 0 0 0,1 0 1 0 0,-1-1-1 0 0,1 2 1 0 0,8 27 146 0 0,-7-21-150 0 0,1 0-276 0 0,0 1 1 0 0,1-1-1 0 0,0 0 1 0 0,1 0 0 0 0,8 11-1 0 0,-8-11-933 0 0</inkml:trace>
</inkml:ink>
</file>

<file path=ppt/ink/ink3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8.52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61 5529 0 0,'9'-31'1773'0'0,"0"1"6872"0"0,-12 57-3631 0 0,9 6-3692 0 0,-6-32-1315 0 0,0 0 0 0 0,0 1 0 0 0,1-1 0 0 0,-1 0 0 0 0,1 0 0 0 0,-1 1 0 0 0,1-1 0 0 0,-1 0 0 0 0,1 0 0 0 0,0 0 0 0 0,-1 0 0 0 0,1 0 0 0 0,0 0 0 0 0,0 0 0 0 0,0 0 0 0 0,0 0 0 0 0,0 0 0 0 0,0 0 0 0 0,0-1 1 0 0,0 1-1 0 0,0 0 0 0 0,0-1 0 0 0,0 1 0 0 0,0 0 0 0 0,1-1 0 0 0,-1 0 0 0 0,0 1 0 0 0,0-1 0 0 0,1 0 0 0 0,-1 0 0 0 0,0 1 0 0 0,1-1 0 0 0,-1 0 0 0 0,0 0 0 0 0,0 0 0 0 0,1-1 0 0 0,-1 1 0 0 0,0 0 0 0 0,1 0 0 0 0,-1-1 0 0 0,0 1 0 0 0,0-1 0 0 0,0 1 0 0 0,2-1 0 0 0,-1-1 5 0 0,-1 0-1 0 0,1 1 0 0 0,0-1 0 0 0,-1 0 1 0 0,1 0-1 0 0,-1 0 0 0 0,0 0 0 0 0,0 0 1 0 0,1 0-1 0 0,0-4 0 0 0,-2-4-2447 0 0</inkml:trace>
</inkml:ink>
</file>

<file path=ppt/ink/ink3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9.3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252 23 9674 0 0,'-1'-2'291'0'0,"0"1"-1"0"0,-1-1 1 0 0,1 1-1 0 0,0-1 1 0 0,0 1-1 0 0,-1-1 1 0 0,1 1-1 0 0,-1 0 1 0 0,1 0-1 0 0,-1 0 1 0 0,0 0-1 0 0,1 0 1 0 0,-1 0-1 0 0,0 0 1 0 0,0 0-1 0 0,1 1 1 0 0,-1-1-1 0 0,0 1 1 0 0,0-1-1 0 0,0 1 1 0 0,0 0-1 0 0,0 0 1 0 0,0 0-1 0 0,0 0 1 0 0,0 0-1 0 0,0 0 1 0 0,-2 1-1 0 0,-1 0-31 0 0,1 0-1 0 0,0 0 0 0 0,0 0 0 0 0,0 0 0 0 0,0 1 0 0 0,0-1 0 0 0,0 1 0 0 0,1 0 0 0 0,-1 0 1 0 0,0 1-1 0 0,-5 4 0 0 0,-8 14 71 0 0,0 1 0 0 0,1 0 0 0 0,2 1 1 0 0,-17 34-1 0 0,19-35-260 0 0,5-10-31 0 0,1 0-1 0 0,0 0 1 0 0,1 0 0 0 0,1 1-1 0 0,0 0 1 0 0,0 0 0 0 0,-3 25-1 0 0,7-33-21 0 0,0 1-1 0 0,0-1 1 0 0,1 0-1 0 0,-1 1 1 0 0,1-1-1 0 0,1 0 0 0 0,-1 1 1 0 0,1-1-1 0 0,-1 0 1 0 0,2 0-1 0 0,-1 0 0 0 0,0 0 1 0 0,1-1-1 0 0,0 1 1 0 0,0-1-1 0 0,0 1 0 0 0,1-1 1 0 0,0 0-1 0 0,-1 0 1 0 0,1-1-1 0 0,0 1 1 0 0,7 3-1 0 0,-7-4-25 0 0,0 0 1 0 0,0 0-1 0 0,0-1 1 0 0,1 1-1 0 0,0-1 1 0 0,-1 0-1 0 0,1 0 1 0 0,0-1-1 0 0,0 0 1 0 0,-1 0-1 0 0,1 0 1 0 0,0 0-1 0 0,0 0 1 0 0,0-1-1 0 0,1 0 1 0 0,-1 0-1 0 0,0-1 1 0 0,0 0-1 0 0,0 1 1 0 0,8-4-1 0 0,-7 2-6 0 0,-1-1 1 0 0,0 0-1 0 0,1 0 0 0 0,-1 0 1 0 0,-1 0-1 0 0,1-1 0 0 0,0 0 0 0 0,-1 0 1 0 0,0 0-1 0 0,0 0 0 0 0,0-1 1 0 0,-1 0-1 0 0,1 0 0 0 0,-1 0 0 0 0,0 0 1 0 0,0 0-1 0 0,2-8 0 0 0,0-3 29 0 0,0 0 0 0 0,-2 0 0 0 0,0 0 0 0 0,-1 0 0 0 0,0-1 0 0 0,-1 1 0 0 0,-1-1 0 0 0,-1 1 0 0 0,0 0 0 0 0,-1-1 0 0 0,-1 1 0 0 0,-1 0 0 0 0,0 0 0 0 0,-12-28 0 0 0,13 38-171 0 0,-1 1 0 0 0,0 0 1 0 0,0 0-1 0 0,0 0 0 0 0,-1 0 0 0 0,1 1 0 0 0,-1 0 1 0 0,0 0-1 0 0,-1 0 0 0 0,1 1 0 0 0,-1-1 0 0 0,1 1 1 0 0,-1 0-1 0 0,0 1 0 0 0,0 0 0 0 0,0 0 0 0 0,-1 0 1 0 0,1 0-1 0 0,0 1 0 0 0,-1 0 0 0 0,1 1 0 0 0,-1-1 1 0 0,1 1-1 0 0,-12 1 0 0 0,2 2-6803 0 0</inkml:trace>
</inkml:ink>
</file>

<file path=ppt/ink/ink3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9.71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33 40 6449 0 0,'-6'-15'1173'0'0,"5"13"-1052"0"0,1 1 0 0 0,0-1 1 0 0,-1 0-1 0 0,1 1 0 0 0,-1-1 0 0 0,0 1 1 0 0,1-1-1 0 0,-1 1 0 0 0,0-1 0 0 0,0 1 1 0 0,0-1-1 0 0,0 1 0 0 0,0 0 0 0 0,-3-2 1 0 0,3 6 666 0 0,0 0 1 0 0,0 1 0 0 0,0-1 0 0 0,0 1-1 0 0,0 0 1 0 0,1 5 0 0 0,-4 38 1475 0 0,2 0 1 0 0,7 74 0 0 0,-1-83-2236 0 0,2 0 1 0 0,2-1-1 0 0,1 1 1 0 0,2-2-1 0 0,2 1 1 0 0,23 46-1 0 0,-24-54-2908 0 0</inkml:trace>
</inkml:ink>
</file>

<file path=ppt/ink/ink3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29.85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73 102 6449 0 0,'0'0'17'0'0,"-8"-1"276"0"0,0 0-1 0 0,0-1 0 0 0,0 0 1 0 0,-12-5-1 0 0,19 6-120 0 0,0 1 0 0 0,0-1-1 0 0,0 1 1 0 0,-1-1-1 0 0,1 1 1 0 0,0-1 0 0 0,0 0-1 0 0,0 0 1 0 0,0 1 0 0 0,0-1-1 0 0,0 0 1 0 0,1 0 0 0 0,-1 0-1 0 0,0 0 1 0 0,0 0-1 0 0,1 0 1 0 0,-1 0 0 0 0,0 0-1 0 0,1 0 1 0 0,-1-1 0 0 0,1 1-1 0 0,0 0 1 0 0,-1 0-1 0 0,1 0 1 0 0,0-1 0 0 0,0 1-1 0 0,-1 0 1 0 0,1 0 0 0 0,0-1-1 0 0,0 1 1 0 0,1 0-1 0 0,-1 0 1 0 0,0-1 0 0 0,0 1-1 0 0,1-2 1 0 0,0 0-175 0 0,1 1 0 0 0,-1-1-1 0 0,1 1 1 0 0,0 0 0 0 0,-1-1 0 0 0,1 1 0 0 0,0 0-1 0 0,0 0 1 0 0,0 0 0 0 0,1 0 0 0 0,-1 1 0 0 0,0-1-1 0 0,1 0 1 0 0,3-1 0 0 0,25-9-1784 0 0,-13 7-2699 0 0</inkml:trace>
</inkml:ink>
</file>

<file path=ppt/ink/ink3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30.27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201 16 12899 0 0,'-1'-1'228'0'0,"-1"-1"-1"0"0,1 1 1 0 0,-1 0 0 0 0,1-1-1 0 0,-1 1 1 0 0,1 0 0 0 0,-1 0 0 0 0,0 0-1 0 0,0 1 1 0 0,1-1 0 0 0,-1 0 0 0 0,0 0-1 0 0,0 1 1 0 0,0 0 0 0 0,0-1 0 0 0,0 1-1 0 0,0 0 1 0 0,0 0 0 0 0,0 0 0 0 0,0 0-1 0 0,0 0 1 0 0,-3 1 0 0 0,2 0 23 0 0,-1 0-1 0 0,0 1 1 0 0,0 0 0 0 0,1 0 0 0 0,-1 0-1 0 0,1 0 1 0 0,-1 0 0 0 0,1 1 0 0 0,0-1-1 0 0,-4 5 1 0 0,-3 5 20 0 0,0-1 1 0 0,1 2-1 0 0,0-1 0 0 0,-13 26 0 0 0,13-19-159 0 0,0 0-1 0 0,2 1 0 0 0,0 0 0 0 0,1 0 0 0 0,1 1 0 0 0,1-1 0 0 0,0 1 0 0 0,2 0 1 0 0,0 40-1 0 0,3-45-93 0 0,1 0 0 0 0,1 0 0 0 0,0 0 0 0 0,1-1 0 0 0,1 1 0 0 0,0-1 0 0 0,1 0-1 0 0,1 0 1 0 0,0 0 0 0 0,1-1 0 0 0,1 0 0 0 0,0-1 0 0 0,16 18 0 0 0,-13-17-381 0 0,7 7-107 0 0</inkml:trace>
</inkml:ink>
</file>

<file path=ppt/ink/ink3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30.42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37 116 7370 0 0,'-9'-3'-439'0'0,"6"2"1114"0"0,0 0 0 0 0,1 0-1 0 0,-1-1 1 0 0,0 1 0 0 0,1 0 0 0 0,-1-1 0 0 0,1 1-1 0 0,-3-4 1 0 0,4-5 3011 0 0,15-3-2288 0 0,34-15-1526 0 0,30-7-4344 0 0,-51 24 2691 0 0</inkml:trace>
</inkml:ink>
</file>

<file path=ppt/ink/ink3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35.05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1 437 9218 0 0,'-1'-11'11380'0'0,"29"49"-10222"0"0,40 73 0 0 0,9 14-1059 0 0,-65-109-94 0 0,0 0 1 0 0,1-1-1 0 0,1 0 0 0 0,0-1 1 0 0,18 14-1 0 0,-28-25-5 0 0,0 0 0 0 0,1 0 0 0 0,-1-1-1 0 0,0 0 1 0 0,1 1 0 0 0,-1-2 0 0 0,1 1 0 0 0,0 0 0 0 0,-1-1 0 0 0,1 0-1 0 0,0 0 1 0 0,0 0 0 0 0,0-1 0 0 0,6 1 0 0 0,-8-2 1 0 0,1 1 0 0 0,-1-1 0 0 0,0 0 0 0 0,0 0 0 0 0,0 0 0 0 0,0 0 0 0 0,0 0 1 0 0,0-1-1 0 0,0 1 0 0 0,0-1 0 0 0,0 0 0 0 0,-1 0 0 0 0,1 0 0 0 0,-1 0 0 0 0,1 0 0 0 0,-1-1 0 0 0,0 1 0 0 0,0-1 0 0 0,0 0 0 0 0,0 1 0 0 0,0-1 1 0 0,1-4-1 0 0,4-9 70 0 0,0-1 1 0 0,-1 1-1 0 0,-1-1 1 0 0,-1 0-1 0 0,0 0 1 0 0,-1 0-1 0 0,1-22 1 0 0,-5-129 242 0 0,-2 56-263 0 0,4 49-187 0 0,2 0 0 0 0,3 0 0 0 0,16-67 0 0 0,-14 108-349 0 0,-7 21 382 0 0,-1 1 1 0 0,0-1 0 0 0,0 1 0 0 0,1-1 0 0 0,-1 1 0 0 0,0 0 0 0 0,1-1 0 0 0,-1 1 0 0 0,1-1 0 0 0,-1 1 0 0 0,0 0 0 0 0,1-1 0 0 0,-1 1 0 0 0,1 0-1 0 0,-1-1 1 0 0,1 1 0 0 0,-1 0 0 0 0,1 0 0 0 0,-1 0 0 0 0,1-1 0 0 0,-1 1 0 0 0,1 0 0 0 0,0 0 0 0 0,-1 0 0 0 0,1 0 0 0 0,-1 0 0 0 0,1 0 0 0 0,-1 0-1 0 0,1 0 1 0 0,-1 0 0 0 0,1 0 0 0 0,0 1 0 0 0,-1-1 0 0 0,1 0 0 0 0,-1 0 0 0 0,1 0 0 0 0,-1 1 0 0 0,1-1 0 0 0</inkml:trace>
</inkml:ink>
</file>

<file path=ppt/ink/ink3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35.37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27 6161 0 0,'25'-27'15100'0'0,"-16"42"-14366"0"0,13 38 243 0 0,-15-34-933 0 0,1 0-1 0 0,1-1 1 0 0,0 0 0 0 0,12 16-1 0 0,-11-19-199 0 0,-5-7-283 0 0,1-1 1 0 0,0 1-1 0 0,0-1 1 0 0,0 0-1 0 0,8 6 1 0 0</inkml:trace>
</inkml:ink>
</file>

<file path=ppt/ink/ink3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35.6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46 185 5985 0 0,'-1'-2'-15'0'0,"-9"-17"712"0"0,0 0-1 0 0,-6-22 1 0 0,14 36-302 0 0,1 0 0 0 0,-1 0 0 0 0,1 0 1 0 0,0 0-1 0 0,1-1 0 0 0,-1 1 0 0 0,1 0 0 0 0,0 0 0 0 0,0 0 0 0 0,0-1 0 0 0,1 1 1 0 0,0 0-1 0 0,0 0 0 0 0,3-6 0 0 0,-4 9-247 0 0,1 1 0 0 0,-1 0 0 0 0,1 0-1 0 0,0 0 1 0 0,0-1 0 0 0,0 1 0 0 0,0 0 0 0 0,-1 0 0 0 0,2 0-1 0 0,-1 0 1 0 0,0 0 0 0 0,0 1 0 0 0,0-1 0 0 0,0 0 0 0 0,0 1-1 0 0,1-1 1 0 0,-1 0 0 0 0,0 1 0 0 0,1-1 0 0 0,-1 1 0 0 0,3-1-1 0 0,0 1 95 0 0,0 0 0 0 0,0-1-1 0 0,0 2 1 0 0,0-1-1 0 0,0 0 1 0 0,0 1-1 0 0,7 1 1 0 0,3 3 207 0 0,-1 0-1 0 0,1 1 1 0 0,15 8 0 0 0,-22-9-423 0 0,0-1 1 0 0,0 1-1 0 0,-1 0 0 0 0,1 0 0 0 0,-1 1 1 0 0,-1 0-1 0 0,1 0 0 0 0,-1 0 0 0 0,0 1 1 0 0,0 0-1 0 0,-1 0 0 0 0,0 0 0 0 0,0 0 1 0 0,-1 1-1 0 0,0-1 0 0 0,0 1 0 0 0,0 0 1 0 0,2 15-1 0 0,-4-14-63 0 0,0 1-1 0 0,-1-1 1 0 0,0 1 0 0 0,0-1-1 0 0,0 0 1 0 0,-2 1 0 0 0,1-1-1 0 0,-1 0 1 0 0,0 0-1 0 0,-1 0 1 0 0,0 0 0 0 0,-1 0-1 0 0,1-1 1 0 0,-2 1 0 0 0,1-1-1 0 0,-9 11 1 0 0,12-17-99 0 0,-1 0-1 0 0,0 0 1 0 0,0 1-1 0 0,0-1 1 0 0,0-1 0 0 0,0 1-1 0 0,-1 0 1 0 0,1-1-1 0 0,-1 1 1 0 0,1-1 0 0 0,-1 1-1 0 0,1-1 1 0 0,-4 1-1 0 0,-2-1-1052 0 0</inkml:trace>
</inkml:ink>
</file>

<file path=ppt/ink/ink3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35.94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150 12 5529 0 0,'0'-1'67'0'0,"0"1"0"0"0,0 0-1 0 0,0-1 1 0 0,0 1 0 0 0,0 0-1 0 0,0 0 1 0 0,0-1 0 0 0,0 1-1 0 0,1 0 1 0 0,-1-1 0 0 0,0 1-1 0 0,-1 0 1 0 0,1-1 0 0 0,0 1-1 0 0,0 0 1 0 0,0-1 0 0 0,0 1-1 0 0,0 0 1 0 0,0-1 0 0 0,0 1-1 0 0,0 0 1 0 0,0 0 0 0 0,-1-1 0 0 0,1 1-1 0 0,0 0 1 0 0,0 0 0 0 0,0-1-1 0 0,-1 1 1 0 0,1 0 0 0 0,0 0-1 0 0,0 0 1 0 0,0-1 0 0 0,-1 1-1 0 0,1 0 1 0 0,0 0 0 0 0,-1 0-1 0 0,1 0 1 0 0,0-1 0 0 0,0 1-1 0 0,-1 0 1 0 0,1 0 0 0 0,0 0-1 0 0,-1 0 1 0 0,1 0 0 0 0,0 0 0 0 0,-1 0-1 0 0,1 0 1 0 0,0 0 0 0 0,-1 0-1 0 0,1 0 1 0 0,0 0 0 0 0,0 0-1 0 0,-1 0 1 0 0,1 0 0 0 0,0 0-1 0 0,-1 1 1 0 0,1-1 0 0 0,-3 1 1146 0 0,-2 2-397 0 0,-4 3-471 0 0,0 1-1 0 0,0 0 0 0 0,1 0 0 0 0,0 1 0 0 0,0 0 0 0 0,1 1 0 0 0,0 0 0 0 0,-10 15 0 0 0,9-10 164 0 0,0-1 0 0 0,1 2 0 0 0,1-1 1 0 0,0 1-1 0 0,-7 30 0 0 0,12-43-458 0 0,1 1 0 0 0,-1 0 0 0 0,1 0 0 0 0,0-1 0 0 0,1 1 0 0 0,-1 0 1 0 0,0-1-1 0 0,1 1 0 0 0,-1 0 0 0 0,1-1 0 0 0,0 1 0 0 0,0 0 0 0 0,0-1 0 0 0,0 1 0 0 0,0-1 1 0 0,1 0-1 0 0,-1 1 0 0 0,1-1 0 0 0,-1 0 0 0 0,1 0 0 0 0,0 0 0 0 0,0 0 0 0 0,0 0 0 0 0,0 0 1 0 0,0-1-1 0 0,0 1 0 0 0,1-1 0 0 0,-1 1 0 0 0,0-1 0 0 0,1 0 0 0 0,5 2 0 0 0,7 3 383 0 0,2-1-1 0 0,-1-1 0 0 0,34 6 1 0 0,-36-8-374 0 0,2 0-73 0 0,35 8-95 0 0,-49-10 106 0 0,1 1 0 0 0,-1 0-1 0 0,1 0 1 0 0,0 0-1 0 0,-1 0 1 0 0,0 0-1 0 0,1 1 1 0 0,-1-1-1 0 0,0 1 1 0 0,1-1 0 0 0,-1 1-1 0 0,0 0 1 0 0,0 0-1 0 0,2 4 1 0 0,-3-5 35 0 0,-1 0 1 0 0,0 0-1 0 0,0 0 1 0 0,0 0-1 0 0,0 0 1 0 0,0 0-1 0 0,0 0 1 0 0,0 0-1 0 0,0 0 1 0 0,0 0-1 0 0,0 1 1 0 0,-1-1-1 0 0,1 0 1 0 0,0 0-1 0 0,-1 0 1 0 0,1 0-1 0 0,-1 0 1 0 0,1 0-1 0 0,-1 0 0 0 0,0-1 1 0 0,1 1-1 0 0,-1 0 1 0 0,0 0-1 0 0,0 0 1 0 0,1-1-1 0 0,-1 1 1 0 0,0 0-1 0 0,0-1 1 0 0,0 1-1 0 0,0-1 1 0 0,0 1-1 0 0,0-1 1 0 0,0 1-1 0 0,-2 0 1 0 0,-37 16 459 0 0,25-14-1045 0 0,0 1-1 0 0,0-2 0 0 0,-1 0 0 0 0,-21-1 0 0 0,26 0-643 0 0,-7 0-5574 0 0</inkml:trace>
</inkml:ink>
</file>

<file path=ppt/ink/ink3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36.45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112 68 9218 0 0,'13'-30'2281'0'0,"-11"28"-1786"0"0,0-1-1 0 0,0 0 1 0 0,-1 0-1 0 0,0 0 0 0 0,1 0 1 0 0,-1 0-1 0 0,0 0 1 0 0,0-1-1 0 0,0-4 1 0 0,-1 8-415 0 0,0 0 1 0 0,-1 0-1 0 0,1-1 1 0 0,0 1 0 0 0,-1 0-1 0 0,1 0 1 0 0,0-1 0 0 0,-1 1-1 0 0,1 0 1 0 0,0 0-1 0 0,-1 0 1 0 0,1 0 0 0 0,0-1-1 0 0,-1 1 1 0 0,1 0 0 0 0,0 0-1 0 0,-1 0 1 0 0,1 0 0 0 0,-1 0-1 0 0,1 0 1 0 0,0 0-1 0 0,-1 0 1 0 0,1 0 0 0 0,0 0-1 0 0,-1 0 1 0 0,1 0 0 0 0,-1 1-1 0 0,1-1 1 0 0,0 0 0 0 0,-1 0-1 0 0,1 0 1 0 0,0 0-1 0 0,-1 1 1 0 0,1-1 0 0 0,0 0-1 0 0,-1 0 1 0 0,1 1 0 0 0,0-1-1 0 0,0 0 1 0 0,-1 0 0 0 0,1 1-1 0 0,0 0 1 0 0,-17 10 810 0 0,8-2-696 0 0,0 0 0 0 0,0 1-1 0 0,1 0 1 0 0,1 1 0 0 0,-1 0 0 0 0,2 0 0 0 0,0 0 0 0 0,-7 18 0 0 0,6-11-189 0 0,1-1 1 0 0,0 1 0 0 0,2 1-1 0 0,0-1 1 0 0,-1 24-1 0 0,5-40-39 0 0,-1 0 0 0 0,1 0-1 0 0,0 1 1 0 0,0-1 0 0 0,1 0-1 0 0,-1 0 1 0 0,0 0-1 0 0,1 1 1 0 0,-1-1 0 0 0,1 0-1 0 0,0 0 1 0 0,1 3 0 0 0,-1-4-11 0 0,-1 0 1 0 0,1-1 0 0 0,-1 1 0 0 0,1 0 0 0 0,0-1 0 0 0,-1 1 0 0 0,1-1 0 0 0,0 1 0 0 0,-1-1 0 0 0,1 1 0 0 0,0-1 0 0 0,0 0-1 0 0,-1 1 1 0 0,1-1 0 0 0,0 0 0 0 0,0 0 0 0 0,0 1 0 0 0,-1-1 0 0 0,1 0 0 0 0,0 0 0 0 0,0 0 0 0 0,1 0 0 0 0,1-1-5 0 0,0 1 0 0 0,0-1 1 0 0,0 0-1 0 0,-1 0 0 0 0,1-1 1 0 0,0 1-1 0 0,-1 0 0 0 0,1-1 0 0 0,-1 0 1 0 0,0 1-1 0 0,1-1 0 0 0,-1 0 1 0 0,0 0-1 0 0,0-1 0 0 0,0 1 1 0 0,-1 0-1 0 0,3-4 0 0 0,3-6 13 0 0,0-1-1 0 0,-1 1 0 0 0,7-25 0 0 0,-8 24 93 0 0,-1 1 0 0 0,2-1 0 0 0,11-20-1 0 0,-17 32-20 0 0,1 0 0 0 0,-1 0 0 0 0,1 0 0 0 0,-1 0 0 0 0,1 0 0 0 0,0 0 0 0 0,-1 1 0 0 0,1-1 0 0 0,0 0 0 0 0,0 0 0 0 0,-1 1 0 0 0,1-1 0 0 0,0 0 0 0 0,0 1 0 0 0,0-1 0 0 0,0 1 0 0 0,0-1 0 0 0,0 1 0 0 0,0 0-1 0 0,0-1 1 0 0,0 1 0 0 0,0 0 0 0 0,0-1 0 0 0,0 1 0 0 0,0 0 0 0 0,0 0 0 0 0,0 0 0 0 0,0 0 0 0 0,0 0 0 0 0,0 0 0 0 0,0 1 0 0 0,0-1 0 0 0,0 0 0 0 0,0 0 0 0 0,0 1 0 0 0,0-1 0 0 0,0 0 0 0 0,0 1 0 0 0,0-1 0 0 0,0 1 0 0 0,0 0 0 0 0,0-1-1 0 0,0 1 1 0 0,-1 0 0 0 0,1-1 0 0 0,0 1 0 0 0,0 0 0 0 0,-1 0 0 0 0,1 0 0 0 0,-1 0 0 0 0,1-1 0 0 0,0 2 0 0 0,5 8 132 0 0,1 0-1 0 0,-2 0 1 0 0,9 21 0 0 0,-8-19-128 0 0,6 15-81 0 0,-5-11-413 0 0,0 0 1 0 0,1-1-1 0 0,1 0 1 0 0,0 0-1 0 0,13 14 1 0 0</inkml:trace>
</inkml:ink>
</file>

<file path=ppt/ink/ink3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36.72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 14 2761 0 0,'-16'-13'13236'0'0,"14"20"-12380"0"0,1-1 0 0 0,0 1 1 0 0,1 0-1 0 0,-1 0 0 0 0,2 8 1 0 0,11 66 741 0 0,-6-47-1151 0 0,10 78 274 0 0,11 65-158 0 0,-20-145-747 0 0,1 1-1 0 0,2-1 0 0 0,17 38 0 0 0,-26-68 139 0 0,3 9-252 0 0,1-1 0 0 0,1 0 0 0 0,8 12 0 0 0,-13-21 145 0 0,0 0 0 0 0,-1 1 0 0 0,1-1 0 0 0,0 0 0 0 0,0 0 0 0 0,0 0 0 0 0,0 0 0 0 0,0 0 0 0 0,0 0 0 0 0,0 0 0 0 0,0 0 0 0 0,1 0 0 0 0,-1 0 0 0 0,0-1 0 0 0,1 1 0 0 0,-1 0 0 0 0,0-1 0 0 0,1 1 0 0 0,-1-1 0 0 0,0 0 0 0 0,1 1 0 0 0,-1-1 0 0 0,1 0 0 0 0,-1 0 0 0 0,1 0 0 0 0,-1 0 0 0 0,1 0 0 0 0,-1 0 0 0 0,0 0 0 0 0,1-1 0 0 0,-1 1 0 0 0,1 0 0 0 0,-1-1 0 0 0,0 1 0 0 0,1-1 0 0 0,1-1 0 0 0,6-5-1502 0 0</inkml:trace>
</inkml:ink>
</file>

<file path=ppt/ink/ink3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36.87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5 178 5065 0 0,'-5'-9'5937'0'0,"6"9"-5844"0"0,17-20 2982 0 0,29-15-567 0 0,-17 17-2296 0 0,1 0 1 0 0,0 3-1 0 0,1 0 0 0 0,1 2 0 0 0,0 2 1 0 0,45-10-1 0 0,-55 18-212 0 0</inkml:trace>
</inkml:ink>
</file>

<file path=ppt/ink/ink3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1:37.33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41 1 11522 0 0,'2'2'3673'0'0,"-2"3"-2801"0"0,-2 4 185 0 0,0 5 39 0 0,-1 5 8 0 0,-3 6 0 0 0,0 5-784 0 0,-1 3-160 0 0,0 3-32 0 0,1 15-3848 0 0,4-2-769 0 0,0-5-152 0 0</inkml:trace>
</inkml:ink>
</file>

<file path=ppt/ink/ink3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2:06.79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884 15 920 0 0,'1'-14'16951'0'0,"-4"16"-16039"0"0,-4 0-3283 0 0,1 1 2870 0 0,0 0 0 0 0,1 0 0 0 0,-1 1 0 0 0,0 0 0 0 0,1 0 1 0 0,0 0-1 0 0,0 1 0 0 0,0-1 0 0 0,-6 9 0 0 0,-33 52 390 0 0,30-43-516 0 0,-70 114-115 0 0,-99 217 0 0 0,141-266-222 0 0,-84 128 1 0 0,-74 68 493 0 0,153-208-407 0 0,38-57-143 0 0,-2 0 1 0 0,0 0 0 0 0,-1-1 0 0 0,-17 17-1 0 0,27-39-1352 0 0</inkml:trace>
</inkml:ink>
</file>

<file path=ppt/ink/ink3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2:07.3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76 0 3225 0 0,'-33'36'2582'0'0,"-10"19"8345"0"0,52-54-9995 0 0,9-3-346 0 0,79-31 1133 0 0,-66 21-1438 0 0,0 1 1 0 0,0 2 0 0 0,1 1-1 0 0,53-6 1 0 0,-82 14-269 0 0,-1 0 1 0 0,0 0-1 0 0,1 0 0 0 0,-1 0 0 0 0,1 1 1 0 0,-1-1-1 0 0,0 1 0 0 0,1-1 0 0 0,-1 1 0 0 0,0 0 1 0 0,0 0-1 0 0,0 0 0 0 0,0 0 0 0 0,1 0 1 0 0,-1 1-1 0 0,-1-1 0 0 0,1 1 0 0 0,0-1 0 0 0,2 3 1 0 0,-1 0 26 0 0,0 0 0 0 0,-1 0 0 0 0,1 0 0 0 0,-1 0 0 0 0,0 0 0 0 0,0 0-1 0 0,-1 1 1 0 0,1-1 0 0 0,0 7 0 0 0,2 8 90 0 0,-2 1 1 0 0,-1-1-1 0 0,-1 34 0 0 0,0-50-132 0 0,-2 28 3 0 0,1-13 83 0 0,0-1 0 0 0,1 0 1 0 0,4 26-1 0 0,-3-37-191 0 0,0-1 0 0 0,0 0 0 0 0,1 0 0 0 0,0 0 0 0 0,0 0 0 0 0,0 0 0 0 0,1 0 0 0 0,0-1 0 0 0,-1 1 0 0 0,2-1 0 0 0,-1 1 0 0 0,0-1 0 0 0,1 0 0 0 0,0 0 0 0 0,6 4 1 0 0,2 1-856 0 0,1-1 1 0 0,0-1 0 0 0,1 0 0 0 0,0-1 0 0 0,0 0 0 0 0,0-1 0 0 0,28 6 0 0 0,-6-4 288 0 0</inkml:trace>
</inkml:ink>
</file>

<file path=ppt/ink/ink3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2:08.27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326 159 4209 0 0,'-4'1'50'0'0,"0"-1"-1"0"0,0 1 1 0 0,0 0 0 0 0,1 0 0 0 0,-1 0-1 0 0,0 1 1 0 0,0-1 0 0 0,-3 3 0 0 0,3-2-54 0 0,1 0 1 0 0,-1-1 0 0 0,1 1-1 0 0,-1-1 1 0 0,1 0 0 0 0,-1 0-1 0 0,0 0 1 0 0,0-1 0 0 0,1 1 0 0 0,-1-1-1 0 0,-4 0 1 0 0,-2-1 565 0 0,-1 1-1 0 0,1 1 1 0 0,-15 2 0 0 0,-25-3 11188 0 0,50-1-11532 0 0,8-7 2580 0 0,19-6-2009 0 0,18 2-768 0 0,1 2-1 0 0,0 1 1 0 0,72-2-1 0 0,-76 7-20 0 0,-40 4-1 0 0,0 0 1 0 0,0 0 0 0 0,0 0 0 0 0,0 0-1 0 0,-1-1 1 0 0,1 1 0 0 0,0 0-1 0 0,0-1 1 0 0,0 0 0 0 0,-1 1-1 0 0,1-1 1 0 0,0 0 0 0 0,-1 0-1 0 0,1 0 1 0 0,0 0 0 0 0,-1 0 0 0 0,0 0-1 0 0,1 0 1 0 0,-1-1 0 0 0,0 1-1 0 0,1-1 1 0 0,-1 1 0 0 0,0 0-1 0 0,0-1 1 0 0,1-3 0 0 0,-1 4 0 0 0,-2-1-1 0 0,1 0 1 0 0,0 1 0 0 0,0-1-1 0 0,0 0 1 0 0,-1 1 0 0 0,1-1 0 0 0,-1 0-1 0 0,1 1 1 0 0,-1-1 0 0 0,0 1-1 0 0,0-1 1 0 0,1 1 0 0 0,-1-1 0 0 0,0 1-1 0 0,0 0 1 0 0,-1-1 0 0 0,1 1 0 0 0,0 0-1 0 0,0 0 1 0 0,-1 0 0 0 0,1 0-1 0 0,0 0 1 0 0,-1 0 0 0 0,1 0 0 0 0,-1 0-1 0 0,1 1 1 0 0,-3-2 0 0 0,-13-7-369 0 0,0 0 0 0 0,-1 2 0 0 0,0 0 0 0 0,-30-8 1 0 0,39 13 214 0 0,1 1 1 0 0,-1 0-1 0 0,1 0 1 0 0,-1 1-1 0 0,1 0 1 0 0,-1 0-1 0 0,0 1 1 0 0,1 0-1 0 0,-1 1 1 0 0,1 0-1 0 0,0 0 1 0 0,-16 7-1 0 0,2 2 235 0 0,1 1 0 0 0,0 1 0 0 0,1 1 0 0 0,0 1-1 0 0,1 0 1 0 0,1 2 0 0 0,1 0 0 0 0,0 1 0 0 0,-23 33-1 0 0,37-47 0 0 0,1 0 0 0 0,-1 1-1 0 0,1 0 1 0 0,0 0-1 0 0,0-1 1 0 0,0 1 0 0 0,1 0-1 0 0,-1 1 1 0 0,1-1-1 0 0,1 0 1 0 0,-1 0 0 0 0,1 0-1 0 0,0 1 1 0 0,0-1-1 0 0,0 0 1 0 0,2 9 0 0 0,0-6 16 0 0,1 0 0 0 0,0 0 0 0 0,0 0 1 0 0,0-1-1 0 0,1 0 0 0 0,0 1 0 0 0,1-1 1 0 0,-1 0-1 0 0,1-1 0 0 0,6 7 0 0 0,-2-4 4 0 0,1 0 0 0 0,-1 0-1 0 0,2-1 1 0 0,-1 0 0 0 0,1 0 0 0 0,0-1-1 0 0,0-1 1 0 0,1 0 0 0 0,0 0-1 0 0,0-2 1 0 0,0 1 0 0 0,1-1-1 0 0,20 3 1 0 0,-18-6-74 0 0,0-1-1 0 0,0-1 1 0 0,0 0 0 0 0,0-1-1 0 0,0-1 1 0 0,-1 0 0 0 0,1-1-1 0 0,-1 0 1 0 0,0-1 0 0 0,0-1 0 0 0,-1 0-1 0 0,16-10 1 0 0,-16 8-1736 0 0,0-1 0 0 0,-1 0-1 0 0,20-19 1 0 0</inkml:trace>
</inkml:ink>
</file>

<file path=ppt/ink/ink3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2:08.57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59 1840 0 0,'8'0'13726'0'0,"-4"-1"-11992"0"0,46-11 2976 0 0,2-6-3417 0 0,18-4-3546 0 0,-49 17-5306 0 0</inkml:trace>
</inkml:ink>
</file>

<file path=ppt/ink/ink3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2:44.7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143 0 5529 0 0,'-3'1'243'0'0,"0"0"0"0"0,0 0 0 0 0,0 0-1 0 0,0 0 1 0 0,0 0 0 0 0,0 0 0 0 0,1 1-1 0 0,-1 0 1 0 0,0-1 0 0 0,1 1 0 0 0,-1 0-1 0 0,1 0 1 0 0,0 1 0 0 0,-3 2 0 0 0,-29 37 919 0 0,25-26-984 0 0,0 0 0 0 0,1 0 0 0 0,1 1 0 0 0,1 0 0 0 0,0 0 0 0 0,1 0 0 0 0,1 1 0 0 0,0 0 0 0 0,1 0 0 0 0,0 19 0 0 0,2 26 155 0 0,9 95 0 0 0,-7-143-271 0 0,10 96 96 0 0,4-1 1 0 0,5 0-1 0 0,5-2 1 0 0,53 147-1 0 0,-52-198-109 0 0,2-1 1 0 0,3-1-1 0 0,46 63 0 0 0,-59-90 1 0 0,-16-26-38 0 0,24 42 243 0 0,-25-42-238 0 0,0 1 0 0 0,0-1 1 0 0,0 0-1 0 0,0 1 0 0 0,-1-1 0 0 0,1 0 0 0 0,-1 1 1 0 0,1-1-1 0 0,-1 1 0 0 0,0-1 0 0 0,0 1 1 0 0,0-1-1 0 0,0 1 0 0 0,0-1 0 0 0,-1 1 1 0 0,1-1-1 0 0,-2 4 0 0 0,-4-2-1068 0 0</inkml:trace>
</inkml:ink>
</file>

<file path=ppt/ink/ink3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2:45.5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70 340 4145 0 0,'-13'-24'487'0'0,"1"-1"-1"0"0,2 0 1 0 0,0-1 0 0 0,1-1 0 0 0,-6-36-1 0 0,14 63-477 0 0,1-2 66 0 0,0 1 0 0 0,0-1 0 0 0,0 1 0 0 0,1-1 0 0 0,-1 1 0 0 0,0-1 0 0 0,1 1 0 0 0,-1-1 0 0 0,1 1 0 0 0,-1-1 0 0 0,1 1 0 0 0,-1 0 0 0 0,1-1 0 0 0,0 1 0 0 0,0 0 0 0 0,0 0 0 0 0,0-1 0 0 0,0 1 0 0 0,0 0 0 0 0,0 0 0 0 0,0 0 0 0 0,0 0 0 0 0,0 0 0 0 0,1 0 0 0 0,0 0 0 0 0,41-23 732 0 0,-33 19-692 0 0,20-9 214 0 0,0 1 0 0 0,1 1 0 0 0,0 2-1 0 0,1 1 1 0 0,0 1 0 0 0,0 2 0 0 0,1 1 0 0 0,45 0-1 0 0,-44 3-92 0 0,361 0 394 0 0,-272 8-627 0 0,-64-4-3 0 0,1 2 1 0 0,0 3 0 0 0,85 20-1 0 0,-125-21 27 0 0,82 20-702 0 0,-90-24 593 0 0,0 0 0 0 0,0-1 1 0 0,0 0-1 0 0,1-1 0 0 0,-1-1 1 0 0,18-2-1 0 0,-28 4 758 0 0,-5 3 594 0 0,-2 3 250 0 0,4-4-1140 0 0,-4 15-179 0 0,1 0 1 0 0,0 0-1 0 0,2 0 0 0 0,0 0 1 0 0,1 34-1 0 0,15 100-79 0 0,-4-54 158 0 0,-2 9-240 0 0,39 195 0 0 0,-27-211-64 0 0,-5 0 0 0 0,5 106 0 0 0,-20-193 26 0 0,0 0 0 0 0,0 0-1 0 0,0 0 1 0 0,-1 0 0 0 0,1 0 0 0 0,-1 0 0 0 0,0 0 0 0 0,0 0 0 0 0,-1 0 0 0 0,1 0-1 0 0,-1-1 1 0 0,0 1 0 0 0,0-1 0 0 0,0 1 0 0 0,-5 5 0 0 0,2-4 5 0 0,0 0 1 0 0,-1 0-1 0 0,1 0 0 0 0,-1-1 1 0 0,0 0-1 0 0,0 0 0 0 0,-1 0 1 0 0,-7 3-1 0 0,-10 2 17 0 0,0-1 0 0 0,0-2 0 0 0,-49 8 0 0 0,-33 3 1086 0 0,-189 56 0 0 0,-148 40-793 0 0,441-112-318 0 0,-37 6-690 0 0,-53 5-1 0 0,73-12-6222 0 0</inkml:trace>
</inkml:ink>
</file>

<file path=ppt/ink/ink3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2:46.2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0 4609 0 0,'0'3'106'0'0,"-1"-1"1"0"0,0 1-1 0 0,1 0 1 0 0,-1-1-1 0 0,1 1 1 0 0,0 0-1 0 0,0 0 1 0 0,0-1-1 0 0,0 1 1 0 0,0 0-1 0 0,1 3 0 0 0,0-1 192 0 0,9 69 1744 0 0,3-1 0 0 0,42 130-1 0 0,-28-114-1023 0 0,18 111-1 0 0,-34-99-609 0 0,-4 131 0 0 0,-1-26-133 0 0,-6-189-312 0 0,1 1-1 0 0,1-1 0 0 0,1 0 0 0 0,0 0 1 0 0,1 0-1 0 0,1 0 0 0 0,0-1 1 0 0,2 1-1 0 0,0-1 0 0 0,12 19 1 0 0,-8-19-253 0 0</inkml:trace>
</inkml:ink>
</file>

<file path=ppt/ink/ink3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2:46.9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1 352 2304 0 0,'0'-1'93'0'0,"0"-1"0"0"0,0 1 0 0 0,0 0 0 0 0,0 0-1 0 0,1-1 1 0 0,-1 1 0 0 0,1 0 0 0 0,-1 0-1 0 0,1-1 1 0 0,-1 1 0 0 0,1 0 0 0 0,0 0-1 0 0,-1 0 1 0 0,1 0 0 0 0,0 0 0 0 0,0 0-1 0 0,2-1 1 0 0,19-22 897 0 0,-18 21-801 0 0,9-9 323 0 0,0 1 0 0 0,1 0-1 0 0,1 1 1 0 0,0 1 0 0 0,0 0 0 0 0,18-7 0 0 0,102-35 2164 0 0,-91 36-1981 0 0,50-17 425 0 0,1 4 0 0 0,115-18 0 0 0,-115 30-515 0 0,175-20-217 0 0,-253 36-395 0 0,-1 0 0 0 0,0 0 0 0 0,0 2 0 0 0,0 0 0 0 0,0 1 0 0 0,-1 1 0 0 0,1 0 0 0 0,-1 1 1 0 0,0 1-1 0 0,0 0 0 0 0,19 11 0 0 0,-24-11 29 0 0,0 1-1 0 0,-1 0 1 0 0,1 1 0 0 0,-2 0 0 0 0,1 0-1 0 0,-1 1 1 0 0,0 0 0 0 0,-1 0 0 0 0,0 1-1 0 0,0 0 1 0 0,-1 0 0 0 0,0 1 0 0 0,-1 0-1 0 0,0 0 1 0 0,5 21 0 0 0,28 159 1790 0 0,-22-93-1665 0 0,10 51-147 0 0,10 216 0 0 0,-36-354 4 0 0,0 0 0 0 0,-1 0 0 0 0,0 0 0 0 0,-1 0-1 0 0,0 0 1 0 0,-1 0 0 0 0,0 0 0 0 0,-1-1 0 0 0,0 1 0 0 0,0-1 0 0 0,-1 0 0 0 0,-1 0-1 0 0,1-1 1 0 0,-8 10 0 0 0,3-8 9 0 0,1-1-1 0 0,-2 1 0 0 0,1-1 1 0 0,-1-1-1 0 0,-1 0 1 0 0,0-1-1 0 0,0 0 0 0 0,0-1 1 0 0,-1 0-1 0 0,-19 7 1 0 0,-38 9 712 0 0,-135 27-1 0 0,165-42-429 0 0,-153 25 464 0 0,110-21-474 0 0,-151 41-1 0 0,113-9-211 0 0,60-21-1377 0 0,-109 27 0 0 0,152-47-5725 0 0</inkml:trace>
</inkml:ink>
</file>

<file path=ppt/ink/ink3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2:47.8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27 3681 0 0,'0'-1'305'0'0,"-1"0"1"0"0,1 0 0 0 0,0-1-1 0 0,-1 1 1 0 0,1 0 0 0 0,0-1-1 0 0,0 1 1 0 0,0 0-1 0 0,0 0 1 0 0,0-1 0 0 0,1 1-1 0 0,-1 0 1 0 0,0-1-1 0 0,5-7 2860 0 0,-2 19-646 0 0,8 181 2547 0 0,9 115-4435 0 0,-10-205-575 0 0,-4-24-28 0 0,3 1-1 0 0,24 91 1 0 0,29 82 62 0 0,-36-140-123 0 0,-3 24 312 0 0,-18-96-473 0 0,2 0 0 0 0,1 0 0 0 0,16 46 0 0 0,-23-83-10 0 0,-1 0 1 0 0,1 0-1 0 0,0 1 0 0 0,0-1 1 0 0,0 0-1 0 0,1-1 1 0 0,-1 1-1 0 0,0 0 1 0 0,1 0-1 0 0,-1 0 0 0 0,1-1 1 0 0,-1 1-1 0 0,1-1 1 0 0,0 1-1 0 0,0-1 1 0 0,4 2-1 0 0,4-2-1099 0 0</inkml:trace>
</inkml:ink>
</file>

<file path=ppt/ink/ink3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2:48.5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5 181 4609 0 0,'-4'4'1180'0'0,"4"-4"-1142"0"0,0 1-1 0 0,0-1 1 0 0,1 0 0 0 0,-1 0 0 0 0,0 1-1 0 0,0-1 1 0 0,1 0 0 0 0,-1 0 0 0 0,0 0-1 0 0,1 1 1 0 0,-1-1 0 0 0,1 0 0 0 0,-1 0-1 0 0,0 0 1 0 0,1 0 0 0 0,-1 0 0 0 0,0 0-1 0 0,1 0 1 0 0,-1 0 0 0 0,0 0 0 0 0,1 0-1 0 0,-1 0 1 0 0,1 0 0 0 0,-1 0 0 0 0,0 0-1 0 0,1 0 1 0 0,-1 0 0 0 0,0 0 0 0 0,1-1-1 0 0,32-6 846 0 0,0-1-1 0 0,-1-3 0 0 0,43-18 0 0 0,-41 14-274 0 0,0 2 0 0 0,1 2-1 0 0,46-9 1 0 0,131 0 767 0 0,11-2-21 0 0,-163 10-1235 0 0,-41 7-131 0 0,0 0 1 0 0,1 2 0 0 0,-1 0-1 0 0,1 2 1 0 0,0 0-1 0 0,31 3 1 0 0,-45-1 115 0 0,-1 1 1 0 0,1 0-1 0 0,0 0 0 0 0,-1 1 1 0 0,0 0-1 0 0,1 0 1 0 0,-1 0-1 0 0,0 0 0 0 0,-1 1 1 0 0,1 0-1 0 0,-1 0 1 0 0,1 0-1 0 0,-1 0 1 0 0,0 1-1 0 0,-1 0 0 0 0,1 0 1 0 0,-1 0-1 0 0,0 0 1 0 0,0 0-1 0 0,-1 1 0 0 0,1-1 1 0 0,-1 1-1 0 0,0 0 1 0 0,-1-1-1 0 0,0 1 1 0 0,2 11-1 0 0,13 195 1608 0 0,1 11-1736 0 0,96 305 164 0 0,-31-176-64 0 0,-78-334-60 0 0,-2 0-1 0 0,0 1 0 0 0,-1-1 1 0 0,-2 20-1 0 0,0-29-4 0 0,1-1 0 0 0,-2 1 0 0 0,1-1 0 0 0,-1 1 0 0 0,-1-1 0 0 0,1 0 0 0 0,-1 0 0 0 0,-1 0 0 0 0,0 0 0 0 0,-8 13 0 0 0,10-19 41 0 0,1-1-1 0 0,-1 1 1 0 0,0 0 0 0 0,0-1 0 0 0,-1 1 0 0 0,1-1 0 0 0,0 0-1 0 0,0 1 1 0 0,-1-1 0 0 0,1 0 0 0 0,0 0 0 0 0,-1-1 0 0 0,1 1 0 0 0,-1-1-1 0 0,1 1 1 0 0,-1-1 0 0 0,0 0 0 0 0,-2 1 0 0 0,-55-6 720 0 0,26 1-600 0 0,-47 7-103 0 0,2 3-1 0 0,-1 4 0 0 0,-89 23 1 0 0,91-16-15 0 0,-1-3 0 0 0,0-4 0 0 0,-96 0 0 0 0,133-14 29 0 0,29 3-868 0 0,-1-1 1 0 0,-21 2-1 0 0</inkml:trace>
</inkml:ink>
</file>

<file path=ppt/ink/ink3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2:49.3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42 3225 0 0,'23'-42'11369'0'0,"-29"66"-9399"0"0,8 34-316 0 0,16 101 0 0 0,25 59-1300 0 0,-10-62-200 0 0,-32-150-149 0 0,118 524 470 0 0,-108-480-336 0 0,-1 0 0 0 0,-3 1 0 0 0,-2 0-1 0 0,-3 1 1 0 0,-4 68 0 0 0,1-99-171 0 0,0-6-24 0 0,0 0 0 0 0,2 0-1 0 0,-1 0 1 0 0,2 0 0 0 0,0 0 0 0 0,4 16-1 0 0,1-22-1326 0 0</inkml:trace>
</inkml:ink>
</file>

<file path=ppt/ink/ink3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2:50.2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49 234 5065 0 0,'-9'1'28'0'0,"4"0"627"0"0,0 0 1 0 0,0-1-1 0 0,0 0 0 0 0,0 0 0 0 0,-9-1 1 0 0,14 1-616 0 0,0 0 1 0 0,0-1 0 0 0,0 1 0 0 0,0-1 0 0 0,0 1 0 0 0,0 0-1 0 0,0-1 1 0 0,0 1 0 0 0,0-1 0 0 0,0 1 0 0 0,0-1 0 0 0,0 1-1 0 0,0 0 1 0 0,0-1 0 0 0,0 1 0 0 0,0-1 0 0 0,0 1 0 0 0,1 0-1 0 0,-1-1 1 0 0,0 1 0 0 0,0 0 0 0 0,0-1 0 0 0,1 1 0 0 0,-1 0-1 0 0,0-1 1 0 0,1 1 0 0 0,-1 0 0 0 0,0-1 0 0 0,1 1 0 0 0,-1 0-1 0 0,0 0 1 0 0,1-1 0 0 0,-1 1 0 0 0,0 0 0 0 0,1 0 0 0 0,15-14 127 0 0,-16 14-117 0 0,21-15 71 0 0,1 1-1 0 0,0 1 1 0 0,1 1 0 0 0,0 0-1 0 0,1 2 1 0 0,0 1-1 0 0,1 1 1 0 0,41-7 0 0 0,18 0 92 0 0,105-3 0 0 0,625-43 16 0 0,-610 53-172 0 0,-167 9 228 0 0,-1 2-1 0 0,0 1 0 0 0,56 14 1 0 0,-87-17-256 0 0,0 1 0 0 0,0-1-1 0 0,0 1 1 0 0,0 0 0 0 0,0 0 0 0 0,0 1 0 0 0,-1-1-1 0 0,1 1 1 0 0,-1 0 0 0 0,0 0 0 0 0,0 0 0 0 0,0 1-1 0 0,0 0 1 0 0,4 5 0 0 0,-6-6 3 0 0,0 1-1 0 0,-1 0 1 0 0,1 0-1 0 0,0 0 1 0 0,-1 0-1 0 0,0 1 1 0 0,0-1-1 0 0,-1 0 1 0 0,1 0-1 0 0,-1 1 1 0 0,0-1-1 0 0,0 0 1 0 0,0 1-1 0 0,0-1 1 0 0,-1 0-1 0 0,0 1 1 0 0,-1 5-1 0 0,-5 31 662 0 0,2 1-1 0 0,2 0 1 0 0,2 0 0 0 0,6 57-1 0 0,-2-10-329 0 0,1-11-252 0 0,4 0 0 0 0,2-1 1 0 0,25 89-1 0 0,79 447 253 0 0,-106-565-314 0 0,6 50 800 0 0,-13-88-669 0 0,-1 1 1 0 0,0 0-1 0 0,-1 0 1 0 0,0 0 0 0 0,-1-1-1 0 0,-5 20 1 0 0,4-23-117 0 0,-1 1 0 0 0,0-1 0 0 0,0 0 0 0 0,-1 0 0 0 0,0 0 0 0 0,0-1 0 0 0,-1 0 0 0 0,0 0 1 0 0,0 0-1 0 0,0-1 0 0 0,-1 1 0 0 0,0-2 0 0 0,0 1 0 0 0,0-1 0 0 0,0 0 0 0 0,-10 4 0 0 0,-16 6-49 0 0,0-2-1 0 0,-47 11 0 0 0,78-22-15 0 0,-37 7 4 0 0,0-1-1 0 0,-41 1 1 0 0,44-5-6 0 0,1 1 0 0 0,-68 17 0 0 0,17 8 1 0 0,-42 12 0 0 0,108-36 0 0 0,1-1 0 0 0,-1-1 0 0 0,0-1 0 0 0,-35-1 0 0 0,-71-14 161 0 0,87 7-72 0 0,-1 2-1 0 0,0 2 1 0 0,-63 4 0 0 0,11 17-150 0 0,73-14 48 0 0,0 0 0 0 0,0-1 0 0 0,0-1 0 0 0,0-1 0 0 0,-40-1 0 0 0,51-2-176 0 0,0-1 1 0 0,0-1-1 0 0,-1 1 0 0 0,1-1 0 0 0,1-1 0 0 0,-1 1 0 0 0,0-1 1 0 0,1-1-1 0 0,0 1 0 0 0,0-1 0 0 0,0-1 0 0 0,1 1 0 0 0,0-1 1 0 0,-11-12-1 0 0,3-1-7150 0 0</inkml:trace>
</inkml:ink>
</file>

<file path=ppt/ink/ink3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0.8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56 456 0 0,'0'-2'415'0'0,"1"0"-1"0"0,-1 0 1 0 0,0 0 0 0 0,0 0 0 0 0,0 0-1 0 0,-1 0 1 0 0,1-1 0 0 0,-11-35 16350 0 0,11 38-16695 0 0,0-1 1 0 0,0 1-1 0 0,7 15-56 0 0,0 0 0 0 0,-1 0 0 0 0,-1 1 0 0 0,6 29 1 0 0,6 75 50 0 0,-4-25-43 0 0,83 297 293 0 0,-25-125-101 0 0,-54-192-90 0 0,1-6 121 0 0,-3 1 1 0 0,-3 1 0 0 0,4 99-1 0 0,-16-163-446 0 0,-1 0-1 0 0,0-1 1 0 0,0 1-1 0 0,0-1 1 0 0,-1 1-1 0 0,0-1 1 0 0,-4 9-1 0 0</inkml:trace>
</inkml:ink>
</file>

<file path=ppt/ink/ink3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2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47 318 2761 0 0,'-3'-1'183'0'0,"-1"1"0"0"0,1-1 0 0 0,0 0 1 0 0,-1-1-1 0 0,1 1 0 0 0,0-1 0 0 0,0 1 1 0 0,-1-1-1 0 0,1 0 0 0 0,1 0 0 0 0,-5-4 1 0 0,6 5-87 0 0,1 1 0 0 0,-1-1 0 0 0,1 1 0 0 0,0-1 0 0 0,-1 1 0 0 0,1-1 0 0 0,0 1 0 0 0,0-1 0 0 0,-1 1 0 0 0,1-1 0 0 0,0 1 1 0 0,0-1-1 0 0,0 0 0 0 0,0 1 0 0 0,0-1 0 0 0,0 1 0 0 0,0-1 0 0 0,0 0 0 0 0,0 1 0 0 0,0-1 0 0 0,0 1 0 0 0,0-1 0 0 0,0 0 1 0 0,1 1-1 0 0,-1-1 0 0 0,0 0 0 0 0,1 0 39 0 0,1-1 1 0 0,-1 1 0 0 0,0-1 0 0 0,1 1-1 0 0,-1 0 1 0 0,1-1 0 0 0,-1 1-1 0 0,1 0 1 0 0,-1 0 0 0 0,1 0 0 0 0,0 0-1 0 0,3-1 1 0 0,35-12 1121 0 0,0 1 1 0 0,1 2-1 0 0,64-9 1 0 0,4-2-872 0 0,-34 4-308 0 0,1 3 0 0 0,0 3-1 0 0,91-3 1 0 0,-150 15-72 0 0,649-21 695 0 0,-231-19 595 0 0,-135 11-37 0 0,70-4-413 0 0,607 50-762 0 0,-819-6-100 0 0,210 22-42 0 0,-83-5 185 0 0,-265-25-105 0 0,-1 1 0 0 0,1 0 1 0 0,-1 1-1 0 0,-1 2 0 0 0,1 0 0 0 0,22 12 0 0 0,101 67 874 0 0,-89-51-130 0 0,-4-12 177 0 0,-43-21-888 0 0,-1 0-1 0 0,1 0 0 0 0,-1 0 0 0 0,0 1 0 0 0,1-1 0 0 0,-1 2 1 0 0,-1-1-1 0 0,1 0 0 0 0,0 1 0 0 0,-1 0 0 0 0,1 0 0 0 0,-1 0 0 0 0,0 1 1 0 0,-1-1-1 0 0,5 7 0 0 0,-1 5 34 0 0,-1 1-1 0 0,0 0 1 0 0,-1 0 0 0 0,0 1-1 0 0,2 29 1 0 0,8 30 3 0 0,23 117-24 0 0,-30-137-48 0 0,3 1 1 0 0,22 67-1 0 0,10-16-53 0 0,10 27 37 0 0,-47-117-8 0 0,0 1 0 0 0,-2-1 0 0 0,0 1 0 0 0,-2 0 0 0 0,1 21 0 0 0,-3-32 7 0 0,0 0-1 0 0,-1-1 1 0 0,0 1-1 0 0,-1 0 1 0 0,0-1-1 0 0,0 1 1 0 0,-4 8-1 0 0,5-14-3 0 0,-1 0 0 0 0,1 1 0 0 0,-1-1 0 0 0,0 0 0 0 0,0 0 0 0 0,0 0 0 0 0,0 0 0 0 0,-1-1 0 0 0,1 1 0 0 0,-1-1 0 0 0,0 1 0 0 0,0-1 0 0 0,0 0 0 0 0,0 0 0 0 0,0 0 0 0 0,0 0 0 0 0,0-1 0 0 0,0 1 0 0 0,-6 0 0 0 0,-9 2 102 0 0,-1-2 0 0 0,1 0 0 0 0,-1-2-1 0 0,0 0 1 0 0,-36-4 0 0 0,-21-1 118 0 0,-194 28-322 0 0,107-4 54 0 0,-258 27 57 0 0,-98 8-25 0 0,258-31-88 0 0,-63 4-5 0 0,151-16 92 0 0,-153 0-28 0 0,64-11-236 0 0,-58-2-100 0 0,-254-13 246 0 0,365 23 136 0 0,0 1 0 0 0,5 6 0 0 0,108-6 0 0 0,13 0-1807 0 0</inkml:trace>
</inkml:ink>
</file>

<file path=ppt/ink/ink3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3.4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28 508 7370 0 0,'-14'-33'1486'0'0,"0"1"8327"0"0,17 42-8510 0 0,6 16-959 0 0,42 81-164 0 0,49 149 0 0 0,-78-193-214 0 0,2-1-1 0 0,52 92 0 0 0,-54-116 15 0 0,3-1-1 0 0,1 0 0 0 0,2-2 0 0 0,57 56 0 0 0,-78-85 36 0 0,2 4 139 0 0,1-1-1 0 0,1 0 1 0 0,-1-1 0 0 0,18 10-1 0 0,-26-17-133 0 0,0 0 0 0 0,0 0 1 0 0,0 0-1 0 0,0 0 0 0 0,0 0 0 0 0,0 0 0 0 0,0-1 0 0 0,0 1 0 0 0,0-1 1 0 0,0 0-1 0 0,0 1 0 0 0,0-1 0 0 0,0 0 0 0 0,0 0 0 0 0,1 0 1 0 0,-1-1-1 0 0,0 1 0 0 0,0 0 0 0 0,0-1 0 0 0,0 1 0 0 0,0-1 0 0 0,0 0 1 0 0,0 0-1 0 0,0 0 0 0 0,0 0 0 0 0,-1 0 0 0 0,1 0 0 0 0,0 0 0 0 0,0-1 1 0 0,-1 1-1 0 0,1 0 0 0 0,-1-1 0 0 0,1 0 0 0 0,-1 1 0 0 0,0-1 1 0 0,1-2-1 0 0,8-12 72 0 0,-1 0 1 0 0,-1-1-1 0 0,-1-1 1 0 0,-1 1 0 0 0,6-25-1 0 0,15-95 192 0 0,-17 79-160 0 0,101-661 86 0 0,-105 645-218 0 0,-4-120 0 0 0,-3 99-2049 0 0</inkml:trace>
</inkml:ink>
</file>

<file path=ppt/ink/ink3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4.1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189 113 10594 0 0,'-1'-10'189'0'0,"-1"0"-1"0"0,0 0 1 0 0,-1 1-1 0 0,0-1 1 0 0,-5-11-1 0 0,7 19-37 0 0,1-1 0 0 0,-2 1 0 0 0,1-1 0 0 0,0 1 0 0 0,0 0 0 0 0,-1-1 0 0 0,1 1-1 0 0,-1 0 1 0 0,0 0 0 0 0,0 0 0 0 0,0 0 0 0 0,0 0 0 0 0,0 1 0 0 0,0-1 0 0 0,0 0 0 0 0,-1 1 0 0 0,1 0 0 0 0,0-1 0 0 0,-1 1-1 0 0,1 0 1 0 0,-1 1 0 0 0,0-1 0 0 0,1 0 0 0 0,-4 0 0 0 0,4 1-43 0 0,0 1 1 0 0,0-1-1 0 0,-1 1 0 0 0,1 0 1 0 0,0-1-1 0 0,0 1 1 0 0,0 0-1 0 0,0 0 0 0 0,0 1 1 0 0,0-1-1 0 0,1 0 0 0 0,-1 0 1 0 0,0 1-1 0 0,0-1 0 0 0,1 1 1 0 0,-1 0-1 0 0,1 0 0 0 0,-3 3 1 0 0,-22 40 404 0 0,21-35-479 0 0,-3 6-36 0 0,0 1 0 0 0,1 0 0 0 0,1 0 0 0 0,1 0 0 0 0,0 1 0 0 0,1 0 0 0 0,1 0 1 0 0,1 0-1 0 0,0 1 0 0 0,2 33 0 0 0,1-40-2 0 0,1 1 0 0 0,0-1 1 0 0,1 0-1 0 0,0 0 0 0 0,1 0 1 0 0,0-1-1 0 0,1 1 0 0 0,0-1 1 0 0,1 0-1 0 0,0 0 0 0 0,0-1 0 0 0,2 0 1 0 0,-1 0-1 0 0,1-1 0 0 0,0 1 1 0 0,19 14-1 0 0,-14-14 12 0 0,0 0 0 0 0,1-1 0 0 0,0-1 0 0 0,1 0 0 0 0,-1-1 0 0 0,1 0 0 0 0,1-1 0 0 0,-1-1 0 0 0,1-1 0 0 0,19 3 0 0 0,-30-6-5 0 0,1 0-1 0 0,0 0 1 0 0,0-1 0 0 0,0 0 0 0 0,-1-1-1 0 0,1 1 1 0 0,0-1 0 0 0,0 0 0 0 0,-1 0-1 0 0,1-1 1 0 0,-1 0 0 0 0,1 0 0 0 0,-1 0-1 0 0,0-1 1 0 0,0 1 0 0 0,0-1 0 0 0,0 0-1 0 0,0-1 1 0 0,0 1 0 0 0,-1-1 0 0 0,0 0-1 0 0,0 0 1 0 0,0-1 0 0 0,0 1 0 0 0,-1-1-1 0 0,1 1 1 0 0,-1-1 0 0 0,0 0 0 0 0,-1-1-1 0 0,1 1 1 0 0,2-8 0 0 0,-3 8-10 0 0,-1-1-1 0 0,1 1 1 0 0,-1 0 0 0 0,1 0-1 0 0,-2-1 1 0 0,1 1 0 0 0,-1-1 0 0 0,1 1-1 0 0,-1 0 1 0 0,-1-1 0 0 0,0-7 0 0 0,-3 1 88 0 0,1 1 1 0 0,-2 1-1 0 0,1-1 0 0 0,-9-13 1 0 0,10 19-15 0 0,1 0-1 0 0,-1-1 1 0 0,1 1 0 0 0,0-1-1 0 0,0 1 1 0 0,0-1 0 0 0,1 0-1 0 0,-1-10 1 0 0,2 14-51 0 0,0 0 0 0 0,0 0 0 0 0,1 0 0 0 0,-1 1 0 0 0,1-1 0 0 0,-1 0 0 0 0,1 0 0 0 0,0 1 0 0 0,-1-1 0 0 0,1 0 0 0 0,0 1 0 0 0,0-1 0 0 0,0 1 0 0 0,1-1 0 0 0,-1 1 0 0 0,0-1 0 0 0,0 1 0 0 0,1 0 0 0 0,-1 0 0 0 0,1 0 0 0 0,-1 0 0 0 0,1 0 0 0 0,0 0 0 0 0,-1 0 0 0 0,1 0 0 0 0,0 0 0 0 0,-1 1 0 0 0,1-1 0 0 0,0 1 0 0 0,0-1 0 0 0,3 1 0 0 0,0-2-16 0 0,0 1 0 0 0,1 0 0 0 0,-1 0-1 0 0,0 0 1 0 0,0 1 0 0 0,1-1 0 0 0,-1 1-1 0 0,1 1 1 0 0,-1-1 0 0 0,0 1 0 0 0,0 0 0 0 0,1 0-1 0 0,-1 0 1 0 0,0 1 0 0 0,0 0 0 0 0,0 0-1 0 0,0 0 1 0 0,-1 0 0 0 0,1 1 0 0 0,0 0 0 0 0,-1 0-1 0 0,0 0 1 0 0,0 1 0 0 0,0-1 0 0 0,0 1-1 0 0,0 0 1 0 0,-1 0 0 0 0,0 0 0 0 0,1 1 0 0 0,-2-1-1 0 0,1 1 1 0 0,0 0 0 0 0,-1-1 0 0 0,0 1-1 0 0,2 8 1 0 0,3 9 85 0 0,-1 0 1 0 0,0 0-1 0 0,-2 0 0 0 0,2 30 0 0 0,-2 94 593 0 0,-3-48-534 0 0,-1-68-1952 0 0</inkml:trace>
</inkml:ink>
</file>

<file path=ppt/ink/ink3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4.5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161 85 9674 0 0,'-2'-23'1100'0'0,"-3"-16"-1090"0"0,4 37 201 0 0,1 1 0 0 0,0 0 0 0 0,0 0 0 0 0,-1 0 0 0 0,1 0 0 0 0,0 0 0 0 0,-1 0 0 0 0,1 0 0 0 0,-1 0 0 0 0,1 0 0 0 0,-1 0 0 0 0,0 0 0 0 0,1 0 0 0 0,-1 0 0 0 0,0 1 0 0 0,0-1 0 0 0,1 0 0 0 0,-1 0 0 0 0,0 1 0 0 0,0-1 0 0 0,0 1 0 0 0,0-1 0 0 0,0 1 0 0 0,0-1 0 0 0,-2 0 0 0 0,1 1 18 0 0,0 1-1 0 0,-1-1 1 0 0,1 0-1 0 0,0 1 1 0 0,0 0-1 0 0,-1-1 1 0 0,1 1-1 0 0,0 0 1 0 0,0 0-1 0 0,0 0 1 0 0,0 1-1 0 0,0-1 1 0 0,0 0-1 0 0,0 1 1 0 0,1-1-1 0 0,-1 1 1 0 0,-1 1-1 0 0,-29 34 581 0 0,28-31-634 0 0,-3 3-138 0 0,0 0 0 0 0,1 0-1 0 0,0 0 1 0 0,1 1 0 0 0,0 0-1 0 0,0 0 1 0 0,1 0 0 0 0,1 1-1 0 0,0-1 1 0 0,-4 19 0 0 0,7-21-50 0 0,0-1 1 0 0,0 1-1 0 0,0 0 1 0 0,1 0-1 0 0,0-1 1 0 0,0 1-1 0 0,1 0 1 0 0,0-1-1 0 0,1 1 1 0 0,-1-1-1 0 0,1 0 1 0 0,1 0-1 0 0,-1 0 0 0 0,1 0 1 0 0,1-1-1 0 0,4 7 1 0 0,-1-3-103 0 0,1-1-1 0 0,-1 0 1 0 0,1 0-1 0 0,1-1 1 0 0,0 0 0 0 0,0-1-1 0 0,1 0 1 0 0,16 8-1 0 0,6 0-504 0 0,54 17 0 0 0,-18-8 41 0 0,-66-23 565 0 0,0 0 0 0 0,1 1 0 0 0,-1-1 0 0 0,0 1 1 0 0,0 0-1 0 0,0 0 0 0 0,0 0 0 0 0,0 0 0 0 0,0 0 0 0 0,-1 1 0 0 0,1-1 0 0 0,-1 1 0 0 0,1 0 0 0 0,-1 0 1 0 0,0 0-1 0 0,0 0 0 0 0,-1 0 0 0 0,1 0 0 0 0,0 0 0 0 0,-1 1 0 0 0,0-1 0 0 0,1 5 0 0 0,-1-3 129 0 0,-1 0-1 0 0,0 0 0 0 0,0 1 0 0 0,0-1 0 0 0,-1 0 0 0 0,1 1 0 0 0,-1-1 0 0 0,-1 0 1 0 0,1 0-1 0 0,-1 0 0 0 0,0 0 0 0 0,0 0 0 0 0,0 0 0 0 0,-5 7 0 0 0,0-2 88 0 0,-1 0 0 0 0,0 0 0 0 0,-1-1 0 0 0,0 0 0 0 0,0-1 0 0 0,-1 0 0 0 0,0 0 0 0 0,0-1 0 0 0,-1 0 0 0 0,-19 9 0 0 0,14-8-182 0 0,0-1 0 0 0,-1-1 1 0 0,0-1-1 0 0,-1 0 1 0 0,1-1-1 0 0,-1-1 0 0 0,-17 2 1 0 0,30-5-321 0 0,0 1-1 0 0,0-1 1 0 0,0 0 0 0 0,-1 0 0 0 0,1-1-1 0 0,0 0 1 0 0,0 1 0 0 0,1-2 0 0 0,-1 1-1 0 0,0-1 1 0 0,0 1 0 0 0,0-1 0 0 0,1 0 0 0 0,-1-1-1 0 0,-5-3 1 0 0,-2-8-1450 0 0</inkml:trace>
</inkml:ink>
</file>

<file path=ppt/ink/ink3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4.7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1 102 3225 0 0,'1'3'3653'0'0,"-1"-2"-3531"0"0,30-5 2803 0 0,41-10 982 0 0,52-21 1455 0 0,-84 22-4875 0 0,1 1-1 0 0,0 3 1 0 0,74-9 0 0 0,-102 17-1344 0 0</inkml:trace>
</inkml:ink>
</file>

<file path=ppt/ink/ink3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5.2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60 269 10594 0 0,'-10'-2'338'0'0,"-28"-2"932"0"0,37 4-1207 0 0,1 0 0 0 0,-1 0 0 0 0,1 0-1 0 0,-1 0 1 0 0,1 0 0 0 0,-1 0-1 0 0,1 0 1 0 0,-1 1 0 0 0,1-1 0 0 0,-1 0-1 0 0,1 0 1 0 0,0 0 0 0 0,-1 1 0 0 0,1-1-1 0 0,-1 0 1 0 0,1 1 0 0 0,0-1-1 0 0,-1 0 1 0 0,1 1 0 0 0,0-1 0 0 0,-1 1-1 0 0,1-1 1 0 0,-1 1 0 0 0,1 0 82 0 0,0 0 0 0 0,0 0 0 0 0,0 0 0 0 0,0 0 0 0 0,0 0-1 0 0,0 0 1 0 0,0 0 0 0 0,1 0 0 0 0,-1 0 0 0 0,0 0 0 0 0,1 0 0 0 0,-1 0 0 0 0,0 0 0 0 0,1 0 0 0 0,-1 0 0 0 0,1 0 0 0 0,0 1 0 0 0,22 32 2164 0 0,33 38 0 0 0,-29-38-1729 0 0,24 38 0 0 0,3 18-497 0 0,83 128 73 0 0,-104-172-135 0 0,1-1 0 0 0,61 60 0 0 0,-83-93-8 0 0,1 0 0 0 0,21 14 1 0 0,-32-24-12 0 0,1-1-1 0 0,-1 1 1 0 0,1 0 0 0 0,0-1 0 0 0,-1 1-1 0 0,1-1 1 0 0,0 0 0 0 0,0 0-1 0 0,0 0 1 0 0,0 0 0 0 0,0-1 0 0 0,0 1-1 0 0,0-1 1 0 0,0 0 0 0 0,0 1 0 0 0,0-1-1 0 0,0-1 1 0 0,0 1 0 0 0,0 0 0 0 0,0-1-1 0 0,0 0 1 0 0,3 0 0 0 0,-3-1 20 0 0,-1 0 0 0 0,0 0 0 0 0,0 0 0 0 0,0 0 0 0 0,0-1 0 0 0,0 1 0 0 0,0 0 0 0 0,0-1 0 0 0,-1 0 1 0 0,1 1-1 0 0,-1-1 0 0 0,0 0 0 0 0,0 0 0 0 0,0 1 0 0 0,0-1 0 0 0,1-5 0 0 0,6-53 396 0 0,-7 52-347 0 0,11-187 785 0 0,6-67-509 0 0,-15 231-326 0 0,10-90-138 0 0,-4-127 0 0 0,-9 239 45 0 0,-2-31-259 0 0,2 38 287 0 0,-1 1 1 0 0,1 0-1 0 0,-1 0 1 0 0,1 0-1 0 0,-1 0 1 0 0,1 0-1 0 0,-1 0 1 0 0,0 0 0 0 0,0 0-1 0 0,0 0 1 0 0,0 0-1 0 0,-1 1 1 0 0,1-1-1 0 0,-3-2 1 0 0,-10 0-348 0 0</inkml:trace>
</inkml:ink>
</file>

<file path=ppt/ink/ink3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6.0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6 11058 0 0,'-4'-5'1263'0'0,"11"8"-103"0"0,10 9 606 0 0,-12-4-1335 0 0,1 0-1 0 0,-1 0 1 0 0,0 1 0 0 0,0-1-1 0 0,-1 1 1 0 0,-1 1-1 0 0,1-1 1 0 0,-1 0 0 0 0,2 17-1 0 0,1 12 317 0 0,1 45 0 0 0,-3-33-575 0 0,4 22-863 0 0,18 84 1 0 0,-20-131-496 0 0</inkml:trace>
</inkml:ink>
</file>

<file path=ppt/ink/ink3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6.3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6913 0 0,'35'9'2320'0'0,"35"5"1398"0"0,49 12-154 0 0,-102-21-3010 0 0,0 1-1 0 0,0 0 1 0 0,0 1-1 0 0,23 14 1 0 0,-36-18-526 0 0,0-1 1 0 0,0 1 0 0 0,-1 0-1 0 0,1 0 1 0 0,-1 1-1 0 0,0-1 1 0 0,0 1 0 0 0,0-1-1 0 0,0 1 1 0 0,0 0-1 0 0,-1 0 1 0 0,0 0-1 0 0,0 1 1 0 0,0-1 0 0 0,2 7-1 0 0,-2-4 25 0 0,-1 0 0 0 0,0 0 0 0 0,-1 0 0 0 0,1 0 0 0 0,-1 1 0 0 0,-1-1 1 0 0,1 0-1 0 0,-1 0 0 0 0,-2 9 0 0 0,-5 9 71 0 0,-1 0 0 0 0,-1 0 1 0 0,0-1-1 0 0,-20 30 0 0 0,11-23-1152 0 0,-1-2 0 0 0,-2 0 0 0 0,0 0 0 0 0,-2-2-1 0 0,-46 39 1 0 0,53-50-5293 0 0</inkml:trace>
</inkml:ink>
</file>

<file path=ppt/ink/ink3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6.7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29 2761 0 0,'-3'-5'120'0'0,"2"0"32"0"0,0 3-152 0 0,-1-2 0 0 0,2 2 0 0 0,0 1 0 0 0,2-1 0 0 0,-2 1-88 0 0,1-2 16 0 0,0 1 0 0 0,1 0 72 0 0,-1 2 0 0 0,2 3 0 0 0,-2 0 0 0 0,-1-1 0 0 0,0 4 0 0 0</inkml:trace>
</inkml:ink>
</file>

<file path=ppt/ink/ink3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7.0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189 1 3225 0 0,'-10'8'10625'0'0,"-8"2"-7787"0"0,-6 5-2624 0 0,-12 11 419 0 0,23-18-478 0 0,1 1 0 0 0,1 0 0 0 0,-1 0 0 0 0,1 1 0 0 0,1 0 0 0 0,-18 23 0 0 0,27-32-155 0 0,1-1 1 0 0,0 1-1 0 0,-1-1 1 0 0,1 1-1 0 0,0-1 1 0 0,-1 1-1 0 0,1 0 0 0 0,0-1 1 0 0,0 1-1 0 0,0-1 1 0 0,-1 1-1 0 0,1 0 1 0 0,0-1-1 0 0,0 1 0 0 0,0 0 1 0 0,0-1-1 0 0,0 1 1 0 0,0 0-1 0 0,0-1 1 0 0,0 1-1 0 0,1 0 0 0 0,-1-1 1 0 0,0 1-1 0 0,0 0 1 0 0,0-1-1 0 0,1 1 1 0 0,-1-1-1 0 0,1 2 0 0 0,0-1 3 0 0,0 0-1 0 0,0 0 0 0 0,1 0 0 0 0,-1-1 1 0 0,0 1-1 0 0,1 0 0 0 0,-1-1 0 0 0,0 1 1 0 0,1-1-1 0 0,-1 1 0 0 0,0-1 1 0 0,3 1-1 0 0,43 1 69 0 0,-45-2-67 0 0,51-4-154 0 0,-25 2-71 0 0,-1 0 0 0 0,1 2 0 0 0,31 3 0 0 0,-53-3 175 0 0,0 1 1 0 0,0 0-1 0 0,0 0 1 0 0,-1 1-1 0 0,1 0 1 0 0,0 0-1 0 0,-1 0 1 0 0,1 1-1 0 0,-1 0 1 0 0,1 0-1 0 0,-1 0 1 0 0,0 0-1 0 0,-1 1 1 0 0,1 0-1 0 0,-1 0 1 0 0,1 0-1 0 0,-1 1 1 0 0,0-1-1 0 0,5 10 1 0 0,-7-10 44 0 0,0-1 0 0 0,0 2 0 0 0,0-1 0 0 0,-1 0 0 0 0,1 0 1 0 0,-1 0-1 0 0,0 1 0 0 0,-1-1 0 0 0,1 0 0 0 0,-1 1 0 0 0,1-1 0 0 0,-1 1 0 0 0,-1-1 0 0 0,1 0 1 0 0,-1 1-1 0 0,-1 7 0 0 0,-1-5 143 0 0,1-1 0 0 0,-1 1 0 0 0,-1-1 0 0 0,1 1 0 0 0,-1-1 0 0 0,0 0-1 0 0,0-1 1 0 0,-1 1 0 0 0,-8 8 0 0 0,2-4 210 0 0,-1 0 0 0 0,0-1 0 0 0,-1 0 0 0 0,0-1 0 0 0,0-1 0 0 0,0 0 0 0 0,-1-1 0 0 0,0 0 0 0 0,-19 5 0 0 0,23-9-284 0 0,1 0 1 0 0,-1 0 0 0 0,0-1-1 0 0,1-1 1 0 0,-15 0 0 0 0,-6-5-6133 0 0</inkml:trace>
</inkml:ink>
</file>

<file path=ppt/ink/ink3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7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64 13363 0 0,'4'0'305'0'0,"0"1"-1"0"0,0-1 1 0 0,-1 1-1 0 0,1-1 1 0 0,0 0 0 0 0,0-1-1 0 0,0 1 1 0 0,6-2 0 0 0,16-3 386 0 0,-1-2 0 0 0,1 0 1 0 0,25-12-1 0 0,2-5-1939 0 0</inkml:trace>
</inkml:ink>
</file>

<file path=ppt/ink/ink3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7.6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87 14283 0 0,'3'-2'246'0'0,"1"0"1"0"0,0 0-1 0 0,0 1 1 0 0,0 0-1 0 0,0-1 1 0 0,0 1-1 0 0,0 0 0 0 0,0 1 1 0 0,6-1-1 0 0,9-3 304 0 0,15-5 1791 0 0,43-19-1 0 0,-31 7-8440 0 0,-24 10-712 0 0</inkml:trace>
</inkml:ink>
</file>

<file path=ppt/ink/ink3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8.0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34 588 7834 0 0,'-23'-1'531'0'0,"22"1"-376"0"0,1 0-1 0 0,-1 0 0 0 0,1 0 0 0 0,-1 0 0 0 0,1 0 0 0 0,-1 1 1 0 0,1-1-1 0 0,-1 0 0 0 0,1 0 0 0 0,0 0 0 0 0,-1 1 0 0 0,1-1 1 0 0,-1 0-1 0 0,1 1 0 0 0,0-1 0 0 0,-1 0 0 0 0,1 1 1 0 0,0-1-1 0 0,-1 1 0 0 0,1-1 0 0 0,0 0 0 0 0,-1 1 0 0 0,1 0 1 0 0,0 1 216 0 0,0 0 0 0 0,0 0 1 0 0,0 0-1 0 0,1 0 0 0 0,-1 0 1 0 0,0 0-1 0 0,1 0 0 0 0,0-1 0 0 0,-1 1 1 0 0,1 0-1 0 0,0 0 0 0 0,0 0 1 0 0,0-1-1 0 0,0 1 0 0 0,0 0 1 0 0,1-1-1 0 0,1 3 0 0 0,18 20 1279 0 0,32 30 0 0 0,14 18-1125 0 0,-6 9-418 0 0,28 34-101 0 0,-78-103-7 0 0,0 0 1 0 0,1-1 0 0 0,1 0 0 0 0,0-1-1 0 0,1 0 1 0 0,22 12 0 0 0,-14-16 52 0 0,-21-6-41 0 0,-1 0 0 0 0,1 0 0 0 0,0 0 0 0 0,-1-1-1 0 0,1 1 1 0 0,-1 0 0 0 0,0 0 0 0 0,1 0 0 0 0,-1-1 0 0 0,1 1 0 0 0,-1 0 0 0 0,1 0 0 0 0,-1-1-1 0 0,0 1 1 0 0,1-1 0 0 0,-1 1 0 0 0,1 0 0 0 0,-1-1 0 0 0,0 1 0 0 0,1-1 0 0 0,-1 1 0 0 0,0 0 0 0 0,0-1-1 0 0,1 0 1 0 0,0-3 58 0 0,-1 0-1 0 0,1 0 0 0 0,-1 0 1 0 0,0 0-1 0 0,0 0 0 0 0,0 0 1 0 0,-2-7-1 0 0,1-3-59 0 0,-3-65 307 0 0,4 0 0 0 0,11-84 0 0 0,34-158-346 0 0,-17 139-237 0 0,-9 23-1356 0 0,-16 135 683 0 0</inkml:trace>
</inkml:ink>
</file>

<file path=ppt/ink/ink3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8.3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88 10138 0 0,'0'0'464'0'0,"19"8"3696"0"0,-9-8-3379 0 0,0 0 1 0 0,-1 0 0 0 0,1-1-1 0 0,11-3 1 0 0,71-24 920 0 0,-39 11-1072 0 0,0-2-199 0 0,2 0-644 0 0,-19 11-2723 0 0</inkml:trace>
</inkml:ink>
</file>

<file path=ppt/ink/ink3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48.6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13363 0 0,'9'10'925'0'0,"0"0"-1"0"0,0 1 1 0 0,-1 0-1 0 0,0 0 1 0 0,-1 1 0 0 0,0 0-1 0 0,-1 0 1 0 0,-1 0 0 0 0,7 20-1 0 0,-7-14-1042 0 0,-2 1 0 0 0,1-1-1 0 0,-2 1 1 0 0,-1-1-1 0 0,0 1 1 0 0,-3 24 0 0 0,0-12-7644 0 0</inkml:trace>
</inkml:ink>
</file>

<file path=ppt/ink/ink3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50.1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1016 13827 0 0,'5'-1'180'0'0,"0"-1"0"0"0,0 1-1 0 0,0 0 1 0 0,0 0 0 0 0,0 1 0 0 0,0-1 0 0 0,10 1 0 0 0,10-1-240 0 0,404-70-658 0 0,-117 17 632 0 0,139-4-545 0 0,101 0-377 0 0,-319 35 737 0 0,169-12 438 0 0,2570-233 1601 0 0,-2215 171-1705 0 0,131-16 562 0 0,-638 85-324 0 0,778-80 867 0 0,1 37 1100 0 0,-359 57-770 0 0,-173 6-817 0 0,-446 6-671 0 0,256 3 33 0 0,-302-1-22 0 0,0 0-1 0 0,0 1 1 0 0,0 0-1 0 0,0 0 0 0 0,1 0 1 0 0,-1 0-1 0 0,-1 1 0 0 0,1 0 1 0 0,0 0-1 0 0,0 0 0 0 0,-1 0 1 0 0,1 1-1 0 0,-1 0 0 0 0,0 0 1 0 0,0 0-1 0 0,0 0 0 0 0,0 1 1 0 0,0 0-1 0 0,-1-1 0 0 0,0 1 1 0 0,1 1-1 0 0,-2-1 0 0 0,1 0 1 0 0,0 1-1 0 0,-1-1 0 0 0,0 1 1 0 0,3 8-1 0 0,25 70 182 0 0,35 156 0 0 0,-39-132-143 0 0,243 880-59 0 0,-140-470-67 0 0,-117-453 28 0 0,4 80 0 0 0,-15-121 39 0 0,0 0 0 0 0,-2 0 0 0 0,-1 0 0 0 0,-1 0 1 0 0,0 0-1 0 0,-2-1 0 0 0,-8 24 0 0 0,8-34 23 0 0,0 0 1 0 0,-1-1 0 0 0,0 1-1 0 0,-1-1 1 0 0,0-1 0 0 0,-1 0-1 0 0,0 0 1 0 0,-1 0 0 0 0,0-1-1 0 0,0 0 1 0 0,-1-1 0 0 0,0 0-1 0 0,-1 0 1 0 0,0-1 0 0 0,0-1-1 0 0,0 0 1 0 0,-1 0 0 0 0,-17 5-1 0 0,-16 3 115 0 0,-2-2-1 0 0,1-1 1 0 0,-78 5-1 0 0,81-11-120 0 0,-155 21-17 0 0,-377 43 0 0 0,-5-32 0 0 0,-31-28-252 0 0,-501 12-440 0 0,-402 9 365 0 0,862-22-383 0 0,243-2-146 0 0,-86 8 160 0 0,48 3 457 0 0,243-8 186 0 0,-266 15 84 0 0,-105 4 29 0 0,514-26-78 0 0,-375 8 1415 0 0,-57-7-504 0 0,148 14-851 0 0,135-2-30 0 0,82-3 446 0 0,89-6-798 0 0,0-2 0 0 0,0-2-1 0 0,-75-5 1 0 0,94 1-7055 0 0</inkml:trace>
</inkml:ink>
</file>

<file path=ppt/ink/ink3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30T21:14:50.7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0 126 6913 0 0,'53'-125'2979'0'0,"-53"125"-2947"0"0,0 0-1 0 0,1 0 1 0 0,-1 0 0 0 0,0 0-1 0 0,0 0 1 0 0,0 0 0 0 0,0 0-1 0 0,0 0 1 0 0,0 0 0 0 0,0 0-1 0 0,0 0 1 0 0,0 0 0 0 0,1 0-1 0 0,-1 0 1 0 0,0 0 0 0 0,0 0 0 0 0,0 0-1 0 0,0 0 1 0 0,0 0 0 0 0,0 0-1 0 0,0 0 1 0 0,0 0 0 0 0,1 1 380 0 0,-1-1-381 0 0,0 0 1 0 0,0 0 0 0 0,0 0-1 0 0,1 0 1 0 0,-1 0 0 0 0,0 0-1 0 0,0 0 1 0 0,0 1 0 0 0,0-1-1 0 0,0 0 1 0 0,0 0 0 0 0,0 0-1 0 0,0 0 1 0 0,0 0 0 0 0,0 0-1 0 0,0 0 1 0 0,0 0 0 0 0,0 0-1 0 0,0 1 1 0 0,4 12 837 0 0,1 15-599 0 0,14 176 767 0 0,15 127 646 0 0,55 202-775 0 0,-24-155-465 0 0,0-59 900 0 0,-33-178 81 0 0,23 223 0 0 0,-53-299-638 0 0,-2-56-786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E82251-0160-4469-ACEE-303A5D4B0836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656E40-D1A4-4189-B190-F9CD7DFE8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809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6E40-D1A4-4189-B190-F9CD7DFE870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49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7564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2126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DDE795-76F5-ED47-7388-A43F4A8F6B4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Semiconductor Devices for Integrated CircuitsSemiconductor Devices for Integrated Circuits (C. Hu)</a:t>
            </a:r>
            <a:endParaRPr lang="en-US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01D51B-644D-5959-8FB4-EE9694CB61B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Slide 1-</a:t>
            </a:r>
            <a:fld id="{09CD9926-94D6-4100-8273-E75A6AC34B12}" type="slidenum">
              <a:rPr lang="en-US" altLang="en-US" smtClean="0"/>
              <a:pPr>
                <a:defRPr/>
              </a:pPr>
              <a:t>‹#›</a:t>
            </a:fld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183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7AD95CC-F24A-39A9-6F11-DF6049DE170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Semiconductor Devices for Integrated CircuitsSemiconductor Devices for Integrated Circuits (C. Hu)</a:t>
            </a:r>
            <a:endParaRPr lang="en-US">
              <a:latin typeface="+mn-lt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1E20159-174F-4164-27DD-1272BDA61A3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Slide 1-</a:t>
            </a:r>
            <a:fld id="{ADDAF8D8-F1C6-490C-8B67-F180E0BDE183}" type="slidenum">
              <a:rPr lang="en-US" altLang="en-US" smtClean="0"/>
              <a:pPr>
                <a:defRPr/>
              </a:pPr>
              <a:t>‹#›</a:t>
            </a:fld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70735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584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Text&#10;&#10;Description automatically generated with medium confidence">
            <a:extLst>
              <a:ext uri="{FF2B5EF4-FFF2-40B4-BE49-F238E27FC236}">
                <a16:creationId xmlns:a16="http://schemas.microsoft.com/office/drawing/2014/main" id="{7C60BECE-557F-4952-BC37-9040A86B0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6" t="22101" r="5881" b="20208"/>
          <a:stretch/>
        </p:blipFill>
        <p:spPr>
          <a:xfrm>
            <a:off x="10788202" y="0"/>
            <a:ext cx="1352283" cy="786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290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6" r:id="rId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rgbClr val="991B1E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customXml" Target="../ink/ink6.xml"/><Relationship Id="rId18" Type="http://schemas.openxmlformats.org/officeDocument/2006/relationships/image" Target="../media/image9.png"/><Relationship Id="rId26" Type="http://schemas.openxmlformats.org/officeDocument/2006/relationships/image" Target="../media/image13.png"/><Relationship Id="rId39" Type="http://schemas.openxmlformats.org/officeDocument/2006/relationships/customXml" Target="../ink/ink19.xml"/><Relationship Id="rId21" Type="http://schemas.openxmlformats.org/officeDocument/2006/relationships/customXml" Target="../ink/ink10.xml"/><Relationship Id="rId34" Type="http://schemas.openxmlformats.org/officeDocument/2006/relationships/image" Target="../media/image17.png"/><Relationship Id="rId42" Type="http://schemas.openxmlformats.org/officeDocument/2006/relationships/image" Target="../media/image21.png"/><Relationship Id="rId47" Type="http://schemas.openxmlformats.org/officeDocument/2006/relationships/customXml" Target="../ink/ink23.xml"/><Relationship Id="rId50" Type="http://schemas.openxmlformats.org/officeDocument/2006/relationships/image" Target="../media/image25.png"/><Relationship Id="rId7" Type="http://schemas.openxmlformats.org/officeDocument/2006/relationships/customXml" Target="../ink/ink3.xml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8.png"/><Relationship Id="rId29" Type="http://schemas.openxmlformats.org/officeDocument/2006/relationships/customXml" Target="../ink/ink14.xml"/><Relationship Id="rId11" Type="http://schemas.openxmlformats.org/officeDocument/2006/relationships/customXml" Target="../ink/ink5.xml"/><Relationship Id="rId24" Type="http://schemas.openxmlformats.org/officeDocument/2006/relationships/image" Target="../media/image12.png"/><Relationship Id="rId32" Type="http://schemas.openxmlformats.org/officeDocument/2006/relationships/image" Target="../media/image16.png"/><Relationship Id="rId37" Type="http://schemas.openxmlformats.org/officeDocument/2006/relationships/customXml" Target="../ink/ink18.xml"/><Relationship Id="rId40" Type="http://schemas.openxmlformats.org/officeDocument/2006/relationships/image" Target="../media/image20.png"/><Relationship Id="rId45" Type="http://schemas.openxmlformats.org/officeDocument/2006/relationships/customXml" Target="../ink/ink22.xml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28" Type="http://schemas.openxmlformats.org/officeDocument/2006/relationships/image" Target="../media/image14.png"/><Relationship Id="rId36" Type="http://schemas.openxmlformats.org/officeDocument/2006/relationships/image" Target="../media/image18.png"/><Relationship Id="rId49" Type="http://schemas.openxmlformats.org/officeDocument/2006/relationships/customXml" Target="../ink/ink24.xml"/><Relationship Id="rId10" Type="http://schemas.openxmlformats.org/officeDocument/2006/relationships/image" Target="../media/image5.png"/><Relationship Id="rId19" Type="http://schemas.openxmlformats.org/officeDocument/2006/relationships/customXml" Target="../ink/ink9.xml"/><Relationship Id="rId31" Type="http://schemas.openxmlformats.org/officeDocument/2006/relationships/customXml" Target="../ink/ink15.xml"/><Relationship Id="rId44" Type="http://schemas.openxmlformats.org/officeDocument/2006/relationships/image" Target="../media/image22.png"/><Relationship Id="rId52" Type="http://schemas.openxmlformats.org/officeDocument/2006/relationships/image" Target="../media/image26.png"/><Relationship Id="rId4" Type="http://schemas.openxmlformats.org/officeDocument/2006/relationships/image" Target="../media/image2.png"/><Relationship Id="rId9" Type="http://schemas.openxmlformats.org/officeDocument/2006/relationships/customXml" Target="../ink/ink4.xml"/><Relationship Id="rId14" Type="http://schemas.openxmlformats.org/officeDocument/2006/relationships/image" Target="../media/image7.png"/><Relationship Id="rId22" Type="http://schemas.openxmlformats.org/officeDocument/2006/relationships/image" Target="../media/image11.png"/><Relationship Id="rId27" Type="http://schemas.openxmlformats.org/officeDocument/2006/relationships/customXml" Target="../ink/ink13.xml"/><Relationship Id="rId30" Type="http://schemas.openxmlformats.org/officeDocument/2006/relationships/image" Target="../media/image15.png"/><Relationship Id="rId35" Type="http://schemas.openxmlformats.org/officeDocument/2006/relationships/customXml" Target="../ink/ink17.xml"/><Relationship Id="rId43" Type="http://schemas.openxmlformats.org/officeDocument/2006/relationships/customXml" Target="../ink/ink21.xml"/><Relationship Id="rId48" Type="http://schemas.openxmlformats.org/officeDocument/2006/relationships/image" Target="../media/image24.png"/><Relationship Id="rId8" Type="http://schemas.openxmlformats.org/officeDocument/2006/relationships/image" Target="../media/image4.png"/><Relationship Id="rId51" Type="http://schemas.openxmlformats.org/officeDocument/2006/relationships/customXml" Target="../ink/ink25.xml"/><Relationship Id="rId3" Type="http://schemas.openxmlformats.org/officeDocument/2006/relationships/customXml" Target="../ink/ink1.xml"/><Relationship Id="rId12" Type="http://schemas.openxmlformats.org/officeDocument/2006/relationships/image" Target="../media/image6.png"/><Relationship Id="rId17" Type="http://schemas.openxmlformats.org/officeDocument/2006/relationships/customXml" Target="../ink/ink8.xml"/><Relationship Id="rId25" Type="http://schemas.openxmlformats.org/officeDocument/2006/relationships/customXml" Target="../ink/ink12.xml"/><Relationship Id="rId33" Type="http://schemas.openxmlformats.org/officeDocument/2006/relationships/customXml" Target="../ink/ink16.xml"/><Relationship Id="rId38" Type="http://schemas.openxmlformats.org/officeDocument/2006/relationships/image" Target="../media/image19.png"/><Relationship Id="rId46" Type="http://schemas.openxmlformats.org/officeDocument/2006/relationships/image" Target="../media/image23.png"/><Relationship Id="rId20" Type="http://schemas.openxmlformats.org/officeDocument/2006/relationships/image" Target="../media/image10.png"/><Relationship Id="rId41" Type="http://schemas.openxmlformats.org/officeDocument/2006/relationships/customXml" Target="../ink/ink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84.png"/><Relationship Id="rId21" Type="http://schemas.openxmlformats.org/officeDocument/2006/relationships/image" Target="../media/image36.png"/><Relationship Id="rId42" Type="http://schemas.openxmlformats.org/officeDocument/2006/relationships/customXml" Target="../ink/ink46.xml"/><Relationship Id="rId63" Type="http://schemas.openxmlformats.org/officeDocument/2006/relationships/image" Target="../media/image57.png"/><Relationship Id="rId84" Type="http://schemas.openxmlformats.org/officeDocument/2006/relationships/customXml" Target="../ink/ink67.xml"/><Relationship Id="rId138" Type="http://schemas.openxmlformats.org/officeDocument/2006/relationships/customXml" Target="../ink/ink94.xml"/><Relationship Id="rId107" Type="http://schemas.openxmlformats.org/officeDocument/2006/relationships/image" Target="../media/image79.png"/><Relationship Id="rId11" Type="http://schemas.openxmlformats.org/officeDocument/2006/relationships/image" Target="../media/image31.png"/><Relationship Id="rId32" Type="http://schemas.openxmlformats.org/officeDocument/2006/relationships/customXml" Target="../ink/ink41.xml"/><Relationship Id="rId37" Type="http://schemas.openxmlformats.org/officeDocument/2006/relationships/image" Target="../media/image44.png"/><Relationship Id="rId53" Type="http://schemas.openxmlformats.org/officeDocument/2006/relationships/image" Target="../media/image52.png"/><Relationship Id="rId58" Type="http://schemas.openxmlformats.org/officeDocument/2006/relationships/customXml" Target="../ink/ink54.xml"/><Relationship Id="rId74" Type="http://schemas.openxmlformats.org/officeDocument/2006/relationships/customXml" Target="../ink/ink62.xml"/><Relationship Id="rId79" Type="http://schemas.openxmlformats.org/officeDocument/2006/relationships/image" Target="../media/image65.png"/><Relationship Id="rId102" Type="http://schemas.openxmlformats.org/officeDocument/2006/relationships/customXml" Target="../ink/ink76.xml"/><Relationship Id="rId123" Type="http://schemas.openxmlformats.org/officeDocument/2006/relationships/image" Target="../media/image87.png"/><Relationship Id="rId128" Type="http://schemas.openxmlformats.org/officeDocument/2006/relationships/customXml" Target="../ink/ink89.xml"/><Relationship Id="rId5" Type="http://schemas.openxmlformats.org/officeDocument/2006/relationships/image" Target="../media/image28.png"/><Relationship Id="rId90" Type="http://schemas.openxmlformats.org/officeDocument/2006/relationships/customXml" Target="../ink/ink70.xml"/><Relationship Id="rId95" Type="http://schemas.openxmlformats.org/officeDocument/2006/relationships/image" Target="../media/image73.png"/><Relationship Id="rId22" Type="http://schemas.openxmlformats.org/officeDocument/2006/relationships/customXml" Target="../ink/ink36.xml"/><Relationship Id="rId27" Type="http://schemas.openxmlformats.org/officeDocument/2006/relationships/image" Target="../media/image39.png"/><Relationship Id="rId43" Type="http://schemas.openxmlformats.org/officeDocument/2006/relationships/image" Target="../media/image47.png"/><Relationship Id="rId48" Type="http://schemas.openxmlformats.org/officeDocument/2006/relationships/customXml" Target="../ink/ink49.xml"/><Relationship Id="rId64" Type="http://schemas.openxmlformats.org/officeDocument/2006/relationships/customXml" Target="../ink/ink57.xml"/><Relationship Id="rId69" Type="http://schemas.openxmlformats.org/officeDocument/2006/relationships/image" Target="../media/image60.png"/><Relationship Id="rId113" Type="http://schemas.openxmlformats.org/officeDocument/2006/relationships/image" Target="../media/image82.png"/><Relationship Id="rId118" Type="http://schemas.openxmlformats.org/officeDocument/2006/relationships/customXml" Target="../ink/ink84.xml"/><Relationship Id="rId134" Type="http://schemas.openxmlformats.org/officeDocument/2006/relationships/customXml" Target="../ink/ink92.xml"/><Relationship Id="rId139" Type="http://schemas.openxmlformats.org/officeDocument/2006/relationships/image" Target="../media/image95.png"/><Relationship Id="rId80" Type="http://schemas.openxmlformats.org/officeDocument/2006/relationships/customXml" Target="../ink/ink65.xml"/><Relationship Id="rId85" Type="http://schemas.openxmlformats.org/officeDocument/2006/relationships/image" Target="../media/image68.png"/><Relationship Id="rId12" Type="http://schemas.openxmlformats.org/officeDocument/2006/relationships/customXml" Target="../ink/ink31.xml"/><Relationship Id="rId17" Type="http://schemas.openxmlformats.org/officeDocument/2006/relationships/image" Target="../media/image34.png"/><Relationship Id="rId33" Type="http://schemas.openxmlformats.org/officeDocument/2006/relationships/image" Target="../media/image42.png"/><Relationship Id="rId38" Type="http://schemas.openxmlformats.org/officeDocument/2006/relationships/customXml" Target="../ink/ink44.xml"/><Relationship Id="rId59" Type="http://schemas.openxmlformats.org/officeDocument/2006/relationships/image" Target="../media/image55.png"/><Relationship Id="rId103" Type="http://schemas.openxmlformats.org/officeDocument/2006/relationships/image" Target="../media/image77.png"/><Relationship Id="rId108" Type="http://schemas.openxmlformats.org/officeDocument/2006/relationships/customXml" Target="../ink/ink79.xml"/><Relationship Id="rId124" Type="http://schemas.openxmlformats.org/officeDocument/2006/relationships/customXml" Target="../ink/ink87.xml"/><Relationship Id="rId129" Type="http://schemas.openxmlformats.org/officeDocument/2006/relationships/image" Target="../media/image90.png"/><Relationship Id="rId54" Type="http://schemas.openxmlformats.org/officeDocument/2006/relationships/customXml" Target="../ink/ink52.xml"/><Relationship Id="rId70" Type="http://schemas.openxmlformats.org/officeDocument/2006/relationships/customXml" Target="../ink/ink60.xml"/><Relationship Id="rId75" Type="http://schemas.openxmlformats.org/officeDocument/2006/relationships/image" Target="../media/image63.png"/><Relationship Id="rId91" Type="http://schemas.openxmlformats.org/officeDocument/2006/relationships/image" Target="../media/image71.png"/><Relationship Id="rId96" Type="http://schemas.openxmlformats.org/officeDocument/2006/relationships/customXml" Target="../ink/ink73.xml"/><Relationship Id="rId140" Type="http://schemas.openxmlformats.org/officeDocument/2006/relationships/customXml" Target="../ink/ink95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8.xml"/><Relationship Id="rId23" Type="http://schemas.openxmlformats.org/officeDocument/2006/relationships/image" Target="../media/image37.png"/><Relationship Id="rId28" Type="http://schemas.openxmlformats.org/officeDocument/2006/relationships/customXml" Target="../ink/ink39.xml"/><Relationship Id="rId49" Type="http://schemas.openxmlformats.org/officeDocument/2006/relationships/image" Target="../media/image50.png"/><Relationship Id="rId114" Type="http://schemas.openxmlformats.org/officeDocument/2006/relationships/customXml" Target="../ink/ink82.xml"/><Relationship Id="rId119" Type="http://schemas.openxmlformats.org/officeDocument/2006/relationships/image" Target="../media/image85.png"/><Relationship Id="rId44" Type="http://schemas.openxmlformats.org/officeDocument/2006/relationships/customXml" Target="../ink/ink47.xml"/><Relationship Id="rId60" Type="http://schemas.openxmlformats.org/officeDocument/2006/relationships/customXml" Target="../ink/ink55.xml"/><Relationship Id="rId65" Type="http://schemas.openxmlformats.org/officeDocument/2006/relationships/image" Target="../media/image58.png"/><Relationship Id="rId81" Type="http://schemas.openxmlformats.org/officeDocument/2006/relationships/image" Target="../media/image66.png"/><Relationship Id="rId86" Type="http://schemas.openxmlformats.org/officeDocument/2006/relationships/customXml" Target="../ink/ink68.xml"/><Relationship Id="rId130" Type="http://schemas.openxmlformats.org/officeDocument/2006/relationships/customXml" Target="../ink/ink90.xml"/><Relationship Id="rId135" Type="http://schemas.openxmlformats.org/officeDocument/2006/relationships/image" Target="../media/image93.png"/><Relationship Id="rId13" Type="http://schemas.openxmlformats.org/officeDocument/2006/relationships/image" Target="../media/image32.png"/><Relationship Id="rId18" Type="http://schemas.openxmlformats.org/officeDocument/2006/relationships/customXml" Target="../ink/ink34.xml"/><Relationship Id="rId39" Type="http://schemas.openxmlformats.org/officeDocument/2006/relationships/image" Target="../media/image45.png"/><Relationship Id="rId109" Type="http://schemas.openxmlformats.org/officeDocument/2006/relationships/image" Target="../media/image80.png"/><Relationship Id="rId34" Type="http://schemas.openxmlformats.org/officeDocument/2006/relationships/customXml" Target="../ink/ink42.xml"/><Relationship Id="rId50" Type="http://schemas.openxmlformats.org/officeDocument/2006/relationships/customXml" Target="../ink/ink50.xml"/><Relationship Id="rId55" Type="http://schemas.openxmlformats.org/officeDocument/2006/relationships/image" Target="../media/image53.png"/><Relationship Id="rId76" Type="http://schemas.openxmlformats.org/officeDocument/2006/relationships/customXml" Target="../ink/ink63.xml"/><Relationship Id="rId97" Type="http://schemas.openxmlformats.org/officeDocument/2006/relationships/image" Target="../media/image74.png"/><Relationship Id="rId104" Type="http://schemas.openxmlformats.org/officeDocument/2006/relationships/customXml" Target="../ink/ink77.xml"/><Relationship Id="rId120" Type="http://schemas.openxmlformats.org/officeDocument/2006/relationships/customXml" Target="../ink/ink85.xml"/><Relationship Id="rId125" Type="http://schemas.openxmlformats.org/officeDocument/2006/relationships/image" Target="../media/image88.png"/><Relationship Id="rId141" Type="http://schemas.openxmlformats.org/officeDocument/2006/relationships/image" Target="../media/image96.png"/><Relationship Id="rId7" Type="http://schemas.openxmlformats.org/officeDocument/2006/relationships/image" Target="../media/image29.png"/><Relationship Id="rId71" Type="http://schemas.openxmlformats.org/officeDocument/2006/relationships/image" Target="../media/image61.png"/><Relationship Id="rId92" Type="http://schemas.openxmlformats.org/officeDocument/2006/relationships/customXml" Target="../ink/ink71.xml"/><Relationship Id="rId2" Type="http://schemas.openxmlformats.org/officeDocument/2006/relationships/customXml" Target="../ink/ink26.xml"/><Relationship Id="rId29" Type="http://schemas.openxmlformats.org/officeDocument/2006/relationships/image" Target="../media/image40.png"/><Relationship Id="rId24" Type="http://schemas.openxmlformats.org/officeDocument/2006/relationships/customXml" Target="../ink/ink37.xml"/><Relationship Id="rId40" Type="http://schemas.openxmlformats.org/officeDocument/2006/relationships/customXml" Target="../ink/ink45.xml"/><Relationship Id="rId45" Type="http://schemas.openxmlformats.org/officeDocument/2006/relationships/image" Target="../media/image48.png"/><Relationship Id="rId66" Type="http://schemas.openxmlformats.org/officeDocument/2006/relationships/customXml" Target="../ink/ink58.xml"/><Relationship Id="rId87" Type="http://schemas.openxmlformats.org/officeDocument/2006/relationships/image" Target="../media/image69.png"/><Relationship Id="rId110" Type="http://schemas.openxmlformats.org/officeDocument/2006/relationships/customXml" Target="../ink/ink80.xml"/><Relationship Id="rId115" Type="http://schemas.openxmlformats.org/officeDocument/2006/relationships/image" Target="../media/image83.png"/><Relationship Id="rId131" Type="http://schemas.openxmlformats.org/officeDocument/2006/relationships/image" Target="../media/image91.png"/><Relationship Id="rId136" Type="http://schemas.openxmlformats.org/officeDocument/2006/relationships/customXml" Target="../ink/ink93.xml"/><Relationship Id="rId61" Type="http://schemas.openxmlformats.org/officeDocument/2006/relationships/image" Target="../media/image56.png"/><Relationship Id="rId82" Type="http://schemas.openxmlformats.org/officeDocument/2006/relationships/customXml" Target="../ink/ink66.xml"/><Relationship Id="rId19" Type="http://schemas.openxmlformats.org/officeDocument/2006/relationships/image" Target="../media/image35.png"/><Relationship Id="rId14" Type="http://schemas.openxmlformats.org/officeDocument/2006/relationships/customXml" Target="../ink/ink32.xml"/><Relationship Id="rId30" Type="http://schemas.openxmlformats.org/officeDocument/2006/relationships/customXml" Target="../ink/ink40.xml"/><Relationship Id="rId35" Type="http://schemas.openxmlformats.org/officeDocument/2006/relationships/image" Target="../media/image43.png"/><Relationship Id="rId56" Type="http://schemas.openxmlformats.org/officeDocument/2006/relationships/customXml" Target="../ink/ink53.xml"/><Relationship Id="rId77" Type="http://schemas.openxmlformats.org/officeDocument/2006/relationships/image" Target="../media/image64.png"/><Relationship Id="rId100" Type="http://schemas.openxmlformats.org/officeDocument/2006/relationships/customXml" Target="../ink/ink75.xml"/><Relationship Id="rId105" Type="http://schemas.openxmlformats.org/officeDocument/2006/relationships/image" Target="../media/image78.png"/><Relationship Id="rId126" Type="http://schemas.openxmlformats.org/officeDocument/2006/relationships/customXml" Target="../ink/ink88.xml"/><Relationship Id="rId8" Type="http://schemas.openxmlformats.org/officeDocument/2006/relationships/customXml" Target="../ink/ink29.xml"/><Relationship Id="rId51" Type="http://schemas.openxmlformats.org/officeDocument/2006/relationships/image" Target="../media/image51.png"/><Relationship Id="rId72" Type="http://schemas.openxmlformats.org/officeDocument/2006/relationships/customXml" Target="../ink/ink61.xml"/><Relationship Id="rId93" Type="http://schemas.openxmlformats.org/officeDocument/2006/relationships/image" Target="../media/image72.png"/><Relationship Id="rId98" Type="http://schemas.openxmlformats.org/officeDocument/2006/relationships/customXml" Target="../ink/ink74.xml"/><Relationship Id="rId121" Type="http://schemas.openxmlformats.org/officeDocument/2006/relationships/image" Target="../media/image86.png"/><Relationship Id="rId142" Type="http://schemas.openxmlformats.org/officeDocument/2006/relationships/customXml" Target="../ink/ink96.xml"/><Relationship Id="rId3" Type="http://schemas.openxmlformats.org/officeDocument/2006/relationships/image" Target="../media/image27.png"/><Relationship Id="rId25" Type="http://schemas.openxmlformats.org/officeDocument/2006/relationships/image" Target="../media/image38.png"/><Relationship Id="rId46" Type="http://schemas.openxmlformats.org/officeDocument/2006/relationships/customXml" Target="../ink/ink48.xml"/><Relationship Id="rId67" Type="http://schemas.openxmlformats.org/officeDocument/2006/relationships/image" Target="../media/image59.png"/><Relationship Id="rId116" Type="http://schemas.openxmlformats.org/officeDocument/2006/relationships/customXml" Target="../ink/ink83.xml"/><Relationship Id="rId137" Type="http://schemas.openxmlformats.org/officeDocument/2006/relationships/image" Target="../media/image94.png"/><Relationship Id="rId20" Type="http://schemas.openxmlformats.org/officeDocument/2006/relationships/customXml" Target="../ink/ink35.xml"/><Relationship Id="rId41" Type="http://schemas.openxmlformats.org/officeDocument/2006/relationships/image" Target="../media/image46.png"/><Relationship Id="rId62" Type="http://schemas.openxmlformats.org/officeDocument/2006/relationships/customXml" Target="../ink/ink56.xml"/><Relationship Id="rId83" Type="http://schemas.openxmlformats.org/officeDocument/2006/relationships/image" Target="../media/image67.png"/><Relationship Id="rId88" Type="http://schemas.openxmlformats.org/officeDocument/2006/relationships/customXml" Target="../ink/ink69.xml"/><Relationship Id="rId111" Type="http://schemas.openxmlformats.org/officeDocument/2006/relationships/image" Target="../media/image81.png"/><Relationship Id="rId132" Type="http://schemas.openxmlformats.org/officeDocument/2006/relationships/customXml" Target="../ink/ink91.xml"/><Relationship Id="rId15" Type="http://schemas.openxmlformats.org/officeDocument/2006/relationships/image" Target="../media/image33.png"/><Relationship Id="rId36" Type="http://schemas.openxmlformats.org/officeDocument/2006/relationships/customXml" Target="../ink/ink43.xml"/><Relationship Id="rId57" Type="http://schemas.openxmlformats.org/officeDocument/2006/relationships/image" Target="../media/image54.png"/><Relationship Id="rId106" Type="http://schemas.openxmlformats.org/officeDocument/2006/relationships/customXml" Target="../ink/ink78.xml"/><Relationship Id="rId127" Type="http://schemas.openxmlformats.org/officeDocument/2006/relationships/image" Target="../media/image89.png"/><Relationship Id="rId10" Type="http://schemas.openxmlformats.org/officeDocument/2006/relationships/customXml" Target="../ink/ink30.xml"/><Relationship Id="rId31" Type="http://schemas.openxmlformats.org/officeDocument/2006/relationships/image" Target="../media/image41.png"/><Relationship Id="rId52" Type="http://schemas.openxmlformats.org/officeDocument/2006/relationships/customXml" Target="../ink/ink51.xml"/><Relationship Id="rId73" Type="http://schemas.openxmlformats.org/officeDocument/2006/relationships/image" Target="../media/image62.png"/><Relationship Id="rId78" Type="http://schemas.openxmlformats.org/officeDocument/2006/relationships/customXml" Target="../ink/ink64.xml"/><Relationship Id="rId94" Type="http://schemas.openxmlformats.org/officeDocument/2006/relationships/customXml" Target="../ink/ink72.xml"/><Relationship Id="rId99" Type="http://schemas.openxmlformats.org/officeDocument/2006/relationships/image" Target="../media/image75.png"/><Relationship Id="rId101" Type="http://schemas.openxmlformats.org/officeDocument/2006/relationships/image" Target="../media/image76.png"/><Relationship Id="rId122" Type="http://schemas.openxmlformats.org/officeDocument/2006/relationships/customXml" Target="../ink/ink86.xml"/><Relationship Id="rId143" Type="http://schemas.openxmlformats.org/officeDocument/2006/relationships/image" Target="../media/image97.png"/><Relationship Id="rId4" Type="http://schemas.openxmlformats.org/officeDocument/2006/relationships/customXml" Target="../ink/ink27.xml"/><Relationship Id="rId9" Type="http://schemas.openxmlformats.org/officeDocument/2006/relationships/image" Target="../media/image30.png"/><Relationship Id="rId26" Type="http://schemas.openxmlformats.org/officeDocument/2006/relationships/customXml" Target="../ink/ink38.xml"/><Relationship Id="rId47" Type="http://schemas.openxmlformats.org/officeDocument/2006/relationships/image" Target="../media/image49.png"/><Relationship Id="rId68" Type="http://schemas.openxmlformats.org/officeDocument/2006/relationships/customXml" Target="../ink/ink59.xml"/><Relationship Id="rId89" Type="http://schemas.openxmlformats.org/officeDocument/2006/relationships/image" Target="../media/image70.png"/><Relationship Id="rId112" Type="http://schemas.openxmlformats.org/officeDocument/2006/relationships/customXml" Target="../ink/ink81.xml"/><Relationship Id="rId133" Type="http://schemas.openxmlformats.org/officeDocument/2006/relationships/image" Target="../media/image92.png"/><Relationship Id="rId16" Type="http://schemas.openxmlformats.org/officeDocument/2006/relationships/customXml" Target="../ink/ink33.xml"/></Relationships>
</file>

<file path=ppt/slides/_rels/slide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56.png"/><Relationship Id="rId21" Type="http://schemas.openxmlformats.org/officeDocument/2006/relationships/image" Target="../media/image108.png"/><Relationship Id="rId42" Type="http://schemas.openxmlformats.org/officeDocument/2006/relationships/customXml" Target="../ink/ink116.xml"/><Relationship Id="rId63" Type="http://schemas.openxmlformats.org/officeDocument/2006/relationships/image" Target="../media/image129.png"/><Relationship Id="rId84" Type="http://schemas.openxmlformats.org/officeDocument/2006/relationships/customXml" Target="../ink/ink137.xml"/><Relationship Id="rId138" Type="http://schemas.openxmlformats.org/officeDocument/2006/relationships/customXml" Target="../ink/ink164.xml"/><Relationship Id="rId107" Type="http://schemas.openxmlformats.org/officeDocument/2006/relationships/image" Target="../media/image151.png"/><Relationship Id="rId11" Type="http://schemas.openxmlformats.org/officeDocument/2006/relationships/image" Target="../media/image103.png"/><Relationship Id="rId32" Type="http://schemas.openxmlformats.org/officeDocument/2006/relationships/customXml" Target="../ink/ink111.xml"/><Relationship Id="rId53" Type="http://schemas.openxmlformats.org/officeDocument/2006/relationships/image" Target="../media/image124.png"/><Relationship Id="rId74" Type="http://schemas.openxmlformats.org/officeDocument/2006/relationships/customXml" Target="../ink/ink132.xml"/><Relationship Id="rId128" Type="http://schemas.openxmlformats.org/officeDocument/2006/relationships/customXml" Target="../ink/ink159.xml"/><Relationship Id="rId5" Type="http://schemas.openxmlformats.org/officeDocument/2006/relationships/image" Target="../media/image100.png"/><Relationship Id="rId90" Type="http://schemas.openxmlformats.org/officeDocument/2006/relationships/customXml" Target="../ink/ink140.xml"/><Relationship Id="rId95" Type="http://schemas.openxmlformats.org/officeDocument/2006/relationships/image" Target="../media/image145.png"/><Relationship Id="rId22" Type="http://schemas.openxmlformats.org/officeDocument/2006/relationships/customXml" Target="../ink/ink106.xml"/><Relationship Id="rId27" Type="http://schemas.openxmlformats.org/officeDocument/2006/relationships/image" Target="../media/image111.png"/><Relationship Id="rId43" Type="http://schemas.openxmlformats.org/officeDocument/2006/relationships/image" Target="../media/image119.png"/><Relationship Id="rId48" Type="http://schemas.openxmlformats.org/officeDocument/2006/relationships/customXml" Target="../ink/ink119.xml"/><Relationship Id="rId64" Type="http://schemas.openxmlformats.org/officeDocument/2006/relationships/customXml" Target="../ink/ink127.xml"/><Relationship Id="rId69" Type="http://schemas.openxmlformats.org/officeDocument/2006/relationships/image" Target="../media/image132.png"/><Relationship Id="rId113" Type="http://schemas.openxmlformats.org/officeDocument/2006/relationships/image" Target="../media/image154.png"/><Relationship Id="rId118" Type="http://schemas.openxmlformats.org/officeDocument/2006/relationships/customXml" Target="../ink/ink154.xml"/><Relationship Id="rId134" Type="http://schemas.openxmlformats.org/officeDocument/2006/relationships/customXml" Target="../ink/ink162.xml"/><Relationship Id="rId139" Type="http://schemas.openxmlformats.org/officeDocument/2006/relationships/image" Target="../media/image167.png"/><Relationship Id="rId80" Type="http://schemas.openxmlformats.org/officeDocument/2006/relationships/customXml" Target="../ink/ink135.xml"/><Relationship Id="rId85" Type="http://schemas.openxmlformats.org/officeDocument/2006/relationships/image" Target="../media/image140.png"/><Relationship Id="rId12" Type="http://schemas.openxmlformats.org/officeDocument/2006/relationships/customXml" Target="../ink/ink101.xml"/><Relationship Id="rId17" Type="http://schemas.openxmlformats.org/officeDocument/2006/relationships/image" Target="../media/image106.png"/><Relationship Id="rId33" Type="http://schemas.openxmlformats.org/officeDocument/2006/relationships/image" Target="../media/image114.png"/><Relationship Id="rId38" Type="http://schemas.openxmlformats.org/officeDocument/2006/relationships/customXml" Target="../ink/ink114.xml"/><Relationship Id="rId59" Type="http://schemas.openxmlformats.org/officeDocument/2006/relationships/image" Target="../media/image127.png"/><Relationship Id="rId103" Type="http://schemas.openxmlformats.org/officeDocument/2006/relationships/image" Target="../media/image149.png"/><Relationship Id="rId108" Type="http://schemas.openxmlformats.org/officeDocument/2006/relationships/customXml" Target="../ink/ink149.xml"/><Relationship Id="rId124" Type="http://schemas.openxmlformats.org/officeDocument/2006/relationships/customXml" Target="../ink/ink157.xml"/><Relationship Id="rId129" Type="http://schemas.openxmlformats.org/officeDocument/2006/relationships/image" Target="../media/image162.png"/><Relationship Id="rId54" Type="http://schemas.openxmlformats.org/officeDocument/2006/relationships/customXml" Target="../ink/ink122.xml"/><Relationship Id="rId70" Type="http://schemas.openxmlformats.org/officeDocument/2006/relationships/customXml" Target="../ink/ink130.xml"/><Relationship Id="rId75" Type="http://schemas.openxmlformats.org/officeDocument/2006/relationships/image" Target="../media/image135.png"/><Relationship Id="rId91" Type="http://schemas.openxmlformats.org/officeDocument/2006/relationships/image" Target="../media/image143.png"/><Relationship Id="rId96" Type="http://schemas.openxmlformats.org/officeDocument/2006/relationships/customXml" Target="../ink/ink143.xml"/><Relationship Id="rId140" Type="http://schemas.openxmlformats.org/officeDocument/2006/relationships/customXml" Target="../ink/ink165.xml"/><Relationship Id="rId145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98.xml"/><Relationship Id="rId23" Type="http://schemas.openxmlformats.org/officeDocument/2006/relationships/image" Target="../media/image109.png"/><Relationship Id="rId28" Type="http://schemas.openxmlformats.org/officeDocument/2006/relationships/customXml" Target="../ink/ink109.xml"/><Relationship Id="rId49" Type="http://schemas.openxmlformats.org/officeDocument/2006/relationships/image" Target="../media/image122.png"/><Relationship Id="rId114" Type="http://schemas.openxmlformats.org/officeDocument/2006/relationships/customXml" Target="../ink/ink152.xml"/><Relationship Id="rId119" Type="http://schemas.openxmlformats.org/officeDocument/2006/relationships/image" Target="../media/image157.png"/><Relationship Id="rId44" Type="http://schemas.openxmlformats.org/officeDocument/2006/relationships/customXml" Target="../ink/ink117.xml"/><Relationship Id="rId60" Type="http://schemas.openxmlformats.org/officeDocument/2006/relationships/customXml" Target="../ink/ink125.xml"/><Relationship Id="rId65" Type="http://schemas.openxmlformats.org/officeDocument/2006/relationships/image" Target="../media/image130.png"/><Relationship Id="rId81" Type="http://schemas.openxmlformats.org/officeDocument/2006/relationships/image" Target="../media/image138.png"/><Relationship Id="rId86" Type="http://schemas.openxmlformats.org/officeDocument/2006/relationships/customXml" Target="../ink/ink138.xml"/><Relationship Id="rId130" Type="http://schemas.openxmlformats.org/officeDocument/2006/relationships/customXml" Target="../ink/ink160.xml"/><Relationship Id="rId135" Type="http://schemas.openxmlformats.org/officeDocument/2006/relationships/image" Target="../media/image165.png"/><Relationship Id="rId13" Type="http://schemas.openxmlformats.org/officeDocument/2006/relationships/image" Target="../media/image104.png"/><Relationship Id="rId18" Type="http://schemas.openxmlformats.org/officeDocument/2006/relationships/customXml" Target="../ink/ink104.xml"/><Relationship Id="rId39" Type="http://schemas.openxmlformats.org/officeDocument/2006/relationships/image" Target="../media/image117.png"/><Relationship Id="rId109" Type="http://schemas.openxmlformats.org/officeDocument/2006/relationships/image" Target="../media/image152.png"/><Relationship Id="rId34" Type="http://schemas.openxmlformats.org/officeDocument/2006/relationships/customXml" Target="../ink/ink112.xml"/><Relationship Id="rId50" Type="http://schemas.openxmlformats.org/officeDocument/2006/relationships/customXml" Target="../ink/ink120.xml"/><Relationship Id="rId55" Type="http://schemas.openxmlformats.org/officeDocument/2006/relationships/image" Target="../media/image125.png"/><Relationship Id="rId76" Type="http://schemas.openxmlformats.org/officeDocument/2006/relationships/customXml" Target="../ink/ink133.xml"/><Relationship Id="rId97" Type="http://schemas.openxmlformats.org/officeDocument/2006/relationships/image" Target="../media/image146.png"/><Relationship Id="rId104" Type="http://schemas.openxmlformats.org/officeDocument/2006/relationships/customXml" Target="../ink/ink147.xml"/><Relationship Id="rId120" Type="http://schemas.openxmlformats.org/officeDocument/2006/relationships/customXml" Target="../ink/ink155.xml"/><Relationship Id="rId125" Type="http://schemas.openxmlformats.org/officeDocument/2006/relationships/image" Target="../media/image160.png"/><Relationship Id="rId141" Type="http://schemas.openxmlformats.org/officeDocument/2006/relationships/image" Target="../media/image168.png"/><Relationship Id="rId7" Type="http://schemas.openxmlformats.org/officeDocument/2006/relationships/image" Target="../media/image101.png"/><Relationship Id="rId71" Type="http://schemas.openxmlformats.org/officeDocument/2006/relationships/image" Target="../media/image133.png"/><Relationship Id="rId92" Type="http://schemas.openxmlformats.org/officeDocument/2006/relationships/customXml" Target="../ink/ink141.xml"/><Relationship Id="rId2" Type="http://schemas.openxmlformats.org/officeDocument/2006/relationships/image" Target="../media/image98.png"/><Relationship Id="rId29" Type="http://schemas.openxmlformats.org/officeDocument/2006/relationships/image" Target="../media/image112.png"/><Relationship Id="rId24" Type="http://schemas.openxmlformats.org/officeDocument/2006/relationships/customXml" Target="../ink/ink107.xml"/><Relationship Id="rId40" Type="http://schemas.openxmlformats.org/officeDocument/2006/relationships/customXml" Target="../ink/ink115.xml"/><Relationship Id="rId45" Type="http://schemas.openxmlformats.org/officeDocument/2006/relationships/image" Target="../media/image120.png"/><Relationship Id="rId66" Type="http://schemas.openxmlformats.org/officeDocument/2006/relationships/customXml" Target="../ink/ink128.xml"/><Relationship Id="rId87" Type="http://schemas.openxmlformats.org/officeDocument/2006/relationships/image" Target="../media/image141.png"/><Relationship Id="rId110" Type="http://schemas.openxmlformats.org/officeDocument/2006/relationships/customXml" Target="../ink/ink150.xml"/><Relationship Id="rId115" Type="http://schemas.openxmlformats.org/officeDocument/2006/relationships/image" Target="../media/image155.png"/><Relationship Id="rId131" Type="http://schemas.openxmlformats.org/officeDocument/2006/relationships/image" Target="../media/image163.png"/><Relationship Id="rId136" Type="http://schemas.openxmlformats.org/officeDocument/2006/relationships/customXml" Target="../ink/ink163.xml"/><Relationship Id="rId61" Type="http://schemas.openxmlformats.org/officeDocument/2006/relationships/image" Target="../media/image128.png"/><Relationship Id="rId82" Type="http://schemas.openxmlformats.org/officeDocument/2006/relationships/customXml" Target="../ink/ink136.xml"/><Relationship Id="rId19" Type="http://schemas.openxmlformats.org/officeDocument/2006/relationships/image" Target="../media/image107.png"/><Relationship Id="rId14" Type="http://schemas.openxmlformats.org/officeDocument/2006/relationships/customXml" Target="../ink/ink102.xml"/><Relationship Id="rId30" Type="http://schemas.openxmlformats.org/officeDocument/2006/relationships/customXml" Target="../ink/ink110.xml"/><Relationship Id="rId35" Type="http://schemas.openxmlformats.org/officeDocument/2006/relationships/image" Target="../media/image115.png"/><Relationship Id="rId56" Type="http://schemas.openxmlformats.org/officeDocument/2006/relationships/customXml" Target="../ink/ink123.xml"/><Relationship Id="rId77" Type="http://schemas.openxmlformats.org/officeDocument/2006/relationships/image" Target="../media/image136.png"/><Relationship Id="rId100" Type="http://schemas.openxmlformats.org/officeDocument/2006/relationships/customXml" Target="../ink/ink145.xml"/><Relationship Id="rId105" Type="http://schemas.openxmlformats.org/officeDocument/2006/relationships/image" Target="../media/image150.png"/><Relationship Id="rId126" Type="http://schemas.openxmlformats.org/officeDocument/2006/relationships/customXml" Target="../ink/ink158.xml"/><Relationship Id="rId8" Type="http://schemas.openxmlformats.org/officeDocument/2006/relationships/customXml" Target="../ink/ink99.xml"/><Relationship Id="rId51" Type="http://schemas.openxmlformats.org/officeDocument/2006/relationships/image" Target="../media/image123.png"/><Relationship Id="rId72" Type="http://schemas.openxmlformats.org/officeDocument/2006/relationships/customXml" Target="../ink/ink131.xml"/><Relationship Id="rId93" Type="http://schemas.openxmlformats.org/officeDocument/2006/relationships/image" Target="../media/image144.png"/><Relationship Id="rId98" Type="http://schemas.openxmlformats.org/officeDocument/2006/relationships/customXml" Target="../ink/ink144.xml"/><Relationship Id="rId121" Type="http://schemas.openxmlformats.org/officeDocument/2006/relationships/image" Target="../media/image158.png"/><Relationship Id="rId142" Type="http://schemas.openxmlformats.org/officeDocument/2006/relationships/customXml" Target="../ink/ink166.xml"/><Relationship Id="rId3" Type="http://schemas.openxmlformats.org/officeDocument/2006/relationships/image" Target="../media/image99.png"/><Relationship Id="rId25" Type="http://schemas.openxmlformats.org/officeDocument/2006/relationships/image" Target="../media/image110.png"/><Relationship Id="rId46" Type="http://schemas.openxmlformats.org/officeDocument/2006/relationships/customXml" Target="../ink/ink118.xml"/><Relationship Id="rId67" Type="http://schemas.openxmlformats.org/officeDocument/2006/relationships/image" Target="../media/image131.png"/><Relationship Id="rId116" Type="http://schemas.openxmlformats.org/officeDocument/2006/relationships/customXml" Target="../ink/ink153.xml"/><Relationship Id="rId137" Type="http://schemas.openxmlformats.org/officeDocument/2006/relationships/image" Target="../media/image166.png"/><Relationship Id="rId20" Type="http://schemas.openxmlformats.org/officeDocument/2006/relationships/customXml" Target="../ink/ink105.xml"/><Relationship Id="rId41" Type="http://schemas.openxmlformats.org/officeDocument/2006/relationships/image" Target="../media/image118.png"/><Relationship Id="rId62" Type="http://schemas.openxmlformats.org/officeDocument/2006/relationships/customXml" Target="../ink/ink126.xml"/><Relationship Id="rId83" Type="http://schemas.openxmlformats.org/officeDocument/2006/relationships/image" Target="../media/image139.png"/><Relationship Id="rId88" Type="http://schemas.openxmlformats.org/officeDocument/2006/relationships/customXml" Target="../ink/ink139.xml"/><Relationship Id="rId111" Type="http://schemas.openxmlformats.org/officeDocument/2006/relationships/image" Target="../media/image153.png"/><Relationship Id="rId132" Type="http://schemas.openxmlformats.org/officeDocument/2006/relationships/customXml" Target="../ink/ink161.xml"/><Relationship Id="rId15" Type="http://schemas.openxmlformats.org/officeDocument/2006/relationships/image" Target="../media/image105.png"/><Relationship Id="rId36" Type="http://schemas.openxmlformats.org/officeDocument/2006/relationships/customXml" Target="../ink/ink113.xml"/><Relationship Id="rId57" Type="http://schemas.openxmlformats.org/officeDocument/2006/relationships/image" Target="../media/image126.png"/><Relationship Id="rId106" Type="http://schemas.openxmlformats.org/officeDocument/2006/relationships/customXml" Target="../ink/ink148.xml"/><Relationship Id="rId127" Type="http://schemas.openxmlformats.org/officeDocument/2006/relationships/image" Target="../media/image161.png"/><Relationship Id="rId10" Type="http://schemas.openxmlformats.org/officeDocument/2006/relationships/customXml" Target="../ink/ink100.xml"/><Relationship Id="rId31" Type="http://schemas.openxmlformats.org/officeDocument/2006/relationships/image" Target="../media/image113.png"/><Relationship Id="rId52" Type="http://schemas.openxmlformats.org/officeDocument/2006/relationships/customXml" Target="../ink/ink121.xml"/><Relationship Id="rId73" Type="http://schemas.openxmlformats.org/officeDocument/2006/relationships/image" Target="../media/image134.png"/><Relationship Id="rId78" Type="http://schemas.openxmlformats.org/officeDocument/2006/relationships/customXml" Target="../ink/ink134.xml"/><Relationship Id="rId94" Type="http://schemas.openxmlformats.org/officeDocument/2006/relationships/customXml" Target="../ink/ink142.xml"/><Relationship Id="rId99" Type="http://schemas.openxmlformats.org/officeDocument/2006/relationships/image" Target="../media/image147.png"/><Relationship Id="rId101" Type="http://schemas.openxmlformats.org/officeDocument/2006/relationships/image" Target="../media/image148.png"/><Relationship Id="rId122" Type="http://schemas.openxmlformats.org/officeDocument/2006/relationships/customXml" Target="../ink/ink156.xml"/><Relationship Id="rId143" Type="http://schemas.openxmlformats.org/officeDocument/2006/relationships/image" Target="../media/image169.png"/><Relationship Id="rId4" Type="http://schemas.openxmlformats.org/officeDocument/2006/relationships/customXml" Target="../ink/ink97.xml"/><Relationship Id="rId9" Type="http://schemas.openxmlformats.org/officeDocument/2006/relationships/image" Target="../media/image102.png"/><Relationship Id="rId26" Type="http://schemas.openxmlformats.org/officeDocument/2006/relationships/customXml" Target="../ink/ink108.xml"/><Relationship Id="rId47" Type="http://schemas.openxmlformats.org/officeDocument/2006/relationships/image" Target="../media/image121.png"/><Relationship Id="rId68" Type="http://schemas.openxmlformats.org/officeDocument/2006/relationships/customXml" Target="../ink/ink129.xml"/><Relationship Id="rId89" Type="http://schemas.openxmlformats.org/officeDocument/2006/relationships/image" Target="../media/image142.png"/><Relationship Id="rId112" Type="http://schemas.openxmlformats.org/officeDocument/2006/relationships/customXml" Target="../ink/ink151.xml"/><Relationship Id="rId133" Type="http://schemas.openxmlformats.org/officeDocument/2006/relationships/image" Target="../media/image164.png"/><Relationship Id="rId16" Type="http://schemas.openxmlformats.org/officeDocument/2006/relationships/customXml" Target="../ink/ink103.xml"/><Relationship Id="rId37" Type="http://schemas.openxmlformats.org/officeDocument/2006/relationships/image" Target="../media/image116.png"/><Relationship Id="rId58" Type="http://schemas.openxmlformats.org/officeDocument/2006/relationships/customXml" Target="../ink/ink124.xml"/><Relationship Id="rId79" Type="http://schemas.openxmlformats.org/officeDocument/2006/relationships/image" Target="../media/image137.png"/><Relationship Id="rId102" Type="http://schemas.openxmlformats.org/officeDocument/2006/relationships/customXml" Target="../ink/ink146.xml"/><Relationship Id="rId123" Type="http://schemas.openxmlformats.org/officeDocument/2006/relationships/image" Target="../media/image159.png"/><Relationship Id="rId144" Type="http://schemas.openxmlformats.org/officeDocument/2006/relationships/customXml" Target="../ink/ink167.xml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28.png"/><Relationship Id="rId21" Type="http://schemas.openxmlformats.org/officeDocument/2006/relationships/image" Target="../media/image180.png"/><Relationship Id="rId42" Type="http://schemas.openxmlformats.org/officeDocument/2006/relationships/customXml" Target="../ink/ink188.xml"/><Relationship Id="rId63" Type="http://schemas.openxmlformats.org/officeDocument/2006/relationships/image" Target="../media/image201.png"/><Relationship Id="rId84" Type="http://schemas.openxmlformats.org/officeDocument/2006/relationships/customXml" Target="../ink/ink209.xml"/><Relationship Id="rId138" Type="http://schemas.openxmlformats.org/officeDocument/2006/relationships/customXml" Target="../ink/ink236.xml"/><Relationship Id="rId159" Type="http://schemas.openxmlformats.org/officeDocument/2006/relationships/image" Target="../media/image249.png"/><Relationship Id="rId170" Type="http://schemas.openxmlformats.org/officeDocument/2006/relationships/customXml" Target="../ink/ink252.xml"/><Relationship Id="rId191" Type="http://schemas.openxmlformats.org/officeDocument/2006/relationships/image" Target="../media/image265.png"/><Relationship Id="rId205" Type="http://schemas.openxmlformats.org/officeDocument/2006/relationships/image" Target="../media/image272.png"/><Relationship Id="rId226" Type="http://schemas.openxmlformats.org/officeDocument/2006/relationships/customXml" Target="../ink/ink280.xml"/><Relationship Id="rId247" Type="http://schemas.openxmlformats.org/officeDocument/2006/relationships/image" Target="../media/image293.png"/><Relationship Id="rId107" Type="http://schemas.openxmlformats.org/officeDocument/2006/relationships/image" Target="../media/image223.png"/><Relationship Id="rId11" Type="http://schemas.openxmlformats.org/officeDocument/2006/relationships/image" Target="../media/image175.png"/><Relationship Id="rId32" Type="http://schemas.openxmlformats.org/officeDocument/2006/relationships/customXml" Target="../ink/ink183.xml"/><Relationship Id="rId53" Type="http://schemas.openxmlformats.org/officeDocument/2006/relationships/image" Target="../media/image196.png"/><Relationship Id="rId74" Type="http://schemas.openxmlformats.org/officeDocument/2006/relationships/customXml" Target="../ink/ink204.xml"/><Relationship Id="rId128" Type="http://schemas.openxmlformats.org/officeDocument/2006/relationships/customXml" Target="../ink/ink231.xml"/><Relationship Id="rId149" Type="http://schemas.openxmlformats.org/officeDocument/2006/relationships/image" Target="../media/image244.png"/><Relationship Id="rId5" Type="http://schemas.openxmlformats.org/officeDocument/2006/relationships/image" Target="../media/image172.png"/><Relationship Id="rId95" Type="http://schemas.openxmlformats.org/officeDocument/2006/relationships/image" Target="../media/image217.png"/><Relationship Id="rId160" Type="http://schemas.openxmlformats.org/officeDocument/2006/relationships/customXml" Target="../ink/ink247.xml"/><Relationship Id="rId181" Type="http://schemas.openxmlformats.org/officeDocument/2006/relationships/image" Target="../media/image260.png"/><Relationship Id="rId216" Type="http://schemas.openxmlformats.org/officeDocument/2006/relationships/customXml" Target="../ink/ink275.xml"/><Relationship Id="rId237" Type="http://schemas.openxmlformats.org/officeDocument/2006/relationships/image" Target="../media/image288.png"/><Relationship Id="rId258" Type="http://schemas.openxmlformats.org/officeDocument/2006/relationships/customXml" Target="../ink/ink296.xml"/><Relationship Id="rId22" Type="http://schemas.openxmlformats.org/officeDocument/2006/relationships/customXml" Target="../ink/ink178.xml"/><Relationship Id="rId43" Type="http://schemas.openxmlformats.org/officeDocument/2006/relationships/image" Target="../media/image191.png"/><Relationship Id="rId64" Type="http://schemas.openxmlformats.org/officeDocument/2006/relationships/customXml" Target="../ink/ink199.xml"/><Relationship Id="rId118" Type="http://schemas.openxmlformats.org/officeDocument/2006/relationships/customXml" Target="../ink/ink226.xml"/><Relationship Id="rId139" Type="http://schemas.openxmlformats.org/officeDocument/2006/relationships/image" Target="../media/image239.png"/><Relationship Id="rId85" Type="http://schemas.openxmlformats.org/officeDocument/2006/relationships/image" Target="../media/image212.png"/><Relationship Id="rId150" Type="http://schemas.openxmlformats.org/officeDocument/2006/relationships/customXml" Target="../ink/ink242.xml"/><Relationship Id="rId171" Type="http://schemas.openxmlformats.org/officeDocument/2006/relationships/image" Target="../media/image255.png"/><Relationship Id="rId192" Type="http://schemas.openxmlformats.org/officeDocument/2006/relationships/customXml" Target="../ink/ink263.xml"/><Relationship Id="rId206" Type="http://schemas.openxmlformats.org/officeDocument/2006/relationships/customXml" Target="../ink/ink270.xml"/><Relationship Id="rId227" Type="http://schemas.openxmlformats.org/officeDocument/2006/relationships/image" Target="../media/image283.png"/><Relationship Id="rId248" Type="http://schemas.openxmlformats.org/officeDocument/2006/relationships/customXml" Target="../ink/ink291.xml"/><Relationship Id="rId12" Type="http://schemas.openxmlformats.org/officeDocument/2006/relationships/customXml" Target="../ink/ink173.xml"/><Relationship Id="rId33" Type="http://schemas.openxmlformats.org/officeDocument/2006/relationships/image" Target="../media/image186.png"/><Relationship Id="rId108" Type="http://schemas.openxmlformats.org/officeDocument/2006/relationships/customXml" Target="../ink/ink221.xml"/><Relationship Id="rId129" Type="http://schemas.openxmlformats.org/officeDocument/2006/relationships/image" Target="../media/image234.png"/><Relationship Id="rId54" Type="http://schemas.openxmlformats.org/officeDocument/2006/relationships/customXml" Target="../ink/ink194.xml"/><Relationship Id="rId75" Type="http://schemas.openxmlformats.org/officeDocument/2006/relationships/image" Target="../media/image207.png"/><Relationship Id="rId96" Type="http://schemas.openxmlformats.org/officeDocument/2006/relationships/customXml" Target="../ink/ink215.xml"/><Relationship Id="rId140" Type="http://schemas.openxmlformats.org/officeDocument/2006/relationships/customXml" Target="../ink/ink237.xml"/><Relationship Id="rId161" Type="http://schemas.openxmlformats.org/officeDocument/2006/relationships/image" Target="../media/image250.png"/><Relationship Id="rId182" Type="http://schemas.openxmlformats.org/officeDocument/2006/relationships/customXml" Target="../ink/ink258.xml"/><Relationship Id="rId217" Type="http://schemas.openxmlformats.org/officeDocument/2006/relationships/image" Target="../media/image278.png"/><Relationship Id="rId6" Type="http://schemas.openxmlformats.org/officeDocument/2006/relationships/customXml" Target="../ink/ink170.xml"/><Relationship Id="rId238" Type="http://schemas.openxmlformats.org/officeDocument/2006/relationships/customXml" Target="../ink/ink286.xml"/><Relationship Id="rId259" Type="http://schemas.openxmlformats.org/officeDocument/2006/relationships/image" Target="../media/image299.png"/><Relationship Id="rId23" Type="http://schemas.openxmlformats.org/officeDocument/2006/relationships/image" Target="../media/image181.png"/><Relationship Id="rId119" Type="http://schemas.openxmlformats.org/officeDocument/2006/relationships/image" Target="../media/image229.png"/><Relationship Id="rId44" Type="http://schemas.openxmlformats.org/officeDocument/2006/relationships/customXml" Target="../ink/ink189.xml"/><Relationship Id="rId65" Type="http://schemas.openxmlformats.org/officeDocument/2006/relationships/image" Target="../media/image202.png"/><Relationship Id="rId86" Type="http://schemas.openxmlformats.org/officeDocument/2006/relationships/customXml" Target="../ink/ink210.xml"/><Relationship Id="rId130" Type="http://schemas.openxmlformats.org/officeDocument/2006/relationships/customXml" Target="../ink/ink232.xml"/><Relationship Id="rId151" Type="http://schemas.openxmlformats.org/officeDocument/2006/relationships/image" Target="../media/image245.png"/><Relationship Id="rId172" Type="http://schemas.openxmlformats.org/officeDocument/2006/relationships/customXml" Target="../ink/ink253.xml"/><Relationship Id="rId193" Type="http://schemas.openxmlformats.org/officeDocument/2006/relationships/image" Target="../media/image266.png"/><Relationship Id="rId207" Type="http://schemas.openxmlformats.org/officeDocument/2006/relationships/image" Target="../media/image273.png"/><Relationship Id="rId228" Type="http://schemas.openxmlformats.org/officeDocument/2006/relationships/customXml" Target="../ink/ink281.xml"/><Relationship Id="rId249" Type="http://schemas.openxmlformats.org/officeDocument/2006/relationships/image" Target="../media/image294.png"/><Relationship Id="rId13" Type="http://schemas.openxmlformats.org/officeDocument/2006/relationships/image" Target="../media/image176.png"/><Relationship Id="rId109" Type="http://schemas.openxmlformats.org/officeDocument/2006/relationships/image" Target="../media/image224.png"/><Relationship Id="rId34" Type="http://schemas.openxmlformats.org/officeDocument/2006/relationships/customXml" Target="../ink/ink184.xml"/><Relationship Id="rId55" Type="http://schemas.openxmlformats.org/officeDocument/2006/relationships/image" Target="../media/image197.png"/><Relationship Id="rId76" Type="http://schemas.openxmlformats.org/officeDocument/2006/relationships/customXml" Target="../ink/ink205.xml"/><Relationship Id="rId97" Type="http://schemas.openxmlformats.org/officeDocument/2006/relationships/image" Target="../media/image218.png"/><Relationship Id="rId120" Type="http://schemas.openxmlformats.org/officeDocument/2006/relationships/customXml" Target="../ink/ink227.xml"/><Relationship Id="rId141" Type="http://schemas.openxmlformats.org/officeDocument/2006/relationships/image" Target="../media/image240.png"/><Relationship Id="rId7" Type="http://schemas.openxmlformats.org/officeDocument/2006/relationships/image" Target="../media/image173.png"/><Relationship Id="rId162" Type="http://schemas.openxmlformats.org/officeDocument/2006/relationships/customXml" Target="../ink/ink248.xml"/><Relationship Id="rId183" Type="http://schemas.openxmlformats.org/officeDocument/2006/relationships/image" Target="../media/image261.png"/><Relationship Id="rId218" Type="http://schemas.openxmlformats.org/officeDocument/2006/relationships/customXml" Target="../ink/ink276.xml"/><Relationship Id="rId239" Type="http://schemas.openxmlformats.org/officeDocument/2006/relationships/image" Target="../media/image289.png"/><Relationship Id="rId250" Type="http://schemas.openxmlformats.org/officeDocument/2006/relationships/customXml" Target="../ink/ink292.xml"/><Relationship Id="rId24" Type="http://schemas.openxmlformats.org/officeDocument/2006/relationships/customXml" Target="../ink/ink179.xml"/><Relationship Id="rId45" Type="http://schemas.openxmlformats.org/officeDocument/2006/relationships/image" Target="../media/image192.png"/><Relationship Id="rId66" Type="http://schemas.openxmlformats.org/officeDocument/2006/relationships/customXml" Target="../ink/ink200.xml"/><Relationship Id="rId87" Type="http://schemas.openxmlformats.org/officeDocument/2006/relationships/image" Target="../media/image213.png"/><Relationship Id="rId110" Type="http://schemas.openxmlformats.org/officeDocument/2006/relationships/customXml" Target="../ink/ink222.xml"/><Relationship Id="rId131" Type="http://schemas.openxmlformats.org/officeDocument/2006/relationships/image" Target="../media/image235.png"/><Relationship Id="rId152" Type="http://schemas.openxmlformats.org/officeDocument/2006/relationships/customXml" Target="../ink/ink243.xml"/><Relationship Id="rId173" Type="http://schemas.openxmlformats.org/officeDocument/2006/relationships/image" Target="../media/image256.png"/><Relationship Id="rId194" Type="http://schemas.openxmlformats.org/officeDocument/2006/relationships/customXml" Target="../ink/ink264.xml"/><Relationship Id="rId208" Type="http://schemas.openxmlformats.org/officeDocument/2006/relationships/customXml" Target="../ink/ink271.xml"/><Relationship Id="rId229" Type="http://schemas.openxmlformats.org/officeDocument/2006/relationships/image" Target="../media/image284.png"/><Relationship Id="rId240" Type="http://schemas.openxmlformats.org/officeDocument/2006/relationships/customXml" Target="../ink/ink287.xml"/><Relationship Id="rId14" Type="http://schemas.openxmlformats.org/officeDocument/2006/relationships/customXml" Target="../ink/ink174.xml"/><Relationship Id="rId35" Type="http://schemas.openxmlformats.org/officeDocument/2006/relationships/image" Target="../media/image187.png"/><Relationship Id="rId56" Type="http://schemas.openxmlformats.org/officeDocument/2006/relationships/customXml" Target="../ink/ink195.xml"/><Relationship Id="rId77" Type="http://schemas.openxmlformats.org/officeDocument/2006/relationships/image" Target="../media/image208.png"/><Relationship Id="rId100" Type="http://schemas.openxmlformats.org/officeDocument/2006/relationships/customXml" Target="../ink/ink217.xml"/><Relationship Id="rId8" Type="http://schemas.openxmlformats.org/officeDocument/2006/relationships/customXml" Target="../ink/ink171.xml"/><Relationship Id="rId98" Type="http://schemas.openxmlformats.org/officeDocument/2006/relationships/customXml" Target="../ink/ink216.xml"/><Relationship Id="rId121" Type="http://schemas.openxmlformats.org/officeDocument/2006/relationships/image" Target="../media/image230.png"/><Relationship Id="rId142" Type="http://schemas.openxmlformats.org/officeDocument/2006/relationships/customXml" Target="../ink/ink238.xml"/><Relationship Id="rId163" Type="http://schemas.openxmlformats.org/officeDocument/2006/relationships/image" Target="../media/image251.png"/><Relationship Id="rId184" Type="http://schemas.openxmlformats.org/officeDocument/2006/relationships/customXml" Target="../ink/ink259.xml"/><Relationship Id="rId219" Type="http://schemas.openxmlformats.org/officeDocument/2006/relationships/image" Target="../media/image279.png"/><Relationship Id="rId230" Type="http://schemas.openxmlformats.org/officeDocument/2006/relationships/customXml" Target="../ink/ink282.xml"/><Relationship Id="rId251" Type="http://schemas.openxmlformats.org/officeDocument/2006/relationships/image" Target="../media/image295.png"/><Relationship Id="rId25" Type="http://schemas.openxmlformats.org/officeDocument/2006/relationships/image" Target="../media/image182.png"/><Relationship Id="rId46" Type="http://schemas.openxmlformats.org/officeDocument/2006/relationships/customXml" Target="../ink/ink190.xml"/><Relationship Id="rId67" Type="http://schemas.openxmlformats.org/officeDocument/2006/relationships/image" Target="../media/image203.png"/><Relationship Id="rId88" Type="http://schemas.openxmlformats.org/officeDocument/2006/relationships/customXml" Target="../ink/ink211.xml"/><Relationship Id="rId111" Type="http://schemas.openxmlformats.org/officeDocument/2006/relationships/image" Target="../media/image225.png"/><Relationship Id="rId132" Type="http://schemas.openxmlformats.org/officeDocument/2006/relationships/customXml" Target="../ink/ink233.xml"/><Relationship Id="rId153" Type="http://schemas.openxmlformats.org/officeDocument/2006/relationships/image" Target="../media/image246.png"/><Relationship Id="rId174" Type="http://schemas.openxmlformats.org/officeDocument/2006/relationships/customXml" Target="../ink/ink254.xml"/><Relationship Id="rId195" Type="http://schemas.openxmlformats.org/officeDocument/2006/relationships/image" Target="../media/image267.png"/><Relationship Id="rId209" Type="http://schemas.openxmlformats.org/officeDocument/2006/relationships/image" Target="../media/image274.png"/><Relationship Id="rId220" Type="http://schemas.openxmlformats.org/officeDocument/2006/relationships/customXml" Target="../ink/ink277.xml"/><Relationship Id="rId241" Type="http://schemas.openxmlformats.org/officeDocument/2006/relationships/image" Target="../media/image290.png"/><Relationship Id="rId15" Type="http://schemas.openxmlformats.org/officeDocument/2006/relationships/image" Target="../media/image177.png"/><Relationship Id="rId36" Type="http://schemas.openxmlformats.org/officeDocument/2006/relationships/customXml" Target="../ink/ink185.xml"/><Relationship Id="rId57" Type="http://schemas.openxmlformats.org/officeDocument/2006/relationships/image" Target="../media/image198.png"/><Relationship Id="rId78" Type="http://schemas.openxmlformats.org/officeDocument/2006/relationships/customXml" Target="../ink/ink206.xml"/><Relationship Id="rId99" Type="http://schemas.openxmlformats.org/officeDocument/2006/relationships/image" Target="../media/image219.png"/><Relationship Id="rId101" Type="http://schemas.openxmlformats.org/officeDocument/2006/relationships/image" Target="../media/image220.png"/><Relationship Id="rId122" Type="http://schemas.openxmlformats.org/officeDocument/2006/relationships/customXml" Target="../ink/ink228.xml"/><Relationship Id="rId143" Type="http://schemas.openxmlformats.org/officeDocument/2006/relationships/image" Target="../media/image241.png"/><Relationship Id="rId164" Type="http://schemas.openxmlformats.org/officeDocument/2006/relationships/customXml" Target="../ink/ink249.xml"/><Relationship Id="rId185" Type="http://schemas.openxmlformats.org/officeDocument/2006/relationships/image" Target="../media/image262.png"/><Relationship Id="rId9" Type="http://schemas.openxmlformats.org/officeDocument/2006/relationships/image" Target="../media/image174.png"/><Relationship Id="rId210" Type="http://schemas.openxmlformats.org/officeDocument/2006/relationships/customXml" Target="../ink/ink272.xml"/><Relationship Id="rId26" Type="http://schemas.openxmlformats.org/officeDocument/2006/relationships/customXml" Target="../ink/ink180.xml"/><Relationship Id="rId231" Type="http://schemas.openxmlformats.org/officeDocument/2006/relationships/image" Target="../media/image285.png"/><Relationship Id="rId252" Type="http://schemas.openxmlformats.org/officeDocument/2006/relationships/customXml" Target="../ink/ink293.xml"/><Relationship Id="rId47" Type="http://schemas.openxmlformats.org/officeDocument/2006/relationships/image" Target="../media/image193.png"/><Relationship Id="rId68" Type="http://schemas.openxmlformats.org/officeDocument/2006/relationships/customXml" Target="../ink/ink201.xml"/><Relationship Id="rId89" Type="http://schemas.openxmlformats.org/officeDocument/2006/relationships/image" Target="../media/image214.png"/><Relationship Id="rId112" Type="http://schemas.openxmlformats.org/officeDocument/2006/relationships/customXml" Target="../ink/ink223.xml"/><Relationship Id="rId133" Type="http://schemas.openxmlformats.org/officeDocument/2006/relationships/image" Target="../media/image236.png"/><Relationship Id="rId154" Type="http://schemas.openxmlformats.org/officeDocument/2006/relationships/customXml" Target="../ink/ink244.xml"/><Relationship Id="rId175" Type="http://schemas.openxmlformats.org/officeDocument/2006/relationships/image" Target="../media/image257.png"/><Relationship Id="rId196" Type="http://schemas.openxmlformats.org/officeDocument/2006/relationships/customXml" Target="../ink/ink265.xml"/><Relationship Id="rId200" Type="http://schemas.openxmlformats.org/officeDocument/2006/relationships/customXml" Target="../ink/ink267.xml"/><Relationship Id="rId16" Type="http://schemas.openxmlformats.org/officeDocument/2006/relationships/customXml" Target="../ink/ink175.xml"/><Relationship Id="rId221" Type="http://schemas.openxmlformats.org/officeDocument/2006/relationships/image" Target="../media/image280.png"/><Relationship Id="rId242" Type="http://schemas.openxmlformats.org/officeDocument/2006/relationships/customXml" Target="../ink/ink288.xml"/><Relationship Id="rId37" Type="http://schemas.openxmlformats.org/officeDocument/2006/relationships/image" Target="../media/image188.png"/><Relationship Id="rId58" Type="http://schemas.openxmlformats.org/officeDocument/2006/relationships/customXml" Target="../ink/ink196.xml"/><Relationship Id="rId79" Type="http://schemas.openxmlformats.org/officeDocument/2006/relationships/image" Target="../media/image209.png"/><Relationship Id="rId102" Type="http://schemas.openxmlformats.org/officeDocument/2006/relationships/customXml" Target="../ink/ink218.xml"/><Relationship Id="rId123" Type="http://schemas.openxmlformats.org/officeDocument/2006/relationships/image" Target="../media/image231.png"/><Relationship Id="rId144" Type="http://schemas.openxmlformats.org/officeDocument/2006/relationships/customXml" Target="../ink/ink239.xml"/><Relationship Id="rId90" Type="http://schemas.openxmlformats.org/officeDocument/2006/relationships/customXml" Target="../ink/ink212.xml"/><Relationship Id="rId165" Type="http://schemas.openxmlformats.org/officeDocument/2006/relationships/image" Target="../media/image252.png"/><Relationship Id="rId186" Type="http://schemas.openxmlformats.org/officeDocument/2006/relationships/customXml" Target="../ink/ink260.xml"/><Relationship Id="rId211" Type="http://schemas.openxmlformats.org/officeDocument/2006/relationships/image" Target="../media/image275.png"/><Relationship Id="rId232" Type="http://schemas.openxmlformats.org/officeDocument/2006/relationships/customXml" Target="../ink/ink283.xml"/><Relationship Id="rId253" Type="http://schemas.openxmlformats.org/officeDocument/2006/relationships/image" Target="../media/image296.png"/><Relationship Id="rId27" Type="http://schemas.openxmlformats.org/officeDocument/2006/relationships/image" Target="../media/image183.png"/><Relationship Id="rId48" Type="http://schemas.openxmlformats.org/officeDocument/2006/relationships/customXml" Target="../ink/ink191.xml"/><Relationship Id="rId69" Type="http://schemas.openxmlformats.org/officeDocument/2006/relationships/image" Target="../media/image204.png"/><Relationship Id="rId113" Type="http://schemas.openxmlformats.org/officeDocument/2006/relationships/image" Target="../media/image226.png"/><Relationship Id="rId134" Type="http://schemas.openxmlformats.org/officeDocument/2006/relationships/customXml" Target="../ink/ink234.xml"/><Relationship Id="rId80" Type="http://schemas.openxmlformats.org/officeDocument/2006/relationships/customXml" Target="../ink/ink207.xml"/><Relationship Id="rId155" Type="http://schemas.openxmlformats.org/officeDocument/2006/relationships/image" Target="../media/image247.png"/><Relationship Id="rId176" Type="http://schemas.openxmlformats.org/officeDocument/2006/relationships/customXml" Target="../ink/ink255.xml"/><Relationship Id="rId197" Type="http://schemas.openxmlformats.org/officeDocument/2006/relationships/image" Target="../media/image268.png"/><Relationship Id="rId201" Type="http://schemas.openxmlformats.org/officeDocument/2006/relationships/image" Target="../media/image270.png"/><Relationship Id="rId222" Type="http://schemas.openxmlformats.org/officeDocument/2006/relationships/customXml" Target="../ink/ink278.xml"/><Relationship Id="rId243" Type="http://schemas.openxmlformats.org/officeDocument/2006/relationships/image" Target="../media/image291.png"/><Relationship Id="rId17" Type="http://schemas.openxmlformats.org/officeDocument/2006/relationships/image" Target="../media/image178.png"/><Relationship Id="rId38" Type="http://schemas.openxmlformats.org/officeDocument/2006/relationships/customXml" Target="../ink/ink186.xml"/><Relationship Id="rId59" Type="http://schemas.openxmlformats.org/officeDocument/2006/relationships/image" Target="../media/image199.png"/><Relationship Id="rId103" Type="http://schemas.openxmlformats.org/officeDocument/2006/relationships/image" Target="../media/image221.png"/><Relationship Id="rId124" Type="http://schemas.openxmlformats.org/officeDocument/2006/relationships/customXml" Target="../ink/ink229.xml"/><Relationship Id="rId70" Type="http://schemas.openxmlformats.org/officeDocument/2006/relationships/customXml" Target="../ink/ink202.xml"/><Relationship Id="rId91" Type="http://schemas.openxmlformats.org/officeDocument/2006/relationships/image" Target="../media/image215.png"/><Relationship Id="rId145" Type="http://schemas.openxmlformats.org/officeDocument/2006/relationships/image" Target="../media/image242.png"/><Relationship Id="rId166" Type="http://schemas.openxmlformats.org/officeDocument/2006/relationships/customXml" Target="../ink/ink250.xml"/><Relationship Id="rId187" Type="http://schemas.openxmlformats.org/officeDocument/2006/relationships/image" Target="../media/image263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273.xml"/><Relationship Id="rId233" Type="http://schemas.openxmlformats.org/officeDocument/2006/relationships/image" Target="../media/image286.png"/><Relationship Id="rId254" Type="http://schemas.openxmlformats.org/officeDocument/2006/relationships/customXml" Target="../ink/ink294.xml"/><Relationship Id="rId28" Type="http://schemas.openxmlformats.org/officeDocument/2006/relationships/customXml" Target="../ink/ink181.xml"/><Relationship Id="rId49" Type="http://schemas.openxmlformats.org/officeDocument/2006/relationships/image" Target="../media/image194.png"/><Relationship Id="rId114" Type="http://schemas.openxmlformats.org/officeDocument/2006/relationships/customXml" Target="../ink/ink224.xml"/><Relationship Id="rId60" Type="http://schemas.openxmlformats.org/officeDocument/2006/relationships/customXml" Target="../ink/ink197.xml"/><Relationship Id="rId81" Type="http://schemas.openxmlformats.org/officeDocument/2006/relationships/image" Target="../media/image210.png"/><Relationship Id="rId135" Type="http://schemas.openxmlformats.org/officeDocument/2006/relationships/image" Target="../media/image237.png"/><Relationship Id="rId156" Type="http://schemas.openxmlformats.org/officeDocument/2006/relationships/customXml" Target="../ink/ink245.xml"/><Relationship Id="rId177" Type="http://schemas.openxmlformats.org/officeDocument/2006/relationships/image" Target="../media/image258.png"/><Relationship Id="rId198" Type="http://schemas.openxmlformats.org/officeDocument/2006/relationships/customXml" Target="../ink/ink266.xml"/><Relationship Id="rId202" Type="http://schemas.openxmlformats.org/officeDocument/2006/relationships/customXml" Target="../ink/ink268.xml"/><Relationship Id="rId223" Type="http://schemas.openxmlformats.org/officeDocument/2006/relationships/image" Target="../media/image281.png"/><Relationship Id="rId244" Type="http://schemas.openxmlformats.org/officeDocument/2006/relationships/customXml" Target="../ink/ink289.xml"/><Relationship Id="rId18" Type="http://schemas.openxmlformats.org/officeDocument/2006/relationships/customXml" Target="../ink/ink176.xml"/><Relationship Id="rId39" Type="http://schemas.openxmlformats.org/officeDocument/2006/relationships/image" Target="../media/image189.png"/><Relationship Id="rId50" Type="http://schemas.openxmlformats.org/officeDocument/2006/relationships/customXml" Target="../ink/ink192.xml"/><Relationship Id="rId104" Type="http://schemas.openxmlformats.org/officeDocument/2006/relationships/customXml" Target="../ink/ink219.xml"/><Relationship Id="rId125" Type="http://schemas.openxmlformats.org/officeDocument/2006/relationships/image" Target="../media/image232.png"/><Relationship Id="rId146" Type="http://schemas.openxmlformats.org/officeDocument/2006/relationships/customXml" Target="../ink/ink240.xml"/><Relationship Id="rId167" Type="http://schemas.openxmlformats.org/officeDocument/2006/relationships/image" Target="../media/image253.png"/><Relationship Id="rId188" Type="http://schemas.openxmlformats.org/officeDocument/2006/relationships/customXml" Target="../ink/ink261.xml"/><Relationship Id="rId71" Type="http://schemas.openxmlformats.org/officeDocument/2006/relationships/image" Target="../media/image205.png"/><Relationship Id="rId92" Type="http://schemas.openxmlformats.org/officeDocument/2006/relationships/customXml" Target="../ink/ink213.xml"/><Relationship Id="rId213" Type="http://schemas.openxmlformats.org/officeDocument/2006/relationships/image" Target="../media/image276.png"/><Relationship Id="rId234" Type="http://schemas.openxmlformats.org/officeDocument/2006/relationships/customXml" Target="../ink/ink284.xml"/><Relationship Id="rId2" Type="http://schemas.openxmlformats.org/officeDocument/2006/relationships/customXml" Target="../ink/ink168.xml"/><Relationship Id="rId29" Type="http://schemas.openxmlformats.org/officeDocument/2006/relationships/image" Target="../media/image184.png"/><Relationship Id="rId255" Type="http://schemas.openxmlformats.org/officeDocument/2006/relationships/image" Target="../media/image297.png"/><Relationship Id="rId40" Type="http://schemas.openxmlformats.org/officeDocument/2006/relationships/customXml" Target="../ink/ink187.xml"/><Relationship Id="rId115" Type="http://schemas.openxmlformats.org/officeDocument/2006/relationships/image" Target="../media/image227.png"/><Relationship Id="rId136" Type="http://schemas.openxmlformats.org/officeDocument/2006/relationships/customXml" Target="../ink/ink235.xml"/><Relationship Id="rId157" Type="http://schemas.openxmlformats.org/officeDocument/2006/relationships/image" Target="../media/image248.png"/><Relationship Id="rId178" Type="http://schemas.openxmlformats.org/officeDocument/2006/relationships/customXml" Target="../ink/ink256.xml"/><Relationship Id="rId61" Type="http://schemas.openxmlformats.org/officeDocument/2006/relationships/image" Target="../media/image200.png"/><Relationship Id="rId82" Type="http://schemas.openxmlformats.org/officeDocument/2006/relationships/customXml" Target="../ink/ink208.xml"/><Relationship Id="rId199" Type="http://schemas.openxmlformats.org/officeDocument/2006/relationships/image" Target="../media/image269.png"/><Relationship Id="rId203" Type="http://schemas.openxmlformats.org/officeDocument/2006/relationships/image" Target="../media/image271.png"/><Relationship Id="rId19" Type="http://schemas.openxmlformats.org/officeDocument/2006/relationships/image" Target="../media/image179.png"/><Relationship Id="rId224" Type="http://schemas.openxmlformats.org/officeDocument/2006/relationships/customXml" Target="../ink/ink279.xml"/><Relationship Id="rId245" Type="http://schemas.openxmlformats.org/officeDocument/2006/relationships/image" Target="../media/image292.png"/><Relationship Id="rId30" Type="http://schemas.openxmlformats.org/officeDocument/2006/relationships/customXml" Target="../ink/ink182.xml"/><Relationship Id="rId105" Type="http://schemas.openxmlformats.org/officeDocument/2006/relationships/image" Target="../media/image222.png"/><Relationship Id="rId126" Type="http://schemas.openxmlformats.org/officeDocument/2006/relationships/customXml" Target="../ink/ink230.xml"/><Relationship Id="rId147" Type="http://schemas.openxmlformats.org/officeDocument/2006/relationships/image" Target="../media/image243.png"/><Relationship Id="rId168" Type="http://schemas.openxmlformats.org/officeDocument/2006/relationships/customXml" Target="../ink/ink251.xml"/><Relationship Id="rId51" Type="http://schemas.openxmlformats.org/officeDocument/2006/relationships/image" Target="../media/image195.png"/><Relationship Id="rId72" Type="http://schemas.openxmlformats.org/officeDocument/2006/relationships/customXml" Target="../ink/ink203.xml"/><Relationship Id="rId93" Type="http://schemas.openxmlformats.org/officeDocument/2006/relationships/image" Target="../media/image216.png"/><Relationship Id="rId189" Type="http://schemas.openxmlformats.org/officeDocument/2006/relationships/image" Target="../media/image264.png"/><Relationship Id="rId3" Type="http://schemas.openxmlformats.org/officeDocument/2006/relationships/image" Target="../media/image171.png"/><Relationship Id="rId214" Type="http://schemas.openxmlformats.org/officeDocument/2006/relationships/customXml" Target="../ink/ink274.xml"/><Relationship Id="rId235" Type="http://schemas.openxmlformats.org/officeDocument/2006/relationships/image" Target="../media/image287.png"/><Relationship Id="rId256" Type="http://schemas.openxmlformats.org/officeDocument/2006/relationships/customXml" Target="../ink/ink295.xml"/><Relationship Id="rId116" Type="http://schemas.openxmlformats.org/officeDocument/2006/relationships/customXml" Target="../ink/ink225.xml"/><Relationship Id="rId137" Type="http://schemas.openxmlformats.org/officeDocument/2006/relationships/image" Target="../media/image238.png"/><Relationship Id="rId158" Type="http://schemas.openxmlformats.org/officeDocument/2006/relationships/customXml" Target="../ink/ink246.xml"/><Relationship Id="rId20" Type="http://schemas.openxmlformats.org/officeDocument/2006/relationships/customXml" Target="../ink/ink177.xml"/><Relationship Id="rId41" Type="http://schemas.openxmlformats.org/officeDocument/2006/relationships/image" Target="../media/image190.png"/><Relationship Id="rId62" Type="http://schemas.openxmlformats.org/officeDocument/2006/relationships/customXml" Target="../ink/ink198.xml"/><Relationship Id="rId83" Type="http://schemas.openxmlformats.org/officeDocument/2006/relationships/image" Target="../media/image211.png"/><Relationship Id="rId179" Type="http://schemas.openxmlformats.org/officeDocument/2006/relationships/image" Target="../media/image259.png"/><Relationship Id="rId190" Type="http://schemas.openxmlformats.org/officeDocument/2006/relationships/customXml" Target="../ink/ink262.xml"/><Relationship Id="rId204" Type="http://schemas.openxmlformats.org/officeDocument/2006/relationships/customXml" Target="../ink/ink269.xml"/><Relationship Id="rId225" Type="http://schemas.openxmlformats.org/officeDocument/2006/relationships/image" Target="../media/image282.png"/><Relationship Id="rId246" Type="http://schemas.openxmlformats.org/officeDocument/2006/relationships/customXml" Target="../ink/ink290.xml"/><Relationship Id="rId106" Type="http://schemas.openxmlformats.org/officeDocument/2006/relationships/customXml" Target="../ink/ink220.xml"/><Relationship Id="rId127" Type="http://schemas.openxmlformats.org/officeDocument/2006/relationships/image" Target="../media/image233.png"/><Relationship Id="rId10" Type="http://schemas.openxmlformats.org/officeDocument/2006/relationships/customXml" Target="../ink/ink172.xml"/><Relationship Id="rId31" Type="http://schemas.openxmlformats.org/officeDocument/2006/relationships/image" Target="../media/image185.png"/><Relationship Id="rId52" Type="http://schemas.openxmlformats.org/officeDocument/2006/relationships/customXml" Target="../ink/ink193.xml"/><Relationship Id="rId73" Type="http://schemas.openxmlformats.org/officeDocument/2006/relationships/image" Target="../media/image206.png"/><Relationship Id="rId94" Type="http://schemas.openxmlformats.org/officeDocument/2006/relationships/customXml" Target="../ink/ink214.xml"/><Relationship Id="rId148" Type="http://schemas.openxmlformats.org/officeDocument/2006/relationships/customXml" Target="../ink/ink241.xml"/><Relationship Id="rId169" Type="http://schemas.openxmlformats.org/officeDocument/2006/relationships/image" Target="../media/image254.png"/><Relationship Id="rId4" Type="http://schemas.openxmlformats.org/officeDocument/2006/relationships/customXml" Target="../ink/ink169.xml"/><Relationship Id="rId180" Type="http://schemas.openxmlformats.org/officeDocument/2006/relationships/customXml" Target="../ink/ink257.xml"/><Relationship Id="rId215" Type="http://schemas.openxmlformats.org/officeDocument/2006/relationships/image" Target="../media/image277.png"/><Relationship Id="rId236" Type="http://schemas.openxmlformats.org/officeDocument/2006/relationships/customXml" Target="../ink/ink285.xml"/><Relationship Id="rId257" Type="http://schemas.openxmlformats.org/officeDocument/2006/relationships/image" Target="../media/image298.png"/></Relationships>
</file>

<file path=ppt/slides/_rels/slide5.xml.rels><?xml version="1.0" encoding="UTF-8" standalone="yes"?>
<Relationships xmlns="http://schemas.openxmlformats.org/package/2006/relationships"><Relationship Id="rId299" Type="http://schemas.openxmlformats.org/officeDocument/2006/relationships/image" Target="../media/image345.png"/><Relationship Id="rId159" Type="http://schemas.openxmlformats.org/officeDocument/2006/relationships/image" Target="../media/image871.png"/><Relationship Id="rId324" Type="http://schemas.openxmlformats.org/officeDocument/2006/relationships/customXml" Target="../ink/ink397.xml"/><Relationship Id="rId366" Type="http://schemas.openxmlformats.org/officeDocument/2006/relationships/customXml" Target="../ink/ink418.xml"/><Relationship Id="rId531" Type="http://schemas.openxmlformats.org/officeDocument/2006/relationships/image" Target="../media/image461.png"/><Relationship Id="rId170" Type="http://schemas.openxmlformats.org/officeDocument/2006/relationships/customXml" Target="../ink/ink320.xml"/><Relationship Id="rId226" Type="http://schemas.openxmlformats.org/officeDocument/2006/relationships/customXml" Target="../ink/ink348.xml"/><Relationship Id="rId433" Type="http://schemas.openxmlformats.org/officeDocument/2006/relationships/image" Target="../media/image412.png"/><Relationship Id="rId268" Type="http://schemas.openxmlformats.org/officeDocument/2006/relationships/customXml" Target="../ink/ink369.xml"/><Relationship Id="rId475" Type="http://schemas.openxmlformats.org/officeDocument/2006/relationships/image" Target="../media/image433.png"/><Relationship Id="rId128" Type="http://schemas.openxmlformats.org/officeDocument/2006/relationships/customXml" Target="../ink/ink299.xml"/><Relationship Id="rId335" Type="http://schemas.openxmlformats.org/officeDocument/2006/relationships/image" Target="../media/image363.png"/><Relationship Id="rId377" Type="http://schemas.openxmlformats.org/officeDocument/2006/relationships/image" Target="../media/image384.png"/><Relationship Id="rId500" Type="http://schemas.openxmlformats.org/officeDocument/2006/relationships/customXml" Target="../ink/ink485.xml"/><Relationship Id="rId542" Type="http://schemas.openxmlformats.org/officeDocument/2006/relationships/customXml" Target="../ink/ink506.xml"/><Relationship Id="rId181" Type="http://schemas.openxmlformats.org/officeDocument/2006/relationships/image" Target="../media/image882.png"/><Relationship Id="rId237" Type="http://schemas.openxmlformats.org/officeDocument/2006/relationships/image" Target="../media/image314.png"/><Relationship Id="rId402" Type="http://schemas.openxmlformats.org/officeDocument/2006/relationships/customXml" Target="../ink/ink436.xml"/><Relationship Id="rId279" Type="http://schemas.openxmlformats.org/officeDocument/2006/relationships/image" Target="../media/image335.png"/><Relationship Id="rId444" Type="http://schemas.openxmlformats.org/officeDocument/2006/relationships/customXml" Target="../ink/ink457.xml"/><Relationship Id="rId486" Type="http://schemas.openxmlformats.org/officeDocument/2006/relationships/customXml" Target="../ink/ink478.xml"/><Relationship Id="rId139" Type="http://schemas.openxmlformats.org/officeDocument/2006/relationships/image" Target="../media/image861.png"/><Relationship Id="rId290" Type="http://schemas.openxmlformats.org/officeDocument/2006/relationships/customXml" Target="../ink/ink380.xml"/><Relationship Id="rId304" Type="http://schemas.openxmlformats.org/officeDocument/2006/relationships/customXml" Target="../ink/ink387.xml"/><Relationship Id="rId346" Type="http://schemas.openxmlformats.org/officeDocument/2006/relationships/customXml" Target="../ink/ink408.xml"/><Relationship Id="rId388" Type="http://schemas.openxmlformats.org/officeDocument/2006/relationships/customXml" Target="../ink/ink429.xml"/><Relationship Id="rId511" Type="http://schemas.openxmlformats.org/officeDocument/2006/relationships/image" Target="../media/image451.png"/><Relationship Id="rId150" Type="http://schemas.openxmlformats.org/officeDocument/2006/relationships/customXml" Target="../ink/ink310.xml"/><Relationship Id="rId192" Type="http://schemas.openxmlformats.org/officeDocument/2006/relationships/customXml" Target="../ink/ink331.xml"/><Relationship Id="rId206" Type="http://schemas.openxmlformats.org/officeDocument/2006/relationships/customXml" Target="../ink/ink338.xml"/><Relationship Id="rId413" Type="http://schemas.openxmlformats.org/officeDocument/2006/relationships/image" Target="../media/image402.png"/><Relationship Id="rId248" Type="http://schemas.openxmlformats.org/officeDocument/2006/relationships/customXml" Target="../ink/ink359.xml"/><Relationship Id="rId455" Type="http://schemas.openxmlformats.org/officeDocument/2006/relationships/image" Target="../media/image423.png"/><Relationship Id="rId497" Type="http://schemas.openxmlformats.org/officeDocument/2006/relationships/image" Target="../media/image444.png"/><Relationship Id="rId315" Type="http://schemas.openxmlformats.org/officeDocument/2006/relationships/image" Target="../media/image353.png"/><Relationship Id="rId357" Type="http://schemas.openxmlformats.org/officeDocument/2006/relationships/image" Target="../media/image374.png"/><Relationship Id="rId522" Type="http://schemas.openxmlformats.org/officeDocument/2006/relationships/customXml" Target="../ink/ink496.xml"/><Relationship Id="rId161" Type="http://schemas.openxmlformats.org/officeDocument/2006/relationships/image" Target="../media/image872.png"/><Relationship Id="rId217" Type="http://schemas.openxmlformats.org/officeDocument/2006/relationships/image" Target="../media/image304.png"/><Relationship Id="rId399" Type="http://schemas.openxmlformats.org/officeDocument/2006/relationships/image" Target="../media/image395.png"/><Relationship Id="rId259" Type="http://schemas.openxmlformats.org/officeDocument/2006/relationships/image" Target="../media/image325.png"/><Relationship Id="rId424" Type="http://schemas.openxmlformats.org/officeDocument/2006/relationships/customXml" Target="../ink/ink447.xml"/><Relationship Id="rId466" Type="http://schemas.openxmlformats.org/officeDocument/2006/relationships/customXml" Target="../ink/ink468.xml"/><Relationship Id="rId270" Type="http://schemas.openxmlformats.org/officeDocument/2006/relationships/customXml" Target="../ink/ink370.xml"/><Relationship Id="rId326" Type="http://schemas.openxmlformats.org/officeDocument/2006/relationships/customXml" Target="../ink/ink398.xml"/><Relationship Id="rId533" Type="http://schemas.openxmlformats.org/officeDocument/2006/relationships/image" Target="../media/image462.png"/><Relationship Id="rId130" Type="http://schemas.openxmlformats.org/officeDocument/2006/relationships/customXml" Target="../ink/ink300.xml"/><Relationship Id="rId368" Type="http://schemas.openxmlformats.org/officeDocument/2006/relationships/customXml" Target="../ink/ink419.xml"/><Relationship Id="rId172" Type="http://schemas.openxmlformats.org/officeDocument/2006/relationships/customXml" Target="../ink/ink321.xml"/><Relationship Id="rId228" Type="http://schemas.openxmlformats.org/officeDocument/2006/relationships/customXml" Target="../ink/ink349.xml"/><Relationship Id="rId435" Type="http://schemas.openxmlformats.org/officeDocument/2006/relationships/image" Target="../media/image413.png"/><Relationship Id="rId477" Type="http://schemas.openxmlformats.org/officeDocument/2006/relationships/image" Target="../media/image434.png"/><Relationship Id="rId281" Type="http://schemas.openxmlformats.org/officeDocument/2006/relationships/image" Target="../media/image336.png"/><Relationship Id="rId337" Type="http://schemas.openxmlformats.org/officeDocument/2006/relationships/image" Target="../media/image364.png"/><Relationship Id="rId502" Type="http://schemas.openxmlformats.org/officeDocument/2006/relationships/customXml" Target="../ink/ink486.xml"/><Relationship Id="rId141" Type="http://schemas.openxmlformats.org/officeDocument/2006/relationships/image" Target="../media/image862.png"/><Relationship Id="rId379" Type="http://schemas.openxmlformats.org/officeDocument/2006/relationships/image" Target="../media/image385.png"/><Relationship Id="rId544" Type="http://schemas.openxmlformats.org/officeDocument/2006/relationships/customXml" Target="../ink/ink507.xml"/><Relationship Id="rId183" Type="http://schemas.openxmlformats.org/officeDocument/2006/relationships/image" Target="../media/image883.png"/><Relationship Id="rId239" Type="http://schemas.openxmlformats.org/officeDocument/2006/relationships/image" Target="../media/image315.png"/><Relationship Id="rId390" Type="http://schemas.openxmlformats.org/officeDocument/2006/relationships/customXml" Target="../ink/ink430.xml"/><Relationship Id="rId404" Type="http://schemas.openxmlformats.org/officeDocument/2006/relationships/customXml" Target="../ink/ink437.xml"/><Relationship Id="rId446" Type="http://schemas.openxmlformats.org/officeDocument/2006/relationships/customXml" Target="../ink/ink458.xml"/><Relationship Id="rId250" Type="http://schemas.openxmlformats.org/officeDocument/2006/relationships/customXml" Target="../ink/ink360.xml"/><Relationship Id="rId292" Type="http://schemas.openxmlformats.org/officeDocument/2006/relationships/customXml" Target="../ink/ink381.xml"/><Relationship Id="rId306" Type="http://schemas.openxmlformats.org/officeDocument/2006/relationships/customXml" Target="../ink/ink388.xml"/><Relationship Id="rId488" Type="http://schemas.openxmlformats.org/officeDocument/2006/relationships/customXml" Target="../ink/ink479.xml"/><Relationship Id="rId348" Type="http://schemas.openxmlformats.org/officeDocument/2006/relationships/customXml" Target="../ink/ink409.xml"/><Relationship Id="rId513" Type="http://schemas.openxmlformats.org/officeDocument/2006/relationships/image" Target="../media/image452.png"/><Relationship Id="rId152" Type="http://schemas.openxmlformats.org/officeDocument/2006/relationships/customXml" Target="../ink/ink311.xml"/><Relationship Id="rId194" Type="http://schemas.openxmlformats.org/officeDocument/2006/relationships/customXml" Target="../ink/ink332.xml"/><Relationship Id="rId208" Type="http://schemas.openxmlformats.org/officeDocument/2006/relationships/customXml" Target="../ink/ink339.xml"/><Relationship Id="rId415" Type="http://schemas.openxmlformats.org/officeDocument/2006/relationships/image" Target="../media/image403.png"/><Relationship Id="rId457" Type="http://schemas.openxmlformats.org/officeDocument/2006/relationships/image" Target="../media/image424.png"/><Relationship Id="rId261" Type="http://schemas.openxmlformats.org/officeDocument/2006/relationships/image" Target="../media/image326.png"/><Relationship Id="rId499" Type="http://schemas.openxmlformats.org/officeDocument/2006/relationships/image" Target="../media/image445.png"/><Relationship Id="rId317" Type="http://schemas.openxmlformats.org/officeDocument/2006/relationships/image" Target="../media/image354.png"/><Relationship Id="rId359" Type="http://schemas.openxmlformats.org/officeDocument/2006/relationships/image" Target="../media/image375.png"/><Relationship Id="rId524" Type="http://schemas.openxmlformats.org/officeDocument/2006/relationships/customXml" Target="../ink/ink497.xml"/><Relationship Id="rId163" Type="http://schemas.openxmlformats.org/officeDocument/2006/relationships/image" Target="../media/image873.png"/><Relationship Id="rId219" Type="http://schemas.openxmlformats.org/officeDocument/2006/relationships/image" Target="../media/image305.png"/><Relationship Id="rId370" Type="http://schemas.openxmlformats.org/officeDocument/2006/relationships/customXml" Target="../ink/ink420.xml"/><Relationship Id="rId426" Type="http://schemas.openxmlformats.org/officeDocument/2006/relationships/customXml" Target="../ink/ink448.xml"/><Relationship Id="rId230" Type="http://schemas.openxmlformats.org/officeDocument/2006/relationships/customXml" Target="../ink/ink350.xml"/><Relationship Id="rId468" Type="http://schemas.openxmlformats.org/officeDocument/2006/relationships/customXml" Target="../ink/ink469.xml"/><Relationship Id="rId272" Type="http://schemas.openxmlformats.org/officeDocument/2006/relationships/customXml" Target="../ink/ink371.xml"/><Relationship Id="rId328" Type="http://schemas.openxmlformats.org/officeDocument/2006/relationships/customXml" Target="../ink/ink399.xml"/><Relationship Id="rId535" Type="http://schemas.openxmlformats.org/officeDocument/2006/relationships/image" Target="../media/image463.png"/><Relationship Id="rId132" Type="http://schemas.openxmlformats.org/officeDocument/2006/relationships/customXml" Target="../ink/ink301.xml"/><Relationship Id="rId174" Type="http://schemas.openxmlformats.org/officeDocument/2006/relationships/customXml" Target="../ink/ink322.xml"/><Relationship Id="rId381" Type="http://schemas.openxmlformats.org/officeDocument/2006/relationships/image" Target="../media/image386.png"/><Relationship Id="rId241" Type="http://schemas.openxmlformats.org/officeDocument/2006/relationships/image" Target="../media/image316.png"/><Relationship Id="rId437" Type="http://schemas.openxmlformats.org/officeDocument/2006/relationships/image" Target="../media/image414.png"/><Relationship Id="rId479" Type="http://schemas.openxmlformats.org/officeDocument/2006/relationships/image" Target="../media/image435.png"/><Relationship Id="rId283" Type="http://schemas.openxmlformats.org/officeDocument/2006/relationships/image" Target="../media/image337.png"/><Relationship Id="rId339" Type="http://schemas.openxmlformats.org/officeDocument/2006/relationships/image" Target="../media/image365.png"/><Relationship Id="rId490" Type="http://schemas.openxmlformats.org/officeDocument/2006/relationships/customXml" Target="../ink/ink480.xml"/><Relationship Id="rId504" Type="http://schemas.openxmlformats.org/officeDocument/2006/relationships/customXml" Target="../ink/ink487.xml"/><Relationship Id="rId143" Type="http://schemas.openxmlformats.org/officeDocument/2006/relationships/image" Target="../media/image863.png"/><Relationship Id="rId185" Type="http://schemas.openxmlformats.org/officeDocument/2006/relationships/image" Target="../media/image884.png"/><Relationship Id="rId350" Type="http://schemas.openxmlformats.org/officeDocument/2006/relationships/customXml" Target="../ink/ink410.xml"/><Relationship Id="rId406" Type="http://schemas.openxmlformats.org/officeDocument/2006/relationships/customXml" Target="../ink/ink438.xml"/><Relationship Id="rId210" Type="http://schemas.openxmlformats.org/officeDocument/2006/relationships/customXml" Target="../ink/ink340.xml"/><Relationship Id="rId392" Type="http://schemas.openxmlformats.org/officeDocument/2006/relationships/customXml" Target="../ink/ink431.xml"/><Relationship Id="rId448" Type="http://schemas.openxmlformats.org/officeDocument/2006/relationships/customXml" Target="../ink/ink459.xml"/><Relationship Id="rId252" Type="http://schemas.openxmlformats.org/officeDocument/2006/relationships/customXml" Target="../ink/ink361.xml"/><Relationship Id="rId294" Type="http://schemas.openxmlformats.org/officeDocument/2006/relationships/customXml" Target="../ink/ink382.xml"/><Relationship Id="rId308" Type="http://schemas.openxmlformats.org/officeDocument/2006/relationships/customXml" Target="../ink/ink389.xml"/><Relationship Id="rId515" Type="http://schemas.openxmlformats.org/officeDocument/2006/relationships/image" Target="../media/image453.png"/><Relationship Id="rId154" Type="http://schemas.openxmlformats.org/officeDocument/2006/relationships/customXml" Target="../ink/ink312.xml"/><Relationship Id="rId361" Type="http://schemas.openxmlformats.org/officeDocument/2006/relationships/image" Target="../media/image376.png"/><Relationship Id="rId196" Type="http://schemas.openxmlformats.org/officeDocument/2006/relationships/customXml" Target="../ink/ink333.xml"/><Relationship Id="rId417" Type="http://schemas.openxmlformats.org/officeDocument/2006/relationships/image" Target="../media/image404.png"/><Relationship Id="rId459" Type="http://schemas.openxmlformats.org/officeDocument/2006/relationships/image" Target="../media/image425.png"/><Relationship Id="rId221" Type="http://schemas.openxmlformats.org/officeDocument/2006/relationships/image" Target="../media/image306.png"/><Relationship Id="rId263" Type="http://schemas.openxmlformats.org/officeDocument/2006/relationships/image" Target="../media/image327.png"/><Relationship Id="rId319" Type="http://schemas.openxmlformats.org/officeDocument/2006/relationships/image" Target="../media/image355.png"/><Relationship Id="rId470" Type="http://schemas.openxmlformats.org/officeDocument/2006/relationships/customXml" Target="../ink/ink470.xml"/><Relationship Id="rId526" Type="http://schemas.openxmlformats.org/officeDocument/2006/relationships/customXml" Target="../ink/ink498.xml"/><Relationship Id="rId330" Type="http://schemas.openxmlformats.org/officeDocument/2006/relationships/customXml" Target="../ink/ink400.xml"/><Relationship Id="rId165" Type="http://schemas.openxmlformats.org/officeDocument/2006/relationships/image" Target="../media/image874.png"/><Relationship Id="rId372" Type="http://schemas.openxmlformats.org/officeDocument/2006/relationships/customXml" Target="../ink/ink421.xml"/><Relationship Id="rId428" Type="http://schemas.openxmlformats.org/officeDocument/2006/relationships/customXml" Target="../ink/ink449.xml"/><Relationship Id="rId232" Type="http://schemas.openxmlformats.org/officeDocument/2006/relationships/customXml" Target="../ink/ink351.xml"/><Relationship Id="rId274" Type="http://schemas.openxmlformats.org/officeDocument/2006/relationships/customXml" Target="../ink/ink372.xml"/><Relationship Id="rId481" Type="http://schemas.openxmlformats.org/officeDocument/2006/relationships/image" Target="../media/image436.png"/><Relationship Id="rId134" Type="http://schemas.openxmlformats.org/officeDocument/2006/relationships/customXml" Target="../ink/ink302.xml"/><Relationship Id="rId537" Type="http://schemas.openxmlformats.org/officeDocument/2006/relationships/image" Target="../media/image464.png"/><Relationship Id="rId176" Type="http://schemas.openxmlformats.org/officeDocument/2006/relationships/customXml" Target="../ink/ink323.xml"/><Relationship Id="rId341" Type="http://schemas.openxmlformats.org/officeDocument/2006/relationships/image" Target="../media/image366.png"/><Relationship Id="rId383" Type="http://schemas.openxmlformats.org/officeDocument/2006/relationships/image" Target="../media/image387.png"/><Relationship Id="rId439" Type="http://schemas.openxmlformats.org/officeDocument/2006/relationships/image" Target="../media/image415.png"/><Relationship Id="rId201" Type="http://schemas.openxmlformats.org/officeDocument/2006/relationships/image" Target="../media/image892.png"/><Relationship Id="rId243" Type="http://schemas.openxmlformats.org/officeDocument/2006/relationships/image" Target="../media/image317.png"/><Relationship Id="rId285" Type="http://schemas.openxmlformats.org/officeDocument/2006/relationships/image" Target="../media/image338.png"/><Relationship Id="rId450" Type="http://schemas.openxmlformats.org/officeDocument/2006/relationships/customXml" Target="../ink/ink460.xml"/><Relationship Id="rId506" Type="http://schemas.openxmlformats.org/officeDocument/2006/relationships/customXml" Target="../ink/ink488.xml"/><Relationship Id="rId310" Type="http://schemas.openxmlformats.org/officeDocument/2006/relationships/customXml" Target="../ink/ink390.xml"/><Relationship Id="rId492" Type="http://schemas.openxmlformats.org/officeDocument/2006/relationships/customXml" Target="../ink/ink481.xml"/><Relationship Id="rId527" Type="http://schemas.openxmlformats.org/officeDocument/2006/relationships/image" Target="../media/image459.png"/><Relationship Id="rId145" Type="http://schemas.openxmlformats.org/officeDocument/2006/relationships/image" Target="../media/image864.png"/><Relationship Id="rId166" Type="http://schemas.openxmlformats.org/officeDocument/2006/relationships/customXml" Target="../ink/ink318.xml"/><Relationship Id="rId187" Type="http://schemas.openxmlformats.org/officeDocument/2006/relationships/image" Target="../media/image885.png"/><Relationship Id="rId331" Type="http://schemas.openxmlformats.org/officeDocument/2006/relationships/image" Target="../media/image361.png"/><Relationship Id="rId352" Type="http://schemas.openxmlformats.org/officeDocument/2006/relationships/customXml" Target="../ink/ink411.xml"/><Relationship Id="rId373" Type="http://schemas.openxmlformats.org/officeDocument/2006/relationships/image" Target="../media/image382.png"/><Relationship Id="rId394" Type="http://schemas.openxmlformats.org/officeDocument/2006/relationships/customXml" Target="../ink/ink432.xml"/><Relationship Id="rId408" Type="http://schemas.openxmlformats.org/officeDocument/2006/relationships/customXml" Target="../ink/ink439.xml"/><Relationship Id="rId429" Type="http://schemas.openxmlformats.org/officeDocument/2006/relationships/image" Target="../media/image410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341.xml"/><Relationship Id="rId233" Type="http://schemas.openxmlformats.org/officeDocument/2006/relationships/image" Target="../media/image312.png"/><Relationship Id="rId254" Type="http://schemas.openxmlformats.org/officeDocument/2006/relationships/customXml" Target="../ink/ink362.xml"/><Relationship Id="rId440" Type="http://schemas.openxmlformats.org/officeDocument/2006/relationships/customXml" Target="../ink/ink455.xml"/><Relationship Id="rId275" Type="http://schemas.openxmlformats.org/officeDocument/2006/relationships/image" Target="../media/image333.png"/><Relationship Id="rId296" Type="http://schemas.openxmlformats.org/officeDocument/2006/relationships/customXml" Target="../ink/ink383.xml"/><Relationship Id="rId300" Type="http://schemas.openxmlformats.org/officeDocument/2006/relationships/customXml" Target="../ink/ink385.xml"/><Relationship Id="rId461" Type="http://schemas.openxmlformats.org/officeDocument/2006/relationships/image" Target="../media/image426.png"/><Relationship Id="rId482" Type="http://schemas.openxmlformats.org/officeDocument/2006/relationships/customXml" Target="../ink/ink476.xml"/><Relationship Id="rId517" Type="http://schemas.openxmlformats.org/officeDocument/2006/relationships/image" Target="../media/image454.png"/><Relationship Id="rId538" Type="http://schemas.openxmlformats.org/officeDocument/2006/relationships/customXml" Target="../ink/ink504.xml"/><Relationship Id="rId135" Type="http://schemas.openxmlformats.org/officeDocument/2006/relationships/image" Target="../media/image859.png"/><Relationship Id="rId156" Type="http://schemas.openxmlformats.org/officeDocument/2006/relationships/customXml" Target="../ink/ink313.xml"/><Relationship Id="rId177" Type="http://schemas.openxmlformats.org/officeDocument/2006/relationships/image" Target="../media/image880.png"/><Relationship Id="rId198" Type="http://schemas.openxmlformats.org/officeDocument/2006/relationships/customXml" Target="../ink/ink334.xml"/><Relationship Id="rId321" Type="http://schemas.openxmlformats.org/officeDocument/2006/relationships/image" Target="../media/image356.png"/><Relationship Id="rId342" Type="http://schemas.openxmlformats.org/officeDocument/2006/relationships/customXml" Target="../ink/ink406.xml"/><Relationship Id="rId363" Type="http://schemas.openxmlformats.org/officeDocument/2006/relationships/image" Target="../media/image377.png"/><Relationship Id="rId384" Type="http://schemas.openxmlformats.org/officeDocument/2006/relationships/customXml" Target="../ink/ink427.xml"/><Relationship Id="rId419" Type="http://schemas.openxmlformats.org/officeDocument/2006/relationships/image" Target="../media/image405.png"/><Relationship Id="rId202" Type="http://schemas.openxmlformats.org/officeDocument/2006/relationships/customXml" Target="../ink/ink336.xml"/><Relationship Id="rId223" Type="http://schemas.openxmlformats.org/officeDocument/2006/relationships/image" Target="../media/image307.png"/><Relationship Id="rId244" Type="http://schemas.openxmlformats.org/officeDocument/2006/relationships/customXml" Target="../ink/ink357.xml"/><Relationship Id="rId430" Type="http://schemas.openxmlformats.org/officeDocument/2006/relationships/customXml" Target="../ink/ink450.xml"/><Relationship Id="rId265" Type="http://schemas.openxmlformats.org/officeDocument/2006/relationships/image" Target="../media/image328.png"/><Relationship Id="rId286" Type="http://schemas.openxmlformats.org/officeDocument/2006/relationships/customXml" Target="../ink/ink378.xml"/><Relationship Id="rId451" Type="http://schemas.openxmlformats.org/officeDocument/2006/relationships/image" Target="../media/image421.png"/><Relationship Id="rId472" Type="http://schemas.openxmlformats.org/officeDocument/2006/relationships/customXml" Target="../ink/ink471.xml"/><Relationship Id="rId493" Type="http://schemas.openxmlformats.org/officeDocument/2006/relationships/image" Target="../media/image442.png"/><Relationship Id="rId507" Type="http://schemas.openxmlformats.org/officeDocument/2006/relationships/image" Target="../media/image449.png"/><Relationship Id="rId528" Type="http://schemas.openxmlformats.org/officeDocument/2006/relationships/customXml" Target="../ink/ink499.xml"/><Relationship Id="rId125" Type="http://schemas.openxmlformats.org/officeDocument/2006/relationships/image" Target="../media/image854.png"/><Relationship Id="rId146" Type="http://schemas.openxmlformats.org/officeDocument/2006/relationships/customXml" Target="../ink/ink308.xml"/><Relationship Id="rId167" Type="http://schemas.openxmlformats.org/officeDocument/2006/relationships/image" Target="../media/image875.png"/><Relationship Id="rId188" Type="http://schemas.openxmlformats.org/officeDocument/2006/relationships/customXml" Target="../ink/ink329.xml"/><Relationship Id="rId311" Type="http://schemas.openxmlformats.org/officeDocument/2006/relationships/image" Target="../media/image351.png"/><Relationship Id="rId332" Type="http://schemas.openxmlformats.org/officeDocument/2006/relationships/customXml" Target="../ink/ink401.xml"/><Relationship Id="rId353" Type="http://schemas.openxmlformats.org/officeDocument/2006/relationships/image" Target="../media/image372.png"/><Relationship Id="rId374" Type="http://schemas.openxmlformats.org/officeDocument/2006/relationships/customXml" Target="../ink/ink422.xml"/><Relationship Id="rId395" Type="http://schemas.openxmlformats.org/officeDocument/2006/relationships/image" Target="../media/image393.png"/><Relationship Id="rId409" Type="http://schemas.openxmlformats.org/officeDocument/2006/relationships/image" Target="../media/image400.png"/><Relationship Id="rId213" Type="http://schemas.openxmlformats.org/officeDocument/2006/relationships/image" Target="../media/image302.png"/><Relationship Id="rId234" Type="http://schemas.openxmlformats.org/officeDocument/2006/relationships/customXml" Target="../ink/ink352.xml"/><Relationship Id="rId420" Type="http://schemas.openxmlformats.org/officeDocument/2006/relationships/customXml" Target="../ink/ink445.xml"/><Relationship Id="rId2" Type="http://schemas.openxmlformats.org/officeDocument/2006/relationships/image" Target="../media/image300.png"/><Relationship Id="rId255" Type="http://schemas.openxmlformats.org/officeDocument/2006/relationships/image" Target="../media/image323.png"/><Relationship Id="rId276" Type="http://schemas.openxmlformats.org/officeDocument/2006/relationships/customXml" Target="../ink/ink373.xml"/><Relationship Id="rId297" Type="http://schemas.openxmlformats.org/officeDocument/2006/relationships/image" Target="../media/image344.png"/><Relationship Id="rId441" Type="http://schemas.openxmlformats.org/officeDocument/2006/relationships/image" Target="../media/image416.png"/><Relationship Id="rId462" Type="http://schemas.openxmlformats.org/officeDocument/2006/relationships/customXml" Target="../ink/ink466.xml"/><Relationship Id="rId483" Type="http://schemas.openxmlformats.org/officeDocument/2006/relationships/image" Target="../media/image437.png"/><Relationship Id="rId518" Type="http://schemas.openxmlformats.org/officeDocument/2006/relationships/customXml" Target="../ink/ink494.xml"/><Relationship Id="rId539" Type="http://schemas.openxmlformats.org/officeDocument/2006/relationships/image" Target="../media/image465.png"/><Relationship Id="rId136" Type="http://schemas.openxmlformats.org/officeDocument/2006/relationships/customXml" Target="../ink/ink303.xml"/><Relationship Id="rId157" Type="http://schemas.openxmlformats.org/officeDocument/2006/relationships/image" Target="../media/image870.png"/><Relationship Id="rId178" Type="http://schemas.openxmlformats.org/officeDocument/2006/relationships/customXml" Target="../ink/ink324.xml"/><Relationship Id="rId301" Type="http://schemas.openxmlformats.org/officeDocument/2006/relationships/image" Target="../media/image346.png"/><Relationship Id="rId322" Type="http://schemas.openxmlformats.org/officeDocument/2006/relationships/customXml" Target="../ink/ink396.xml"/><Relationship Id="rId343" Type="http://schemas.openxmlformats.org/officeDocument/2006/relationships/image" Target="../media/image367.png"/><Relationship Id="rId364" Type="http://schemas.openxmlformats.org/officeDocument/2006/relationships/customXml" Target="../ink/ink417.xml"/><Relationship Id="rId199" Type="http://schemas.openxmlformats.org/officeDocument/2006/relationships/image" Target="../media/image891.png"/><Relationship Id="rId203" Type="http://schemas.openxmlformats.org/officeDocument/2006/relationships/image" Target="../media/image893.png"/><Relationship Id="rId385" Type="http://schemas.openxmlformats.org/officeDocument/2006/relationships/image" Target="../media/image388.png"/><Relationship Id="rId224" Type="http://schemas.openxmlformats.org/officeDocument/2006/relationships/customXml" Target="../ink/ink347.xml"/><Relationship Id="rId245" Type="http://schemas.openxmlformats.org/officeDocument/2006/relationships/image" Target="../media/image318.png"/><Relationship Id="rId266" Type="http://schemas.openxmlformats.org/officeDocument/2006/relationships/customXml" Target="../ink/ink368.xml"/><Relationship Id="rId287" Type="http://schemas.openxmlformats.org/officeDocument/2006/relationships/image" Target="../media/image339.png"/><Relationship Id="rId410" Type="http://schemas.openxmlformats.org/officeDocument/2006/relationships/customXml" Target="../ink/ink440.xml"/><Relationship Id="rId431" Type="http://schemas.openxmlformats.org/officeDocument/2006/relationships/image" Target="../media/image411.png"/><Relationship Id="rId452" Type="http://schemas.openxmlformats.org/officeDocument/2006/relationships/customXml" Target="../ink/ink461.xml"/><Relationship Id="rId473" Type="http://schemas.openxmlformats.org/officeDocument/2006/relationships/image" Target="../media/image432.png"/><Relationship Id="rId494" Type="http://schemas.openxmlformats.org/officeDocument/2006/relationships/customXml" Target="../ink/ink482.xml"/><Relationship Id="rId508" Type="http://schemas.openxmlformats.org/officeDocument/2006/relationships/customXml" Target="../ink/ink489.xml"/><Relationship Id="rId529" Type="http://schemas.openxmlformats.org/officeDocument/2006/relationships/image" Target="../media/image460.png"/><Relationship Id="rId126" Type="http://schemas.openxmlformats.org/officeDocument/2006/relationships/customXml" Target="../ink/ink298.xml"/><Relationship Id="rId147" Type="http://schemas.openxmlformats.org/officeDocument/2006/relationships/image" Target="../media/image865.png"/><Relationship Id="rId168" Type="http://schemas.openxmlformats.org/officeDocument/2006/relationships/customXml" Target="../ink/ink319.xml"/><Relationship Id="rId312" Type="http://schemas.openxmlformats.org/officeDocument/2006/relationships/customXml" Target="../ink/ink391.xml"/><Relationship Id="rId333" Type="http://schemas.openxmlformats.org/officeDocument/2006/relationships/image" Target="../media/image362.png"/><Relationship Id="rId354" Type="http://schemas.openxmlformats.org/officeDocument/2006/relationships/customXml" Target="../ink/ink412.xml"/><Relationship Id="rId540" Type="http://schemas.openxmlformats.org/officeDocument/2006/relationships/customXml" Target="../ink/ink505.xml"/><Relationship Id="rId189" Type="http://schemas.openxmlformats.org/officeDocument/2006/relationships/image" Target="../media/image886.png"/><Relationship Id="rId375" Type="http://schemas.openxmlformats.org/officeDocument/2006/relationships/image" Target="../media/image383.png"/><Relationship Id="rId396" Type="http://schemas.openxmlformats.org/officeDocument/2006/relationships/customXml" Target="../ink/ink433.xml"/><Relationship Id="rId3" Type="http://schemas.openxmlformats.org/officeDocument/2006/relationships/customXml" Target="../ink/ink297.xml"/><Relationship Id="rId214" Type="http://schemas.openxmlformats.org/officeDocument/2006/relationships/customXml" Target="../ink/ink342.xml"/><Relationship Id="rId235" Type="http://schemas.openxmlformats.org/officeDocument/2006/relationships/image" Target="../media/image313.png"/><Relationship Id="rId256" Type="http://schemas.openxmlformats.org/officeDocument/2006/relationships/customXml" Target="../ink/ink363.xml"/><Relationship Id="rId277" Type="http://schemas.openxmlformats.org/officeDocument/2006/relationships/image" Target="../media/image334.png"/><Relationship Id="rId298" Type="http://schemas.openxmlformats.org/officeDocument/2006/relationships/customXml" Target="../ink/ink384.xml"/><Relationship Id="rId400" Type="http://schemas.openxmlformats.org/officeDocument/2006/relationships/customXml" Target="../ink/ink435.xml"/><Relationship Id="rId421" Type="http://schemas.openxmlformats.org/officeDocument/2006/relationships/image" Target="../media/image406.png"/><Relationship Id="rId442" Type="http://schemas.openxmlformats.org/officeDocument/2006/relationships/customXml" Target="../ink/ink456.xml"/><Relationship Id="rId463" Type="http://schemas.openxmlformats.org/officeDocument/2006/relationships/image" Target="../media/image427.png"/><Relationship Id="rId484" Type="http://schemas.openxmlformats.org/officeDocument/2006/relationships/customXml" Target="../ink/ink477.xml"/><Relationship Id="rId519" Type="http://schemas.openxmlformats.org/officeDocument/2006/relationships/image" Target="../media/image455.png"/><Relationship Id="rId137" Type="http://schemas.openxmlformats.org/officeDocument/2006/relationships/image" Target="../media/image860.png"/><Relationship Id="rId158" Type="http://schemas.openxmlformats.org/officeDocument/2006/relationships/customXml" Target="../ink/ink314.xml"/><Relationship Id="rId302" Type="http://schemas.openxmlformats.org/officeDocument/2006/relationships/customXml" Target="../ink/ink386.xml"/><Relationship Id="rId323" Type="http://schemas.openxmlformats.org/officeDocument/2006/relationships/image" Target="../media/image357.png"/><Relationship Id="rId344" Type="http://schemas.openxmlformats.org/officeDocument/2006/relationships/customXml" Target="../ink/ink407.xml"/><Relationship Id="rId530" Type="http://schemas.openxmlformats.org/officeDocument/2006/relationships/customXml" Target="../ink/ink500.xml"/><Relationship Id="rId179" Type="http://schemas.openxmlformats.org/officeDocument/2006/relationships/image" Target="../media/image881.png"/><Relationship Id="rId365" Type="http://schemas.openxmlformats.org/officeDocument/2006/relationships/image" Target="../media/image378.png"/><Relationship Id="rId386" Type="http://schemas.openxmlformats.org/officeDocument/2006/relationships/customXml" Target="../ink/ink428.xml"/><Relationship Id="rId190" Type="http://schemas.openxmlformats.org/officeDocument/2006/relationships/customXml" Target="../ink/ink330.xml"/><Relationship Id="rId204" Type="http://schemas.openxmlformats.org/officeDocument/2006/relationships/customXml" Target="../ink/ink337.xml"/><Relationship Id="rId225" Type="http://schemas.openxmlformats.org/officeDocument/2006/relationships/image" Target="../media/image308.png"/><Relationship Id="rId246" Type="http://schemas.openxmlformats.org/officeDocument/2006/relationships/customXml" Target="../ink/ink358.xml"/><Relationship Id="rId267" Type="http://schemas.openxmlformats.org/officeDocument/2006/relationships/image" Target="../media/image329.png"/><Relationship Id="rId288" Type="http://schemas.openxmlformats.org/officeDocument/2006/relationships/customXml" Target="../ink/ink379.xml"/><Relationship Id="rId411" Type="http://schemas.openxmlformats.org/officeDocument/2006/relationships/image" Target="../media/image401.png"/><Relationship Id="rId432" Type="http://schemas.openxmlformats.org/officeDocument/2006/relationships/customXml" Target="../ink/ink451.xml"/><Relationship Id="rId453" Type="http://schemas.openxmlformats.org/officeDocument/2006/relationships/image" Target="../media/image422.png"/><Relationship Id="rId474" Type="http://schemas.openxmlformats.org/officeDocument/2006/relationships/customXml" Target="../ink/ink472.xml"/><Relationship Id="rId509" Type="http://schemas.openxmlformats.org/officeDocument/2006/relationships/image" Target="../media/image450.png"/><Relationship Id="rId127" Type="http://schemas.openxmlformats.org/officeDocument/2006/relationships/image" Target="../media/image855.png"/><Relationship Id="rId313" Type="http://schemas.openxmlformats.org/officeDocument/2006/relationships/image" Target="../media/image352.png"/><Relationship Id="rId495" Type="http://schemas.openxmlformats.org/officeDocument/2006/relationships/image" Target="../media/image443.png"/><Relationship Id="rId148" Type="http://schemas.openxmlformats.org/officeDocument/2006/relationships/customXml" Target="../ink/ink309.xml"/><Relationship Id="rId169" Type="http://schemas.openxmlformats.org/officeDocument/2006/relationships/image" Target="../media/image876.png"/><Relationship Id="rId334" Type="http://schemas.openxmlformats.org/officeDocument/2006/relationships/customXml" Target="../ink/ink402.xml"/><Relationship Id="rId355" Type="http://schemas.openxmlformats.org/officeDocument/2006/relationships/image" Target="../media/image373.png"/><Relationship Id="rId376" Type="http://schemas.openxmlformats.org/officeDocument/2006/relationships/customXml" Target="../ink/ink423.xml"/><Relationship Id="rId397" Type="http://schemas.openxmlformats.org/officeDocument/2006/relationships/image" Target="../media/image394.png"/><Relationship Id="rId520" Type="http://schemas.openxmlformats.org/officeDocument/2006/relationships/customXml" Target="../ink/ink495.xml"/><Relationship Id="rId541" Type="http://schemas.openxmlformats.org/officeDocument/2006/relationships/image" Target="../media/image466.png"/><Relationship Id="rId180" Type="http://schemas.openxmlformats.org/officeDocument/2006/relationships/customXml" Target="../ink/ink325.xml"/><Relationship Id="rId215" Type="http://schemas.openxmlformats.org/officeDocument/2006/relationships/image" Target="../media/image303.png"/><Relationship Id="rId236" Type="http://schemas.openxmlformats.org/officeDocument/2006/relationships/customXml" Target="../ink/ink353.xml"/><Relationship Id="rId257" Type="http://schemas.openxmlformats.org/officeDocument/2006/relationships/image" Target="../media/image324.png"/><Relationship Id="rId278" Type="http://schemas.openxmlformats.org/officeDocument/2006/relationships/customXml" Target="../ink/ink374.xml"/><Relationship Id="rId401" Type="http://schemas.openxmlformats.org/officeDocument/2006/relationships/image" Target="../media/image396.png"/><Relationship Id="rId422" Type="http://schemas.openxmlformats.org/officeDocument/2006/relationships/customXml" Target="../ink/ink446.xml"/><Relationship Id="rId443" Type="http://schemas.openxmlformats.org/officeDocument/2006/relationships/image" Target="../media/image417.png"/><Relationship Id="rId464" Type="http://schemas.openxmlformats.org/officeDocument/2006/relationships/customXml" Target="../ink/ink467.xml"/><Relationship Id="rId303" Type="http://schemas.openxmlformats.org/officeDocument/2006/relationships/image" Target="../media/image347.png"/><Relationship Id="rId485" Type="http://schemas.openxmlformats.org/officeDocument/2006/relationships/image" Target="../media/image438.png"/><Relationship Id="rId138" Type="http://schemas.openxmlformats.org/officeDocument/2006/relationships/customXml" Target="../ink/ink304.xml"/><Relationship Id="rId345" Type="http://schemas.openxmlformats.org/officeDocument/2006/relationships/image" Target="../media/image368.png"/><Relationship Id="rId387" Type="http://schemas.openxmlformats.org/officeDocument/2006/relationships/image" Target="../media/image389.png"/><Relationship Id="rId510" Type="http://schemas.openxmlformats.org/officeDocument/2006/relationships/customXml" Target="../ink/ink490.xml"/><Relationship Id="rId191" Type="http://schemas.openxmlformats.org/officeDocument/2006/relationships/image" Target="../media/image887.png"/><Relationship Id="rId205" Type="http://schemas.openxmlformats.org/officeDocument/2006/relationships/image" Target="../media/image894.png"/><Relationship Id="rId247" Type="http://schemas.openxmlformats.org/officeDocument/2006/relationships/image" Target="../media/image319.png"/><Relationship Id="rId412" Type="http://schemas.openxmlformats.org/officeDocument/2006/relationships/customXml" Target="../ink/ink441.xml"/><Relationship Id="rId289" Type="http://schemas.openxmlformats.org/officeDocument/2006/relationships/image" Target="../media/image340.png"/><Relationship Id="rId454" Type="http://schemas.openxmlformats.org/officeDocument/2006/relationships/customXml" Target="../ink/ink462.xml"/><Relationship Id="rId496" Type="http://schemas.openxmlformats.org/officeDocument/2006/relationships/customXml" Target="../ink/ink483.xml"/><Relationship Id="rId149" Type="http://schemas.openxmlformats.org/officeDocument/2006/relationships/image" Target="../media/image866.png"/><Relationship Id="rId314" Type="http://schemas.openxmlformats.org/officeDocument/2006/relationships/customXml" Target="../ink/ink392.xml"/><Relationship Id="rId356" Type="http://schemas.openxmlformats.org/officeDocument/2006/relationships/customXml" Target="../ink/ink413.xml"/><Relationship Id="rId398" Type="http://schemas.openxmlformats.org/officeDocument/2006/relationships/customXml" Target="../ink/ink434.xml"/><Relationship Id="rId521" Type="http://schemas.openxmlformats.org/officeDocument/2006/relationships/image" Target="../media/image456.png"/><Relationship Id="rId160" Type="http://schemas.openxmlformats.org/officeDocument/2006/relationships/customXml" Target="../ink/ink315.xml"/><Relationship Id="rId216" Type="http://schemas.openxmlformats.org/officeDocument/2006/relationships/customXml" Target="../ink/ink343.xml"/><Relationship Id="rId423" Type="http://schemas.openxmlformats.org/officeDocument/2006/relationships/image" Target="../media/image407.png"/><Relationship Id="rId258" Type="http://schemas.openxmlformats.org/officeDocument/2006/relationships/customXml" Target="../ink/ink364.xml"/><Relationship Id="rId465" Type="http://schemas.openxmlformats.org/officeDocument/2006/relationships/image" Target="../media/image428.png"/><Relationship Id="rId325" Type="http://schemas.openxmlformats.org/officeDocument/2006/relationships/image" Target="../media/image358.png"/><Relationship Id="rId367" Type="http://schemas.openxmlformats.org/officeDocument/2006/relationships/image" Target="../media/image379.png"/><Relationship Id="rId532" Type="http://schemas.openxmlformats.org/officeDocument/2006/relationships/customXml" Target="../ink/ink501.xml"/><Relationship Id="rId171" Type="http://schemas.openxmlformats.org/officeDocument/2006/relationships/image" Target="../media/image877.png"/><Relationship Id="rId227" Type="http://schemas.openxmlformats.org/officeDocument/2006/relationships/image" Target="../media/image309.png"/><Relationship Id="rId269" Type="http://schemas.openxmlformats.org/officeDocument/2006/relationships/image" Target="../media/image330.png"/><Relationship Id="rId434" Type="http://schemas.openxmlformats.org/officeDocument/2006/relationships/customXml" Target="../ink/ink452.xml"/><Relationship Id="rId476" Type="http://schemas.openxmlformats.org/officeDocument/2006/relationships/customXml" Target="../ink/ink473.xml"/><Relationship Id="rId129" Type="http://schemas.openxmlformats.org/officeDocument/2006/relationships/image" Target="../media/image856.png"/><Relationship Id="rId280" Type="http://schemas.openxmlformats.org/officeDocument/2006/relationships/customXml" Target="../ink/ink375.xml"/><Relationship Id="rId336" Type="http://schemas.openxmlformats.org/officeDocument/2006/relationships/customXml" Target="../ink/ink403.xml"/><Relationship Id="rId501" Type="http://schemas.openxmlformats.org/officeDocument/2006/relationships/image" Target="../media/image446.png"/><Relationship Id="rId543" Type="http://schemas.openxmlformats.org/officeDocument/2006/relationships/image" Target="../media/image467.png"/><Relationship Id="rId140" Type="http://schemas.openxmlformats.org/officeDocument/2006/relationships/customXml" Target="../ink/ink305.xml"/><Relationship Id="rId182" Type="http://schemas.openxmlformats.org/officeDocument/2006/relationships/customXml" Target="../ink/ink326.xml"/><Relationship Id="rId378" Type="http://schemas.openxmlformats.org/officeDocument/2006/relationships/customXml" Target="../ink/ink424.xml"/><Relationship Id="rId403" Type="http://schemas.openxmlformats.org/officeDocument/2006/relationships/image" Target="../media/image397.png"/><Relationship Id="rId238" Type="http://schemas.openxmlformats.org/officeDocument/2006/relationships/customXml" Target="../ink/ink354.xml"/><Relationship Id="rId445" Type="http://schemas.openxmlformats.org/officeDocument/2006/relationships/image" Target="../media/image418.png"/><Relationship Id="rId487" Type="http://schemas.openxmlformats.org/officeDocument/2006/relationships/image" Target="../media/image439.png"/><Relationship Id="rId291" Type="http://schemas.openxmlformats.org/officeDocument/2006/relationships/image" Target="../media/image341.png"/><Relationship Id="rId305" Type="http://schemas.openxmlformats.org/officeDocument/2006/relationships/image" Target="../media/image348.png"/><Relationship Id="rId347" Type="http://schemas.openxmlformats.org/officeDocument/2006/relationships/image" Target="../media/image369.png"/><Relationship Id="rId512" Type="http://schemas.openxmlformats.org/officeDocument/2006/relationships/customXml" Target="../ink/ink491.xml"/><Relationship Id="rId151" Type="http://schemas.openxmlformats.org/officeDocument/2006/relationships/image" Target="../media/image867.png"/><Relationship Id="rId389" Type="http://schemas.openxmlformats.org/officeDocument/2006/relationships/image" Target="../media/image390.png"/><Relationship Id="rId193" Type="http://schemas.openxmlformats.org/officeDocument/2006/relationships/image" Target="../media/image888.png"/><Relationship Id="rId207" Type="http://schemas.openxmlformats.org/officeDocument/2006/relationships/image" Target="../media/image895.png"/><Relationship Id="rId249" Type="http://schemas.openxmlformats.org/officeDocument/2006/relationships/image" Target="../media/image320.png"/><Relationship Id="rId414" Type="http://schemas.openxmlformats.org/officeDocument/2006/relationships/customXml" Target="../ink/ink442.xml"/><Relationship Id="rId456" Type="http://schemas.openxmlformats.org/officeDocument/2006/relationships/customXml" Target="../ink/ink463.xml"/><Relationship Id="rId498" Type="http://schemas.openxmlformats.org/officeDocument/2006/relationships/customXml" Target="../ink/ink484.xml"/><Relationship Id="rId260" Type="http://schemas.openxmlformats.org/officeDocument/2006/relationships/customXml" Target="../ink/ink365.xml"/><Relationship Id="rId316" Type="http://schemas.openxmlformats.org/officeDocument/2006/relationships/customXml" Target="../ink/ink393.xml"/><Relationship Id="rId523" Type="http://schemas.openxmlformats.org/officeDocument/2006/relationships/image" Target="../media/image457.png"/><Relationship Id="rId358" Type="http://schemas.openxmlformats.org/officeDocument/2006/relationships/customXml" Target="../ink/ink414.xml"/><Relationship Id="rId162" Type="http://schemas.openxmlformats.org/officeDocument/2006/relationships/customXml" Target="../ink/ink316.xml"/><Relationship Id="rId218" Type="http://schemas.openxmlformats.org/officeDocument/2006/relationships/customXml" Target="../ink/ink344.xml"/><Relationship Id="rId425" Type="http://schemas.openxmlformats.org/officeDocument/2006/relationships/image" Target="../media/image408.png"/><Relationship Id="rId467" Type="http://schemas.openxmlformats.org/officeDocument/2006/relationships/image" Target="../media/image429.png"/><Relationship Id="rId271" Type="http://schemas.openxmlformats.org/officeDocument/2006/relationships/image" Target="../media/image331.png"/><Relationship Id="rId131" Type="http://schemas.openxmlformats.org/officeDocument/2006/relationships/image" Target="../media/image857.png"/><Relationship Id="rId327" Type="http://schemas.openxmlformats.org/officeDocument/2006/relationships/image" Target="../media/image359.png"/><Relationship Id="rId369" Type="http://schemas.openxmlformats.org/officeDocument/2006/relationships/image" Target="../media/image380.png"/><Relationship Id="rId534" Type="http://schemas.openxmlformats.org/officeDocument/2006/relationships/customXml" Target="../ink/ink502.xml"/><Relationship Id="rId173" Type="http://schemas.openxmlformats.org/officeDocument/2006/relationships/image" Target="../media/image878.png"/><Relationship Id="rId229" Type="http://schemas.openxmlformats.org/officeDocument/2006/relationships/image" Target="../media/image310.png"/><Relationship Id="rId380" Type="http://schemas.openxmlformats.org/officeDocument/2006/relationships/customXml" Target="../ink/ink425.xml"/><Relationship Id="rId436" Type="http://schemas.openxmlformats.org/officeDocument/2006/relationships/customXml" Target="../ink/ink453.xml"/><Relationship Id="rId240" Type="http://schemas.openxmlformats.org/officeDocument/2006/relationships/customXml" Target="../ink/ink355.xml"/><Relationship Id="rId478" Type="http://schemas.openxmlformats.org/officeDocument/2006/relationships/customXml" Target="../ink/ink474.xml"/><Relationship Id="rId282" Type="http://schemas.openxmlformats.org/officeDocument/2006/relationships/customXml" Target="../ink/ink376.xml"/><Relationship Id="rId338" Type="http://schemas.openxmlformats.org/officeDocument/2006/relationships/customXml" Target="../ink/ink404.xml"/><Relationship Id="rId503" Type="http://schemas.openxmlformats.org/officeDocument/2006/relationships/image" Target="../media/image447.png"/><Relationship Id="rId545" Type="http://schemas.openxmlformats.org/officeDocument/2006/relationships/image" Target="../media/image468.png"/><Relationship Id="rId142" Type="http://schemas.openxmlformats.org/officeDocument/2006/relationships/customXml" Target="../ink/ink306.xml"/><Relationship Id="rId184" Type="http://schemas.openxmlformats.org/officeDocument/2006/relationships/customXml" Target="../ink/ink327.xml"/><Relationship Id="rId391" Type="http://schemas.openxmlformats.org/officeDocument/2006/relationships/image" Target="../media/image391.png"/><Relationship Id="rId405" Type="http://schemas.openxmlformats.org/officeDocument/2006/relationships/image" Target="../media/image398.png"/><Relationship Id="rId447" Type="http://schemas.openxmlformats.org/officeDocument/2006/relationships/image" Target="../media/image419.png"/><Relationship Id="rId251" Type="http://schemas.openxmlformats.org/officeDocument/2006/relationships/image" Target="../media/image321.png"/><Relationship Id="rId489" Type="http://schemas.openxmlformats.org/officeDocument/2006/relationships/image" Target="../media/image440.png"/><Relationship Id="rId293" Type="http://schemas.openxmlformats.org/officeDocument/2006/relationships/image" Target="../media/image342.png"/><Relationship Id="rId307" Type="http://schemas.openxmlformats.org/officeDocument/2006/relationships/image" Target="../media/image349.png"/><Relationship Id="rId349" Type="http://schemas.openxmlformats.org/officeDocument/2006/relationships/image" Target="../media/image370.png"/><Relationship Id="rId514" Type="http://schemas.openxmlformats.org/officeDocument/2006/relationships/customXml" Target="../ink/ink492.xml"/><Relationship Id="rId153" Type="http://schemas.openxmlformats.org/officeDocument/2006/relationships/image" Target="../media/image868.png"/><Relationship Id="rId195" Type="http://schemas.openxmlformats.org/officeDocument/2006/relationships/image" Target="../media/image889.png"/><Relationship Id="rId209" Type="http://schemas.openxmlformats.org/officeDocument/2006/relationships/image" Target="../media/image896.png"/><Relationship Id="rId360" Type="http://schemas.openxmlformats.org/officeDocument/2006/relationships/customXml" Target="../ink/ink415.xml"/><Relationship Id="rId416" Type="http://schemas.openxmlformats.org/officeDocument/2006/relationships/customXml" Target="../ink/ink443.xml"/><Relationship Id="rId220" Type="http://schemas.openxmlformats.org/officeDocument/2006/relationships/customXml" Target="../ink/ink345.xml"/><Relationship Id="rId458" Type="http://schemas.openxmlformats.org/officeDocument/2006/relationships/customXml" Target="../ink/ink464.xml"/><Relationship Id="rId262" Type="http://schemas.openxmlformats.org/officeDocument/2006/relationships/customXml" Target="../ink/ink366.xml"/><Relationship Id="rId318" Type="http://schemas.openxmlformats.org/officeDocument/2006/relationships/customXml" Target="../ink/ink394.xml"/><Relationship Id="rId525" Type="http://schemas.openxmlformats.org/officeDocument/2006/relationships/image" Target="../media/image458.png"/><Relationship Id="rId164" Type="http://schemas.openxmlformats.org/officeDocument/2006/relationships/customXml" Target="../ink/ink317.xml"/><Relationship Id="rId371" Type="http://schemas.openxmlformats.org/officeDocument/2006/relationships/image" Target="../media/image381.png"/><Relationship Id="rId427" Type="http://schemas.openxmlformats.org/officeDocument/2006/relationships/image" Target="../media/image409.png"/><Relationship Id="rId469" Type="http://schemas.openxmlformats.org/officeDocument/2006/relationships/image" Target="../media/image430.png"/><Relationship Id="rId231" Type="http://schemas.openxmlformats.org/officeDocument/2006/relationships/image" Target="../media/image311.png"/><Relationship Id="rId273" Type="http://schemas.openxmlformats.org/officeDocument/2006/relationships/image" Target="../media/image332.png"/><Relationship Id="rId329" Type="http://schemas.openxmlformats.org/officeDocument/2006/relationships/image" Target="../media/image360.png"/><Relationship Id="rId480" Type="http://schemas.openxmlformats.org/officeDocument/2006/relationships/customXml" Target="../ink/ink475.xml"/><Relationship Id="rId536" Type="http://schemas.openxmlformats.org/officeDocument/2006/relationships/customXml" Target="../ink/ink503.xml"/><Relationship Id="rId133" Type="http://schemas.openxmlformats.org/officeDocument/2006/relationships/image" Target="../media/image858.png"/><Relationship Id="rId175" Type="http://schemas.openxmlformats.org/officeDocument/2006/relationships/image" Target="../media/image879.png"/><Relationship Id="rId340" Type="http://schemas.openxmlformats.org/officeDocument/2006/relationships/customXml" Target="../ink/ink405.xml"/><Relationship Id="rId200" Type="http://schemas.openxmlformats.org/officeDocument/2006/relationships/customXml" Target="../ink/ink335.xml"/><Relationship Id="rId382" Type="http://schemas.openxmlformats.org/officeDocument/2006/relationships/customXml" Target="../ink/ink426.xml"/><Relationship Id="rId438" Type="http://schemas.openxmlformats.org/officeDocument/2006/relationships/customXml" Target="../ink/ink454.xml"/><Relationship Id="rId242" Type="http://schemas.openxmlformats.org/officeDocument/2006/relationships/customXml" Target="../ink/ink356.xml"/><Relationship Id="rId284" Type="http://schemas.openxmlformats.org/officeDocument/2006/relationships/customXml" Target="../ink/ink377.xml"/><Relationship Id="rId491" Type="http://schemas.openxmlformats.org/officeDocument/2006/relationships/image" Target="../media/image441.png"/><Relationship Id="rId505" Type="http://schemas.openxmlformats.org/officeDocument/2006/relationships/image" Target="../media/image448.png"/><Relationship Id="rId144" Type="http://schemas.openxmlformats.org/officeDocument/2006/relationships/customXml" Target="../ink/ink307.xml"/><Relationship Id="rId186" Type="http://schemas.openxmlformats.org/officeDocument/2006/relationships/customXml" Target="../ink/ink328.xml"/><Relationship Id="rId351" Type="http://schemas.openxmlformats.org/officeDocument/2006/relationships/image" Target="../media/image371.png"/><Relationship Id="rId393" Type="http://schemas.openxmlformats.org/officeDocument/2006/relationships/image" Target="../media/image392.png"/><Relationship Id="rId407" Type="http://schemas.openxmlformats.org/officeDocument/2006/relationships/image" Target="../media/image399.png"/><Relationship Id="rId449" Type="http://schemas.openxmlformats.org/officeDocument/2006/relationships/image" Target="../media/image420.png"/><Relationship Id="rId211" Type="http://schemas.openxmlformats.org/officeDocument/2006/relationships/image" Target="../media/image301.png"/><Relationship Id="rId253" Type="http://schemas.openxmlformats.org/officeDocument/2006/relationships/image" Target="../media/image322.png"/><Relationship Id="rId295" Type="http://schemas.openxmlformats.org/officeDocument/2006/relationships/image" Target="../media/image343.png"/><Relationship Id="rId309" Type="http://schemas.openxmlformats.org/officeDocument/2006/relationships/image" Target="../media/image350.png"/><Relationship Id="rId460" Type="http://schemas.openxmlformats.org/officeDocument/2006/relationships/customXml" Target="../ink/ink465.xml"/><Relationship Id="rId516" Type="http://schemas.openxmlformats.org/officeDocument/2006/relationships/customXml" Target="../ink/ink493.xml"/><Relationship Id="rId320" Type="http://schemas.openxmlformats.org/officeDocument/2006/relationships/customXml" Target="../ink/ink395.xml"/><Relationship Id="rId155" Type="http://schemas.openxmlformats.org/officeDocument/2006/relationships/image" Target="../media/image869.png"/><Relationship Id="rId197" Type="http://schemas.openxmlformats.org/officeDocument/2006/relationships/image" Target="../media/image890.png"/><Relationship Id="rId362" Type="http://schemas.openxmlformats.org/officeDocument/2006/relationships/customXml" Target="../ink/ink416.xml"/><Relationship Id="rId418" Type="http://schemas.openxmlformats.org/officeDocument/2006/relationships/customXml" Target="../ink/ink444.xml"/><Relationship Id="rId222" Type="http://schemas.openxmlformats.org/officeDocument/2006/relationships/customXml" Target="../ink/ink346.xml"/><Relationship Id="rId264" Type="http://schemas.openxmlformats.org/officeDocument/2006/relationships/customXml" Target="../ink/ink367.xml"/><Relationship Id="rId471" Type="http://schemas.openxmlformats.org/officeDocument/2006/relationships/image" Target="../media/image431.png"/></Relationships>
</file>

<file path=ppt/slides/_rels/slide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26.png"/><Relationship Id="rId299" Type="http://schemas.openxmlformats.org/officeDocument/2006/relationships/image" Target="../media/image617.png"/><Relationship Id="rId21" Type="http://schemas.openxmlformats.org/officeDocument/2006/relationships/image" Target="../media/image478.png"/><Relationship Id="rId63" Type="http://schemas.openxmlformats.org/officeDocument/2006/relationships/image" Target="../media/image499.png"/><Relationship Id="rId159" Type="http://schemas.openxmlformats.org/officeDocument/2006/relationships/image" Target="../media/image547.png"/><Relationship Id="rId324" Type="http://schemas.openxmlformats.org/officeDocument/2006/relationships/customXml" Target="../ink/ink669.xml"/><Relationship Id="rId170" Type="http://schemas.openxmlformats.org/officeDocument/2006/relationships/customXml" Target="../ink/ink592.xml"/><Relationship Id="rId226" Type="http://schemas.openxmlformats.org/officeDocument/2006/relationships/customXml" Target="../ink/ink620.xml"/><Relationship Id="rId268" Type="http://schemas.openxmlformats.org/officeDocument/2006/relationships/customXml" Target="../ink/ink641.xml"/><Relationship Id="rId32" Type="http://schemas.openxmlformats.org/officeDocument/2006/relationships/customXml" Target="../ink/ink523.xml"/><Relationship Id="rId74" Type="http://schemas.openxmlformats.org/officeDocument/2006/relationships/customXml" Target="../ink/ink544.xml"/><Relationship Id="rId128" Type="http://schemas.openxmlformats.org/officeDocument/2006/relationships/customXml" Target="../ink/ink571.xml"/><Relationship Id="rId335" Type="http://schemas.openxmlformats.org/officeDocument/2006/relationships/image" Target="../media/image635.png"/><Relationship Id="rId5" Type="http://schemas.openxmlformats.org/officeDocument/2006/relationships/image" Target="../media/image470.png"/><Relationship Id="rId181" Type="http://schemas.openxmlformats.org/officeDocument/2006/relationships/image" Target="../media/image558.png"/><Relationship Id="rId237" Type="http://schemas.openxmlformats.org/officeDocument/2006/relationships/image" Target="../media/image586.png"/><Relationship Id="rId279" Type="http://schemas.openxmlformats.org/officeDocument/2006/relationships/image" Target="../media/image607.png"/><Relationship Id="rId43" Type="http://schemas.openxmlformats.org/officeDocument/2006/relationships/image" Target="../media/image489.png"/><Relationship Id="rId139" Type="http://schemas.openxmlformats.org/officeDocument/2006/relationships/image" Target="../media/image537.png"/><Relationship Id="rId290" Type="http://schemas.openxmlformats.org/officeDocument/2006/relationships/customXml" Target="../ink/ink652.xml"/><Relationship Id="rId304" Type="http://schemas.openxmlformats.org/officeDocument/2006/relationships/customXml" Target="../ink/ink659.xml"/><Relationship Id="rId346" Type="http://schemas.openxmlformats.org/officeDocument/2006/relationships/customXml" Target="../ink/ink680.xml"/><Relationship Id="rId85" Type="http://schemas.openxmlformats.org/officeDocument/2006/relationships/image" Target="../media/image510.png"/><Relationship Id="rId150" Type="http://schemas.openxmlformats.org/officeDocument/2006/relationships/customXml" Target="../ink/ink582.xml"/><Relationship Id="rId192" Type="http://schemas.openxmlformats.org/officeDocument/2006/relationships/customXml" Target="../ink/ink603.xml"/><Relationship Id="rId206" Type="http://schemas.openxmlformats.org/officeDocument/2006/relationships/customXml" Target="../ink/ink610.xml"/><Relationship Id="rId248" Type="http://schemas.openxmlformats.org/officeDocument/2006/relationships/customXml" Target="../ink/ink631.xml"/><Relationship Id="rId12" Type="http://schemas.openxmlformats.org/officeDocument/2006/relationships/customXml" Target="../ink/ink513.xml"/><Relationship Id="rId108" Type="http://schemas.openxmlformats.org/officeDocument/2006/relationships/customXml" Target="../ink/ink561.xml"/><Relationship Id="rId315" Type="http://schemas.openxmlformats.org/officeDocument/2006/relationships/image" Target="../media/image625.png"/><Relationship Id="rId54" Type="http://schemas.openxmlformats.org/officeDocument/2006/relationships/customXml" Target="../ink/ink534.xml"/><Relationship Id="rId96" Type="http://schemas.openxmlformats.org/officeDocument/2006/relationships/customXml" Target="../ink/ink555.xml"/><Relationship Id="rId161" Type="http://schemas.openxmlformats.org/officeDocument/2006/relationships/image" Target="../media/image548.png"/><Relationship Id="rId217" Type="http://schemas.openxmlformats.org/officeDocument/2006/relationships/image" Target="../media/image576.png"/><Relationship Id="rId259" Type="http://schemas.openxmlformats.org/officeDocument/2006/relationships/image" Target="../media/image597.png"/><Relationship Id="rId23" Type="http://schemas.openxmlformats.org/officeDocument/2006/relationships/image" Target="../media/image479.png"/><Relationship Id="rId119" Type="http://schemas.openxmlformats.org/officeDocument/2006/relationships/image" Target="../media/image527.png"/><Relationship Id="rId270" Type="http://schemas.openxmlformats.org/officeDocument/2006/relationships/customXml" Target="../ink/ink642.xml"/><Relationship Id="rId326" Type="http://schemas.openxmlformats.org/officeDocument/2006/relationships/customXml" Target="../ink/ink670.xml"/><Relationship Id="rId65" Type="http://schemas.openxmlformats.org/officeDocument/2006/relationships/image" Target="../media/image500.png"/><Relationship Id="rId130" Type="http://schemas.openxmlformats.org/officeDocument/2006/relationships/customXml" Target="../ink/ink572.xml"/><Relationship Id="rId172" Type="http://schemas.openxmlformats.org/officeDocument/2006/relationships/customXml" Target="../ink/ink593.xml"/><Relationship Id="rId228" Type="http://schemas.openxmlformats.org/officeDocument/2006/relationships/customXml" Target="../ink/ink621.xml"/><Relationship Id="rId281" Type="http://schemas.openxmlformats.org/officeDocument/2006/relationships/image" Target="../media/image608.png"/><Relationship Id="rId337" Type="http://schemas.openxmlformats.org/officeDocument/2006/relationships/image" Target="../media/image636.png"/><Relationship Id="rId34" Type="http://schemas.openxmlformats.org/officeDocument/2006/relationships/customXml" Target="../ink/ink524.xml"/><Relationship Id="rId76" Type="http://schemas.openxmlformats.org/officeDocument/2006/relationships/customXml" Target="../ink/ink545.xml"/><Relationship Id="rId141" Type="http://schemas.openxmlformats.org/officeDocument/2006/relationships/image" Target="../media/image538.png"/><Relationship Id="rId7" Type="http://schemas.openxmlformats.org/officeDocument/2006/relationships/image" Target="../media/image471.png"/><Relationship Id="rId183" Type="http://schemas.openxmlformats.org/officeDocument/2006/relationships/image" Target="../media/image559.png"/><Relationship Id="rId239" Type="http://schemas.openxmlformats.org/officeDocument/2006/relationships/image" Target="../media/image587.png"/><Relationship Id="rId250" Type="http://schemas.openxmlformats.org/officeDocument/2006/relationships/customXml" Target="../ink/ink632.xml"/><Relationship Id="rId292" Type="http://schemas.openxmlformats.org/officeDocument/2006/relationships/customXml" Target="../ink/ink653.xml"/><Relationship Id="rId306" Type="http://schemas.openxmlformats.org/officeDocument/2006/relationships/customXml" Target="../ink/ink660.xml"/><Relationship Id="rId45" Type="http://schemas.openxmlformats.org/officeDocument/2006/relationships/image" Target="../media/image490.png"/><Relationship Id="rId87" Type="http://schemas.openxmlformats.org/officeDocument/2006/relationships/image" Target="../media/image511.png"/><Relationship Id="rId110" Type="http://schemas.openxmlformats.org/officeDocument/2006/relationships/customXml" Target="../ink/ink562.xml"/><Relationship Id="rId348" Type="http://schemas.openxmlformats.org/officeDocument/2006/relationships/customXml" Target="../ink/ink681.xml"/><Relationship Id="rId152" Type="http://schemas.openxmlformats.org/officeDocument/2006/relationships/customXml" Target="../ink/ink583.xml"/><Relationship Id="rId194" Type="http://schemas.openxmlformats.org/officeDocument/2006/relationships/customXml" Target="../ink/ink604.xml"/><Relationship Id="rId208" Type="http://schemas.openxmlformats.org/officeDocument/2006/relationships/customXml" Target="../ink/ink611.xml"/><Relationship Id="rId261" Type="http://schemas.openxmlformats.org/officeDocument/2006/relationships/image" Target="../media/image598.png"/><Relationship Id="rId14" Type="http://schemas.openxmlformats.org/officeDocument/2006/relationships/customXml" Target="../ink/ink514.xml"/><Relationship Id="rId56" Type="http://schemas.openxmlformats.org/officeDocument/2006/relationships/customXml" Target="../ink/ink535.xml"/><Relationship Id="rId317" Type="http://schemas.openxmlformats.org/officeDocument/2006/relationships/image" Target="../media/image626.png"/><Relationship Id="rId98" Type="http://schemas.openxmlformats.org/officeDocument/2006/relationships/customXml" Target="../ink/ink556.xml"/><Relationship Id="rId121" Type="http://schemas.openxmlformats.org/officeDocument/2006/relationships/image" Target="../media/image528.png"/><Relationship Id="rId163" Type="http://schemas.openxmlformats.org/officeDocument/2006/relationships/image" Target="../media/image549.png"/><Relationship Id="rId219" Type="http://schemas.openxmlformats.org/officeDocument/2006/relationships/image" Target="../media/image577.png"/><Relationship Id="rId230" Type="http://schemas.openxmlformats.org/officeDocument/2006/relationships/customXml" Target="../ink/ink622.xml"/><Relationship Id="rId251" Type="http://schemas.openxmlformats.org/officeDocument/2006/relationships/image" Target="../media/image593.png"/><Relationship Id="rId25" Type="http://schemas.openxmlformats.org/officeDocument/2006/relationships/image" Target="../media/image480.png"/><Relationship Id="rId46" Type="http://schemas.openxmlformats.org/officeDocument/2006/relationships/customXml" Target="../ink/ink530.xml"/><Relationship Id="rId67" Type="http://schemas.openxmlformats.org/officeDocument/2006/relationships/image" Target="../media/image501.png"/><Relationship Id="rId272" Type="http://schemas.openxmlformats.org/officeDocument/2006/relationships/customXml" Target="../ink/ink643.xml"/><Relationship Id="rId293" Type="http://schemas.openxmlformats.org/officeDocument/2006/relationships/image" Target="../media/image614.png"/><Relationship Id="rId307" Type="http://schemas.openxmlformats.org/officeDocument/2006/relationships/image" Target="../media/image621.png"/><Relationship Id="rId328" Type="http://schemas.openxmlformats.org/officeDocument/2006/relationships/customXml" Target="../ink/ink671.xml"/><Relationship Id="rId349" Type="http://schemas.openxmlformats.org/officeDocument/2006/relationships/image" Target="../media/image642.png"/><Relationship Id="rId88" Type="http://schemas.openxmlformats.org/officeDocument/2006/relationships/customXml" Target="../ink/ink551.xml"/><Relationship Id="rId111" Type="http://schemas.openxmlformats.org/officeDocument/2006/relationships/image" Target="../media/image523.png"/><Relationship Id="rId132" Type="http://schemas.openxmlformats.org/officeDocument/2006/relationships/customXml" Target="../ink/ink573.xml"/><Relationship Id="rId153" Type="http://schemas.openxmlformats.org/officeDocument/2006/relationships/image" Target="../media/image544.png"/><Relationship Id="rId174" Type="http://schemas.openxmlformats.org/officeDocument/2006/relationships/customXml" Target="../ink/ink594.xml"/><Relationship Id="rId195" Type="http://schemas.openxmlformats.org/officeDocument/2006/relationships/image" Target="../media/image565.png"/><Relationship Id="rId209" Type="http://schemas.openxmlformats.org/officeDocument/2006/relationships/image" Target="../media/image572.png"/><Relationship Id="rId220" Type="http://schemas.openxmlformats.org/officeDocument/2006/relationships/customXml" Target="../ink/ink617.xml"/><Relationship Id="rId241" Type="http://schemas.openxmlformats.org/officeDocument/2006/relationships/image" Target="../media/image588.png"/><Relationship Id="rId15" Type="http://schemas.openxmlformats.org/officeDocument/2006/relationships/image" Target="../media/image475.png"/><Relationship Id="rId36" Type="http://schemas.openxmlformats.org/officeDocument/2006/relationships/customXml" Target="../ink/ink525.xml"/><Relationship Id="rId57" Type="http://schemas.openxmlformats.org/officeDocument/2006/relationships/image" Target="../media/image496.png"/><Relationship Id="rId262" Type="http://schemas.openxmlformats.org/officeDocument/2006/relationships/customXml" Target="../ink/ink638.xml"/><Relationship Id="rId283" Type="http://schemas.openxmlformats.org/officeDocument/2006/relationships/image" Target="../media/image609.png"/><Relationship Id="rId318" Type="http://schemas.openxmlformats.org/officeDocument/2006/relationships/customXml" Target="../ink/ink666.xml"/><Relationship Id="rId339" Type="http://schemas.openxmlformats.org/officeDocument/2006/relationships/image" Target="../media/image637.png"/><Relationship Id="rId78" Type="http://schemas.openxmlformats.org/officeDocument/2006/relationships/customXml" Target="../ink/ink546.xml"/><Relationship Id="rId99" Type="http://schemas.openxmlformats.org/officeDocument/2006/relationships/image" Target="../media/image517.png"/><Relationship Id="rId101" Type="http://schemas.openxmlformats.org/officeDocument/2006/relationships/image" Target="../media/image518.png"/><Relationship Id="rId122" Type="http://schemas.openxmlformats.org/officeDocument/2006/relationships/customXml" Target="../ink/ink568.xml"/><Relationship Id="rId143" Type="http://schemas.openxmlformats.org/officeDocument/2006/relationships/image" Target="../media/image539.png"/><Relationship Id="rId164" Type="http://schemas.openxmlformats.org/officeDocument/2006/relationships/customXml" Target="../ink/ink589.xml"/><Relationship Id="rId185" Type="http://schemas.openxmlformats.org/officeDocument/2006/relationships/image" Target="../media/image560.png"/><Relationship Id="rId350" Type="http://schemas.openxmlformats.org/officeDocument/2006/relationships/customXml" Target="../ink/ink682.xml"/><Relationship Id="rId9" Type="http://schemas.openxmlformats.org/officeDocument/2006/relationships/image" Target="../media/image472.png"/><Relationship Id="rId210" Type="http://schemas.openxmlformats.org/officeDocument/2006/relationships/customXml" Target="../ink/ink612.xml"/><Relationship Id="rId26" Type="http://schemas.openxmlformats.org/officeDocument/2006/relationships/customXml" Target="../ink/ink520.xml"/><Relationship Id="rId231" Type="http://schemas.openxmlformats.org/officeDocument/2006/relationships/image" Target="../media/image583.png"/><Relationship Id="rId252" Type="http://schemas.openxmlformats.org/officeDocument/2006/relationships/customXml" Target="../ink/ink633.xml"/><Relationship Id="rId273" Type="http://schemas.openxmlformats.org/officeDocument/2006/relationships/image" Target="../media/image604.png"/><Relationship Id="rId294" Type="http://schemas.openxmlformats.org/officeDocument/2006/relationships/customXml" Target="../ink/ink654.xml"/><Relationship Id="rId308" Type="http://schemas.openxmlformats.org/officeDocument/2006/relationships/customXml" Target="../ink/ink661.xml"/><Relationship Id="rId329" Type="http://schemas.openxmlformats.org/officeDocument/2006/relationships/image" Target="../media/image632.png"/><Relationship Id="rId47" Type="http://schemas.openxmlformats.org/officeDocument/2006/relationships/image" Target="../media/image491.png"/><Relationship Id="rId68" Type="http://schemas.openxmlformats.org/officeDocument/2006/relationships/customXml" Target="../ink/ink541.xml"/><Relationship Id="rId89" Type="http://schemas.openxmlformats.org/officeDocument/2006/relationships/image" Target="../media/image512.png"/><Relationship Id="rId112" Type="http://schemas.openxmlformats.org/officeDocument/2006/relationships/customXml" Target="../ink/ink563.xml"/><Relationship Id="rId133" Type="http://schemas.openxmlformats.org/officeDocument/2006/relationships/image" Target="../media/image534.png"/><Relationship Id="rId154" Type="http://schemas.openxmlformats.org/officeDocument/2006/relationships/customXml" Target="../ink/ink584.xml"/><Relationship Id="rId175" Type="http://schemas.openxmlformats.org/officeDocument/2006/relationships/image" Target="../media/image555.png"/><Relationship Id="rId340" Type="http://schemas.openxmlformats.org/officeDocument/2006/relationships/customXml" Target="../ink/ink677.xml"/><Relationship Id="rId196" Type="http://schemas.openxmlformats.org/officeDocument/2006/relationships/customXml" Target="../ink/ink605.xml"/><Relationship Id="rId200" Type="http://schemas.openxmlformats.org/officeDocument/2006/relationships/customXml" Target="../ink/ink607.xml"/><Relationship Id="rId16" Type="http://schemas.openxmlformats.org/officeDocument/2006/relationships/customXml" Target="../ink/ink515.xml"/><Relationship Id="rId221" Type="http://schemas.openxmlformats.org/officeDocument/2006/relationships/image" Target="../media/image578.png"/><Relationship Id="rId242" Type="http://schemas.openxmlformats.org/officeDocument/2006/relationships/customXml" Target="../ink/ink628.xml"/><Relationship Id="rId263" Type="http://schemas.openxmlformats.org/officeDocument/2006/relationships/image" Target="../media/image599.png"/><Relationship Id="rId284" Type="http://schemas.openxmlformats.org/officeDocument/2006/relationships/customXml" Target="../ink/ink649.xml"/><Relationship Id="rId319" Type="http://schemas.openxmlformats.org/officeDocument/2006/relationships/image" Target="../media/image627.png"/><Relationship Id="rId37" Type="http://schemas.openxmlformats.org/officeDocument/2006/relationships/image" Target="../media/image486.png"/><Relationship Id="rId58" Type="http://schemas.openxmlformats.org/officeDocument/2006/relationships/customXml" Target="../ink/ink536.xml"/><Relationship Id="rId79" Type="http://schemas.openxmlformats.org/officeDocument/2006/relationships/image" Target="../media/image507.png"/><Relationship Id="rId102" Type="http://schemas.openxmlformats.org/officeDocument/2006/relationships/customXml" Target="../ink/ink558.xml"/><Relationship Id="rId123" Type="http://schemas.openxmlformats.org/officeDocument/2006/relationships/image" Target="../media/image529.png"/><Relationship Id="rId144" Type="http://schemas.openxmlformats.org/officeDocument/2006/relationships/customXml" Target="../ink/ink579.xml"/><Relationship Id="rId330" Type="http://schemas.openxmlformats.org/officeDocument/2006/relationships/customXml" Target="../ink/ink672.xml"/><Relationship Id="rId90" Type="http://schemas.openxmlformats.org/officeDocument/2006/relationships/customXml" Target="../ink/ink552.xml"/><Relationship Id="rId165" Type="http://schemas.openxmlformats.org/officeDocument/2006/relationships/image" Target="../media/image550.png"/><Relationship Id="rId186" Type="http://schemas.openxmlformats.org/officeDocument/2006/relationships/customXml" Target="../ink/ink600.xml"/><Relationship Id="rId351" Type="http://schemas.openxmlformats.org/officeDocument/2006/relationships/image" Target="../media/image643.png"/><Relationship Id="rId211" Type="http://schemas.openxmlformats.org/officeDocument/2006/relationships/image" Target="../media/image573.png"/><Relationship Id="rId232" Type="http://schemas.openxmlformats.org/officeDocument/2006/relationships/customXml" Target="../ink/ink623.xml"/><Relationship Id="rId253" Type="http://schemas.openxmlformats.org/officeDocument/2006/relationships/image" Target="../media/image594.png"/><Relationship Id="rId274" Type="http://schemas.openxmlformats.org/officeDocument/2006/relationships/customXml" Target="../ink/ink644.xml"/><Relationship Id="rId295" Type="http://schemas.openxmlformats.org/officeDocument/2006/relationships/image" Target="../media/image615.png"/><Relationship Id="rId309" Type="http://schemas.openxmlformats.org/officeDocument/2006/relationships/image" Target="../media/image622.png"/><Relationship Id="rId27" Type="http://schemas.openxmlformats.org/officeDocument/2006/relationships/image" Target="../media/image481.png"/><Relationship Id="rId48" Type="http://schemas.openxmlformats.org/officeDocument/2006/relationships/customXml" Target="../ink/ink531.xml"/><Relationship Id="rId69" Type="http://schemas.openxmlformats.org/officeDocument/2006/relationships/image" Target="../media/image502.png"/><Relationship Id="rId113" Type="http://schemas.openxmlformats.org/officeDocument/2006/relationships/image" Target="../media/image524.png"/><Relationship Id="rId134" Type="http://schemas.openxmlformats.org/officeDocument/2006/relationships/customXml" Target="../ink/ink574.xml"/><Relationship Id="rId320" Type="http://schemas.openxmlformats.org/officeDocument/2006/relationships/customXml" Target="../ink/ink667.xml"/><Relationship Id="rId80" Type="http://schemas.openxmlformats.org/officeDocument/2006/relationships/customXml" Target="../ink/ink547.xml"/><Relationship Id="rId155" Type="http://schemas.openxmlformats.org/officeDocument/2006/relationships/image" Target="../media/image545.png"/><Relationship Id="rId176" Type="http://schemas.openxmlformats.org/officeDocument/2006/relationships/customXml" Target="../ink/ink595.xml"/><Relationship Id="rId197" Type="http://schemas.openxmlformats.org/officeDocument/2006/relationships/image" Target="../media/image566.png"/><Relationship Id="rId341" Type="http://schemas.openxmlformats.org/officeDocument/2006/relationships/image" Target="../media/image638.png"/><Relationship Id="rId201" Type="http://schemas.openxmlformats.org/officeDocument/2006/relationships/image" Target="../media/image568.png"/><Relationship Id="rId222" Type="http://schemas.openxmlformats.org/officeDocument/2006/relationships/customXml" Target="../ink/ink618.xml"/><Relationship Id="rId243" Type="http://schemas.openxmlformats.org/officeDocument/2006/relationships/image" Target="../media/image589.png"/><Relationship Id="rId264" Type="http://schemas.openxmlformats.org/officeDocument/2006/relationships/customXml" Target="../ink/ink639.xml"/><Relationship Id="rId285" Type="http://schemas.openxmlformats.org/officeDocument/2006/relationships/image" Target="../media/image610.png"/><Relationship Id="rId17" Type="http://schemas.openxmlformats.org/officeDocument/2006/relationships/image" Target="../media/image476.png"/><Relationship Id="rId38" Type="http://schemas.openxmlformats.org/officeDocument/2006/relationships/customXml" Target="../ink/ink526.xml"/><Relationship Id="rId59" Type="http://schemas.openxmlformats.org/officeDocument/2006/relationships/image" Target="../media/image497.png"/><Relationship Id="rId103" Type="http://schemas.openxmlformats.org/officeDocument/2006/relationships/image" Target="../media/image519.png"/><Relationship Id="rId124" Type="http://schemas.openxmlformats.org/officeDocument/2006/relationships/customXml" Target="../ink/ink569.xml"/><Relationship Id="rId310" Type="http://schemas.openxmlformats.org/officeDocument/2006/relationships/customXml" Target="../ink/ink662.xml"/><Relationship Id="rId70" Type="http://schemas.openxmlformats.org/officeDocument/2006/relationships/customXml" Target="../ink/ink542.xml"/><Relationship Id="rId91" Type="http://schemas.openxmlformats.org/officeDocument/2006/relationships/image" Target="../media/image513.png"/><Relationship Id="rId145" Type="http://schemas.openxmlformats.org/officeDocument/2006/relationships/image" Target="../media/image540.png"/><Relationship Id="rId166" Type="http://schemas.openxmlformats.org/officeDocument/2006/relationships/customXml" Target="../ink/ink590.xml"/><Relationship Id="rId187" Type="http://schemas.openxmlformats.org/officeDocument/2006/relationships/image" Target="../media/image561.png"/><Relationship Id="rId331" Type="http://schemas.openxmlformats.org/officeDocument/2006/relationships/image" Target="../media/image633.png"/><Relationship Id="rId352" Type="http://schemas.openxmlformats.org/officeDocument/2006/relationships/customXml" Target="../ink/ink683.xml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613.xml"/><Relationship Id="rId233" Type="http://schemas.openxmlformats.org/officeDocument/2006/relationships/image" Target="../media/image584.png"/><Relationship Id="rId254" Type="http://schemas.openxmlformats.org/officeDocument/2006/relationships/customXml" Target="../ink/ink634.xml"/><Relationship Id="rId28" Type="http://schemas.openxmlformats.org/officeDocument/2006/relationships/customXml" Target="../ink/ink521.xml"/><Relationship Id="rId49" Type="http://schemas.openxmlformats.org/officeDocument/2006/relationships/image" Target="../media/image492.png"/><Relationship Id="rId114" Type="http://schemas.openxmlformats.org/officeDocument/2006/relationships/customXml" Target="../ink/ink564.xml"/><Relationship Id="rId275" Type="http://schemas.openxmlformats.org/officeDocument/2006/relationships/image" Target="../media/image605.png"/><Relationship Id="rId296" Type="http://schemas.openxmlformats.org/officeDocument/2006/relationships/customXml" Target="../ink/ink655.xml"/><Relationship Id="rId300" Type="http://schemas.openxmlformats.org/officeDocument/2006/relationships/customXml" Target="../ink/ink657.xml"/><Relationship Id="rId60" Type="http://schemas.openxmlformats.org/officeDocument/2006/relationships/customXml" Target="../ink/ink537.xml"/><Relationship Id="rId81" Type="http://schemas.openxmlformats.org/officeDocument/2006/relationships/image" Target="../media/image508.png"/><Relationship Id="rId135" Type="http://schemas.openxmlformats.org/officeDocument/2006/relationships/image" Target="../media/image535.png"/><Relationship Id="rId156" Type="http://schemas.openxmlformats.org/officeDocument/2006/relationships/customXml" Target="../ink/ink585.xml"/><Relationship Id="rId177" Type="http://schemas.openxmlformats.org/officeDocument/2006/relationships/image" Target="../media/image556.png"/><Relationship Id="rId198" Type="http://schemas.openxmlformats.org/officeDocument/2006/relationships/customXml" Target="../ink/ink606.xml"/><Relationship Id="rId321" Type="http://schemas.openxmlformats.org/officeDocument/2006/relationships/image" Target="../media/image628.png"/><Relationship Id="rId342" Type="http://schemas.openxmlformats.org/officeDocument/2006/relationships/customXml" Target="../ink/ink678.xml"/><Relationship Id="rId202" Type="http://schemas.openxmlformats.org/officeDocument/2006/relationships/customXml" Target="../ink/ink608.xml"/><Relationship Id="rId223" Type="http://schemas.openxmlformats.org/officeDocument/2006/relationships/image" Target="../media/image579.png"/><Relationship Id="rId244" Type="http://schemas.openxmlformats.org/officeDocument/2006/relationships/customXml" Target="../ink/ink629.xml"/><Relationship Id="rId18" Type="http://schemas.openxmlformats.org/officeDocument/2006/relationships/customXml" Target="../ink/ink516.xml"/><Relationship Id="rId39" Type="http://schemas.openxmlformats.org/officeDocument/2006/relationships/image" Target="../media/image487.png"/><Relationship Id="rId265" Type="http://schemas.openxmlformats.org/officeDocument/2006/relationships/image" Target="../media/image600.png"/><Relationship Id="rId286" Type="http://schemas.openxmlformats.org/officeDocument/2006/relationships/customXml" Target="../ink/ink650.xml"/><Relationship Id="rId50" Type="http://schemas.openxmlformats.org/officeDocument/2006/relationships/customXml" Target="../ink/ink532.xml"/><Relationship Id="rId104" Type="http://schemas.openxmlformats.org/officeDocument/2006/relationships/customXml" Target="../ink/ink559.xml"/><Relationship Id="rId125" Type="http://schemas.openxmlformats.org/officeDocument/2006/relationships/image" Target="../media/image530.png"/><Relationship Id="rId146" Type="http://schemas.openxmlformats.org/officeDocument/2006/relationships/customXml" Target="../ink/ink580.xml"/><Relationship Id="rId167" Type="http://schemas.openxmlformats.org/officeDocument/2006/relationships/image" Target="../media/image551.png"/><Relationship Id="rId188" Type="http://schemas.openxmlformats.org/officeDocument/2006/relationships/customXml" Target="../ink/ink601.xml"/><Relationship Id="rId311" Type="http://schemas.openxmlformats.org/officeDocument/2006/relationships/image" Target="../media/image623.png"/><Relationship Id="rId332" Type="http://schemas.openxmlformats.org/officeDocument/2006/relationships/customXml" Target="../ink/ink673.xml"/><Relationship Id="rId353" Type="http://schemas.openxmlformats.org/officeDocument/2006/relationships/image" Target="../media/image644.png"/><Relationship Id="rId71" Type="http://schemas.openxmlformats.org/officeDocument/2006/relationships/image" Target="../media/image503.png"/><Relationship Id="rId92" Type="http://schemas.openxmlformats.org/officeDocument/2006/relationships/customXml" Target="../ink/ink553.xml"/><Relationship Id="rId213" Type="http://schemas.openxmlformats.org/officeDocument/2006/relationships/image" Target="../media/image574.png"/><Relationship Id="rId234" Type="http://schemas.openxmlformats.org/officeDocument/2006/relationships/customXml" Target="../ink/ink624.xml"/><Relationship Id="rId2" Type="http://schemas.openxmlformats.org/officeDocument/2006/relationships/customXml" Target="../ink/ink508.xml"/><Relationship Id="rId29" Type="http://schemas.openxmlformats.org/officeDocument/2006/relationships/image" Target="../media/image482.png"/><Relationship Id="rId255" Type="http://schemas.openxmlformats.org/officeDocument/2006/relationships/image" Target="../media/image595.png"/><Relationship Id="rId276" Type="http://schemas.openxmlformats.org/officeDocument/2006/relationships/customXml" Target="../ink/ink645.xml"/><Relationship Id="rId297" Type="http://schemas.openxmlformats.org/officeDocument/2006/relationships/image" Target="../media/image616.png"/><Relationship Id="rId40" Type="http://schemas.openxmlformats.org/officeDocument/2006/relationships/customXml" Target="../ink/ink527.xml"/><Relationship Id="rId115" Type="http://schemas.openxmlformats.org/officeDocument/2006/relationships/image" Target="../media/image525.png"/><Relationship Id="rId136" Type="http://schemas.openxmlformats.org/officeDocument/2006/relationships/customXml" Target="../ink/ink575.xml"/><Relationship Id="rId157" Type="http://schemas.openxmlformats.org/officeDocument/2006/relationships/image" Target="../media/image546.png"/><Relationship Id="rId178" Type="http://schemas.openxmlformats.org/officeDocument/2006/relationships/customXml" Target="../ink/ink596.xml"/><Relationship Id="rId301" Type="http://schemas.openxmlformats.org/officeDocument/2006/relationships/image" Target="../media/image618.png"/><Relationship Id="rId322" Type="http://schemas.openxmlformats.org/officeDocument/2006/relationships/customXml" Target="../ink/ink668.xml"/><Relationship Id="rId343" Type="http://schemas.openxmlformats.org/officeDocument/2006/relationships/image" Target="../media/image639.png"/><Relationship Id="rId61" Type="http://schemas.openxmlformats.org/officeDocument/2006/relationships/image" Target="../media/image498.png"/><Relationship Id="rId82" Type="http://schemas.openxmlformats.org/officeDocument/2006/relationships/customXml" Target="../ink/ink548.xml"/><Relationship Id="rId199" Type="http://schemas.openxmlformats.org/officeDocument/2006/relationships/image" Target="../media/image567.png"/><Relationship Id="rId203" Type="http://schemas.openxmlformats.org/officeDocument/2006/relationships/image" Target="../media/image569.png"/><Relationship Id="rId19" Type="http://schemas.openxmlformats.org/officeDocument/2006/relationships/image" Target="../media/image477.png"/><Relationship Id="rId224" Type="http://schemas.openxmlformats.org/officeDocument/2006/relationships/customXml" Target="../ink/ink619.xml"/><Relationship Id="rId245" Type="http://schemas.openxmlformats.org/officeDocument/2006/relationships/image" Target="../media/image590.png"/><Relationship Id="rId266" Type="http://schemas.openxmlformats.org/officeDocument/2006/relationships/customXml" Target="../ink/ink640.xml"/><Relationship Id="rId287" Type="http://schemas.openxmlformats.org/officeDocument/2006/relationships/image" Target="../media/image611.png"/><Relationship Id="rId30" Type="http://schemas.openxmlformats.org/officeDocument/2006/relationships/customXml" Target="../ink/ink522.xml"/><Relationship Id="rId105" Type="http://schemas.openxmlformats.org/officeDocument/2006/relationships/image" Target="../media/image520.png"/><Relationship Id="rId126" Type="http://schemas.openxmlformats.org/officeDocument/2006/relationships/customXml" Target="../ink/ink570.xml"/><Relationship Id="rId147" Type="http://schemas.openxmlformats.org/officeDocument/2006/relationships/image" Target="../media/image541.png"/><Relationship Id="rId168" Type="http://schemas.openxmlformats.org/officeDocument/2006/relationships/customXml" Target="../ink/ink591.xml"/><Relationship Id="rId312" Type="http://schemas.openxmlformats.org/officeDocument/2006/relationships/customXml" Target="../ink/ink663.xml"/><Relationship Id="rId333" Type="http://schemas.openxmlformats.org/officeDocument/2006/relationships/image" Target="../media/image634.png"/><Relationship Id="rId51" Type="http://schemas.openxmlformats.org/officeDocument/2006/relationships/image" Target="../media/image493.png"/><Relationship Id="rId72" Type="http://schemas.openxmlformats.org/officeDocument/2006/relationships/customXml" Target="../ink/ink543.xml"/><Relationship Id="rId93" Type="http://schemas.openxmlformats.org/officeDocument/2006/relationships/image" Target="../media/image514.png"/><Relationship Id="rId189" Type="http://schemas.openxmlformats.org/officeDocument/2006/relationships/image" Target="../media/image562.png"/><Relationship Id="rId3" Type="http://schemas.openxmlformats.org/officeDocument/2006/relationships/image" Target="../media/image469.png"/><Relationship Id="rId214" Type="http://schemas.openxmlformats.org/officeDocument/2006/relationships/customXml" Target="../ink/ink614.xml"/><Relationship Id="rId235" Type="http://schemas.openxmlformats.org/officeDocument/2006/relationships/image" Target="../media/image585.png"/><Relationship Id="rId256" Type="http://schemas.openxmlformats.org/officeDocument/2006/relationships/customXml" Target="../ink/ink635.xml"/><Relationship Id="rId277" Type="http://schemas.openxmlformats.org/officeDocument/2006/relationships/image" Target="../media/image606.png"/><Relationship Id="rId298" Type="http://schemas.openxmlformats.org/officeDocument/2006/relationships/customXml" Target="../ink/ink656.xml"/><Relationship Id="rId116" Type="http://schemas.openxmlformats.org/officeDocument/2006/relationships/customXml" Target="../ink/ink565.xml"/><Relationship Id="rId137" Type="http://schemas.openxmlformats.org/officeDocument/2006/relationships/image" Target="../media/image536.png"/><Relationship Id="rId158" Type="http://schemas.openxmlformats.org/officeDocument/2006/relationships/customXml" Target="../ink/ink586.xml"/><Relationship Id="rId302" Type="http://schemas.openxmlformats.org/officeDocument/2006/relationships/customXml" Target="../ink/ink658.xml"/><Relationship Id="rId323" Type="http://schemas.openxmlformats.org/officeDocument/2006/relationships/image" Target="../media/image629.png"/><Relationship Id="rId344" Type="http://schemas.openxmlformats.org/officeDocument/2006/relationships/customXml" Target="../ink/ink679.xml"/><Relationship Id="rId20" Type="http://schemas.openxmlformats.org/officeDocument/2006/relationships/customXml" Target="../ink/ink517.xml"/><Relationship Id="rId41" Type="http://schemas.openxmlformats.org/officeDocument/2006/relationships/image" Target="../media/image488.png"/><Relationship Id="rId62" Type="http://schemas.openxmlformats.org/officeDocument/2006/relationships/customXml" Target="../ink/ink538.xml"/><Relationship Id="rId83" Type="http://schemas.openxmlformats.org/officeDocument/2006/relationships/image" Target="../media/image509.png"/><Relationship Id="rId179" Type="http://schemas.openxmlformats.org/officeDocument/2006/relationships/image" Target="../media/image557.png"/><Relationship Id="rId190" Type="http://schemas.openxmlformats.org/officeDocument/2006/relationships/customXml" Target="../ink/ink602.xml"/><Relationship Id="rId204" Type="http://schemas.openxmlformats.org/officeDocument/2006/relationships/customXml" Target="../ink/ink609.xml"/><Relationship Id="rId225" Type="http://schemas.openxmlformats.org/officeDocument/2006/relationships/image" Target="../media/image580.png"/><Relationship Id="rId246" Type="http://schemas.openxmlformats.org/officeDocument/2006/relationships/customXml" Target="../ink/ink630.xml"/><Relationship Id="rId267" Type="http://schemas.openxmlformats.org/officeDocument/2006/relationships/image" Target="../media/image601.png"/><Relationship Id="rId288" Type="http://schemas.openxmlformats.org/officeDocument/2006/relationships/customXml" Target="../ink/ink651.xml"/><Relationship Id="rId106" Type="http://schemas.openxmlformats.org/officeDocument/2006/relationships/customXml" Target="../ink/ink560.xml"/><Relationship Id="rId127" Type="http://schemas.openxmlformats.org/officeDocument/2006/relationships/image" Target="../media/image531.png"/><Relationship Id="rId313" Type="http://schemas.openxmlformats.org/officeDocument/2006/relationships/image" Target="../media/image624.png"/><Relationship Id="rId10" Type="http://schemas.openxmlformats.org/officeDocument/2006/relationships/customXml" Target="../ink/ink512.xml"/><Relationship Id="rId31" Type="http://schemas.openxmlformats.org/officeDocument/2006/relationships/image" Target="../media/image483.png"/><Relationship Id="rId52" Type="http://schemas.openxmlformats.org/officeDocument/2006/relationships/customXml" Target="../ink/ink533.xml"/><Relationship Id="rId73" Type="http://schemas.openxmlformats.org/officeDocument/2006/relationships/image" Target="../media/image504.png"/><Relationship Id="rId94" Type="http://schemas.openxmlformats.org/officeDocument/2006/relationships/customXml" Target="../ink/ink554.xml"/><Relationship Id="rId148" Type="http://schemas.openxmlformats.org/officeDocument/2006/relationships/customXml" Target="../ink/ink581.xml"/><Relationship Id="rId169" Type="http://schemas.openxmlformats.org/officeDocument/2006/relationships/image" Target="../media/image552.png"/><Relationship Id="rId334" Type="http://schemas.openxmlformats.org/officeDocument/2006/relationships/customXml" Target="../ink/ink674.xml"/><Relationship Id="rId4" Type="http://schemas.openxmlformats.org/officeDocument/2006/relationships/customXml" Target="../ink/ink509.xml"/><Relationship Id="rId180" Type="http://schemas.openxmlformats.org/officeDocument/2006/relationships/customXml" Target="../ink/ink597.xml"/><Relationship Id="rId215" Type="http://schemas.openxmlformats.org/officeDocument/2006/relationships/image" Target="../media/image575.png"/><Relationship Id="rId236" Type="http://schemas.openxmlformats.org/officeDocument/2006/relationships/customXml" Target="../ink/ink625.xml"/><Relationship Id="rId257" Type="http://schemas.openxmlformats.org/officeDocument/2006/relationships/image" Target="../media/image596.png"/><Relationship Id="rId278" Type="http://schemas.openxmlformats.org/officeDocument/2006/relationships/customXml" Target="../ink/ink646.xml"/><Relationship Id="rId303" Type="http://schemas.openxmlformats.org/officeDocument/2006/relationships/image" Target="../media/image619.png"/><Relationship Id="rId42" Type="http://schemas.openxmlformats.org/officeDocument/2006/relationships/customXml" Target="../ink/ink528.xml"/><Relationship Id="rId84" Type="http://schemas.openxmlformats.org/officeDocument/2006/relationships/customXml" Target="../ink/ink549.xml"/><Relationship Id="rId138" Type="http://schemas.openxmlformats.org/officeDocument/2006/relationships/customXml" Target="../ink/ink576.xml"/><Relationship Id="rId345" Type="http://schemas.openxmlformats.org/officeDocument/2006/relationships/image" Target="../media/image640.png"/><Relationship Id="rId191" Type="http://schemas.openxmlformats.org/officeDocument/2006/relationships/image" Target="../media/image563.png"/><Relationship Id="rId205" Type="http://schemas.openxmlformats.org/officeDocument/2006/relationships/image" Target="../media/image570.png"/><Relationship Id="rId247" Type="http://schemas.openxmlformats.org/officeDocument/2006/relationships/image" Target="../media/image591.png"/><Relationship Id="rId107" Type="http://schemas.openxmlformats.org/officeDocument/2006/relationships/image" Target="../media/image521.png"/><Relationship Id="rId289" Type="http://schemas.openxmlformats.org/officeDocument/2006/relationships/image" Target="../media/image612.png"/><Relationship Id="rId11" Type="http://schemas.openxmlformats.org/officeDocument/2006/relationships/image" Target="../media/image473.png"/><Relationship Id="rId53" Type="http://schemas.openxmlformats.org/officeDocument/2006/relationships/image" Target="../media/image494.png"/><Relationship Id="rId149" Type="http://schemas.openxmlformats.org/officeDocument/2006/relationships/image" Target="../media/image542.png"/><Relationship Id="rId314" Type="http://schemas.openxmlformats.org/officeDocument/2006/relationships/customXml" Target="../ink/ink664.xml"/><Relationship Id="rId95" Type="http://schemas.openxmlformats.org/officeDocument/2006/relationships/image" Target="../media/image515.png"/><Relationship Id="rId160" Type="http://schemas.openxmlformats.org/officeDocument/2006/relationships/customXml" Target="../ink/ink587.xml"/><Relationship Id="rId216" Type="http://schemas.openxmlformats.org/officeDocument/2006/relationships/customXml" Target="../ink/ink615.xml"/><Relationship Id="rId258" Type="http://schemas.openxmlformats.org/officeDocument/2006/relationships/customXml" Target="../ink/ink636.xml"/><Relationship Id="rId22" Type="http://schemas.openxmlformats.org/officeDocument/2006/relationships/customXml" Target="../ink/ink518.xml"/><Relationship Id="rId64" Type="http://schemas.openxmlformats.org/officeDocument/2006/relationships/customXml" Target="../ink/ink539.xml"/><Relationship Id="rId118" Type="http://schemas.openxmlformats.org/officeDocument/2006/relationships/customXml" Target="../ink/ink566.xml"/><Relationship Id="rId325" Type="http://schemas.openxmlformats.org/officeDocument/2006/relationships/image" Target="../media/image630.png"/><Relationship Id="rId171" Type="http://schemas.openxmlformats.org/officeDocument/2006/relationships/image" Target="../media/image553.png"/><Relationship Id="rId227" Type="http://schemas.openxmlformats.org/officeDocument/2006/relationships/image" Target="../media/image581.png"/><Relationship Id="rId269" Type="http://schemas.openxmlformats.org/officeDocument/2006/relationships/image" Target="../media/image602.png"/><Relationship Id="rId33" Type="http://schemas.openxmlformats.org/officeDocument/2006/relationships/image" Target="../media/image484.png"/><Relationship Id="rId129" Type="http://schemas.openxmlformats.org/officeDocument/2006/relationships/image" Target="../media/image532.png"/><Relationship Id="rId280" Type="http://schemas.openxmlformats.org/officeDocument/2006/relationships/customXml" Target="../ink/ink647.xml"/><Relationship Id="rId336" Type="http://schemas.openxmlformats.org/officeDocument/2006/relationships/customXml" Target="../ink/ink675.xml"/><Relationship Id="rId75" Type="http://schemas.openxmlformats.org/officeDocument/2006/relationships/image" Target="../media/image505.png"/><Relationship Id="rId140" Type="http://schemas.openxmlformats.org/officeDocument/2006/relationships/customXml" Target="../ink/ink577.xml"/><Relationship Id="rId182" Type="http://schemas.openxmlformats.org/officeDocument/2006/relationships/customXml" Target="../ink/ink598.xml"/><Relationship Id="rId6" Type="http://schemas.openxmlformats.org/officeDocument/2006/relationships/customXml" Target="../ink/ink510.xml"/><Relationship Id="rId238" Type="http://schemas.openxmlformats.org/officeDocument/2006/relationships/customXml" Target="../ink/ink626.xml"/><Relationship Id="rId291" Type="http://schemas.openxmlformats.org/officeDocument/2006/relationships/image" Target="../media/image613.png"/><Relationship Id="rId305" Type="http://schemas.openxmlformats.org/officeDocument/2006/relationships/image" Target="../media/image620.png"/><Relationship Id="rId347" Type="http://schemas.openxmlformats.org/officeDocument/2006/relationships/image" Target="../media/image641.png"/><Relationship Id="rId44" Type="http://schemas.openxmlformats.org/officeDocument/2006/relationships/customXml" Target="../ink/ink529.xml"/><Relationship Id="rId86" Type="http://schemas.openxmlformats.org/officeDocument/2006/relationships/customXml" Target="../ink/ink550.xml"/><Relationship Id="rId151" Type="http://schemas.openxmlformats.org/officeDocument/2006/relationships/image" Target="../media/image543.png"/><Relationship Id="rId193" Type="http://schemas.openxmlformats.org/officeDocument/2006/relationships/image" Target="../media/image564.png"/><Relationship Id="rId207" Type="http://schemas.openxmlformats.org/officeDocument/2006/relationships/image" Target="../media/image571.png"/><Relationship Id="rId249" Type="http://schemas.openxmlformats.org/officeDocument/2006/relationships/image" Target="../media/image592.png"/><Relationship Id="rId13" Type="http://schemas.openxmlformats.org/officeDocument/2006/relationships/image" Target="../media/image474.png"/><Relationship Id="rId109" Type="http://schemas.openxmlformats.org/officeDocument/2006/relationships/image" Target="../media/image522.png"/><Relationship Id="rId260" Type="http://schemas.openxmlformats.org/officeDocument/2006/relationships/customXml" Target="../ink/ink637.xml"/><Relationship Id="rId316" Type="http://schemas.openxmlformats.org/officeDocument/2006/relationships/customXml" Target="../ink/ink665.xml"/><Relationship Id="rId55" Type="http://schemas.openxmlformats.org/officeDocument/2006/relationships/image" Target="../media/image495.png"/><Relationship Id="rId97" Type="http://schemas.openxmlformats.org/officeDocument/2006/relationships/image" Target="../media/image516.png"/><Relationship Id="rId120" Type="http://schemas.openxmlformats.org/officeDocument/2006/relationships/customXml" Target="../ink/ink567.xml"/><Relationship Id="rId162" Type="http://schemas.openxmlformats.org/officeDocument/2006/relationships/customXml" Target="../ink/ink588.xml"/><Relationship Id="rId218" Type="http://schemas.openxmlformats.org/officeDocument/2006/relationships/customXml" Target="../ink/ink616.xml"/><Relationship Id="rId271" Type="http://schemas.openxmlformats.org/officeDocument/2006/relationships/image" Target="../media/image603.png"/><Relationship Id="rId24" Type="http://schemas.openxmlformats.org/officeDocument/2006/relationships/customXml" Target="../ink/ink519.xml"/><Relationship Id="rId66" Type="http://schemas.openxmlformats.org/officeDocument/2006/relationships/customXml" Target="../ink/ink540.xml"/><Relationship Id="rId131" Type="http://schemas.openxmlformats.org/officeDocument/2006/relationships/image" Target="../media/image533.png"/><Relationship Id="rId327" Type="http://schemas.openxmlformats.org/officeDocument/2006/relationships/image" Target="../media/image631.png"/><Relationship Id="rId173" Type="http://schemas.openxmlformats.org/officeDocument/2006/relationships/image" Target="../media/image554.png"/><Relationship Id="rId229" Type="http://schemas.openxmlformats.org/officeDocument/2006/relationships/image" Target="../media/image582.png"/><Relationship Id="rId240" Type="http://schemas.openxmlformats.org/officeDocument/2006/relationships/customXml" Target="../ink/ink627.xml"/><Relationship Id="rId35" Type="http://schemas.openxmlformats.org/officeDocument/2006/relationships/image" Target="../media/image485.png"/><Relationship Id="rId77" Type="http://schemas.openxmlformats.org/officeDocument/2006/relationships/image" Target="../media/image506.png"/><Relationship Id="rId100" Type="http://schemas.openxmlformats.org/officeDocument/2006/relationships/customXml" Target="../ink/ink557.xml"/><Relationship Id="rId282" Type="http://schemas.openxmlformats.org/officeDocument/2006/relationships/customXml" Target="../ink/ink648.xml"/><Relationship Id="rId338" Type="http://schemas.openxmlformats.org/officeDocument/2006/relationships/customXml" Target="../ink/ink676.xml"/><Relationship Id="rId8" Type="http://schemas.openxmlformats.org/officeDocument/2006/relationships/customXml" Target="../ink/ink511.xml"/><Relationship Id="rId142" Type="http://schemas.openxmlformats.org/officeDocument/2006/relationships/customXml" Target="../ink/ink578.xml"/><Relationship Id="rId184" Type="http://schemas.openxmlformats.org/officeDocument/2006/relationships/customXml" Target="../ink/ink599.xml"/></Relationships>
</file>

<file path=ppt/slides/_rels/slide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702.png"/><Relationship Id="rId299" Type="http://schemas.openxmlformats.org/officeDocument/2006/relationships/image" Target="../media/image793.png"/><Relationship Id="rId21" Type="http://schemas.openxmlformats.org/officeDocument/2006/relationships/image" Target="../media/image654.png"/><Relationship Id="rId63" Type="http://schemas.openxmlformats.org/officeDocument/2006/relationships/image" Target="../media/image675.png"/><Relationship Id="rId159" Type="http://schemas.openxmlformats.org/officeDocument/2006/relationships/image" Target="../media/image723.png"/><Relationship Id="rId324" Type="http://schemas.openxmlformats.org/officeDocument/2006/relationships/customXml" Target="../ink/ink845.xml"/><Relationship Id="rId366" Type="http://schemas.openxmlformats.org/officeDocument/2006/relationships/customXml" Target="../ink/ink866.xml"/><Relationship Id="rId170" Type="http://schemas.openxmlformats.org/officeDocument/2006/relationships/customXml" Target="../ink/ink768.xml"/><Relationship Id="rId226" Type="http://schemas.openxmlformats.org/officeDocument/2006/relationships/customXml" Target="../ink/ink796.xml"/><Relationship Id="rId268" Type="http://schemas.openxmlformats.org/officeDocument/2006/relationships/customXml" Target="../ink/ink817.xml"/><Relationship Id="rId32" Type="http://schemas.openxmlformats.org/officeDocument/2006/relationships/customXml" Target="../ink/ink699.xml"/><Relationship Id="rId74" Type="http://schemas.openxmlformats.org/officeDocument/2006/relationships/customXml" Target="../ink/ink720.xml"/><Relationship Id="rId128" Type="http://schemas.openxmlformats.org/officeDocument/2006/relationships/customXml" Target="../ink/ink747.xml"/><Relationship Id="rId335" Type="http://schemas.openxmlformats.org/officeDocument/2006/relationships/image" Target="../media/image811.png"/><Relationship Id="rId377" Type="http://schemas.openxmlformats.org/officeDocument/2006/relationships/image" Target="../media/image832.png"/><Relationship Id="rId5" Type="http://schemas.openxmlformats.org/officeDocument/2006/relationships/image" Target="../media/image646.png"/><Relationship Id="rId181" Type="http://schemas.openxmlformats.org/officeDocument/2006/relationships/image" Target="../media/image734.png"/><Relationship Id="rId237" Type="http://schemas.openxmlformats.org/officeDocument/2006/relationships/image" Target="../media/image762.png"/><Relationship Id="rId279" Type="http://schemas.openxmlformats.org/officeDocument/2006/relationships/image" Target="../media/image783.png"/><Relationship Id="rId43" Type="http://schemas.openxmlformats.org/officeDocument/2006/relationships/image" Target="../media/image665.png"/><Relationship Id="rId139" Type="http://schemas.openxmlformats.org/officeDocument/2006/relationships/image" Target="../media/image713.png"/><Relationship Id="rId290" Type="http://schemas.openxmlformats.org/officeDocument/2006/relationships/customXml" Target="../ink/ink828.xml"/><Relationship Id="rId304" Type="http://schemas.openxmlformats.org/officeDocument/2006/relationships/customXml" Target="../ink/ink835.xml"/><Relationship Id="rId346" Type="http://schemas.openxmlformats.org/officeDocument/2006/relationships/customXml" Target="../ink/ink856.xml"/><Relationship Id="rId388" Type="http://schemas.openxmlformats.org/officeDocument/2006/relationships/customXml" Target="../ink/ink877.xml"/><Relationship Id="rId85" Type="http://schemas.openxmlformats.org/officeDocument/2006/relationships/image" Target="../media/image686.png"/><Relationship Id="rId150" Type="http://schemas.openxmlformats.org/officeDocument/2006/relationships/customXml" Target="../ink/ink758.xml"/><Relationship Id="rId192" Type="http://schemas.openxmlformats.org/officeDocument/2006/relationships/customXml" Target="../ink/ink779.xml"/><Relationship Id="rId206" Type="http://schemas.openxmlformats.org/officeDocument/2006/relationships/customXml" Target="../ink/ink786.xml"/><Relationship Id="rId248" Type="http://schemas.openxmlformats.org/officeDocument/2006/relationships/customXml" Target="../ink/ink807.xml"/><Relationship Id="rId12" Type="http://schemas.openxmlformats.org/officeDocument/2006/relationships/customXml" Target="../ink/ink689.xml"/><Relationship Id="rId108" Type="http://schemas.openxmlformats.org/officeDocument/2006/relationships/customXml" Target="../ink/ink737.xml"/><Relationship Id="rId315" Type="http://schemas.openxmlformats.org/officeDocument/2006/relationships/image" Target="../media/image801.png"/><Relationship Id="rId357" Type="http://schemas.openxmlformats.org/officeDocument/2006/relationships/image" Target="../media/image822.png"/><Relationship Id="rId54" Type="http://schemas.openxmlformats.org/officeDocument/2006/relationships/customXml" Target="../ink/ink710.xml"/><Relationship Id="rId96" Type="http://schemas.openxmlformats.org/officeDocument/2006/relationships/customXml" Target="../ink/ink731.xml"/><Relationship Id="rId161" Type="http://schemas.openxmlformats.org/officeDocument/2006/relationships/image" Target="../media/image724.png"/><Relationship Id="rId217" Type="http://schemas.openxmlformats.org/officeDocument/2006/relationships/image" Target="../media/image752.png"/><Relationship Id="rId259" Type="http://schemas.openxmlformats.org/officeDocument/2006/relationships/image" Target="../media/image773.png"/><Relationship Id="rId23" Type="http://schemas.openxmlformats.org/officeDocument/2006/relationships/image" Target="../media/image655.png"/><Relationship Id="rId119" Type="http://schemas.openxmlformats.org/officeDocument/2006/relationships/image" Target="../media/image703.png"/><Relationship Id="rId270" Type="http://schemas.openxmlformats.org/officeDocument/2006/relationships/customXml" Target="../ink/ink818.xml"/><Relationship Id="rId326" Type="http://schemas.openxmlformats.org/officeDocument/2006/relationships/customXml" Target="../ink/ink846.xml"/><Relationship Id="rId65" Type="http://schemas.openxmlformats.org/officeDocument/2006/relationships/image" Target="../media/image676.png"/><Relationship Id="rId130" Type="http://schemas.openxmlformats.org/officeDocument/2006/relationships/customXml" Target="../ink/ink748.xml"/><Relationship Id="rId368" Type="http://schemas.openxmlformats.org/officeDocument/2006/relationships/customXml" Target="../ink/ink867.xml"/><Relationship Id="rId172" Type="http://schemas.openxmlformats.org/officeDocument/2006/relationships/customXml" Target="../ink/ink769.xml"/><Relationship Id="rId228" Type="http://schemas.openxmlformats.org/officeDocument/2006/relationships/customXml" Target="../ink/ink797.xml"/><Relationship Id="rId281" Type="http://schemas.openxmlformats.org/officeDocument/2006/relationships/image" Target="../media/image784.png"/><Relationship Id="rId337" Type="http://schemas.openxmlformats.org/officeDocument/2006/relationships/image" Target="../media/image812.png"/><Relationship Id="rId34" Type="http://schemas.openxmlformats.org/officeDocument/2006/relationships/customXml" Target="../ink/ink700.xml"/><Relationship Id="rId76" Type="http://schemas.openxmlformats.org/officeDocument/2006/relationships/customXml" Target="../ink/ink721.xml"/><Relationship Id="rId141" Type="http://schemas.openxmlformats.org/officeDocument/2006/relationships/image" Target="../media/image714.png"/><Relationship Id="rId379" Type="http://schemas.openxmlformats.org/officeDocument/2006/relationships/image" Target="../media/image833.png"/><Relationship Id="rId7" Type="http://schemas.openxmlformats.org/officeDocument/2006/relationships/image" Target="../media/image647.png"/><Relationship Id="rId183" Type="http://schemas.openxmlformats.org/officeDocument/2006/relationships/image" Target="../media/image735.png"/><Relationship Id="rId239" Type="http://schemas.openxmlformats.org/officeDocument/2006/relationships/image" Target="../media/image763.png"/><Relationship Id="rId390" Type="http://schemas.openxmlformats.org/officeDocument/2006/relationships/customXml" Target="../ink/ink878.xml"/><Relationship Id="rId250" Type="http://schemas.openxmlformats.org/officeDocument/2006/relationships/customXml" Target="../ink/ink808.xml"/><Relationship Id="rId292" Type="http://schemas.openxmlformats.org/officeDocument/2006/relationships/customXml" Target="../ink/ink829.xml"/><Relationship Id="rId306" Type="http://schemas.openxmlformats.org/officeDocument/2006/relationships/customXml" Target="../ink/ink836.xml"/><Relationship Id="rId45" Type="http://schemas.openxmlformats.org/officeDocument/2006/relationships/image" Target="../media/image666.png"/><Relationship Id="rId87" Type="http://schemas.openxmlformats.org/officeDocument/2006/relationships/image" Target="../media/image687.png"/><Relationship Id="rId110" Type="http://schemas.openxmlformats.org/officeDocument/2006/relationships/customXml" Target="../ink/ink738.xml"/><Relationship Id="rId348" Type="http://schemas.openxmlformats.org/officeDocument/2006/relationships/customXml" Target="../ink/ink857.xml"/><Relationship Id="rId152" Type="http://schemas.openxmlformats.org/officeDocument/2006/relationships/customXml" Target="../ink/ink759.xml"/><Relationship Id="rId194" Type="http://schemas.openxmlformats.org/officeDocument/2006/relationships/customXml" Target="../ink/ink780.xml"/><Relationship Id="rId208" Type="http://schemas.openxmlformats.org/officeDocument/2006/relationships/customXml" Target="../ink/ink787.xml"/><Relationship Id="rId261" Type="http://schemas.openxmlformats.org/officeDocument/2006/relationships/image" Target="../media/image774.png"/><Relationship Id="rId14" Type="http://schemas.openxmlformats.org/officeDocument/2006/relationships/customXml" Target="../ink/ink690.xml"/><Relationship Id="rId56" Type="http://schemas.openxmlformats.org/officeDocument/2006/relationships/customXml" Target="../ink/ink711.xml"/><Relationship Id="rId317" Type="http://schemas.openxmlformats.org/officeDocument/2006/relationships/image" Target="../media/image802.png"/><Relationship Id="rId359" Type="http://schemas.openxmlformats.org/officeDocument/2006/relationships/image" Target="../media/image823.png"/><Relationship Id="rId98" Type="http://schemas.openxmlformats.org/officeDocument/2006/relationships/customXml" Target="../ink/ink732.xml"/><Relationship Id="rId121" Type="http://schemas.openxmlformats.org/officeDocument/2006/relationships/image" Target="../media/image704.png"/><Relationship Id="rId163" Type="http://schemas.openxmlformats.org/officeDocument/2006/relationships/image" Target="../media/image725.png"/><Relationship Id="rId219" Type="http://schemas.openxmlformats.org/officeDocument/2006/relationships/image" Target="../media/image753.png"/><Relationship Id="rId370" Type="http://schemas.openxmlformats.org/officeDocument/2006/relationships/customXml" Target="../ink/ink868.xml"/><Relationship Id="rId230" Type="http://schemas.openxmlformats.org/officeDocument/2006/relationships/customXml" Target="../ink/ink798.xml"/><Relationship Id="rId25" Type="http://schemas.openxmlformats.org/officeDocument/2006/relationships/image" Target="../media/image656.png"/><Relationship Id="rId67" Type="http://schemas.openxmlformats.org/officeDocument/2006/relationships/image" Target="../media/image677.png"/><Relationship Id="rId272" Type="http://schemas.openxmlformats.org/officeDocument/2006/relationships/customXml" Target="../ink/ink819.xml"/><Relationship Id="rId328" Type="http://schemas.openxmlformats.org/officeDocument/2006/relationships/customXml" Target="../ink/ink847.xml"/><Relationship Id="rId132" Type="http://schemas.openxmlformats.org/officeDocument/2006/relationships/customXml" Target="../ink/ink749.xml"/><Relationship Id="rId174" Type="http://schemas.openxmlformats.org/officeDocument/2006/relationships/customXml" Target="../ink/ink770.xml"/><Relationship Id="rId381" Type="http://schemas.openxmlformats.org/officeDocument/2006/relationships/image" Target="../media/image834.png"/><Relationship Id="rId241" Type="http://schemas.openxmlformats.org/officeDocument/2006/relationships/image" Target="../media/image764.png"/><Relationship Id="rId36" Type="http://schemas.openxmlformats.org/officeDocument/2006/relationships/customXml" Target="../ink/ink701.xml"/><Relationship Id="rId283" Type="http://schemas.openxmlformats.org/officeDocument/2006/relationships/image" Target="../media/image785.png"/><Relationship Id="rId339" Type="http://schemas.openxmlformats.org/officeDocument/2006/relationships/image" Target="../media/image813.png"/><Relationship Id="rId78" Type="http://schemas.openxmlformats.org/officeDocument/2006/relationships/customXml" Target="../ink/ink722.xml"/><Relationship Id="rId101" Type="http://schemas.openxmlformats.org/officeDocument/2006/relationships/image" Target="../media/image694.png"/><Relationship Id="rId143" Type="http://schemas.openxmlformats.org/officeDocument/2006/relationships/image" Target="../media/image715.png"/><Relationship Id="rId185" Type="http://schemas.openxmlformats.org/officeDocument/2006/relationships/image" Target="../media/image736.png"/><Relationship Id="rId350" Type="http://schemas.openxmlformats.org/officeDocument/2006/relationships/customXml" Target="../ink/ink858.xml"/><Relationship Id="rId9" Type="http://schemas.openxmlformats.org/officeDocument/2006/relationships/image" Target="../media/image648.png"/><Relationship Id="rId210" Type="http://schemas.openxmlformats.org/officeDocument/2006/relationships/customXml" Target="../ink/ink788.xml"/><Relationship Id="rId392" Type="http://schemas.openxmlformats.org/officeDocument/2006/relationships/customXml" Target="../ink/ink879.xml"/><Relationship Id="rId252" Type="http://schemas.openxmlformats.org/officeDocument/2006/relationships/customXml" Target="../ink/ink809.xml"/><Relationship Id="rId294" Type="http://schemas.openxmlformats.org/officeDocument/2006/relationships/customXml" Target="../ink/ink830.xml"/><Relationship Id="rId308" Type="http://schemas.openxmlformats.org/officeDocument/2006/relationships/customXml" Target="../ink/ink837.xml"/><Relationship Id="rId47" Type="http://schemas.openxmlformats.org/officeDocument/2006/relationships/image" Target="../media/image667.png"/><Relationship Id="rId89" Type="http://schemas.openxmlformats.org/officeDocument/2006/relationships/image" Target="../media/image688.png"/><Relationship Id="rId112" Type="http://schemas.openxmlformats.org/officeDocument/2006/relationships/customXml" Target="../ink/ink739.xml"/><Relationship Id="rId154" Type="http://schemas.openxmlformats.org/officeDocument/2006/relationships/customXml" Target="../ink/ink760.xml"/><Relationship Id="rId361" Type="http://schemas.openxmlformats.org/officeDocument/2006/relationships/image" Target="../media/image824.png"/><Relationship Id="rId196" Type="http://schemas.openxmlformats.org/officeDocument/2006/relationships/customXml" Target="../ink/ink781.xml"/><Relationship Id="rId16" Type="http://schemas.openxmlformats.org/officeDocument/2006/relationships/customXml" Target="../ink/ink691.xml"/><Relationship Id="rId221" Type="http://schemas.openxmlformats.org/officeDocument/2006/relationships/image" Target="../media/image754.png"/><Relationship Id="rId242" Type="http://schemas.openxmlformats.org/officeDocument/2006/relationships/customXml" Target="../ink/ink804.xml"/><Relationship Id="rId263" Type="http://schemas.openxmlformats.org/officeDocument/2006/relationships/image" Target="../media/image775.png"/><Relationship Id="rId284" Type="http://schemas.openxmlformats.org/officeDocument/2006/relationships/customXml" Target="../ink/ink825.xml"/><Relationship Id="rId319" Type="http://schemas.openxmlformats.org/officeDocument/2006/relationships/image" Target="../media/image803.png"/><Relationship Id="rId37" Type="http://schemas.openxmlformats.org/officeDocument/2006/relationships/image" Target="../media/image662.png"/><Relationship Id="rId58" Type="http://schemas.openxmlformats.org/officeDocument/2006/relationships/customXml" Target="../ink/ink712.xml"/><Relationship Id="rId79" Type="http://schemas.openxmlformats.org/officeDocument/2006/relationships/image" Target="../media/image683.png"/><Relationship Id="rId102" Type="http://schemas.openxmlformats.org/officeDocument/2006/relationships/customXml" Target="../ink/ink734.xml"/><Relationship Id="rId123" Type="http://schemas.openxmlformats.org/officeDocument/2006/relationships/image" Target="../media/image705.png"/><Relationship Id="rId144" Type="http://schemas.openxmlformats.org/officeDocument/2006/relationships/customXml" Target="../ink/ink755.xml"/><Relationship Id="rId330" Type="http://schemas.openxmlformats.org/officeDocument/2006/relationships/customXml" Target="../ink/ink848.xml"/><Relationship Id="rId90" Type="http://schemas.openxmlformats.org/officeDocument/2006/relationships/customXml" Target="../ink/ink728.xml"/><Relationship Id="rId165" Type="http://schemas.openxmlformats.org/officeDocument/2006/relationships/image" Target="../media/image726.png"/><Relationship Id="rId186" Type="http://schemas.openxmlformats.org/officeDocument/2006/relationships/customXml" Target="../ink/ink776.xml"/><Relationship Id="rId351" Type="http://schemas.openxmlformats.org/officeDocument/2006/relationships/image" Target="../media/image819.png"/><Relationship Id="rId372" Type="http://schemas.openxmlformats.org/officeDocument/2006/relationships/customXml" Target="../ink/ink869.xml"/><Relationship Id="rId393" Type="http://schemas.openxmlformats.org/officeDocument/2006/relationships/image" Target="../media/image840.png"/><Relationship Id="rId211" Type="http://schemas.openxmlformats.org/officeDocument/2006/relationships/image" Target="../media/image749.png"/><Relationship Id="rId232" Type="http://schemas.openxmlformats.org/officeDocument/2006/relationships/customXml" Target="../ink/ink799.xml"/><Relationship Id="rId253" Type="http://schemas.openxmlformats.org/officeDocument/2006/relationships/image" Target="../media/image770.png"/><Relationship Id="rId274" Type="http://schemas.openxmlformats.org/officeDocument/2006/relationships/customXml" Target="../ink/ink820.xml"/><Relationship Id="rId295" Type="http://schemas.openxmlformats.org/officeDocument/2006/relationships/image" Target="../media/image791.png"/><Relationship Id="rId309" Type="http://schemas.openxmlformats.org/officeDocument/2006/relationships/image" Target="../media/image798.png"/><Relationship Id="rId27" Type="http://schemas.openxmlformats.org/officeDocument/2006/relationships/image" Target="../media/image657.png"/><Relationship Id="rId48" Type="http://schemas.openxmlformats.org/officeDocument/2006/relationships/customXml" Target="../ink/ink707.xml"/><Relationship Id="rId69" Type="http://schemas.openxmlformats.org/officeDocument/2006/relationships/image" Target="../media/image678.png"/><Relationship Id="rId113" Type="http://schemas.openxmlformats.org/officeDocument/2006/relationships/image" Target="../media/image700.png"/><Relationship Id="rId134" Type="http://schemas.openxmlformats.org/officeDocument/2006/relationships/customXml" Target="../ink/ink750.xml"/><Relationship Id="rId320" Type="http://schemas.openxmlformats.org/officeDocument/2006/relationships/customXml" Target="../ink/ink843.xml"/><Relationship Id="rId80" Type="http://schemas.openxmlformats.org/officeDocument/2006/relationships/customXml" Target="../ink/ink723.xml"/><Relationship Id="rId155" Type="http://schemas.openxmlformats.org/officeDocument/2006/relationships/image" Target="../media/image721.png"/><Relationship Id="rId176" Type="http://schemas.openxmlformats.org/officeDocument/2006/relationships/customXml" Target="../ink/ink771.xml"/><Relationship Id="rId197" Type="http://schemas.openxmlformats.org/officeDocument/2006/relationships/image" Target="../media/image742.png"/><Relationship Id="rId341" Type="http://schemas.openxmlformats.org/officeDocument/2006/relationships/image" Target="../media/image814.png"/><Relationship Id="rId362" Type="http://schemas.openxmlformats.org/officeDocument/2006/relationships/customXml" Target="../ink/ink864.xml"/><Relationship Id="rId383" Type="http://schemas.openxmlformats.org/officeDocument/2006/relationships/image" Target="../media/image835.png"/><Relationship Id="rId201" Type="http://schemas.openxmlformats.org/officeDocument/2006/relationships/image" Target="../media/image744.png"/><Relationship Id="rId222" Type="http://schemas.openxmlformats.org/officeDocument/2006/relationships/customXml" Target="../ink/ink794.xml"/><Relationship Id="rId243" Type="http://schemas.openxmlformats.org/officeDocument/2006/relationships/image" Target="../media/image765.png"/><Relationship Id="rId264" Type="http://schemas.openxmlformats.org/officeDocument/2006/relationships/customXml" Target="../ink/ink815.xml"/><Relationship Id="rId285" Type="http://schemas.openxmlformats.org/officeDocument/2006/relationships/image" Target="../media/image786.png"/><Relationship Id="rId17" Type="http://schemas.openxmlformats.org/officeDocument/2006/relationships/image" Target="../media/image652.png"/><Relationship Id="rId38" Type="http://schemas.openxmlformats.org/officeDocument/2006/relationships/customXml" Target="../ink/ink702.xml"/><Relationship Id="rId59" Type="http://schemas.openxmlformats.org/officeDocument/2006/relationships/image" Target="../media/image673.png"/><Relationship Id="rId103" Type="http://schemas.openxmlformats.org/officeDocument/2006/relationships/image" Target="../media/image695.png"/><Relationship Id="rId124" Type="http://schemas.openxmlformats.org/officeDocument/2006/relationships/customXml" Target="../ink/ink745.xml"/><Relationship Id="rId310" Type="http://schemas.openxmlformats.org/officeDocument/2006/relationships/customXml" Target="../ink/ink838.xml"/><Relationship Id="rId70" Type="http://schemas.openxmlformats.org/officeDocument/2006/relationships/customXml" Target="../ink/ink718.xml"/><Relationship Id="rId91" Type="http://schemas.openxmlformats.org/officeDocument/2006/relationships/image" Target="../media/image689.png"/><Relationship Id="rId145" Type="http://schemas.openxmlformats.org/officeDocument/2006/relationships/image" Target="../media/image716.png"/><Relationship Id="rId166" Type="http://schemas.openxmlformats.org/officeDocument/2006/relationships/customXml" Target="../ink/ink766.xml"/><Relationship Id="rId187" Type="http://schemas.openxmlformats.org/officeDocument/2006/relationships/image" Target="../media/image737.png"/><Relationship Id="rId331" Type="http://schemas.openxmlformats.org/officeDocument/2006/relationships/image" Target="../media/image809.png"/><Relationship Id="rId352" Type="http://schemas.openxmlformats.org/officeDocument/2006/relationships/customXml" Target="../ink/ink859.xml"/><Relationship Id="rId373" Type="http://schemas.openxmlformats.org/officeDocument/2006/relationships/image" Target="../media/image830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789.xml"/><Relationship Id="rId233" Type="http://schemas.openxmlformats.org/officeDocument/2006/relationships/image" Target="../media/image760.png"/><Relationship Id="rId254" Type="http://schemas.openxmlformats.org/officeDocument/2006/relationships/customXml" Target="../ink/ink810.xml"/><Relationship Id="rId28" Type="http://schemas.openxmlformats.org/officeDocument/2006/relationships/customXml" Target="../ink/ink697.xml"/><Relationship Id="rId49" Type="http://schemas.openxmlformats.org/officeDocument/2006/relationships/image" Target="../media/image668.png"/><Relationship Id="rId114" Type="http://schemas.openxmlformats.org/officeDocument/2006/relationships/customXml" Target="../ink/ink740.xml"/><Relationship Id="rId275" Type="http://schemas.openxmlformats.org/officeDocument/2006/relationships/image" Target="../media/image781.png"/><Relationship Id="rId296" Type="http://schemas.openxmlformats.org/officeDocument/2006/relationships/customXml" Target="../ink/ink831.xml"/><Relationship Id="rId300" Type="http://schemas.openxmlformats.org/officeDocument/2006/relationships/customXml" Target="../ink/ink833.xml"/><Relationship Id="rId60" Type="http://schemas.openxmlformats.org/officeDocument/2006/relationships/customXml" Target="../ink/ink713.xml"/><Relationship Id="rId81" Type="http://schemas.openxmlformats.org/officeDocument/2006/relationships/image" Target="../media/image684.png"/><Relationship Id="rId135" Type="http://schemas.openxmlformats.org/officeDocument/2006/relationships/image" Target="../media/image711.png"/><Relationship Id="rId156" Type="http://schemas.openxmlformats.org/officeDocument/2006/relationships/customXml" Target="../ink/ink761.xml"/><Relationship Id="rId177" Type="http://schemas.openxmlformats.org/officeDocument/2006/relationships/image" Target="../media/image732.png"/><Relationship Id="rId198" Type="http://schemas.openxmlformats.org/officeDocument/2006/relationships/customXml" Target="../ink/ink782.xml"/><Relationship Id="rId321" Type="http://schemas.openxmlformats.org/officeDocument/2006/relationships/image" Target="../media/image804.png"/><Relationship Id="rId342" Type="http://schemas.openxmlformats.org/officeDocument/2006/relationships/customXml" Target="../ink/ink854.xml"/><Relationship Id="rId363" Type="http://schemas.openxmlformats.org/officeDocument/2006/relationships/image" Target="../media/image825.png"/><Relationship Id="rId384" Type="http://schemas.openxmlformats.org/officeDocument/2006/relationships/customXml" Target="../ink/ink875.xml"/><Relationship Id="rId202" Type="http://schemas.openxmlformats.org/officeDocument/2006/relationships/customXml" Target="../ink/ink784.xml"/><Relationship Id="rId223" Type="http://schemas.openxmlformats.org/officeDocument/2006/relationships/image" Target="../media/image755.png"/><Relationship Id="rId244" Type="http://schemas.openxmlformats.org/officeDocument/2006/relationships/customXml" Target="../ink/ink805.xml"/><Relationship Id="rId18" Type="http://schemas.openxmlformats.org/officeDocument/2006/relationships/customXml" Target="../ink/ink692.xml"/><Relationship Id="rId39" Type="http://schemas.openxmlformats.org/officeDocument/2006/relationships/image" Target="../media/image663.png"/><Relationship Id="rId265" Type="http://schemas.openxmlformats.org/officeDocument/2006/relationships/image" Target="../media/image776.png"/><Relationship Id="rId286" Type="http://schemas.openxmlformats.org/officeDocument/2006/relationships/customXml" Target="../ink/ink826.xml"/><Relationship Id="rId50" Type="http://schemas.openxmlformats.org/officeDocument/2006/relationships/customXml" Target="../ink/ink708.xml"/><Relationship Id="rId104" Type="http://schemas.openxmlformats.org/officeDocument/2006/relationships/customXml" Target="../ink/ink735.xml"/><Relationship Id="rId125" Type="http://schemas.openxmlformats.org/officeDocument/2006/relationships/image" Target="../media/image706.png"/><Relationship Id="rId146" Type="http://schemas.openxmlformats.org/officeDocument/2006/relationships/customXml" Target="../ink/ink756.xml"/><Relationship Id="rId167" Type="http://schemas.openxmlformats.org/officeDocument/2006/relationships/image" Target="../media/image727.png"/><Relationship Id="rId188" Type="http://schemas.openxmlformats.org/officeDocument/2006/relationships/customXml" Target="../ink/ink777.xml"/><Relationship Id="rId311" Type="http://schemas.openxmlformats.org/officeDocument/2006/relationships/image" Target="../media/image799.png"/><Relationship Id="rId332" Type="http://schemas.openxmlformats.org/officeDocument/2006/relationships/customXml" Target="../ink/ink849.xml"/><Relationship Id="rId353" Type="http://schemas.openxmlformats.org/officeDocument/2006/relationships/image" Target="../media/image820.png"/><Relationship Id="rId374" Type="http://schemas.openxmlformats.org/officeDocument/2006/relationships/customXml" Target="../ink/ink870.xml"/><Relationship Id="rId71" Type="http://schemas.openxmlformats.org/officeDocument/2006/relationships/image" Target="../media/image679.png"/><Relationship Id="rId92" Type="http://schemas.openxmlformats.org/officeDocument/2006/relationships/customXml" Target="../ink/ink729.xml"/><Relationship Id="rId213" Type="http://schemas.openxmlformats.org/officeDocument/2006/relationships/image" Target="../media/image750.png"/><Relationship Id="rId234" Type="http://schemas.openxmlformats.org/officeDocument/2006/relationships/customXml" Target="../ink/ink800.xml"/><Relationship Id="rId2" Type="http://schemas.openxmlformats.org/officeDocument/2006/relationships/customXml" Target="../ink/ink684.xml"/><Relationship Id="rId29" Type="http://schemas.openxmlformats.org/officeDocument/2006/relationships/image" Target="../media/image658.png"/><Relationship Id="rId255" Type="http://schemas.openxmlformats.org/officeDocument/2006/relationships/image" Target="../media/image771.png"/><Relationship Id="rId276" Type="http://schemas.openxmlformats.org/officeDocument/2006/relationships/customXml" Target="../ink/ink821.xml"/><Relationship Id="rId297" Type="http://schemas.openxmlformats.org/officeDocument/2006/relationships/image" Target="../media/image792.png"/><Relationship Id="rId40" Type="http://schemas.openxmlformats.org/officeDocument/2006/relationships/customXml" Target="../ink/ink703.xml"/><Relationship Id="rId115" Type="http://schemas.openxmlformats.org/officeDocument/2006/relationships/image" Target="../media/image701.png"/><Relationship Id="rId136" Type="http://schemas.openxmlformats.org/officeDocument/2006/relationships/customXml" Target="../ink/ink751.xml"/><Relationship Id="rId157" Type="http://schemas.openxmlformats.org/officeDocument/2006/relationships/image" Target="../media/image722.png"/><Relationship Id="rId178" Type="http://schemas.openxmlformats.org/officeDocument/2006/relationships/customXml" Target="../ink/ink772.xml"/><Relationship Id="rId301" Type="http://schemas.openxmlformats.org/officeDocument/2006/relationships/image" Target="../media/image794.png"/><Relationship Id="rId322" Type="http://schemas.openxmlformats.org/officeDocument/2006/relationships/customXml" Target="../ink/ink844.xml"/><Relationship Id="rId343" Type="http://schemas.openxmlformats.org/officeDocument/2006/relationships/image" Target="../media/image815.png"/><Relationship Id="rId364" Type="http://schemas.openxmlformats.org/officeDocument/2006/relationships/customXml" Target="../ink/ink865.xml"/><Relationship Id="rId61" Type="http://schemas.openxmlformats.org/officeDocument/2006/relationships/image" Target="../media/image674.png"/><Relationship Id="rId82" Type="http://schemas.openxmlformats.org/officeDocument/2006/relationships/customXml" Target="../ink/ink724.xml"/><Relationship Id="rId199" Type="http://schemas.openxmlformats.org/officeDocument/2006/relationships/image" Target="../media/image743.png"/><Relationship Id="rId203" Type="http://schemas.openxmlformats.org/officeDocument/2006/relationships/image" Target="../media/image745.png"/><Relationship Id="rId385" Type="http://schemas.openxmlformats.org/officeDocument/2006/relationships/image" Target="../media/image836.png"/><Relationship Id="rId19" Type="http://schemas.openxmlformats.org/officeDocument/2006/relationships/image" Target="../media/image653.png"/><Relationship Id="rId224" Type="http://schemas.openxmlformats.org/officeDocument/2006/relationships/customXml" Target="../ink/ink795.xml"/><Relationship Id="rId245" Type="http://schemas.openxmlformats.org/officeDocument/2006/relationships/image" Target="../media/image766.png"/><Relationship Id="rId266" Type="http://schemas.openxmlformats.org/officeDocument/2006/relationships/customXml" Target="../ink/ink816.xml"/><Relationship Id="rId287" Type="http://schemas.openxmlformats.org/officeDocument/2006/relationships/image" Target="../media/image787.png"/><Relationship Id="rId30" Type="http://schemas.openxmlformats.org/officeDocument/2006/relationships/customXml" Target="../ink/ink698.xml"/><Relationship Id="rId105" Type="http://schemas.openxmlformats.org/officeDocument/2006/relationships/image" Target="../media/image696.png"/><Relationship Id="rId126" Type="http://schemas.openxmlformats.org/officeDocument/2006/relationships/customXml" Target="../ink/ink746.xml"/><Relationship Id="rId147" Type="http://schemas.openxmlformats.org/officeDocument/2006/relationships/image" Target="../media/image717.png"/><Relationship Id="rId168" Type="http://schemas.openxmlformats.org/officeDocument/2006/relationships/customXml" Target="../ink/ink767.xml"/><Relationship Id="rId312" Type="http://schemas.openxmlformats.org/officeDocument/2006/relationships/customXml" Target="../ink/ink839.xml"/><Relationship Id="rId333" Type="http://schemas.openxmlformats.org/officeDocument/2006/relationships/image" Target="../media/image810.png"/><Relationship Id="rId354" Type="http://schemas.openxmlformats.org/officeDocument/2006/relationships/customXml" Target="../ink/ink860.xml"/><Relationship Id="rId51" Type="http://schemas.openxmlformats.org/officeDocument/2006/relationships/image" Target="../media/image669.png"/><Relationship Id="rId72" Type="http://schemas.openxmlformats.org/officeDocument/2006/relationships/customXml" Target="../ink/ink719.xml"/><Relationship Id="rId93" Type="http://schemas.openxmlformats.org/officeDocument/2006/relationships/image" Target="../media/image690.png"/><Relationship Id="rId189" Type="http://schemas.openxmlformats.org/officeDocument/2006/relationships/image" Target="../media/image738.png"/><Relationship Id="rId375" Type="http://schemas.openxmlformats.org/officeDocument/2006/relationships/image" Target="../media/image831.png"/><Relationship Id="rId3" Type="http://schemas.openxmlformats.org/officeDocument/2006/relationships/image" Target="../media/image645.png"/><Relationship Id="rId214" Type="http://schemas.openxmlformats.org/officeDocument/2006/relationships/customXml" Target="../ink/ink790.xml"/><Relationship Id="rId235" Type="http://schemas.openxmlformats.org/officeDocument/2006/relationships/image" Target="../media/image761.png"/><Relationship Id="rId256" Type="http://schemas.openxmlformats.org/officeDocument/2006/relationships/customXml" Target="../ink/ink811.xml"/><Relationship Id="rId277" Type="http://schemas.openxmlformats.org/officeDocument/2006/relationships/image" Target="../media/image782.png"/><Relationship Id="rId298" Type="http://schemas.openxmlformats.org/officeDocument/2006/relationships/customXml" Target="../ink/ink832.xml"/><Relationship Id="rId116" Type="http://schemas.openxmlformats.org/officeDocument/2006/relationships/customXml" Target="../ink/ink741.xml"/><Relationship Id="rId137" Type="http://schemas.openxmlformats.org/officeDocument/2006/relationships/image" Target="../media/image712.png"/><Relationship Id="rId158" Type="http://schemas.openxmlformats.org/officeDocument/2006/relationships/customXml" Target="../ink/ink762.xml"/><Relationship Id="rId302" Type="http://schemas.openxmlformats.org/officeDocument/2006/relationships/customXml" Target="../ink/ink834.xml"/><Relationship Id="rId323" Type="http://schemas.openxmlformats.org/officeDocument/2006/relationships/image" Target="../media/image805.png"/><Relationship Id="rId344" Type="http://schemas.openxmlformats.org/officeDocument/2006/relationships/customXml" Target="../ink/ink855.xml"/><Relationship Id="rId20" Type="http://schemas.openxmlformats.org/officeDocument/2006/relationships/customXml" Target="../ink/ink693.xml"/><Relationship Id="rId41" Type="http://schemas.openxmlformats.org/officeDocument/2006/relationships/image" Target="../media/image664.png"/><Relationship Id="rId62" Type="http://schemas.openxmlformats.org/officeDocument/2006/relationships/customXml" Target="../ink/ink714.xml"/><Relationship Id="rId83" Type="http://schemas.openxmlformats.org/officeDocument/2006/relationships/image" Target="../media/image685.png"/><Relationship Id="rId179" Type="http://schemas.openxmlformats.org/officeDocument/2006/relationships/image" Target="../media/image733.png"/><Relationship Id="rId365" Type="http://schemas.openxmlformats.org/officeDocument/2006/relationships/image" Target="../media/image826.png"/><Relationship Id="rId386" Type="http://schemas.openxmlformats.org/officeDocument/2006/relationships/customXml" Target="../ink/ink876.xml"/><Relationship Id="rId190" Type="http://schemas.openxmlformats.org/officeDocument/2006/relationships/customXml" Target="../ink/ink778.xml"/><Relationship Id="rId204" Type="http://schemas.openxmlformats.org/officeDocument/2006/relationships/customXml" Target="../ink/ink785.xml"/><Relationship Id="rId225" Type="http://schemas.openxmlformats.org/officeDocument/2006/relationships/image" Target="../media/image756.png"/><Relationship Id="rId246" Type="http://schemas.openxmlformats.org/officeDocument/2006/relationships/customXml" Target="../ink/ink806.xml"/><Relationship Id="rId267" Type="http://schemas.openxmlformats.org/officeDocument/2006/relationships/image" Target="../media/image777.png"/><Relationship Id="rId288" Type="http://schemas.openxmlformats.org/officeDocument/2006/relationships/customXml" Target="../ink/ink827.xml"/><Relationship Id="rId106" Type="http://schemas.openxmlformats.org/officeDocument/2006/relationships/customXml" Target="../ink/ink736.xml"/><Relationship Id="rId127" Type="http://schemas.openxmlformats.org/officeDocument/2006/relationships/image" Target="../media/image707.png"/><Relationship Id="rId313" Type="http://schemas.openxmlformats.org/officeDocument/2006/relationships/image" Target="../media/image800.png"/><Relationship Id="rId10" Type="http://schemas.openxmlformats.org/officeDocument/2006/relationships/customXml" Target="../ink/ink688.xml"/><Relationship Id="rId31" Type="http://schemas.openxmlformats.org/officeDocument/2006/relationships/image" Target="../media/image659.png"/><Relationship Id="rId52" Type="http://schemas.openxmlformats.org/officeDocument/2006/relationships/customXml" Target="../ink/ink709.xml"/><Relationship Id="rId73" Type="http://schemas.openxmlformats.org/officeDocument/2006/relationships/image" Target="../media/image680.png"/><Relationship Id="rId94" Type="http://schemas.openxmlformats.org/officeDocument/2006/relationships/customXml" Target="../ink/ink730.xml"/><Relationship Id="rId148" Type="http://schemas.openxmlformats.org/officeDocument/2006/relationships/customXml" Target="../ink/ink757.xml"/><Relationship Id="rId169" Type="http://schemas.openxmlformats.org/officeDocument/2006/relationships/image" Target="../media/image728.png"/><Relationship Id="rId334" Type="http://schemas.openxmlformats.org/officeDocument/2006/relationships/customXml" Target="../ink/ink850.xml"/><Relationship Id="rId355" Type="http://schemas.openxmlformats.org/officeDocument/2006/relationships/image" Target="../media/image821.png"/><Relationship Id="rId376" Type="http://schemas.openxmlformats.org/officeDocument/2006/relationships/customXml" Target="../ink/ink871.xml"/><Relationship Id="rId4" Type="http://schemas.openxmlformats.org/officeDocument/2006/relationships/customXml" Target="../ink/ink685.xml"/><Relationship Id="rId180" Type="http://schemas.openxmlformats.org/officeDocument/2006/relationships/customXml" Target="../ink/ink773.xml"/><Relationship Id="rId215" Type="http://schemas.openxmlformats.org/officeDocument/2006/relationships/image" Target="../media/image751.png"/><Relationship Id="rId236" Type="http://schemas.openxmlformats.org/officeDocument/2006/relationships/customXml" Target="../ink/ink801.xml"/><Relationship Id="rId257" Type="http://schemas.openxmlformats.org/officeDocument/2006/relationships/image" Target="../media/image772.png"/><Relationship Id="rId278" Type="http://schemas.openxmlformats.org/officeDocument/2006/relationships/customXml" Target="../ink/ink822.xml"/><Relationship Id="rId303" Type="http://schemas.openxmlformats.org/officeDocument/2006/relationships/image" Target="../media/image795.png"/><Relationship Id="rId42" Type="http://schemas.openxmlformats.org/officeDocument/2006/relationships/customXml" Target="../ink/ink704.xml"/><Relationship Id="rId84" Type="http://schemas.openxmlformats.org/officeDocument/2006/relationships/customXml" Target="../ink/ink725.xml"/><Relationship Id="rId138" Type="http://schemas.openxmlformats.org/officeDocument/2006/relationships/customXml" Target="../ink/ink752.xml"/><Relationship Id="rId345" Type="http://schemas.openxmlformats.org/officeDocument/2006/relationships/image" Target="../media/image816.png"/><Relationship Id="rId387" Type="http://schemas.openxmlformats.org/officeDocument/2006/relationships/image" Target="../media/image837.png"/><Relationship Id="rId191" Type="http://schemas.openxmlformats.org/officeDocument/2006/relationships/image" Target="../media/image739.png"/><Relationship Id="rId205" Type="http://schemas.openxmlformats.org/officeDocument/2006/relationships/image" Target="../media/image746.png"/><Relationship Id="rId247" Type="http://schemas.openxmlformats.org/officeDocument/2006/relationships/image" Target="../media/image767.png"/><Relationship Id="rId107" Type="http://schemas.openxmlformats.org/officeDocument/2006/relationships/image" Target="../media/image697.png"/><Relationship Id="rId289" Type="http://schemas.openxmlformats.org/officeDocument/2006/relationships/image" Target="../media/image788.png"/><Relationship Id="rId11" Type="http://schemas.openxmlformats.org/officeDocument/2006/relationships/image" Target="../media/image649.png"/><Relationship Id="rId53" Type="http://schemas.openxmlformats.org/officeDocument/2006/relationships/image" Target="../media/image670.png"/><Relationship Id="rId149" Type="http://schemas.openxmlformats.org/officeDocument/2006/relationships/image" Target="../media/image718.png"/><Relationship Id="rId314" Type="http://schemas.openxmlformats.org/officeDocument/2006/relationships/customXml" Target="../ink/ink840.xml"/><Relationship Id="rId356" Type="http://schemas.openxmlformats.org/officeDocument/2006/relationships/customXml" Target="../ink/ink861.xml"/><Relationship Id="rId95" Type="http://schemas.openxmlformats.org/officeDocument/2006/relationships/image" Target="../media/image691.png"/><Relationship Id="rId160" Type="http://schemas.openxmlformats.org/officeDocument/2006/relationships/customXml" Target="../ink/ink763.xml"/><Relationship Id="rId216" Type="http://schemas.openxmlformats.org/officeDocument/2006/relationships/customXml" Target="../ink/ink791.xml"/><Relationship Id="rId258" Type="http://schemas.openxmlformats.org/officeDocument/2006/relationships/customXml" Target="../ink/ink812.xml"/><Relationship Id="rId22" Type="http://schemas.openxmlformats.org/officeDocument/2006/relationships/customXml" Target="../ink/ink694.xml"/><Relationship Id="rId64" Type="http://schemas.openxmlformats.org/officeDocument/2006/relationships/customXml" Target="../ink/ink715.xml"/><Relationship Id="rId118" Type="http://schemas.openxmlformats.org/officeDocument/2006/relationships/customXml" Target="../ink/ink742.xml"/><Relationship Id="rId325" Type="http://schemas.openxmlformats.org/officeDocument/2006/relationships/image" Target="../media/image806.png"/><Relationship Id="rId367" Type="http://schemas.openxmlformats.org/officeDocument/2006/relationships/image" Target="../media/image827.png"/><Relationship Id="rId171" Type="http://schemas.openxmlformats.org/officeDocument/2006/relationships/image" Target="../media/image729.png"/><Relationship Id="rId227" Type="http://schemas.openxmlformats.org/officeDocument/2006/relationships/image" Target="../media/image757.png"/><Relationship Id="rId269" Type="http://schemas.openxmlformats.org/officeDocument/2006/relationships/image" Target="../media/image778.png"/><Relationship Id="rId33" Type="http://schemas.openxmlformats.org/officeDocument/2006/relationships/image" Target="../media/image660.png"/><Relationship Id="rId129" Type="http://schemas.openxmlformats.org/officeDocument/2006/relationships/image" Target="../media/image708.png"/><Relationship Id="rId280" Type="http://schemas.openxmlformats.org/officeDocument/2006/relationships/customXml" Target="../ink/ink823.xml"/><Relationship Id="rId336" Type="http://schemas.openxmlformats.org/officeDocument/2006/relationships/customXml" Target="../ink/ink851.xml"/><Relationship Id="rId75" Type="http://schemas.openxmlformats.org/officeDocument/2006/relationships/image" Target="../media/image681.png"/><Relationship Id="rId140" Type="http://schemas.openxmlformats.org/officeDocument/2006/relationships/customXml" Target="../ink/ink753.xml"/><Relationship Id="rId182" Type="http://schemas.openxmlformats.org/officeDocument/2006/relationships/customXml" Target="../ink/ink774.xml"/><Relationship Id="rId378" Type="http://schemas.openxmlformats.org/officeDocument/2006/relationships/customXml" Target="../ink/ink872.xml"/><Relationship Id="rId6" Type="http://schemas.openxmlformats.org/officeDocument/2006/relationships/customXml" Target="../ink/ink686.xml"/><Relationship Id="rId238" Type="http://schemas.openxmlformats.org/officeDocument/2006/relationships/customXml" Target="../ink/ink802.xml"/><Relationship Id="rId291" Type="http://schemas.openxmlformats.org/officeDocument/2006/relationships/image" Target="../media/image789.png"/><Relationship Id="rId305" Type="http://schemas.openxmlformats.org/officeDocument/2006/relationships/image" Target="../media/image796.png"/><Relationship Id="rId347" Type="http://schemas.openxmlformats.org/officeDocument/2006/relationships/image" Target="../media/image817.png"/><Relationship Id="rId44" Type="http://schemas.openxmlformats.org/officeDocument/2006/relationships/customXml" Target="../ink/ink705.xml"/><Relationship Id="rId86" Type="http://schemas.openxmlformats.org/officeDocument/2006/relationships/customXml" Target="../ink/ink726.xml"/><Relationship Id="rId151" Type="http://schemas.openxmlformats.org/officeDocument/2006/relationships/image" Target="../media/image719.png"/><Relationship Id="rId389" Type="http://schemas.openxmlformats.org/officeDocument/2006/relationships/image" Target="../media/image838.png"/><Relationship Id="rId193" Type="http://schemas.openxmlformats.org/officeDocument/2006/relationships/image" Target="../media/image740.png"/><Relationship Id="rId207" Type="http://schemas.openxmlformats.org/officeDocument/2006/relationships/image" Target="../media/image747.png"/><Relationship Id="rId249" Type="http://schemas.openxmlformats.org/officeDocument/2006/relationships/image" Target="../media/image768.png"/><Relationship Id="rId13" Type="http://schemas.openxmlformats.org/officeDocument/2006/relationships/image" Target="../media/image650.png"/><Relationship Id="rId109" Type="http://schemas.openxmlformats.org/officeDocument/2006/relationships/image" Target="../media/image698.png"/><Relationship Id="rId260" Type="http://schemas.openxmlformats.org/officeDocument/2006/relationships/customXml" Target="../ink/ink813.xml"/><Relationship Id="rId316" Type="http://schemas.openxmlformats.org/officeDocument/2006/relationships/customXml" Target="../ink/ink841.xml"/><Relationship Id="rId55" Type="http://schemas.openxmlformats.org/officeDocument/2006/relationships/image" Target="../media/image671.png"/><Relationship Id="rId97" Type="http://schemas.openxmlformats.org/officeDocument/2006/relationships/image" Target="../media/image692.png"/><Relationship Id="rId120" Type="http://schemas.openxmlformats.org/officeDocument/2006/relationships/customXml" Target="../ink/ink743.xml"/><Relationship Id="rId358" Type="http://schemas.openxmlformats.org/officeDocument/2006/relationships/customXml" Target="../ink/ink862.xml"/><Relationship Id="rId162" Type="http://schemas.openxmlformats.org/officeDocument/2006/relationships/customXml" Target="../ink/ink764.xml"/><Relationship Id="rId218" Type="http://schemas.openxmlformats.org/officeDocument/2006/relationships/customXml" Target="../ink/ink792.xml"/><Relationship Id="rId271" Type="http://schemas.openxmlformats.org/officeDocument/2006/relationships/image" Target="../media/image779.png"/><Relationship Id="rId24" Type="http://schemas.openxmlformats.org/officeDocument/2006/relationships/customXml" Target="../ink/ink695.xml"/><Relationship Id="rId66" Type="http://schemas.openxmlformats.org/officeDocument/2006/relationships/customXml" Target="../ink/ink716.xml"/><Relationship Id="rId131" Type="http://schemas.openxmlformats.org/officeDocument/2006/relationships/image" Target="../media/image709.png"/><Relationship Id="rId327" Type="http://schemas.openxmlformats.org/officeDocument/2006/relationships/image" Target="../media/image807.png"/><Relationship Id="rId369" Type="http://schemas.openxmlformats.org/officeDocument/2006/relationships/image" Target="../media/image828.png"/><Relationship Id="rId173" Type="http://schemas.openxmlformats.org/officeDocument/2006/relationships/image" Target="../media/image730.png"/><Relationship Id="rId229" Type="http://schemas.openxmlformats.org/officeDocument/2006/relationships/image" Target="../media/image758.png"/><Relationship Id="rId380" Type="http://schemas.openxmlformats.org/officeDocument/2006/relationships/customXml" Target="../ink/ink873.xml"/><Relationship Id="rId240" Type="http://schemas.openxmlformats.org/officeDocument/2006/relationships/customXml" Target="../ink/ink803.xml"/><Relationship Id="rId35" Type="http://schemas.openxmlformats.org/officeDocument/2006/relationships/image" Target="../media/image661.png"/><Relationship Id="rId77" Type="http://schemas.openxmlformats.org/officeDocument/2006/relationships/image" Target="../media/image682.png"/><Relationship Id="rId100" Type="http://schemas.openxmlformats.org/officeDocument/2006/relationships/customXml" Target="../ink/ink733.xml"/><Relationship Id="rId282" Type="http://schemas.openxmlformats.org/officeDocument/2006/relationships/customXml" Target="../ink/ink824.xml"/><Relationship Id="rId338" Type="http://schemas.openxmlformats.org/officeDocument/2006/relationships/customXml" Target="../ink/ink852.xml"/><Relationship Id="rId8" Type="http://schemas.openxmlformats.org/officeDocument/2006/relationships/customXml" Target="../ink/ink687.xml"/><Relationship Id="rId142" Type="http://schemas.openxmlformats.org/officeDocument/2006/relationships/customXml" Target="../ink/ink754.xml"/><Relationship Id="rId184" Type="http://schemas.openxmlformats.org/officeDocument/2006/relationships/customXml" Target="../ink/ink775.xml"/><Relationship Id="rId391" Type="http://schemas.openxmlformats.org/officeDocument/2006/relationships/image" Target="../media/image839.png"/><Relationship Id="rId251" Type="http://schemas.openxmlformats.org/officeDocument/2006/relationships/image" Target="../media/image769.png"/><Relationship Id="rId46" Type="http://schemas.openxmlformats.org/officeDocument/2006/relationships/customXml" Target="../ink/ink706.xml"/><Relationship Id="rId293" Type="http://schemas.openxmlformats.org/officeDocument/2006/relationships/image" Target="../media/image790.png"/><Relationship Id="rId307" Type="http://schemas.openxmlformats.org/officeDocument/2006/relationships/image" Target="../media/image797.png"/><Relationship Id="rId349" Type="http://schemas.openxmlformats.org/officeDocument/2006/relationships/image" Target="../media/image818.png"/><Relationship Id="rId88" Type="http://schemas.openxmlformats.org/officeDocument/2006/relationships/customXml" Target="../ink/ink727.xml"/><Relationship Id="rId111" Type="http://schemas.openxmlformats.org/officeDocument/2006/relationships/image" Target="../media/image699.png"/><Relationship Id="rId153" Type="http://schemas.openxmlformats.org/officeDocument/2006/relationships/image" Target="../media/image720.png"/><Relationship Id="rId195" Type="http://schemas.openxmlformats.org/officeDocument/2006/relationships/image" Target="../media/image741.png"/><Relationship Id="rId209" Type="http://schemas.openxmlformats.org/officeDocument/2006/relationships/image" Target="../media/image748.png"/><Relationship Id="rId360" Type="http://schemas.openxmlformats.org/officeDocument/2006/relationships/customXml" Target="../ink/ink863.xml"/><Relationship Id="rId220" Type="http://schemas.openxmlformats.org/officeDocument/2006/relationships/customXml" Target="../ink/ink793.xml"/><Relationship Id="rId15" Type="http://schemas.openxmlformats.org/officeDocument/2006/relationships/image" Target="../media/image651.png"/><Relationship Id="rId57" Type="http://schemas.openxmlformats.org/officeDocument/2006/relationships/image" Target="../media/image672.png"/><Relationship Id="rId262" Type="http://schemas.openxmlformats.org/officeDocument/2006/relationships/customXml" Target="../ink/ink814.xml"/><Relationship Id="rId318" Type="http://schemas.openxmlformats.org/officeDocument/2006/relationships/customXml" Target="../ink/ink842.xml"/><Relationship Id="rId99" Type="http://schemas.openxmlformats.org/officeDocument/2006/relationships/image" Target="../media/image693.png"/><Relationship Id="rId122" Type="http://schemas.openxmlformats.org/officeDocument/2006/relationships/customXml" Target="../ink/ink744.xml"/><Relationship Id="rId164" Type="http://schemas.openxmlformats.org/officeDocument/2006/relationships/customXml" Target="../ink/ink765.xml"/><Relationship Id="rId371" Type="http://schemas.openxmlformats.org/officeDocument/2006/relationships/image" Target="../media/image829.png"/><Relationship Id="rId26" Type="http://schemas.openxmlformats.org/officeDocument/2006/relationships/customXml" Target="../ink/ink696.xml"/><Relationship Id="rId231" Type="http://schemas.openxmlformats.org/officeDocument/2006/relationships/image" Target="../media/image759.png"/><Relationship Id="rId273" Type="http://schemas.openxmlformats.org/officeDocument/2006/relationships/image" Target="../media/image780.png"/><Relationship Id="rId329" Type="http://schemas.openxmlformats.org/officeDocument/2006/relationships/image" Target="../media/image808.png"/><Relationship Id="rId68" Type="http://schemas.openxmlformats.org/officeDocument/2006/relationships/customXml" Target="../ink/ink717.xml"/><Relationship Id="rId133" Type="http://schemas.openxmlformats.org/officeDocument/2006/relationships/image" Target="../media/image710.png"/><Relationship Id="rId175" Type="http://schemas.openxmlformats.org/officeDocument/2006/relationships/image" Target="../media/image731.png"/><Relationship Id="rId340" Type="http://schemas.openxmlformats.org/officeDocument/2006/relationships/customXml" Target="../ink/ink853.xml"/><Relationship Id="rId200" Type="http://schemas.openxmlformats.org/officeDocument/2006/relationships/customXml" Target="../ink/ink783.xml"/><Relationship Id="rId382" Type="http://schemas.openxmlformats.org/officeDocument/2006/relationships/customXml" Target="../ink/ink874.xml"/></Relationships>
</file>

<file path=ppt/slides/_rels/slide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41.png"/><Relationship Id="rId21" Type="http://schemas.openxmlformats.org/officeDocument/2006/relationships/image" Target="../media/image850.png"/><Relationship Id="rId42" Type="http://schemas.openxmlformats.org/officeDocument/2006/relationships/customXml" Target="../ink/ink900.xml"/><Relationship Id="rId63" Type="http://schemas.openxmlformats.org/officeDocument/2006/relationships/image" Target="../media/image914.png"/><Relationship Id="rId84" Type="http://schemas.openxmlformats.org/officeDocument/2006/relationships/customXml" Target="../ink/ink921.xml"/><Relationship Id="rId138" Type="http://schemas.openxmlformats.org/officeDocument/2006/relationships/customXml" Target="../ink/ink948.xml"/><Relationship Id="rId159" Type="http://schemas.openxmlformats.org/officeDocument/2006/relationships/image" Target="../media/image962.png"/><Relationship Id="rId170" Type="http://schemas.openxmlformats.org/officeDocument/2006/relationships/customXml" Target="../ink/ink964.xml"/><Relationship Id="rId191" Type="http://schemas.openxmlformats.org/officeDocument/2006/relationships/image" Target="../media/image978.png"/><Relationship Id="rId205" Type="http://schemas.openxmlformats.org/officeDocument/2006/relationships/image" Target="../media/image985.png"/><Relationship Id="rId107" Type="http://schemas.openxmlformats.org/officeDocument/2006/relationships/image" Target="../media/image936.png"/><Relationship Id="rId11" Type="http://schemas.openxmlformats.org/officeDocument/2006/relationships/image" Target="../media/image845.png"/><Relationship Id="rId32" Type="http://schemas.openxmlformats.org/officeDocument/2006/relationships/customXml" Target="../ink/ink895.xml"/><Relationship Id="rId53" Type="http://schemas.openxmlformats.org/officeDocument/2006/relationships/image" Target="../media/image909.png"/><Relationship Id="rId74" Type="http://schemas.openxmlformats.org/officeDocument/2006/relationships/customXml" Target="../ink/ink916.xml"/><Relationship Id="rId128" Type="http://schemas.openxmlformats.org/officeDocument/2006/relationships/customXml" Target="../ink/ink943.xml"/><Relationship Id="rId149" Type="http://schemas.openxmlformats.org/officeDocument/2006/relationships/image" Target="../media/image957.png"/><Relationship Id="rId5" Type="http://schemas.openxmlformats.org/officeDocument/2006/relationships/image" Target="../media/image842.png"/><Relationship Id="rId95" Type="http://schemas.openxmlformats.org/officeDocument/2006/relationships/image" Target="../media/image930.png"/><Relationship Id="rId160" Type="http://schemas.openxmlformats.org/officeDocument/2006/relationships/customXml" Target="../ink/ink959.xml"/><Relationship Id="rId181" Type="http://schemas.openxmlformats.org/officeDocument/2006/relationships/image" Target="../media/image973.png"/><Relationship Id="rId216" Type="http://schemas.openxmlformats.org/officeDocument/2006/relationships/customXml" Target="../ink/ink987.xml"/><Relationship Id="rId22" Type="http://schemas.openxmlformats.org/officeDocument/2006/relationships/customXml" Target="../ink/ink890.xml"/><Relationship Id="rId43" Type="http://schemas.openxmlformats.org/officeDocument/2006/relationships/image" Target="../media/image904.png"/><Relationship Id="rId64" Type="http://schemas.openxmlformats.org/officeDocument/2006/relationships/customXml" Target="../ink/ink911.xml"/><Relationship Id="rId118" Type="http://schemas.openxmlformats.org/officeDocument/2006/relationships/customXml" Target="../ink/ink938.xml"/><Relationship Id="rId139" Type="http://schemas.openxmlformats.org/officeDocument/2006/relationships/image" Target="../media/image952.png"/><Relationship Id="rId85" Type="http://schemas.openxmlformats.org/officeDocument/2006/relationships/image" Target="../media/image925.png"/><Relationship Id="rId150" Type="http://schemas.openxmlformats.org/officeDocument/2006/relationships/customXml" Target="../ink/ink954.xml"/><Relationship Id="rId171" Type="http://schemas.openxmlformats.org/officeDocument/2006/relationships/image" Target="../media/image968.png"/><Relationship Id="rId192" Type="http://schemas.openxmlformats.org/officeDocument/2006/relationships/customXml" Target="../ink/ink975.xml"/><Relationship Id="rId206" Type="http://schemas.openxmlformats.org/officeDocument/2006/relationships/customXml" Target="../ink/ink982.xml"/><Relationship Id="rId12" Type="http://schemas.openxmlformats.org/officeDocument/2006/relationships/customXml" Target="../ink/ink885.xml"/><Relationship Id="rId33" Type="http://schemas.openxmlformats.org/officeDocument/2006/relationships/image" Target="../media/image899.png"/><Relationship Id="rId108" Type="http://schemas.openxmlformats.org/officeDocument/2006/relationships/customXml" Target="../ink/ink933.xml"/><Relationship Id="rId129" Type="http://schemas.openxmlformats.org/officeDocument/2006/relationships/image" Target="../media/image947.png"/><Relationship Id="rId54" Type="http://schemas.openxmlformats.org/officeDocument/2006/relationships/customXml" Target="../ink/ink906.xml"/><Relationship Id="rId75" Type="http://schemas.openxmlformats.org/officeDocument/2006/relationships/image" Target="../media/image920.png"/><Relationship Id="rId96" Type="http://schemas.openxmlformats.org/officeDocument/2006/relationships/customXml" Target="../ink/ink927.xml"/><Relationship Id="rId140" Type="http://schemas.openxmlformats.org/officeDocument/2006/relationships/customXml" Target="../ink/ink949.xml"/><Relationship Id="rId161" Type="http://schemas.openxmlformats.org/officeDocument/2006/relationships/image" Target="../media/image963.png"/><Relationship Id="rId182" Type="http://schemas.openxmlformats.org/officeDocument/2006/relationships/customXml" Target="../ink/ink970.xml"/><Relationship Id="rId217" Type="http://schemas.openxmlformats.org/officeDocument/2006/relationships/image" Target="../media/image991.png"/><Relationship Id="rId6" Type="http://schemas.openxmlformats.org/officeDocument/2006/relationships/customXml" Target="../ink/ink882.xml"/><Relationship Id="rId23" Type="http://schemas.openxmlformats.org/officeDocument/2006/relationships/image" Target="../media/image851.png"/><Relationship Id="rId119" Type="http://schemas.openxmlformats.org/officeDocument/2006/relationships/image" Target="../media/image942.png"/><Relationship Id="rId44" Type="http://schemas.openxmlformats.org/officeDocument/2006/relationships/customXml" Target="../ink/ink901.xml"/><Relationship Id="rId65" Type="http://schemas.openxmlformats.org/officeDocument/2006/relationships/image" Target="../media/image915.png"/><Relationship Id="rId86" Type="http://schemas.openxmlformats.org/officeDocument/2006/relationships/customXml" Target="../ink/ink922.xml"/><Relationship Id="rId130" Type="http://schemas.openxmlformats.org/officeDocument/2006/relationships/customXml" Target="../ink/ink944.xml"/><Relationship Id="rId151" Type="http://schemas.openxmlformats.org/officeDocument/2006/relationships/image" Target="../media/image958.png"/><Relationship Id="rId172" Type="http://schemas.openxmlformats.org/officeDocument/2006/relationships/customXml" Target="../ink/ink965.xml"/><Relationship Id="rId193" Type="http://schemas.openxmlformats.org/officeDocument/2006/relationships/image" Target="../media/image979.png"/><Relationship Id="rId207" Type="http://schemas.openxmlformats.org/officeDocument/2006/relationships/image" Target="../media/image986.png"/><Relationship Id="rId13" Type="http://schemas.openxmlformats.org/officeDocument/2006/relationships/image" Target="../media/image846.png"/><Relationship Id="rId109" Type="http://schemas.openxmlformats.org/officeDocument/2006/relationships/image" Target="../media/image937.png"/><Relationship Id="rId34" Type="http://schemas.openxmlformats.org/officeDocument/2006/relationships/customXml" Target="../ink/ink896.xml"/><Relationship Id="rId55" Type="http://schemas.openxmlformats.org/officeDocument/2006/relationships/image" Target="../media/image910.png"/><Relationship Id="rId76" Type="http://schemas.openxmlformats.org/officeDocument/2006/relationships/customXml" Target="../ink/ink917.xml"/><Relationship Id="rId97" Type="http://schemas.openxmlformats.org/officeDocument/2006/relationships/image" Target="../media/image931.png"/><Relationship Id="rId120" Type="http://schemas.openxmlformats.org/officeDocument/2006/relationships/customXml" Target="../ink/ink939.xml"/><Relationship Id="rId141" Type="http://schemas.openxmlformats.org/officeDocument/2006/relationships/image" Target="../media/image953.png"/><Relationship Id="rId7" Type="http://schemas.openxmlformats.org/officeDocument/2006/relationships/image" Target="../media/image843.png"/><Relationship Id="rId162" Type="http://schemas.openxmlformats.org/officeDocument/2006/relationships/customXml" Target="../ink/ink960.xml"/><Relationship Id="rId183" Type="http://schemas.openxmlformats.org/officeDocument/2006/relationships/image" Target="../media/image974.png"/><Relationship Id="rId24" Type="http://schemas.openxmlformats.org/officeDocument/2006/relationships/customXml" Target="../ink/ink891.xml"/><Relationship Id="rId45" Type="http://schemas.openxmlformats.org/officeDocument/2006/relationships/image" Target="../media/image905.png"/><Relationship Id="rId66" Type="http://schemas.openxmlformats.org/officeDocument/2006/relationships/customXml" Target="../ink/ink912.xml"/><Relationship Id="rId87" Type="http://schemas.openxmlformats.org/officeDocument/2006/relationships/image" Target="../media/image926.png"/><Relationship Id="rId110" Type="http://schemas.openxmlformats.org/officeDocument/2006/relationships/customXml" Target="../ink/ink934.xml"/><Relationship Id="rId131" Type="http://schemas.openxmlformats.org/officeDocument/2006/relationships/image" Target="../media/image948.png"/><Relationship Id="rId152" Type="http://schemas.openxmlformats.org/officeDocument/2006/relationships/customXml" Target="../ink/ink955.xml"/><Relationship Id="rId173" Type="http://schemas.openxmlformats.org/officeDocument/2006/relationships/image" Target="../media/image969.png"/><Relationship Id="rId194" Type="http://schemas.openxmlformats.org/officeDocument/2006/relationships/customXml" Target="../ink/ink976.xml"/><Relationship Id="rId208" Type="http://schemas.openxmlformats.org/officeDocument/2006/relationships/customXml" Target="../ink/ink983.xml"/><Relationship Id="rId14" Type="http://schemas.openxmlformats.org/officeDocument/2006/relationships/customXml" Target="../ink/ink886.xml"/><Relationship Id="rId30" Type="http://schemas.openxmlformats.org/officeDocument/2006/relationships/customXml" Target="../ink/ink894.xml"/><Relationship Id="rId35" Type="http://schemas.openxmlformats.org/officeDocument/2006/relationships/image" Target="../media/image900.png"/><Relationship Id="rId56" Type="http://schemas.openxmlformats.org/officeDocument/2006/relationships/customXml" Target="../ink/ink907.xml"/><Relationship Id="rId77" Type="http://schemas.openxmlformats.org/officeDocument/2006/relationships/image" Target="../media/image921.png"/><Relationship Id="rId100" Type="http://schemas.openxmlformats.org/officeDocument/2006/relationships/customXml" Target="../ink/ink929.xml"/><Relationship Id="rId105" Type="http://schemas.openxmlformats.org/officeDocument/2006/relationships/image" Target="../media/image935.png"/><Relationship Id="rId126" Type="http://schemas.openxmlformats.org/officeDocument/2006/relationships/customXml" Target="../ink/ink942.xml"/><Relationship Id="rId147" Type="http://schemas.openxmlformats.org/officeDocument/2006/relationships/image" Target="../media/image956.png"/><Relationship Id="rId168" Type="http://schemas.openxmlformats.org/officeDocument/2006/relationships/customXml" Target="../ink/ink963.xml"/><Relationship Id="rId8" Type="http://schemas.openxmlformats.org/officeDocument/2006/relationships/customXml" Target="../ink/ink883.xml"/><Relationship Id="rId51" Type="http://schemas.openxmlformats.org/officeDocument/2006/relationships/image" Target="../media/image908.png"/><Relationship Id="rId72" Type="http://schemas.openxmlformats.org/officeDocument/2006/relationships/customXml" Target="../ink/ink915.xml"/><Relationship Id="rId93" Type="http://schemas.openxmlformats.org/officeDocument/2006/relationships/image" Target="../media/image929.png"/><Relationship Id="rId98" Type="http://schemas.openxmlformats.org/officeDocument/2006/relationships/customXml" Target="../ink/ink928.xml"/><Relationship Id="rId121" Type="http://schemas.openxmlformats.org/officeDocument/2006/relationships/image" Target="../media/image943.png"/><Relationship Id="rId142" Type="http://schemas.openxmlformats.org/officeDocument/2006/relationships/customXml" Target="../ink/ink950.xml"/><Relationship Id="rId163" Type="http://schemas.openxmlformats.org/officeDocument/2006/relationships/image" Target="../media/image964.png"/><Relationship Id="rId184" Type="http://schemas.openxmlformats.org/officeDocument/2006/relationships/customXml" Target="../ink/ink971.xml"/><Relationship Id="rId189" Type="http://schemas.openxmlformats.org/officeDocument/2006/relationships/image" Target="../media/image977.png"/><Relationship Id="rId3" Type="http://schemas.openxmlformats.org/officeDocument/2006/relationships/image" Target="../media/image841.png"/><Relationship Id="rId214" Type="http://schemas.openxmlformats.org/officeDocument/2006/relationships/customXml" Target="../ink/ink986.xml"/><Relationship Id="rId25" Type="http://schemas.openxmlformats.org/officeDocument/2006/relationships/image" Target="../media/image852.png"/><Relationship Id="rId46" Type="http://schemas.openxmlformats.org/officeDocument/2006/relationships/customXml" Target="../ink/ink902.xml"/><Relationship Id="rId67" Type="http://schemas.openxmlformats.org/officeDocument/2006/relationships/image" Target="../media/image916.png"/><Relationship Id="rId116" Type="http://schemas.openxmlformats.org/officeDocument/2006/relationships/customXml" Target="../ink/ink937.xml"/><Relationship Id="rId137" Type="http://schemas.openxmlformats.org/officeDocument/2006/relationships/image" Target="../media/image951.png"/><Relationship Id="rId158" Type="http://schemas.openxmlformats.org/officeDocument/2006/relationships/customXml" Target="../ink/ink958.xml"/><Relationship Id="rId20" Type="http://schemas.openxmlformats.org/officeDocument/2006/relationships/customXml" Target="../ink/ink889.xml"/><Relationship Id="rId41" Type="http://schemas.openxmlformats.org/officeDocument/2006/relationships/image" Target="../media/image903.png"/><Relationship Id="rId62" Type="http://schemas.openxmlformats.org/officeDocument/2006/relationships/customXml" Target="../ink/ink910.xml"/><Relationship Id="rId83" Type="http://schemas.openxmlformats.org/officeDocument/2006/relationships/image" Target="../media/image924.png"/><Relationship Id="rId88" Type="http://schemas.openxmlformats.org/officeDocument/2006/relationships/customXml" Target="../ink/ink923.xml"/><Relationship Id="rId111" Type="http://schemas.openxmlformats.org/officeDocument/2006/relationships/image" Target="../media/image938.png"/><Relationship Id="rId132" Type="http://schemas.openxmlformats.org/officeDocument/2006/relationships/customXml" Target="../ink/ink945.xml"/><Relationship Id="rId153" Type="http://schemas.openxmlformats.org/officeDocument/2006/relationships/image" Target="../media/image959.png"/><Relationship Id="rId174" Type="http://schemas.openxmlformats.org/officeDocument/2006/relationships/customXml" Target="../ink/ink966.xml"/><Relationship Id="rId179" Type="http://schemas.openxmlformats.org/officeDocument/2006/relationships/image" Target="../media/image972.png"/><Relationship Id="rId195" Type="http://schemas.openxmlformats.org/officeDocument/2006/relationships/image" Target="../media/image980.png"/><Relationship Id="rId209" Type="http://schemas.openxmlformats.org/officeDocument/2006/relationships/image" Target="../media/image987.png"/><Relationship Id="rId190" Type="http://schemas.openxmlformats.org/officeDocument/2006/relationships/customXml" Target="../ink/ink974.xml"/><Relationship Id="rId204" Type="http://schemas.openxmlformats.org/officeDocument/2006/relationships/customXml" Target="../ink/ink981.xml"/><Relationship Id="rId15" Type="http://schemas.openxmlformats.org/officeDocument/2006/relationships/image" Target="../media/image847.png"/><Relationship Id="rId36" Type="http://schemas.openxmlformats.org/officeDocument/2006/relationships/customXml" Target="../ink/ink897.xml"/><Relationship Id="rId57" Type="http://schemas.openxmlformats.org/officeDocument/2006/relationships/image" Target="../media/image911.png"/><Relationship Id="rId106" Type="http://schemas.openxmlformats.org/officeDocument/2006/relationships/customXml" Target="../ink/ink932.xml"/><Relationship Id="rId127" Type="http://schemas.openxmlformats.org/officeDocument/2006/relationships/image" Target="../media/image946.png"/><Relationship Id="rId10" Type="http://schemas.openxmlformats.org/officeDocument/2006/relationships/customXml" Target="../ink/ink884.xml"/><Relationship Id="rId31" Type="http://schemas.openxmlformats.org/officeDocument/2006/relationships/image" Target="../media/image898.png"/><Relationship Id="rId52" Type="http://schemas.openxmlformats.org/officeDocument/2006/relationships/customXml" Target="../ink/ink905.xml"/><Relationship Id="rId73" Type="http://schemas.openxmlformats.org/officeDocument/2006/relationships/image" Target="../media/image919.png"/><Relationship Id="rId78" Type="http://schemas.openxmlformats.org/officeDocument/2006/relationships/customXml" Target="../ink/ink918.xml"/><Relationship Id="rId94" Type="http://schemas.openxmlformats.org/officeDocument/2006/relationships/customXml" Target="../ink/ink926.xml"/><Relationship Id="rId99" Type="http://schemas.openxmlformats.org/officeDocument/2006/relationships/image" Target="../media/image932.png"/><Relationship Id="rId101" Type="http://schemas.openxmlformats.org/officeDocument/2006/relationships/image" Target="../media/image933.png"/><Relationship Id="rId122" Type="http://schemas.openxmlformats.org/officeDocument/2006/relationships/customXml" Target="../ink/ink940.xml"/><Relationship Id="rId143" Type="http://schemas.openxmlformats.org/officeDocument/2006/relationships/image" Target="../media/image954.png"/><Relationship Id="rId148" Type="http://schemas.openxmlformats.org/officeDocument/2006/relationships/customXml" Target="../ink/ink953.xml"/><Relationship Id="rId164" Type="http://schemas.openxmlformats.org/officeDocument/2006/relationships/customXml" Target="../ink/ink961.xml"/><Relationship Id="rId169" Type="http://schemas.openxmlformats.org/officeDocument/2006/relationships/image" Target="../media/image967.png"/><Relationship Id="rId185" Type="http://schemas.openxmlformats.org/officeDocument/2006/relationships/image" Target="../media/image975.png"/><Relationship Id="rId4" Type="http://schemas.openxmlformats.org/officeDocument/2006/relationships/customXml" Target="../ink/ink881.xml"/><Relationship Id="rId9" Type="http://schemas.openxmlformats.org/officeDocument/2006/relationships/image" Target="../media/image844.png"/><Relationship Id="rId180" Type="http://schemas.openxmlformats.org/officeDocument/2006/relationships/customXml" Target="../ink/ink969.xml"/><Relationship Id="rId210" Type="http://schemas.openxmlformats.org/officeDocument/2006/relationships/customXml" Target="../ink/ink984.xml"/><Relationship Id="rId215" Type="http://schemas.openxmlformats.org/officeDocument/2006/relationships/image" Target="../media/image990.png"/><Relationship Id="rId26" Type="http://schemas.openxmlformats.org/officeDocument/2006/relationships/customXml" Target="../ink/ink892.xml"/><Relationship Id="rId47" Type="http://schemas.openxmlformats.org/officeDocument/2006/relationships/image" Target="../media/image906.png"/><Relationship Id="rId68" Type="http://schemas.openxmlformats.org/officeDocument/2006/relationships/customXml" Target="../ink/ink913.xml"/><Relationship Id="rId89" Type="http://schemas.openxmlformats.org/officeDocument/2006/relationships/image" Target="../media/image927.png"/><Relationship Id="rId112" Type="http://schemas.openxmlformats.org/officeDocument/2006/relationships/customXml" Target="../ink/ink935.xml"/><Relationship Id="rId133" Type="http://schemas.openxmlformats.org/officeDocument/2006/relationships/image" Target="../media/image949.png"/><Relationship Id="rId154" Type="http://schemas.openxmlformats.org/officeDocument/2006/relationships/customXml" Target="../ink/ink956.xml"/><Relationship Id="rId175" Type="http://schemas.openxmlformats.org/officeDocument/2006/relationships/image" Target="../media/image970.png"/><Relationship Id="rId196" Type="http://schemas.openxmlformats.org/officeDocument/2006/relationships/customXml" Target="../ink/ink977.xml"/><Relationship Id="rId200" Type="http://schemas.openxmlformats.org/officeDocument/2006/relationships/customXml" Target="../ink/ink979.xml"/><Relationship Id="rId16" Type="http://schemas.openxmlformats.org/officeDocument/2006/relationships/customXml" Target="../ink/ink887.xml"/><Relationship Id="rId37" Type="http://schemas.openxmlformats.org/officeDocument/2006/relationships/image" Target="../media/image901.png"/><Relationship Id="rId58" Type="http://schemas.openxmlformats.org/officeDocument/2006/relationships/customXml" Target="../ink/ink908.xml"/><Relationship Id="rId79" Type="http://schemas.openxmlformats.org/officeDocument/2006/relationships/image" Target="../media/image922.png"/><Relationship Id="rId102" Type="http://schemas.openxmlformats.org/officeDocument/2006/relationships/customXml" Target="../ink/ink930.xml"/><Relationship Id="rId123" Type="http://schemas.openxmlformats.org/officeDocument/2006/relationships/image" Target="../media/image944.png"/><Relationship Id="rId144" Type="http://schemas.openxmlformats.org/officeDocument/2006/relationships/customXml" Target="../ink/ink951.xml"/><Relationship Id="rId90" Type="http://schemas.openxmlformats.org/officeDocument/2006/relationships/customXml" Target="../ink/ink924.xml"/><Relationship Id="rId165" Type="http://schemas.openxmlformats.org/officeDocument/2006/relationships/image" Target="../media/image965.png"/><Relationship Id="rId186" Type="http://schemas.openxmlformats.org/officeDocument/2006/relationships/customXml" Target="../ink/ink972.xml"/><Relationship Id="rId211" Type="http://schemas.openxmlformats.org/officeDocument/2006/relationships/image" Target="../media/image988.png"/><Relationship Id="rId27" Type="http://schemas.openxmlformats.org/officeDocument/2006/relationships/image" Target="../media/image853.png"/><Relationship Id="rId48" Type="http://schemas.openxmlformats.org/officeDocument/2006/relationships/customXml" Target="../ink/ink903.xml"/><Relationship Id="rId69" Type="http://schemas.openxmlformats.org/officeDocument/2006/relationships/image" Target="../media/image917.png"/><Relationship Id="rId113" Type="http://schemas.openxmlformats.org/officeDocument/2006/relationships/image" Target="../media/image939.png"/><Relationship Id="rId134" Type="http://schemas.openxmlformats.org/officeDocument/2006/relationships/customXml" Target="../ink/ink946.xml"/><Relationship Id="rId80" Type="http://schemas.openxmlformats.org/officeDocument/2006/relationships/customXml" Target="../ink/ink919.xml"/><Relationship Id="rId155" Type="http://schemas.openxmlformats.org/officeDocument/2006/relationships/image" Target="../media/image960.png"/><Relationship Id="rId176" Type="http://schemas.openxmlformats.org/officeDocument/2006/relationships/customXml" Target="../ink/ink967.xml"/><Relationship Id="rId197" Type="http://schemas.openxmlformats.org/officeDocument/2006/relationships/image" Target="../media/image981.png"/><Relationship Id="rId201" Type="http://schemas.openxmlformats.org/officeDocument/2006/relationships/image" Target="../media/image983.png"/><Relationship Id="rId17" Type="http://schemas.openxmlformats.org/officeDocument/2006/relationships/image" Target="../media/image848.png"/><Relationship Id="rId38" Type="http://schemas.openxmlformats.org/officeDocument/2006/relationships/customXml" Target="../ink/ink898.xml"/><Relationship Id="rId59" Type="http://schemas.openxmlformats.org/officeDocument/2006/relationships/image" Target="../media/image912.png"/><Relationship Id="rId103" Type="http://schemas.openxmlformats.org/officeDocument/2006/relationships/image" Target="../media/image934.png"/><Relationship Id="rId124" Type="http://schemas.openxmlformats.org/officeDocument/2006/relationships/customXml" Target="../ink/ink941.xml"/><Relationship Id="rId70" Type="http://schemas.openxmlformats.org/officeDocument/2006/relationships/customXml" Target="../ink/ink914.xml"/><Relationship Id="rId91" Type="http://schemas.openxmlformats.org/officeDocument/2006/relationships/image" Target="../media/image928.png"/><Relationship Id="rId145" Type="http://schemas.openxmlformats.org/officeDocument/2006/relationships/image" Target="../media/image955.png"/><Relationship Id="rId166" Type="http://schemas.openxmlformats.org/officeDocument/2006/relationships/customXml" Target="../ink/ink962.xml"/><Relationship Id="rId187" Type="http://schemas.openxmlformats.org/officeDocument/2006/relationships/image" Target="../media/image976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985.xml"/><Relationship Id="rId28" Type="http://schemas.openxmlformats.org/officeDocument/2006/relationships/customXml" Target="../ink/ink893.xml"/><Relationship Id="rId49" Type="http://schemas.openxmlformats.org/officeDocument/2006/relationships/image" Target="../media/image907.png"/><Relationship Id="rId114" Type="http://schemas.openxmlformats.org/officeDocument/2006/relationships/customXml" Target="../ink/ink936.xml"/><Relationship Id="rId60" Type="http://schemas.openxmlformats.org/officeDocument/2006/relationships/customXml" Target="../ink/ink909.xml"/><Relationship Id="rId81" Type="http://schemas.openxmlformats.org/officeDocument/2006/relationships/image" Target="../media/image923.png"/><Relationship Id="rId135" Type="http://schemas.openxmlformats.org/officeDocument/2006/relationships/image" Target="../media/image950.png"/><Relationship Id="rId156" Type="http://schemas.openxmlformats.org/officeDocument/2006/relationships/customXml" Target="../ink/ink957.xml"/><Relationship Id="rId177" Type="http://schemas.openxmlformats.org/officeDocument/2006/relationships/image" Target="../media/image971.png"/><Relationship Id="rId198" Type="http://schemas.openxmlformats.org/officeDocument/2006/relationships/customXml" Target="../ink/ink978.xml"/><Relationship Id="rId202" Type="http://schemas.openxmlformats.org/officeDocument/2006/relationships/customXml" Target="../ink/ink980.xml"/><Relationship Id="rId18" Type="http://schemas.openxmlformats.org/officeDocument/2006/relationships/customXml" Target="../ink/ink888.xml"/><Relationship Id="rId39" Type="http://schemas.openxmlformats.org/officeDocument/2006/relationships/image" Target="../media/image902.png"/><Relationship Id="rId50" Type="http://schemas.openxmlformats.org/officeDocument/2006/relationships/customXml" Target="../ink/ink904.xml"/><Relationship Id="rId104" Type="http://schemas.openxmlformats.org/officeDocument/2006/relationships/customXml" Target="../ink/ink931.xml"/><Relationship Id="rId125" Type="http://schemas.openxmlformats.org/officeDocument/2006/relationships/image" Target="../media/image945.png"/><Relationship Id="rId146" Type="http://schemas.openxmlformats.org/officeDocument/2006/relationships/customXml" Target="../ink/ink952.xml"/><Relationship Id="rId167" Type="http://schemas.openxmlformats.org/officeDocument/2006/relationships/image" Target="../media/image966.png"/><Relationship Id="rId188" Type="http://schemas.openxmlformats.org/officeDocument/2006/relationships/customXml" Target="../ink/ink973.xml"/><Relationship Id="rId71" Type="http://schemas.openxmlformats.org/officeDocument/2006/relationships/image" Target="../media/image918.png"/><Relationship Id="rId92" Type="http://schemas.openxmlformats.org/officeDocument/2006/relationships/customXml" Target="../ink/ink925.xml"/><Relationship Id="rId213" Type="http://schemas.openxmlformats.org/officeDocument/2006/relationships/image" Target="../media/image989.png"/><Relationship Id="rId2" Type="http://schemas.openxmlformats.org/officeDocument/2006/relationships/customXml" Target="../ink/ink880.xml"/><Relationship Id="rId29" Type="http://schemas.openxmlformats.org/officeDocument/2006/relationships/image" Target="../media/image897.png"/><Relationship Id="rId40" Type="http://schemas.openxmlformats.org/officeDocument/2006/relationships/customXml" Target="../ink/ink899.xml"/><Relationship Id="rId115" Type="http://schemas.openxmlformats.org/officeDocument/2006/relationships/image" Target="../media/image940.png"/><Relationship Id="rId136" Type="http://schemas.openxmlformats.org/officeDocument/2006/relationships/customXml" Target="../ink/ink947.xml"/><Relationship Id="rId157" Type="http://schemas.openxmlformats.org/officeDocument/2006/relationships/image" Target="../media/image961.png"/><Relationship Id="rId178" Type="http://schemas.openxmlformats.org/officeDocument/2006/relationships/customXml" Target="../ink/ink968.xml"/><Relationship Id="rId61" Type="http://schemas.openxmlformats.org/officeDocument/2006/relationships/image" Target="../media/image913.png"/><Relationship Id="rId82" Type="http://schemas.openxmlformats.org/officeDocument/2006/relationships/customXml" Target="../ink/ink920.xml"/><Relationship Id="rId199" Type="http://schemas.openxmlformats.org/officeDocument/2006/relationships/image" Target="../media/image982.png"/><Relationship Id="rId203" Type="http://schemas.openxmlformats.org/officeDocument/2006/relationships/image" Target="../media/image984.png"/><Relationship Id="rId19" Type="http://schemas.openxmlformats.org/officeDocument/2006/relationships/image" Target="../media/image849.png"/></Relationships>
</file>

<file path=ppt/slides/_rels/slide9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931.png"/><Relationship Id="rId21" Type="http://schemas.openxmlformats.org/officeDocument/2006/relationships/image" Target="../media/image9451.png"/><Relationship Id="rId42" Type="http://schemas.openxmlformats.org/officeDocument/2006/relationships/customXml" Target="../ink/ink1007.xml"/><Relationship Id="rId63" Type="http://schemas.openxmlformats.org/officeDocument/2006/relationships/image" Target="../media/image9661.png"/><Relationship Id="rId84" Type="http://schemas.openxmlformats.org/officeDocument/2006/relationships/customXml" Target="../ink/ink1028.xml"/><Relationship Id="rId138" Type="http://schemas.openxmlformats.org/officeDocument/2006/relationships/customXml" Target="../ink/ink1055.xml"/><Relationship Id="rId159" Type="http://schemas.openxmlformats.org/officeDocument/2006/relationships/image" Target="../media/image1014.png"/><Relationship Id="rId170" Type="http://schemas.openxmlformats.org/officeDocument/2006/relationships/customXml" Target="../ink/ink1071.xml"/><Relationship Id="rId107" Type="http://schemas.openxmlformats.org/officeDocument/2006/relationships/image" Target="../media/image9880.png"/><Relationship Id="rId11" Type="http://schemas.openxmlformats.org/officeDocument/2006/relationships/image" Target="../media/image9401.png"/><Relationship Id="rId32" Type="http://schemas.openxmlformats.org/officeDocument/2006/relationships/customXml" Target="../ink/ink1002.xml"/><Relationship Id="rId53" Type="http://schemas.openxmlformats.org/officeDocument/2006/relationships/image" Target="../media/image9611.png"/><Relationship Id="rId74" Type="http://schemas.openxmlformats.org/officeDocument/2006/relationships/customXml" Target="../ink/ink1023.xml"/><Relationship Id="rId128" Type="http://schemas.openxmlformats.org/officeDocument/2006/relationships/customXml" Target="../ink/ink1050.xml"/><Relationship Id="rId149" Type="http://schemas.openxmlformats.org/officeDocument/2006/relationships/image" Target="../media/image1009.png"/><Relationship Id="rId5" Type="http://schemas.openxmlformats.org/officeDocument/2006/relationships/image" Target="../media/image9371.png"/><Relationship Id="rId95" Type="http://schemas.openxmlformats.org/officeDocument/2006/relationships/image" Target="../media/image9821.png"/><Relationship Id="rId160" Type="http://schemas.openxmlformats.org/officeDocument/2006/relationships/customXml" Target="../ink/ink1066.xml"/><Relationship Id="rId181" Type="http://schemas.openxmlformats.org/officeDocument/2006/relationships/image" Target="../media/image1025.png"/><Relationship Id="rId22" Type="http://schemas.openxmlformats.org/officeDocument/2006/relationships/customXml" Target="../ink/ink997.xml"/><Relationship Id="rId43" Type="http://schemas.openxmlformats.org/officeDocument/2006/relationships/image" Target="../media/image9561.png"/><Relationship Id="rId64" Type="http://schemas.openxmlformats.org/officeDocument/2006/relationships/customXml" Target="../ink/ink1018.xml"/><Relationship Id="rId118" Type="http://schemas.openxmlformats.org/officeDocument/2006/relationships/customXml" Target="../ink/ink1045.xml"/><Relationship Id="rId139" Type="http://schemas.openxmlformats.org/officeDocument/2006/relationships/image" Target="../media/image1004.png"/><Relationship Id="rId85" Type="http://schemas.openxmlformats.org/officeDocument/2006/relationships/image" Target="../media/image9771.png"/><Relationship Id="rId150" Type="http://schemas.openxmlformats.org/officeDocument/2006/relationships/customXml" Target="../ink/ink1061.xml"/><Relationship Id="rId171" Type="http://schemas.openxmlformats.org/officeDocument/2006/relationships/image" Target="../media/image1020.png"/><Relationship Id="rId12" Type="http://schemas.openxmlformats.org/officeDocument/2006/relationships/customXml" Target="../ink/ink992.xml"/><Relationship Id="rId33" Type="http://schemas.openxmlformats.org/officeDocument/2006/relationships/image" Target="../media/image9511.png"/><Relationship Id="rId108" Type="http://schemas.openxmlformats.org/officeDocument/2006/relationships/customXml" Target="../ink/ink1040.xml"/><Relationship Id="rId129" Type="http://schemas.openxmlformats.org/officeDocument/2006/relationships/image" Target="../media/image999.png"/><Relationship Id="rId54" Type="http://schemas.openxmlformats.org/officeDocument/2006/relationships/customXml" Target="../ink/ink1013.xml"/><Relationship Id="rId75" Type="http://schemas.openxmlformats.org/officeDocument/2006/relationships/image" Target="../media/image9721.png"/><Relationship Id="rId96" Type="http://schemas.openxmlformats.org/officeDocument/2006/relationships/customXml" Target="../ink/ink1034.xml"/><Relationship Id="rId140" Type="http://schemas.openxmlformats.org/officeDocument/2006/relationships/customXml" Target="../ink/ink1056.xml"/><Relationship Id="rId161" Type="http://schemas.openxmlformats.org/officeDocument/2006/relationships/image" Target="../media/image1015.png"/><Relationship Id="rId182" Type="http://schemas.openxmlformats.org/officeDocument/2006/relationships/customXml" Target="../ink/ink1077.xml"/><Relationship Id="rId6" Type="http://schemas.openxmlformats.org/officeDocument/2006/relationships/customXml" Target="../ink/ink989.xml"/><Relationship Id="rId23" Type="http://schemas.openxmlformats.org/officeDocument/2006/relationships/image" Target="../media/image9461.png"/><Relationship Id="rId119" Type="http://schemas.openxmlformats.org/officeDocument/2006/relationships/image" Target="../media/image994.png"/><Relationship Id="rId44" Type="http://schemas.openxmlformats.org/officeDocument/2006/relationships/customXml" Target="../ink/ink1008.xml"/><Relationship Id="rId65" Type="http://schemas.openxmlformats.org/officeDocument/2006/relationships/image" Target="../media/image9671.png"/><Relationship Id="rId86" Type="http://schemas.openxmlformats.org/officeDocument/2006/relationships/customXml" Target="../ink/ink1029.xml"/><Relationship Id="rId130" Type="http://schemas.openxmlformats.org/officeDocument/2006/relationships/customXml" Target="../ink/ink1051.xml"/><Relationship Id="rId151" Type="http://schemas.openxmlformats.org/officeDocument/2006/relationships/image" Target="../media/image1010.png"/><Relationship Id="rId172" Type="http://schemas.openxmlformats.org/officeDocument/2006/relationships/customXml" Target="../ink/ink1072.xml"/><Relationship Id="rId13" Type="http://schemas.openxmlformats.org/officeDocument/2006/relationships/image" Target="../media/image9411.png"/><Relationship Id="rId18" Type="http://schemas.openxmlformats.org/officeDocument/2006/relationships/customXml" Target="../ink/ink995.xml"/><Relationship Id="rId39" Type="http://schemas.openxmlformats.org/officeDocument/2006/relationships/image" Target="../media/image9541.png"/><Relationship Id="rId109" Type="http://schemas.openxmlformats.org/officeDocument/2006/relationships/image" Target="../media/image9891.png"/><Relationship Id="rId34" Type="http://schemas.openxmlformats.org/officeDocument/2006/relationships/customXml" Target="../ink/ink1003.xml"/><Relationship Id="rId50" Type="http://schemas.openxmlformats.org/officeDocument/2006/relationships/customXml" Target="../ink/ink1011.xml"/><Relationship Id="rId55" Type="http://schemas.openxmlformats.org/officeDocument/2006/relationships/image" Target="../media/image9620.png"/><Relationship Id="rId76" Type="http://schemas.openxmlformats.org/officeDocument/2006/relationships/customXml" Target="../ink/ink1024.xml"/><Relationship Id="rId97" Type="http://schemas.openxmlformats.org/officeDocument/2006/relationships/image" Target="../media/image9831.png"/><Relationship Id="rId104" Type="http://schemas.openxmlformats.org/officeDocument/2006/relationships/customXml" Target="../ink/ink1038.xml"/><Relationship Id="rId120" Type="http://schemas.openxmlformats.org/officeDocument/2006/relationships/customXml" Target="../ink/ink1046.xml"/><Relationship Id="rId125" Type="http://schemas.openxmlformats.org/officeDocument/2006/relationships/image" Target="../media/image997.png"/><Relationship Id="rId141" Type="http://schemas.openxmlformats.org/officeDocument/2006/relationships/image" Target="../media/image1005.png"/><Relationship Id="rId146" Type="http://schemas.openxmlformats.org/officeDocument/2006/relationships/customXml" Target="../ink/ink1059.xml"/><Relationship Id="rId167" Type="http://schemas.openxmlformats.org/officeDocument/2006/relationships/image" Target="../media/image1018.png"/><Relationship Id="rId7" Type="http://schemas.openxmlformats.org/officeDocument/2006/relationships/image" Target="../media/image9381.png"/><Relationship Id="rId71" Type="http://schemas.openxmlformats.org/officeDocument/2006/relationships/image" Target="../media/image9701.png"/><Relationship Id="rId92" Type="http://schemas.openxmlformats.org/officeDocument/2006/relationships/customXml" Target="../ink/ink1032.xml"/><Relationship Id="rId162" Type="http://schemas.openxmlformats.org/officeDocument/2006/relationships/customXml" Target="../ink/ink1067.xml"/><Relationship Id="rId183" Type="http://schemas.openxmlformats.org/officeDocument/2006/relationships/image" Target="../media/image1026.png"/><Relationship Id="rId2" Type="http://schemas.openxmlformats.org/officeDocument/2006/relationships/image" Target="../media/image992.png"/><Relationship Id="rId29" Type="http://schemas.openxmlformats.org/officeDocument/2006/relationships/image" Target="../media/image9491.png"/><Relationship Id="rId24" Type="http://schemas.openxmlformats.org/officeDocument/2006/relationships/customXml" Target="../ink/ink998.xml"/><Relationship Id="rId40" Type="http://schemas.openxmlformats.org/officeDocument/2006/relationships/customXml" Target="../ink/ink1006.xml"/><Relationship Id="rId45" Type="http://schemas.openxmlformats.org/officeDocument/2006/relationships/image" Target="../media/image9571.png"/><Relationship Id="rId66" Type="http://schemas.openxmlformats.org/officeDocument/2006/relationships/customXml" Target="../ink/ink1019.xml"/><Relationship Id="rId87" Type="http://schemas.openxmlformats.org/officeDocument/2006/relationships/image" Target="../media/image9781.png"/><Relationship Id="rId110" Type="http://schemas.openxmlformats.org/officeDocument/2006/relationships/customXml" Target="../ink/ink1041.xml"/><Relationship Id="rId115" Type="http://schemas.openxmlformats.org/officeDocument/2006/relationships/image" Target="../media/image9921.png"/><Relationship Id="rId131" Type="http://schemas.openxmlformats.org/officeDocument/2006/relationships/image" Target="../media/image1000.png"/><Relationship Id="rId136" Type="http://schemas.openxmlformats.org/officeDocument/2006/relationships/customXml" Target="../ink/ink1054.xml"/><Relationship Id="rId157" Type="http://schemas.openxmlformats.org/officeDocument/2006/relationships/image" Target="../media/image1013.png"/><Relationship Id="rId178" Type="http://schemas.openxmlformats.org/officeDocument/2006/relationships/customXml" Target="../ink/ink1075.xml"/><Relationship Id="rId61" Type="http://schemas.openxmlformats.org/officeDocument/2006/relationships/image" Target="../media/image9651.png"/><Relationship Id="rId82" Type="http://schemas.openxmlformats.org/officeDocument/2006/relationships/customXml" Target="../ink/ink1027.xml"/><Relationship Id="rId152" Type="http://schemas.openxmlformats.org/officeDocument/2006/relationships/customXml" Target="../ink/ink1062.xml"/><Relationship Id="rId173" Type="http://schemas.openxmlformats.org/officeDocument/2006/relationships/image" Target="../media/image1021.png"/><Relationship Id="rId19" Type="http://schemas.openxmlformats.org/officeDocument/2006/relationships/image" Target="../media/image9441.png"/><Relationship Id="rId14" Type="http://schemas.openxmlformats.org/officeDocument/2006/relationships/customXml" Target="../ink/ink993.xml"/><Relationship Id="rId30" Type="http://schemas.openxmlformats.org/officeDocument/2006/relationships/customXml" Target="../ink/ink1001.xml"/><Relationship Id="rId35" Type="http://schemas.openxmlformats.org/officeDocument/2006/relationships/image" Target="../media/image9521.png"/><Relationship Id="rId56" Type="http://schemas.openxmlformats.org/officeDocument/2006/relationships/customXml" Target="../ink/ink1014.xml"/><Relationship Id="rId77" Type="http://schemas.openxmlformats.org/officeDocument/2006/relationships/image" Target="../media/image9731.png"/><Relationship Id="rId100" Type="http://schemas.openxmlformats.org/officeDocument/2006/relationships/customXml" Target="../ink/ink1036.xml"/><Relationship Id="rId105" Type="http://schemas.openxmlformats.org/officeDocument/2006/relationships/image" Target="../media/image9871.png"/><Relationship Id="rId126" Type="http://schemas.openxmlformats.org/officeDocument/2006/relationships/customXml" Target="../ink/ink1049.xml"/><Relationship Id="rId147" Type="http://schemas.openxmlformats.org/officeDocument/2006/relationships/image" Target="../media/image1008.png"/><Relationship Id="rId168" Type="http://schemas.openxmlformats.org/officeDocument/2006/relationships/customXml" Target="../ink/ink1070.xml"/><Relationship Id="rId8" Type="http://schemas.openxmlformats.org/officeDocument/2006/relationships/customXml" Target="../ink/ink990.xml"/><Relationship Id="rId51" Type="http://schemas.openxmlformats.org/officeDocument/2006/relationships/image" Target="../media/image9601.png"/><Relationship Id="rId72" Type="http://schemas.openxmlformats.org/officeDocument/2006/relationships/customXml" Target="../ink/ink1022.xml"/><Relationship Id="rId93" Type="http://schemas.openxmlformats.org/officeDocument/2006/relationships/image" Target="../media/image9811.png"/><Relationship Id="rId98" Type="http://schemas.openxmlformats.org/officeDocument/2006/relationships/customXml" Target="../ink/ink1035.xml"/><Relationship Id="rId121" Type="http://schemas.openxmlformats.org/officeDocument/2006/relationships/image" Target="../media/image995.png"/><Relationship Id="rId142" Type="http://schemas.openxmlformats.org/officeDocument/2006/relationships/customXml" Target="../ink/ink1057.xml"/><Relationship Id="rId163" Type="http://schemas.openxmlformats.org/officeDocument/2006/relationships/image" Target="../media/image1016.png"/><Relationship Id="rId184" Type="http://schemas.openxmlformats.org/officeDocument/2006/relationships/customXml" Target="../ink/ink1078.xml"/><Relationship Id="rId3" Type="http://schemas.openxmlformats.org/officeDocument/2006/relationships/image" Target="../media/image993.png"/><Relationship Id="rId25" Type="http://schemas.openxmlformats.org/officeDocument/2006/relationships/image" Target="../media/image9471.png"/><Relationship Id="rId46" Type="http://schemas.openxmlformats.org/officeDocument/2006/relationships/customXml" Target="../ink/ink1009.xml"/><Relationship Id="rId67" Type="http://schemas.openxmlformats.org/officeDocument/2006/relationships/image" Target="../media/image9681.png"/><Relationship Id="rId116" Type="http://schemas.openxmlformats.org/officeDocument/2006/relationships/customXml" Target="../ink/ink1044.xml"/><Relationship Id="rId137" Type="http://schemas.openxmlformats.org/officeDocument/2006/relationships/image" Target="../media/image1003.png"/><Relationship Id="rId158" Type="http://schemas.openxmlformats.org/officeDocument/2006/relationships/customXml" Target="../ink/ink1065.xml"/><Relationship Id="rId20" Type="http://schemas.openxmlformats.org/officeDocument/2006/relationships/customXml" Target="../ink/ink996.xml"/><Relationship Id="rId41" Type="http://schemas.openxmlformats.org/officeDocument/2006/relationships/image" Target="../media/image9551.png"/><Relationship Id="rId62" Type="http://schemas.openxmlformats.org/officeDocument/2006/relationships/customXml" Target="../ink/ink1017.xml"/><Relationship Id="rId83" Type="http://schemas.openxmlformats.org/officeDocument/2006/relationships/image" Target="../media/image9761.png"/><Relationship Id="rId88" Type="http://schemas.openxmlformats.org/officeDocument/2006/relationships/customXml" Target="../ink/ink1030.xml"/><Relationship Id="rId111" Type="http://schemas.openxmlformats.org/officeDocument/2006/relationships/image" Target="../media/image9901.png"/><Relationship Id="rId132" Type="http://schemas.openxmlformats.org/officeDocument/2006/relationships/customXml" Target="../ink/ink1052.xml"/><Relationship Id="rId153" Type="http://schemas.openxmlformats.org/officeDocument/2006/relationships/image" Target="../media/image1011.png"/><Relationship Id="rId174" Type="http://schemas.openxmlformats.org/officeDocument/2006/relationships/customXml" Target="../ink/ink1073.xml"/><Relationship Id="rId179" Type="http://schemas.openxmlformats.org/officeDocument/2006/relationships/image" Target="../media/image1024.png"/><Relationship Id="rId15" Type="http://schemas.openxmlformats.org/officeDocument/2006/relationships/image" Target="../media/image9421.png"/><Relationship Id="rId36" Type="http://schemas.openxmlformats.org/officeDocument/2006/relationships/customXml" Target="../ink/ink1004.xml"/><Relationship Id="rId57" Type="http://schemas.openxmlformats.org/officeDocument/2006/relationships/image" Target="../media/image9631.png"/><Relationship Id="rId106" Type="http://schemas.openxmlformats.org/officeDocument/2006/relationships/customXml" Target="../ink/ink1039.xml"/><Relationship Id="rId127" Type="http://schemas.openxmlformats.org/officeDocument/2006/relationships/image" Target="../media/image998.png"/><Relationship Id="rId10" Type="http://schemas.openxmlformats.org/officeDocument/2006/relationships/customXml" Target="../ink/ink991.xml"/><Relationship Id="rId31" Type="http://schemas.openxmlformats.org/officeDocument/2006/relationships/image" Target="../media/image9501.png"/><Relationship Id="rId52" Type="http://schemas.openxmlformats.org/officeDocument/2006/relationships/customXml" Target="../ink/ink1012.xml"/><Relationship Id="rId73" Type="http://schemas.openxmlformats.org/officeDocument/2006/relationships/image" Target="../media/image9711.png"/><Relationship Id="rId78" Type="http://schemas.openxmlformats.org/officeDocument/2006/relationships/customXml" Target="../ink/ink1025.xml"/><Relationship Id="rId94" Type="http://schemas.openxmlformats.org/officeDocument/2006/relationships/customXml" Target="../ink/ink1033.xml"/><Relationship Id="rId99" Type="http://schemas.openxmlformats.org/officeDocument/2006/relationships/image" Target="../media/image9841.png"/><Relationship Id="rId101" Type="http://schemas.openxmlformats.org/officeDocument/2006/relationships/image" Target="../media/image9851.png"/><Relationship Id="rId122" Type="http://schemas.openxmlformats.org/officeDocument/2006/relationships/customXml" Target="../ink/ink1047.xml"/><Relationship Id="rId143" Type="http://schemas.openxmlformats.org/officeDocument/2006/relationships/image" Target="../media/image1006.png"/><Relationship Id="rId148" Type="http://schemas.openxmlformats.org/officeDocument/2006/relationships/customXml" Target="../ink/ink1060.xml"/><Relationship Id="rId164" Type="http://schemas.openxmlformats.org/officeDocument/2006/relationships/customXml" Target="../ink/ink1068.xml"/><Relationship Id="rId169" Type="http://schemas.openxmlformats.org/officeDocument/2006/relationships/image" Target="../media/image1019.png"/><Relationship Id="rId185" Type="http://schemas.openxmlformats.org/officeDocument/2006/relationships/image" Target="../media/image1027.png"/><Relationship Id="rId4" Type="http://schemas.openxmlformats.org/officeDocument/2006/relationships/customXml" Target="../ink/ink988.xml"/><Relationship Id="rId9" Type="http://schemas.openxmlformats.org/officeDocument/2006/relationships/image" Target="../media/image9391.png"/><Relationship Id="rId180" Type="http://schemas.openxmlformats.org/officeDocument/2006/relationships/customXml" Target="../ink/ink1076.xml"/><Relationship Id="rId26" Type="http://schemas.openxmlformats.org/officeDocument/2006/relationships/customXml" Target="../ink/ink999.xml"/><Relationship Id="rId47" Type="http://schemas.openxmlformats.org/officeDocument/2006/relationships/image" Target="../media/image9581.png"/><Relationship Id="rId68" Type="http://schemas.openxmlformats.org/officeDocument/2006/relationships/customXml" Target="../ink/ink1020.xml"/><Relationship Id="rId89" Type="http://schemas.openxmlformats.org/officeDocument/2006/relationships/image" Target="../media/image9791.png"/><Relationship Id="rId112" Type="http://schemas.openxmlformats.org/officeDocument/2006/relationships/customXml" Target="../ink/ink1042.xml"/><Relationship Id="rId133" Type="http://schemas.openxmlformats.org/officeDocument/2006/relationships/image" Target="../media/image1001.png"/><Relationship Id="rId154" Type="http://schemas.openxmlformats.org/officeDocument/2006/relationships/customXml" Target="../ink/ink1063.xml"/><Relationship Id="rId175" Type="http://schemas.openxmlformats.org/officeDocument/2006/relationships/image" Target="../media/image1022.png"/><Relationship Id="rId16" Type="http://schemas.openxmlformats.org/officeDocument/2006/relationships/customXml" Target="../ink/ink994.xml"/><Relationship Id="rId37" Type="http://schemas.openxmlformats.org/officeDocument/2006/relationships/image" Target="../media/image9531.png"/><Relationship Id="rId58" Type="http://schemas.openxmlformats.org/officeDocument/2006/relationships/customXml" Target="../ink/ink1015.xml"/><Relationship Id="rId79" Type="http://schemas.openxmlformats.org/officeDocument/2006/relationships/image" Target="../media/image9741.png"/><Relationship Id="rId102" Type="http://schemas.openxmlformats.org/officeDocument/2006/relationships/customXml" Target="../ink/ink1037.xml"/><Relationship Id="rId123" Type="http://schemas.openxmlformats.org/officeDocument/2006/relationships/image" Target="../media/image996.png"/><Relationship Id="rId144" Type="http://schemas.openxmlformats.org/officeDocument/2006/relationships/customXml" Target="../ink/ink1058.xml"/><Relationship Id="rId90" Type="http://schemas.openxmlformats.org/officeDocument/2006/relationships/customXml" Target="../ink/ink1031.xml"/><Relationship Id="rId165" Type="http://schemas.openxmlformats.org/officeDocument/2006/relationships/image" Target="../media/image1017.png"/><Relationship Id="rId186" Type="http://schemas.openxmlformats.org/officeDocument/2006/relationships/customXml" Target="../ink/ink1079.xml"/><Relationship Id="rId27" Type="http://schemas.openxmlformats.org/officeDocument/2006/relationships/image" Target="../media/image9481.png"/><Relationship Id="rId48" Type="http://schemas.openxmlformats.org/officeDocument/2006/relationships/customXml" Target="../ink/ink1010.xml"/><Relationship Id="rId69" Type="http://schemas.openxmlformats.org/officeDocument/2006/relationships/image" Target="../media/image9691.png"/><Relationship Id="rId113" Type="http://schemas.openxmlformats.org/officeDocument/2006/relationships/image" Target="../media/image9911.png"/><Relationship Id="rId134" Type="http://schemas.openxmlformats.org/officeDocument/2006/relationships/customXml" Target="../ink/ink1053.xml"/><Relationship Id="rId80" Type="http://schemas.openxmlformats.org/officeDocument/2006/relationships/customXml" Target="../ink/ink1026.xml"/><Relationship Id="rId155" Type="http://schemas.openxmlformats.org/officeDocument/2006/relationships/image" Target="../media/image1012.png"/><Relationship Id="rId176" Type="http://schemas.openxmlformats.org/officeDocument/2006/relationships/customXml" Target="../ink/ink1074.xml"/><Relationship Id="rId17" Type="http://schemas.openxmlformats.org/officeDocument/2006/relationships/image" Target="../media/image9431.png"/><Relationship Id="rId38" Type="http://schemas.openxmlformats.org/officeDocument/2006/relationships/customXml" Target="../ink/ink1005.xml"/><Relationship Id="rId59" Type="http://schemas.openxmlformats.org/officeDocument/2006/relationships/image" Target="../media/image9641.png"/><Relationship Id="rId103" Type="http://schemas.openxmlformats.org/officeDocument/2006/relationships/image" Target="../media/image9861.png"/><Relationship Id="rId124" Type="http://schemas.openxmlformats.org/officeDocument/2006/relationships/customXml" Target="../ink/ink1048.xml"/><Relationship Id="rId70" Type="http://schemas.openxmlformats.org/officeDocument/2006/relationships/customXml" Target="../ink/ink1021.xml"/><Relationship Id="rId91" Type="http://schemas.openxmlformats.org/officeDocument/2006/relationships/image" Target="../media/image9801.png"/><Relationship Id="rId145" Type="http://schemas.openxmlformats.org/officeDocument/2006/relationships/image" Target="../media/image1007.png"/><Relationship Id="rId166" Type="http://schemas.openxmlformats.org/officeDocument/2006/relationships/customXml" Target="../ink/ink1069.xml"/><Relationship Id="rId187" Type="http://schemas.openxmlformats.org/officeDocument/2006/relationships/image" Target="../media/image1028.png"/><Relationship Id="rId1" Type="http://schemas.openxmlformats.org/officeDocument/2006/relationships/slideLayout" Target="../slideLayouts/slideLayout2.xml"/><Relationship Id="rId28" Type="http://schemas.openxmlformats.org/officeDocument/2006/relationships/customXml" Target="../ink/ink1000.xml"/><Relationship Id="rId49" Type="http://schemas.openxmlformats.org/officeDocument/2006/relationships/image" Target="../media/image9591.png"/><Relationship Id="rId114" Type="http://schemas.openxmlformats.org/officeDocument/2006/relationships/customXml" Target="../ink/ink1043.xml"/><Relationship Id="rId60" Type="http://schemas.openxmlformats.org/officeDocument/2006/relationships/customXml" Target="../ink/ink1016.xml"/><Relationship Id="rId81" Type="http://schemas.openxmlformats.org/officeDocument/2006/relationships/image" Target="../media/image9751.png"/><Relationship Id="rId135" Type="http://schemas.openxmlformats.org/officeDocument/2006/relationships/image" Target="../media/image1002.png"/><Relationship Id="rId156" Type="http://schemas.openxmlformats.org/officeDocument/2006/relationships/customXml" Target="../ink/ink1064.xml"/><Relationship Id="rId177" Type="http://schemas.openxmlformats.org/officeDocument/2006/relationships/image" Target="../media/image1023.png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085.png"/><Relationship Id="rId21" Type="http://schemas.openxmlformats.org/officeDocument/2006/relationships/image" Target="../media/image1037.png"/><Relationship Id="rId42" Type="http://schemas.openxmlformats.org/officeDocument/2006/relationships/customXml" Target="../ink/ink1099.xml"/><Relationship Id="rId63" Type="http://schemas.openxmlformats.org/officeDocument/2006/relationships/image" Target="../media/image1058.png"/><Relationship Id="rId84" Type="http://schemas.openxmlformats.org/officeDocument/2006/relationships/customXml" Target="../ink/ink1120.xml"/><Relationship Id="rId138" Type="http://schemas.openxmlformats.org/officeDocument/2006/relationships/customXml" Target="../ink/ink1147.xml"/><Relationship Id="rId159" Type="http://schemas.openxmlformats.org/officeDocument/2006/relationships/image" Target="../media/image1106.png"/><Relationship Id="rId170" Type="http://schemas.openxmlformats.org/officeDocument/2006/relationships/customXml" Target="../ink/ink1163.xml"/><Relationship Id="rId107" Type="http://schemas.openxmlformats.org/officeDocument/2006/relationships/image" Target="../media/image1080.png"/><Relationship Id="rId11" Type="http://schemas.openxmlformats.org/officeDocument/2006/relationships/image" Target="../media/image1032.png"/><Relationship Id="rId32" Type="http://schemas.openxmlformats.org/officeDocument/2006/relationships/customXml" Target="../ink/ink1094.xml"/><Relationship Id="rId53" Type="http://schemas.openxmlformats.org/officeDocument/2006/relationships/image" Target="../media/image1053.png"/><Relationship Id="rId74" Type="http://schemas.openxmlformats.org/officeDocument/2006/relationships/customXml" Target="../ink/ink1115.xml"/><Relationship Id="rId128" Type="http://schemas.openxmlformats.org/officeDocument/2006/relationships/customXml" Target="../ink/ink1142.xml"/><Relationship Id="rId149" Type="http://schemas.openxmlformats.org/officeDocument/2006/relationships/image" Target="../media/image1101.png"/><Relationship Id="rId5" Type="http://schemas.openxmlformats.org/officeDocument/2006/relationships/image" Target="../media/image1029.png"/><Relationship Id="rId95" Type="http://schemas.openxmlformats.org/officeDocument/2006/relationships/image" Target="../media/image1074.png"/><Relationship Id="rId160" Type="http://schemas.openxmlformats.org/officeDocument/2006/relationships/customXml" Target="../ink/ink1158.xml"/><Relationship Id="rId181" Type="http://schemas.openxmlformats.org/officeDocument/2006/relationships/image" Target="../media/image1117.png"/><Relationship Id="rId22" Type="http://schemas.openxmlformats.org/officeDocument/2006/relationships/customXml" Target="../ink/ink1089.xml"/><Relationship Id="rId43" Type="http://schemas.openxmlformats.org/officeDocument/2006/relationships/image" Target="../media/image1048.png"/><Relationship Id="rId64" Type="http://schemas.openxmlformats.org/officeDocument/2006/relationships/customXml" Target="../ink/ink1110.xml"/><Relationship Id="rId118" Type="http://schemas.openxmlformats.org/officeDocument/2006/relationships/customXml" Target="../ink/ink1137.xml"/><Relationship Id="rId139" Type="http://schemas.openxmlformats.org/officeDocument/2006/relationships/image" Target="../media/image1096.png"/><Relationship Id="rId85" Type="http://schemas.openxmlformats.org/officeDocument/2006/relationships/image" Target="../media/image1069.png"/><Relationship Id="rId150" Type="http://schemas.openxmlformats.org/officeDocument/2006/relationships/customXml" Target="../ink/ink1153.xml"/><Relationship Id="rId171" Type="http://schemas.openxmlformats.org/officeDocument/2006/relationships/image" Target="../media/image1112.png"/><Relationship Id="rId12" Type="http://schemas.openxmlformats.org/officeDocument/2006/relationships/customXml" Target="../ink/ink1084.xml"/><Relationship Id="rId33" Type="http://schemas.openxmlformats.org/officeDocument/2006/relationships/image" Target="../media/image1043.png"/><Relationship Id="rId108" Type="http://schemas.openxmlformats.org/officeDocument/2006/relationships/customXml" Target="../ink/ink1132.xml"/><Relationship Id="rId129" Type="http://schemas.openxmlformats.org/officeDocument/2006/relationships/image" Target="../media/image1091.png"/><Relationship Id="rId54" Type="http://schemas.openxmlformats.org/officeDocument/2006/relationships/customXml" Target="../ink/ink1105.xml"/><Relationship Id="rId75" Type="http://schemas.openxmlformats.org/officeDocument/2006/relationships/image" Target="../media/image1064.png"/><Relationship Id="rId96" Type="http://schemas.openxmlformats.org/officeDocument/2006/relationships/customXml" Target="../ink/ink1126.xml"/><Relationship Id="rId140" Type="http://schemas.openxmlformats.org/officeDocument/2006/relationships/customXml" Target="../ink/ink1148.xml"/><Relationship Id="rId161" Type="http://schemas.openxmlformats.org/officeDocument/2006/relationships/image" Target="../media/image1107.png"/><Relationship Id="rId182" Type="http://schemas.openxmlformats.org/officeDocument/2006/relationships/customXml" Target="../ink/ink1169.xml"/><Relationship Id="rId6" Type="http://schemas.openxmlformats.org/officeDocument/2006/relationships/customXml" Target="../ink/ink1081.xml"/><Relationship Id="rId23" Type="http://schemas.openxmlformats.org/officeDocument/2006/relationships/image" Target="../media/image1038.png"/><Relationship Id="rId119" Type="http://schemas.openxmlformats.org/officeDocument/2006/relationships/image" Target="../media/image1086.png"/><Relationship Id="rId44" Type="http://schemas.openxmlformats.org/officeDocument/2006/relationships/customXml" Target="../ink/ink1100.xml"/><Relationship Id="rId65" Type="http://schemas.openxmlformats.org/officeDocument/2006/relationships/image" Target="../media/image1059.png"/><Relationship Id="rId86" Type="http://schemas.openxmlformats.org/officeDocument/2006/relationships/customXml" Target="../ink/ink1121.xml"/><Relationship Id="rId130" Type="http://schemas.openxmlformats.org/officeDocument/2006/relationships/customXml" Target="../ink/ink1143.xml"/><Relationship Id="rId151" Type="http://schemas.openxmlformats.org/officeDocument/2006/relationships/image" Target="../media/image1102.png"/><Relationship Id="rId172" Type="http://schemas.openxmlformats.org/officeDocument/2006/relationships/customXml" Target="../ink/ink1164.xml"/><Relationship Id="rId13" Type="http://schemas.openxmlformats.org/officeDocument/2006/relationships/image" Target="../media/image1033.png"/><Relationship Id="rId18" Type="http://schemas.openxmlformats.org/officeDocument/2006/relationships/customXml" Target="../ink/ink1087.xml"/><Relationship Id="rId39" Type="http://schemas.openxmlformats.org/officeDocument/2006/relationships/image" Target="../media/image1046.png"/><Relationship Id="rId109" Type="http://schemas.openxmlformats.org/officeDocument/2006/relationships/image" Target="../media/image1081.png"/><Relationship Id="rId34" Type="http://schemas.openxmlformats.org/officeDocument/2006/relationships/customXml" Target="../ink/ink1095.xml"/><Relationship Id="rId50" Type="http://schemas.openxmlformats.org/officeDocument/2006/relationships/customXml" Target="../ink/ink1103.xml"/><Relationship Id="rId55" Type="http://schemas.openxmlformats.org/officeDocument/2006/relationships/image" Target="../media/image1054.png"/><Relationship Id="rId76" Type="http://schemas.openxmlformats.org/officeDocument/2006/relationships/customXml" Target="../ink/ink1116.xml"/><Relationship Id="rId97" Type="http://schemas.openxmlformats.org/officeDocument/2006/relationships/image" Target="../media/image1075.png"/><Relationship Id="rId104" Type="http://schemas.openxmlformats.org/officeDocument/2006/relationships/customXml" Target="../ink/ink1130.xml"/><Relationship Id="rId120" Type="http://schemas.openxmlformats.org/officeDocument/2006/relationships/customXml" Target="../ink/ink1138.xml"/><Relationship Id="rId125" Type="http://schemas.openxmlformats.org/officeDocument/2006/relationships/image" Target="../media/image1089.png"/><Relationship Id="rId141" Type="http://schemas.openxmlformats.org/officeDocument/2006/relationships/image" Target="../media/image1097.png"/><Relationship Id="rId146" Type="http://schemas.openxmlformats.org/officeDocument/2006/relationships/customXml" Target="../ink/ink1151.xml"/><Relationship Id="rId167" Type="http://schemas.openxmlformats.org/officeDocument/2006/relationships/image" Target="../media/image1110.png"/><Relationship Id="rId7" Type="http://schemas.openxmlformats.org/officeDocument/2006/relationships/image" Target="../media/image1030.png"/><Relationship Id="rId71" Type="http://schemas.openxmlformats.org/officeDocument/2006/relationships/image" Target="../media/image1062.png"/><Relationship Id="rId92" Type="http://schemas.openxmlformats.org/officeDocument/2006/relationships/customXml" Target="../ink/ink1124.xml"/><Relationship Id="rId162" Type="http://schemas.openxmlformats.org/officeDocument/2006/relationships/customXml" Target="../ink/ink1159.xml"/><Relationship Id="rId183" Type="http://schemas.openxmlformats.org/officeDocument/2006/relationships/image" Target="../media/image1118.png"/><Relationship Id="rId2" Type="http://schemas.openxmlformats.org/officeDocument/2006/relationships/image" Target="../media/image992.png"/><Relationship Id="rId29" Type="http://schemas.openxmlformats.org/officeDocument/2006/relationships/image" Target="../media/image1041.png"/><Relationship Id="rId24" Type="http://schemas.openxmlformats.org/officeDocument/2006/relationships/customXml" Target="../ink/ink1090.xml"/><Relationship Id="rId40" Type="http://schemas.openxmlformats.org/officeDocument/2006/relationships/customXml" Target="../ink/ink1098.xml"/><Relationship Id="rId45" Type="http://schemas.openxmlformats.org/officeDocument/2006/relationships/image" Target="../media/image1049.png"/><Relationship Id="rId66" Type="http://schemas.openxmlformats.org/officeDocument/2006/relationships/customXml" Target="../ink/ink1111.xml"/><Relationship Id="rId87" Type="http://schemas.openxmlformats.org/officeDocument/2006/relationships/image" Target="../media/image1070.png"/><Relationship Id="rId110" Type="http://schemas.openxmlformats.org/officeDocument/2006/relationships/customXml" Target="../ink/ink1133.xml"/><Relationship Id="rId115" Type="http://schemas.openxmlformats.org/officeDocument/2006/relationships/image" Target="../media/image1084.png"/><Relationship Id="rId131" Type="http://schemas.openxmlformats.org/officeDocument/2006/relationships/image" Target="../media/image1092.png"/><Relationship Id="rId136" Type="http://schemas.openxmlformats.org/officeDocument/2006/relationships/customXml" Target="../ink/ink1146.xml"/><Relationship Id="rId157" Type="http://schemas.openxmlformats.org/officeDocument/2006/relationships/image" Target="../media/image1105.png"/><Relationship Id="rId178" Type="http://schemas.openxmlformats.org/officeDocument/2006/relationships/customXml" Target="../ink/ink1167.xml"/><Relationship Id="rId61" Type="http://schemas.openxmlformats.org/officeDocument/2006/relationships/image" Target="../media/image1057.png"/><Relationship Id="rId82" Type="http://schemas.openxmlformats.org/officeDocument/2006/relationships/customXml" Target="../ink/ink1119.xml"/><Relationship Id="rId152" Type="http://schemas.openxmlformats.org/officeDocument/2006/relationships/customXml" Target="../ink/ink1154.xml"/><Relationship Id="rId173" Type="http://schemas.openxmlformats.org/officeDocument/2006/relationships/image" Target="../media/image1113.png"/><Relationship Id="rId19" Type="http://schemas.openxmlformats.org/officeDocument/2006/relationships/image" Target="../media/image1036.png"/><Relationship Id="rId14" Type="http://schemas.openxmlformats.org/officeDocument/2006/relationships/customXml" Target="../ink/ink1085.xml"/><Relationship Id="rId30" Type="http://schemas.openxmlformats.org/officeDocument/2006/relationships/customXml" Target="../ink/ink1093.xml"/><Relationship Id="rId35" Type="http://schemas.openxmlformats.org/officeDocument/2006/relationships/image" Target="../media/image1044.png"/><Relationship Id="rId56" Type="http://schemas.openxmlformats.org/officeDocument/2006/relationships/customXml" Target="../ink/ink1106.xml"/><Relationship Id="rId77" Type="http://schemas.openxmlformats.org/officeDocument/2006/relationships/image" Target="../media/image1065.png"/><Relationship Id="rId100" Type="http://schemas.openxmlformats.org/officeDocument/2006/relationships/customXml" Target="../ink/ink1128.xml"/><Relationship Id="rId105" Type="http://schemas.openxmlformats.org/officeDocument/2006/relationships/image" Target="../media/image1079.png"/><Relationship Id="rId126" Type="http://schemas.openxmlformats.org/officeDocument/2006/relationships/customXml" Target="../ink/ink1141.xml"/><Relationship Id="rId147" Type="http://schemas.openxmlformats.org/officeDocument/2006/relationships/image" Target="../media/image1100.png"/><Relationship Id="rId168" Type="http://schemas.openxmlformats.org/officeDocument/2006/relationships/customXml" Target="../ink/ink1162.xml"/><Relationship Id="rId8" Type="http://schemas.openxmlformats.org/officeDocument/2006/relationships/customXml" Target="../ink/ink1082.xml"/><Relationship Id="rId51" Type="http://schemas.openxmlformats.org/officeDocument/2006/relationships/image" Target="../media/image1052.png"/><Relationship Id="rId72" Type="http://schemas.openxmlformats.org/officeDocument/2006/relationships/customXml" Target="../ink/ink1114.xml"/><Relationship Id="rId93" Type="http://schemas.openxmlformats.org/officeDocument/2006/relationships/image" Target="../media/image1073.png"/><Relationship Id="rId98" Type="http://schemas.openxmlformats.org/officeDocument/2006/relationships/customXml" Target="../ink/ink1127.xml"/><Relationship Id="rId121" Type="http://schemas.openxmlformats.org/officeDocument/2006/relationships/image" Target="../media/image1087.png"/><Relationship Id="rId142" Type="http://schemas.openxmlformats.org/officeDocument/2006/relationships/customXml" Target="../ink/ink1149.xml"/><Relationship Id="rId163" Type="http://schemas.openxmlformats.org/officeDocument/2006/relationships/image" Target="../media/image1108.png"/><Relationship Id="rId184" Type="http://schemas.openxmlformats.org/officeDocument/2006/relationships/customXml" Target="../ink/ink1170.xml"/><Relationship Id="rId3" Type="http://schemas.openxmlformats.org/officeDocument/2006/relationships/image" Target="../media/image993.png"/><Relationship Id="rId25" Type="http://schemas.openxmlformats.org/officeDocument/2006/relationships/image" Target="../media/image1039.png"/><Relationship Id="rId46" Type="http://schemas.openxmlformats.org/officeDocument/2006/relationships/customXml" Target="../ink/ink1101.xml"/><Relationship Id="rId67" Type="http://schemas.openxmlformats.org/officeDocument/2006/relationships/image" Target="../media/image1060.png"/><Relationship Id="rId116" Type="http://schemas.openxmlformats.org/officeDocument/2006/relationships/customXml" Target="../ink/ink1136.xml"/><Relationship Id="rId137" Type="http://schemas.openxmlformats.org/officeDocument/2006/relationships/image" Target="../media/image1095.png"/><Relationship Id="rId158" Type="http://schemas.openxmlformats.org/officeDocument/2006/relationships/customXml" Target="../ink/ink1157.xml"/><Relationship Id="rId20" Type="http://schemas.openxmlformats.org/officeDocument/2006/relationships/customXml" Target="../ink/ink1088.xml"/><Relationship Id="rId41" Type="http://schemas.openxmlformats.org/officeDocument/2006/relationships/image" Target="../media/image1047.png"/><Relationship Id="rId62" Type="http://schemas.openxmlformats.org/officeDocument/2006/relationships/customXml" Target="../ink/ink1109.xml"/><Relationship Id="rId83" Type="http://schemas.openxmlformats.org/officeDocument/2006/relationships/image" Target="../media/image1068.png"/><Relationship Id="rId88" Type="http://schemas.openxmlformats.org/officeDocument/2006/relationships/customXml" Target="../ink/ink1122.xml"/><Relationship Id="rId111" Type="http://schemas.openxmlformats.org/officeDocument/2006/relationships/image" Target="../media/image1082.png"/><Relationship Id="rId132" Type="http://schemas.openxmlformats.org/officeDocument/2006/relationships/customXml" Target="../ink/ink1144.xml"/><Relationship Id="rId153" Type="http://schemas.openxmlformats.org/officeDocument/2006/relationships/image" Target="../media/image1103.png"/><Relationship Id="rId174" Type="http://schemas.openxmlformats.org/officeDocument/2006/relationships/customXml" Target="../ink/ink1165.xml"/><Relationship Id="rId179" Type="http://schemas.openxmlformats.org/officeDocument/2006/relationships/image" Target="../media/image1116.png"/><Relationship Id="rId15" Type="http://schemas.openxmlformats.org/officeDocument/2006/relationships/image" Target="../media/image1034.png"/><Relationship Id="rId36" Type="http://schemas.openxmlformats.org/officeDocument/2006/relationships/customXml" Target="../ink/ink1096.xml"/><Relationship Id="rId57" Type="http://schemas.openxmlformats.org/officeDocument/2006/relationships/image" Target="../media/image1055.png"/><Relationship Id="rId106" Type="http://schemas.openxmlformats.org/officeDocument/2006/relationships/customXml" Target="../ink/ink1131.xml"/><Relationship Id="rId127" Type="http://schemas.openxmlformats.org/officeDocument/2006/relationships/image" Target="../media/image1090.png"/><Relationship Id="rId10" Type="http://schemas.openxmlformats.org/officeDocument/2006/relationships/customXml" Target="../ink/ink1083.xml"/><Relationship Id="rId31" Type="http://schemas.openxmlformats.org/officeDocument/2006/relationships/image" Target="../media/image1042.png"/><Relationship Id="rId52" Type="http://schemas.openxmlformats.org/officeDocument/2006/relationships/customXml" Target="../ink/ink1104.xml"/><Relationship Id="rId73" Type="http://schemas.openxmlformats.org/officeDocument/2006/relationships/image" Target="../media/image1063.png"/><Relationship Id="rId78" Type="http://schemas.openxmlformats.org/officeDocument/2006/relationships/customXml" Target="../ink/ink1117.xml"/><Relationship Id="rId94" Type="http://schemas.openxmlformats.org/officeDocument/2006/relationships/customXml" Target="../ink/ink1125.xml"/><Relationship Id="rId99" Type="http://schemas.openxmlformats.org/officeDocument/2006/relationships/image" Target="../media/image1076.png"/><Relationship Id="rId101" Type="http://schemas.openxmlformats.org/officeDocument/2006/relationships/image" Target="../media/image1077.png"/><Relationship Id="rId122" Type="http://schemas.openxmlformats.org/officeDocument/2006/relationships/customXml" Target="../ink/ink1139.xml"/><Relationship Id="rId143" Type="http://schemas.openxmlformats.org/officeDocument/2006/relationships/image" Target="../media/image1098.png"/><Relationship Id="rId148" Type="http://schemas.openxmlformats.org/officeDocument/2006/relationships/customXml" Target="../ink/ink1152.xml"/><Relationship Id="rId164" Type="http://schemas.openxmlformats.org/officeDocument/2006/relationships/customXml" Target="../ink/ink1160.xml"/><Relationship Id="rId169" Type="http://schemas.openxmlformats.org/officeDocument/2006/relationships/image" Target="../media/image1111.png"/><Relationship Id="rId185" Type="http://schemas.openxmlformats.org/officeDocument/2006/relationships/image" Target="../media/image1119.png"/><Relationship Id="rId4" Type="http://schemas.openxmlformats.org/officeDocument/2006/relationships/customXml" Target="../ink/ink1080.xml"/><Relationship Id="rId9" Type="http://schemas.openxmlformats.org/officeDocument/2006/relationships/image" Target="../media/image1031.png"/><Relationship Id="rId180" Type="http://schemas.openxmlformats.org/officeDocument/2006/relationships/customXml" Target="../ink/ink1168.xml"/><Relationship Id="rId26" Type="http://schemas.openxmlformats.org/officeDocument/2006/relationships/customXml" Target="../ink/ink1091.xml"/><Relationship Id="rId47" Type="http://schemas.openxmlformats.org/officeDocument/2006/relationships/image" Target="../media/image1050.png"/><Relationship Id="rId68" Type="http://schemas.openxmlformats.org/officeDocument/2006/relationships/customXml" Target="../ink/ink1112.xml"/><Relationship Id="rId89" Type="http://schemas.openxmlformats.org/officeDocument/2006/relationships/image" Target="../media/image1071.png"/><Relationship Id="rId112" Type="http://schemas.openxmlformats.org/officeDocument/2006/relationships/customXml" Target="../ink/ink1134.xml"/><Relationship Id="rId133" Type="http://schemas.openxmlformats.org/officeDocument/2006/relationships/image" Target="../media/image1093.png"/><Relationship Id="rId154" Type="http://schemas.openxmlformats.org/officeDocument/2006/relationships/customXml" Target="../ink/ink1155.xml"/><Relationship Id="rId175" Type="http://schemas.openxmlformats.org/officeDocument/2006/relationships/image" Target="../media/image1114.png"/><Relationship Id="rId16" Type="http://schemas.openxmlformats.org/officeDocument/2006/relationships/customXml" Target="../ink/ink1086.xml"/><Relationship Id="rId37" Type="http://schemas.openxmlformats.org/officeDocument/2006/relationships/image" Target="../media/image1045.png"/><Relationship Id="rId58" Type="http://schemas.openxmlformats.org/officeDocument/2006/relationships/customXml" Target="../ink/ink1107.xml"/><Relationship Id="rId79" Type="http://schemas.openxmlformats.org/officeDocument/2006/relationships/image" Target="../media/image1066.png"/><Relationship Id="rId102" Type="http://schemas.openxmlformats.org/officeDocument/2006/relationships/customXml" Target="../ink/ink1129.xml"/><Relationship Id="rId123" Type="http://schemas.openxmlformats.org/officeDocument/2006/relationships/image" Target="../media/image1088.png"/><Relationship Id="rId144" Type="http://schemas.openxmlformats.org/officeDocument/2006/relationships/customXml" Target="../ink/ink1150.xml"/><Relationship Id="rId90" Type="http://schemas.openxmlformats.org/officeDocument/2006/relationships/customXml" Target="../ink/ink1123.xml"/><Relationship Id="rId165" Type="http://schemas.openxmlformats.org/officeDocument/2006/relationships/image" Target="../media/image1109.png"/><Relationship Id="rId186" Type="http://schemas.openxmlformats.org/officeDocument/2006/relationships/customXml" Target="../ink/ink1171.xml"/><Relationship Id="rId27" Type="http://schemas.openxmlformats.org/officeDocument/2006/relationships/image" Target="../media/image1040.png"/><Relationship Id="rId48" Type="http://schemas.openxmlformats.org/officeDocument/2006/relationships/customXml" Target="../ink/ink1102.xml"/><Relationship Id="rId69" Type="http://schemas.openxmlformats.org/officeDocument/2006/relationships/image" Target="../media/image1061.png"/><Relationship Id="rId113" Type="http://schemas.openxmlformats.org/officeDocument/2006/relationships/image" Target="../media/image1083.png"/><Relationship Id="rId134" Type="http://schemas.openxmlformats.org/officeDocument/2006/relationships/customXml" Target="../ink/ink1145.xml"/><Relationship Id="rId80" Type="http://schemas.openxmlformats.org/officeDocument/2006/relationships/customXml" Target="../ink/ink1118.xml"/><Relationship Id="rId155" Type="http://schemas.openxmlformats.org/officeDocument/2006/relationships/image" Target="../media/image1104.png"/><Relationship Id="rId176" Type="http://schemas.openxmlformats.org/officeDocument/2006/relationships/customXml" Target="../ink/ink1166.xml"/><Relationship Id="rId17" Type="http://schemas.openxmlformats.org/officeDocument/2006/relationships/image" Target="../media/image1035.png"/><Relationship Id="rId38" Type="http://schemas.openxmlformats.org/officeDocument/2006/relationships/customXml" Target="../ink/ink1097.xml"/><Relationship Id="rId59" Type="http://schemas.openxmlformats.org/officeDocument/2006/relationships/image" Target="../media/image1056.png"/><Relationship Id="rId103" Type="http://schemas.openxmlformats.org/officeDocument/2006/relationships/image" Target="../media/image1078.png"/><Relationship Id="rId124" Type="http://schemas.openxmlformats.org/officeDocument/2006/relationships/customXml" Target="../ink/ink1140.xml"/><Relationship Id="rId70" Type="http://schemas.openxmlformats.org/officeDocument/2006/relationships/customXml" Target="../ink/ink1113.xml"/><Relationship Id="rId91" Type="http://schemas.openxmlformats.org/officeDocument/2006/relationships/image" Target="../media/image1072.png"/><Relationship Id="rId145" Type="http://schemas.openxmlformats.org/officeDocument/2006/relationships/image" Target="../media/image1099.png"/><Relationship Id="rId166" Type="http://schemas.openxmlformats.org/officeDocument/2006/relationships/customXml" Target="../ink/ink1161.xml"/><Relationship Id="rId187" Type="http://schemas.openxmlformats.org/officeDocument/2006/relationships/image" Target="../media/image1120.png"/><Relationship Id="rId1" Type="http://schemas.openxmlformats.org/officeDocument/2006/relationships/slideLayout" Target="../slideLayouts/slideLayout2.xml"/><Relationship Id="rId28" Type="http://schemas.openxmlformats.org/officeDocument/2006/relationships/customXml" Target="../ink/ink1092.xml"/><Relationship Id="rId49" Type="http://schemas.openxmlformats.org/officeDocument/2006/relationships/image" Target="../media/image1051.png"/><Relationship Id="rId114" Type="http://schemas.openxmlformats.org/officeDocument/2006/relationships/customXml" Target="../ink/ink1135.xml"/><Relationship Id="rId60" Type="http://schemas.openxmlformats.org/officeDocument/2006/relationships/customXml" Target="../ink/ink1108.xml"/><Relationship Id="rId81" Type="http://schemas.openxmlformats.org/officeDocument/2006/relationships/image" Target="../media/image1067.png"/><Relationship Id="rId135" Type="http://schemas.openxmlformats.org/officeDocument/2006/relationships/image" Target="../media/image1094.png"/><Relationship Id="rId156" Type="http://schemas.openxmlformats.org/officeDocument/2006/relationships/customXml" Target="../ink/ink1156.xml"/><Relationship Id="rId177" Type="http://schemas.openxmlformats.org/officeDocument/2006/relationships/image" Target="../media/image1115.png"/></Relationships>
</file>

<file path=ppt/slides/_rels/slide11.xml.rels><?xml version="1.0" encoding="UTF-8" standalone="yes"?>
<Relationships xmlns="http://schemas.openxmlformats.org/package/2006/relationships"><Relationship Id="rId13" Type="http://schemas.openxmlformats.org/officeDocument/2006/relationships/customXml" Target="../ink/ink1177.xml"/><Relationship Id="rId18" Type="http://schemas.openxmlformats.org/officeDocument/2006/relationships/image" Target="../media/image1128.png"/><Relationship Id="rId26" Type="http://schemas.openxmlformats.org/officeDocument/2006/relationships/image" Target="../media/image1132.png"/><Relationship Id="rId3" Type="http://schemas.openxmlformats.org/officeDocument/2006/relationships/customXml" Target="../ink/ink1172.xml"/><Relationship Id="rId21" Type="http://schemas.openxmlformats.org/officeDocument/2006/relationships/customXml" Target="../ink/ink1181.xml"/><Relationship Id="rId34" Type="http://schemas.openxmlformats.org/officeDocument/2006/relationships/image" Target="../media/image1136.png"/><Relationship Id="rId7" Type="http://schemas.openxmlformats.org/officeDocument/2006/relationships/customXml" Target="../ink/ink1174.xml"/><Relationship Id="rId12" Type="http://schemas.openxmlformats.org/officeDocument/2006/relationships/image" Target="../media/image1125.png"/><Relationship Id="rId17" Type="http://schemas.openxmlformats.org/officeDocument/2006/relationships/customXml" Target="../ink/ink1179.xml"/><Relationship Id="rId25" Type="http://schemas.openxmlformats.org/officeDocument/2006/relationships/customXml" Target="../ink/ink1183.xml"/><Relationship Id="rId33" Type="http://schemas.openxmlformats.org/officeDocument/2006/relationships/customXml" Target="../ink/ink1187.xml"/><Relationship Id="rId2" Type="http://schemas.openxmlformats.org/officeDocument/2006/relationships/image" Target="../media/image99.png"/><Relationship Id="rId16" Type="http://schemas.openxmlformats.org/officeDocument/2006/relationships/image" Target="../media/image1127.png"/><Relationship Id="rId20" Type="http://schemas.openxmlformats.org/officeDocument/2006/relationships/image" Target="../media/image1129.png"/><Relationship Id="rId29" Type="http://schemas.openxmlformats.org/officeDocument/2006/relationships/customXml" Target="../ink/ink118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22.png"/><Relationship Id="rId11" Type="http://schemas.openxmlformats.org/officeDocument/2006/relationships/customXml" Target="../ink/ink1176.xml"/><Relationship Id="rId24" Type="http://schemas.openxmlformats.org/officeDocument/2006/relationships/image" Target="../media/image1131.png"/><Relationship Id="rId32" Type="http://schemas.openxmlformats.org/officeDocument/2006/relationships/image" Target="../media/image1135.png"/><Relationship Id="rId5" Type="http://schemas.openxmlformats.org/officeDocument/2006/relationships/customXml" Target="../ink/ink1173.xml"/><Relationship Id="rId15" Type="http://schemas.openxmlformats.org/officeDocument/2006/relationships/customXml" Target="../ink/ink1178.xml"/><Relationship Id="rId23" Type="http://schemas.openxmlformats.org/officeDocument/2006/relationships/customXml" Target="../ink/ink1182.xml"/><Relationship Id="rId28" Type="http://schemas.openxmlformats.org/officeDocument/2006/relationships/image" Target="../media/image1133.png"/><Relationship Id="rId36" Type="http://schemas.openxmlformats.org/officeDocument/2006/relationships/image" Target="../media/image1137.png"/><Relationship Id="rId10" Type="http://schemas.openxmlformats.org/officeDocument/2006/relationships/image" Target="../media/image1124.png"/><Relationship Id="rId19" Type="http://schemas.openxmlformats.org/officeDocument/2006/relationships/customXml" Target="../ink/ink1180.xml"/><Relationship Id="rId31" Type="http://schemas.openxmlformats.org/officeDocument/2006/relationships/customXml" Target="../ink/ink1186.xml"/><Relationship Id="rId4" Type="http://schemas.openxmlformats.org/officeDocument/2006/relationships/image" Target="../media/image1121.png"/><Relationship Id="rId9" Type="http://schemas.openxmlformats.org/officeDocument/2006/relationships/customXml" Target="../ink/ink1175.xml"/><Relationship Id="rId14" Type="http://schemas.openxmlformats.org/officeDocument/2006/relationships/image" Target="../media/image1126.png"/><Relationship Id="rId22" Type="http://schemas.openxmlformats.org/officeDocument/2006/relationships/image" Target="../media/image1130.png"/><Relationship Id="rId27" Type="http://schemas.openxmlformats.org/officeDocument/2006/relationships/customXml" Target="../ink/ink1184.xml"/><Relationship Id="rId30" Type="http://schemas.openxmlformats.org/officeDocument/2006/relationships/image" Target="../media/image1134.png"/><Relationship Id="rId35" Type="http://schemas.openxmlformats.org/officeDocument/2006/relationships/customXml" Target="../ink/ink1188.xml"/><Relationship Id="rId8" Type="http://schemas.openxmlformats.org/officeDocument/2006/relationships/image" Target="../media/image112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41.png"/><Relationship Id="rId13" Type="http://schemas.openxmlformats.org/officeDocument/2006/relationships/customXml" Target="../ink/ink1194.xml"/><Relationship Id="rId18" Type="http://schemas.openxmlformats.org/officeDocument/2006/relationships/image" Target="../media/image1146.png"/><Relationship Id="rId26" Type="http://schemas.openxmlformats.org/officeDocument/2006/relationships/image" Target="../media/image1150.png"/><Relationship Id="rId3" Type="http://schemas.openxmlformats.org/officeDocument/2006/relationships/customXml" Target="../ink/ink1189.xml"/><Relationship Id="rId21" Type="http://schemas.openxmlformats.org/officeDocument/2006/relationships/customXml" Target="../ink/ink1198.xml"/><Relationship Id="rId7" Type="http://schemas.openxmlformats.org/officeDocument/2006/relationships/customXml" Target="../ink/ink1191.xml"/><Relationship Id="rId12" Type="http://schemas.openxmlformats.org/officeDocument/2006/relationships/image" Target="../media/image1143.png"/><Relationship Id="rId17" Type="http://schemas.openxmlformats.org/officeDocument/2006/relationships/customXml" Target="../ink/ink1196.xml"/><Relationship Id="rId25" Type="http://schemas.openxmlformats.org/officeDocument/2006/relationships/customXml" Target="../ink/ink1200.xml"/><Relationship Id="rId2" Type="http://schemas.openxmlformats.org/officeDocument/2006/relationships/image" Target="../media/image1138.png"/><Relationship Id="rId16" Type="http://schemas.openxmlformats.org/officeDocument/2006/relationships/image" Target="../media/image1145.png"/><Relationship Id="rId20" Type="http://schemas.openxmlformats.org/officeDocument/2006/relationships/image" Target="../media/image1147.png"/><Relationship Id="rId29" Type="http://schemas.openxmlformats.org/officeDocument/2006/relationships/customXml" Target="../ink/ink120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40.png"/><Relationship Id="rId11" Type="http://schemas.openxmlformats.org/officeDocument/2006/relationships/customXml" Target="../ink/ink1193.xml"/><Relationship Id="rId24" Type="http://schemas.openxmlformats.org/officeDocument/2006/relationships/image" Target="../media/image1149.png"/><Relationship Id="rId32" Type="http://schemas.openxmlformats.org/officeDocument/2006/relationships/image" Target="../media/image1153.png"/><Relationship Id="rId5" Type="http://schemas.openxmlformats.org/officeDocument/2006/relationships/customXml" Target="../ink/ink1190.xml"/><Relationship Id="rId15" Type="http://schemas.openxmlformats.org/officeDocument/2006/relationships/customXml" Target="../ink/ink1195.xml"/><Relationship Id="rId23" Type="http://schemas.openxmlformats.org/officeDocument/2006/relationships/customXml" Target="../ink/ink1199.xml"/><Relationship Id="rId28" Type="http://schemas.openxmlformats.org/officeDocument/2006/relationships/image" Target="../media/image1151.png"/><Relationship Id="rId10" Type="http://schemas.openxmlformats.org/officeDocument/2006/relationships/image" Target="../media/image1142.png"/><Relationship Id="rId19" Type="http://schemas.openxmlformats.org/officeDocument/2006/relationships/customXml" Target="../ink/ink1197.xml"/><Relationship Id="rId31" Type="http://schemas.openxmlformats.org/officeDocument/2006/relationships/customXml" Target="../ink/ink1203.xml"/><Relationship Id="rId4" Type="http://schemas.openxmlformats.org/officeDocument/2006/relationships/image" Target="../media/image1139.png"/><Relationship Id="rId9" Type="http://schemas.openxmlformats.org/officeDocument/2006/relationships/customXml" Target="../ink/ink1192.xml"/><Relationship Id="rId14" Type="http://schemas.openxmlformats.org/officeDocument/2006/relationships/image" Target="../media/image1144.png"/><Relationship Id="rId22" Type="http://schemas.openxmlformats.org/officeDocument/2006/relationships/image" Target="../media/image1148.png"/><Relationship Id="rId27" Type="http://schemas.openxmlformats.org/officeDocument/2006/relationships/customXml" Target="../ink/ink1201.xml"/><Relationship Id="rId30" Type="http://schemas.openxmlformats.org/officeDocument/2006/relationships/image" Target="../media/image1152.png"/></Relationships>
</file>

<file path=ppt/slides/_rels/slide13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261.xml"/><Relationship Id="rId299" Type="http://schemas.openxmlformats.org/officeDocument/2006/relationships/customXml" Target="../ink/ink1352.xml"/><Relationship Id="rId21" Type="http://schemas.openxmlformats.org/officeDocument/2006/relationships/customXml" Target="../ink/ink1213.xml"/><Relationship Id="rId63" Type="http://schemas.openxmlformats.org/officeDocument/2006/relationships/customXml" Target="../ink/ink1234.xml"/><Relationship Id="rId159" Type="http://schemas.openxmlformats.org/officeDocument/2006/relationships/customXml" Target="../ink/ink1282.xml"/><Relationship Id="rId324" Type="http://schemas.openxmlformats.org/officeDocument/2006/relationships/image" Target="../media/image1314.png"/><Relationship Id="rId366" Type="http://schemas.openxmlformats.org/officeDocument/2006/relationships/image" Target="../media/image1335.png"/><Relationship Id="rId170" Type="http://schemas.openxmlformats.org/officeDocument/2006/relationships/image" Target="../media/image1237.png"/><Relationship Id="rId226" Type="http://schemas.openxmlformats.org/officeDocument/2006/relationships/image" Target="../media/image1265.png"/><Relationship Id="rId268" Type="http://schemas.openxmlformats.org/officeDocument/2006/relationships/image" Target="../media/image1286.png"/><Relationship Id="rId32" Type="http://schemas.openxmlformats.org/officeDocument/2006/relationships/image" Target="../media/image1168.png"/><Relationship Id="rId74" Type="http://schemas.openxmlformats.org/officeDocument/2006/relationships/image" Target="../media/image1189.png"/><Relationship Id="rId128" Type="http://schemas.openxmlformats.org/officeDocument/2006/relationships/image" Target="../media/image1216.png"/><Relationship Id="rId335" Type="http://schemas.openxmlformats.org/officeDocument/2006/relationships/customXml" Target="../ink/ink1370.xml"/><Relationship Id="rId377" Type="http://schemas.openxmlformats.org/officeDocument/2006/relationships/customXml" Target="../ink/ink1391.xml"/><Relationship Id="rId5" Type="http://schemas.openxmlformats.org/officeDocument/2006/relationships/customXml" Target="../ink/ink1205.xml"/><Relationship Id="rId181" Type="http://schemas.openxmlformats.org/officeDocument/2006/relationships/customXml" Target="../ink/ink1293.xml"/><Relationship Id="rId237" Type="http://schemas.openxmlformats.org/officeDocument/2006/relationships/customXml" Target="../ink/ink1321.xml"/><Relationship Id="rId402" Type="http://schemas.openxmlformats.org/officeDocument/2006/relationships/image" Target="../media/image1353.png"/><Relationship Id="rId279" Type="http://schemas.openxmlformats.org/officeDocument/2006/relationships/customXml" Target="../ink/ink1342.xml"/><Relationship Id="rId43" Type="http://schemas.openxmlformats.org/officeDocument/2006/relationships/customXml" Target="../ink/ink1224.xml"/><Relationship Id="rId139" Type="http://schemas.openxmlformats.org/officeDocument/2006/relationships/customXml" Target="../ink/ink1272.xml"/><Relationship Id="rId290" Type="http://schemas.openxmlformats.org/officeDocument/2006/relationships/image" Target="../media/image1297.png"/><Relationship Id="rId304" Type="http://schemas.openxmlformats.org/officeDocument/2006/relationships/image" Target="../media/image1304.png"/><Relationship Id="rId346" Type="http://schemas.openxmlformats.org/officeDocument/2006/relationships/image" Target="../media/image1325.png"/><Relationship Id="rId388" Type="http://schemas.openxmlformats.org/officeDocument/2006/relationships/image" Target="../media/image1346.png"/><Relationship Id="rId85" Type="http://schemas.openxmlformats.org/officeDocument/2006/relationships/customXml" Target="../ink/ink1245.xml"/><Relationship Id="rId150" Type="http://schemas.openxmlformats.org/officeDocument/2006/relationships/image" Target="../media/image1227.png"/><Relationship Id="rId192" Type="http://schemas.openxmlformats.org/officeDocument/2006/relationships/image" Target="../media/image1248.png"/><Relationship Id="rId206" Type="http://schemas.openxmlformats.org/officeDocument/2006/relationships/image" Target="../media/image1255.png"/><Relationship Id="rId413" Type="http://schemas.openxmlformats.org/officeDocument/2006/relationships/customXml" Target="../ink/ink1409.xml"/><Relationship Id="rId248" Type="http://schemas.openxmlformats.org/officeDocument/2006/relationships/image" Target="../media/image1276.png"/><Relationship Id="rId12" Type="http://schemas.openxmlformats.org/officeDocument/2006/relationships/image" Target="../media/image1158.png"/><Relationship Id="rId108" Type="http://schemas.openxmlformats.org/officeDocument/2006/relationships/image" Target="../media/image1206.png"/><Relationship Id="rId315" Type="http://schemas.openxmlformats.org/officeDocument/2006/relationships/customXml" Target="../ink/ink1360.xml"/><Relationship Id="rId357" Type="http://schemas.openxmlformats.org/officeDocument/2006/relationships/customXml" Target="../ink/ink1381.xml"/><Relationship Id="rId54" Type="http://schemas.openxmlformats.org/officeDocument/2006/relationships/image" Target="../media/image1179.png"/><Relationship Id="rId96" Type="http://schemas.openxmlformats.org/officeDocument/2006/relationships/image" Target="../media/image1200.png"/><Relationship Id="rId161" Type="http://schemas.openxmlformats.org/officeDocument/2006/relationships/customXml" Target="../ink/ink1283.xml"/><Relationship Id="rId217" Type="http://schemas.openxmlformats.org/officeDocument/2006/relationships/customXml" Target="../ink/ink1311.xml"/><Relationship Id="rId399" Type="http://schemas.openxmlformats.org/officeDocument/2006/relationships/customXml" Target="../ink/ink1402.xml"/><Relationship Id="rId259" Type="http://schemas.openxmlformats.org/officeDocument/2006/relationships/customXml" Target="../ink/ink1332.xml"/><Relationship Id="rId23" Type="http://schemas.openxmlformats.org/officeDocument/2006/relationships/customXml" Target="../ink/ink1214.xml"/><Relationship Id="rId119" Type="http://schemas.openxmlformats.org/officeDocument/2006/relationships/customXml" Target="../ink/ink1262.xml"/><Relationship Id="rId270" Type="http://schemas.openxmlformats.org/officeDocument/2006/relationships/image" Target="../media/image1287.png"/><Relationship Id="rId326" Type="http://schemas.openxmlformats.org/officeDocument/2006/relationships/image" Target="../media/image1315.png"/><Relationship Id="rId65" Type="http://schemas.openxmlformats.org/officeDocument/2006/relationships/customXml" Target="../ink/ink1235.xml"/><Relationship Id="rId130" Type="http://schemas.openxmlformats.org/officeDocument/2006/relationships/image" Target="../media/image1217.png"/><Relationship Id="rId368" Type="http://schemas.openxmlformats.org/officeDocument/2006/relationships/image" Target="../media/image1336.png"/><Relationship Id="rId172" Type="http://schemas.openxmlformats.org/officeDocument/2006/relationships/image" Target="../media/image1238.png"/><Relationship Id="rId228" Type="http://schemas.openxmlformats.org/officeDocument/2006/relationships/image" Target="../media/image1266.png"/><Relationship Id="rId281" Type="http://schemas.openxmlformats.org/officeDocument/2006/relationships/customXml" Target="../ink/ink1343.xml"/><Relationship Id="rId337" Type="http://schemas.openxmlformats.org/officeDocument/2006/relationships/customXml" Target="../ink/ink1371.xml"/><Relationship Id="rId34" Type="http://schemas.openxmlformats.org/officeDocument/2006/relationships/image" Target="../media/image1169.png"/><Relationship Id="rId76" Type="http://schemas.openxmlformats.org/officeDocument/2006/relationships/image" Target="../media/image1190.png"/><Relationship Id="rId141" Type="http://schemas.openxmlformats.org/officeDocument/2006/relationships/customXml" Target="../ink/ink1273.xml"/><Relationship Id="rId379" Type="http://schemas.openxmlformats.org/officeDocument/2006/relationships/customXml" Target="../ink/ink1392.xml"/><Relationship Id="rId7" Type="http://schemas.openxmlformats.org/officeDocument/2006/relationships/customXml" Target="../ink/ink1206.xml"/><Relationship Id="rId183" Type="http://schemas.openxmlformats.org/officeDocument/2006/relationships/customXml" Target="../ink/ink1294.xml"/><Relationship Id="rId239" Type="http://schemas.openxmlformats.org/officeDocument/2006/relationships/customXml" Target="../ink/ink1322.xml"/><Relationship Id="rId390" Type="http://schemas.openxmlformats.org/officeDocument/2006/relationships/image" Target="../media/image1347.png"/><Relationship Id="rId404" Type="http://schemas.openxmlformats.org/officeDocument/2006/relationships/image" Target="../media/image1354.png"/><Relationship Id="rId250" Type="http://schemas.openxmlformats.org/officeDocument/2006/relationships/image" Target="../media/image1277.png"/><Relationship Id="rId292" Type="http://schemas.openxmlformats.org/officeDocument/2006/relationships/image" Target="../media/image1298.png"/><Relationship Id="rId306" Type="http://schemas.openxmlformats.org/officeDocument/2006/relationships/image" Target="../media/image1305.png"/><Relationship Id="rId45" Type="http://schemas.openxmlformats.org/officeDocument/2006/relationships/customXml" Target="../ink/ink1225.xml"/><Relationship Id="rId87" Type="http://schemas.openxmlformats.org/officeDocument/2006/relationships/customXml" Target="../ink/ink1246.xml"/><Relationship Id="rId110" Type="http://schemas.openxmlformats.org/officeDocument/2006/relationships/image" Target="../media/image1207.png"/><Relationship Id="rId348" Type="http://schemas.openxmlformats.org/officeDocument/2006/relationships/image" Target="../media/image1326.png"/><Relationship Id="rId152" Type="http://schemas.openxmlformats.org/officeDocument/2006/relationships/image" Target="../media/image1228.png"/><Relationship Id="rId194" Type="http://schemas.openxmlformats.org/officeDocument/2006/relationships/image" Target="../media/image1249.png"/><Relationship Id="rId208" Type="http://schemas.openxmlformats.org/officeDocument/2006/relationships/image" Target="../media/image1256.png"/><Relationship Id="rId415" Type="http://schemas.openxmlformats.org/officeDocument/2006/relationships/customXml" Target="../ink/ink1410.xml"/><Relationship Id="rId261" Type="http://schemas.openxmlformats.org/officeDocument/2006/relationships/customXml" Target="../ink/ink1333.xml"/><Relationship Id="rId14" Type="http://schemas.openxmlformats.org/officeDocument/2006/relationships/image" Target="../media/image1159.png"/><Relationship Id="rId56" Type="http://schemas.openxmlformats.org/officeDocument/2006/relationships/image" Target="../media/image1180.png"/><Relationship Id="rId317" Type="http://schemas.openxmlformats.org/officeDocument/2006/relationships/customXml" Target="../ink/ink1361.xml"/><Relationship Id="rId359" Type="http://schemas.openxmlformats.org/officeDocument/2006/relationships/customXml" Target="../ink/ink1382.xml"/><Relationship Id="rId98" Type="http://schemas.openxmlformats.org/officeDocument/2006/relationships/image" Target="../media/image1201.png"/><Relationship Id="rId121" Type="http://schemas.openxmlformats.org/officeDocument/2006/relationships/customXml" Target="../ink/ink1263.xml"/><Relationship Id="rId163" Type="http://schemas.openxmlformats.org/officeDocument/2006/relationships/customXml" Target="../ink/ink1284.xml"/><Relationship Id="rId219" Type="http://schemas.openxmlformats.org/officeDocument/2006/relationships/customXml" Target="../ink/ink1312.xml"/><Relationship Id="rId370" Type="http://schemas.openxmlformats.org/officeDocument/2006/relationships/image" Target="../media/image1337.png"/><Relationship Id="rId230" Type="http://schemas.openxmlformats.org/officeDocument/2006/relationships/image" Target="../media/image1267.png"/><Relationship Id="rId25" Type="http://schemas.openxmlformats.org/officeDocument/2006/relationships/customXml" Target="../ink/ink1215.xml"/><Relationship Id="rId67" Type="http://schemas.openxmlformats.org/officeDocument/2006/relationships/customXml" Target="../ink/ink1236.xml"/><Relationship Id="rId272" Type="http://schemas.openxmlformats.org/officeDocument/2006/relationships/image" Target="../media/image1288.png"/><Relationship Id="rId328" Type="http://schemas.openxmlformats.org/officeDocument/2006/relationships/image" Target="../media/image1316.png"/><Relationship Id="rId132" Type="http://schemas.openxmlformats.org/officeDocument/2006/relationships/image" Target="../media/image1218.png"/><Relationship Id="rId174" Type="http://schemas.openxmlformats.org/officeDocument/2006/relationships/image" Target="../media/image1239.png"/><Relationship Id="rId381" Type="http://schemas.openxmlformats.org/officeDocument/2006/relationships/customXml" Target="../ink/ink1393.xml"/><Relationship Id="rId241" Type="http://schemas.openxmlformats.org/officeDocument/2006/relationships/customXml" Target="../ink/ink1323.xml"/><Relationship Id="rId36" Type="http://schemas.openxmlformats.org/officeDocument/2006/relationships/image" Target="../media/image1170.png"/><Relationship Id="rId283" Type="http://schemas.openxmlformats.org/officeDocument/2006/relationships/customXml" Target="../ink/ink1344.xml"/><Relationship Id="rId339" Type="http://schemas.openxmlformats.org/officeDocument/2006/relationships/customXml" Target="../ink/ink1372.xml"/><Relationship Id="rId78" Type="http://schemas.openxmlformats.org/officeDocument/2006/relationships/image" Target="../media/image1191.png"/><Relationship Id="rId101" Type="http://schemas.openxmlformats.org/officeDocument/2006/relationships/customXml" Target="../ink/ink1253.xml"/><Relationship Id="rId143" Type="http://schemas.openxmlformats.org/officeDocument/2006/relationships/customXml" Target="../ink/ink1274.xml"/><Relationship Id="rId185" Type="http://schemas.openxmlformats.org/officeDocument/2006/relationships/customXml" Target="../ink/ink1295.xml"/><Relationship Id="rId350" Type="http://schemas.openxmlformats.org/officeDocument/2006/relationships/image" Target="../media/image1327.png"/><Relationship Id="rId406" Type="http://schemas.openxmlformats.org/officeDocument/2006/relationships/image" Target="../media/image1355.png"/><Relationship Id="rId9" Type="http://schemas.openxmlformats.org/officeDocument/2006/relationships/customXml" Target="../ink/ink1207.xml"/><Relationship Id="rId210" Type="http://schemas.openxmlformats.org/officeDocument/2006/relationships/image" Target="../media/image1257.png"/><Relationship Id="rId392" Type="http://schemas.openxmlformats.org/officeDocument/2006/relationships/image" Target="../media/image1348.png"/><Relationship Id="rId252" Type="http://schemas.openxmlformats.org/officeDocument/2006/relationships/image" Target="../media/image1278.png"/><Relationship Id="rId294" Type="http://schemas.openxmlformats.org/officeDocument/2006/relationships/image" Target="../media/image1299.png"/><Relationship Id="rId308" Type="http://schemas.openxmlformats.org/officeDocument/2006/relationships/image" Target="../media/image1306.png"/><Relationship Id="rId47" Type="http://schemas.openxmlformats.org/officeDocument/2006/relationships/customXml" Target="../ink/ink1226.xml"/><Relationship Id="rId89" Type="http://schemas.openxmlformats.org/officeDocument/2006/relationships/customXml" Target="../ink/ink1247.xml"/><Relationship Id="rId112" Type="http://schemas.openxmlformats.org/officeDocument/2006/relationships/image" Target="../media/image1208.png"/><Relationship Id="rId154" Type="http://schemas.openxmlformats.org/officeDocument/2006/relationships/image" Target="../media/image1229.png"/><Relationship Id="rId361" Type="http://schemas.openxmlformats.org/officeDocument/2006/relationships/customXml" Target="../ink/ink1383.xml"/><Relationship Id="rId196" Type="http://schemas.openxmlformats.org/officeDocument/2006/relationships/image" Target="../media/image1250.png"/><Relationship Id="rId417" Type="http://schemas.openxmlformats.org/officeDocument/2006/relationships/customXml" Target="../ink/ink1411.xml"/><Relationship Id="rId16" Type="http://schemas.openxmlformats.org/officeDocument/2006/relationships/image" Target="../media/image1160.png"/><Relationship Id="rId221" Type="http://schemas.openxmlformats.org/officeDocument/2006/relationships/customXml" Target="../ink/ink1313.xml"/><Relationship Id="rId263" Type="http://schemas.openxmlformats.org/officeDocument/2006/relationships/customXml" Target="../ink/ink1334.xml"/><Relationship Id="rId319" Type="http://schemas.openxmlformats.org/officeDocument/2006/relationships/customXml" Target="../ink/ink1362.xml"/><Relationship Id="rId58" Type="http://schemas.openxmlformats.org/officeDocument/2006/relationships/image" Target="../media/image1181.png"/><Relationship Id="rId123" Type="http://schemas.openxmlformats.org/officeDocument/2006/relationships/customXml" Target="../ink/ink1264.xml"/><Relationship Id="rId330" Type="http://schemas.openxmlformats.org/officeDocument/2006/relationships/image" Target="../media/image1317.png"/><Relationship Id="rId165" Type="http://schemas.openxmlformats.org/officeDocument/2006/relationships/customXml" Target="../ink/ink1285.xml"/><Relationship Id="rId372" Type="http://schemas.openxmlformats.org/officeDocument/2006/relationships/image" Target="../media/image1338.png"/><Relationship Id="rId232" Type="http://schemas.openxmlformats.org/officeDocument/2006/relationships/image" Target="../media/image1268.png"/><Relationship Id="rId274" Type="http://schemas.openxmlformats.org/officeDocument/2006/relationships/image" Target="../media/image1289.png"/><Relationship Id="rId27" Type="http://schemas.openxmlformats.org/officeDocument/2006/relationships/customXml" Target="../ink/ink1216.xml"/><Relationship Id="rId69" Type="http://schemas.openxmlformats.org/officeDocument/2006/relationships/customXml" Target="../ink/ink1237.xml"/><Relationship Id="rId134" Type="http://schemas.openxmlformats.org/officeDocument/2006/relationships/image" Target="../media/image1219.png"/><Relationship Id="rId80" Type="http://schemas.openxmlformats.org/officeDocument/2006/relationships/image" Target="../media/image1192.png"/><Relationship Id="rId176" Type="http://schemas.openxmlformats.org/officeDocument/2006/relationships/image" Target="../media/image1240.png"/><Relationship Id="rId341" Type="http://schemas.openxmlformats.org/officeDocument/2006/relationships/customXml" Target="../ink/ink1373.xml"/><Relationship Id="rId383" Type="http://schemas.openxmlformats.org/officeDocument/2006/relationships/customXml" Target="../ink/ink1394.xml"/><Relationship Id="rId201" Type="http://schemas.openxmlformats.org/officeDocument/2006/relationships/customXml" Target="../ink/ink1303.xml"/><Relationship Id="rId243" Type="http://schemas.openxmlformats.org/officeDocument/2006/relationships/customXml" Target="../ink/ink1324.xml"/><Relationship Id="rId285" Type="http://schemas.openxmlformats.org/officeDocument/2006/relationships/customXml" Target="../ink/ink1345.xml"/><Relationship Id="rId17" Type="http://schemas.openxmlformats.org/officeDocument/2006/relationships/customXml" Target="../ink/ink1211.xml"/><Relationship Id="rId38" Type="http://schemas.openxmlformats.org/officeDocument/2006/relationships/image" Target="../media/image1171.png"/><Relationship Id="rId59" Type="http://schemas.openxmlformats.org/officeDocument/2006/relationships/customXml" Target="../ink/ink1232.xml"/><Relationship Id="rId103" Type="http://schemas.openxmlformats.org/officeDocument/2006/relationships/customXml" Target="../ink/ink1254.xml"/><Relationship Id="rId124" Type="http://schemas.openxmlformats.org/officeDocument/2006/relationships/image" Target="../media/image1214.png"/><Relationship Id="rId310" Type="http://schemas.openxmlformats.org/officeDocument/2006/relationships/image" Target="../media/image1307.png"/><Relationship Id="rId70" Type="http://schemas.openxmlformats.org/officeDocument/2006/relationships/image" Target="../media/image1187.png"/><Relationship Id="rId91" Type="http://schemas.openxmlformats.org/officeDocument/2006/relationships/customXml" Target="../ink/ink1248.xml"/><Relationship Id="rId145" Type="http://schemas.openxmlformats.org/officeDocument/2006/relationships/customXml" Target="../ink/ink1275.xml"/><Relationship Id="rId166" Type="http://schemas.openxmlformats.org/officeDocument/2006/relationships/image" Target="../media/image1235.png"/><Relationship Id="rId187" Type="http://schemas.openxmlformats.org/officeDocument/2006/relationships/customXml" Target="../ink/ink1296.xml"/><Relationship Id="rId331" Type="http://schemas.openxmlformats.org/officeDocument/2006/relationships/customXml" Target="../ink/ink1368.xml"/><Relationship Id="rId352" Type="http://schemas.openxmlformats.org/officeDocument/2006/relationships/image" Target="../media/image1328.png"/><Relationship Id="rId373" Type="http://schemas.openxmlformats.org/officeDocument/2006/relationships/customXml" Target="../ink/ink1389.xml"/><Relationship Id="rId394" Type="http://schemas.openxmlformats.org/officeDocument/2006/relationships/image" Target="../media/image1349.png"/><Relationship Id="rId408" Type="http://schemas.openxmlformats.org/officeDocument/2006/relationships/image" Target="../media/image1356.png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1258.png"/><Relationship Id="rId233" Type="http://schemas.openxmlformats.org/officeDocument/2006/relationships/customXml" Target="../ink/ink1319.xml"/><Relationship Id="rId254" Type="http://schemas.openxmlformats.org/officeDocument/2006/relationships/image" Target="../media/image1279.png"/><Relationship Id="rId28" Type="http://schemas.openxmlformats.org/officeDocument/2006/relationships/image" Target="../media/image1166.png"/><Relationship Id="rId49" Type="http://schemas.openxmlformats.org/officeDocument/2006/relationships/customXml" Target="../ink/ink1227.xml"/><Relationship Id="rId114" Type="http://schemas.openxmlformats.org/officeDocument/2006/relationships/image" Target="../media/image1209.png"/><Relationship Id="rId275" Type="http://schemas.openxmlformats.org/officeDocument/2006/relationships/customXml" Target="../ink/ink1340.xml"/><Relationship Id="rId296" Type="http://schemas.openxmlformats.org/officeDocument/2006/relationships/image" Target="../media/image1300.png"/><Relationship Id="rId300" Type="http://schemas.openxmlformats.org/officeDocument/2006/relationships/image" Target="../media/image1302.png"/><Relationship Id="rId60" Type="http://schemas.openxmlformats.org/officeDocument/2006/relationships/image" Target="../media/image1182.png"/><Relationship Id="rId81" Type="http://schemas.openxmlformats.org/officeDocument/2006/relationships/customXml" Target="../ink/ink1243.xml"/><Relationship Id="rId135" Type="http://schemas.openxmlformats.org/officeDocument/2006/relationships/customXml" Target="../ink/ink1270.xml"/><Relationship Id="rId156" Type="http://schemas.openxmlformats.org/officeDocument/2006/relationships/image" Target="../media/image1230.png"/><Relationship Id="rId177" Type="http://schemas.openxmlformats.org/officeDocument/2006/relationships/customXml" Target="../ink/ink1291.xml"/><Relationship Id="rId198" Type="http://schemas.openxmlformats.org/officeDocument/2006/relationships/image" Target="../media/image1251.png"/><Relationship Id="rId321" Type="http://schemas.openxmlformats.org/officeDocument/2006/relationships/customXml" Target="../ink/ink1363.xml"/><Relationship Id="rId342" Type="http://schemas.openxmlformats.org/officeDocument/2006/relationships/image" Target="../media/image1323.png"/><Relationship Id="rId363" Type="http://schemas.openxmlformats.org/officeDocument/2006/relationships/customXml" Target="../ink/ink1384.xml"/><Relationship Id="rId384" Type="http://schemas.openxmlformats.org/officeDocument/2006/relationships/image" Target="../media/image1344.png"/><Relationship Id="rId419" Type="http://schemas.openxmlformats.org/officeDocument/2006/relationships/customXml" Target="../ink/ink1412.xml"/><Relationship Id="rId202" Type="http://schemas.openxmlformats.org/officeDocument/2006/relationships/image" Target="../media/image1253.png"/><Relationship Id="rId223" Type="http://schemas.openxmlformats.org/officeDocument/2006/relationships/customXml" Target="../ink/ink1314.xml"/><Relationship Id="rId244" Type="http://schemas.openxmlformats.org/officeDocument/2006/relationships/image" Target="../media/image1274.png"/><Relationship Id="rId18" Type="http://schemas.openxmlformats.org/officeDocument/2006/relationships/image" Target="../media/image1161.png"/><Relationship Id="rId39" Type="http://schemas.openxmlformats.org/officeDocument/2006/relationships/customXml" Target="../ink/ink1222.xml"/><Relationship Id="rId265" Type="http://schemas.openxmlformats.org/officeDocument/2006/relationships/customXml" Target="../ink/ink1335.xml"/><Relationship Id="rId286" Type="http://schemas.openxmlformats.org/officeDocument/2006/relationships/image" Target="../media/image1295.png"/><Relationship Id="rId50" Type="http://schemas.openxmlformats.org/officeDocument/2006/relationships/image" Target="../media/image1177.png"/><Relationship Id="rId104" Type="http://schemas.openxmlformats.org/officeDocument/2006/relationships/image" Target="../media/image1204.png"/><Relationship Id="rId125" Type="http://schemas.openxmlformats.org/officeDocument/2006/relationships/customXml" Target="../ink/ink1265.xml"/><Relationship Id="rId146" Type="http://schemas.openxmlformats.org/officeDocument/2006/relationships/image" Target="../media/image1225.png"/><Relationship Id="rId167" Type="http://schemas.openxmlformats.org/officeDocument/2006/relationships/customXml" Target="../ink/ink1286.xml"/><Relationship Id="rId188" Type="http://schemas.openxmlformats.org/officeDocument/2006/relationships/image" Target="../media/image1246.png"/><Relationship Id="rId311" Type="http://schemas.openxmlformats.org/officeDocument/2006/relationships/customXml" Target="../ink/ink1358.xml"/><Relationship Id="rId332" Type="http://schemas.openxmlformats.org/officeDocument/2006/relationships/image" Target="../media/image1318.png"/><Relationship Id="rId353" Type="http://schemas.openxmlformats.org/officeDocument/2006/relationships/customXml" Target="../ink/ink1379.xml"/><Relationship Id="rId374" Type="http://schemas.openxmlformats.org/officeDocument/2006/relationships/image" Target="../media/image1339.png"/><Relationship Id="rId395" Type="http://schemas.openxmlformats.org/officeDocument/2006/relationships/customXml" Target="../ink/ink1400.xml"/><Relationship Id="rId409" Type="http://schemas.openxmlformats.org/officeDocument/2006/relationships/customXml" Target="../ink/ink1407.xml"/><Relationship Id="rId71" Type="http://schemas.openxmlformats.org/officeDocument/2006/relationships/customXml" Target="../ink/ink1238.xml"/><Relationship Id="rId92" Type="http://schemas.openxmlformats.org/officeDocument/2006/relationships/image" Target="../media/image1198.png"/><Relationship Id="rId213" Type="http://schemas.openxmlformats.org/officeDocument/2006/relationships/customXml" Target="../ink/ink1309.xml"/><Relationship Id="rId234" Type="http://schemas.openxmlformats.org/officeDocument/2006/relationships/image" Target="../media/image1269.png"/><Relationship Id="rId420" Type="http://schemas.openxmlformats.org/officeDocument/2006/relationships/image" Target="../media/image1362.png"/><Relationship Id="rId2" Type="http://schemas.openxmlformats.org/officeDocument/2006/relationships/image" Target="../media/image2500.png"/><Relationship Id="rId29" Type="http://schemas.openxmlformats.org/officeDocument/2006/relationships/customXml" Target="../ink/ink1217.xml"/><Relationship Id="rId255" Type="http://schemas.openxmlformats.org/officeDocument/2006/relationships/customXml" Target="../ink/ink1330.xml"/><Relationship Id="rId276" Type="http://schemas.openxmlformats.org/officeDocument/2006/relationships/image" Target="../media/image1290.png"/><Relationship Id="rId297" Type="http://schemas.openxmlformats.org/officeDocument/2006/relationships/customXml" Target="../ink/ink1351.xml"/><Relationship Id="rId40" Type="http://schemas.openxmlformats.org/officeDocument/2006/relationships/image" Target="../media/image1172.png"/><Relationship Id="rId115" Type="http://schemas.openxmlformats.org/officeDocument/2006/relationships/customXml" Target="../ink/ink1260.xml"/><Relationship Id="rId136" Type="http://schemas.openxmlformats.org/officeDocument/2006/relationships/image" Target="../media/image1220.png"/><Relationship Id="rId157" Type="http://schemas.openxmlformats.org/officeDocument/2006/relationships/customXml" Target="../ink/ink1281.xml"/><Relationship Id="rId178" Type="http://schemas.openxmlformats.org/officeDocument/2006/relationships/image" Target="../media/image1241.png"/><Relationship Id="rId301" Type="http://schemas.openxmlformats.org/officeDocument/2006/relationships/customXml" Target="../ink/ink1353.xml"/><Relationship Id="rId322" Type="http://schemas.openxmlformats.org/officeDocument/2006/relationships/image" Target="../media/image1313.png"/><Relationship Id="rId343" Type="http://schemas.openxmlformats.org/officeDocument/2006/relationships/customXml" Target="../ink/ink1374.xml"/><Relationship Id="rId364" Type="http://schemas.openxmlformats.org/officeDocument/2006/relationships/image" Target="../media/image1334.png"/><Relationship Id="rId61" Type="http://schemas.openxmlformats.org/officeDocument/2006/relationships/customXml" Target="../ink/ink1233.xml"/><Relationship Id="rId82" Type="http://schemas.openxmlformats.org/officeDocument/2006/relationships/image" Target="../media/image1193.png"/><Relationship Id="rId199" Type="http://schemas.openxmlformats.org/officeDocument/2006/relationships/customXml" Target="../ink/ink1302.xml"/><Relationship Id="rId203" Type="http://schemas.openxmlformats.org/officeDocument/2006/relationships/customXml" Target="../ink/ink1304.xml"/><Relationship Id="rId385" Type="http://schemas.openxmlformats.org/officeDocument/2006/relationships/customXml" Target="../ink/ink1395.xml"/><Relationship Id="rId19" Type="http://schemas.openxmlformats.org/officeDocument/2006/relationships/customXml" Target="../ink/ink1212.xml"/><Relationship Id="rId224" Type="http://schemas.openxmlformats.org/officeDocument/2006/relationships/image" Target="../media/image1264.png"/><Relationship Id="rId245" Type="http://schemas.openxmlformats.org/officeDocument/2006/relationships/customXml" Target="../ink/ink1325.xml"/><Relationship Id="rId266" Type="http://schemas.openxmlformats.org/officeDocument/2006/relationships/image" Target="../media/image1285.png"/><Relationship Id="rId287" Type="http://schemas.openxmlformats.org/officeDocument/2006/relationships/customXml" Target="../ink/ink1346.xml"/><Relationship Id="rId410" Type="http://schemas.openxmlformats.org/officeDocument/2006/relationships/image" Target="../media/image1357.png"/><Relationship Id="rId30" Type="http://schemas.openxmlformats.org/officeDocument/2006/relationships/image" Target="../media/image1167.png"/><Relationship Id="rId105" Type="http://schemas.openxmlformats.org/officeDocument/2006/relationships/customXml" Target="../ink/ink1255.xml"/><Relationship Id="rId126" Type="http://schemas.openxmlformats.org/officeDocument/2006/relationships/image" Target="../media/image1215.png"/><Relationship Id="rId147" Type="http://schemas.openxmlformats.org/officeDocument/2006/relationships/customXml" Target="../ink/ink1276.xml"/><Relationship Id="rId168" Type="http://schemas.openxmlformats.org/officeDocument/2006/relationships/image" Target="../media/image1236.png"/><Relationship Id="rId312" Type="http://schemas.openxmlformats.org/officeDocument/2006/relationships/image" Target="../media/image1308.png"/><Relationship Id="rId333" Type="http://schemas.openxmlformats.org/officeDocument/2006/relationships/customXml" Target="../ink/ink1369.xml"/><Relationship Id="rId354" Type="http://schemas.openxmlformats.org/officeDocument/2006/relationships/image" Target="../media/image1329.png"/><Relationship Id="rId51" Type="http://schemas.openxmlformats.org/officeDocument/2006/relationships/customXml" Target="../ink/ink1228.xml"/><Relationship Id="rId72" Type="http://schemas.openxmlformats.org/officeDocument/2006/relationships/image" Target="../media/image1188.png"/><Relationship Id="rId93" Type="http://schemas.openxmlformats.org/officeDocument/2006/relationships/customXml" Target="../ink/ink1249.xml"/><Relationship Id="rId189" Type="http://schemas.openxmlformats.org/officeDocument/2006/relationships/customXml" Target="../ink/ink1297.xml"/><Relationship Id="rId375" Type="http://schemas.openxmlformats.org/officeDocument/2006/relationships/customXml" Target="../ink/ink1390.xml"/><Relationship Id="rId396" Type="http://schemas.openxmlformats.org/officeDocument/2006/relationships/image" Target="../media/image1350.png"/><Relationship Id="rId3" Type="http://schemas.openxmlformats.org/officeDocument/2006/relationships/customXml" Target="../ink/ink1204.xml"/><Relationship Id="rId214" Type="http://schemas.openxmlformats.org/officeDocument/2006/relationships/image" Target="../media/image1259.png"/><Relationship Id="rId235" Type="http://schemas.openxmlformats.org/officeDocument/2006/relationships/customXml" Target="../ink/ink1320.xml"/><Relationship Id="rId256" Type="http://schemas.openxmlformats.org/officeDocument/2006/relationships/image" Target="../media/image1280.png"/><Relationship Id="rId277" Type="http://schemas.openxmlformats.org/officeDocument/2006/relationships/customXml" Target="../ink/ink1341.xml"/><Relationship Id="rId298" Type="http://schemas.openxmlformats.org/officeDocument/2006/relationships/image" Target="../media/image1301.png"/><Relationship Id="rId400" Type="http://schemas.openxmlformats.org/officeDocument/2006/relationships/image" Target="../media/image1352.png"/><Relationship Id="rId421" Type="http://schemas.openxmlformats.org/officeDocument/2006/relationships/customXml" Target="../ink/ink1413.xml"/><Relationship Id="rId116" Type="http://schemas.openxmlformats.org/officeDocument/2006/relationships/image" Target="../media/image1210.png"/><Relationship Id="rId137" Type="http://schemas.openxmlformats.org/officeDocument/2006/relationships/customXml" Target="../ink/ink1271.xml"/><Relationship Id="rId158" Type="http://schemas.openxmlformats.org/officeDocument/2006/relationships/image" Target="../media/image1231.png"/><Relationship Id="rId302" Type="http://schemas.openxmlformats.org/officeDocument/2006/relationships/image" Target="../media/image1303.png"/><Relationship Id="rId323" Type="http://schemas.openxmlformats.org/officeDocument/2006/relationships/customXml" Target="../ink/ink1364.xml"/><Relationship Id="rId344" Type="http://schemas.openxmlformats.org/officeDocument/2006/relationships/image" Target="../media/image1324.png"/><Relationship Id="rId20" Type="http://schemas.openxmlformats.org/officeDocument/2006/relationships/image" Target="../media/image1162.png"/><Relationship Id="rId41" Type="http://schemas.openxmlformats.org/officeDocument/2006/relationships/customXml" Target="../ink/ink1223.xml"/><Relationship Id="rId62" Type="http://schemas.openxmlformats.org/officeDocument/2006/relationships/image" Target="../media/image1183.png"/><Relationship Id="rId83" Type="http://schemas.openxmlformats.org/officeDocument/2006/relationships/customXml" Target="../ink/ink1244.xml"/><Relationship Id="rId179" Type="http://schemas.openxmlformats.org/officeDocument/2006/relationships/customXml" Target="../ink/ink1292.xml"/><Relationship Id="rId365" Type="http://schemas.openxmlformats.org/officeDocument/2006/relationships/customXml" Target="../ink/ink1385.xml"/><Relationship Id="rId386" Type="http://schemas.openxmlformats.org/officeDocument/2006/relationships/image" Target="../media/image1345.png"/><Relationship Id="rId190" Type="http://schemas.openxmlformats.org/officeDocument/2006/relationships/image" Target="../media/image1247.png"/><Relationship Id="rId204" Type="http://schemas.openxmlformats.org/officeDocument/2006/relationships/image" Target="../media/image1254.png"/><Relationship Id="rId225" Type="http://schemas.openxmlformats.org/officeDocument/2006/relationships/customXml" Target="../ink/ink1315.xml"/><Relationship Id="rId246" Type="http://schemas.openxmlformats.org/officeDocument/2006/relationships/image" Target="../media/image1275.png"/><Relationship Id="rId267" Type="http://schemas.openxmlformats.org/officeDocument/2006/relationships/customXml" Target="../ink/ink1336.xml"/><Relationship Id="rId288" Type="http://schemas.openxmlformats.org/officeDocument/2006/relationships/image" Target="../media/image1296.png"/><Relationship Id="rId411" Type="http://schemas.openxmlformats.org/officeDocument/2006/relationships/customXml" Target="../ink/ink1408.xml"/><Relationship Id="rId106" Type="http://schemas.openxmlformats.org/officeDocument/2006/relationships/image" Target="../media/image1205.png"/><Relationship Id="rId127" Type="http://schemas.openxmlformats.org/officeDocument/2006/relationships/customXml" Target="../ink/ink1266.xml"/><Relationship Id="rId313" Type="http://schemas.openxmlformats.org/officeDocument/2006/relationships/customXml" Target="../ink/ink1359.xml"/><Relationship Id="rId10" Type="http://schemas.openxmlformats.org/officeDocument/2006/relationships/image" Target="../media/image1157.png"/><Relationship Id="rId31" Type="http://schemas.openxmlformats.org/officeDocument/2006/relationships/customXml" Target="../ink/ink1218.xml"/><Relationship Id="rId52" Type="http://schemas.openxmlformats.org/officeDocument/2006/relationships/image" Target="../media/image1178.png"/><Relationship Id="rId73" Type="http://schemas.openxmlformats.org/officeDocument/2006/relationships/customXml" Target="../ink/ink1239.xml"/><Relationship Id="rId94" Type="http://schemas.openxmlformats.org/officeDocument/2006/relationships/image" Target="../media/image1199.png"/><Relationship Id="rId148" Type="http://schemas.openxmlformats.org/officeDocument/2006/relationships/image" Target="../media/image1226.png"/><Relationship Id="rId169" Type="http://schemas.openxmlformats.org/officeDocument/2006/relationships/customXml" Target="../ink/ink1287.xml"/><Relationship Id="rId334" Type="http://schemas.openxmlformats.org/officeDocument/2006/relationships/image" Target="../media/image1319.png"/><Relationship Id="rId355" Type="http://schemas.openxmlformats.org/officeDocument/2006/relationships/customXml" Target="../ink/ink1380.xml"/><Relationship Id="rId376" Type="http://schemas.openxmlformats.org/officeDocument/2006/relationships/image" Target="../media/image1340.png"/><Relationship Id="rId397" Type="http://schemas.openxmlformats.org/officeDocument/2006/relationships/customXml" Target="../ink/ink1401.xml"/><Relationship Id="rId4" Type="http://schemas.openxmlformats.org/officeDocument/2006/relationships/image" Target="../media/image1154.png"/><Relationship Id="rId180" Type="http://schemas.openxmlformats.org/officeDocument/2006/relationships/image" Target="../media/image1242.png"/><Relationship Id="rId215" Type="http://schemas.openxmlformats.org/officeDocument/2006/relationships/customXml" Target="../ink/ink1310.xml"/><Relationship Id="rId236" Type="http://schemas.openxmlformats.org/officeDocument/2006/relationships/image" Target="../media/image1270.png"/><Relationship Id="rId257" Type="http://schemas.openxmlformats.org/officeDocument/2006/relationships/customXml" Target="../ink/ink1331.xml"/><Relationship Id="rId278" Type="http://schemas.openxmlformats.org/officeDocument/2006/relationships/image" Target="../media/image1291.png"/><Relationship Id="rId401" Type="http://schemas.openxmlformats.org/officeDocument/2006/relationships/customXml" Target="../ink/ink1403.xml"/><Relationship Id="rId422" Type="http://schemas.openxmlformats.org/officeDocument/2006/relationships/image" Target="../media/image1363.png"/><Relationship Id="rId303" Type="http://schemas.openxmlformats.org/officeDocument/2006/relationships/customXml" Target="../ink/ink1354.xml"/><Relationship Id="rId42" Type="http://schemas.openxmlformats.org/officeDocument/2006/relationships/image" Target="../media/image1173.png"/><Relationship Id="rId84" Type="http://schemas.openxmlformats.org/officeDocument/2006/relationships/image" Target="../media/image1194.png"/><Relationship Id="rId138" Type="http://schemas.openxmlformats.org/officeDocument/2006/relationships/image" Target="../media/image1221.png"/><Relationship Id="rId345" Type="http://schemas.openxmlformats.org/officeDocument/2006/relationships/customXml" Target="../ink/ink1375.xml"/><Relationship Id="rId387" Type="http://schemas.openxmlformats.org/officeDocument/2006/relationships/customXml" Target="../ink/ink1396.xml"/><Relationship Id="rId191" Type="http://schemas.openxmlformats.org/officeDocument/2006/relationships/customXml" Target="../ink/ink1298.xml"/><Relationship Id="rId205" Type="http://schemas.openxmlformats.org/officeDocument/2006/relationships/customXml" Target="../ink/ink1305.xml"/><Relationship Id="rId247" Type="http://schemas.openxmlformats.org/officeDocument/2006/relationships/customXml" Target="../ink/ink1326.xml"/><Relationship Id="rId412" Type="http://schemas.openxmlformats.org/officeDocument/2006/relationships/image" Target="../media/image1358.png"/><Relationship Id="rId107" Type="http://schemas.openxmlformats.org/officeDocument/2006/relationships/customXml" Target="../ink/ink1256.xml"/><Relationship Id="rId289" Type="http://schemas.openxmlformats.org/officeDocument/2006/relationships/customXml" Target="../ink/ink1347.xml"/><Relationship Id="rId11" Type="http://schemas.openxmlformats.org/officeDocument/2006/relationships/customXml" Target="../ink/ink1208.xml"/><Relationship Id="rId53" Type="http://schemas.openxmlformats.org/officeDocument/2006/relationships/customXml" Target="../ink/ink1229.xml"/><Relationship Id="rId149" Type="http://schemas.openxmlformats.org/officeDocument/2006/relationships/customXml" Target="../ink/ink1277.xml"/><Relationship Id="rId314" Type="http://schemas.openxmlformats.org/officeDocument/2006/relationships/image" Target="../media/image1309.png"/><Relationship Id="rId356" Type="http://schemas.openxmlformats.org/officeDocument/2006/relationships/image" Target="../media/image1330.png"/><Relationship Id="rId398" Type="http://schemas.openxmlformats.org/officeDocument/2006/relationships/image" Target="../media/image1351.png"/><Relationship Id="rId95" Type="http://schemas.openxmlformats.org/officeDocument/2006/relationships/customXml" Target="../ink/ink1250.xml"/><Relationship Id="rId160" Type="http://schemas.openxmlformats.org/officeDocument/2006/relationships/image" Target="../media/image1232.png"/><Relationship Id="rId216" Type="http://schemas.openxmlformats.org/officeDocument/2006/relationships/image" Target="../media/image1260.png"/><Relationship Id="rId258" Type="http://schemas.openxmlformats.org/officeDocument/2006/relationships/image" Target="../media/image1281.png"/><Relationship Id="rId22" Type="http://schemas.openxmlformats.org/officeDocument/2006/relationships/image" Target="../media/image1163.png"/><Relationship Id="rId64" Type="http://schemas.openxmlformats.org/officeDocument/2006/relationships/image" Target="../media/image1184.png"/><Relationship Id="rId118" Type="http://schemas.openxmlformats.org/officeDocument/2006/relationships/image" Target="../media/image1211.png"/><Relationship Id="rId325" Type="http://schemas.openxmlformats.org/officeDocument/2006/relationships/customXml" Target="../ink/ink1365.xml"/><Relationship Id="rId367" Type="http://schemas.openxmlformats.org/officeDocument/2006/relationships/customXml" Target="../ink/ink1386.xml"/><Relationship Id="rId171" Type="http://schemas.openxmlformats.org/officeDocument/2006/relationships/customXml" Target="../ink/ink1288.xml"/><Relationship Id="rId227" Type="http://schemas.openxmlformats.org/officeDocument/2006/relationships/customXml" Target="../ink/ink1316.xml"/><Relationship Id="rId269" Type="http://schemas.openxmlformats.org/officeDocument/2006/relationships/customXml" Target="../ink/ink1337.xml"/><Relationship Id="rId33" Type="http://schemas.openxmlformats.org/officeDocument/2006/relationships/customXml" Target="../ink/ink1219.xml"/><Relationship Id="rId129" Type="http://schemas.openxmlformats.org/officeDocument/2006/relationships/customXml" Target="../ink/ink1267.xml"/><Relationship Id="rId280" Type="http://schemas.openxmlformats.org/officeDocument/2006/relationships/image" Target="../media/image1292.png"/><Relationship Id="rId336" Type="http://schemas.openxmlformats.org/officeDocument/2006/relationships/image" Target="../media/image1320.png"/><Relationship Id="rId75" Type="http://schemas.openxmlformats.org/officeDocument/2006/relationships/customXml" Target="../ink/ink1240.xml"/><Relationship Id="rId140" Type="http://schemas.openxmlformats.org/officeDocument/2006/relationships/image" Target="../media/image1222.png"/><Relationship Id="rId182" Type="http://schemas.openxmlformats.org/officeDocument/2006/relationships/image" Target="../media/image1243.png"/><Relationship Id="rId378" Type="http://schemas.openxmlformats.org/officeDocument/2006/relationships/image" Target="../media/image1341.png"/><Relationship Id="rId403" Type="http://schemas.openxmlformats.org/officeDocument/2006/relationships/customXml" Target="../ink/ink1404.xml"/><Relationship Id="rId6" Type="http://schemas.openxmlformats.org/officeDocument/2006/relationships/image" Target="../media/image1155.png"/><Relationship Id="rId238" Type="http://schemas.openxmlformats.org/officeDocument/2006/relationships/image" Target="../media/image1271.png"/><Relationship Id="rId291" Type="http://schemas.openxmlformats.org/officeDocument/2006/relationships/customXml" Target="../ink/ink1348.xml"/><Relationship Id="rId305" Type="http://schemas.openxmlformats.org/officeDocument/2006/relationships/customXml" Target="../ink/ink1355.xml"/><Relationship Id="rId347" Type="http://schemas.openxmlformats.org/officeDocument/2006/relationships/customXml" Target="../ink/ink1376.xml"/><Relationship Id="rId44" Type="http://schemas.openxmlformats.org/officeDocument/2006/relationships/image" Target="../media/image1174.png"/><Relationship Id="rId86" Type="http://schemas.openxmlformats.org/officeDocument/2006/relationships/image" Target="../media/image1195.png"/><Relationship Id="rId151" Type="http://schemas.openxmlformats.org/officeDocument/2006/relationships/customXml" Target="../ink/ink1278.xml"/><Relationship Id="rId389" Type="http://schemas.openxmlformats.org/officeDocument/2006/relationships/customXml" Target="../ink/ink1397.xml"/><Relationship Id="rId193" Type="http://schemas.openxmlformats.org/officeDocument/2006/relationships/customXml" Target="../ink/ink1299.xml"/><Relationship Id="rId207" Type="http://schemas.openxmlformats.org/officeDocument/2006/relationships/customXml" Target="../ink/ink1306.xml"/><Relationship Id="rId249" Type="http://schemas.openxmlformats.org/officeDocument/2006/relationships/customXml" Target="../ink/ink1327.xml"/><Relationship Id="rId414" Type="http://schemas.openxmlformats.org/officeDocument/2006/relationships/image" Target="../media/image1359.png"/><Relationship Id="rId13" Type="http://schemas.openxmlformats.org/officeDocument/2006/relationships/customXml" Target="../ink/ink1209.xml"/><Relationship Id="rId109" Type="http://schemas.openxmlformats.org/officeDocument/2006/relationships/customXml" Target="../ink/ink1257.xml"/><Relationship Id="rId260" Type="http://schemas.openxmlformats.org/officeDocument/2006/relationships/image" Target="../media/image1282.png"/><Relationship Id="rId316" Type="http://schemas.openxmlformats.org/officeDocument/2006/relationships/image" Target="../media/image1310.png"/><Relationship Id="rId55" Type="http://schemas.openxmlformats.org/officeDocument/2006/relationships/customXml" Target="../ink/ink1230.xml"/><Relationship Id="rId97" Type="http://schemas.openxmlformats.org/officeDocument/2006/relationships/customXml" Target="../ink/ink1251.xml"/><Relationship Id="rId120" Type="http://schemas.openxmlformats.org/officeDocument/2006/relationships/image" Target="../media/image1212.png"/><Relationship Id="rId358" Type="http://schemas.openxmlformats.org/officeDocument/2006/relationships/image" Target="../media/image1331.png"/><Relationship Id="rId162" Type="http://schemas.openxmlformats.org/officeDocument/2006/relationships/image" Target="../media/image1233.png"/><Relationship Id="rId218" Type="http://schemas.openxmlformats.org/officeDocument/2006/relationships/image" Target="../media/image1261.png"/><Relationship Id="rId271" Type="http://schemas.openxmlformats.org/officeDocument/2006/relationships/customXml" Target="../ink/ink1338.xml"/><Relationship Id="rId24" Type="http://schemas.openxmlformats.org/officeDocument/2006/relationships/image" Target="../media/image1164.png"/><Relationship Id="rId66" Type="http://schemas.openxmlformats.org/officeDocument/2006/relationships/image" Target="../media/image1185.png"/><Relationship Id="rId131" Type="http://schemas.openxmlformats.org/officeDocument/2006/relationships/customXml" Target="../ink/ink1268.xml"/><Relationship Id="rId327" Type="http://schemas.openxmlformats.org/officeDocument/2006/relationships/customXml" Target="../ink/ink1366.xml"/><Relationship Id="rId369" Type="http://schemas.openxmlformats.org/officeDocument/2006/relationships/customXml" Target="../ink/ink1387.xml"/><Relationship Id="rId173" Type="http://schemas.openxmlformats.org/officeDocument/2006/relationships/customXml" Target="../ink/ink1289.xml"/><Relationship Id="rId229" Type="http://schemas.openxmlformats.org/officeDocument/2006/relationships/customXml" Target="../ink/ink1317.xml"/><Relationship Id="rId380" Type="http://schemas.openxmlformats.org/officeDocument/2006/relationships/image" Target="../media/image1342.png"/><Relationship Id="rId240" Type="http://schemas.openxmlformats.org/officeDocument/2006/relationships/image" Target="../media/image1272.png"/><Relationship Id="rId35" Type="http://schemas.openxmlformats.org/officeDocument/2006/relationships/customXml" Target="../ink/ink1220.xml"/><Relationship Id="rId77" Type="http://schemas.openxmlformats.org/officeDocument/2006/relationships/customXml" Target="../ink/ink1241.xml"/><Relationship Id="rId100" Type="http://schemas.openxmlformats.org/officeDocument/2006/relationships/image" Target="../media/image1202.png"/><Relationship Id="rId282" Type="http://schemas.openxmlformats.org/officeDocument/2006/relationships/image" Target="../media/image1293.png"/><Relationship Id="rId338" Type="http://schemas.openxmlformats.org/officeDocument/2006/relationships/image" Target="../media/image1321.png"/><Relationship Id="rId8" Type="http://schemas.openxmlformats.org/officeDocument/2006/relationships/image" Target="../media/image1156.png"/><Relationship Id="rId142" Type="http://schemas.openxmlformats.org/officeDocument/2006/relationships/image" Target="../media/image1223.png"/><Relationship Id="rId184" Type="http://schemas.openxmlformats.org/officeDocument/2006/relationships/image" Target="../media/image1244.png"/><Relationship Id="rId391" Type="http://schemas.openxmlformats.org/officeDocument/2006/relationships/customXml" Target="../ink/ink1398.xml"/><Relationship Id="rId405" Type="http://schemas.openxmlformats.org/officeDocument/2006/relationships/customXml" Target="../ink/ink1405.xml"/><Relationship Id="rId251" Type="http://schemas.openxmlformats.org/officeDocument/2006/relationships/customXml" Target="../ink/ink1328.xml"/><Relationship Id="rId46" Type="http://schemas.openxmlformats.org/officeDocument/2006/relationships/image" Target="../media/image1175.png"/><Relationship Id="rId293" Type="http://schemas.openxmlformats.org/officeDocument/2006/relationships/customXml" Target="../ink/ink1349.xml"/><Relationship Id="rId307" Type="http://schemas.openxmlformats.org/officeDocument/2006/relationships/customXml" Target="../ink/ink1356.xml"/><Relationship Id="rId349" Type="http://schemas.openxmlformats.org/officeDocument/2006/relationships/customXml" Target="../ink/ink1377.xml"/><Relationship Id="rId88" Type="http://schemas.openxmlformats.org/officeDocument/2006/relationships/image" Target="../media/image1196.png"/><Relationship Id="rId111" Type="http://schemas.openxmlformats.org/officeDocument/2006/relationships/customXml" Target="../ink/ink1258.xml"/><Relationship Id="rId153" Type="http://schemas.openxmlformats.org/officeDocument/2006/relationships/customXml" Target="../ink/ink1279.xml"/><Relationship Id="rId195" Type="http://schemas.openxmlformats.org/officeDocument/2006/relationships/customXml" Target="../ink/ink1300.xml"/><Relationship Id="rId209" Type="http://schemas.openxmlformats.org/officeDocument/2006/relationships/customXml" Target="../ink/ink1307.xml"/><Relationship Id="rId360" Type="http://schemas.openxmlformats.org/officeDocument/2006/relationships/image" Target="../media/image1332.png"/><Relationship Id="rId416" Type="http://schemas.openxmlformats.org/officeDocument/2006/relationships/image" Target="../media/image1360.png"/><Relationship Id="rId220" Type="http://schemas.openxmlformats.org/officeDocument/2006/relationships/image" Target="../media/image1262.png"/><Relationship Id="rId15" Type="http://schemas.openxmlformats.org/officeDocument/2006/relationships/customXml" Target="../ink/ink1210.xml"/><Relationship Id="rId57" Type="http://schemas.openxmlformats.org/officeDocument/2006/relationships/customXml" Target="../ink/ink1231.xml"/><Relationship Id="rId262" Type="http://schemas.openxmlformats.org/officeDocument/2006/relationships/image" Target="../media/image1283.png"/><Relationship Id="rId318" Type="http://schemas.openxmlformats.org/officeDocument/2006/relationships/image" Target="../media/image1311.png"/><Relationship Id="rId99" Type="http://schemas.openxmlformats.org/officeDocument/2006/relationships/customXml" Target="../ink/ink1252.xml"/><Relationship Id="rId122" Type="http://schemas.openxmlformats.org/officeDocument/2006/relationships/image" Target="../media/image1213.png"/><Relationship Id="rId164" Type="http://schemas.openxmlformats.org/officeDocument/2006/relationships/image" Target="../media/image1234.png"/><Relationship Id="rId371" Type="http://schemas.openxmlformats.org/officeDocument/2006/relationships/customXml" Target="../ink/ink1388.xml"/><Relationship Id="rId26" Type="http://schemas.openxmlformats.org/officeDocument/2006/relationships/image" Target="../media/image1165.png"/><Relationship Id="rId231" Type="http://schemas.openxmlformats.org/officeDocument/2006/relationships/customXml" Target="../ink/ink1318.xml"/><Relationship Id="rId273" Type="http://schemas.openxmlformats.org/officeDocument/2006/relationships/customXml" Target="../ink/ink1339.xml"/><Relationship Id="rId329" Type="http://schemas.openxmlformats.org/officeDocument/2006/relationships/customXml" Target="../ink/ink1367.xml"/><Relationship Id="rId68" Type="http://schemas.openxmlformats.org/officeDocument/2006/relationships/image" Target="../media/image1186.png"/><Relationship Id="rId133" Type="http://schemas.openxmlformats.org/officeDocument/2006/relationships/customXml" Target="../ink/ink1269.xml"/><Relationship Id="rId175" Type="http://schemas.openxmlformats.org/officeDocument/2006/relationships/customXml" Target="../ink/ink1290.xml"/><Relationship Id="rId340" Type="http://schemas.openxmlformats.org/officeDocument/2006/relationships/image" Target="../media/image1322.png"/><Relationship Id="rId200" Type="http://schemas.openxmlformats.org/officeDocument/2006/relationships/image" Target="../media/image1252.png"/><Relationship Id="rId382" Type="http://schemas.openxmlformats.org/officeDocument/2006/relationships/image" Target="../media/image1343.png"/><Relationship Id="rId242" Type="http://schemas.openxmlformats.org/officeDocument/2006/relationships/image" Target="../media/image1273.png"/><Relationship Id="rId284" Type="http://schemas.openxmlformats.org/officeDocument/2006/relationships/image" Target="../media/image1294.png"/><Relationship Id="rId37" Type="http://schemas.openxmlformats.org/officeDocument/2006/relationships/customXml" Target="../ink/ink1221.xml"/><Relationship Id="rId79" Type="http://schemas.openxmlformats.org/officeDocument/2006/relationships/customXml" Target="../ink/ink1242.xml"/><Relationship Id="rId102" Type="http://schemas.openxmlformats.org/officeDocument/2006/relationships/image" Target="../media/image1203.png"/><Relationship Id="rId144" Type="http://schemas.openxmlformats.org/officeDocument/2006/relationships/image" Target="../media/image1224.png"/><Relationship Id="rId90" Type="http://schemas.openxmlformats.org/officeDocument/2006/relationships/image" Target="../media/image1197.png"/><Relationship Id="rId186" Type="http://schemas.openxmlformats.org/officeDocument/2006/relationships/image" Target="../media/image1245.png"/><Relationship Id="rId351" Type="http://schemas.openxmlformats.org/officeDocument/2006/relationships/customXml" Target="../ink/ink1378.xml"/><Relationship Id="rId393" Type="http://schemas.openxmlformats.org/officeDocument/2006/relationships/customXml" Target="../ink/ink1399.xml"/><Relationship Id="rId407" Type="http://schemas.openxmlformats.org/officeDocument/2006/relationships/customXml" Target="../ink/ink1406.xml"/><Relationship Id="rId211" Type="http://schemas.openxmlformats.org/officeDocument/2006/relationships/customXml" Target="../ink/ink1308.xml"/><Relationship Id="rId253" Type="http://schemas.openxmlformats.org/officeDocument/2006/relationships/customXml" Target="../ink/ink1329.xml"/><Relationship Id="rId295" Type="http://schemas.openxmlformats.org/officeDocument/2006/relationships/customXml" Target="../ink/ink1350.xml"/><Relationship Id="rId309" Type="http://schemas.openxmlformats.org/officeDocument/2006/relationships/customXml" Target="../ink/ink1357.xml"/><Relationship Id="rId48" Type="http://schemas.openxmlformats.org/officeDocument/2006/relationships/image" Target="../media/image1176.png"/><Relationship Id="rId113" Type="http://schemas.openxmlformats.org/officeDocument/2006/relationships/customXml" Target="../ink/ink1259.xml"/><Relationship Id="rId320" Type="http://schemas.openxmlformats.org/officeDocument/2006/relationships/image" Target="../media/image1312.png"/><Relationship Id="rId155" Type="http://schemas.openxmlformats.org/officeDocument/2006/relationships/customXml" Target="../ink/ink1280.xml"/><Relationship Id="rId197" Type="http://schemas.openxmlformats.org/officeDocument/2006/relationships/customXml" Target="../ink/ink1301.xml"/><Relationship Id="rId362" Type="http://schemas.openxmlformats.org/officeDocument/2006/relationships/image" Target="../media/image1333.png"/><Relationship Id="rId418" Type="http://schemas.openxmlformats.org/officeDocument/2006/relationships/image" Target="../media/image1361.png"/><Relationship Id="rId222" Type="http://schemas.openxmlformats.org/officeDocument/2006/relationships/image" Target="../media/image1263.png"/><Relationship Id="rId264" Type="http://schemas.openxmlformats.org/officeDocument/2006/relationships/image" Target="../media/image1284.png"/></Relationships>
</file>

<file path=ppt/slides/_rels/slide14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471.xml"/><Relationship Id="rId21" Type="http://schemas.openxmlformats.org/officeDocument/2006/relationships/customXml" Target="../ink/ink1423.xml"/><Relationship Id="rId42" Type="http://schemas.openxmlformats.org/officeDocument/2006/relationships/image" Target="../media/image11421.png"/><Relationship Id="rId63" Type="http://schemas.openxmlformats.org/officeDocument/2006/relationships/customXml" Target="../ink/ink1444.xml"/><Relationship Id="rId84" Type="http://schemas.openxmlformats.org/officeDocument/2006/relationships/image" Target="../media/image11631.png"/><Relationship Id="rId138" Type="http://schemas.openxmlformats.org/officeDocument/2006/relationships/image" Target="../media/image1387.png"/><Relationship Id="rId159" Type="http://schemas.openxmlformats.org/officeDocument/2006/relationships/customXml" Target="../ink/ink1492.xml"/><Relationship Id="rId107" Type="http://schemas.openxmlformats.org/officeDocument/2006/relationships/customXml" Target="../ink/ink1466.xml"/><Relationship Id="rId11" Type="http://schemas.openxmlformats.org/officeDocument/2006/relationships/customXml" Target="../ink/ink1418.xml"/><Relationship Id="rId32" Type="http://schemas.openxmlformats.org/officeDocument/2006/relationships/image" Target="../media/image11371.png"/><Relationship Id="rId53" Type="http://schemas.openxmlformats.org/officeDocument/2006/relationships/customXml" Target="../ink/ink1439.xml"/><Relationship Id="rId74" Type="http://schemas.openxmlformats.org/officeDocument/2006/relationships/image" Target="../media/image11581.png"/><Relationship Id="rId128" Type="http://schemas.openxmlformats.org/officeDocument/2006/relationships/image" Target="../media/image1382.png"/><Relationship Id="rId149" Type="http://schemas.openxmlformats.org/officeDocument/2006/relationships/customXml" Target="../ink/ink1487.xml"/><Relationship Id="rId5" Type="http://schemas.openxmlformats.org/officeDocument/2006/relationships/customXml" Target="../ink/ink1415.xml"/><Relationship Id="rId95" Type="http://schemas.openxmlformats.org/officeDocument/2006/relationships/customXml" Target="../ink/ink1460.xml"/><Relationship Id="rId160" Type="http://schemas.openxmlformats.org/officeDocument/2006/relationships/image" Target="../media/image1398.png"/><Relationship Id="rId22" Type="http://schemas.openxmlformats.org/officeDocument/2006/relationships/image" Target="../media/image11321.png"/><Relationship Id="rId43" Type="http://schemas.openxmlformats.org/officeDocument/2006/relationships/customXml" Target="../ink/ink1434.xml"/><Relationship Id="rId64" Type="http://schemas.openxmlformats.org/officeDocument/2006/relationships/image" Target="../media/image11531.png"/><Relationship Id="rId118" Type="http://schemas.openxmlformats.org/officeDocument/2006/relationships/image" Target="../media/image1377.png"/><Relationship Id="rId139" Type="http://schemas.openxmlformats.org/officeDocument/2006/relationships/customXml" Target="../ink/ink1482.xml"/><Relationship Id="rId85" Type="http://schemas.openxmlformats.org/officeDocument/2006/relationships/customXml" Target="../ink/ink1455.xml"/><Relationship Id="rId150" Type="http://schemas.openxmlformats.org/officeDocument/2006/relationships/image" Target="../media/image1393.png"/><Relationship Id="rId12" Type="http://schemas.openxmlformats.org/officeDocument/2006/relationships/image" Target="../media/image11271.png"/><Relationship Id="rId17" Type="http://schemas.openxmlformats.org/officeDocument/2006/relationships/customXml" Target="../ink/ink1421.xml"/><Relationship Id="rId33" Type="http://schemas.openxmlformats.org/officeDocument/2006/relationships/customXml" Target="../ink/ink1429.xml"/><Relationship Id="rId38" Type="http://schemas.openxmlformats.org/officeDocument/2006/relationships/image" Target="../media/image11401.png"/><Relationship Id="rId59" Type="http://schemas.openxmlformats.org/officeDocument/2006/relationships/customXml" Target="../ink/ink1442.xml"/><Relationship Id="rId103" Type="http://schemas.openxmlformats.org/officeDocument/2006/relationships/customXml" Target="../ink/ink1464.xml"/><Relationship Id="rId108" Type="http://schemas.openxmlformats.org/officeDocument/2006/relationships/image" Target="../media/image1372.png"/><Relationship Id="rId124" Type="http://schemas.openxmlformats.org/officeDocument/2006/relationships/image" Target="../media/image1380.png"/><Relationship Id="rId129" Type="http://schemas.openxmlformats.org/officeDocument/2006/relationships/customXml" Target="../ink/ink1477.xml"/><Relationship Id="rId54" Type="http://schemas.openxmlformats.org/officeDocument/2006/relationships/image" Target="../media/image11481.png"/><Relationship Id="rId70" Type="http://schemas.openxmlformats.org/officeDocument/2006/relationships/image" Target="../media/image11561.png"/><Relationship Id="rId75" Type="http://schemas.openxmlformats.org/officeDocument/2006/relationships/customXml" Target="../ink/ink1450.xml"/><Relationship Id="rId91" Type="http://schemas.openxmlformats.org/officeDocument/2006/relationships/customXml" Target="../ink/ink1458.xml"/><Relationship Id="rId96" Type="http://schemas.openxmlformats.org/officeDocument/2006/relationships/image" Target="../media/image1366.png"/><Relationship Id="rId140" Type="http://schemas.openxmlformats.org/officeDocument/2006/relationships/image" Target="../media/image1388.png"/><Relationship Id="rId145" Type="http://schemas.openxmlformats.org/officeDocument/2006/relationships/customXml" Target="../ink/ink1485.xml"/><Relationship Id="rId161" Type="http://schemas.openxmlformats.org/officeDocument/2006/relationships/customXml" Target="../ink/ink149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241.png"/><Relationship Id="rId23" Type="http://schemas.openxmlformats.org/officeDocument/2006/relationships/customXml" Target="../ink/ink1424.xml"/><Relationship Id="rId28" Type="http://schemas.openxmlformats.org/officeDocument/2006/relationships/image" Target="../media/image11351.png"/><Relationship Id="rId49" Type="http://schemas.openxmlformats.org/officeDocument/2006/relationships/customXml" Target="../ink/ink1437.xml"/><Relationship Id="rId114" Type="http://schemas.openxmlformats.org/officeDocument/2006/relationships/image" Target="../media/image1375.png"/><Relationship Id="rId119" Type="http://schemas.openxmlformats.org/officeDocument/2006/relationships/customXml" Target="../ink/ink1472.xml"/><Relationship Id="rId44" Type="http://schemas.openxmlformats.org/officeDocument/2006/relationships/image" Target="../media/image11431.png"/><Relationship Id="rId60" Type="http://schemas.openxmlformats.org/officeDocument/2006/relationships/image" Target="../media/image11511.png"/><Relationship Id="rId65" Type="http://schemas.openxmlformats.org/officeDocument/2006/relationships/customXml" Target="../ink/ink1445.xml"/><Relationship Id="rId81" Type="http://schemas.openxmlformats.org/officeDocument/2006/relationships/customXml" Target="../ink/ink1453.xml"/><Relationship Id="rId86" Type="http://schemas.openxmlformats.org/officeDocument/2006/relationships/image" Target="../media/image11641.png"/><Relationship Id="rId130" Type="http://schemas.openxmlformats.org/officeDocument/2006/relationships/image" Target="../media/image1383.png"/><Relationship Id="rId135" Type="http://schemas.openxmlformats.org/officeDocument/2006/relationships/customXml" Target="../ink/ink1480.xml"/><Relationship Id="rId151" Type="http://schemas.openxmlformats.org/officeDocument/2006/relationships/customXml" Target="../ink/ink1488.xml"/><Relationship Id="rId156" Type="http://schemas.openxmlformats.org/officeDocument/2006/relationships/image" Target="../media/image1396.png"/><Relationship Id="rId13" Type="http://schemas.openxmlformats.org/officeDocument/2006/relationships/customXml" Target="../ink/ink1419.xml"/><Relationship Id="rId18" Type="http://schemas.openxmlformats.org/officeDocument/2006/relationships/image" Target="../media/image11301.png"/><Relationship Id="rId39" Type="http://schemas.openxmlformats.org/officeDocument/2006/relationships/customXml" Target="../ink/ink1432.xml"/><Relationship Id="rId109" Type="http://schemas.openxmlformats.org/officeDocument/2006/relationships/customXml" Target="../ink/ink1467.xml"/><Relationship Id="rId34" Type="http://schemas.openxmlformats.org/officeDocument/2006/relationships/image" Target="../media/image11381.png"/><Relationship Id="rId50" Type="http://schemas.openxmlformats.org/officeDocument/2006/relationships/image" Target="../media/image11461.png"/><Relationship Id="rId55" Type="http://schemas.openxmlformats.org/officeDocument/2006/relationships/customXml" Target="../ink/ink1440.xml"/><Relationship Id="rId76" Type="http://schemas.openxmlformats.org/officeDocument/2006/relationships/image" Target="../media/image11591.png"/><Relationship Id="rId97" Type="http://schemas.openxmlformats.org/officeDocument/2006/relationships/customXml" Target="../ink/ink1461.xml"/><Relationship Id="rId104" Type="http://schemas.openxmlformats.org/officeDocument/2006/relationships/image" Target="../media/image1370.png"/><Relationship Id="rId120" Type="http://schemas.openxmlformats.org/officeDocument/2006/relationships/image" Target="../media/image1378.png"/><Relationship Id="rId125" Type="http://schemas.openxmlformats.org/officeDocument/2006/relationships/customXml" Target="../ink/ink1475.xml"/><Relationship Id="rId141" Type="http://schemas.openxmlformats.org/officeDocument/2006/relationships/customXml" Target="../ink/ink1483.xml"/><Relationship Id="rId146" Type="http://schemas.openxmlformats.org/officeDocument/2006/relationships/image" Target="../media/image1391.png"/><Relationship Id="rId7" Type="http://schemas.openxmlformats.org/officeDocument/2006/relationships/customXml" Target="../ink/ink1416.xml"/><Relationship Id="rId71" Type="http://schemas.openxmlformats.org/officeDocument/2006/relationships/customXml" Target="../ink/ink1448.xml"/><Relationship Id="rId92" Type="http://schemas.openxmlformats.org/officeDocument/2006/relationships/image" Target="../media/image11671.png"/><Relationship Id="rId162" Type="http://schemas.openxmlformats.org/officeDocument/2006/relationships/image" Target="../media/image1399.png"/><Relationship Id="rId2" Type="http://schemas.openxmlformats.org/officeDocument/2006/relationships/image" Target="../media/image1364.png"/><Relationship Id="rId29" Type="http://schemas.openxmlformats.org/officeDocument/2006/relationships/customXml" Target="../ink/ink1427.xml"/><Relationship Id="rId24" Type="http://schemas.openxmlformats.org/officeDocument/2006/relationships/image" Target="../media/image11331.png"/><Relationship Id="rId40" Type="http://schemas.openxmlformats.org/officeDocument/2006/relationships/image" Target="../media/image11411.png"/><Relationship Id="rId45" Type="http://schemas.openxmlformats.org/officeDocument/2006/relationships/customXml" Target="../ink/ink1435.xml"/><Relationship Id="rId66" Type="http://schemas.openxmlformats.org/officeDocument/2006/relationships/image" Target="../media/image11541.png"/><Relationship Id="rId87" Type="http://schemas.openxmlformats.org/officeDocument/2006/relationships/customXml" Target="../ink/ink1456.xml"/><Relationship Id="rId110" Type="http://schemas.openxmlformats.org/officeDocument/2006/relationships/image" Target="../media/image1373.png"/><Relationship Id="rId115" Type="http://schemas.openxmlformats.org/officeDocument/2006/relationships/customXml" Target="../ink/ink1470.xml"/><Relationship Id="rId131" Type="http://schemas.openxmlformats.org/officeDocument/2006/relationships/customXml" Target="../ink/ink1478.xml"/><Relationship Id="rId136" Type="http://schemas.openxmlformats.org/officeDocument/2006/relationships/image" Target="../media/image1386.png"/><Relationship Id="rId157" Type="http://schemas.openxmlformats.org/officeDocument/2006/relationships/customXml" Target="../ink/ink1491.xml"/><Relationship Id="rId61" Type="http://schemas.openxmlformats.org/officeDocument/2006/relationships/customXml" Target="../ink/ink1443.xml"/><Relationship Id="rId82" Type="http://schemas.openxmlformats.org/officeDocument/2006/relationships/image" Target="../media/image11621.png"/><Relationship Id="rId152" Type="http://schemas.openxmlformats.org/officeDocument/2006/relationships/image" Target="../media/image1394.png"/><Relationship Id="rId19" Type="http://schemas.openxmlformats.org/officeDocument/2006/relationships/customXml" Target="../ink/ink1422.xml"/><Relationship Id="rId14" Type="http://schemas.openxmlformats.org/officeDocument/2006/relationships/image" Target="../media/image11281.png"/><Relationship Id="rId30" Type="http://schemas.openxmlformats.org/officeDocument/2006/relationships/image" Target="../media/image11361.png"/><Relationship Id="rId35" Type="http://schemas.openxmlformats.org/officeDocument/2006/relationships/customXml" Target="../ink/ink1430.xml"/><Relationship Id="rId56" Type="http://schemas.openxmlformats.org/officeDocument/2006/relationships/image" Target="../media/image11491.png"/><Relationship Id="rId77" Type="http://schemas.openxmlformats.org/officeDocument/2006/relationships/customXml" Target="../ink/ink1451.xml"/><Relationship Id="rId100" Type="http://schemas.openxmlformats.org/officeDocument/2006/relationships/image" Target="../media/image1368.png"/><Relationship Id="rId105" Type="http://schemas.openxmlformats.org/officeDocument/2006/relationships/customXml" Target="../ink/ink1465.xml"/><Relationship Id="rId126" Type="http://schemas.openxmlformats.org/officeDocument/2006/relationships/image" Target="../media/image1381.png"/><Relationship Id="rId147" Type="http://schemas.openxmlformats.org/officeDocument/2006/relationships/customXml" Target="../ink/ink1486.xml"/><Relationship Id="rId8" Type="http://schemas.openxmlformats.org/officeDocument/2006/relationships/image" Target="../media/image11251.png"/><Relationship Id="rId51" Type="http://schemas.openxmlformats.org/officeDocument/2006/relationships/customXml" Target="../ink/ink1438.xml"/><Relationship Id="rId72" Type="http://schemas.openxmlformats.org/officeDocument/2006/relationships/image" Target="../media/image11571.png"/><Relationship Id="rId93" Type="http://schemas.openxmlformats.org/officeDocument/2006/relationships/customXml" Target="../ink/ink1459.xml"/><Relationship Id="rId98" Type="http://schemas.openxmlformats.org/officeDocument/2006/relationships/image" Target="../media/image1367.png"/><Relationship Id="rId121" Type="http://schemas.openxmlformats.org/officeDocument/2006/relationships/customXml" Target="../ink/ink1473.xml"/><Relationship Id="rId142" Type="http://schemas.openxmlformats.org/officeDocument/2006/relationships/image" Target="../media/image1389.png"/><Relationship Id="rId3" Type="http://schemas.openxmlformats.org/officeDocument/2006/relationships/customXml" Target="../ink/ink1414.xml"/><Relationship Id="rId25" Type="http://schemas.openxmlformats.org/officeDocument/2006/relationships/customXml" Target="../ink/ink1425.xml"/><Relationship Id="rId46" Type="http://schemas.openxmlformats.org/officeDocument/2006/relationships/image" Target="../media/image11441.png"/><Relationship Id="rId67" Type="http://schemas.openxmlformats.org/officeDocument/2006/relationships/customXml" Target="../ink/ink1446.xml"/><Relationship Id="rId116" Type="http://schemas.openxmlformats.org/officeDocument/2006/relationships/image" Target="../media/image1376.png"/><Relationship Id="rId137" Type="http://schemas.openxmlformats.org/officeDocument/2006/relationships/customXml" Target="../ink/ink1481.xml"/><Relationship Id="rId158" Type="http://schemas.openxmlformats.org/officeDocument/2006/relationships/image" Target="../media/image1397.png"/><Relationship Id="rId20" Type="http://schemas.openxmlformats.org/officeDocument/2006/relationships/image" Target="../media/image11311.png"/><Relationship Id="rId41" Type="http://schemas.openxmlformats.org/officeDocument/2006/relationships/customXml" Target="../ink/ink1433.xml"/><Relationship Id="rId62" Type="http://schemas.openxmlformats.org/officeDocument/2006/relationships/image" Target="../media/image11521.png"/><Relationship Id="rId83" Type="http://schemas.openxmlformats.org/officeDocument/2006/relationships/customXml" Target="../ink/ink1454.xml"/><Relationship Id="rId88" Type="http://schemas.openxmlformats.org/officeDocument/2006/relationships/image" Target="../media/image11651.png"/><Relationship Id="rId111" Type="http://schemas.openxmlformats.org/officeDocument/2006/relationships/customXml" Target="../ink/ink1468.xml"/><Relationship Id="rId132" Type="http://schemas.openxmlformats.org/officeDocument/2006/relationships/image" Target="../media/image1384.png"/><Relationship Id="rId153" Type="http://schemas.openxmlformats.org/officeDocument/2006/relationships/customXml" Target="../ink/ink1489.xml"/><Relationship Id="rId15" Type="http://schemas.openxmlformats.org/officeDocument/2006/relationships/customXml" Target="../ink/ink1420.xml"/><Relationship Id="rId36" Type="http://schemas.openxmlformats.org/officeDocument/2006/relationships/image" Target="../media/image11391.png"/><Relationship Id="rId57" Type="http://schemas.openxmlformats.org/officeDocument/2006/relationships/customXml" Target="../ink/ink1441.xml"/><Relationship Id="rId106" Type="http://schemas.openxmlformats.org/officeDocument/2006/relationships/image" Target="../media/image1371.png"/><Relationship Id="rId127" Type="http://schemas.openxmlformats.org/officeDocument/2006/relationships/customXml" Target="../ink/ink1476.xml"/><Relationship Id="rId10" Type="http://schemas.openxmlformats.org/officeDocument/2006/relationships/image" Target="../media/image11261.png"/><Relationship Id="rId31" Type="http://schemas.openxmlformats.org/officeDocument/2006/relationships/customXml" Target="../ink/ink1428.xml"/><Relationship Id="rId52" Type="http://schemas.openxmlformats.org/officeDocument/2006/relationships/image" Target="../media/image11471.png"/><Relationship Id="rId73" Type="http://schemas.openxmlformats.org/officeDocument/2006/relationships/customXml" Target="../ink/ink1449.xml"/><Relationship Id="rId78" Type="http://schemas.openxmlformats.org/officeDocument/2006/relationships/image" Target="../media/image11601.png"/><Relationship Id="rId94" Type="http://schemas.openxmlformats.org/officeDocument/2006/relationships/image" Target="../media/image1365.png"/><Relationship Id="rId99" Type="http://schemas.openxmlformats.org/officeDocument/2006/relationships/customXml" Target="../ink/ink1462.xml"/><Relationship Id="rId101" Type="http://schemas.openxmlformats.org/officeDocument/2006/relationships/customXml" Target="../ink/ink1463.xml"/><Relationship Id="rId122" Type="http://schemas.openxmlformats.org/officeDocument/2006/relationships/image" Target="../media/image1379.png"/><Relationship Id="rId143" Type="http://schemas.openxmlformats.org/officeDocument/2006/relationships/customXml" Target="../ink/ink1484.xml"/><Relationship Id="rId148" Type="http://schemas.openxmlformats.org/officeDocument/2006/relationships/image" Target="../media/image1392.png"/><Relationship Id="rId4" Type="http://schemas.openxmlformats.org/officeDocument/2006/relationships/image" Target="../media/image11231.png"/><Relationship Id="rId9" Type="http://schemas.openxmlformats.org/officeDocument/2006/relationships/customXml" Target="../ink/ink1417.xml"/><Relationship Id="rId26" Type="http://schemas.openxmlformats.org/officeDocument/2006/relationships/image" Target="../media/image11341.png"/><Relationship Id="rId47" Type="http://schemas.openxmlformats.org/officeDocument/2006/relationships/customXml" Target="../ink/ink1436.xml"/><Relationship Id="rId68" Type="http://schemas.openxmlformats.org/officeDocument/2006/relationships/image" Target="../media/image11551.png"/><Relationship Id="rId89" Type="http://schemas.openxmlformats.org/officeDocument/2006/relationships/customXml" Target="../ink/ink1457.xml"/><Relationship Id="rId112" Type="http://schemas.openxmlformats.org/officeDocument/2006/relationships/image" Target="../media/image1374.png"/><Relationship Id="rId133" Type="http://schemas.openxmlformats.org/officeDocument/2006/relationships/customXml" Target="../ink/ink1479.xml"/><Relationship Id="rId154" Type="http://schemas.openxmlformats.org/officeDocument/2006/relationships/image" Target="../media/image1395.png"/><Relationship Id="rId16" Type="http://schemas.openxmlformats.org/officeDocument/2006/relationships/image" Target="../media/image11291.png"/><Relationship Id="rId37" Type="http://schemas.openxmlformats.org/officeDocument/2006/relationships/customXml" Target="../ink/ink1431.xml"/><Relationship Id="rId58" Type="http://schemas.openxmlformats.org/officeDocument/2006/relationships/image" Target="../media/image11501.png"/><Relationship Id="rId79" Type="http://schemas.openxmlformats.org/officeDocument/2006/relationships/customXml" Target="../ink/ink1452.xml"/><Relationship Id="rId102" Type="http://schemas.openxmlformats.org/officeDocument/2006/relationships/image" Target="../media/image1369.png"/><Relationship Id="rId123" Type="http://schemas.openxmlformats.org/officeDocument/2006/relationships/customXml" Target="../ink/ink1474.xml"/><Relationship Id="rId144" Type="http://schemas.openxmlformats.org/officeDocument/2006/relationships/image" Target="../media/image1390.png"/><Relationship Id="rId90" Type="http://schemas.openxmlformats.org/officeDocument/2006/relationships/image" Target="../media/image11661.png"/><Relationship Id="rId27" Type="http://schemas.openxmlformats.org/officeDocument/2006/relationships/customXml" Target="../ink/ink1426.xml"/><Relationship Id="rId48" Type="http://schemas.openxmlformats.org/officeDocument/2006/relationships/image" Target="../media/image11451.png"/><Relationship Id="rId69" Type="http://schemas.openxmlformats.org/officeDocument/2006/relationships/customXml" Target="../ink/ink1447.xml"/><Relationship Id="rId113" Type="http://schemas.openxmlformats.org/officeDocument/2006/relationships/customXml" Target="../ink/ink1469.xml"/><Relationship Id="rId134" Type="http://schemas.openxmlformats.org/officeDocument/2006/relationships/image" Target="../media/image1385.png"/><Relationship Id="rId80" Type="http://schemas.openxmlformats.org/officeDocument/2006/relationships/image" Target="../media/image11611.png"/><Relationship Id="rId155" Type="http://schemas.openxmlformats.org/officeDocument/2006/relationships/customXml" Target="../ink/ink1490.xml"/></Relationships>
</file>

<file path=ppt/slides/_rels/slide1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456.png"/><Relationship Id="rId21" Type="http://schemas.openxmlformats.org/officeDocument/2006/relationships/image" Target="../media/image1408.png"/><Relationship Id="rId42" Type="http://schemas.openxmlformats.org/officeDocument/2006/relationships/customXml" Target="../ink/ink1514.xml"/><Relationship Id="rId63" Type="http://schemas.openxmlformats.org/officeDocument/2006/relationships/image" Target="../media/image1429.png"/><Relationship Id="rId84" Type="http://schemas.openxmlformats.org/officeDocument/2006/relationships/customXml" Target="../ink/ink1535.xml"/><Relationship Id="rId138" Type="http://schemas.openxmlformats.org/officeDocument/2006/relationships/customXml" Target="../ink/ink1562.xml"/><Relationship Id="rId159" Type="http://schemas.openxmlformats.org/officeDocument/2006/relationships/image" Target="../media/image1477.png"/><Relationship Id="rId107" Type="http://schemas.openxmlformats.org/officeDocument/2006/relationships/image" Target="../media/image1451.png"/><Relationship Id="rId11" Type="http://schemas.openxmlformats.org/officeDocument/2006/relationships/image" Target="../media/image1404.png"/><Relationship Id="rId32" Type="http://schemas.openxmlformats.org/officeDocument/2006/relationships/customXml" Target="../ink/ink1509.xml"/><Relationship Id="rId53" Type="http://schemas.openxmlformats.org/officeDocument/2006/relationships/image" Target="../media/image1424.png"/><Relationship Id="rId74" Type="http://schemas.openxmlformats.org/officeDocument/2006/relationships/customXml" Target="../ink/ink1530.xml"/><Relationship Id="rId128" Type="http://schemas.openxmlformats.org/officeDocument/2006/relationships/customXml" Target="../ink/ink1557.xml"/><Relationship Id="rId149" Type="http://schemas.openxmlformats.org/officeDocument/2006/relationships/image" Target="../media/image1472.png"/><Relationship Id="rId5" Type="http://schemas.openxmlformats.org/officeDocument/2006/relationships/image" Target="../media/image1401.png"/><Relationship Id="rId95" Type="http://schemas.openxmlformats.org/officeDocument/2006/relationships/image" Target="../media/image1445.png"/><Relationship Id="rId160" Type="http://schemas.openxmlformats.org/officeDocument/2006/relationships/customXml" Target="../ink/ink1573.xml"/><Relationship Id="rId22" Type="http://schemas.openxmlformats.org/officeDocument/2006/relationships/customXml" Target="../ink/ink1504.xml"/><Relationship Id="rId43" Type="http://schemas.openxmlformats.org/officeDocument/2006/relationships/image" Target="../media/image1419.png"/><Relationship Id="rId64" Type="http://schemas.openxmlformats.org/officeDocument/2006/relationships/customXml" Target="../ink/ink1525.xml"/><Relationship Id="rId118" Type="http://schemas.openxmlformats.org/officeDocument/2006/relationships/customXml" Target="../ink/ink1552.xml"/><Relationship Id="rId139" Type="http://schemas.openxmlformats.org/officeDocument/2006/relationships/image" Target="../media/image1467.png"/><Relationship Id="rId85" Type="http://schemas.openxmlformats.org/officeDocument/2006/relationships/image" Target="../media/image1440.png"/><Relationship Id="rId150" Type="http://schemas.openxmlformats.org/officeDocument/2006/relationships/customXml" Target="../ink/ink1568.xml"/><Relationship Id="rId12" Type="http://schemas.openxmlformats.org/officeDocument/2006/relationships/customXml" Target="../ink/ink1499.xml"/><Relationship Id="rId17" Type="http://schemas.openxmlformats.org/officeDocument/2006/relationships/image" Target="../media/image1407.png"/><Relationship Id="rId33" Type="http://schemas.openxmlformats.org/officeDocument/2006/relationships/image" Target="../media/image1414.png"/><Relationship Id="rId38" Type="http://schemas.openxmlformats.org/officeDocument/2006/relationships/customXml" Target="../ink/ink1512.xml"/><Relationship Id="rId59" Type="http://schemas.openxmlformats.org/officeDocument/2006/relationships/image" Target="../media/image1427.png"/><Relationship Id="rId103" Type="http://schemas.openxmlformats.org/officeDocument/2006/relationships/image" Target="../media/image1449.png"/><Relationship Id="rId108" Type="http://schemas.openxmlformats.org/officeDocument/2006/relationships/customXml" Target="../ink/ink1547.xml"/><Relationship Id="rId124" Type="http://schemas.openxmlformats.org/officeDocument/2006/relationships/customXml" Target="../ink/ink1555.xml"/><Relationship Id="rId129" Type="http://schemas.openxmlformats.org/officeDocument/2006/relationships/image" Target="../media/image1462.png"/><Relationship Id="rId54" Type="http://schemas.openxmlformats.org/officeDocument/2006/relationships/customXml" Target="../ink/ink1520.xml"/><Relationship Id="rId70" Type="http://schemas.openxmlformats.org/officeDocument/2006/relationships/customXml" Target="../ink/ink1528.xml"/><Relationship Id="rId75" Type="http://schemas.openxmlformats.org/officeDocument/2006/relationships/image" Target="../media/image1435.png"/><Relationship Id="rId91" Type="http://schemas.openxmlformats.org/officeDocument/2006/relationships/image" Target="../media/image1443.png"/><Relationship Id="rId96" Type="http://schemas.openxmlformats.org/officeDocument/2006/relationships/customXml" Target="../ink/ink1541.xml"/><Relationship Id="rId140" Type="http://schemas.openxmlformats.org/officeDocument/2006/relationships/customXml" Target="../ink/ink1563.xml"/><Relationship Id="rId145" Type="http://schemas.openxmlformats.org/officeDocument/2006/relationships/image" Target="../media/image1470.png"/><Relationship Id="rId161" Type="http://schemas.openxmlformats.org/officeDocument/2006/relationships/image" Target="../media/image1478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496.xml"/><Relationship Id="rId23" Type="http://schemas.openxmlformats.org/officeDocument/2006/relationships/image" Target="../media/image1409.png"/><Relationship Id="rId28" Type="http://schemas.openxmlformats.org/officeDocument/2006/relationships/customXml" Target="../ink/ink1507.xml"/><Relationship Id="rId49" Type="http://schemas.openxmlformats.org/officeDocument/2006/relationships/image" Target="../media/image1422.png"/><Relationship Id="rId114" Type="http://schemas.openxmlformats.org/officeDocument/2006/relationships/customXml" Target="../ink/ink1550.xml"/><Relationship Id="rId119" Type="http://schemas.openxmlformats.org/officeDocument/2006/relationships/image" Target="../media/image1457.png"/><Relationship Id="rId44" Type="http://schemas.openxmlformats.org/officeDocument/2006/relationships/customXml" Target="../ink/ink1515.xml"/><Relationship Id="rId60" Type="http://schemas.openxmlformats.org/officeDocument/2006/relationships/customXml" Target="../ink/ink1523.xml"/><Relationship Id="rId65" Type="http://schemas.openxmlformats.org/officeDocument/2006/relationships/image" Target="../media/image1430.png"/><Relationship Id="rId81" Type="http://schemas.openxmlformats.org/officeDocument/2006/relationships/image" Target="../media/image1438.png"/><Relationship Id="rId86" Type="http://schemas.openxmlformats.org/officeDocument/2006/relationships/customXml" Target="../ink/ink1536.xml"/><Relationship Id="rId130" Type="http://schemas.openxmlformats.org/officeDocument/2006/relationships/customXml" Target="../ink/ink1558.xml"/><Relationship Id="rId135" Type="http://schemas.openxmlformats.org/officeDocument/2006/relationships/image" Target="../media/image1465.png"/><Relationship Id="rId151" Type="http://schemas.openxmlformats.org/officeDocument/2006/relationships/image" Target="../media/image1473.png"/><Relationship Id="rId156" Type="http://schemas.openxmlformats.org/officeDocument/2006/relationships/customXml" Target="../ink/ink1571.xml"/><Relationship Id="rId13" Type="http://schemas.openxmlformats.org/officeDocument/2006/relationships/image" Target="../media/image1405.png"/><Relationship Id="rId18" Type="http://schemas.openxmlformats.org/officeDocument/2006/relationships/customXml" Target="../ink/ink1502.xml"/><Relationship Id="rId39" Type="http://schemas.openxmlformats.org/officeDocument/2006/relationships/image" Target="../media/image1417.png"/><Relationship Id="rId109" Type="http://schemas.openxmlformats.org/officeDocument/2006/relationships/image" Target="../media/image1452.png"/><Relationship Id="rId34" Type="http://schemas.openxmlformats.org/officeDocument/2006/relationships/customXml" Target="../ink/ink1510.xml"/><Relationship Id="rId50" Type="http://schemas.openxmlformats.org/officeDocument/2006/relationships/customXml" Target="../ink/ink1518.xml"/><Relationship Id="rId55" Type="http://schemas.openxmlformats.org/officeDocument/2006/relationships/image" Target="../media/image1425.png"/><Relationship Id="rId76" Type="http://schemas.openxmlformats.org/officeDocument/2006/relationships/customXml" Target="../ink/ink1531.xml"/><Relationship Id="rId97" Type="http://schemas.openxmlformats.org/officeDocument/2006/relationships/image" Target="../media/image1446.png"/><Relationship Id="rId104" Type="http://schemas.openxmlformats.org/officeDocument/2006/relationships/customXml" Target="../ink/ink1545.xml"/><Relationship Id="rId120" Type="http://schemas.openxmlformats.org/officeDocument/2006/relationships/customXml" Target="../ink/ink1553.xml"/><Relationship Id="rId125" Type="http://schemas.openxmlformats.org/officeDocument/2006/relationships/image" Target="../media/image1460.png"/><Relationship Id="rId141" Type="http://schemas.openxmlformats.org/officeDocument/2006/relationships/image" Target="../media/image1468.png"/><Relationship Id="rId146" Type="http://schemas.openxmlformats.org/officeDocument/2006/relationships/customXml" Target="../ink/ink1566.xml"/><Relationship Id="rId7" Type="http://schemas.openxmlformats.org/officeDocument/2006/relationships/image" Target="../media/image1402.png"/><Relationship Id="rId71" Type="http://schemas.openxmlformats.org/officeDocument/2006/relationships/image" Target="../media/image1433.png"/><Relationship Id="rId92" Type="http://schemas.openxmlformats.org/officeDocument/2006/relationships/customXml" Target="../ink/ink1539.xml"/><Relationship Id="rId162" Type="http://schemas.openxmlformats.org/officeDocument/2006/relationships/customXml" Target="../ink/ink1574.xml"/><Relationship Id="rId2" Type="http://schemas.openxmlformats.org/officeDocument/2006/relationships/customXml" Target="../ink/ink1494.xml"/><Relationship Id="rId29" Type="http://schemas.openxmlformats.org/officeDocument/2006/relationships/image" Target="../media/image1412.png"/><Relationship Id="rId24" Type="http://schemas.openxmlformats.org/officeDocument/2006/relationships/customXml" Target="../ink/ink1505.xml"/><Relationship Id="rId40" Type="http://schemas.openxmlformats.org/officeDocument/2006/relationships/customXml" Target="../ink/ink1513.xml"/><Relationship Id="rId45" Type="http://schemas.openxmlformats.org/officeDocument/2006/relationships/image" Target="../media/image1420.png"/><Relationship Id="rId66" Type="http://schemas.openxmlformats.org/officeDocument/2006/relationships/customXml" Target="../ink/ink1526.xml"/><Relationship Id="rId87" Type="http://schemas.openxmlformats.org/officeDocument/2006/relationships/image" Target="../media/image1441.png"/><Relationship Id="rId110" Type="http://schemas.openxmlformats.org/officeDocument/2006/relationships/customXml" Target="../ink/ink1548.xml"/><Relationship Id="rId115" Type="http://schemas.openxmlformats.org/officeDocument/2006/relationships/image" Target="../media/image1455.png"/><Relationship Id="rId131" Type="http://schemas.openxmlformats.org/officeDocument/2006/relationships/image" Target="../media/image1463.png"/><Relationship Id="rId136" Type="http://schemas.openxmlformats.org/officeDocument/2006/relationships/customXml" Target="../ink/ink1561.xml"/><Relationship Id="rId157" Type="http://schemas.openxmlformats.org/officeDocument/2006/relationships/image" Target="../media/image1476.png"/><Relationship Id="rId61" Type="http://schemas.openxmlformats.org/officeDocument/2006/relationships/image" Target="../media/image1428.png"/><Relationship Id="rId82" Type="http://schemas.openxmlformats.org/officeDocument/2006/relationships/customXml" Target="../ink/ink1534.xml"/><Relationship Id="rId152" Type="http://schemas.openxmlformats.org/officeDocument/2006/relationships/customXml" Target="../ink/ink1569.xml"/><Relationship Id="rId19" Type="http://schemas.openxmlformats.org/officeDocument/2006/relationships/image" Target="../media/image135.png"/><Relationship Id="rId14" Type="http://schemas.openxmlformats.org/officeDocument/2006/relationships/customXml" Target="../ink/ink1500.xml"/><Relationship Id="rId30" Type="http://schemas.openxmlformats.org/officeDocument/2006/relationships/customXml" Target="../ink/ink1508.xml"/><Relationship Id="rId35" Type="http://schemas.openxmlformats.org/officeDocument/2006/relationships/image" Target="../media/image1415.png"/><Relationship Id="rId56" Type="http://schemas.openxmlformats.org/officeDocument/2006/relationships/customXml" Target="../ink/ink1521.xml"/><Relationship Id="rId77" Type="http://schemas.openxmlformats.org/officeDocument/2006/relationships/image" Target="../media/image1436.png"/><Relationship Id="rId100" Type="http://schemas.openxmlformats.org/officeDocument/2006/relationships/customXml" Target="../ink/ink1543.xml"/><Relationship Id="rId105" Type="http://schemas.openxmlformats.org/officeDocument/2006/relationships/image" Target="../media/image1450.png"/><Relationship Id="rId126" Type="http://schemas.openxmlformats.org/officeDocument/2006/relationships/customXml" Target="../ink/ink1556.xml"/><Relationship Id="rId147" Type="http://schemas.openxmlformats.org/officeDocument/2006/relationships/image" Target="../media/image1471.png"/><Relationship Id="rId8" Type="http://schemas.openxmlformats.org/officeDocument/2006/relationships/customXml" Target="../ink/ink1497.xml"/><Relationship Id="rId51" Type="http://schemas.openxmlformats.org/officeDocument/2006/relationships/image" Target="../media/image1423.png"/><Relationship Id="rId72" Type="http://schemas.openxmlformats.org/officeDocument/2006/relationships/customXml" Target="../ink/ink1529.xml"/><Relationship Id="rId93" Type="http://schemas.openxmlformats.org/officeDocument/2006/relationships/image" Target="../media/image1444.png"/><Relationship Id="rId98" Type="http://schemas.openxmlformats.org/officeDocument/2006/relationships/customXml" Target="../ink/ink1542.xml"/><Relationship Id="rId121" Type="http://schemas.openxmlformats.org/officeDocument/2006/relationships/image" Target="../media/image1458.png"/><Relationship Id="rId142" Type="http://schemas.openxmlformats.org/officeDocument/2006/relationships/customXml" Target="../ink/ink1564.xml"/><Relationship Id="rId163" Type="http://schemas.openxmlformats.org/officeDocument/2006/relationships/image" Target="../media/image1479.png"/><Relationship Id="rId3" Type="http://schemas.openxmlformats.org/officeDocument/2006/relationships/image" Target="../media/image1400.png"/><Relationship Id="rId25" Type="http://schemas.openxmlformats.org/officeDocument/2006/relationships/image" Target="../media/image1410.png"/><Relationship Id="rId46" Type="http://schemas.openxmlformats.org/officeDocument/2006/relationships/customXml" Target="../ink/ink1516.xml"/><Relationship Id="rId67" Type="http://schemas.openxmlformats.org/officeDocument/2006/relationships/image" Target="../media/image1431.png"/><Relationship Id="rId116" Type="http://schemas.openxmlformats.org/officeDocument/2006/relationships/customXml" Target="../ink/ink1551.xml"/><Relationship Id="rId137" Type="http://schemas.openxmlformats.org/officeDocument/2006/relationships/image" Target="../media/image1466.png"/><Relationship Id="rId158" Type="http://schemas.openxmlformats.org/officeDocument/2006/relationships/customXml" Target="../ink/ink1572.xml"/><Relationship Id="rId20" Type="http://schemas.openxmlformats.org/officeDocument/2006/relationships/customXml" Target="../ink/ink1503.xml"/><Relationship Id="rId41" Type="http://schemas.openxmlformats.org/officeDocument/2006/relationships/image" Target="../media/image1418.png"/><Relationship Id="rId62" Type="http://schemas.openxmlformats.org/officeDocument/2006/relationships/customXml" Target="../ink/ink1524.xml"/><Relationship Id="rId83" Type="http://schemas.openxmlformats.org/officeDocument/2006/relationships/image" Target="../media/image1439.png"/><Relationship Id="rId88" Type="http://schemas.openxmlformats.org/officeDocument/2006/relationships/customXml" Target="../ink/ink1537.xml"/><Relationship Id="rId111" Type="http://schemas.openxmlformats.org/officeDocument/2006/relationships/image" Target="../media/image1453.png"/><Relationship Id="rId132" Type="http://schemas.openxmlformats.org/officeDocument/2006/relationships/customXml" Target="../ink/ink1559.xml"/><Relationship Id="rId153" Type="http://schemas.openxmlformats.org/officeDocument/2006/relationships/image" Target="../media/image1474.png"/><Relationship Id="rId15" Type="http://schemas.openxmlformats.org/officeDocument/2006/relationships/image" Target="../media/image1406.png"/><Relationship Id="rId36" Type="http://schemas.openxmlformats.org/officeDocument/2006/relationships/customXml" Target="../ink/ink1511.xml"/><Relationship Id="rId57" Type="http://schemas.openxmlformats.org/officeDocument/2006/relationships/image" Target="../media/image1426.png"/><Relationship Id="rId106" Type="http://schemas.openxmlformats.org/officeDocument/2006/relationships/customXml" Target="../ink/ink1546.xml"/><Relationship Id="rId127" Type="http://schemas.openxmlformats.org/officeDocument/2006/relationships/image" Target="../media/image1461.png"/><Relationship Id="rId10" Type="http://schemas.openxmlformats.org/officeDocument/2006/relationships/customXml" Target="../ink/ink1498.xml"/><Relationship Id="rId31" Type="http://schemas.openxmlformats.org/officeDocument/2006/relationships/image" Target="../media/image1413.png"/><Relationship Id="rId52" Type="http://schemas.openxmlformats.org/officeDocument/2006/relationships/customXml" Target="../ink/ink1519.xml"/><Relationship Id="rId73" Type="http://schemas.openxmlformats.org/officeDocument/2006/relationships/image" Target="../media/image1434.png"/><Relationship Id="rId78" Type="http://schemas.openxmlformats.org/officeDocument/2006/relationships/customXml" Target="../ink/ink1532.xml"/><Relationship Id="rId94" Type="http://schemas.openxmlformats.org/officeDocument/2006/relationships/customXml" Target="../ink/ink1540.xml"/><Relationship Id="rId99" Type="http://schemas.openxmlformats.org/officeDocument/2006/relationships/image" Target="../media/image1447.png"/><Relationship Id="rId101" Type="http://schemas.openxmlformats.org/officeDocument/2006/relationships/image" Target="../media/image1448.png"/><Relationship Id="rId122" Type="http://schemas.openxmlformats.org/officeDocument/2006/relationships/customXml" Target="../ink/ink1554.xml"/><Relationship Id="rId143" Type="http://schemas.openxmlformats.org/officeDocument/2006/relationships/image" Target="../media/image1469.png"/><Relationship Id="rId148" Type="http://schemas.openxmlformats.org/officeDocument/2006/relationships/customXml" Target="../ink/ink1567.xml"/><Relationship Id="rId4" Type="http://schemas.openxmlformats.org/officeDocument/2006/relationships/customXml" Target="../ink/ink1495.xml"/><Relationship Id="rId9" Type="http://schemas.openxmlformats.org/officeDocument/2006/relationships/image" Target="../media/image1403.png"/><Relationship Id="rId26" Type="http://schemas.openxmlformats.org/officeDocument/2006/relationships/customXml" Target="../ink/ink1506.xml"/><Relationship Id="rId47" Type="http://schemas.openxmlformats.org/officeDocument/2006/relationships/image" Target="../media/image1421.png"/><Relationship Id="rId68" Type="http://schemas.openxmlformats.org/officeDocument/2006/relationships/customXml" Target="../ink/ink1527.xml"/><Relationship Id="rId89" Type="http://schemas.openxmlformats.org/officeDocument/2006/relationships/image" Target="../media/image1442.png"/><Relationship Id="rId112" Type="http://schemas.openxmlformats.org/officeDocument/2006/relationships/customXml" Target="../ink/ink1549.xml"/><Relationship Id="rId133" Type="http://schemas.openxmlformats.org/officeDocument/2006/relationships/image" Target="../media/image1464.png"/><Relationship Id="rId154" Type="http://schemas.openxmlformats.org/officeDocument/2006/relationships/customXml" Target="../ink/ink1570.xml"/><Relationship Id="rId16" Type="http://schemas.openxmlformats.org/officeDocument/2006/relationships/customXml" Target="../ink/ink1501.xml"/><Relationship Id="rId37" Type="http://schemas.openxmlformats.org/officeDocument/2006/relationships/image" Target="../media/image1416.png"/><Relationship Id="rId58" Type="http://schemas.openxmlformats.org/officeDocument/2006/relationships/customXml" Target="../ink/ink1522.xml"/><Relationship Id="rId79" Type="http://schemas.openxmlformats.org/officeDocument/2006/relationships/image" Target="../media/image1437.png"/><Relationship Id="rId102" Type="http://schemas.openxmlformats.org/officeDocument/2006/relationships/customXml" Target="../ink/ink1544.xml"/><Relationship Id="rId123" Type="http://schemas.openxmlformats.org/officeDocument/2006/relationships/image" Target="../media/image1459.png"/><Relationship Id="rId144" Type="http://schemas.openxmlformats.org/officeDocument/2006/relationships/customXml" Target="../ink/ink1565.xml"/><Relationship Id="rId90" Type="http://schemas.openxmlformats.org/officeDocument/2006/relationships/customXml" Target="../ink/ink1538.xml"/><Relationship Id="rId27" Type="http://schemas.openxmlformats.org/officeDocument/2006/relationships/image" Target="../media/image1411.png"/><Relationship Id="rId48" Type="http://schemas.openxmlformats.org/officeDocument/2006/relationships/customXml" Target="../ink/ink1517.xml"/><Relationship Id="rId69" Type="http://schemas.openxmlformats.org/officeDocument/2006/relationships/image" Target="../media/image1432.png"/><Relationship Id="rId113" Type="http://schemas.openxmlformats.org/officeDocument/2006/relationships/image" Target="../media/image1454.png"/><Relationship Id="rId134" Type="http://schemas.openxmlformats.org/officeDocument/2006/relationships/customXml" Target="../ink/ink1560.xml"/><Relationship Id="rId80" Type="http://schemas.openxmlformats.org/officeDocument/2006/relationships/customXml" Target="../ink/ink1533.xml"/><Relationship Id="rId155" Type="http://schemas.openxmlformats.org/officeDocument/2006/relationships/image" Target="../media/image147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84.png"/><Relationship Id="rId13" Type="http://schemas.openxmlformats.org/officeDocument/2006/relationships/customXml" Target="../ink/ink1579.xml"/><Relationship Id="rId3" Type="http://schemas.openxmlformats.org/officeDocument/2006/relationships/image" Target="../media/image1481.png"/><Relationship Id="rId7" Type="http://schemas.openxmlformats.org/officeDocument/2006/relationships/customXml" Target="../ink/ink1576.xml"/><Relationship Id="rId12" Type="http://schemas.openxmlformats.org/officeDocument/2006/relationships/image" Target="../media/image1486.png"/><Relationship Id="rId2" Type="http://schemas.openxmlformats.org/officeDocument/2006/relationships/image" Target="../media/image14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83.png"/><Relationship Id="rId11" Type="http://schemas.openxmlformats.org/officeDocument/2006/relationships/customXml" Target="../ink/ink1578.xml"/><Relationship Id="rId5" Type="http://schemas.openxmlformats.org/officeDocument/2006/relationships/customXml" Target="../ink/ink1575.xml"/><Relationship Id="rId10" Type="http://schemas.openxmlformats.org/officeDocument/2006/relationships/image" Target="../media/image1485.png"/><Relationship Id="rId4" Type="http://schemas.openxmlformats.org/officeDocument/2006/relationships/image" Target="../media/image1482.png"/><Relationship Id="rId9" Type="http://schemas.openxmlformats.org/officeDocument/2006/relationships/customXml" Target="../ink/ink1577.xml"/><Relationship Id="rId14" Type="http://schemas.openxmlformats.org/officeDocument/2006/relationships/image" Target="../media/image148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88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592.xml"/><Relationship Id="rId21" Type="http://schemas.openxmlformats.org/officeDocument/2006/relationships/image" Target="../media/image12100.png"/><Relationship Id="rId42" Type="http://schemas.openxmlformats.org/officeDocument/2006/relationships/customXml" Target="../ink/ink1600.xml"/><Relationship Id="rId47" Type="http://schemas.openxmlformats.org/officeDocument/2006/relationships/image" Target="../media/image2510.png"/><Relationship Id="rId63" Type="http://schemas.openxmlformats.org/officeDocument/2006/relationships/image" Target="../media/image3310.png"/><Relationship Id="rId68" Type="http://schemas.openxmlformats.org/officeDocument/2006/relationships/customXml" Target="../ink/ink1613.xml"/><Relationship Id="rId84" Type="http://schemas.openxmlformats.org/officeDocument/2006/relationships/customXml" Target="../ink/ink1621.xml"/><Relationship Id="rId16" Type="http://schemas.openxmlformats.org/officeDocument/2006/relationships/customXml" Target="../ink/ink1587.xml"/><Relationship Id="rId11" Type="http://schemas.openxmlformats.org/officeDocument/2006/relationships/image" Target="../media/image7100.png"/><Relationship Id="rId32" Type="http://schemas.openxmlformats.org/officeDocument/2006/relationships/customXml" Target="../ink/ink1595.xml"/><Relationship Id="rId37" Type="http://schemas.openxmlformats.org/officeDocument/2006/relationships/image" Target="../media/image2010.png"/><Relationship Id="rId53" Type="http://schemas.openxmlformats.org/officeDocument/2006/relationships/image" Target="../media/image2810.png"/><Relationship Id="rId58" Type="http://schemas.openxmlformats.org/officeDocument/2006/relationships/customXml" Target="../ink/ink1608.xml"/><Relationship Id="rId74" Type="http://schemas.openxmlformats.org/officeDocument/2006/relationships/customXml" Target="../ink/ink1616.xml"/><Relationship Id="rId79" Type="http://schemas.openxmlformats.org/officeDocument/2006/relationships/image" Target="../media/image4110.png"/><Relationship Id="rId5" Type="http://schemas.openxmlformats.org/officeDocument/2006/relationships/image" Target="../media/image4710.png"/><Relationship Id="rId19" Type="http://schemas.openxmlformats.org/officeDocument/2006/relationships/image" Target="../media/image11100.png"/><Relationship Id="rId14" Type="http://schemas.openxmlformats.org/officeDocument/2006/relationships/customXml" Target="../ink/ink1586.xml"/><Relationship Id="rId22" Type="http://schemas.openxmlformats.org/officeDocument/2006/relationships/customXml" Target="../ink/ink1590.xml"/><Relationship Id="rId27" Type="http://schemas.openxmlformats.org/officeDocument/2006/relationships/image" Target="../media/image1532.png"/><Relationship Id="rId30" Type="http://schemas.openxmlformats.org/officeDocument/2006/relationships/customXml" Target="../ink/ink1594.xml"/><Relationship Id="rId35" Type="http://schemas.openxmlformats.org/officeDocument/2006/relationships/image" Target="../media/image1910.png"/><Relationship Id="rId43" Type="http://schemas.openxmlformats.org/officeDocument/2006/relationships/image" Target="../media/image2310.png"/><Relationship Id="rId48" Type="http://schemas.openxmlformats.org/officeDocument/2006/relationships/customXml" Target="../ink/ink1603.xml"/><Relationship Id="rId56" Type="http://schemas.openxmlformats.org/officeDocument/2006/relationships/customXml" Target="../ink/ink1607.xml"/><Relationship Id="rId64" Type="http://schemas.openxmlformats.org/officeDocument/2006/relationships/customXml" Target="../ink/ink1611.xml"/><Relationship Id="rId69" Type="http://schemas.openxmlformats.org/officeDocument/2006/relationships/image" Target="../media/image3610.png"/><Relationship Id="rId77" Type="http://schemas.openxmlformats.org/officeDocument/2006/relationships/image" Target="../media/image4010.png"/><Relationship Id="rId8" Type="http://schemas.openxmlformats.org/officeDocument/2006/relationships/customXml" Target="../ink/ink1583.xml"/><Relationship Id="rId51" Type="http://schemas.openxmlformats.org/officeDocument/2006/relationships/image" Target="../media/image2710.png"/><Relationship Id="rId72" Type="http://schemas.openxmlformats.org/officeDocument/2006/relationships/customXml" Target="../ink/ink1615.xml"/><Relationship Id="rId80" Type="http://schemas.openxmlformats.org/officeDocument/2006/relationships/customXml" Target="../ink/ink1619.xml"/><Relationship Id="rId85" Type="http://schemas.openxmlformats.org/officeDocument/2006/relationships/image" Target="../media/image4410.png"/><Relationship Id="rId3" Type="http://schemas.openxmlformats.org/officeDocument/2006/relationships/image" Target="../media/image3100.png"/><Relationship Id="rId12" Type="http://schemas.openxmlformats.org/officeDocument/2006/relationships/customXml" Target="../ink/ink1585.xml"/><Relationship Id="rId17" Type="http://schemas.openxmlformats.org/officeDocument/2006/relationships/image" Target="../media/image10100.png"/><Relationship Id="rId25" Type="http://schemas.openxmlformats.org/officeDocument/2006/relationships/image" Target="../media/image14100.png"/><Relationship Id="rId33" Type="http://schemas.openxmlformats.org/officeDocument/2006/relationships/image" Target="../media/image1810.png"/><Relationship Id="rId38" Type="http://schemas.openxmlformats.org/officeDocument/2006/relationships/customXml" Target="../ink/ink1598.xml"/><Relationship Id="rId46" Type="http://schemas.openxmlformats.org/officeDocument/2006/relationships/customXml" Target="../ink/ink1602.xml"/><Relationship Id="rId59" Type="http://schemas.openxmlformats.org/officeDocument/2006/relationships/image" Target="../media/image3110.png"/><Relationship Id="rId67" Type="http://schemas.openxmlformats.org/officeDocument/2006/relationships/image" Target="../media/image3510.png"/><Relationship Id="rId20" Type="http://schemas.openxmlformats.org/officeDocument/2006/relationships/customXml" Target="../ink/ink1589.xml"/><Relationship Id="rId41" Type="http://schemas.openxmlformats.org/officeDocument/2006/relationships/image" Target="../media/image2210.png"/><Relationship Id="rId54" Type="http://schemas.openxmlformats.org/officeDocument/2006/relationships/customXml" Target="../ink/ink1606.xml"/><Relationship Id="rId62" Type="http://schemas.openxmlformats.org/officeDocument/2006/relationships/customXml" Target="../ink/ink1610.xml"/><Relationship Id="rId70" Type="http://schemas.openxmlformats.org/officeDocument/2006/relationships/customXml" Target="../ink/ink1614.xml"/><Relationship Id="rId75" Type="http://schemas.openxmlformats.org/officeDocument/2006/relationships/image" Target="../media/image3910.png"/><Relationship Id="rId83" Type="http://schemas.openxmlformats.org/officeDocument/2006/relationships/image" Target="../media/image4310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582.xml"/><Relationship Id="rId15" Type="http://schemas.openxmlformats.org/officeDocument/2006/relationships/image" Target="../media/image9100.png"/><Relationship Id="rId23" Type="http://schemas.openxmlformats.org/officeDocument/2006/relationships/image" Target="../media/image13100.png"/><Relationship Id="rId28" Type="http://schemas.openxmlformats.org/officeDocument/2006/relationships/customXml" Target="../ink/ink1593.xml"/><Relationship Id="rId36" Type="http://schemas.openxmlformats.org/officeDocument/2006/relationships/customXml" Target="../ink/ink1597.xml"/><Relationship Id="rId49" Type="http://schemas.openxmlformats.org/officeDocument/2006/relationships/image" Target="../media/image2610.png"/><Relationship Id="rId57" Type="http://schemas.openxmlformats.org/officeDocument/2006/relationships/image" Target="../media/image3010.png"/><Relationship Id="rId10" Type="http://schemas.openxmlformats.org/officeDocument/2006/relationships/customXml" Target="../ink/ink1584.xml"/><Relationship Id="rId31" Type="http://schemas.openxmlformats.org/officeDocument/2006/relationships/image" Target="../media/image1710.png"/><Relationship Id="rId44" Type="http://schemas.openxmlformats.org/officeDocument/2006/relationships/customXml" Target="../ink/ink1601.xml"/><Relationship Id="rId52" Type="http://schemas.openxmlformats.org/officeDocument/2006/relationships/customXml" Target="../ink/ink1605.xml"/><Relationship Id="rId60" Type="http://schemas.openxmlformats.org/officeDocument/2006/relationships/customXml" Target="../ink/ink1609.xml"/><Relationship Id="rId65" Type="http://schemas.openxmlformats.org/officeDocument/2006/relationships/image" Target="../media/image3410.png"/><Relationship Id="rId73" Type="http://schemas.openxmlformats.org/officeDocument/2006/relationships/image" Target="../media/image3810.png"/><Relationship Id="rId78" Type="http://schemas.openxmlformats.org/officeDocument/2006/relationships/customXml" Target="../ink/ink1618.xml"/><Relationship Id="rId81" Type="http://schemas.openxmlformats.org/officeDocument/2006/relationships/image" Target="../media/image4210.png"/><Relationship Id="rId4" Type="http://schemas.openxmlformats.org/officeDocument/2006/relationships/customXml" Target="../ink/ink1581.xml"/><Relationship Id="rId9" Type="http://schemas.openxmlformats.org/officeDocument/2006/relationships/image" Target="../media/image6100.png"/><Relationship Id="rId13" Type="http://schemas.openxmlformats.org/officeDocument/2006/relationships/image" Target="../media/image8100.png"/><Relationship Id="rId18" Type="http://schemas.openxmlformats.org/officeDocument/2006/relationships/customXml" Target="../ink/ink1588.xml"/><Relationship Id="rId39" Type="http://schemas.openxmlformats.org/officeDocument/2006/relationships/image" Target="../media/image2110.png"/><Relationship Id="rId34" Type="http://schemas.openxmlformats.org/officeDocument/2006/relationships/customXml" Target="../ink/ink1596.xml"/><Relationship Id="rId50" Type="http://schemas.openxmlformats.org/officeDocument/2006/relationships/customXml" Target="../ink/ink1604.xml"/><Relationship Id="rId55" Type="http://schemas.openxmlformats.org/officeDocument/2006/relationships/image" Target="../media/image2910.png"/><Relationship Id="rId76" Type="http://schemas.openxmlformats.org/officeDocument/2006/relationships/customXml" Target="../ink/ink1617.xml"/><Relationship Id="rId7" Type="http://schemas.openxmlformats.org/officeDocument/2006/relationships/image" Target="../media/image5100.png"/><Relationship Id="rId71" Type="http://schemas.openxmlformats.org/officeDocument/2006/relationships/image" Target="../media/image3710.png"/><Relationship Id="rId2" Type="http://schemas.openxmlformats.org/officeDocument/2006/relationships/customXml" Target="../ink/ink1580.xml"/><Relationship Id="rId29" Type="http://schemas.openxmlformats.org/officeDocument/2006/relationships/image" Target="../media/image1610.png"/><Relationship Id="rId24" Type="http://schemas.openxmlformats.org/officeDocument/2006/relationships/customXml" Target="../ink/ink1591.xml"/><Relationship Id="rId40" Type="http://schemas.openxmlformats.org/officeDocument/2006/relationships/customXml" Target="../ink/ink1599.xml"/><Relationship Id="rId45" Type="http://schemas.openxmlformats.org/officeDocument/2006/relationships/image" Target="../media/image2410.png"/><Relationship Id="rId66" Type="http://schemas.openxmlformats.org/officeDocument/2006/relationships/customXml" Target="../ink/ink1612.xml"/><Relationship Id="rId61" Type="http://schemas.openxmlformats.org/officeDocument/2006/relationships/image" Target="../media/image3210.png"/><Relationship Id="rId82" Type="http://schemas.openxmlformats.org/officeDocument/2006/relationships/customXml" Target="../ink/ink1620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8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90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6" Type="http://schemas.openxmlformats.org/officeDocument/2006/relationships/image" Target="../media/image5910.png"/><Relationship Id="rId117" Type="http://schemas.openxmlformats.org/officeDocument/2006/relationships/customXml" Target="../ink/ink1679.xml"/><Relationship Id="rId21" Type="http://schemas.openxmlformats.org/officeDocument/2006/relationships/customXml" Target="../ink/ink1631.xml"/><Relationship Id="rId42" Type="http://schemas.openxmlformats.org/officeDocument/2006/relationships/image" Target="../media/image6710.png"/><Relationship Id="rId47" Type="http://schemas.openxmlformats.org/officeDocument/2006/relationships/customXml" Target="../ink/ink1644.xml"/><Relationship Id="rId63" Type="http://schemas.openxmlformats.org/officeDocument/2006/relationships/customXml" Target="../ink/ink1652.xml"/><Relationship Id="rId68" Type="http://schemas.openxmlformats.org/officeDocument/2006/relationships/image" Target="../media/image8011.png"/><Relationship Id="rId84" Type="http://schemas.openxmlformats.org/officeDocument/2006/relationships/image" Target="../media/image8811.png"/><Relationship Id="rId89" Type="http://schemas.openxmlformats.org/officeDocument/2006/relationships/customXml" Target="../ink/ink1665.xml"/><Relationship Id="rId112" Type="http://schemas.openxmlformats.org/officeDocument/2006/relationships/image" Target="../media/image10211.png"/><Relationship Id="rId16" Type="http://schemas.openxmlformats.org/officeDocument/2006/relationships/image" Target="../media/image5410.png"/><Relationship Id="rId107" Type="http://schemas.openxmlformats.org/officeDocument/2006/relationships/customXml" Target="../ink/ink1674.xml"/><Relationship Id="rId11" Type="http://schemas.openxmlformats.org/officeDocument/2006/relationships/customXml" Target="../ink/ink1626.xml"/><Relationship Id="rId32" Type="http://schemas.openxmlformats.org/officeDocument/2006/relationships/image" Target="../media/image6210.png"/><Relationship Id="rId37" Type="http://schemas.openxmlformats.org/officeDocument/2006/relationships/customXml" Target="../ink/ink1639.xml"/><Relationship Id="rId53" Type="http://schemas.openxmlformats.org/officeDocument/2006/relationships/customXml" Target="../ink/ink1647.xml"/><Relationship Id="rId58" Type="http://schemas.openxmlformats.org/officeDocument/2006/relationships/image" Target="../media/image7511.png"/><Relationship Id="rId74" Type="http://schemas.openxmlformats.org/officeDocument/2006/relationships/image" Target="../media/image8311.png"/><Relationship Id="rId79" Type="http://schemas.openxmlformats.org/officeDocument/2006/relationships/customXml" Target="../ink/ink1660.xml"/><Relationship Id="rId102" Type="http://schemas.openxmlformats.org/officeDocument/2006/relationships/image" Target="../media/image9712.png"/><Relationship Id="rId123" Type="http://schemas.openxmlformats.org/officeDocument/2006/relationships/customXml" Target="../ink/ink1682.xml"/><Relationship Id="rId5" Type="http://schemas.openxmlformats.org/officeDocument/2006/relationships/customXml" Target="../ink/ink1623.xml"/><Relationship Id="rId90" Type="http://schemas.openxmlformats.org/officeDocument/2006/relationships/image" Target="../media/image9110.png"/><Relationship Id="rId95" Type="http://schemas.openxmlformats.org/officeDocument/2006/relationships/customXml" Target="../ink/ink1668.xml"/><Relationship Id="rId22" Type="http://schemas.openxmlformats.org/officeDocument/2006/relationships/image" Target="../media/image5710.png"/><Relationship Id="rId27" Type="http://schemas.openxmlformats.org/officeDocument/2006/relationships/customXml" Target="../ink/ink1634.xml"/><Relationship Id="rId43" Type="http://schemas.openxmlformats.org/officeDocument/2006/relationships/customXml" Target="../ink/ink1642.xml"/><Relationship Id="rId48" Type="http://schemas.openxmlformats.org/officeDocument/2006/relationships/image" Target="../media/image7010.png"/><Relationship Id="rId64" Type="http://schemas.openxmlformats.org/officeDocument/2006/relationships/image" Target="../media/image7811.png"/><Relationship Id="rId69" Type="http://schemas.openxmlformats.org/officeDocument/2006/relationships/customXml" Target="../ink/ink1655.xml"/><Relationship Id="rId113" Type="http://schemas.openxmlformats.org/officeDocument/2006/relationships/customXml" Target="../ink/ink1677.xml"/><Relationship Id="rId118" Type="http://schemas.openxmlformats.org/officeDocument/2006/relationships/image" Target="../media/image10511.png"/><Relationship Id="rId80" Type="http://schemas.openxmlformats.org/officeDocument/2006/relationships/image" Target="../media/image8610.png"/><Relationship Id="rId85" Type="http://schemas.openxmlformats.org/officeDocument/2006/relationships/customXml" Target="../ink/ink1663.xml"/><Relationship Id="rId12" Type="http://schemas.openxmlformats.org/officeDocument/2006/relationships/image" Target="../media/image5210.png"/><Relationship Id="rId17" Type="http://schemas.openxmlformats.org/officeDocument/2006/relationships/customXml" Target="../ink/ink1629.xml"/><Relationship Id="rId33" Type="http://schemas.openxmlformats.org/officeDocument/2006/relationships/customXml" Target="../ink/ink1637.xml"/><Relationship Id="rId38" Type="http://schemas.openxmlformats.org/officeDocument/2006/relationships/image" Target="../media/image6510.png"/><Relationship Id="rId59" Type="http://schemas.openxmlformats.org/officeDocument/2006/relationships/customXml" Target="../ink/ink1650.xml"/><Relationship Id="rId103" Type="http://schemas.openxmlformats.org/officeDocument/2006/relationships/customXml" Target="../ink/ink1672.xml"/><Relationship Id="rId108" Type="http://schemas.openxmlformats.org/officeDocument/2006/relationships/image" Target="../media/image10011.png"/><Relationship Id="rId124" Type="http://schemas.openxmlformats.org/officeDocument/2006/relationships/image" Target="../media/image10811.png"/><Relationship Id="rId54" Type="http://schemas.openxmlformats.org/officeDocument/2006/relationships/image" Target="../media/image7310.png"/><Relationship Id="rId70" Type="http://schemas.openxmlformats.org/officeDocument/2006/relationships/image" Target="../media/image8111.png"/><Relationship Id="rId75" Type="http://schemas.openxmlformats.org/officeDocument/2006/relationships/customXml" Target="../ink/ink1658.xml"/><Relationship Id="rId91" Type="http://schemas.openxmlformats.org/officeDocument/2006/relationships/customXml" Target="../ink/ink1666.xml"/><Relationship Id="rId96" Type="http://schemas.openxmlformats.org/officeDocument/2006/relationships/image" Target="../media/image94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10.png"/><Relationship Id="rId23" Type="http://schemas.openxmlformats.org/officeDocument/2006/relationships/customXml" Target="../ink/ink1632.xml"/><Relationship Id="rId28" Type="http://schemas.openxmlformats.org/officeDocument/2006/relationships/image" Target="../media/image6010.png"/><Relationship Id="rId49" Type="http://schemas.openxmlformats.org/officeDocument/2006/relationships/customXml" Target="../ink/ink1645.xml"/><Relationship Id="rId114" Type="http://schemas.openxmlformats.org/officeDocument/2006/relationships/image" Target="../media/image10311.png"/><Relationship Id="rId119" Type="http://schemas.openxmlformats.org/officeDocument/2006/relationships/customXml" Target="../ink/ink1680.xml"/><Relationship Id="rId44" Type="http://schemas.openxmlformats.org/officeDocument/2006/relationships/image" Target="../media/image6810.png"/><Relationship Id="rId60" Type="http://schemas.openxmlformats.org/officeDocument/2006/relationships/image" Target="../media/image7611.png"/><Relationship Id="rId65" Type="http://schemas.openxmlformats.org/officeDocument/2006/relationships/customXml" Target="../ink/ink1653.xml"/><Relationship Id="rId81" Type="http://schemas.openxmlformats.org/officeDocument/2006/relationships/customXml" Target="../ink/ink1661.xml"/><Relationship Id="rId86" Type="http://schemas.openxmlformats.org/officeDocument/2006/relationships/image" Target="../media/image8911.png"/><Relationship Id="rId4" Type="http://schemas.openxmlformats.org/officeDocument/2006/relationships/image" Target="../media/image4810.png"/><Relationship Id="rId9" Type="http://schemas.openxmlformats.org/officeDocument/2006/relationships/customXml" Target="../ink/ink1625.xml"/><Relationship Id="rId13" Type="http://schemas.openxmlformats.org/officeDocument/2006/relationships/customXml" Target="../ink/ink1627.xml"/><Relationship Id="rId18" Type="http://schemas.openxmlformats.org/officeDocument/2006/relationships/image" Target="../media/image5510.png"/><Relationship Id="rId39" Type="http://schemas.openxmlformats.org/officeDocument/2006/relationships/customXml" Target="../ink/ink1640.xml"/><Relationship Id="rId109" Type="http://schemas.openxmlformats.org/officeDocument/2006/relationships/customXml" Target="../ink/ink1675.xml"/><Relationship Id="rId34" Type="http://schemas.openxmlformats.org/officeDocument/2006/relationships/image" Target="../media/image6310.png"/><Relationship Id="rId50" Type="http://schemas.openxmlformats.org/officeDocument/2006/relationships/image" Target="../media/image7110.png"/><Relationship Id="rId55" Type="http://schemas.openxmlformats.org/officeDocument/2006/relationships/customXml" Target="../ink/ink1648.xml"/><Relationship Id="rId76" Type="http://schemas.openxmlformats.org/officeDocument/2006/relationships/image" Target="../media/image8411.png"/><Relationship Id="rId97" Type="http://schemas.openxmlformats.org/officeDocument/2006/relationships/customXml" Target="../ink/ink1669.xml"/><Relationship Id="rId104" Type="http://schemas.openxmlformats.org/officeDocument/2006/relationships/image" Target="../media/image9812.png"/><Relationship Id="rId120" Type="http://schemas.openxmlformats.org/officeDocument/2006/relationships/image" Target="../media/image10611.png"/><Relationship Id="rId7" Type="http://schemas.openxmlformats.org/officeDocument/2006/relationships/customXml" Target="../ink/ink1624.xml"/><Relationship Id="rId71" Type="http://schemas.openxmlformats.org/officeDocument/2006/relationships/customXml" Target="../ink/ink1656.xml"/><Relationship Id="rId92" Type="http://schemas.openxmlformats.org/officeDocument/2006/relationships/image" Target="../media/image9211.png"/><Relationship Id="rId2" Type="http://schemas.openxmlformats.org/officeDocument/2006/relationships/image" Target="../media/image1491.emf"/><Relationship Id="rId29" Type="http://schemas.openxmlformats.org/officeDocument/2006/relationships/customXml" Target="../ink/ink1635.xml"/><Relationship Id="rId24" Type="http://schemas.openxmlformats.org/officeDocument/2006/relationships/image" Target="../media/image5810.png"/><Relationship Id="rId40" Type="http://schemas.openxmlformats.org/officeDocument/2006/relationships/image" Target="../media/image6610.png"/><Relationship Id="rId45" Type="http://schemas.openxmlformats.org/officeDocument/2006/relationships/customXml" Target="../ink/ink1643.xml"/><Relationship Id="rId66" Type="http://schemas.openxmlformats.org/officeDocument/2006/relationships/image" Target="../media/image7910.png"/><Relationship Id="rId87" Type="http://schemas.openxmlformats.org/officeDocument/2006/relationships/customXml" Target="../ink/ink1664.xml"/><Relationship Id="rId110" Type="http://schemas.openxmlformats.org/officeDocument/2006/relationships/image" Target="../media/image10111.png"/><Relationship Id="rId115" Type="http://schemas.openxmlformats.org/officeDocument/2006/relationships/customXml" Target="../ink/ink1678.xml"/><Relationship Id="rId61" Type="http://schemas.openxmlformats.org/officeDocument/2006/relationships/customXml" Target="../ink/ink1651.xml"/><Relationship Id="rId82" Type="http://schemas.openxmlformats.org/officeDocument/2006/relationships/image" Target="../media/image8711.png"/><Relationship Id="rId19" Type="http://schemas.openxmlformats.org/officeDocument/2006/relationships/customXml" Target="../ink/ink1630.xml"/><Relationship Id="rId14" Type="http://schemas.openxmlformats.org/officeDocument/2006/relationships/image" Target="../media/image5310.png"/><Relationship Id="rId30" Type="http://schemas.openxmlformats.org/officeDocument/2006/relationships/image" Target="../media/image6110.png"/><Relationship Id="rId35" Type="http://schemas.openxmlformats.org/officeDocument/2006/relationships/customXml" Target="../ink/ink1638.xml"/><Relationship Id="rId56" Type="http://schemas.openxmlformats.org/officeDocument/2006/relationships/image" Target="../media/image7410.png"/><Relationship Id="rId77" Type="http://schemas.openxmlformats.org/officeDocument/2006/relationships/customXml" Target="../ink/ink1659.xml"/><Relationship Id="rId100" Type="http://schemas.openxmlformats.org/officeDocument/2006/relationships/image" Target="../media/image9612.png"/><Relationship Id="rId105" Type="http://schemas.openxmlformats.org/officeDocument/2006/relationships/customXml" Target="../ink/ink1673.xml"/><Relationship Id="rId8" Type="http://schemas.openxmlformats.org/officeDocument/2006/relationships/image" Target="../media/image5010.png"/><Relationship Id="rId51" Type="http://schemas.openxmlformats.org/officeDocument/2006/relationships/customXml" Target="../ink/ink1646.xml"/><Relationship Id="rId72" Type="http://schemas.openxmlformats.org/officeDocument/2006/relationships/image" Target="../media/image8211.png"/><Relationship Id="rId93" Type="http://schemas.openxmlformats.org/officeDocument/2006/relationships/customXml" Target="../ink/ink1667.xml"/><Relationship Id="rId98" Type="http://schemas.openxmlformats.org/officeDocument/2006/relationships/image" Target="../media/image9512.png"/><Relationship Id="rId121" Type="http://schemas.openxmlformats.org/officeDocument/2006/relationships/customXml" Target="../ink/ink1681.xml"/><Relationship Id="rId3" Type="http://schemas.openxmlformats.org/officeDocument/2006/relationships/customXml" Target="../ink/ink1622.xml"/><Relationship Id="rId25" Type="http://schemas.openxmlformats.org/officeDocument/2006/relationships/customXml" Target="../ink/ink1633.xml"/><Relationship Id="rId46" Type="http://schemas.openxmlformats.org/officeDocument/2006/relationships/image" Target="../media/image6910.png"/><Relationship Id="rId67" Type="http://schemas.openxmlformats.org/officeDocument/2006/relationships/customXml" Target="../ink/ink1654.xml"/><Relationship Id="rId116" Type="http://schemas.openxmlformats.org/officeDocument/2006/relationships/image" Target="../media/image10411.png"/><Relationship Id="rId20" Type="http://schemas.openxmlformats.org/officeDocument/2006/relationships/image" Target="../media/image5610.png"/><Relationship Id="rId41" Type="http://schemas.openxmlformats.org/officeDocument/2006/relationships/customXml" Target="../ink/ink1641.xml"/><Relationship Id="rId62" Type="http://schemas.openxmlformats.org/officeDocument/2006/relationships/image" Target="../media/image7711.png"/><Relationship Id="rId83" Type="http://schemas.openxmlformats.org/officeDocument/2006/relationships/customXml" Target="../ink/ink1662.xml"/><Relationship Id="rId88" Type="http://schemas.openxmlformats.org/officeDocument/2006/relationships/image" Target="../media/image9010.png"/><Relationship Id="rId111" Type="http://schemas.openxmlformats.org/officeDocument/2006/relationships/customXml" Target="../ink/ink1676.xml"/><Relationship Id="rId15" Type="http://schemas.openxmlformats.org/officeDocument/2006/relationships/customXml" Target="../ink/ink1628.xml"/><Relationship Id="rId36" Type="http://schemas.openxmlformats.org/officeDocument/2006/relationships/image" Target="../media/image6410.png"/><Relationship Id="rId57" Type="http://schemas.openxmlformats.org/officeDocument/2006/relationships/customXml" Target="../ink/ink1649.xml"/><Relationship Id="rId106" Type="http://schemas.openxmlformats.org/officeDocument/2006/relationships/image" Target="../media/image9912.png"/><Relationship Id="rId10" Type="http://schemas.openxmlformats.org/officeDocument/2006/relationships/image" Target="../media/image5110.png"/><Relationship Id="rId31" Type="http://schemas.openxmlformats.org/officeDocument/2006/relationships/customXml" Target="../ink/ink1636.xml"/><Relationship Id="rId52" Type="http://schemas.openxmlformats.org/officeDocument/2006/relationships/image" Target="../media/image7210.png"/><Relationship Id="rId73" Type="http://schemas.openxmlformats.org/officeDocument/2006/relationships/customXml" Target="../ink/ink1657.xml"/><Relationship Id="rId78" Type="http://schemas.openxmlformats.org/officeDocument/2006/relationships/image" Target="../media/image8511.png"/><Relationship Id="rId94" Type="http://schemas.openxmlformats.org/officeDocument/2006/relationships/image" Target="../media/image9311.png"/><Relationship Id="rId99" Type="http://schemas.openxmlformats.org/officeDocument/2006/relationships/customXml" Target="../ink/ink1670.xml"/><Relationship Id="rId101" Type="http://schemas.openxmlformats.org/officeDocument/2006/relationships/customXml" Target="../ink/ink1671.xml"/><Relationship Id="rId122" Type="http://schemas.openxmlformats.org/officeDocument/2006/relationships/image" Target="../media/image10711.png"/></Relationships>
</file>

<file path=ppt/slides/_rels/slide2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60.png"/><Relationship Id="rId299" Type="http://schemas.openxmlformats.org/officeDocument/2006/relationships/image" Target="../media/image2570.png"/><Relationship Id="rId21" Type="http://schemas.openxmlformats.org/officeDocument/2006/relationships/image" Target="../media/image11810.png"/><Relationship Id="rId63" Type="http://schemas.openxmlformats.org/officeDocument/2006/relationships/image" Target="../media/image13910.png"/><Relationship Id="rId159" Type="http://schemas.openxmlformats.org/officeDocument/2006/relationships/image" Target="../media/image1870.png"/><Relationship Id="rId324" Type="http://schemas.openxmlformats.org/officeDocument/2006/relationships/customXml" Target="../ink/ink1844.xml"/><Relationship Id="rId366" Type="http://schemas.openxmlformats.org/officeDocument/2006/relationships/customXml" Target="../ink/ink1865.xml"/><Relationship Id="rId170" Type="http://schemas.openxmlformats.org/officeDocument/2006/relationships/customXml" Target="../ink/ink1767.xml"/><Relationship Id="rId226" Type="http://schemas.openxmlformats.org/officeDocument/2006/relationships/customXml" Target="../ink/ink1795.xml"/><Relationship Id="rId268" Type="http://schemas.openxmlformats.org/officeDocument/2006/relationships/customXml" Target="../ink/ink1816.xml"/><Relationship Id="rId32" Type="http://schemas.openxmlformats.org/officeDocument/2006/relationships/customXml" Target="../ink/ink1698.xml"/><Relationship Id="rId74" Type="http://schemas.openxmlformats.org/officeDocument/2006/relationships/customXml" Target="../ink/ink1719.xml"/><Relationship Id="rId128" Type="http://schemas.openxmlformats.org/officeDocument/2006/relationships/customXml" Target="../ink/ink1746.xml"/><Relationship Id="rId335" Type="http://schemas.openxmlformats.org/officeDocument/2006/relationships/image" Target="../media/image2750.png"/><Relationship Id="rId377" Type="http://schemas.openxmlformats.org/officeDocument/2006/relationships/image" Target="../media/image2960.png"/><Relationship Id="rId5" Type="http://schemas.openxmlformats.org/officeDocument/2006/relationships/image" Target="../media/image11011.png"/><Relationship Id="rId181" Type="http://schemas.openxmlformats.org/officeDocument/2006/relationships/image" Target="../media/image1980.png"/><Relationship Id="rId237" Type="http://schemas.openxmlformats.org/officeDocument/2006/relationships/image" Target="../media/image2260.png"/><Relationship Id="rId279" Type="http://schemas.openxmlformats.org/officeDocument/2006/relationships/image" Target="../media/image2470.png"/><Relationship Id="rId43" Type="http://schemas.openxmlformats.org/officeDocument/2006/relationships/image" Target="../media/image12910.png"/><Relationship Id="rId139" Type="http://schemas.openxmlformats.org/officeDocument/2006/relationships/image" Target="../media/image1770.png"/><Relationship Id="rId290" Type="http://schemas.openxmlformats.org/officeDocument/2006/relationships/customXml" Target="../ink/ink1827.xml"/><Relationship Id="rId304" Type="http://schemas.openxmlformats.org/officeDocument/2006/relationships/customXml" Target="../ink/ink1834.xml"/><Relationship Id="rId346" Type="http://schemas.openxmlformats.org/officeDocument/2006/relationships/customXml" Target="../ink/ink1855.xml"/><Relationship Id="rId85" Type="http://schemas.openxmlformats.org/officeDocument/2006/relationships/image" Target="../media/image15010.png"/><Relationship Id="rId150" Type="http://schemas.openxmlformats.org/officeDocument/2006/relationships/customXml" Target="../ink/ink1757.xml"/><Relationship Id="rId192" Type="http://schemas.openxmlformats.org/officeDocument/2006/relationships/customXml" Target="../ink/ink1778.xml"/><Relationship Id="rId206" Type="http://schemas.openxmlformats.org/officeDocument/2006/relationships/customXml" Target="../ink/ink1785.xml"/><Relationship Id="rId248" Type="http://schemas.openxmlformats.org/officeDocument/2006/relationships/customXml" Target="../ink/ink1806.xml"/><Relationship Id="rId12" Type="http://schemas.openxmlformats.org/officeDocument/2006/relationships/customXml" Target="../ink/ink1688.xml"/><Relationship Id="rId108" Type="http://schemas.openxmlformats.org/officeDocument/2006/relationships/customXml" Target="../ink/ink1736.xml"/><Relationship Id="rId315" Type="http://schemas.openxmlformats.org/officeDocument/2006/relationships/image" Target="../media/image2650.png"/><Relationship Id="rId357" Type="http://schemas.openxmlformats.org/officeDocument/2006/relationships/image" Target="../media/image2860.png"/><Relationship Id="rId54" Type="http://schemas.openxmlformats.org/officeDocument/2006/relationships/customXml" Target="../ink/ink1709.xml"/><Relationship Id="rId96" Type="http://schemas.openxmlformats.org/officeDocument/2006/relationships/customXml" Target="../ink/ink1730.xml"/><Relationship Id="rId161" Type="http://schemas.openxmlformats.org/officeDocument/2006/relationships/image" Target="../media/image1880.png"/><Relationship Id="rId217" Type="http://schemas.openxmlformats.org/officeDocument/2006/relationships/image" Target="../media/image2160.png"/><Relationship Id="rId259" Type="http://schemas.openxmlformats.org/officeDocument/2006/relationships/image" Target="../media/image2370.png"/><Relationship Id="rId23" Type="http://schemas.openxmlformats.org/officeDocument/2006/relationships/image" Target="../media/image11910.png"/><Relationship Id="rId119" Type="http://schemas.openxmlformats.org/officeDocument/2006/relationships/image" Target="../media/image1670.png"/><Relationship Id="rId270" Type="http://schemas.openxmlformats.org/officeDocument/2006/relationships/customXml" Target="../ink/ink1817.xml"/><Relationship Id="rId326" Type="http://schemas.openxmlformats.org/officeDocument/2006/relationships/customXml" Target="../ink/ink1845.xml"/><Relationship Id="rId65" Type="http://schemas.openxmlformats.org/officeDocument/2006/relationships/image" Target="../media/image14010.png"/><Relationship Id="rId130" Type="http://schemas.openxmlformats.org/officeDocument/2006/relationships/customXml" Target="../ink/ink1747.xml"/><Relationship Id="rId368" Type="http://schemas.openxmlformats.org/officeDocument/2006/relationships/customXml" Target="../ink/ink1866.xml"/><Relationship Id="rId172" Type="http://schemas.openxmlformats.org/officeDocument/2006/relationships/customXml" Target="../ink/ink1768.xml"/><Relationship Id="rId228" Type="http://schemas.openxmlformats.org/officeDocument/2006/relationships/customXml" Target="../ink/ink1796.xml"/><Relationship Id="rId281" Type="http://schemas.openxmlformats.org/officeDocument/2006/relationships/image" Target="../media/image2480.png"/><Relationship Id="rId337" Type="http://schemas.openxmlformats.org/officeDocument/2006/relationships/image" Target="../media/image2760.png"/><Relationship Id="rId34" Type="http://schemas.openxmlformats.org/officeDocument/2006/relationships/customXml" Target="../ink/ink1699.xml"/><Relationship Id="rId76" Type="http://schemas.openxmlformats.org/officeDocument/2006/relationships/customXml" Target="../ink/ink1720.xml"/><Relationship Id="rId141" Type="http://schemas.openxmlformats.org/officeDocument/2006/relationships/image" Target="../media/image1780.png"/><Relationship Id="rId379" Type="http://schemas.openxmlformats.org/officeDocument/2006/relationships/image" Target="../media/image2970.png"/><Relationship Id="rId7" Type="http://schemas.openxmlformats.org/officeDocument/2006/relationships/image" Target="../media/image11111.png"/><Relationship Id="rId183" Type="http://schemas.openxmlformats.org/officeDocument/2006/relationships/image" Target="../media/image1990.png"/><Relationship Id="rId239" Type="http://schemas.openxmlformats.org/officeDocument/2006/relationships/image" Target="../media/image2270.png"/><Relationship Id="rId250" Type="http://schemas.openxmlformats.org/officeDocument/2006/relationships/customXml" Target="../ink/ink1807.xml"/><Relationship Id="rId292" Type="http://schemas.openxmlformats.org/officeDocument/2006/relationships/customXml" Target="../ink/ink1828.xml"/><Relationship Id="rId306" Type="http://schemas.openxmlformats.org/officeDocument/2006/relationships/customXml" Target="../ink/ink1835.xml"/><Relationship Id="rId45" Type="http://schemas.openxmlformats.org/officeDocument/2006/relationships/image" Target="../media/image13010.png"/><Relationship Id="rId87" Type="http://schemas.openxmlformats.org/officeDocument/2006/relationships/image" Target="../media/image15110.png"/><Relationship Id="rId110" Type="http://schemas.openxmlformats.org/officeDocument/2006/relationships/customXml" Target="../ink/ink1737.xml"/><Relationship Id="rId348" Type="http://schemas.openxmlformats.org/officeDocument/2006/relationships/customXml" Target="../ink/ink1856.xml"/><Relationship Id="rId152" Type="http://schemas.openxmlformats.org/officeDocument/2006/relationships/customXml" Target="../ink/ink1758.xml"/><Relationship Id="rId194" Type="http://schemas.openxmlformats.org/officeDocument/2006/relationships/customXml" Target="../ink/ink1779.xml"/><Relationship Id="rId208" Type="http://schemas.openxmlformats.org/officeDocument/2006/relationships/customXml" Target="../ink/ink1786.xml"/><Relationship Id="rId261" Type="http://schemas.openxmlformats.org/officeDocument/2006/relationships/image" Target="../media/image2380.png"/><Relationship Id="rId14" Type="http://schemas.openxmlformats.org/officeDocument/2006/relationships/customXml" Target="../ink/ink1689.xml"/><Relationship Id="rId56" Type="http://schemas.openxmlformats.org/officeDocument/2006/relationships/customXml" Target="../ink/ink1710.xml"/><Relationship Id="rId317" Type="http://schemas.openxmlformats.org/officeDocument/2006/relationships/image" Target="../media/image2660.png"/><Relationship Id="rId359" Type="http://schemas.openxmlformats.org/officeDocument/2006/relationships/image" Target="../media/image2870.png"/><Relationship Id="rId98" Type="http://schemas.openxmlformats.org/officeDocument/2006/relationships/customXml" Target="../ink/ink1731.xml"/><Relationship Id="rId121" Type="http://schemas.openxmlformats.org/officeDocument/2006/relationships/image" Target="../media/image1680.png"/><Relationship Id="rId163" Type="http://schemas.openxmlformats.org/officeDocument/2006/relationships/image" Target="../media/image1890.png"/><Relationship Id="rId219" Type="http://schemas.openxmlformats.org/officeDocument/2006/relationships/image" Target="../media/image2170.png"/><Relationship Id="rId370" Type="http://schemas.openxmlformats.org/officeDocument/2006/relationships/customXml" Target="../ink/ink1867.xml"/><Relationship Id="rId230" Type="http://schemas.openxmlformats.org/officeDocument/2006/relationships/customXml" Target="../ink/ink1797.xml"/><Relationship Id="rId25" Type="http://schemas.openxmlformats.org/officeDocument/2006/relationships/image" Target="../media/image12010.png"/><Relationship Id="rId67" Type="http://schemas.openxmlformats.org/officeDocument/2006/relationships/image" Target="../media/image14110.png"/><Relationship Id="rId272" Type="http://schemas.openxmlformats.org/officeDocument/2006/relationships/customXml" Target="../ink/ink1818.xml"/><Relationship Id="rId328" Type="http://schemas.openxmlformats.org/officeDocument/2006/relationships/customXml" Target="../ink/ink1846.xml"/><Relationship Id="rId132" Type="http://schemas.openxmlformats.org/officeDocument/2006/relationships/customXml" Target="../ink/ink1748.xml"/><Relationship Id="rId174" Type="http://schemas.openxmlformats.org/officeDocument/2006/relationships/customXml" Target="../ink/ink1769.xml"/><Relationship Id="rId241" Type="http://schemas.openxmlformats.org/officeDocument/2006/relationships/image" Target="../media/image2280.png"/><Relationship Id="rId36" Type="http://schemas.openxmlformats.org/officeDocument/2006/relationships/customXml" Target="../ink/ink1700.xml"/><Relationship Id="rId283" Type="http://schemas.openxmlformats.org/officeDocument/2006/relationships/image" Target="../media/image2490.png"/><Relationship Id="rId339" Type="http://schemas.openxmlformats.org/officeDocument/2006/relationships/image" Target="../media/image2770.png"/><Relationship Id="rId78" Type="http://schemas.openxmlformats.org/officeDocument/2006/relationships/customXml" Target="../ink/ink1721.xml"/><Relationship Id="rId101" Type="http://schemas.openxmlformats.org/officeDocument/2006/relationships/image" Target="../media/image1580.png"/><Relationship Id="rId143" Type="http://schemas.openxmlformats.org/officeDocument/2006/relationships/image" Target="../media/image1790.png"/><Relationship Id="rId185" Type="http://schemas.openxmlformats.org/officeDocument/2006/relationships/image" Target="../media/image2000.png"/><Relationship Id="rId350" Type="http://schemas.openxmlformats.org/officeDocument/2006/relationships/customXml" Target="../ink/ink1857.xml"/><Relationship Id="rId9" Type="http://schemas.openxmlformats.org/officeDocument/2006/relationships/image" Target="../media/image11211.png"/><Relationship Id="rId210" Type="http://schemas.openxmlformats.org/officeDocument/2006/relationships/customXml" Target="../ink/ink1787.xml"/><Relationship Id="rId26" Type="http://schemas.openxmlformats.org/officeDocument/2006/relationships/customXml" Target="../ink/ink1695.xml"/><Relationship Id="rId231" Type="http://schemas.openxmlformats.org/officeDocument/2006/relationships/image" Target="../media/image2230.png"/><Relationship Id="rId252" Type="http://schemas.openxmlformats.org/officeDocument/2006/relationships/customXml" Target="../ink/ink1808.xml"/><Relationship Id="rId273" Type="http://schemas.openxmlformats.org/officeDocument/2006/relationships/image" Target="../media/image2440.png"/><Relationship Id="rId294" Type="http://schemas.openxmlformats.org/officeDocument/2006/relationships/customXml" Target="../ink/ink1829.xml"/><Relationship Id="rId308" Type="http://schemas.openxmlformats.org/officeDocument/2006/relationships/customXml" Target="../ink/ink1836.xml"/><Relationship Id="rId329" Type="http://schemas.openxmlformats.org/officeDocument/2006/relationships/image" Target="../media/image2720.png"/><Relationship Id="rId47" Type="http://schemas.openxmlformats.org/officeDocument/2006/relationships/image" Target="../media/image13110.png"/><Relationship Id="rId68" Type="http://schemas.openxmlformats.org/officeDocument/2006/relationships/customXml" Target="../ink/ink1716.xml"/><Relationship Id="rId89" Type="http://schemas.openxmlformats.org/officeDocument/2006/relationships/image" Target="../media/image15210.png"/><Relationship Id="rId112" Type="http://schemas.openxmlformats.org/officeDocument/2006/relationships/customXml" Target="../ink/ink1738.xml"/><Relationship Id="rId133" Type="http://schemas.openxmlformats.org/officeDocument/2006/relationships/image" Target="../media/image1740.png"/><Relationship Id="rId154" Type="http://schemas.openxmlformats.org/officeDocument/2006/relationships/customXml" Target="../ink/ink1759.xml"/><Relationship Id="rId175" Type="http://schemas.openxmlformats.org/officeDocument/2006/relationships/image" Target="../media/image1950.png"/><Relationship Id="rId340" Type="http://schemas.openxmlformats.org/officeDocument/2006/relationships/customXml" Target="../ink/ink1852.xml"/><Relationship Id="rId361" Type="http://schemas.openxmlformats.org/officeDocument/2006/relationships/image" Target="../media/image2880.png"/><Relationship Id="rId196" Type="http://schemas.openxmlformats.org/officeDocument/2006/relationships/customXml" Target="../ink/ink1780.xml"/><Relationship Id="rId200" Type="http://schemas.openxmlformats.org/officeDocument/2006/relationships/customXml" Target="../ink/ink1782.xml"/><Relationship Id="rId16" Type="http://schemas.openxmlformats.org/officeDocument/2006/relationships/customXml" Target="../ink/ink1690.xml"/><Relationship Id="rId221" Type="http://schemas.openxmlformats.org/officeDocument/2006/relationships/image" Target="../media/image2180.png"/><Relationship Id="rId242" Type="http://schemas.openxmlformats.org/officeDocument/2006/relationships/customXml" Target="../ink/ink1803.xml"/><Relationship Id="rId263" Type="http://schemas.openxmlformats.org/officeDocument/2006/relationships/image" Target="../media/image2390.png"/><Relationship Id="rId284" Type="http://schemas.openxmlformats.org/officeDocument/2006/relationships/customXml" Target="../ink/ink1824.xml"/><Relationship Id="rId319" Type="http://schemas.openxmlformats.org/officeDocument/2006/relationships/image" Target="../media/image2670.png"/><Relationship Id="rId37" Type="http://schemas.openxmlformats.org/officeDocument/2006/relationships/image" Target="../media/image12610.png"/><Relationship Id="rId58" Type="http://schemas.openxmlformats.org/officeDocument/2006/relationships/customXml" Target="../ink/ink1711.xml"/><Relationship Id="rId79" Type="http://schemas.openxmlformats.org/officeDocument/2006/relationships/image" Target="../media/image14710.png"/><Relationship Id="rId102" Type="http://schemas.openxmlformats.org/officeDocument/2006/relationships/customXml" Target="../ink/ink1733.xml"/><Relationship Id="rId123" Type="http://schemas.openxmlformats.org/officeDocument/2006/relationships/image" Target="../media/image1690.png"/><Relationship Id="rId144" Type="http://schemas.openxmlformats.org/officeDocument/2006/relationships/customXml" Target="../ink/ink1754.xml"/><Relationship Id="rId330" Type="http://schemas.openxmlformats.org/officeDocument/2006/relationships/customXml" Target="../ink/ink1847.xml"/><Relationship Id="rId90" Type="http://schemas.openxmlformats.org/officeDocument/2006/relationships/customXml" Target="../ink/ink1727.xml"/><Relationship Id="rId165" Type="http://schemas.openxmlformats.org/officeDocument/2006/relationships/image" Target="../media/image1900.png"/><Relationship Id="rId186" Type="http://schemas.openxmlformats.org/officeDocument/2006/relationships/customXml" Target="../ink/ink1775.xml"/><Relationship Id="rId351" Type="http://schemas.openxmlformats.org/officeDocument/2006/relationships/image" Target="../media/image2830.png"/><Relationship Id="rId372" Type="http://schemas.openxmlformats.org/officeDocument/2006/relationships/customXml" Target="../ink/ink1868.xml"/><Relationship Id="rId211" Type="http://schemas.openxmlformats.org/officeDocument/2006/relationships/image" Target="../media/image2130.png"/><Relationship Id="rId232" Type="http://schemas.openxmlformats.org/officeDocument/2006/relationships/customXml" Target="../ink/ink1798.xml"/><Relationship Id="rId253" Type="http://schemas.openxmlformats.org/officeDocument/2006/relationships/image" Target="../media/image2340.png"/><Relationship Id="rId274" Type="http://schemas.openxmlformats.org/officeDocument/2006/relationships/customXml" Target="../ink/ink1819.xml"/><Relationship Id="rId295" Type="http://schemas.openxmlformats.org/officeDocument/2006/relationships/image" Target="../media/image2550.png"/><Relationship Id="rId309" Type="http://schemas.openxmlformats.org/officeDocument/2006/relationships/image" Target="../media/image2620.png"/><Relationship Id="rId27" Type="http://schemas.openxmlformats.org/officeDocument/2006/relationships/image" Target="../media/image12110.png"/><Relationship Id="rId48" Type="http://schemas.openxmlformats.org/officeDocument/2006/relationships/customXml" Target="../ink/ink1706.xml"/><Relationship Id="rId69" Type="http://schemas.openxmlformats.org/officeDocument/2006/relationships/image" Target="../media/image14210.png"/><Relationship Id="rId113" Type="http://schemas.openxmlformats.org/officeDocument/2006/relationships/image" Target="../media/image1640.png"/><Relationship Id="rId134" Type="http://schemas.openxmlformats.org/officeDocument/2006/relationships/customXml" Target="../ink/ink1749.xml"/><Relationship Id="rId320" Type="http://schemas.openxmlformats.org/officeDocument/2006/relationships/customXml" Target="../ink/ink1842.xml"/><Relationship Id="rId80" Type="http://schemas.openxmlformats.org/officeDocument/2006/relationships/customXml" Target="../ink/ink1722.xml"/><Relationship Id="rId155" Type="http://schemas.openxmlformats.org/officeDocument/2006/relationships/image" Target="../media/image1850.png"/><Relationship Id="rId176" Type="http://schemas.openxmlformats.org/officeDocument/2006/relationships/customXml" Target="../ink/ink1770.xml"/><Relationship Id="rId197" Type="http://schemas.openxmlformats.org/officeDocument/2006/relationships/image" Target="../media/image2060.png"/><Relationship Id="rId341" Type="http://schemas.openxmlformats.org/officeDocument/2006/relationships/image" Target="../media/image2780.png"/><Relationship Id="rId362" Type="http://schemas.openxmlformats.org/officeDocument/2006/relationships/customXml" Target="../ink/ink1863.xml"/><Relationship Id="rId201" Type="http://schemas.openxmlformats.org/officeDocument/2006/relationships/image" Target="../media/image2080.png"/><Relationship Id="rId222" Type="http://schemas.openxmlformats.org/officeDocument/2006/relationships/customXml" Target="../ink/ink1793.xml"/><Relationship Id="rId243" Type="http://schemas.openxmlformats.org/officeDocument/2006/relationships/image" Target="../media/image2290.png"/><Relationship Id="rId264" Type="http://schemas.openxmlformats.org/officeDocument/2006/relationships/customXml" Target="../ink/ink1814.xml"/><Relationship Id="rId285" Type="http://schemas.openxmlformats.org/officeDocument/2006/relationships/image" Target="../media/image2501.png"/><Relationship Id="rId17" Type="http://schemas.openxmlformats.org/officeDocument/2006/relationships/image" Target="../media/image11612.png"/><Relationship Id="rId38" Type="http://schemas.openxmlformats.org/officeDocument/2006/relationships/customXml" Target="../ink/ink1701.xml"/><Relationship Id="rId59" Type="http://schemas.openxmlformats.org/officeDocument/2006/relationships/image" Target="../media/image13710.png"/><Relationship Id="rId103" Type="http://schemas.openxmlformats.org/officeDocument/2006/relationships/image" Target="../media/image1590.png"/><Relationship Id="rId124" Type="http://schemas.openxmlformats.org/officeDocument/2006/relationships/customXml" Target="../ink/ink1744.xml"/><Relationship Id="rId310" Type="http://schemas.openxmlformats.org/officeDocument/2006/relationships/customXml" Target="../ink/ink1837.xml"/><Relationship Id="rId70" Type="http://schemas.openxmlformats.org/officeDocument/2006/relationships/customXml" Target="../ink/ink1717.xml"/><Relationship Id="rId91" Type="http://schemas.openxmlformats.org/officeDocument/2006/relationships/image" Target="../media/image15310.png"/><Relationship Id="rId145" Type="http://schemas.openxmlformats.org/officeDocument/2006/relationships/image" Target="../media/image1800.png"/><Relationship Id="rId166" Type="http://schemas.openxmlformats.org/officeDocument/2006/relationships/customXml" Target="../ink/ink1765.xml"/><Relationship Id="rId187" Type="http://schemas.openxmlformats.org/officeDocument/2006/relationships/image" Target="../media/image2011.png"/><Relationship Id="rId331" Type="http://schemas.openxmlformats.org/officeDocument/2006/relationships/image" Target="../media/image2730.png"/><Relationship Id="rId352" Type="http://schemas.openxmlformats.org/officeDocument/2006/relationships/customXml" Target="../ink/ink1858.xml"/><Relationship Id="rId373" Type="http://schemas.openxmlformats.org/officeDocument/2006/relationships/image" Target="../media/image2940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788.xml"/><Relationship Id="rId233" Type="http://schemas.openxmlformats.org/officeDocument/2006/relationships/image" Target="../media/image2240.png"/><Relationship Id="rId254" Type="http://schemas.openxmlformats.org/officeDocument/2006/relationships/customXml" Target="../ink/ink1809.xml"/><Relationship Id="rId28" Type="http://schemas.openxmlformats.org/officeDocument/2006/relationships/customXml" Target="../ink/ink1696.xml"/><Relationship Id="rId49" Type="http://schemas.openxmlformats.org/officeDocument/2006/relationships/image" Target="../media/image13210.png"/><Relationship Id="rId114" Type="http://schemas.openxmlformats.org/officeDocument/2006/relationships/customXml" Target="../ink/ink1739.xml"/><Relationship Id="rId275" Type="http://schemas.openxmlformats.org/officeDocument/2006/relationships/image" Target="../media/image2450.png"/><Relationship Id="rId296" Type="http://schemas.openxmlformats.org/officeDocument/2006/relationships/customXml" Target="../ink/ink1830.xml"/><Relationship Id="rId300" Type="http://schemas.openxmlformats.org/officeDocument/2006/relationships/customXml" Target="../ink/ink1832.xml"/><Relationship Id="rId60" Type="http://schemas.openxmlformats.org/officeDocument/2006/relationships/customXml" Target="../ink/ink1712.xml"/><Relationship Id="rId81" Type="http://schemas.openxmlformats.org/officeDocument/2006/relationships/image" Target="../media/image14810.png"/><Relationship Id="rId135" Type="http://schemas.openxmlformats.org/officeDocument/2006/relationships/image" Target="../media/image1750.png"/><Relationship Id="rId156" Type="http://schemas.openxmlformats.org/officeDocument/2006/relationships/customXml" Target="../ink/ink1760.xml"/><Relationship Id="rId177" Type="http://schemas.openxmlformats.org/officeDocument/2006/relationships/image" Target="../media/image1960.png"/><Relationship Id="rId198" Type="http://schemas.openxmlformats.org/officeDocument/2006/relationships/customXml" Target="../ink/ink1781.xml"/><Relationship Id="rId321" Type="http://schemas.openxmlformats.org/officeDocument/2006/relationships/image" Target="../media/image2680.png"/><Relationship Id="rId342" Type="http://schemas.openxmlformats.org/officeDocument/2006/relationships/customXml" Target="../ink/ink1853.xml"/><Relationship Id="rId363" Type="http://schemas.openxmlformats.org/officeDocument/2006/relationships/image" Target="../media/image2890.png"/><Relationship Id="rId202" Type="http://schemas.openxmlformats.org/officeDocument/2006/relationships/customXml" Target="../ink/ink1783.xml"/><Relationship Id="rId223" Type="http://schemas.openxmlformats.org/officeDocument/2006/relationships/image" Target="../media/image2190.png"/><Relationship Id="rId244" Type="http://schemas.openxmlformats.org/officeDocument/2006/relationships/customXml" Target="../ink/ink1804.xml"/><Relationship Id="rId18" Type="http://schemas.openxmlformats.org/officeDocument/2006/relationships/customXml" Target="../ink/ink1691.xml"/><Relationship Id="rId39" Type="http://schemas.openxmlformats.org/officeDocument/2006/relationships/image" Target="../media/image12710.png"/><Relationship Id="rId265" Type="http://schemas.openxmlformats.org/officeDocument/2006/relationships/image" Target="../media/image2400.png"/><Relationship Id="rId286" Type="http://schemas.openxmlformats.org/officeDocument/2006/relationships/customXml" Target="../ink/ink1825.xml"/><Relationship Id="rId50" Type="http://schemas.openxmlformats.org/officeDocument/2006/relationships/customXml" Target="../ink/ink1707.xml"/><Relationship Id="rId104" Type="http://schemas.openxmlformats.org/officeDocument/2006/relationships/customXml" Target="../ink/ink1734.xml"/><Relationship Id="rId125" Type="http://schemas.openxmlformats.org/officeDocument/2006/relationships/image" Target="../media/image1700.png"/><Relationship Id="rId146" Type="http://schemas.openxmlformats.org/officeDocument/2006/relationships/customXml" Target="../ink/ink1755.xml"/><Relationship Id="rId167" Type="http://schemas.openxmlformats.org/officeDocument/2006/relationships/image" Target="../media/image1911.png"/><Relationship Id="rId188" Type="http://schemas.openxmlformats.org/officeDocument/2006/relationships/customXml" Target="../ink/ink1776.xml"/><Relationship Id="rId311" Type="http://schemas.openxmlformats.org/officeDocument/2006/relationships/image" Target="../media/image2630.png"/><Relationship Id="rId332" Type="http://schemas.openxmlformats.org/officeDocument/2006/relationships/customXml" Target="../ink/ink1848.xml"/><Relationship Id="rId353" Type="http://schemas.openxmlformats.org/officeDocument/2006/relationships/image" Target="../media/image2840.png"/><Relationship Id="rId374" Type="http://schemas.openxmlformats.org/officeDocument/2006/relationships/customXml" Target="../ink/ink1869.xml"/><Relationship Id="rId71" Type="http://schemas.openxmlformats.org/officeDocument/2006/relationships/image" Target="../media/image14310.png"/><Relationship Id="rId92" Type="http://schemas.openxmlformats.org/officeDocument/2006/relationships/customXml" Target="../ink/ink1728.xml"/><Relationship Id="rId213" Type="http://schemas.openxmlformats.org/officeDocument/2006/relationships/image" Target="../media/image2140.png"/><Relationship Id="rId234" Type="http://schemas.openxmlformats.org/officeDocument/2006/relationships/customXml" Target="../ink/ink1799.xml"/><Relationship Id="rId2" Type="http://schemas.openxmlformats.org/officeDocument/2006/relationships/customXml" Target="../ink/ink1683.xml"/><Relationship Id="rId29" Type="http://schemas.openxmlformats.org/officeDocument/2006/relationships/image" Target="../media/image12210.png"/><Relationship Id="rId255" Type="http://schemas.openxmlformats.org/officeDocument/2006/relationships/image" Target="../media/image2350.png"/><Relationship Id="rId276" Type="http://schemas.openxmlformats.org/officeDocument/2006/relationships/customXml" Target="../ink/ink1820.xml"/><Relationship Id="rId297" Type="http://schemas.openxmlformats.org/officeDocument/2006/relationships/image" Target="../media/image2560.png"/><Relationship Id="rId40" Type="http://schemas.openxmlformats.org/officeDocument/2006/relationships/customXml" Target="../ink/ink1702.xml"/><Relationship Id="rId115" Type="http://schemas.openxmlformats.org/officeDocument/2006/relationships/image" Target="../media/image1650.png"/><Relationship Id="rId136" Type="http://schemas.openxmlformats.org/officeDocument/2006/relationships/customXml" Target="../ink/ink1750.xml"/><Relationship Id="rId157" Type="http://schemas.openxmlformats.org/officeDocument/2006/relationships/image" Target="../media/image1860.png"/><Relationship Id="rId178" Type="http://schemas.openxmlformats.org/officeDocument/2006/relationships/customXml" Target="../ink/ink1771.xml"/><Relationship Id="rId301" Type="http://schemas.openxmlformats.org/officeDocument/2006/relationships/image" Target="../media/image2580.png"/><Relationship Id="rId322" Type="http://schemas.openxmlformats.org/officeDocument/2006/relationships/customXml" Target="../ink/ink1843.xml"/><Relationship Id="rId343" Type="http://schemas.openxmlformats.org/officeDocument/2006/relationships/image" Target="../media/image2790.png"/><Relationship Id="rId364" Type="http://schemas.openxmlformats.org/officeDocument/2006/relationships/customXml" Target="../ink/ink1864.xml"/><Relationship Id="rId61" Type="http://schemas.openxmlformats.org/officeDocument/2006/relationships/image" Target="../media/image13810.png"/><Relationship Id="rId82" Type="http://schemas.openxmlformats.org/officeDocument/2006/relationships/customXml" Target="../ink/ink1723.xml"/><Relationship Id="rId199" Type="http://schemas.openxmlformats.org/officeDocument/2006/relationships/image" Target="../media/image2070.png"/><Relationship Id="rId203" Type="http://schemas.openxmlformats.org/officeDocument/2006/relationships/image" Target="../media/image2090.png"/><Relationship Id="rId19" Type="http://schemas.openxmlformats.org/officeDocument/2006/relationships/image" Target="../media/image11710.png"/><Relationship Id="rId224" Type="http://schemas.openxmlformats.org/officeDocument/2006/relationships/customXml" Target="../ink/ink1794.xml"/><Relationship Id="rId245" Type="http://schemas.openxmlformats.org/officeDocument/2006/relationships/image" Target="../media/image2300.png"/><Relationship Id="rId266" Type="http://schemas.openxmlformats.org/officeDocument/2006/relationships/customXml" Target="../ink/ink1815.xml"/><Relationship Id="rId287" Type="http://schemas.openxmlformats.org/officeDocument/2006/relationships/image" Target="../media/image2511.png"/><Relationship Id="rId30" Type="http://schemas.openxmlformats.org/officeDocument/2006/relationships/customXml" Target="../ink/ink1697.xml"/><Relationship Id="rId105" Type="http://schemas.openxmlformats.org/officeDocument/2006/relationships/image" Target="../media/image1600.png"/><Relationship Id="rId126" Type="http://schemas.openxmlformats.org/officeDocument/2006/relationships/customXml" Target="../ink/ink1745.xml"/><Relationship Id="rId147" Type="http://schemas.openxmlformats.org/officeDocument/2006/relationships/image" Target="../media/image1811.png"/><Relationship Id="rId168" Type="http://schemas.openxmlformats.org/officeDocument/2006/relationships/customXml" Target="../ink/ink1766.xml"/><Relationship Id="rId312" Type="http://schemas.openxmlformats.org/officeDocument/2006/relationships/customXml" Target="../ink/ink1838.xml"/><Relationship Id="rId333" Type="http://schemas.openxmlformats.org/officeDocument/2006/relationships/image" Target="../media/image2740.png"/><Relationship Id="rId354" Type="http://schemas.openxmlformats.org/officeDocument/2006/relationships/customXml" Target="../ink/ink1859.xml"/><Relationship Id="rId51" Type="http://schemas.openxmlformats.org/officeDocument/2006/relationships/image" Target="../media/image13310.png"/><Relationship Id="rId72" Type="http://schemas.openxmlformats.org/officeDocument/2006/relationships/customXml" Target="../ink/ink1718.xml"/><Relationship Id="rId93" Type="http://schemas.openxmlformats.org/officeDocument/2006/relationships/image" Target="../media/image15410.png"/><Relationship Id="rId189" Type="http://schemas.openxmlformats.org/officeDocument/2006/relationships/image" Target="../media/image2020.png"/><Relationship Id="rId375" Type="http://schemas.openxmlformats.org/officeDocument/2006/relationships/image" Target="../media/image2950.png"/><Relationship Id="rId3" Type="http://schemas.openxmlformats.org/officeDocument/2006/relationships/image" Target="../media/image10911.png"/><Relationship Id="rId214" Type="http://schemas.openxmlformats.org/officeDocument/2006/relationships/customXml" Target="../ink/ink1789.xml"/><Relationship Id="rId235" Type="http://schemas.openxmlformats.org/officeDocument/2006/relationships/image" Target="../media/image2250.png"/><Relationship Id="rId256" Type="http://schemas.openxmlformats.org/officeDocument/2006/relationships/customXml" Target="../ink/ink1810.xml"/><Relationship Id="rId277" Type="http://schemas.openxmlformats.org/officeDocument/2006/relationships/image" Target="../media/image2460.png"/><Relationship Id="rId298" Type="http://schemas.openxmlformats.org/officeDocument/2006/relationships/customXml" Target="../ink/ink1831.xml"/><Relationship Id="rId116" Type="http://schemas.openxmlformats.org/officeDocument/2006/relationships/customXml" Target="../ink/ink1740.xml"/><Relationship Id="rId137" Type="http://schemas.openxmlformats.org/officeDocument/2006/relationships/image" Target="../media/image1760.png"/><Relationship Id="rId158" Type="http://schemas.openxmlformats.org/officeDocument/2006/relationships/customXml" Target="../ink/ink1761.xml"/><Relationship Id="rId302" Type="http://schemas.openxmlformats.org/officeDocument/2006/relationships/customXml" Target="../ink/ink1833.xml"/><Relationship Id="rId323" Type="http://schemas.openxmlformats.org/officeDocument/2006/relationships/image" Target="../media/image2690.png"/><Relationship Id="rId344" Type="http://schemas.openxmlformats.org/officeDocument/2006/relationships/customXml" Target="../ink/ink1854.xml"/><Relationship Id="rId20" Type="http://schemas.openxmlformats.org/officeDocument/2006/relationships/customXml" Target="../ink/ink1692.xml"/><Relationship Id="rId41" Type="http://schemas.openxmlformats.org/officeDocument/2006/relationships/image" Target="../media/image12810.png"/><Relationship Id="rId62" Type="http://schemas.openxmlformats.org/officeDocument/2006/relationships/customXml" Target="../ink/ink1713.xml"/><Relationship Id="rId83" Type="http://schemas.openxmlformats.org/officeDocument/2006/relationships/image" Target="../media/image14910.png"/><Relationship Id="rId179" Type="http://schemas.openxmlformats.org/officeDocument/2006/relationships/image" Target="../media/image1970.png"/><Relationship Id="rId365" Type="http://schemas.openxmlformats.org/officeDocument/2006/relationships/image" Target="../media/image2900.png"/><Relationship Id="rId190" Type="http://schemas.openxmlformats.org/officeDocument/2006/relationships/customXml" Target="../ink/ink1777.xml"/><Relationship Id="rId204" Type="http://schemas.openxmlformats.org/officeDocument/2006/relationships/customXml" Target="../ink/ink1784.xml"/><Relationship Id="rId225" Type="http://schemas.openxmlformats.org/officeDocument/2006/relationships/image" Target="../media/image2200.png"/><Relationship Id="rId246" Type="http://schemas.openxmlformats.org/officeDocument/2006/relationships/customXml" Target="../ink/ink1805.xml"/><Relationship Id="rId267" Type="http://schemas.openxmlformats.org/officeDocument/2006/relationships/image" Target="../media/image2411.png"/><Relationship Id="rId288" Type="http://schemas.openxmlformats.org/officeDocument/2006/relationships/customXml" Target="../ink/ink1826.xml"/><Relationship Id="rId106" Type="http://schemas.openxmlformats.org/officeDocument/2006/relationships/customXml" Target="../ink/ink1735.xml"/><Relationship Id="rId127" Type="http://schemas.openxmlformats.org/officeDocument/2006/relationships/image" Target="../media/image1711.png"/><Relationship Id="rId313" Type="http://schemas.openxmlformats.org/officeDocument/2006/relationships/image" Target="../media/image2640.png"/><Relationship Id="rId10" Type="http://schemas.openxmlformats.org/officeDocument/2006/relationships/customXml" Target="../ink/ink1687.xml"/><Relationship Id="rId31" Type="http://schemas.openxmlformats.org/officeDocument/2006/relationships/image" Target="../media/image12310.png"/><Relationship Id="rId52" Type="http://schemas.openxmlformats.org/officeDocument/2006/relationships/customXml" Target="../ink/ink1708.xml"/><Relationship Id="rId73" Type="http://schemas.openxmlformats.org/officeDocument/2006/relationships/image" Target="../media/image14410.png"/><Relationship Id="rId94" Type="http://schemas.openxmlformats.org/officeDocument/2006/relationships/customXml" Target="../ink/ink1729.xml"/><Relationship Id="rId148" Type="http://schemas.openxmlformats.org/officeDocument/2006/relationships/customXml" Target="../ink/ink1756.xml"/><Relationship Id="rId169" Type="http://schemas.openxmlformats.org/officeDocument/2006/relationships/image" Target="../media/image1920.png"/><Relationship Id="rId334" Type="http://schemas.openxmlformats.org/officeDocument/2006/relationships/customXml" Target="../ink/ink1849.xml"/><Relationship Id="rId355" Type="http://schemas.openxmlformats.org/officeDocument/2006/relationships/image" Target="../media/image2850.png"/><Relationship Id="rId376" Type="http://schemas.openxmlformats.org/officeDocument/2006/relationships/customXml" Target="../ink/ink1870.xml"/><Relationship Id="rId4" Type="http://schemas.openxmlformats.org/officeDocument/2006/relationships/customXml" Target="../ink/ink1684.xml"/><Relationship Id="rId180" Type="http://schemas.openxmlformats.org/officeDocument/2006/relationships/customXml" Target="../ink/ink1772.xml"/><Relationship Id="rId215" Type="http://schemas.openxmlformats.org/officeDocument/2006/relationships/image" Target="../media/image2150.png"/><Relationship Id="rId236" Type="http://schemas.openxmlformats.org/officeDocument/2006/relationships/customXml" Target="../ink/ink1800.xml"/><Relationship Id="rId257" Type="http://schemas.openxmlformats.org/officeDocument/2006/relationships/image" Target="../media/image2360.png"/><Relationship Id="rId278" Type="http://schemas.openxmlformats.org/officeDocument/2006/relationships/customXml" Target="../ink/ink1821.xml"/><Relationship Id="rId303" Type="http://schemas.openxmlformats.org/officeDocument/2006/relationships/image" Target="../media/image2590.png"/><Relationship Id="rId42" Type="http://schemas.openxmlformats.org/officeDocument/2006/relationships/customXml" Target="../ink/ink1703.xml"/><Relationship Id="rId84" Type="http://schemas.openxmlformats.org/officeDocument/2006/relationships/customXml" Target="../ink/ink1724.xml"/><Relationship Id="rId138" Type="http://schemas.openxmlformats.org/officeDocument/2006/relationships/customXml" Target="../ink/ink1751.xml"/><Relationship Id="rId345" Type="http://schemas.openxmlformats.org/officeDocument/2006/relationships/image" Target="../media/image2800.png"/><Relationship Id="rId191" Type="http://schemas.openxmlformats.org/officeDocument/2006/relationships/image" Target="../media/image2030.png"/><Relationship Id="rId205" Type="http://schemas.openxmlformats.org/officeDocument/2006/relationships/image" Target="../media/image2100.png"/><Relationship Id="rId247" Type="http://schemas.openxmlformats.org/officeDocument/2006/relationships/image" Target="../media/image2311.png"/><Relationship Id="rId107" Type="http://schemas.openxmlformats.org/officeDocument/2006/relationships/image" Target="../media/image1611.png"/><Relationship Id="rId289" Type="http://schemas.openxmlformats.org/officeDocument/2006/relationships/image" Target="../media/image2520.png"/><Relationship Id="rId11" Type="http://schemas.openxmlformats.org/officeDocument/2006/relationships/image" Target="../media/image11312.png"/><Relationship Id="rId53" Type="http://schemas.openxmlformats.org/officeDocument/2006/relationships/image" Target="../media/image13410.png"/><Relationship Id="rId149" Type="http://schemas.openxmlformats.org/officeDocument/2006/relationships/image" Target="../media/image1820.png"/><Relationship Id="rId314" Type="http://schemas.openxmlformats.org/officeDocument/2006/relationships/customXml" Target="../ink/ink1839.xml"/><Relationship Id="rId356" Type="http://schemas.openxmlformats.org/officeDocument/2006/relationships/customXml" Target="../ink/ink1860.xml"/><Relationship Id="rId95" Type="http://schemas.openxmlformats.org/officeDocument/2006/relationships/image" Target="../media/image1552.png"/><Relationship Id="rId160" Type="http://schemas.openxmlformats.org/officeDocument/2006/relationships/customXml" Target="../ink/ink1762.xml"/><Relationship Id="rId216" Type="http://schemas.openxmlformats.org/officeDocument/2006/relationships/customXml" Target="../ink/ink1790.xml"/><Relationship Id="rId258" Type="http://schemas.openxmlformats.org/officeDocument/2006/relationships/customXml" Target="../ink/ink1811.xml"/><Relationship Id="rId22" Type="http://schemas.openxmlformats.org/officeDocument/2006/relationships/customXml" Target="../ink/ink1693.xml"/><Relationship Id="rId64" Type="http://schemas.openxmlformats.org/officeDocument/2006/relationships/customXml" Target="../ink/ink1714.xml"/><Relationship Id="rId118" Type="http://schemas.openxmlformats.org/officeDocument/2006/relationships/customXml" Target="../ink/ink1741.xml"/><Relationship Id="rId325" Type="http://schemas.openxmlformats.org/officeDocument/2006/relationships/image" Target="../media/image2700.png"/><Relationship Id="rId367" Type="http://schemas.openxmlformats.org/officeDocument/2006/relationships/image" Target="../media/image2911.png"/><Relationship Id="rId171" Type="http://schemas.openxmlformats.org/officeDocument/2006/relationships/image" Target="../media/image1930.png"/><Relationship Id="rId227" Type="http://schemas.openxmlformats.org/officeDocument/2006/relationships/image" Target="../media/image2211.png"/><Relationship Id="rId269" Type="http://schemas.openxmlformats.org/officeDocument/2006/relationships/image" Target="../media/image2420.png"/><Relationship Id="rId33" Type="http://schemas.openxmlformats.org/officeDocument/2006/relationships/image" Target="../media/image12410.png"/><Relationship Id="rId129" Type="http://schemas.openxmlformats.org/officeDocument/2006/relationships/image" Target="../media/image1720.png"/><Relationship Id="rId280" Type="http://schemas.openxmlformats.org/officeDocument/2006/relationships/customXml" Target="../ink/ink1822.xml"/><Relationship Id="rId336" Type="http://schemas.openxmlformats.org/officeDocument/2006/relationships/customXml" Target="../ink/ink1850.xml"/><Relationship Id="rId75" Type="http://schemas.openxmlformats.org/officeDocument/2006/relationships/image" Target="../media/image14510.png"/><Relationship Id="rId140" Type="http://schemas.openxmlformats.org/officeDocument/2006/relationships/customXml" Target="../ink/ink1752.xml"/><Relationship Id="rId182" Type="http://schemas.openxmlformats.org/officeDocument/2006/relationships/customXml" Target="../ink/ink1773.xml"/><Relationship Id="rId378" Type="http://schemas.openxmlformats.org/officeDocument/2006/relationships/customXml" Target="../ink/ink1871.xml"/><Relationship Id="rId6" Type="http://schemas.openxmlformats.org/officeDocument/2006/relationships/customXml" Target="../ink/ink1685.xml"/><Relationship Id="rId238" Type="http://schemas.openxmlformats.org/officeDocument/2006/relationships/customXml" Target="../ink/ink1801.xml"/><Relationship Id="rId291" Type="http://schemas.openxmlformats.org/officeDocument/2006/relationships/image" Target="../media/image2530.png"/><Relationship Id="rId305" Type="http://schemas.openxmlformats.org/officeDocument/2006/relationships/image" Target="../media/image2600.png"/><Relationship Id="rId347" Type="http://schemas.openxmlformats.org/officeDocument/2006/relationships/image" Target="../media/image2811.png"/><Relationship Id="rId44" Type="http://schemas.openxmlformats.org/officeDocument/2006/relationships/customXml" Target="../ink/ink1704.xml"/><Relationship Id="rId86" Type="http://schemas.openxmlformats.org/officeDocument/2006/relationships/customXml" Target="../ink/ink1725.xml"/><Relationship Id="rId151" Type="http://schemas.openxmlformats.org/officeDocument/2006/relationships/image" Target="../media/image1830.png"/><Relationship Id="rId193" Type="http://schemas.openxmlformats.org/officeDocument/2006/relationships/image" Target="../media/image2040.png"/><Relationship Id="rId207" Type="http://schemas.openxmlformats.org/officeDocument/2006/relationships/image" Target="../media/image2111.png"/><Relationship Id="rId249" Type="http://schemas.openxmlformats.org/officeDocument/2006/relationships/image" Target="../media/image2320.png"/><Relationship Id="rId13" Type="http://schemas.openxmlformats.org/officeDocument/2006/relationships/image" Target="../media/image11412.png"/><Relationship Id="rId109" Type="http://schemas.openxmlformats.org/officeDocument/2006/relationships/image" Target="../media/image1620.png"/><Relationship Id="rId260" Type="http://schemas.openxmlformats.org/officeDocument/2006/relationships/customXml" Target="../ink/ink1812.xml"/><Relationship Id="rId316" Type="http://schemas.openxmlformats.org/officeDocument/2006/relationships/customXml" Target="../ink/ink1840.xml"/><Relationship Id="rId55" Type="http://schemas.openxmlformats.org/officeDocument/2006/relationships/image" Target="../media/image13510.png"/><Relationship Id="rId97" Type="http://schemas.openxmlformats.org/officeDocument/2006/relationships/image" Target="../media/image1560.png"/><Relationship Id="rId120" Type="http://schemas.openxmlformats.org/officeDocument/2006/relationships/customXml" Target="../ink/ink1742.xml"/><Relationship Id="rId358" Type="http://schemas.openxmlformats.org/officeDocument/2006/relationships/customXml" Target="../ink/ink1861.xml"/><Relationship Id="rId162" Type="http://schemas.openxmlformats.org/officeDocument/2006/relationships/customXml" Target="../ink/ink1763.xml"/><Relationship Id="rId218" Type="http://schemas.openxmlformats.org/officeDocument/2006/relationships/customXml" Target="../ink/ink1791.xml"/><Relationship Id="rId271" Type="http://schemas.openxmlformats.org/officeDocument/2006/relationships/image" Target="../media/image2430.png"/><Relationship Id="rId24" Type="http://schemas.openxmlformats.org/officeDocument/2006/relationships/customXml" Target="../ink/ink1694.xml"/><Relationship Id="rId66" Type="http://schemas.openxmlformats.org/officeDocument/2006/relationships/customXml" Target="../ink/ink1715.xml"/><Relationship Id="rId131" Type="http://schemas.openxmlformats.org/officeDocument/2006/relationships/image" Target="../media/image1730.png"/><Relationship Id="rId327" Type="http://schemas.openxmlformats.org/officeDocument/2006/relationships/image" Target="../media/image2711.png"/><Relationship Id="rId369" Type="http://schemas.openxmlformats.org/officeDocument/2006/relationships/image" Target="../media/image2920.png"/><Relationship Id="rId173" Type="http://schemas.openxmlformats.org/officeDocument/2006/relationships/image" Target="../media/image1940.png"/><Relationship Id="rId229" Type="http://schemas.openxmlformats.org/officeDocument/2006/relationships/image" Target="../media/image2220.png"/><Relationship Id="rId240" Type="http://schemas.openxmlformats.org/officeDocument/2006/relationships/customXml" Target="../ink/ink1802.xml"/><Relationship Id="rId35" Type="http://schemas.openxmlformats.org/officeDocument/2006/relationships/image" Target="../media/image12510.png"/><Relationship Id="rId77" Type="http://schemas.openxmlformats.org/officeDocument/2006/relationships/image" Target="../media/image14610.png"/><Relationship Id="rId100" Type="http://schemas.openxmlformats.org/officeDocument/2006/relationships/customXml" Target="../ink/ink1732.xml"/><Relationship Id="rId282" Type="http://schemas.openxmlformats.org/officeDocument/2006/relationships/customXml" Target="../ink/ink1823.xml"/><Relationship Id="rId338" Type="http://schemas.openxmlformats.org/officeDocument/2006/relationships/customXml" Target="../ink/ink1851.xml"/><Relationship Id="rId8" Type="http://schemas.openxmlformats.org/officeDocument/2006/relationships/customXml" Target="../ink/ink1686.xml"/><Relationship Id="rId142" Type="http://schemas.openxmlformats.org/officeDocument/2006/relationships/customXml" Target="../ink/ink1753.xml"/><Relationship Id="rId184" Type="http://schemas.openxmlformats.org/officeDocument/2006/relationships/customXml" Target="../ink/ink1774.xml"/><Relationship Id="rId251" Type="http://schemas.openxmlformats.org/officeDocument/2006/relationships/image" Target="../media/image2330.png"/><Relationship Id="rId46" Type="http://schemas.openxmlformats.org/officeDocument/2006/relationships/customXml" Target="../ink/ink1705.xml"/><Relationship Id="rId293" Type="http://schemas.openxmlformats.org/officeDocument/2006/relationships/image" Target="../media/image2540.png"/><Relationship Id="rId307" Type="http://schemas.openxmlformats.org/officeDocument/2006/relationships/image" Target="../media/image2611.png"/><Relationship Id="rId349" Type="http://schemas.openxmlformats.org/officeDocument/2006/relationships/image" Target="../media/image2820.png"/><Relationship Id="rId88" Type="http://schemas.openxmlformats.org/officeDocument/2006/relationships/customXml" Target="../ink/ink1726.xml"/><Relationship Id="rId111" Type="http://schemas.openxmlformats.org/officeDocument/2006/relationships/image" Target="../media/image1630.png"/><Relationship Id="rId153" Type="http://schemas.openxmlformats.org/officeDocument/2006/relationships/image" Target="../media/image1840.png"/><Relationship Id="rId195" Type="http://schemas.openxmlformats.org/officeDocument/2006/relationships/image" Target="../media/image2050.png"/><Relationship Id="rId209" Type="http://schemas.openxmlformats.org/officeDocument/2006/relationships/image" Target="../media/image2120.png"/><Relationship Id="rId360" Type="http://schemas.openxmlformats.org/officeDocument/2006/relationships/customXml" Target="../ink/ink1862.xml"/><Relationship Id="rId220" Type="http://schemas.openxmlformats.org/officeDocument/2006/relationships/customXml" Target="../ink/ink1792.xml"/><Relationship Id="rId15" Type="http://schemas.openxmlformats.org/officeDocument/2006/relationships/image" Target="../media/image11512.png"/><Relationship Id="rId57" Type="http://schemas.openxmlformats.org/officeDocument/2006/relationships/image" Target="../media/image13610.png"/><Relationship Id="rId262" Type="http://schemas.openxmlformats.org/officeDocument/2006/relationships/customXml" Target="../ink/ink1813.xml"/><Relationship Id="rId318" Type="http://schemas.openxmlformats.org/officeDocument/2006/relationships/customXml" Target="../ink/ink1841.xml"/><Relationship Id="rId99" Type="http://schemas.openxmlformats.org/officeDocument/2006/relationships/image" Target="../media/image1570.png"/><Relationship Id="rId122" Type="http://schemas.openxmlformats.org/officeDocument/2006/relationships/customXml" Target="../ink/ink1743.xml"/><Relationship Id="rId164" Type="http://schemas.openxmlformats.org/officeDocument/2006/relationships/customXml" Target="../ink/ink1764.xml"/><Relationship Id="rId371" Type="http://schemas.openxmlformats.org/officeDocument/2006/relationships/image" Target="../media/image2930.png"/></Relationships>
</file>

<file path=ppt/slides/_rels/slide2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3550.png"/><Relationship Id="rId299" Type="http://schemas.openxmlformats.org/officeDocument/2006/relationships/image" Target="../media/image4460.png"/><Relationship Id="rId21" Type="http://schemas.openxmlformats.org/officeDocument/2006/relationships/image" Target="../media/image3070.png"/><Relationship Id="rId63" Type="http://schemas.openxmlformats.org/officeDocument/2006/relationships/image" Target="../media/image3280.png"/><Relationship Id="rId159" Type="http://schemas.openxmlformats.org/officeDocument/2006/relationships/image" Target="../media/image3760.png"/><Relationship Id="rId170" Type="http://schemas.openxmlformats.org/officeDocument/2006/relationships/customXml" Target="../ink/ink1956.xml"/><Relationship Id="rId226" Type="http://schemas.openxmlformats.org/officeDocument/2006/relationships/customXml" Target="../ink/ink1984.xml"/><Relationship Id="rId268" Type="http://schemas.openxmlformats.org/officeDocument/2006/relationships/customXml" Target="../ink/ink2005.xml"/><Relationship Id="rId32" Type="http://schemas.openxmlformats.org/officeDocument/2006/relationships/customXml" Target="../ink/ink1887.xml"/><Relationship Id="rId74" Type="http://schemas.openxmlformats.org/officeDocument/2006/relationships/customXml" Target="../ink/ink1908.xml"/><Relationship Id="rId128" Type="http://schemas.openxmlformats.org/officeDocument/2006/relationships/customXml" Target="../ink/ink1935.xml"/><Relationship Id="rId5" Type="http://schemas.openxmlformats.org/officeDocument/2006/relationships/image" Target="../media/image2990.png"/><Relationship Id="rId181" Type="http://schemas.openxmlformats.org/officeDocument/2006/relationships/image" Target="../media/image3870.png"/><Relationship Id="rId237" Type="http://schemas.openxmlformats.org/officeDocument/2006/relationships/image" Target="../media/image4150.png"/><Relationship Id="rId279" Type="http://schemas.openxmlformats.org/officeDocument/2006/relationships/image" Target="../media/image4360.png"/><Relationship Id="rId43" Type="http://schemas.openxmlformats.org/officeDocument/2006/relationships/image" Target="../media/image3180.png"/><Relationship Id="rId139" Type="http://schemas.openxmlformats.org/officeDocument/2006/relationships/image" Target="../media/image3660.png"/><Relationship Id="rId290" Type="http://schemas.openxmlformats.org/officeDocument/2006/relationships/customXml" Target="../ink/ink2016.xml"/><Relationship Id="rId304" Type="http://schemas.openxmlformats.org/officeDocument/2006/relationships/customXml" Target="../ink/ink2023.xml"/><Relationship Id="rId85" Type="http://schemas.openxmlformats.org/officeDocument/2006/relationships/image" Target="../media/image3390.png"/><Relationship Id="rId150" Type="http://schemas.openxmlformats.org/officeDocument/2006/relationships/customXml" Target="../ink/ink1946.xml"/><Relationship Id="rId192" Type="http://schemas.openxmlformats.org/officeDocument/2006/relationships/customXml" Target="../ink/ink1967.xml"/><Relationship Id="rId206" Type="http://schemas.openxmlformats.org/officeDocument/2006/relationships/customXml" Target="../ink/ink1974.xml"/><Relationship Id="rId248" Type="http://schemas.openxmlformats.org/officeDocument/2006/relationships/customXml" Target="../ink/ink1995.xml"/><Relationship Id="rId12" Type="http://schemas.openxmlformats.org/officeDocument/2006/relationships/customXml" Target="../ink/ink1877.xml"/><Relationship Id="rId108" Type="http://schemas.openxmlformats.org/officeDocument/2006/relationships/customXml" Target="../ink/ink1925.xml"/><Relationship Id="rId315" Type="http://schemas.openxmlformats.org/officeDocument/2006/relationships/image" Target="../media/image4540.png"/><Relationship Id="rId54" Type="http://schemas.openxmlformats.org/officeDocument/2006/relationships/customXml" Target="../ink/ink1898.xml"/><Relationship Id="rId96" Type="http://schemas.openxmlformats.org/officeDocument/2006/relationships/customXml" Target="../ink/ink1919.xml"/><Relationship Id="rId161" Type="http://schemas.openxmlformats.org/officeDocument/2006/relationships/image" Target="../media/image3770.png"/><Relationship Id="rId217" Type="http://schemas.openxmlformats.org/officeDocument/2006/relationships/image" Target="../media/image4050.png"/><Relationship Id="rId259" Type="http://schemas.openxmlformats.org/officeDocument/2006/relationships/image" Target="../media/image4260.png"/><Relationship Id="rId23" Type="http://schemas.openxmlformats.org/officeDocument/2006/relationships/image" Target="../media/image3080.png"/><Relationship Id="rId119" Type="http://schemas.openxmlformats.org/officeDocument/2006/relationships/image" Target="../media/image3560.png"/><Relationship Id="rId270" Type="http://schemas.openxmlformats.org/officeDocument/2006/relationships/customXml" Target="../ink/ink2006.xml"/><Relationship Id="rId65" Type="http://schemas.openxmlformats.org/officeDocument/2006/relationships/image" Target="../media/image3290.png"/><Relationship Id="rId130" Type="http://schemas.openxmlformats.org/officeDocument/2006/relationships/customXml" Target="../ink/ink1936.xml"/><Relationship Id="rId172" Type="http://schemas.openxmlformats.org/officeDocument/2006/relationships/customXml" Target="../ink/ink1957.xml"/><Relationship Id="rId193" Type="http://schemas.openxmlformats.org/officeDocument/2006/relationships/image" Target="../media/image3930.png"/><Relationship Id="rId207" Type="http://schemas.openxmlformats.org/officeDocument/2006/relationships/image" Target="../media/image4000.png"/><Relationship Id="rId228" Type="http://schemas.openxmlformats.org/officeDocument/2006/relationships/customXml" Target="../ink/ink1985.xml"/><Relationship Id="rId249" Type="http://schemas.openxmlformats.org/officeDocument/2006/relationships/image" Target="../media/image4211.png"/><Relationship Id="rId13" Type="http://schemas.openxmlformats.org/officeDocument/2006/relationships/image" Target="../media/image3030.png"/><Relationship Id="rId109" Type="http://schemas.openxmlformats.org/officeDocument/2006/relationships/image" Target="../media/image3511.png"/><Relationship Id="rId260" Type="http://schemas.openxmlformats.org/officeDocument/2006/relationships/customXml" Target="../ink/ink2001.xml"/><Relationship Id="rId281" Type="http://schemas.openxmlformats.org/officeDocument/2006/relationships/image" Target="../media/image4370.png"/><Relationship Id="rId34" Type="http://schemas.openxmlformats.org/officeDocument/2006/relationships/customXml" Target="../ink/ink1888.xml"/><Relationship Id="rId55" Type="http://schemas.openxmlformats.org/officeDocument/2006/relationships/image" Target="../media/image3240.png"/><Relationship Id="rId76" Type="http://schemas.openxmlformats.org/officeDocument/2006/relationships/customXml" Target="../ink/ink1909.xml"/><Relationship Id="rId97" Type="http://schemas.openxmlformats.org/officeDocument/2006/relationships/image" Target="../media/image3450.png"/><Relationship Id="rId120" Type="http://schemas.openxmlformats.org/officeDocument/2006/relationships/customXml" Target="../ink/ink1931.xml"/><Relationship Id="rId141" Type="http://schemas.openxmlformats.org/officeDocument/2006/relationships/image" Target="../media/image3670.png"/><Relationship Id="rId7" Type="http://schemas.openxmlformats.org/officeDocument/2006/relationships/image" Target="../media/image3000.png"/><Relationship Id="rId162" Type="http://schemas.openxmlformats.org/officeDocument/2006/relationships/customXml" Target="../ink/ink1952.xml"/><Relationship Id="rId183" Type="http://schemas.openxmlformats.org/officeDocument/2006/relationships/image" Target="../media/image3880.png"/><Relationship Id="rId218" Type="http://schemas.openxmlformats.org/officeDocument/2006/relationships/customXml" Target="../ink/ink1980.xml"/><Relationship Id="rId239" Type="http://schemas.openxmlformats.org/officeDocument/2006/relationships/image" Target="../media/image4160.png"/><Relationship Id="rId250" Type="http://schemas.openxmlformats.org/officeDocument/2006/relationships/customXml" Target="../ink/ink1996.xml"/><Relationship Id="rId271" Type="http://schemas.openxmlformats.org/officeDocument/2006/relationships/image" Target="../media/image4320.png"/><Relationship Id="rId292" Type="http://schemas.openxmlformats.org/officeDocument/2006/relationships/customXml" Target="../ink/ink2017.xml"/><Relationship Id="rId306" Type="http://schemas.openxmlformats.org/officeDocument/2006/relationships/customXml" Target="../ink/ink2024.xml"/><Relationship Id="rId24" Type="http://schemas.openxmlformats.org/officeDocument/2006/relationships/customXml" Target="../ink/ink1883.xml"/><Relationship Id="rId45" Type="http://schemas.openxmlformats.org/officeDocument/2006/relationships/image" Target="../media/image3190.png"/><Relationship Id="rId66" Type="http://schemas.openxmlformats.org/officeDocument/2006/relationships/customXml" Target="../ink/ink1904.xml"/><Relationship Id="rId87" Type="http://schemas.openxmlformats.org/officeDocument/2006/relationships/image" Target="../media/image3400.png"/><Relationship Id="rId110" Type="http://schemas.openxmlformats.org/officeDocument/2006/relationships/customXml" Target="../ink/ink1926.xml"/><Relationship Id="rId131" Type="http://schemas.openxmlformats.org/officeDocument/2006/relationships/image" Target="../media/image3620.png"/><Relationship Id="rId152" Type="http://schemas.openxmlformats.org/officeDocument/2006/relationships/customXml" Target="../ink/ink1947.xml"/><Relationship Id="rId173" Type="http://schemas.openxmlformats.org/officeDocument/2006/relationships/image" Target="../media/image3830.png"/><Relationship Id="rId194" Type="http://schemas.openxmlformats.org/officeDocument/2006/relationships/customXml" Target="../ink/ink1968.xml"/><Relationship Id="rId208" Type="http://schemas.openxmlformats.org/officeDocument/2006/relationships/customXml" Target="../ink/ink1975.xml"/><Relationship Id="rId229" Type="http://schemas.openxmlformats.org/officeDocument/2006/relationships/image" Target="../media/image4111.png"/><Relationship Id="rId240" Type="http://schemas.openxmlformats.org/officeDocument/2006/relationships/customXml" Target="../ink/ink1991.xml"/><Relationship Id="rId261" Type="http://schemas.openxmlformats.org/officeDocument/2006/relationships/image" Target="../media/image4270.png"/><Relationship Id="rId14" Type="http://schemas.openxmlformats.org/officeDocument/2006/relationships/customXml" Target="../ink/ink1878.xml"/><Relationship Id="rId35" Type="http://schemas.openxmlformats.org/officeDocument/2006/relationships/image" Target="../media/image3140.png"/><Relationship Id="rId56" Type="http://schemas.openxmlformats.org/officeDocument/2006/relationships/customXml" Target="../ink/ink1899.xml"/><Relationship Id="rId77" Type="http://schemas.openxmlformats.org/officeDocument/2006/relationships/image" Target="../media/image3350.png"/><Relationship Id="rId100" Type="http://schemas.openxmlformats.org/officeDocument/2006/relationships/customXml" Target="../ink/ink1921.xml"/><Relationship Id="rId282" Type="http://schemas.openxmlformats.org/officeDocument/2006/relationships/customXml" Target="../ink/ink2012.xml"/><Relationship Id="rId8" Type="http://schemas.openxmlformats.org/officeDocument/2006/relationships/customXml" Target="../ink/ink1875.xml"/><Relationship Id="rId98" Type="http://schemas.openxmlformats.org/officeDocument/2006/relationships/customXml" Target="../ink/ink1920.xml"/><Relationship Id="rId121" Type="http://schemas.openxmlformats.org/officeDocument/2006/relationships/image" Target="../media/image3570.png"/><Relationship Id="rId142" Type="http://schemas.openxmlformats.org/officeDocument/2006/relationships/customXml" Target="../ink/ink1942.xml"/><Relationship Id="rId163" Type="http://schemas.openxmlformats.org/officeDocument/2006/relationships/image" Target="../media/image3780.png"/><Relationship Id="rId184" Type="http://schemas.openxmlformats.org/officeDocument/2006/relationships/customXml" Target="../ink/ink1963.xml"/><Relationship Id="rId219" Type="http://schemas.openxmlformats.org/officeDocument/2006/relationships/image" Target="../media/image4060.png"/><Relationship Id="rId230" Type="http://schemas.openxmlformats.org/officeDocument/2006/relationships/customXml" Target="../ink/ink1986.xml"/><Relationship Id="rId251" Type="http://schemas.openxmlformats.org/officeDocument/2006/relationships/image" Target="../media/image4220.png"/><Relationship Id="rId25" Type="http://schemas.openxmlformats.org/officeDocument/2006/relationships/image" Target="../media/image3090.png"/><Relationship Id="rId46" Type="http://schemas.openxmlformats.org/officeDocument/2006/relationships/customXml" Target="../ink/ink1894.xml"/><Relationship Id="rId67" Type="http://schemas.openxmlformats.org/officeDocument/2006/relationships/image" Target="../media/image3300.png"/><Relationship Id="rId272" Type="http://schemas.openxmlformats.org/officeDocument/2006/relationships/customXml" Target="../ink/ink2007.xml"/><Relationship Id="rId293" Type="http://schemas.openxmlformats.org/officeDocument/2006/relationships/image" Target="../media/image4430.png"/><Relationship Id="rId307" Type="http://schemas.openxmlformats.org/officeDocument/2006/relationships/image" Target="../media/image4500.png"/><Relationship Id="rId88" Type="http://schemas.openxmlformats.org/officeDocument/2006/relationships/customXml" Target="../ink/ink1915.xml"/><Relationship Id="rId111" Type="http://schemas.openxmlformats.org/officeDocument/2006/relationships/image" Target="../media/image3520.png"/><Relationship Id="rId132" Type="http://schemas.openxmlformats.org/officeDocument/2006/relationships/customXml" Target="../ink/ink1937.xml"/><Relationship Id="rId153" Type="http://schemas.openxmlformats.org/officeDocument/2006/relationships/image" Target="../media/image3730.png"/><Relationship Id="rId174" Type="http://schemas.openxmlformats.org/officeDocument/2006/relationships/customXml" Target="../ink/ink1958.xml"/><Relationship Id="rId195" Type="http://schemas.openxmlformats.org/officeDocument/2006/relationships/image" Target="../media/image3940.png"/><Relationship Id="rId209" Type="http://schemas.openxmlformats.org/officeDocument/2006/relationships/image" Target="../media/image4011.png"/><Relationship Id="rId220" Type="http://schemas.openxmlformats.org/officeDocument/2006/relationships/customXml" Target="../ink/ink1981.xml"/><Relationship Id="rId241" Type="http://schemas.openxmlformats.org/officeDocument/2006/relationships/image" Target="../media/image4170.png"/><Relationship Id="rId15" Type="http://schemas.openxmlformats.org/officeDocument/2006/relationships/image" Target="../media/image3040.png"/><Relationship Id="rId36" Type="http://schemas.openxmlformats.org/officeDocument/2006/relationships/customXml" Target="../ink/ink1889.xml"/><Relationship Id="rId57" Type="http://schemas.openxmlformats.org/officeDocument/2006/relationships/image" Target="../media/image3250.png"/><Relationship Id="rId262" Type="http://schemas.openxmlformats.org/officeDocument/2006/relationships/customXml" Target="../ink/ink2002.xml"/><Relationship Id="rId283" Type="http://schemas.openxmlformats.org/officeDocument/2006/relationships/image" Target="../media/image4380.png"/><Relationship Id="rId78" Type="http://schemas.openxmlformats.org/officeDocument/2006/relationships/customXml" Target="../ink/ink1910.xml"/><Relationship Id="rId99" Type="http://schemas.openxmlformats.org/officeDocument/2006/relationships/image" Target="../media/image3460.png"/><Relationship Id="rId101" Type="http://schemas.openxmlformats.org/officeDocument/2006/relationships/image" Target="../media/image3470.png"/><Relationship Id="rId122" Type="http://schemas.openxmlformats.org/officeDocument/2006/relationships/customXml" Target="../ink/ink1932.xml"/><Relationship Id="rId143" Type="http://schemas.openxmlformats.org/officeDocument/2006/relationships/image" Target="../media/image3680.png"/><Relationship Id="rId164" Type="http://schemas.openxmlformats.org/officeDocument/2006/relationships/customXml" Target="../ink/ink1953.xml"/><Relationship Id="rId185" Type="http://schemas.openxmlformats.org/officeDocument/2006/relationships/image" Target="../media/image3890.png"/><Relationship Id="rId9" Type="http://schemas.openxmlformats.org/officeDocument/2006/relationships/image" Target="../media/image3011.png"/><Relationship Id="rId210" Type="http://schemas.openxmlformats.org/officeDocument/2006/relationships/customXml" Target="../ink/ink1976.xml"/><Relationship Id="rId26" Type="http://schemas.openxmlformats.org/officeDocument/2006/relationships/customXml" Target="../ink/ink1884.xml"/><Relationship Id="rId231" Type="http://schemas.openxmlformats.org/officeDocument/2006/relationships/image" Target="../media/image4120.png"/><Relationship Id="rId252" Type="http://schemas.openxmlformats.org/officeDocument/2006/relationships/customXml" Target="../ink/ink1997.xml"/><Relationship Id="rId273" Type="http://schemas.openxmlformats.org/officeDocument/2006/relationships/image" Target="../media/image4330.png"/><Relationship Id="rId294" Type="http://schemas.openxmlformats.org/officeDocument/2006/relationships/customXml" Target="../ink/ink2018.xml"/><Relationship Id="rId308" Type="http://schemas.openxmlformats.org/officeDocument/2006/relationships/customXml" Target="../ink/ink2025.xml"/><Relationship Id="rId47" Type="http://schemas.openxmlformats.org/officeDocument/2006/relationships/image" Target="../media/image3200.png"/><Relationship Id="rId68" Type="http://schemas.openxmlformats.org/officeDocument/2006/relationships/customXml" Target="../ink/ink1905.xml"/><Relationship Id="rId89" Type="http://schemas.openxmlformats.org/officeDocument/2006/relationships/image" Target="../media/image3411.png"/><Relationship Id="rId112" Type="http://schemas.openxmlformats.org/officeDocument/2006/relationships/customXml" Target="../ink/ink1927.xml"/><Relationship Id="rId133" Type="http://schemas.openxmlformats.org/officeDocument/2006/relationships/image" Target="../media/image3630.png"/><Relationship Id="rId154" Type="http://schemas.openxmlformats.org/officeDocument/2006/relationships/customXml" Target="../ink/ink1948.xml"/><Relationship Id="rId175" Type="http://schemas.openxmlformats.org/officeDocument/2006/relationships/image" Target="../media/image3840.png"/><Relationship Id="rId196" Type="http://schemas.openxmlformats.org/officeDocument/2006/relationships/customXml" Target="../ink/ink1969.xml"/><Relationship Id="rId200" Type="http://schemas.openxmlformats.org/officeDocument/2006/relationships/customXml" Target="../ink/ink1971.xml"/><Relationship Id="rId16" Type="http://schemas.openxmlformats.org/officeDocument/2006/relationships/customXml" Target="../ink/ink1879.xml"/><Relationship Id="rId221" Type="http://schemas.openxmlformats.org/officeDocument/2006/relationships/image" Target="../media/image4070.png"/><Relationship Id="rId242" Type="http://schemas.openxmlformats.org/officeDocument/2006/relationships/customXml" Target="../ink/ink1992.xml"/><Relationship Id="rId263" Type="http://schemas.openxmlformats.org/officeDocument/2006/relationships/image" Target="../media/image4280.png"/><Relationship Id="rId284" Type="http://schemas.openxmlformats.org/officeDocument/2006/relationships/customXml" Target="../ink/ink2013.xml"/><Relationship Id="rId37" Type="http://schemas.openxmlformats.org/officeDocument/2006/relationships/image" Target="../media/image3150.png"/><Relationship Id="rId58" Type="http://schemas.openxmlformats.org/officeDocument/2006/relationships/customXml" Target="../ink/ink1900.xml"/><Relationship Id="rId79" Type="http://schemas.openxmlformats.org/officeDocument/2006/relationships/image" Target="../media/image3360.png"/><Relationship Id="rId102" Type="http://schemas.openxmlformats.org/officeDocument/2006/relationships/customXml" Target="../ink/ink1922.xml"/><Relationship Id="rId123" Type="http://schemas.openxmlformats.org/officeDocument/2006/relationships/image" Target="../media/image3580.png"/><Relationship Id="rId144" Type="http://schemas.openxmlformats.org/officeDocument/2006/relationships/customXml" Target="../ink/ink1943.xml"/><Relationship Id="rId90" Type="http://schemas.openxmlformats.org/officeDocument/2006/relationships/customXml" Target="../ink/ink1916.xml"/><Relationship Id="rId165" Type="http://schemas.openxmlformats.org/officeDocument/2006/relationships/image" Target="../media/image3790.png"/><Relationship Id="rId186" Type="http://schemas.openxmlformats.org/officeDocument/2006/relationships/customXml" Target="../ink/ink1964.xml"/><Relationship Id="rId211" Type="http://schemas.openxmlformats.org/officeDocument/2006/relationships/image" Target="../media/image4020.png"/><Relationship Id="rId232" Type="http://schemas.openxmlformats.org/officeDocument/2006/relationships/customXml" Target="../ink/ink1987.xml"/><Relationship Id="rId253" Type="http://schemas.openxmlformats.org/officeDocument/2006/relationships/image" Target="../media/image4230.png"/><Relationship Id="rId274" Type="http://schemas.openxmlformats.org/officeDocument/2006/relationships/customXml" Target="../ink/ink2008.xml"/><Relationship Id="rId295" Type="http://schemas.openxmlformats.org/officeDocument/2006/relationships/image" Target="../media/image4440.png"/><Relationship Id="rId309" Type="http://schemas.openxmlformats.org/officeDocument/2006/relationships/image" Target="../media/image4510.png"/><Relationship Id="rId27" Type="http://schemas.openxmlformats.org/officeDocument/2006/relationships/image" Target="../media/image3101.png"/><Relationship Id="rId48" Type="http://schemas.openxmlformats.org/officeDocument/2006/relationships/customXml" Target="../ink/ink1895.xml"/><Relationship Id="rId69" Type="http://schemas.openxmlformats.org/officeDocument/2006/relationships/image" Target="../media/image3311.png"/><Relationship Id="rId113" Type="http://schemas.openxmlformats.org/officeDocument/2006/relationships/image" Target="../media/image3530.png"/><Relationship Id="rId134" Type="http://schemas.openxmlformats.org/officeDocument/2006/relationships/customXml" Target="../ink/ink1938.xml"/><Relationship Id="rId80" Type="http://schemas.openxmlformats.org/officeDocument/2006/relationships/customXml" Target="../ink/ink1911.xml"/><Relationship Id="rId155" Type="http://schemas.openxmlformats.org/officeDocument/2006/relationships/image" Target="../media/image3740.png"/><Relationship Id="rId176" Type="http://schemas.openxmlformats.org/officeDocument/2006/relationships/customXml" Target="../ink/ink1959.xml"/><Relationship Id="rId197" Type="http://schemas.openxmlformats.org/officeDocument/2006/relationships/image" Target="../media/image3950.png"/><Relationship Id="rId201" Type="http://schemas.openxmlformats.org/officeDocument/2006/relationships/image" Target="../media/image3970.png"/><Relationship Id="rId222" Type="http://schemas.openxmlformats.org/officeDocument/2006/relationships/customXml" Target="../ink/ink1982.xml"/><Relationship Id="rId243" Type="http://schemas.openxmlformats.org/officeDocument/2006/relationships/image" Target="../media/image4180.png"/><Relationship Id="rId264" Type="http://schemas.openxmlformats.org/officeDocument/2006/relationships/customXml" Target="../ink/ink2003.xml"/><Relationship Id="rId285" Type="http://schemas.openxmlformats.org/officeDocument/2006/relationships/image" Target="../media/image4390.png"/><Relationship Id="rId17" Type="http://schemas.openxmlformats.org/officeDocument/2006/relationships/image" Target="../media/image3050.png"/><Relationship Id="rId38" Type="http://schemas.openxmlformats.org/officeDocument/2006/relationships/customXml" Target="../ink/ink1890.xml"/><Relationship Id="rId59" Type="http://schemas.openxmlformats.org/officeDocument/2006/relationships/image" Target="../media/image3260.png"/><Relationship Id="rId103" Type="http://schemas.openxmlformats.org/officeDocument/2006/relationships/image" Target="../media/image3480.png"/><Relationship Id="rId124" Type="http://schemas.openxmlformats.org/officeDocument/2006/relationships/customXml" Target="../ink/ink1933.xml"/><Relationship Id="rId310" Type="http://schemas.openxmlformats.org/officeDocument/2006/relationships/customXml" Target="../ink/ink2026.xml"/><Relationship Id="rId70" Type="http://schemas.openxmlformats.org/officeDocument/2006/relationships/customXml" Target="../ink/ink1906.xml"/><Relationship Id="rId91" Type="http://schemas.openxmlformats.org/officeDocument/2006/relationships/image" Target="../media/image3420.png"/><Relationship Id="rId145" Type="http://schemas.openxmlformats.org/officeDocument/2006/relationships/image" Target="../media/image3690.png"/><Relationship Id="rId166" Type="http://schemas.openxmlformats.org/officeDocument/2006/relationships/customXml" Target="../ink/ink1954.xml"/><Relationship Id="rId187" Type="http://schemas.openxmlformats.org/officeDocument/2006/relationships/image" Target="../media/image3900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977.xml"/><Relationship Id="rId233" Type="http://schemas.openxmlformats.org/officeDocument/2006/relationships/image" Target="../media/image4130.png"/><Relationship Id="rId254" Type="http://schemas.openxmlformats.org/officeDocument/2006/relationships/customXml" Target="../ink/ink1998.xml"/><Relationship Id="rId28" Type="http://schemas.openxmlformats.org/officeDocument/2006/relationships/customXml" Target="../ink/ink1885.xml"/><Relationship Id="rId49" Type="http://schemas.openxmlformats.org/officeDocument/2006/relationships/image" Target="../media/image3211.png"/><Relationship Id="rId114" Type="http://schemas.openxmlformats.org/officeDocument/2006/relationships/customXml" Target="../ink/ink1928.xml"/><Relationship Id="rId275" Type="http://schemas.openxmlformats.org/officeDocument/2006/relationships/image" Target="../media/image4340.png"/><Relationship Id="rId296" Type="http://schemas.openxmlformats.org/officeDocument/2006/relationships/customXml" Target="../ink/ink2019.xml"/><Relationship Id="rId300" Type="http://schemas.openxmlformats.org/officeDocument/2006/relationships/customXml" Target="../ink/ink2021.xml"/><Relationship Id="rId60" Type="http://schemas.openxmlformats.org/officeDocument/2006/relationships/customXml" Target="../ink/ink1901.xml"/><Relationship Id="rId81" Type="http://schemas.openxmlformats.org/officeDocument/2006/relationships/image" Target="../media/image3370.png"/><Relationship Id="rId135" Type="http://schemas.openxmlformats.org/officeDocument/2006/relationships/image" Target="../media/image3640.png"/><Relationship Id="rId156" Type="http://schemas.openxmlformats.org/officeDocument/2006/relationships/customXml" Target="../ink/ink1949.xml"/><Relationship Id="rId177" Type="http://schemas.openxmlformats.org/officeDocument/2006/relationships/image" Target="../media/image3850.png"/><Relationship Id="rId198" Type="http://schemas.openxmlformats.org/officeDocument/2006/relationships/customXml" Target="../ink/ink1970.xml"/><Relationship Id="rId202" Type="http://schemas.openxmlformats.org/officeDocument/2006/relationships/customXml" Target="../ink/ink1972.xml"/><Relationship Id="rId223" Type="http://schemas.openxmlformats.org/officeDocument/2006/relationships/image" Target="../media/image4080.png"/><Relationship Id="rId244" Type="http://schemas.openxmlformats.org/officeDocument/2006/relationships/customXml" Target="../ink/ink1993.xml"/><Relationship Id="rId18" Type="http://schemas.openxmlformats.org/officeDocument/2006/relationships/customXml" Target="../ink/ink1880.xml"/><Relationship Id="rId39" Type="http://schemas.openxmlformats.org/officeDocument/2006/relationships/image" Target="../media/image3160.png"/><Relationship Id="rId265" Type="http://schemas.openxmlformats.org/officeDocument/2006/relationships/image" Target="../media/image4290.png"/><Relationship Id="rId286" Type="http://schemas.openxmlformats.org/officeDocument/2006/relationships/customXml" Target="../ink/ink2014.xml"/><Relationship Id="rId50" Type="http://schemas.openxmlformats.org/officeDocument/2006/relationships/customXml" Target="../ink/ink1896.xml"/><Relationship Id="rId104" Type="http://schemas.openxmlformats.org/officeDocument/2006/relationships/customXml" Target="../ink/ink1923.xml"/><Relationship Id="rId125" Type="http://schemas.openxmlformats.org/officeDocument/2006/relationships/image" Target="../media/image3590.png"/><Relationship Id="rId146" Type="http://schemas.openxmlformats.org/officeDocument/2006/relationships/customXml" Target="../ink/ink1944.xml"/><Relationship Id="rId167" Type="http://schemas.openxmlformats.org/officeDocument/2006/relationships/image" Target="../media/image3800.png"/><Relationship Id="rId188" Type="http://schemas.openxmlformats.org/officeDocument/2006/relationships/customXml" Target="../ink/ink1965.xml"/><Relationship Id="rId311" Type="http://schemas.openxmlformats.org/officeDocument/2006/relationships/image" Target="../media/image4520.png"/><Relationship Id="rId71" Type="http://schemas.openxmlformats.org/officeDocument/2006/relationships/image" Target="../media/image3320.png"/><Relationship Id="rId92" Type="http://schemas.openxmlformats.org/officeDocument/2006/relationships/customXml" Target="../ink/ink1917.xml"/><Relationship Id="rId213" Type="http://schemas.openxmlformats.org/officeDocument/2006/relationships/image" Target="../media/image4030.png"/><Relationship Id="rId234" Type="http://schemas.openxmlformats.org/officeDocument/2006/relationships/customXml" Target="../ink/ink1988.xml"/><Relationship Id="rId2" Type="http://schemas.openxmlformats.org/officeDocument/2006/relationships/customXml" Target="../ink/ink1872.xml"/><Relationship Id="rId29" Type="http://schemas.openxmlformats.org/officeDocument/2006/relationships/image" Target="../media/image3111.png"/><Relationship Id="rId255" Type="http://schemas.openxmlformats.org/officeDocument/2006/relationships/image" Target="../media/image4240.png"/><Relationship Id="rId276" Type="http://schemas.openxmlformats.org/officeDocument/2006/relationships/customXml" Target="../ink/ink2009.xml"/><Relationship Id="rId297" Type="http://schemas.openxmlformats.org/officeDocument/2006/relationships/image" Target="../media/image4450.png"/><Relationship Id="rId40" Type="http://schemas.openxmlformats.org/officeDocument/2006/relationships/customXml" Target="../ink/ink1891.xml"/><Relationship Id="rId115" Type="http://schemas.openxmlformats.org/officeDocument/2006/relationships/image" Target="../media/image3540.png"/><Relationship Id="rId136" Type="http://schemas.openxmlformats.org/officeDocument/2006/relationships/customXml" Target="../ink/ink1939.xml"/><Relationship Id="rId157" Type="http://schemas.openxmlformats.org/officeDocument/2006/relationships/image" Target="../media/image3750.png"/><Relationship Id="rId178" Type="http://schemas.openxmlformats.org/officeDocument/2006/relationships/customXml" Target="../ink/ink1960.xml"/><Relationship Id="rId301" Type="http://schemas.openxmlformats.org/officeDocument/2006/relationships/image" Target="../media/image4470.png"/><Relationship Id="rId61" Type="http://schemas.openxmlformats.org/officeDocument/2006/relationships/image" Target="../media/image3270.png"/><Relationship Id="rId82" Type="http://schemas.openxmlformats.org/officeDocument/2006/relationships/customXml" Target="../ink/ink1912.xml"/><Relationship Id="rId199" Type="http://schemas.openxmlformats.org/officeDocument/2006/relationships/image" Target="../media/image3960.png"/><Relationship Id="rId203" Type="http://schemas.openxmlformats.org/officeDocument/2006/relationships/image" Target="../media/image3980.png"/><Relationship Id="rId19" Type="http://schemas.openxmlformats.org/officeDocument/2006/relationships/image" Target="../media/image3060.png"/><Relationship Id="rId224" Type="http://schemas.openxmlformats.org/officeDocument/2006/relationships/customXml" Target="../ink/ink1983.xml"/><Relationship Id="rId245" Type="http://schemas.openxmlformats.org/officeDocument/2006/relationships/image" Target="../media/image4190.png"/><Relationship Id="rId266" Type="http://schemas.openxmlformats.org/officeDocument/2006/relationships/customXml" Target="../ink/ink2004.xml"/><Relationship Id="rId287" Type="http://schemas.openxmlformats.org/officeDocument/2006/relationships/image" Target="../media/image4400.png"/><Relationship Id="rId30" Type="http://schemas.openxmlformats.org/officeDocument/2006/relationships/customXml" Target="../ink/ink1886.xml"/><Relationship Id="rId105" Type="http://schemas.openxmlformats.org/officeDocument/2006/relationships/image" Target="../media/image3490.png"/><Relationship Id="rId126" Type="http://schemas.openxmlformats.org/officeDocument/2006/relationships/customXml" Target="../ink/ink1934.xml"/><Relationship Id="rId147" Type="http://schemas.openxmlformats.org/officeDocument/2006/relationships/image" Target="../media/image3700.png"/><Relationship Id="rId168" Type="http://schemas.openxmlformats.org/officeDocument/2006/relationships/customXml" Target="../ink/ink1955.xml"/><Relationship Id="rId312" Type="http://schemas.openxmlformats.org/officeDocument/2006/relationships/customXml" Target="../ink/ink2027.xml"/><Relationship Id="rId51" Type="http://schemas.openxmlformats.org/officeDocument/2006/relationships/image" Target="../media/image3220.png"/><Relationship Id="rId72" Type="http://schemas.openxmlformats.org/officeDocument/2006/relationships/customXml" Target="../ink/ink1907.xml"/><Relationship Id="rId93" Type="http://schemas.openxmlformats.org/officeDocument/2006/relationships/image" Target="../media/image3430.png"/><Relationship Id="rId189" Type="http://schemas.openxmlformats.org/officeDocument/2006/relationships/image" Target="../media/image3911.png"/><Relationship Id="rId3" Type="http://schemas.openxmlformats.org/officeDocument/2006/relationships/image" Target="../media/image2980.png"/><Relationship Id="rId214" Type="http://schemas.openxmlformats.org/officeDocument/2006/relationships/customXml" Target="../ink/ink1978.xml"/><Relationship Id="rId235" Type="http://schemas.openxmlformats.org/officeDocument/2006/relationships/image" Target="../media/image4140.png"/><Relationship Id="rId256" Type="http://schemas.openxmlformats.org/officeDocument/2006/relationships/customXml" Target="../ink/ink1999.xml"/><Relationship Id="rId277" Type="http://schemas.openxmlformats.org/officeDocument/2006/relationships/image" Target="../media/image4350.png"/><Relationship Id="rId298" Type="http://schemas.openxmlformats.org/officeDocument/2006/relationships/customXml" Target="../ink/ink2020.xml"/><Relationship Id="rId116" Type="http://schemas.openxmlformats.org/officeDocument/2006/relationships/customXml" Target="../ink/ink1929.xml"/><Relationship Id="rId137" Type="http://schemas.openxmlformats.org/officeDocument/2006/relationships/image" Target="../media/image3650.png"/><Relationship Id="rId158" Type="http://schemas.openxmlformats.org/officeDocument/2006/relationships/customXml" Target="../ink/ink1950.xml"/><Relationship Id="rId302" Type="http://schemas.openxmlformats.org/officeDocument/2006/relationships/customXml" Target="../ink/ink2022.xml"/><Relationship Id="rId20" Type="http://schemas.openxmlformats.org/officeDocument/2006/relationships/customXml" Target="../ink/ink1881.xml"/><Relationship Id="rId41" Type="http://schemas.openxmlformats.org/officeDocument/2006/relationships/image" Target="../media/image3170.png"/><Relationship Id="rId62" Type="http://schemas.openxmlformats.org/officeDocument/2006/relationships/customXml" Target="../ink/ink1902.xml"/><Relationship Id="rId83" Type="http://schemas.openxmlformats.org/officeDocument/2006/relationships/image" Target="../media/image3380.png"/><Relationship Id="rId179" Type="http://schemas.openxmlformats.org/officeDocument/2006/relationships/image" Target="../media/image3860.png"/><Relationship Id="rId190" Type="http://schemas.openxmlformats.org/officeDocument/2006/relationships/customXml" Target="../ink/ink1966.xml"/><Relationship Id="rId204" Type="http://schemas.openxmlformats.org/officeDocument/2006/relationships/customXml" Target="../ink/ink1973.xml"/><Relationship Id="rId225" Type="http://schemas.openxmlformats.org/officeDocument/2006/relationships/image" Target="../media/image4090.png"/><Relationship Id="rId246" Type="http://schemas.openxmlformats.org/officeDocument/2006/relationships/customXml" Target="../ink/ink1994.xml"/><Relationship Id="rId267" Type="http://schemas.openxmlformats.org/officeDocument/2006/relationships/image" Target="../media/image4300.png"/><Relationship Id="rId288" Type="http://schemas.openxmlformats.org/officeDocument/2006/relationships/customXml" Target="../ink/ink2015.xml"/><Relationship Id="rId106" Type="http://schemas.openxmlformats.org/officeDocument/2006/relationships/customXml" Target="../ink/ink1924.xml"/><Relationship Id="rId127" Type="http://schemas.openxmlformats.org/officeDocument/2006/relationships/image" Target="../media/image3600.png"/><Relationship Id="rId313" Type="http://schemas.openxmlformats.org/officeDocument/2006/relationships/image" Target="../media/image4530.png"/><Relationship Id="rId10" Type="http://schemas.openxmlformats.org/officeDocument/2006/relationships/customXml" Target="../ink/ink1876.xml"/><Relationship Id="rId31" Type="http://schemas.openxmlformats.org/officeDocument/2006/relationships/image" Target="../media/image3120.png"/><Relationship Id="rId52" Type="http://schemas.openxmlformats.org/officeDocument/2006/relationships/customXml" Target="../ink/ink1897.xml"/><Relationship Id="rId73" Type="http://schemas.openxmlformats.org/officeDocument/2006/relationships/image" Target="../media/image3330.png"/><Relationship Id="rId94" Type="http://schemas.openxmlformats.org/officeDocument/2006/relationships/customXml" Target="../ink/ink1918.xml"/><Relationship Id="rId148" Type="http://schemas.openxmlformats.org/officeDocument/2006/relationships/customXml" Target="../ink/ink1945.xml"/><Relationship Id="rId169" Type="http://schemas.openxmlformats.org/officeDocument/2006/relationships/image" Target="../media/image3811.png"/><Relationship Id="rId4" Type="http://schemas.openxmlformats.org/officeDocument/2006/relationships/customXml" Target="../ink/ink1873.xml"/><Relationship Id="rId180" Type="http://schemas.openxmlformats.org/officeDocument/2006/relationships/customXml" Target="../ink/ink1961.xml"/><Relationship Id="rId215" Type="http://schemas.openxmlformats.org/officeDocument/2006/relationships/image" Target="../media/image4040.png"/><Relationship Id="rId236" Type="http://schemas.openxmlformats.org/officeDocument/2006/relationships/customXml" Target="../ink/ink1989.xml"/><Relationship Id="rId257" Type="http://schemas.openxmlformats.org/officeDocument/2006/relationships/image" Target="../media/image4250.png"/><Relationship Id="rId278" Type="http://schemas.openxmlformats.org/officeDocument/2006/relationships/customXml" Target="../ink/ink2010.xml"/><Relationship Id="rId303" Type="http://schemas.openxmlformats.org/officeDocument/2006/relationships/image" Target="../media/image4480.png"/><Relationship Id="rId42" Type="http://schemas.openxmlformats.org/officeDocument/2006/relationships/customXml" Target="../ink/ink1892.xml"/><Relationship Id="rId84" Type="http://schemas.openxmlformats.org/officeDocument/2006/relationships/customXml" Target="../ink/ink1913.xml"/><Relationship Id="rId138" Type="http://schemas.openxmlformats.org/officeDocument/2006/relationships/customXml" Target="../ink/ink1940.xml"/><Relationship Id="rId191" Type="http://schemas.openxmlformats.org/officeDocument/2006/relationships/image" Target="../media/image3920.png"/><Relationship Id="rId205" Type="http://schemas.openxmlformats.org/officeDocument/2006/relationships/image" Target="../media/image3990.png"/><Relationship Id="rId247" Type="http://schemas.openxmlformats.org/officeDocument/2006/relationships/image" Target="../media/image4200.png"/><Relationship Id="rId107" Type="http://schemas.openxmlformats.org/officeDocument/2006/relationships/image" Target="../media/image3500.png"/><Relationship Id="rId289" Type="http://schemas.openxmlformats.org/officeDocument/2006/relationships/image" Target="../media/image4411.png"/><Relationship Id="rId11" Type="http://schemas.openxmlformats.org/officeDocument/2006/relationships/image" Target="../media/image3020.png"/><Relationship Id="rId53" Type="http://schemas.openxmlformats.org/officeDocument/2006/relationships/image" Target="../media/image3230.png"/><Relationship Id="rId149" Type="http://schemas.openxmlformats.org/officeDocument/2006/relationships/image" Target="../media/image3711.png"/><Relationship Id="rId314" Type="http://schemas.openxmlformats.org/officeDocument/2006/relationships/customXml" Target="../ink/ink2028.xml"/><Relationship Id="rId95" Type="http://schemas.openxmlformats.org/officeDocument/2006/relationships/image" Target="../media/image3440.png"/><Relationship Id="rId160" Type="http://schemas.openxmlformats.org/officeDocument/2006/relationships/customXml" Target="../ink/ink1951.xml"/><Relationship Id="rId216" Type="http://schemas.openxmlformats.org/officeDocument/2006/relationships/customXml" Target="../ink/ink1979.xml"/><Relationship Id="rId258" Type="http://schemas.openxmlformats.org/officeDocument/2006/relationships/customXml" Target="../ink/ink2000.xml"/><Relationship Id="rId22" Type="http://schemas.openxmlformats.org/officeDocument/2006/relationships/customXml" Target="../ink/ink1882.xml"/><Relationship Id="rId64" Type="http://schemas.openxmlformats.org/officeDocument/2006/relationships/customXml" Target="../ink/ink1903.xml"/><Relationship Id="rId118" Type="http://schemas.openxmlformats.org/officeDocument/2006/relationships/customXml" Target="../ink/ink1930.xml"/><Relationship Id="rId171" Type="http://schemas.openxmlformats.org/officeDocument/2006/relationships/image" Target="../media/image3820.png"/><Relationship Id="rId227" Type="http://schemas.openxmlformats.org/officeDocument/2006/relationships/image" Target="../media/image4100.png"/><Relationship Id="rId269" Type="http://schemas.openxmlformats.org/officeDocument/2006/relationships/image" Target="../media/image4311.png"/><Relationship Id="rId33" Type="http://schemas.openxmlformats.org/officeDocument/2006/relationships/image" Target="../media/image3130.png"/><Relationship Id="rId129" Type="http://schemas.openxmlformats.org/officeDocument/2006/relationships/image" Target="../media/image3611.png"/><Relationship Id="rId280" Type="http://schemas.openxmlformats.org/officeDocument/2006/relationships/customXml" Target="../ink/ink2011.xml"/><Relationship Id="rId75" Type="http://schemas.openxmlformats.org/officeDocument/2006/relationships/image" Target="../media/image3340.png"/><Relationship Id="rId140" Type="http://schemas.openxmlformats.org/officeDocument/2006/relationships/customXml" Target="../ink/ink1941.xml"/><Relationship Id="rId182" Type="http://schemas.openxmlformats.org/officeDocument/2006/relationships/customXml" Target="../ink/ink1962.xml"/><Relationship Id="rId6" Type="http://schemas.openxmlformats.org/officeDocument/2006/relationships/customXml" Target="../ink/ink1874.xml"/><Relationship Id="rId238" Type="http://schemas.openxmlformats.org/officeDocument/2006/relationships/customXml" Target="../ink/ink1990.xml"/><Relationship Id="rId291" Type="http://schemas.openxmlformats.org/officeDocument/2006/relationships/image" Target="../media/image4420.png"/><Relationship Id="rId305" Type="http://schemas.openxmlformats.org/officeDocument/2006/relationships/image" Target="../media/image4490.png"/><Relationship Id="rId44" Type="http://schemas.openxmlformats.org/officeDocument/2006/relationships/customXml" Target="../ink/ink1893.xml"/><Relationship Id="rId86" Type="http://schemas.openxmlformats.org/officeDocument/2006/relationships/customXml" Target="../ink/ink1914.xml"/><Relationship Id="rId151" Type="http://schemas.openxmlformats.org/officeDocument/2006/relationships/image" Target="../media/image3720.png"/></Relationships>
</file>

<file path=ppt/slides/_rels/slide2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120.png"/><Relationship Id="rId21" Type="http://schemas.openxmlformats.org/officeDocument/2006/relationships/image" Target="../media/image4640.png"/><Relationship Id="rId63" Type="http://schemas.openxmlformats.org/officeDocument/2006/relationships/image" Target="../media/image4850.png"/><Relationship Id="rId159" Type="http://schemas.openxmlformats.org/officeDocument/2006/relationships/image" Target="../media/image5330.png"/><Relationship Id="rId170" Type="http://schemas.openxmlformats.org/officeDocument/2006/relationships/customXml" Target="../ink/ink2112.xml"/><Relationship Id="rId226" Type="http://schemas.openxmlformats.org/officeDocument/2006/relationships/customXml" Target="../ink/ink2140.xml"/><Relationship Id="rId268" Type="http://schemas.openxmlformats.org/officeDocument/2006/relationships/customXml" Target="../ink/ink2161.xml"/><Relationship Id="rId32" Type="http://schemas.openxmlformats.org/officeDocument/2006/relationships/customXml" Target="../ink/ink2043.xml"/><Relationship Id="rId74" Type="http://schemas.openxmlformats.org/officeDocument/2006/relationships/customXml" Target="../ink/ink2064.xml"/><Relationship Id="rId128" Type="http://schemas.openxmlformats.org/officeDocument/2006/relationships/customXml" Target="../ink/ink2091.xml"/><Relationship Id="rId5" Type="http://schemas.openxmlformats.org/officeDocument/2006/relationships/image" Target="../media/image4560.png"/><Relationship Id="rId181" Type="http://schemas.openxmlformats.org/officeDocument/2006/relationships/image" Target="../media/image5440.png"/><Relationship Id="rId237" Type="http://schemas.openxmlformats.org/officeDocument/2006/relationships/image" Target="../media/image5720.png"/><Relationship Id="rId279" Type="http://schemas.openxmlformats.org/officeDocument/2006/relationships/image" Target="../media/image5930.png"/><Relationship Id="rId43" Type="http://schemas.openxmlformats.org/officeDocument/2006/relationships/image" Target="../media/image4750.png"/><Relationship Id="rId139" Type="http://schemas.openxmlformats.org/officeDocument/2006/relationships/image" Target="../media/image5230.png"/><Relationship Id="rId85" Type="http://schemas.openxmlformats.org/officeDocument/2006/relationships/image" Target="../media/image4960.png"/><Relationship Id="rId150" Type="http://schemas.openxmlformats.org/officeDocument/2006/relationships/customXml" Target="../ink/ink2102.xml"/><Relationship Id="rId192" Type="http://schemas.openxmlformats.org/officeDocument/2006/relationships/customXml" Target="../ink/ink2123.xml"/><Relationship Id="rId206" Type="http://schemas.openxmlformats.org/officeDocument/2006/relationships/customXml" Target="../ink/ink2130.xml"/><Relationship Id="rId248" Type="http://schemas.openxmlformats.org/officeDocument/2006/relationships/customXml" Target="../ink/ink2151.xml"/><Relationship Id="rId269" Type="http://schemas.openxmlformats.org/officeDocument/2006/relationships/image" Target="../media/image5880.png"/><Relationship Id="rId12" Type="http://schemas.openxmlformats.org/officeDocument/2006/relationships/customXml" Target="../ink/ink2033.xml"/><Relationship Id="rId33" Type="http://schemas.openxmlformats.org/officeDocument/2006/relationships/image" Target="../media/image4700.png"/><Relationship Id="rId108" Type="http://schemas.openxmlformats.org/officeDocument/2006/relationships/customXml" Target="../ink/ink2081.xml"/><Relationship Id="rId129" Type="http://schemas.openxmlformats.org/officeDocument/2006/relationships/image" Target="../media/image5180.png"/><Relationship Id="rId280" Type="http://schemas.openxmlformats.org/officeDocument/2006/relationships/customXml" Target="../ink/ink2167.xml"/><Relationship Id="rId54" Type="http://schemas.openxmlformats.org/officeDocument/2006/relationships/customXml" Target="../ink/ink2054.xml"/><Relationship Id="rId75" Type="http://schemas.openxmlformats.org/officeDocument/2006/relationships/image" Target="../media/image4911.png"/><Relationship Id="rId96" Type="http://schemas.openxmlformats.org/officeDocument/2006/relationships/customXml" Target="../ink/ink2075.xml"/><Relationship Id="rId140" Type="http://schemas.openxmlformats.org/officeDocument/2006/relationships/customXml" Target="../ink/ink2097.xml"/><Relationship Id="rId161" Type="http://schemas.openxmlformats.org/officeDocument/2006/relationships/image" Target="../media/image5340.png"/><Relationship Id="rId182" Type="http://schemas.openxmlformats.org/officeDocument/2006/relationships/customXml" Target="../ink/ink2118.xml"/><Relationship Id="rId217" Type="http://schemas.openxmlformats.org/officeDocument/2006/relationships/image" Target="../media/image5620.png"/><Relationship Id="rId6" Type="http://schemas.openxmlformats.org/officeDocument/2006/relationships/customXml" Target="../ink/ink2030.xml"/><Relationship Id="rId238" Type="http://schemas.openxmlformats.org/officeDocument/2006/relationships/customXml" Target="../ink/ink2146.xml"/><Relationship Id="rId259" Type="http://schemas.openxmlformats.org/officeDocument/2006/relationships/image" Target="../media/image5830.png"/><Relationship Id="rId23" Type="http://schemas.openxmlformats.org/officeDocument/2006/relationships/image" Target="../media/image4650.png"/><Relationship Id="rId119" Type="http://schemas.openxmlformats.org/officeDocument/2006/relationships/image" Target="../media/image5130.png"/><Relationship Id="rId270" Type="http://schemas.openxmlformats.org/officeDocument/2006/relationships/customXml" Target="../ink/ink2162.xml"/><Relationship Id="rId44" Type="http://schemas.openxmlformats.org/officeDocument/2006/relationships/customXml" Target="../ink/ink2049.xml"/><Relationship Id="rId65" Type="http://schemas.openxmlformats.org/officeDocument/2006/relationships/image" Target="../media/image4860.png"/><Relationship Id="rId86" Type="http://schemas.openxmlformats.org/officeDocument/2006/relationships/customXml" Target="../ink/ink2070.xml"/><Relationship Id="rId130" Type="http://schemas.openxmlformats.org/officeDocument/2006/relationships/customXml" Target="../ink/ink2092.xml"/><Relationship Id="rId151" Type="http://schemas.openxmlformats.org/officeDocument/2006/relationships/image" Target="../media/image5290.png"/><Relationship Id="rId172" Type="http://schemas.openxmlformats.org/officeDocument/2006/relationships/customXml" Target="../ink/ink2113.xml"/><Relationship Id="rId193" Type="http://schemas.openxmlformats.org/officeDocument/2006/relationships/image" Target="../media/image5500.png"/><Relationship Id="rId207" Type="http://schemas.openxmlformats.org/officeDocument/2006/relationships/image" Target="../media/image5570.png"/><Relationship Id="rId228" Type="http://schemas.openxmlformats.org/officeDocument/2006/relationships/customXml" Target="../ink/ink2141.xml"/><Relationship Id="rId249" Type="http://schemas.openxmlformats.org/officeDocument/2006/relationships/image" Target="../media/image5780.png"/><Relationship Id="rId13" Type="http://schemas.openxmlformats.org/officeDocument/2006/relationships/image" Target="../media/image4600.png"/><Relationship Id="rId109" Type="http://schemas.openxmlformats.org/officeDocument/2006/relationships/image" Target="../media/image5080.png"/><Relationship Id="rId260" Type="http://schemas.openxmlformats.org/officeDocument/2006/relationships/customXml" Target="../ink/ink2157.xml"/><Relationship Id="rId281" Type="http://schemas.openxmlformats.org/officeDocument/2006/relationships/image" Target="../media/image5940.png"/><Relationship Id="rId34" Type="http://schemas.openxmlformats.org/officeDocument/2006/relationships/customXml" Target="../ink/ink2044.xml"/><Relationship Id="rId55" Type="http://schemas.openxmlformats.org/officeDocument/2006/relationships/image" Target="../media/image4811.png"/><Relationship Id="rId76" Type="http://schemas.openxmlformats.org/officeDocument/2006/relationships/customXml" Target="../ink/ink2065.xml"/><Relationship Id="rId97" Type="http://schemas.openxmlformats.org/officeDocument/2006/relationships/image" Target="../media/image5020.png"/><Relationship Id="rId120" Type="http://schemas.openxmlformats.org/officeDocument/2006/relationships/customXml" Target="../ink/ink2087.xml"/><Relationship Id="rId141" Type="http://schemas.openxmlformats.org/officeDocument/2006/relationships/image" Target="../media/image5240.png"/><Relationship Id="rId7" Type="http://schemas.openxmlformats.org/officeDocument/2006/relationships/image" Target="../media/image4570.png"/><Relationship Id="rId162" Type="http://schemas.openxmlformats.org/officeDocument/2006/relationships/customXml" Target="../ink/ink2108.xml"/><Relationship Id="rId183" Type="http://schemas.openxmlformats.org/officeDocument/2006/relationships/image" Target="../media/image5450.png"/><Relationship Id="rId218" Type="http://schemas.openxmlformats.org/officeDocument/2006/relationships/customXml" Target="../ink/ink2136.xml"/><Relationship Id="rId239" Type="http://schemas.openxmlformats.org/officeDocument/2006/relationships/image" Target="../media/image5730.png"/><Relationship Id="rId250" Type="http://schemas.openxmlformats.org/officeDocument/2006/relationships/customXml" Target="../ink/ink2152.xml"/><Relationship Id="rId271" Type="http://schemas.openxmlformats.org/officeDocument/2006/relationships/image" Target="../media/image5890.png"/><Relationship Id="rId24" Type="http://schemas.openxmlformats.org/officeDocument/2006/relationships/customXml" Target="../ink/ink2039.xml"/><Relationship Id="rId45" Type="http://schemas.openxmlformats.org/officeDocument/2006/relationships/image" Target="../media/image4760.png"/><Relationship Id="rId66" Type="http://schemas.openxmlformats.org/officeDocument/2006/relationships/customXml" Target="../ink/ink2060.xml"/><Relationship Id="rId87" Type="http://schemas.openxmlformats.org/officeDocument/2006/relationships/image" Target="../media/image4970.png"/><Relationship Id="rId110" Type="http://schemas.openxmlformats.org/officeDocument/2006/relationships/customXml" Target="../ink/ink2082.xml"/><Relationship Id="rId131" Type="http://schemas.openxmlformats.org/officeDocument/2006/relationships/image" Target="../media/image5190.png"/><Relationship Id="rId152" Type="http://schemas.openxmlformats.org/officeDocument/2006/relationships/customXml" Target="../ink/ink2103.xml"/><Relationship Id="rId173" Type="http://schemas.openxmlformats.org/officeDocument/2006/relationships/image" Target="../media/image5400.png"/><Relationship Id="rId194" Type="http://schemas.openxmlformats.org/officeDocument/2006/relationships/customXml" Target="../ink/ink2124.xml"/><Relationship Id="rId208" Type="http://schemas.openxmlformats.org/officeDocument/2006/relationships/customXml" Target="../ink/ink2131.xml"/><Relationship Id="rId229" Type="http://schemas.openxmlformats.org/officeDocument/2006/relationships/image" Target="../media/image5680.png"/><Relationship Id="rId240" Type="http://schemas.openxmlformats.org/officeDocument/2006/relationships/customXml" Target="../ink/ink2147.xml"/><Relationship Id="rId261" Type="http://schemas.openxmlformats.org/officeDocument/2006/relationships/image" Target="../media/image5840.png"/><Relationship Id="rId14" Type="http://schemas.openxmlformats.org/officeDocument/2006/relationships/customXml" Target="../ink/ink2034.xml"/><Relationship Id="rId35" Type="http://schemas.openxmlformats.org/officeDocument/2006/relationships/image" Target="../media/image4711.png"/><Relationship Id="rId56" Type="http://schemas.openxmlformats.org/officeDocument/2006/relationships/customXml" Target="../ink/ink2055.xml"/><Relationship Id="rId77" Type="http://schemas.openxmlformats.org/officeDocument/2006/relationships/image" Target="../media/image4920.png"/><Relationship Id="rId100" Type="http://schemas.openxmlformats.org/officeDocument/2006/relationships/customXml" Target="../ink/ink2077.xml"/><Relationship Id="rId282" Type="http://schemas.openxmlformats.org/officeDocument/2006/relationships/customXml" Target="../ink/ink2168.xml"/><Relationship Id="rId8" Type="http://schemas.openxmlformats.org/officeDocument/2006/relationships/customXml" Target="../ink/ink2031.xml"/><Relationship Id="rId98" Type="http://schemas.openxmlformats.org/officeDocument/2006/relationships/customXml" Target="../ink/ink2076.xml"/><Relationship Id="rId121" Type="http://schemas.openxmlformats.org/officeDocument/2006/relationships/image" Target="../media/image5140.png"/><Relationship Id="rId142" Type="http://schemas.openxmlformats.org/officeDocument/2006/relationships/customXml" Target="../ink/ink2098.xml"/><Relationship Id="rId163" Type="http://schemas.openxmlformats.org/officeDocument/2006/relationships/image" Target="../media/image5350.png"/><Relationship Id="rId184" Type="http://schemas.openxmlformats.org/officeDocument/2006/relationships/customXml" Target="../ink/ink2119.xml"/><Relationship Id="rId219" Type="http://schemas.openxmlformats.org/officeDocument/2006/relationships/image" Target="../media/image5630.png"/><Relationship Id="rId230" Type="http://schemas.openxmlformats.org/officeDocument/2006/relationships/customXml" Target="../ink/ink2142.xml"/><Relationship Id="rId251" Type="http://schemas.openxmlformats.org/officeDocument/2006/relationships/image" Target="../media/image5790.png"/><Relationship Id="rId25" Type="http://schemas.openxmlformats.org/officeDocument/2006/relationships/image" Target="../media/image4660.png"/><Relationship Id="rId46" Type="http://schemas.openxmlformats.org/officeDocument/2006/relationships/customXml" Target="../ink/ink2050.xml"/><Relationship Id="rId67" Type="http://schemas.openxmlformats.org/officeDocument/2006/relationships/image" Target="../media/image4870.png"/><Relationship Id="rId272" Type="http://schemas.openxmlformats.org/officeDocument/2006/relationships/customXml" Target="../ink/ink2163.xml"/><Relationship Id="rId88" Type="http://schemas.openxmlformats.org/officeDocument/2006/relationships/customXml" Target="../ink/ink2071.xml"/><Relationship Id="rId111" Type="http://schemas.openxmlformats.org/officeDocument/2006/relationships/image" Target="../media/image5090.png"/><Relationship Id="rId132" Type="http://schemas.openxmlformats.org/officeDocument/2006/relationships/customXml" Target="../ink/ink2093.xml"/><Relationship Id="rId153" Type="http://schemas.openxmlformats.org/officeDocument/2006/relationships/image" Target="../media/image5300.png"/><Relationship Id="rId174" Type="http://schemas.openxmlformats.org/officeDocument/2006/relationships/customXml" Target="../ink/ink2114.xml"/><Relationship Id="rId195" Type="http://schemas.openxmlformats.org/officeDocument/2006/relationships/image" Target="../media/image5511.png"/><Relationship Id="rId209" Type="http://schemas.openxmlformats.org/officeDocument/2006/relationships/image" Target="../media/image5580.png"/><Relationship Id="rId220" Type="http://schemas.openxmlformats.org/officeDocument/2006/relationships/customXml" Target="../ink/ink2137.xml"/><Relationship Id="rId241" Type="http://schemas.openxmlformats.org/officeDocument/2006/relationships/image" Target="../media/image5740.png"/><Relationship Id="rId15" Type="http://schemas.openxmlformats.org/officeDocument/2006/relationships/image" Target="../media/image4610.png"/><Relationship Id="rId36" Type="http://schemas.openxmlformats.org/officeDocument/2006/relationships/customXml" Target="../ink/ink2045.xml"/><Relationship Id="rId57" Type="http://schemas.openxmlformats.org/officeDocument/2006/relationships/image" Target="../media/image4820.png"/><Relationship Id="rId262" Type="http://schemas.openxmlformats.org/officeDocument/2006/relationships/customXml" Target="../ink/ink2158.xml"/><Relationship Id="rId283" Type="http://schemas.openxmlformats.org/officeDocument/2006/relationships/image" Target="../media/image5950.png"/><Relationship Id="rId78" Type="http://schemas.openxmlformats.org/officeDocument/2006/relationships/customXml" Target="../ink/ink2066.xml"/><Relationship Id="rId99" Type="http://schemas.openxmlformats.org/officeDocument/2006/relationships/image" Target="../media/image5030.png"/><Relationship Id="rId101" Type="http://schemas.openxmlformats.org/officeDocument/2006/relationships/image" Target="../media/image5040.png"/><Relationship Id="rId122" Type="http://schemas.openxmlformats.org/officeDocument/2006/relationships/customXml" Target="../ink/ink2088.xml"/><Relationship Id="rId143" Type="http://schemas.openxmlformats.org/officeDocument/2006/relationships/image" Target="../media/image5250.png"/><Relationship Id="rId164" Type="http://schemas.openxmlformats.org/officeDocument/2006/relationships/customXml" Target="../ink/ink2109.xml"/><Relationship Id="rId185" Type="http://schemas.openxmlformats.org/officeDocument/2006/relationships/image" Target="../media/image5460.png"/><Relationship Id="rId9" Type="http://schemas.openxmlformats.org/officeDocument/2006/relationships/image" Target="../media/image4580.png"/><Relationship Id="rId210" Type="http://schemas.openxmlformats.org/officeDocument/2006/relationships/customXml" Target="../ink/ink2132.xml"/><Relationship Id="rId26" Type="http://schemas.openxmlformats.org/officeDocument/2006/relationships/customXml" Target="../ink/ink2040.xml"/><Relationship Id="rId231" Type="http://schemas.openxmlformats.org/officeDocument/2006/relationships/image" Target="../media/image5690.png"/><Relationship Id="rId252" Type="http://schemas.openxmlformats.org/officeDocument/2006/relationships/customXml" Target="../ink/ink2153.xml"/><Relationship Id="rId273" Type="http://schemas.openxmlformats.org/officeDocument/2006/relationships/image" Target="../media/image5900.png"/><Relationship Id="rId47" Type="http://schemas.openxmlformats.org/officeDocument/2006/relationships/image" Target="../media/image4770.png"/><Relationship Id="rId68" Type="http://schemas.openxmlformats.org/officeDocument/2006/relationships/customXml" Target="../ink/ink2061.xml"/><Relationship Id="rId89" Type="http://schemas.openxmlformats.org/officeDocument/2006/relationships/image" Target="../media/image4980.png"/><Relationship Id="rId112" Type="http://schemas.openxmlformats.org/officeDocument/2006/relationships/customXml" Target="../ink/ink2083.xml"/><Relationship Id="rId133" Type="http://schemas.openxmlformats.org/officeDocument/2006/relationships/image" Target="../media/image5200.png"/><Relationship Id="rId154" Type="http://schemas.openxmlformats.org/officeDocument/2006/relationships/customXml" Target="../ink/ink2104.xml"/><Relationship Id="rId175" Type="http://schemas.openxmlformats.org/officeDocument/2006/relationships/image" Target="../media/image5411.png"/><Relationship Id="rId196" Type="http://schemas.openxmlformats.org/officeDocument/2006/relationships/customXml" Target="../ink/ink2125.xml"/><Relationship Id="rId200" Type="http://schemas.openxmlformats.org/officeDocument/2006/relationships/customXml" Target="../ink/ink2127.xml"/><Relationship Id="rId16" Type="http://schemas.openxmlformats.org/officeDocument/2006/relationships/customXml" Target="../ink/ink2035.xml"/><Relationship Id="rId221" Type="http://schemas.openxmlformats.org/officeDocument/2006/relationships/image" Target="../media/image5640.png"/><Relationship Id="rId242" Type="http://schemas.openxmlformats.org/officeDocument/2006/relationships/customXml" Target="../ink/ink2148.xml"/><Relationship Id="rId263" Type="http://schemas.openxmlformats.org/officeDocument/2006/relationships/image" Target="../media/image5850.png"/><Relationship Id="rId284" Type="http://schemas.openxmlformats.org/officeDocument/2006/relationships/customXml" Target="../ink/ink2169.xml"/><Relationship Id="rId37" Type="http://schemas.openxmlformats.org/officeDocument/2006/relationships/image" Target="../media/image4720.png"/><Relationship Id="rId58" Type="http://schemas.openxmlformats.org/officeDocument/2006/relationships/customXml" Target="../ink/ink2056.xml"/><Relationship Id="rId79" Type="http://schemas.openxmlformats.org/officeDocument/2006/relationships/image" Target="../media/image4930.png"/><Relationship Id="rId102" Type="http://schemas.openxmlformats.org/officeDocument/2006/relationships/customXml" Target="../ink/ink2078.xml"/><Relationship Id="rId123" Type="http://schemas.openxmlformats.org/officeDocument/2006/relationships/image" Target="../media/image5150.png"/><Relationship Id="rId144" Type="http://schemas.openxmlformats.org/officeDocument/2006/relationships/customXml" Target="../ink/ink2099.xml"/><Relationship Id="rId90" Type="http://schemas.openxmlformats.org/officeDocument/2006/relationships/customXml" Target="../ink/ink2072.xml"/><Relationship Id="rId165" Type="http://schemas.openxmlformats.org/officeDocument/2006/relationships/image" Target="../media/image5360.png"/><Relationship Id="rId186" Type="http://schemas.openxmlformats.org/officeDocument/2006/relationships/customXml" Target="../ink/ink2120.xml"/><Relationship Id="rId211" Type="http://schemas.openxmlformats.org/officeDocument/2006/relationships/image" Target="../media/image5590.png"/><Relationship Id="rId232" Type="http://schemas.openxmlformats.org/officeDocument/2006/relationships/customXml" Target="../ink/ink2143.xml"/><Relationship Id="rId253" Type="http://schemas.openxmlformats.org/officeDocument/2006/relationships/image" Target="../media/image5800.png"/><Relationship Id="rId274" Type="http://schemas.openxmlformats.org/officeDocument/2006/relationships/customXml" Target="../ink/ink2164.xml"/><Relationship Id="rId27" Type="http://schemas.openxmlformats.org/officeDocument/2006/relationships/image" Target="../media/image4670.png"/><Relationship Id="rId48" Type="http://schemas.openxmlformats.org/officeDocument/2006/relationships/customXml" Target="../ink/ink2051.xml"/><Relationship Id="rId69" Type="http://schemas.openxmlformats.org/officeDocument/2006/relationships/image" Target="../media/image4880.png"/><Relationship Id="rId113" Type="http://schemas.openxmlformats.org/officeDocument/2006/relationships/image" Target="../media/image5101.png"/><Relationship Id="rId134" Type="http://schemas.openxmlformats.org/officeDocument/2006/relationships/customXml" Target="../ink/ink2094.xml"/><Relationship Id="rId80" Type="http://schemas.openxmlformats.org/officeDocument/2006/relationships/customXml" Target="../ink/ink2067.xml"/><Relationship Id="rId155" Type="http://schemas.openxmlformats.org/officeDocument/2006/relationships/image" Target="../media/image5311.png"/><Relationship Id="rId176" Type="http://schemas.openxmlformats.org/officeDocument/2006/relationships/customXml" Target="../ink/ink2115.xml"/><Relationship Id="rId197" Type="http://schemas.openxmlformats.org/officeDocument/2006/relationships/image" Target="../media/image5520.png"/><Relationship Id="rId201" Type="http://schemas.openxmlformats.org/officeDocument/2006/relationships/image" Target="../media/image5540.png"/><Relationship Id="rId222" Type="http://schemas.openxmlformats.org/officeDocument/2006/relationships/customXml" Target="../ink/ink2138.xml"/><Relationship Id="rId243" Type="http://schemas.openxmlformats.org/officeDocument/2006/relationships/image" Target="../media/image5750.png"/><Relationship Id="rId264" Type="http://schemas.openxmlformats.org/officeDocument/2006/relationships/customXml" Target="../ink/ink2159.xml"/><Relationship Id="rId285" Type="http://schemas.openxmlformats.org/officeDocument/2006/relationships/image" Target="../media/image5960.png"/><Relationship Id="rId17" Type="http://schemas.openxmlformats.org/officeDocument/2006/relationships/image" Target="../media/image4620.png"/><Relationship Id="rId38" Type="http://schemas.openxmlformats.org/officeDocument/2006/relationships/customXml" Target="../ink/ink2046.xml"/><Relationship Id="rId59" Type="http://schemas.openxmlformats.org/officeDocument/2006/relationships/image" Target="../media/image4830.png"/><Relationship Id="rId103" Type="http://schemas.openxmlformats.org/officeDocument/2006/relationships/image" Target="../media/image5050.png"/><Relationship Id="rId124" Type="http://schemas.openxmlformats.org/officeDocument/2006/relationships/customXml" Target="../ink/ink2089.xml"/><Relationship Id="rId70" Type="http://schemas.openxmlformats.org/officeDocument/2006/relationships/customXml" Target="../ink/ink2062.xml"/><Relationship Id="rId91" Type="http://schemas.openxmlformats.org/officeDocument/2006/relationships/image" Target="../media/image4990.png"/><Relationship Id="rId145" Type="http://schemas.openxmlformats.org/officeDocument/2006/relationships/image" Target="../media/image5260.png"/><Relationship Id="rId166" Type="http://schemas.openxmlformats.org/officeDocument/2006/relationships/customXml" Target="../ink/ink2110.xml"/><Relationship Id="rId187" Type="http://schemas.openxmlformats.org/officeDocument/2006/relationships/image" Target="../media/image5470.png"/><Relationship Id="rId1" Type="http://schemas.openxmlformats.org/officeDocument/2006/relationships/slideLayout" Target="../slideLayouts/slideLayout5.xml"/><Relationship Id="rId212" Type="http://schemas.openxmlformats.org/officeDocument/2006/relationships/customXml" Target="../ink/ink2133.xml"/><Relationship Id="rId233" Type="http://schemas.openxmlformats.org/officeDocument/2006/relationships/image" Target="../media/image5700.png"/><Relationship Id="rId254" Type="http://schemas.openxmlformats.org/officeDocument/2006/relationships/customXml" Target="../ink/ink2154.xml"/><Relationship Id="rId28" Type="http://schemas.openxmlformats.org/officeDocument/2006/relationships/customXml" Target="../ink/ink2041.xml"/><Relationship Id="rId49" Type="http://schemas.openxmlformats.org/officeDocument/2006/relationships/image" Target="../media/image4780.png"/><Relationship Id="rId114" Type="http://schemas.openxmlformats.org/officeDocument/2006/relationships/customXml" Target="../ink/ink2084.xml"/><Relationship Id="rId275" Type="http://schemas.openxmlformats.org/officeDocument/2006/relationships/image" Target="../media/image5911.png"/><Relationship Id="rId60" Type="http://schemas.openxmlformats.org/officeDocument/2006/relationships/customXml" Target="../ink/ink2057.xml"/><Relationship Id="rId81" Type="http://schemas.openxmlformats.org/officeDocument/2006/relationships/image" Target="../media/image4940.png"/><Relationship Id="rId135" Type="http://schemas.openxmlformats.org/officeDocument/2006/relationships/image" Target="../media/image5211.png"/><Relationship Id="rId156" Type="http://schemas.openxmlformats.org/officeDocument/2006/relationships/customXml" Target="../ink/ink2105.xml"/><Relationship Id="rId177" Type="http://schemas.openxmlformats.org/officeDocument/2006/relationships/image" Target="../media/image5420.png"/><Relationship Id="rId198" Type="http://schemas.openxmlformats.org/officeDocument/2006/relationships/customXml" Target="../ink/ink2126.xml"/><Relationship Id="rId202" Type="http://schemas.openxmlformats.org/officeDocument/2006/relationships/customXml" Target="../ink/ink2128.xml"/><Relationship Id="rId223" Type="http://schemas.openxmlformats.org/officeDocument/2006/relationships/image" Target="../media/image5650.png"/><Relationship Id="rId244" Type="http://schemas.openxmlformats.org/officeDocument/2006/relationships/customXml" Target="../ink/ink2149.xml"/><Relationship Id="rId18" Type="http://schemas.openxmlformats.org/officeDocument/2006/relationships/customXml" Target="../ink/ink2036.xml"/><Relationship Id="rId39" Type="http://schemas.openxmlformats.org/officeDocument/2006/relationships/image" Target="../media/image4730.png"/><Relationship Id="rId265" Type="http://schemas.openxmlformats.org/officeDocument/2006/relationships/image" Target="../media/image5860.png"/><Relationship Id="rId286" Type="http://schemas.openxmlformats.org/officeDocument/2006/relationships/customXml" Target="../ink/ink2170.xml"/><Relationship Id="rId50" Type="http://schemas.openxmlformats.org/officeDocument/2006/relationships/customXml" Target="../ink/ink2052.xml"/><Relationship Id="rId104" Type="http://schemas.openxmlformats.org/officeDocument/2006/relationships/customXml" Target="../ink/ink2079.xml"/><Relationship Id="rId125" Type="http://schemas.openxmlformats.org/officeDocument/2006/relationships/image" Target="../media/image5160.png"/><Relationship Id="rId146" Type="http://schemas.openxmlformats.org/officeDocument/2006/relationships/customXml" Target="../ink/ink2100.xml"/><Relationship Id="rId167" Type="http://schemas.openxmlformats.org/officeDocument/2006/relationships/image" Target="../media/image5370.png"/><Relationship Id="rId188" Type="http://schemas.openxmlformats.org/officeDocument/2006/relationships/customXml" Target="../ink/ink2121.xml"/><Relationship Id="rId71" Type="http://schemas.openxmlformats.org/officeDocument/2006/relationships/image" Target="../media/image4890.png"/><Relationship Id="rId92" Type="http://schemas.openxmlformats.org/officeDocument/2006/relationships/customXml" Target="../ink/ink2073.xml"/><Relationship Id="rId213" Type="http://schemas.openxmlformats.org/officeDocument/2006/relationships/image" Target="../media/image5600.png"/><Relationship Id="rId234" Type="http://schemas.openxmlformats.org/officeDocument/2006/relationships/customXml" Target="../ink/ink2144.xml"/><Relationship Id="rId2" Type="http://schemas.openxmlformats.org/officeDocument/2006/relationships/oleObject" Target="../embeddings/oleObject1.bin"/><Relationship Id="rId29" Type="http://schemas.openxmlformats.org/officeDocument/2006/relationships/image" Target="../media/image4680.png"/><Relationship Id="rId255" Type="http://schemas.openxmlformats.org/officeDocument/2006/relationships/image" Target="../media/image5811.png"/><Relationship Id="rId276" Type="http://schemas.openxmlformats.org/officeDocument/2006/relationships/customXml" Target="../ink/ink2165.xml"/><Relationship Id="rId40" Type="http://schemas.openxmlformats.org/officeDocument/2006/relationships/customXml" Target="../ink/ink2047.xml"/><Relationship Id="rId115" Type="http://schemas.openxmlformats.org/officeDocument/2006/relationships/image" Target="../media/image5111.png"/><Relationship Id="rId136" Type="http://schemas.openxmlformats.org/officeDocument/2006/relationships/customXml" Target="../ink/ink2095.xml"/><Relationship Id="rId157" Type="http://schemas.openxmlformats.org/officeDocument/2006/relationships/image" Target="../media/image5320.png"/><Relationship Id="rId178" Type="http://schemas.openxmlformats.org/officeDocument/2006/relationships/customXml" Target="../ink/ink2116.xml"/><Relationship Id="rId61" Type="http://schemas.openxmlformats.org/officeDocument/2006/relationships/image" Target="../media/image4840.png"/><Relationship Id="rId82" Type="http://schemas.openxmlformats.org/officeDocument/2006/relationships/customXml" Target="../ink/ink2068.xml"/><Relationship Id="rId199" Type="http://schemas.openxmlformats.org/officeDocument/2006/relationships/image" Target="../media/image5530.png"/><Relationship Id="rId203" Type="http://schemas.openxmlformats.org/officeDocument/2006/relationships/image" Target="../media/image5550.png"/><Relationship Id="rId19" Type="http://schemas.openxmlformats.org/officeDocument/2006/relationships/image" Target="../media/image4630.png"/><Relationship Id="rId224" Type="http://schemas.openxmlformats.org/officeDocument/2006/relationships/customXml" Target="../ink/ink2139.xml"/><Relationship Id="rId245" Type="http://schemas.openxmlformats.org/officeDocument/2006/relationships/image" Target="../media/image5760.png"/><Relationship Id="rId266" Type="http://schemas.openxmlformats.org/officeDocument/2006/relationships/customXml" Target="../ink/ink2160.xml"/><Relationship Id="rId287" Type="http://schemas.openxmlformats.org/officeDocument/2006/relationships/image" Target="../media/image5970.png"/><Relationship Id="rId30" Type="http://schemas.openxmlformats.org/officeDocument/2006/relationships/customXml" Target="../ink/ink2042.xml"/><Relationship Id="rId105" Type="http://schemas.openxmlformats.org/officeDocument/2006/relationships/image" Target="../media/image5060.png"/><Relationship Id="rId126" Type="http://schemas.openxmlformats.org/officeDocument/2006/relationships/customXml" Target="../ink/ink2090.xml"/><Relationship Id="rId147" Type="http://schemas.openxmlformats.org/officeDocument/2006/relationships/image" Target="../media/image5270.png"/><Relationship Id="rId168" Type="http://schemas.openxmlformats.org/officeDocument/2006/relationships/customXml" Target="../ink/ink2111.xml"/><Relationship Id="rId51" Type="http://schemas.openxmlformats.org/officeDocument/2006/relationships/image" Target="../media/image4790.png"/><Relationship Id="rId72" Type="http://schemas.openxmlformats.org/officeDocument/2006/relationships/customXml" Target="../ink/ink2063.xml"/><Relationship Id="rId93" Type="http://schemas.openxmlformats.org/officeDocument/2006/relationships/image" Target="../media/image5000.png"/><Relationship Id="rId189" Type="http://schemas.openxmlformats.org/officeDocument/2006/relationships/image" Target="../media/image5480.png"/><Relationship Id="rId3" Type="http://schemas.openxmlformats.org/officeDocument/2006/relationships/image" Target="../media/image1492.png"/><Relationship Id="rId214" Type="http://schemas.openxmlformats.org/officeDocument/2006/relationships/customXml" Target="../ink/ink2134.xml"/><Relationship Id="rId235" Type="http://schemas.openxmlformats.org/officeDocument/2006/relationships/image" Target="../media/image5711.png"/><Relationship Id="rId256" Type="http://schemas.openxmlformats.org/officeDocument/2006/relationships/customXml" Target="../ink/ink2155.xml"/><Relationship Id="rId277" Type="http://schemas.openxmlformats.org/officeDocument/2006/relationships/image" Target="../media/image5920.png"/><Relationship Id="rId116" Type="http://schemas.openxmlformats.org/officeDocument/2006/relationships/customXml" Target="../ink/ink2085.xml"/><Relationship Id="rId137" Type="http://schemas.openxmlformats.org/officeDocument/2006/relationships/image" Target="../media/image5220.png"/><Relationship Id="rId158" Type="http://schemas.openxmlformats.org/officeDocument/2006/relationships/customXml" Target="../ink/ink2106.xml"/><Relationship Id="rId20" Type="http://schemas.openxmlformats.org/officeDocument/2006/relationships/customXml" Target="../ink/ink2037.xml"/><Relationship Id="rId41" Type="http://schemas.openxmlformats.org/officeDocument/2006/relationships/image" Target="../media/image4740.png"/><Relationship Id="rId62" Type="http://schemas.openxmlformats.org/officeDocument/2006/relationships/customXml" Target="../ink/ink2058.xml"/><Relationship Id="rId83" Type="http://schemas.openxmlformats.org/officeDocument/2006/relationships/image" Target="../media/image4950.png"/><Relationship Id="rId179" Type="http://schemas.openxmlformats.org/officeDocument/2006/relationships/image" Target="../media/image5430.png"/><Relationship Id="rId190" Type="http://schemas.openxmlformats.org/officeDocument/2006/relationships/customXml" Target="../ink/ink2122.xml"/><Relationship Id="rId204" Type="http://schemas.openxmlformats.org/officeDocument/2006/relationships/customXml" Target="../ink/ink2129.xml"/><Relationship Id="rId225" Type="http://schemas.openxmlformats.org/officeDocument/2006/relationships/image" Target="../media/image5660.png"/><Relationship Id="rId246" Type="http://schemas.openxmlformats.org/officeDocument/2006/relationships/customXml" Target="../ink/ink2150.xml"/><Relationship Id="rId267" Type="http://schemas.openxmlformats.org/officeDocument/2006/relationships/image" Target="../media/image5870.png"/><Relationship Id="rId288" Type="http://schemas.openxmlformats.org/officeDocument/2006/relationships/customXml" Target="../ink/ink2171.xml"/><Relationship Id="rId106" Type="http://schemas.openxmlformats.org/officeDocument/2006/relationships/customXml" Target="../ink/ink2080.xml"/><Relationship Id="rId127" Type="http://schemas.openxmlformats.org/officeDocument/2006/relationships/image" Target="../media/image5170.png"/><Relationship Id="rId10" Type="http://schemas.openxmlformats.org/officeDocument/2006/relationships/customXml" Target="../ink/ink2032.xml"/><Relationship Id="rId31" Type="http://schemas.openxmlformats.org/officeDocument/2006/relationships/image" Target="../media/image4690.png"/><Relationship Id="rId52" Type="http://schemas.openxmlformats.org/officeDocument/2006/relationships/customXml" Target="../ink/ink2053.xml"/><Relationship Id="rId73" Type="http://schemas.openxmlformats.org/officeDocument/2006/relationships/image" Target="../media/image4900.png"/><Relationship Id="rId94" Type="http://schemas.openxmlformats.org/officeDocument/2006/relationships/customXml" Target="../ink/ink2074.xml"/><Relationship Id="rId148" Type="http://schemas.openxmlformats.org/officeDocument/2006/relationships/customXml" Target="../ink/ink2101.xml"/><Relationship Id="rId169" Type="http://schemas.openxmlformats.org/officeDocument/2006/relationships/image" Target="../media/image5380.png"/><Relationship Id="rId4" Type="http://schemas.openxmlformats.org/officeDocument/2006/relationships/customXml" Target="../ink/ink2029.xml"/><Relationship Id="rId180" Type="http://schemas.openxmlformats.org/officeDocument/2006/relationships/customXml" Target="../ink/ink2117.xml"/><Relationship Id="rId215" Type="http://schemas.openxmlformats.org/officeDocument/2006/relationships/image" Target="../media/image5611.png"/><Relationship Id="rId236" Type="http://schemas.openxmlformats.org/officeDocument/2006/relationships/customXml" Target="../ink/ink2145.xml"/><Relationship Id="rId257" Type="http://schemas.openxmlformats.org/officeDocument/2006/relationships/image" Target="../media/image5820.png"/><Relationship Id="rId278" Type="http://schemas.openxmlformats.org/officeDocument/2006/relationships/customXml" Target="../ink/ink2166.xml"/><Relationship Id="rId42" Type="http://schemas.openxmlformats.org/officeDocument/2006/relationships/customXml" Target="../ink/ink2048.xml"/><Relationship Id="rId84" Type="http://schemas.openxmlformats.org/officeDocument/2006/relationships/customXml" Target="../ink/ink2069.xml"/><Relationship Id="rId138" Type="http://schemas.openxmlformats.org/officeDocument/2006/relationships/customXml" Target="../ink/ink2096.xml"/><Relationship Id="rId191" Type="http://schemas.openxmlformats.org/officeDocument/2006/relationships/image" Target="../media/image5490.png"/><Relationship Id="rId205" Type="http://schemas.openxmlformats.org/officeDocument/2006/relationships/image" Target="../media/image5560.png"/><Relationship Id="rId247" Type="http://schemas.openxmlformats.org/officeDocument/2006/relationships/image" Target="../media/image5770.png"/><Relationship Id="rId107" Type="http://schemas.openxmlformats.org/officeDocument/2006/relationships/image" Target="../media/image5070.png"/><Relationship Id="rId289" Type="http://schemas.openxmlformats.org/officeDocument/2006/relationships/image" Target="../media/image5980.png"/><Relationship Id="rId11" Type="http://schemas.openxmlformats.org/officeDocument/2006/relationships/image" Target="../media/image4590.png"/><Relationship Id="rId53" Type="http://schemas.openxmlformats.org/officeDocument/2006/relationships/image" Target="../media/image4800.png"/><Relationship Id="rId149" Type="http://schemas.openxmlformats.org/officeDocument/2006/relationships/image" Target="../media/image5280.png"/><Relationship Id="rId95" Type="http://schemas.openxmlformats.org/officeDocument/2006/relationships/image" Target="../media/image5011.png"/><Relationship Id="rId160" Type="http://schemas.openxmlformats.org/officeDocument/2006/relationships/customXml" Target="../ink/ink2107.xml"/><Relationship Id="rId216" Type="http://schemas.openxmlformats.org/officeDocument/2006/relationships/customXml" Target="../ink/ink2135.xml"/><Relationship Id="rId258" Type="http://schemas.openxmlformats.org/officeDocument/2006/relationships/customXml" Target="../ink/ink2156.xml"/><Relationship Id="rId22" Type="http://schemas.openxmlformats.org/officeDocument/2006/relationships/customXml" Target="../ink/ink2038.xml"/><Relationship Id="rId64" Type="http://schemas.openxmlformats.org/officeDocument/2006/relationships/customXml" Target="../ink/ink2059.xml"/><Relationship Id="rId118" Type="http://schemas.openxmlformats.org/officeDocument/2006/relationships/customXml" Target="../ink/ink2086.xml"/><Relationship Id="rId171" Type="http://schemas.openxmlformats.org/officeDocument/2006/relationships/image" Target="../media/image5390.png"/><Relationship Id="rId227" Type="http://schemas.openxmlformats.org/officeDocument/2006/relationships/image" Target="../media/image5670.png"/></Relationships>
</file>

<file path=ppt/slides/_rels/slide2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560.png"/><Relationship Id="rId21" Type="http://schemas.openxmlformats.org/officeDocument/2006/relationships/image" Target="../media/image6080.png"/><Relationship Id="rId42" Type="http://schemas.openxmlformats.org/officeDocument/2006/relationships/customXml" Target="../ink/ink2191.xml"/><Relationship Id="rId63" Type="http://schemas.openxmlformats.org/officeDocument/2006/relationships/image" Target="../media/image6290.png"/><Relationship Id="rId84" Type="http://schemas.openxmlformats.org/officeDocument/2006/relationships/customXml" Target="../ink/ink2212.xml"/><Relationship Id="rId138" Type="http://schemas.openxmlformats.org/officeDocument/2006/relationships/customXml" Target="../ink/ink2239.xml"/><Relationship Id="rId159" Type="http://schemas.openxmlformats.org/officeDocument/2006/relationships/image" Target="../media/image6770.png"/><Relationship Id="rId170" Type="http://schemas.openxmlformats.org/officeDocument/2006/relationships/customXml" Target="../ink/ink2255.xml"/><Relationship Id="rId191" Type="http://schemas.openxmlformats.org/officeDocument/2006/relationships/image" Target="../media/image6930.png"/><Relationship Id="rId205" Type="http://schemas.openxmlformats.org/officeDocument/2006/relationships/image" Target="../media/image7000.png"/><Relationship Id="rId107" Type="http://schemas.openxmlformats.org/officeDocument/2006/relationships/image" Target="../media/image6511.png"/><Relationship Id="rId11" Type="http://schemas.openxmlformats.org/officeDocument/2006/relationships/image" Target="../media/image6030.png"/><Relationship Id="rId32" Type="http://schemas.openxmlformats.org/officeDocument/2006/relationships/customXml" Target="../ink/ink2186.xml"/><Relationship Id="rId53" Type="http://schemas.openxmlformats.org/officeDocument/2006/relationships/image" Target="../media/image6240.png"/><Relationship Id="rId74" Type="http://schemas.openxmlformats.org/officeDocument/2006/relationships/customXml" Target="../ink/ink2207.xml"/><Relationship Id="rId128" Type="http://schemas.openxmlformats.org/officeDocument/2006/relationships/customXml" Target="../ink/ink2234.xml"/><Relationship Id="rId149" Type="http://schemas.openxmlformats.org/officeDocument/2006/relationships/image" Target="../media/image6720.png"/><Relationship Id="rId5" Type="http://schemas.openxmlformats.org/officeDocument/2006/relationships/image" Target="../media/image6000.png"/><Relationship Id="rId95" Type="http://schemas.openxmlformats.org/officeDocument/2006/relationships/image" Target="../media/image6450.png"/><Relationship Id="rId160" Type="http://schemas.openxmlformats.org/officeDocument/2006/relationships/customXml" Target="../ink/ink2250.xml"/><Relationship Id="rId181" Type="http://schemas.openxmlformats.org/officeDocument/2006/relationships/image" Target="../media/image6880.png"/><Relationship Id="rId22" Type="http://schemas.openxmlformats.org/officeDocument/2006/relationships/customXml" Target="../ink/ink2181.xml"/><Relationship Id="rId43" Type="http://schemas.openxmlformats.org/officeDocument/2006/relationships/image" Target="../media/image6190.png"/><Relationship Id="rId64" Type="http://schemas.openxmlformats.org/officeDocument/2006/relationships/customXml" Target="../ink/ink2202.xml"/><Relationship Id="rId118" Type="http://schemas.openxmlformats.org/officeDocument/2006/relationships/customXml" Target="../ink/ink2229.xml"/><Relationship Id="rId139" Type="http://schemas.openxmlformats.org/officeDocument/2006/relationships/image" Target="../media/image6670.png"/><Relationship Id="rId85" Type="http://schemas.openxmlformats.org/officeDocument/2006/relationships/image" Target="../media/image6400.png"/><Relationship Id="rId150" Type="http://schemas.openxmlformats.org/officeDocument/2006/relationships/customXml" Target="../ink/ink2245.xml"/><Relationship Id="rId171" Type="http://schemas.openxmlformats.org/officeDocument/2006/relationships/image" Target="../media/image6830.png"/><Relationship Id="rId192" Type="http://schemas.openxmlformats.org/officeDocument/2006/relationships/customXml" Target="../ink/ink2266.xml"/><Relationship Id="rId206" Type="http://schemas.openxmlformats.org/officeDocument/2006/relationships/customXml" Target="../ink/ink2273.xml"/><Relationship Id="rId12" Type="http://schemas.openxmlformats.org/officeDocument/2006/relationships/customXml" Target="../ink/ink2176.xml"/><Relationship Id="rId33" Type="http://schemas.openxmlformats.org/officeDocument/2006/relationships/image" Target="../media/image6140.png"/><Relationship Id="rId108" Type="http://schemas.openxmlformats.org/officeDocument/2006/relationships/customXml" Target="../ink/ink2224.xml"/><Relationship Id="rId129" Type="http://schemas.openxmlformats.org/officeDocument/2006/relationships/image" Target="../media/image6620.png"/><Relationship Id="rId54" Type="http://schemas.openxmlformats.org/officeDocument/2006/relationships/customXml" Target="../ink/ink2197.xml"/><Relationship Id="rId75" Type="http://schemas.openxmlformats.org/officeDocument/2006/relationships/image" Target="../media/image6350.png"/><Relationship Id="rId96" Type="http://schemas.openxmlformats.org/officeDocument/2006/relationships/customXml" Target="../ink/ink2218.xml"/><Relationship Id="rId140" Type="http://schemas.openxmlformats.org/officeDocument/2006/relationships/customXml" Target="../ink/ink2240.xml"/><Relationship Id="rId161" Type="http://schemas.openxmlformats.org/officeDocument/2006/relationships/image" Target="../media/image6780.png"/><Relationship Id="rId182" Type="http://schemas.openxmlformats.org/officeDocument/2006/relationships/customXml" Target="../ink/ink2261.xml"/><Relationship Id="rId6" Type="http://schemas.openxmlformats.org/officeDocument/2006/relationships/customXml" Target="../ink/ink2173.xml"/><Relationship Id="rId23" Type="http://schemas.openxmlformats.org/officeDocument/2006/relationships/image" Target="../media/image6090.png"/><Relationship Id="rId119" Type="http://schemas.openxmlformats.org/officeDocument/2006/relationships/image" Target="../media/image6570.png"/><Relationship Id="rId44" Type="http://schemas.openxmlformats.org/officeDocument/2006/relationships/customXml" Target="../ink/ink2192.xml"/><Relationship Id="rId65" Type="http://schemas.openxmlformats.org/officeDocument/2006/relationships/image" Target="../media/image6300.png"/><Relationship Id="rId86" Type="http://schemas.openxmlformats.org/officeDocument/2006/relationships/customXml" Target="../ink/ink2213.xml"/><Relationship Id="rId130" Type="http://schemas.openxmlformats.org/officeDocument/2006/relationships/customXml" Target="../ink/ink2235.xml"/><Relationship Id="rId151" Type="http://schemas.openxmlformats.org/officeDocument/2006/relationships/image" Target="../media/image6730.png"/><Relationship Id="rId172" Type="http://schemas.openxmlformats.org/officeDocument/2006/relationships/customXml" Target="../ink/ink2256.xml"/><Relationship Id="rId193" Type="http://schemas.openxmlformats.org/officeDocument/2006/relationships/image" Target="../media/image6940.png"/><Relationship Id="rId207" Type="http://schemas.openxmlformats.org/officeDocument/2006/relationships/image" Target="../media/image7011.png"/><Relationship Id="rId13" Type="http://schemas.openxmlformats.org/officeDocument/2006/relationships/image" Target="../media/image6040.png"/><Relationship Id="rId109" Type="http://schemas.openxmlformats.org/officeDocument/2006/relationships/image" Target="../media/image6520.png"/><Relationship Id="rId34" Type="http://schemas.openxmlformats.org/officeDocument/2006/relationships/customXml" Target="../ink/ink2187.xml"/><Relationship Id="rId55" Type="http://schemas.openxmlformats.org/officeDocument/2006/relationships/image" Target="../media/image6250.png"/><Relationship Id="rId76" Type="http://schemas.openxmlformats.org/officeDocument/2006/relationships/customXml" Target="../ink/ink2208.xml"/><Relationship Id="rId97" Type="http://schemas.openxmlformats.org/officeDocument/2006/relationships/image" Target="../media/image6460.png"/><Relationship Id="rId120" Type="http://schemas.openxmlformats.org/officeDocument/2006/relationships/customXml" Target="../ink/ink2230.xml"/><Relationship Id="rId141" Type="http://schemas.openxmlformats.org/officeDocument/2006/relationships/image" Target="../media/image6680.png"/><Relationship Id="rId7" Type="http://schemas.openxmlformats.org/officeDocument/2006/relationships/image" Target="../media/image6011.png"/><Relationship Id="rId162" Type="http://schemas.openxmlformats.org/officeDocument/2006/relationships/customXml" Target="../ink/ink2251.xml"/><Relationship Id="rId183" Type="http://schemas.openxmlformats.org/officeDocument/2006/relationships/image" Target="../media/image6890.png"/><Relationship Id="rId24" Type="http://schemas.openxmlformats.org/officeDocument/2006/relationships/customXml" Target="../ink/ink2182.xml"/><Relationship Id="rId45" Type="http://schemas.openxmlformats.org/officeDocument/2006/relationships/image" Target="../media/image6200.png"/><Relationship Id="rId66" Type="http://schemas.openxmlformats.org/officeDocument/2006/relationships/customXml" Target="../ink/ink2203.xml"/><Relationship Id="rId87" Type="http://schemas.openxmlformats.org/officeDocument/2006/relationships/image" Target="../media/image6411.png"/><Relationship Id="rId110" Type="http://schemas.openxmlformats.org/officeDocument/2006/relationships/customXml" Target="../ink/ink2225.xml"/><Relationship Id="rId131" Type="http://schemas.openxmlformats.org/officeDocument/2006/relationships/image" Target="../media/image6630.png"/><Relationship Id="rId61" Type="http://schemas.openxmlformats.org/officeDocument/2006/relationships/image" Target="../media/image6280.png"/><Relationship Id="rId82" Type="http://schemas.openxmlformats.org/officeDocument/2006/relationships/customXml" Target="../ink/ink2211.xml"/><Relationship Id="rId152" Type="http://schemas.openxmlformats.org/officeDocument/2006/relationships/customXml" Target="../ink/ink2246.xml"/><Relationship Id="rId173" Type="http://schemas.openxmlformats.org/officeDocument/2006/relationships/image" Target="../media/image6840.png"/><Relationship Id="rId194" Type="http://schemas.openxmlformats.org/officeDocument/2006/relationships/customXml" Target="../ink/ink2267.xml"/><Relationship Id="rId199" Type="http://schemas.openxmlformats.org/officeDocument/2006/relationships/image" Target="../media/image6970.png"/><Relationship Id="rId203" Type="http://schemas.openxmlformats.org/officeDocument/2006/relationships/image" Target="../media/image6990.png"/><Relationship Id="rId208" Type="http://schemas.openxmlformats.org/officeDocument/2006/relationships/customXml" Target="../ink/ink2274.xml"/><Relationship Id="rId19" Type="http://schemas.openxmlformats.org/officeDocument/2006/relationships/image" Target="../media/image6070.png"/><Relationship Id="rId14" Type="http://schemas.openxmlformats.org/officeDocument/2006/relationships/customXml" Target="../ink/ink2177.xml"/><Relationship Id="rId30" Type="http://schemas.openxmlformats.org/officeDocument/2006/relationships/customXml" Target="../ink/ink2185.xml"/><Relationship Id="rId35" Type="http://schemas.openxmlformats.org/officeDocument/2006/relationships/image" Target="../media/image6150.png"/><Relationship Id="rId56" Type="http://schemas.openxmlformats.org/officeDocument/2006/relationships/customXml" Target="../ink/ink2198.xml"/><Relationship Id="rId77" Type="http://schemas.openxmlformats.org/officeDocument/2006/relationships/image" Target="../media/image6360.png"/><Relationship Id="rId100" Type="http://schemas.openxmlformats.org/officeDocument/2006/relationships/customXml" Target="../ink/ink2220.xml"/><Relationship Id="rId105" Type="http://schemas.openxmlformats.org/officeDocument/2006/relationships/image" Target="../media/image6500.png"/><Relationship Id="rId126" Type="http://schemas.openxmlformats.org/officeDocument/2006/relationships/customXml" Target="../ink/ink2233.xml"/><Relationship Id="rId147" Type="http://schemas.openxmlformats.org/officeDocument/2006/relationships/image" Target="../media/image6711.png"/><Relationship Id="rId168" Type="http://schemas.openxmlformats.org/officeDocument/2006/relationships/customXml" Target="../ink/ink2254.xml"/><Relationship Id="rId8" Type="http://schemas.openxmlformats.org/officeDocument/2006/relationships/customXml" Target="../ink/ink2174.xml"/><Relationship Id="rId51" Type="http://schemas.openxmlformats.org/officeDocument/2006/relationships/image" Target="../media/image6230.png"/><Relationship Id="rId72" Type="http://schemas.openxmlformats.org/officeDocument/2006/relationships/customXml" Target="../ink/ink2206.xml"/><Relationship Id="rId93" Type="http://schemas.openxmlformats.org/officeDocument/2006/relationships/image" Target="../media/image6440.png"/><Relationship Id="rId98" Type="http://schemas.openxmlformats.org/officeDocument/2006/relationships/customXml" Target="../ink/ink2219.xml"/><Relationship Id="rId121" Type="http://schemas.openxmlformats.org/officeDocument/2006/relationships/image" Target="../media/image6580.png"/><Relationship Id="rId142" Type="http://schemas.openxmlformats.org/officeDocument/2006/relationships/customXml" Target="../ink/ink2241.xml"/><Relationship Id="rId163" Type="http://schemas.openxmlformats.org/officeDocument/2006/relationships/image" Target="../media/image6790.png"/><Relationship Id="rId184" Type="http://schemas.openxmlformats.org/officeDocument/2006/relationships/customXml" Target="../ink/ink2262.xml"/><Relationship Id="rId189" Type="http://schemas.openxmlformats.org/officeDocument/2006/relationships/image" Target="../media/image6920.png"/><Relationship Id="rId3" Type="http://schemas.openxmlformats.org/officeDocument/2006/relationships/image" Target="../media/image1493.png"/><Relationship Id="rId25" Type="http://schemas.openxmlformats.org/officeDocument/2006/relationships/image" Target="../media/image6101.png"/><Relationship Id="rId46" Type="http://schemas.openxmlformats.org/officeDocument/2006/relationships/customXml" Target="../ink/ink2193.xml"/><Relationship Id="rId67" Type="http://schemas.openxmlformats.org/officeDocument/2006/relationships/image" Target="../media/image6311.png"/><Relationship Id="rId116" Type="http://schemas.openxmlformats.org/officeDocument/2006/relationships/customXml" Target="../ink/ink2228.xml"/><Relationship Id="rId137" Type="http://schemas.openxmlformats.org/officeDocument/2006/relationships/image" Target="../media/image6660.png"/><Relationship Id="rId158" Type="http://schemas.openxmlformats.org/officeDocument/2006/relationships/customXml" Target="../ink/ink2249.xml"/><Relationship Id="rId20" Type="http://schemas.openxmlformats.org/officeDocument/2006/relationships/customXml" Target="../ink/ink2180.xml"/><Relationship Id="rId41" Type="http://schemas.openxmlformats.org/officeDocument/2006/relationships/image" Target="../media/image6180.png"/><Relationship Id="rId62" Type="http://schemas.openxmlformats.org/officeDocument/2006/relationships/customXml" Target="../ink/ink2201.xml"/><Relationship Id="rId83" Type="http://schemas.openxmlformats.org/officeDocument/2006/relationships/image" Target="../media/image6390.png"/><Relationship Id="rId88" Type="http://schemas.openxmlformats.org/officeDocument/2006/relationships/customXml" Target="../ink/ink2214.xml"/><Relationship Id="rId111" Type="http://schemas.openxmlformats.org/officeDocument/2006/relationships/image" Target="../media/image6530.png"/><Relationship Id="rId132" Type="http://schemas.openxmlformats.org/officeDocument/2006/relationships/customXml" Target="../ink/ink2236.xml"/><Relationship Id="rId153" Type="http://schemas.openxmlformats.org/officeDocument/2006/relationships/image" Target="../media/image6740.png"/><Relationship Id="rId174" Type="http://schemas.openxmlformats.org/officeDocument/2006/relationships/customXml" Target="../ink/ink2257.xml"/><Relationship Id="rId179" Type="http://schemas.openxmlformats.org/officeDocument/2006/relationships/image" Target="../media/image6870.png"/><Relationship Id="rId195" Type="http://schemas.openxmlformats.org/officeDocument/2006/relationships/image" Target="../media/image6950.png"/><Relationship Id="rId209" Type="http://schemas.openxmlformats.org/officeDocument/2006/relationships/image" Target="../media/image7020.png"/><Relationship Id="rId190" Type="http://schemas.openxmlformats.org/officeDocument/2006/relationships/customXml" Target="../ink/ink2265.xml"/><Relationship Id="rId204" Type="http://schemas.openxmlformats.org/officeDocument/2006/relationships/customXml" Target="../ink/ink2272.xml"/><Relationship Id="rId15" Type="http://schemas.openxmlformats.org/officeDocument/2006/relationships/image" Target="../media/image6050.png"/><Relationship Id="rId36" Type="http://schemas.openxmlformats.org/officeDocument/2006/relationships/customXml" Target="../ink/ink2188.xml"/><Relationship Id="rId57" Type="http://schemas.openxmlformats.org/officeDocument/2006/relationships/image" Target="../media/image6260.png"/><Relationship Id="rId106" Type="http://schemas.openxmlformats.org/officeDocument/2006/relationships/customXml" Target="../ink/ink2223.xml"/><Relationship Id="rId127" Type="http://schemas.openxmlformats.org/officeDocument/2006/relationships/image" Target="../media/image6611.png"/><Relationship Id="rId10" Type="http://schemas.openxmlformats.org/officeDocument/2006/relationships/customXml" Target="../ink/ink2175.xml"/><Relationship Id="rId31" Type="http://schemas.openxmlformats.org/officeDocument/2006/relationships/image" Target="../media/image6130.png"/><Relationship Id="rId52" Type="http://schemas.openxmlformats.org/officeDocument/2006/relationships/customXml" Target="../ink/ink2196.xml"/><Relationship Id="rId73" Type="http://schemas.openxmlformats.org/officeDocument/2006/relationships/image" Target="../media/image6340.png"/><Relationship Id="rId78" Type="http://schemas.openxmlformats.org/officeDocument/2006/relationships/customXml" Target="../ink/ink2209.xml"/><Relationship Id="rId94" Type="http://schemas.openxmlformats.org/officeDocument/2006/relationships/customXml" Target="../ink/ink2217.xml"/><Relationship Id="rId99" Type="http://schemas.openxmlformats.org/officeDocument/2006/relationships/image" Target="../media/image6470.png"/><Relationship Id="rId101" Type="http://schemas.openxmlformats.org/officeDocument/2006/relationships/image" Target="../media/image6480.png"/><Relationship Id="rId122" Type="http://schemas.openxmlformats.org/officeDocument/2006/relationships/customXml" Target="../ink/ink2231.xml"/><Relationship Id="rId143" Type="http://schemas.openxmlformats.org/officeDocument/2006/relationships/image" Target="../media/image6690.png"/><Relationship Id="rId148" Type="http://schemas.openxmlformats.org/officeDocument/2006/relationships/customXml" Target="../ink/ink2244.xml"/><Relationship Id="rId164" Type="http://schemas.openxmlformats.org/officeDocument/2006/relationships/customXml" Target="../ink/ink2252.xml"/><Relationship Id="rId169" Type="http://schemas.openxmlformats.org/officeDocument/2006/relationships/image" Target="../media/image6820.png"/><Relationship Id="rId185" Type="http://schemas.openxmlformats.org/officeDocument/2006/relationships/image" Target="../media/image6900.png"/><Relationship Id="rId4" Type="http://schemas.openxmlformats.org/officeDocument/2006/relationships/customXml" Target="../ink/ink2172.xml"/><Relationship Id="rId9" Type="http://schemas.openxmlformats.org/officeDocument/2006/relationships/image" Target="../media/image6020.png"/><Relationship Id="rId180" Type="http://schemas.openxmlformats.org/officeDocument/2006/relationships/customXml" Target="../ink/ink2260.xml"/><Relationship Id="rId26" Type="http://schemas.openxmlformats.org/officeDocument/2006/relationships/customXml" Target="../ink/ink2183.xml"/><Relationship Id="rId47" Type="http://schemas.openxmlformats.org/officeDocument/2006/relationships/image" Target="../media/image6211.png"/><Relationship Id="rId68" Type="http://schemas.openxmlformats.org/officeDocument/2006/relationships/customXml" Target="../ink/ink2204.xml"/><Relationship Id="rId89" Type="http://schemas.openxmlformats.org/officeDocument/2006/relationships/image" Target="../media/image6420.png"/><Relationship Id="rId112" Type="http://schemas.openxmlformats.org/officeDocument/2006/relationships/customXml" Target="../ink/ink2226.xml"/><Relationship Id="rId133" Type="http://schemas.openxmlformats.org/officeDocument/2006/relationships/image" Target="../media/image6640.png"/><Relationship Id="rId154" Type="http://schemas.openxmlformats.org/officeDocument/2006/relationships/customXml" Target="../ink/ink2247.xml"/><Relationship Id="rId175" Type="http://schemas.openxmlformats.org/officeDocument/2006/relationships/image" Target="../media/image6850.png"/><Relationship Id="rId196" Type="http://schemas.openxmlformats.org/officeDocument/2006/relationships/customXml" Target="../ink/ink2268.xml"/><Relationship Id="rId200" Type="http://schemas.openxmlformats.org/officeDocument/2006/relationships/customXml" Target="../ink/ink2270.xml"/><Relationship Id="rId16" Type="http://schemas.openxmlformats.org/officeDocument/2006/relationships/customXml" Target="../ink/ink2178.xml"/><Relationship Id="rId37" Type="http://schemas.openxmlformats.org/officeDocument/2006/relationships/image" Target="../media/image6160.png"/><Relationship Id="rId58" Type="http://schemas.openxmlformats.org/officeDocument/2006/relationships/customXml" Target="../ink/ink2199.xml"/><Relationship Id="rId79" Type="http://schemas.openxmlformats.org/officeDocument/2006/relationships/image" Target="../media/image6370.png"/><Relationship Id="rId102" Type="http://schemas.openxmlformats.org/officeDocument/2006/relationships/customXml" Target="../ink/ink2221.xml"/><Relationship Id="rId123" Type="http://schemas.openxmlformats.org/officeDocument/2006/relationships/image" Target="../media/image6590.png"/><Relationship Id="rId144" Type="http://schemas.openxmlformats.org/officeDocument/2006/relationships/customXml" Target="../ink/ink2242.xml"/><Relationship Id="rId90" Type="http://schemas.openxmlformats.org/officeDocument/2006/relationships/customXml" Target="../ink/ink2215.xml"/><Relationship Id="rId165" Type="http://schemas.openxmlformats.org/officeDocument/2006/relationships/image" Target="../media/image6800.png"/><Relationship Id="rId186" Type="http://schemas.openxmlformats.org/officeDocument/2006/relationships/customXml" Target="../ink/ink2263.xml"/><Relationship Id="rId27" Type="http://schemas.openxmlformats.org/officeDocument/2006/relationships/image" Target="../media/image6111.png"/><Relationship Id="rId48" Type="http://schemas.openxmlformats.org/officeDocument/2006/relationships/customXml" Target="../ink/ink2194.xml"/><Relationship Id="rId69" Type="http://schemas.openxmlformats.org/officeDocument/2006/relationships/image" Target="../media/image6320.png"/><Relationship Id="rId113" Type="http://schemas.openxmlformats.org/officeDocument/2006/relationships/image" Target="../media/image6540.png"/><Relationship Id="rId134" Type="http://schemas.openxmlformats.org/officeDocument/2006/relationships/customXml" Target="../ink/ink2237.xml"/><Relationship Id="rId80" Type="http://schemas.openxmlformats.org/officeDocument/2006/relationships/customXml" Target="../ink/ink2210.xml"/><Relationship Id="rId155" Type="http://schemas.openxmlformats.org/officeDocument/2006/relationships/image" Target="../media/image6750.png"/><Relationship Id="rId176" Type="http://schemas.openxmlformats.org/officeDocument/2006/relationships/customXml" Target="../ink/ink2258.xml"/><Relationship Id="rId197" Type="http://schemas.openxmlformats.org/officeDocument/2006/relationships/image" Target="../media/image6960.png"/><Relationship Id="rId201" Type="http://schemas.openxmlformats.org/officeDocument/2006/relationships/image" Target="../media/image6980.png"/><Relationship Id="rId17" Type="http://schemas.openxmlformats.org/officeDocument/2006/relationships/image" Target="../media/image6060.png"/><Relationship Id="rId38" Type="http://schemas.openxmlformats.org/officeDocument/2006/relationships/customXml" Target="../ink/ink2189.xml"/><Relationship Id="rId59" Type="http://schemas.openxmlformats.org/officeDocument/2006/relationships/image" Target="../media/image6270.png"/><Relationship Id="rId103" Type="http://schemas.openxmlformats.org/officeDocument/2006/relationships/image" Target="../media/image6490.png"/><Relationship Id="rId124" Type="http://schemas.openxmlformats.org/officeDocument/2006/relationships/customXml" Target="../ink/ink2232.xml"/><Relationship Id="rId70" Type="http://schemas.openxmlformats.org/officeDocument/2006/relationships/customXml" Target="../ink/ink2205.xml"/><Relationship Id="rId91" Type="http://schemas.openxmlformats.org/officeDocument/2006/relationships/image" Target="../media/image6430.png"/><Relationship Id="rId145" Type="http://schemas.openxmlformats.org/officeDocument/2006/relationships/image" Target="../media/image6700.png"/><Relationship Id="rId166" Type="http://schemas.openxmlformats.org/officeDocument/2006/relationships/customXml" Target="../ink/ink2253.xml"/><Relationship Id="rId187" Type="http://schemas.openxmlformats.org/officeDocument/2006/relationships/image" Target="../media/image6911.png"/><Relationship Id="rId1" Type="http://schemas.openxmlformats.org/officeDocument/2006/relationships/slideLayout" Target="../slideLayouts/slideLayout5.xml"/><Relationship Id="rId28" Type="http://schemas.openxmlformats.org/officeDocument/2006/relationships/customXml" Target="../ink/ink2184.xml"/><Relationship Id="rId49" Type="http://schemas.openxmlformats.org/officeDocument/2006/relationships/image" Target="../media/image6220.png"/><Relationship Id="rId114" Type="http://schemas.openxmlformats.org/officeDocument/2006/relationships/customXml" Target="../ink/ink2227.xml"/><Relationship Id="rId60" Type="http://schemas.openxmlformats.org/officeDocument/2006/relationships/customXml" Target="../ink/ink2200.xml"/><Relationship Id="rId81" Type="http://schemas.openxmlformats.org/officeDocument/2006/relationships/image" Target="../media/image6380.png"/><Relationship Id="rId135" Type="http://schemas.openxmlformats.org/officeDocument/2006/relationships/image" Target="../media/image6650.png"/><Relationship Id="rId156" Type="http://schemas.openxmlformats.org/officeDocument/2006/relationships/customXml" Target="../ink/ink2248.xml"/><Relationship Id="rId177" Type="http://schemas.openxmlformats.org/officeDocument/2006/relationships/image" Target="../media/image6860.png"/><Relationship Id="rId198" Type="http://schemas.openxmlformats.org/officeDocument/2006/relationships/customXml" Target="../ink/ink2269.xml"/><Relationship Id="rId202" Type="http://schemas.openxmlformats.org/officeDocument/2006/relationships/customXml" Target="../ink/ink2271.xml"/><Relationship Id="rId18" Type="http://schemas.openxmlformats.org/officeDocument/2006/relationships/customXml" Target="../ink/ink2179.xml"/><Relationship Id="rId39" Type="http://schemas.openxmlformats.org/officeDocument/2006/relationships/image" Target="../media/image6170.png"/><Relationship Id="rId50" Type="http://schemas.openxmlformats.org/officeDocument/2006/relationships/customXml" Target="../ink/ink2195.xml"/><Relationship Id="rId104" Type="http://schemas.openxmlformats.org/officeDocument/2006/relationships/customXml" Target="../ink/ink2222.xml"/><Relationship Id="rId125" Type="http://schemas.openxmlformats.org/officeDocument/2006/relationships/image" Target="../media/image6600.png"/><Relationship Id="rId146" Type="http://schemas.openxmlformats.org/officeDocument/2006/relationships/customXml" Target="../ink/ink2243.xml"/><Relationship Id="rId167" Type="http://schemas.openxmlformats.org/officeDocument/2006/relationships/image" Target="../media/image6811.png"/><Relationship Id="rId188" Type="http://schemas.openxmlformats.org/officeDocument/2006/relationships/customXml" Target="../ink/ink2264.xml"/><Relationship Id="rId71" Type="http://schemas.openxmlformats.org/officeDocument/2006/relationships/image" Target="../media/image6330.png"/><Relationship Id="rId92" Type="http://schemas.openxmlformats.org/officeDocument/2006/relationships/customXml" Target="../ink/ink2216.xml"/><Relationship Id="rId2" Type="http://schemas.openxmlformats.org/officeDocument/2006/relationships/oleObject" Target="../embeddings/oleObject2.bin"/><Relationship Id="rId29" Type="http://schemas.openxmlformats.org/officeDocument/2006/relationships/image" Target="../media/image6120.png"/><Relationship Id="rId40" Type="http://schemas.openxmlformats.org/officeDocument/2006/relationships/customXml" Target="../ink/ink2190.xml"/><Relationship Id="rId115" Type="http://schemas.openxmlformats.org/officeDocument/2006/relationships/image" Target="../media/image6550.png"/><Relationship Id="rId136" Type="http://schemas.openxmlformats.org/officeDocument/2006/relationships/customXml" Target="../ink/ink2238.xml"/><Relationship Id="rId157" Type="http://schemas.openxmlformats.org/officeDocument/2006/relationships/image" Target="../media/image6760.png"/><Relationship Id="rId178" Type="http://schemas.openxmlformats.org/officeDocument/2006/relationships/customXml" Target="../ink/ink2259.xml"/></Relationships>
</file>

<file path=ppt/slides/_rels/slide26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2332.xml"/><Relationship Id="rId21" Type="http://schemas.openxmlformats.org/officeDocument/2006/relationships/customXml" Target="../ink/ink2284.xml"/><Relationship Id="rId42" Type="http://schemas.openxmlformats.org/officeDocument/2006/relationships/image" Target="../media/image7230.png"/><Relationship Id="rId63" Type="http://schemas.openxmlformats.org/officeDocument/2006/relationships/customXml" Target="../ink/ink2305.xml"/><Relationship Id="rId84" Type="http://schemas.openxmlformats.org/officeDocument/2006/relationships/image" Target="../media/image7440.png"/><Relationship Id="rId138" Type="http://schemas.openxmlformats.org/officeDocument/2006/relationships/image" Target="../media/image7710.png"/><Relationship Id="rId159" Type="http://schemas.openxmlformats.org/officeDocument/2006/relationships/customXml" Target="../ink/ink2353.xml"/><Relationship Id="rId170" Type="http://schemas.openxmlformats.org/officeDocument/2006/relationships/image" Target="../media/image7870.png"/><Relationship Id="rId107" Type="http://schemas.openxmlformats.org/officeDocument/2006/relationships/customXml" Target="../ink/ink2327.xml"/><Relationship Id="rId11" Type="http://schemas.openxmlformats.org/officeDocument/2006/relationships/customXml" Target="../ink/ink2279.xml"/><Relationship Id="rId32" Type="http://schemas.openxmlformats.org/officeDocument/2006/relationships/image" Target="../media/image7180.png"/><Relationship Id="rId53" Type="http://schemas.openxmlformats.org/officeDocument/2006/relationships/customXml" Target="../ink/ink2300.xml"/><Relationship Id="rId74" Type="http://schemas.openxmlformats.org/officeDocument/2006/relationships/image" Target="../media/image7390.png"/><Relationship Id="rId128" Type="http://schemas.openxmlformats.org/officeDocument/2006/relationships/image" Target="../media/image7660.png"/><Relationship Id="rId149" Type="http://schemas.openxmlformats.org/officeDocument/2006/relationships/customXml" Target="../ink/ink2348.xml"/><Relationship Id="rId5" Type="http://schemas.openxmlformats.org/officeDocument/2006/relationships/customXml" Target="../ink/ink2276.xml"/><Relationship Id="rId95" Type="http://schemas.openxmlformats.org/officeDocument/2006/relationships/customXml" Target="../ink/ink2321.xml"/><Relationship Id="rId160" Type="http://schemas.openxmlformats.org/officeDocument/2006/relationships/image" Target="../media/image7820.png"/><Relationship Id="rId22" Type="http://schemas.openxmlformats.org/officeDocument/2006/relationships/image" Target="../media/image7130.png"/><Relationship Id="rId43" Type="http://schemas.openxmlformats.org/officeDocument/2006/relationships/customXml" Target="../ink/ink2295.xml"/><Relationship Id="rId64" Type="http://schemas.openxmlformats.org/officeDocument/2006/relationships/image" Target="../media/image7340.png"/><Relationship Id="rId118" Type="http://schemas.openxmlformats.org/officeDocument/2006/relationships/image" Target="../media/image7610.png"/><Relationship Id="rId139" Type="http://schemas.openxmlformats.org/officeDocument/2006/relationships/customXml" Target="../ink/ink2343.xml"/><Relationship Id="rId85" Type="http://schemas.openxmlformats.org/officeDocument/2006/relationships/customXml" Target="../ink/ink2316.xml"/><Relationship Id="rId150" Type="http://schemas.openxmlformats.org/officeDocument/2006/relationships/image" Target="../media/image7770.png"/><Relationship Id="rId171" Type="http://schemas.openxmlformats.org/officeDocument/2006/relationships/customXml" Target="../ink/ink2359.xml"/><Relationship Id="rId12" Type="http://schemas.openxmlformats.org/officeDocument/2006/relationships/image" Target="../media/image7080.png"/><Relationship Id="rId33" Type="http://schemas.openxmlformats.org/officeDocument/2006/relationships/customXml" Target="../ink/ink2290.xml"/><Relationship Id="rId108" Type="http://schemas.openxmlformats.org/officeDocument/2006/relationships/image" Target="../media/image7560.png"/><Relationship Id="rId129" Type="http://schemas.openxmlformats.org/officeDocument/2006/relationships/customXml" Target="../ink/ink2338.xml"/><Relationship Id="rId54" Type="http://schemas.openxmlformats.org/officeDocument/2006/relationships/image" Target="../media/image7290.png"/><Relationship Id="rId75" Type="http://schemas.openxmlformats.org/officeDocument/2006/relationships/customXml" Target="../ink/ink2311.xml"/><Relationship Id="rId96" Type="http://schemas.openxmlformats.org/officeDocument/2006/relationships/image" Target="../media/image7500.png"/><Relationship Id="rId140" Type="http://schemas.openxmlformats.org/officeDocument/2006/relationships/image" Target="../media/image7720.png"/><Relationship Id="rId161" Type="http://schemas.openxmlformats.org/officeDocument/2006/relationships/customXml" Target="../ink/ink235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50.png"/><Relationship Id="rId23" Type="http://schemas.openxmlformats.org/officeDocument/2006/relationships/customXml" Target="../ink/ink2285.xml"/><Relationship Id="rId28" Type="http://schemas.openxmlformats.org/officeDocument/2006/relationships/image" Target="../media/image7160.png"/><Relationship Id="rId49" Type="http://schemas.openxmlformats.org/officeDocument/2006/relationships/customXml" Target="../ink/ink2298.xml"/><Relationship Id="rId114" Type="http://schemas.openxmlformats.org/officeDocument/2006/relationships/image" Target="../media/image7590.png"/><Relationship Id="rId119" Type="http://schemas.openxmlformats.org/officeDocument/2006/relationships/customXml" Target="../ink/ink2333.xml"/><Relationship Id="rId44" Type="http://schemas.openxmlformats.org/officeDocument/2006/relationships/image" Target="../media/image7240.png"/><Relationship Id="rId60" Type="http://schemas.openxmlformats.org/officeDocument/2006/relationships/image" Target="../media/image7320.png"/><Relationship Id="rId65" Type="http://schemas.openxmlformats.org/officeDocument/2006/relationships/customXml" Target="../ink/ink2306.xml"/><Relationship Id="rId81" Type="http://schemas.openxmlformats.org/officeDocument/2006/relationships/customXml" Target="../ink/ink2314.xml"/><Relationship Id="rId86" Type="http://schemas.openxmlformats.org/officeDocument/2006/relationships/image" Target="../media/image7450.png"/><Relationship Id="rId130" Type="http://schemas.openxmlformats.org/officeDocument/2006/relationships/image" Target="../media/image7670.png"/><Relationship Id="rId135" Type="http://schemas.openxmlformats.org/officeDocument/2006/relationships/customXml" Target="../ink/ink2341.xml"/><Relationship Id="rId151" Type="http://schemas.openxmlformats.org/officeDocument/2006/relationships/customXml" Target="../ink/ink2349.xml"/><Relationship Id="rId156" Type="http://schemas.openxmlformats.org/officeDocument/2006/relationships/image" Target="../media/image7800.png"/><Relationship Id="rId172" Type="http://schemas.openxmlformats.org/officeDocument/2006/relationships/image" Target="../media/image7880.png"/><Relationship Id="rId13" Type="http://schemas.openxmlformats.org/officeDocument/2006/relationships/customXml" Target="../ink/ink2280.xml"/><Relationship Id="rId18" Type="http://schemas.openxmlformats.org/officeDocument/2006/relationships/image" Target="../media/image7111.png"/><Relationship Id="rId39" Type="http://schemas.openxmlformats.org/officeDocument/2006/relationships/customXml" Target="../ink/ink2293.xml"/><Relationship Id="rId109" Type="http://schemas.openxmlformats.org/officeDocument/2006/relationships/customXml" Target="../ink/ink2328.xml"/><Relationship Id="rId34" Type="http://schemas.openxmlformats.org/officeDocument/2006/relationships/image" Target="../media/image7190.png"/><Relationship Id="rId50" Type="http://schemas.openxmlformats.org/officeDocument/2006/relationships/image" Target="../media/image7270.png"/><Relationship Id="rId55" Type="http://schemas.openxmlformats.org/officeDocument/2006/relationships/customXml" Target="../ink/ink2301.xml"/><Relationship Id="rId76" Type="http://schemas.openxmlformats.org/officeDocument/2006/relationships/image" Target="../media/image7400.png"/><Relationship Id="rId97" Type="http://schemas.openxmlformats.org/officeDocument/2006/relationships/customXml" Target="../ink/ink2322.xml"/><Relationship Id="rId104" Type="http://schemas.openxmlformats.org/officeDocument/2006/relationships/image" Target="../media/image7540.png"/><Relationship Id="rId120" Type="http://schemas.openxmlformats.org/officeDocument/2006/relationships/image" Target="../media/image7620.png"/><Relationship Id="rId125" Type="http://schemas.openxmlformats.org/officeDocument/2006/relationships/customXml" Target="../ink/ink2336.xml"/><Relationship Id="rId141" Type="http://schemas.openxmlformats.org/officeDocument/2006/relationships/customXml" Target="../ink/ink2344.xml"/><Relationship Id="rId146" Type="http://schemas.openxmlformats.org/officeDocument/2006/relationships/image" Target="../media/image7750.png"/><Relationship Id="rId167" Type="http://schemas.openxmlformats.org/officeDocument/2006/relationships/customXml" Target="../ink/ink2357.xml"/><Relationship Id="rId7" Type="http://schemas.openxmlformats.org/officeDocument/2006/relationships/customXml" Target="../ink/ink2277.xml"/><Relationship Id="rId71" Type="http://schemas.openxmlformats.org/officeDocument/2006/relationships/customXml" Target="../ink/ink2309.xml"/><Relationship Id="rId92" Type="http://schemas.openxmlformats.org/officeDocument/2006/relationships/image" Target="../media/image7480.png"/><Relationship Id="rId162" Type="http://schemas.openxmlformats.org/officeDocument/2006/relationships/image" Target="../media/image7830.png"/><Relationship Id="rId2" Type="http://schemas.openxmlformats.org/officeDocument/2006/relationships/image" Target="../media/image1494.emf"/><Relationship Id="rId29" Type="http://schemas.openxmlformats.org/officeDocument/2006/relationships/customXml" Target="../ink/ink2288.xml"/><Relationship Id="rId24" Type="http://schemas.openxmlformats.org/officeDocument/2006/relationships/image" Target="../media/image7140.png"/><Relationship Id="rId40" Type="http://schemas.openxmlformats.org/officeDocument/2006/relationships/image" Target="../media/image7220.png"/><Relationship Id="rId45" Type="http://schemas.openxmlformats.org/officeDocument/2006/relationships/customXml" Target="../ink/ink2296.xml"/><Relationship Id="rId66" Type="http://schemas.openxmlformats.org/officeDocument/2006/relationships/image" Target="../media/image7350.png"/><Relationship Id="rId87" Type="http://schemas.openxmlformats.org/officeDocument/2006/relationships/customXml" Target="../ink/ink2317.xml"/><Relationship Id="rId110" Type="http://schemas.openxmlformats.org/officeDocument/2006/relationships/image" Target="../media/image7570.png"/><Relationship Id="rId115" Type="http://schemas.openxmlformats.org/officeDocument/2006/relationships/customXml" Target="../ink/ink2331.xml"/><Relationship Id="rId131" Type="http://schemas.openxmlformats.org/officeDocument/2006/relationships/customXml" Target="../ink/ink2339.xml"/><Relationship Id="rId136" Type="http://schemas.openxmlformats.org/officeDocument/2006/relationships/image" Target="../media/image7700.png"/><Relationship Id="rId157" Type="http://schemas.openxmlformats.org/officeDocument/2006/relationships/customXml" Target="../ink/ink2352.xml"/><Relationship Id="rId61" Type="http://schemas.openxmlformats.org/officeDocument/2006/relationships/customXml" Target="../ink/ink2304.xml"/><Relationship Id="rId82" Type="http://schemas.openxmlformats.org/officeDocument/2006/relationships/image" Target="../media/image7430.png"/><Relationship Id="rId152" Type="http://schemas.openxmlformats.org/officeDocument/2006/relationships/image" Target="../media/image7780.png"/><Relationship Id="rId173" Type="http://schemas.openxmlformats.org/officeDocument/2006/relationships/customXml" Target="../ink/ink2360.xml"/><Relationship Id="rId19" Type="http://schemas.openxmlformats.org/officeDocument/2006/relationships/customXml" Target="../ink/ink2283.xml"/><Relationship Id="rId14" Type="http://schemas.openxmlformats.org/officeDocument/2006/relationships/image" Target="../media/image7090.png"/><Relationship Id="rId30" Type="http://schemas.openxmlformats.org/officeDocument/2006/relationships/image" Target="../media/image7170.png"/><Relationship Id="rId35" Type="http://schemas.openxmlformats.org/officeDocument/2006/relationships/customXml" Target="../ink/ink2291.xml"/><Relationship Id="rId56" Type="http://schemas.openxmlformats.org/officeDocument/2006/relationships/image" Target="../media/image7300.png"/><Relationship Id="rId77" Type="http://schemas.openxmlformats.org/officeDocument/2006/relationships/customXml" Target="../ink/ink2312.xml"/><Relationship Id="rId100" Type="http://schemas.openxmlformats.org/officeDocument/2006/relationships/image" Target="../media/image7520.png"/><Relationship Id="rId105" Type="http://schemas.openxmlformats.org/officeDocument/2006/relationships/customXml" Target="../ink/ink2326.xml"/><Relationship Id="rId126" Type="http://schemas.openxmlformats.org/officeDocument/2006/relationships/image" Target="../media/image7650.png"/><Relationship Id="rId147" Type="http://schemas.openxmlformats.org/officeDocument/2006/relationships/customXml" Target="../ink/ink2347.xml"/><Relationship Id="rId168" Type="http://schemas.openxmlformats.org/officeDocument/2006/relationships/image" Target="../media/image7860.png"/><Relationship Id="rId8" Type="http://schemas.openxmlformats.org/officeDocument/2006/relationships/image" Target="../media/image7060.png"/><Relationship Id="rId51" Type="http://schemas.openxmlformats.org/officeDocument/2006/relationships/customXml" Target="../ink/ink2299.xml"/><Relationship Id="rId72" Type="http://schemas.openxmlformats.org/officeDocument/2006/relationships/image" Target="../media/image7380.png"/><Relationship Id="rId93" Type="http://schemas.openxmlformats.org/officeDocument/2006/relationships/customXml" Target="../ink/ink2320.xml"/><Relationship Id="rId98" Type="http://schemas.openxmlformats.org/officeDocument/2006/relationships/image" Target="../media/image7510.png"/><Relationship Id="rId121" Type="http://schemas.openxmlformats.org/officeDocument/2006/relationships/customXml" Target="../ink/ink2334.xml"/><Relationship Id="rId142" Type="http://schemas.openxmlformats.org/officeDocument/2006/relationships/image" Target="../media/image7730.png"/><Relationship Id="rId163" Type="http://schemas.openxmlformats.org/officeDocument/2006/relationships/customXml" Target="../ink/ink2355.xml"/><Relationship Id="rId3" Type="http://schemas.openxmlformats.org/officeDocument/2006/relationships/customXml" Target="../ink/ink2275.xml"/><Relationship Id="rId25" Type="http://schemas.openxmlformats.org/officeDocument/2006/relationships/customXml" Target="../ink/ink2286.xml"/><Relationship Id="rId46" Type="http://schemas.openxmlformats.org/officeDocument/2006/relationships/image" Target="../media/image7250.png"/><Relationship Id="rId67" Type="http://schemas.openxmlformats.org/officeDocument/2006/relationships/customXml" Target="../ink/ink2307.xml"/><Relationship Id="rId116" Type="http://schemas.openxmlformats.org/officeDocument/2006/relationships/image" Target="../media/image7600.png"/><Relationship Id="rId137" Type="http://schemas.openxmlformats.org/officeDocument/2006/relationships/customXml" Target="../ink/ink2342.xml"/><Relationship Id="rId158" Type="http://schemas.openxmlformats.org/officeDocument/2006/relationships/image" Target="../media/image7810.png"/><Relationship Id="rId20" Type="http://schemas.openxmlformats.org/officeDocument/2006/relationships/image" Target="../media/image7120.png"/><Relationship Id="rId41" Type="http://schemas.openxmlformats.org/officeDocument/2006/relationships/customXml" Target="../ink/ink2294.xml"/><Relationship Id="rId62" Type="http://schemas.openxmlformats.org/officeDocument/2006/relationships/image" Target="../media/image7330.png"/><Relationship Id="rId83" Type="http://schemas.openxmlformats.org/officeDocument/2006/relationships/customXml" Target="../ink/ink2315.xml"/><Relationship Id="rId88" Type="http://schemas.openxmlformats.org/officeDocument/2006/relationships/image" Target="../media/image7460.png"/><Relationship Id="rId111" Type="http://schemas.openxmlformats.org/officeDocument/2006/relationships/customXml" Target="../ink/ink2329.xml"/><Relationship Id="rId132" Type="http://schemas.openxmlformats.org/officeDocument/2006/relationships/image" Target="../media/image7680.png"/><Relationship Id="rId153" Type="http://schemas.openxmlformats.org/officeDocument/2006/relationships/customXml" Target="../ink/ink2350.xml"/><Relationship Id="rId174" Type="http://schemas.openxmlformats.org/officeDocument/2006/relationships/image" Target="../media/image7890.png"/><Relationship Id="rId15" Type="http://schemas.openxmlformats.org/officeDocument/2006/relationships/customXml" Target="../ink/ink2281.xml"/><Relationship Id="rId36" Type="http://schemas.openxmlformats.org/officeDocument/2006/relationships/image" Target="../media/image7200.png"/><Relationship Id="rId57" Type="http://schemas.openxmlformats.org/officeDocument/2006/relationships/customXml" Target="../ink/ink2302.xml"/><Relationship Id="rId106" Type="http://schemas.openxmlformats.org/officeDocument/2006/relationships/image" Target="../media/image7550.png"/><Relationship Id="rId127" Type="http://schemas.openxmlformats.org/officeDocument/2006/relationships/customXml" Target="../ink/ink2337.xml"/><Relationship Id="rId10" Type="http://schemas.openxmlformats.org/officeDocument/2006/relationships/image" Target="../media/image7070.png"/><Relationship Id="rId31" Type="http://schemas.openxmlformats.org/officeDocument/2006/relationships/customXml" Target="../ink/ink2289.xml"/><Relationship Id="rId52" Type="http://schemas.openxmlformats.org/officeDocument/2006/relationships/image" Target="../media/image7280.png"/><Relationship Id="rId73" Type="http://schemas.openxmlformats.org/officeDocument/2006/relationships/customXml" Target="../ink/ink2310.xml"/><Relationship Id="rId78" Type="http://schemas.openxmlformats.org/officeDocument/2006/relationships/image" Target="../media/image7411.png"/><Relationship Id="rId94" Type="http://schemas.openxmlformats.org/officeDocument/2006/relationships/image" Target="../media/image7490.png"/><Relationship Id="rId99" Type="http://schemas.openxmlformats.org/officeDocument/2006/relationships/customXml" Target="../ink/ink2323.xml"/><Relationship Id="rId101" Type="http://schemas.openxmlformats.org/officeDocument/2006/relationships/customXml" Target="../ink/ink2324.xml"/><Relationship Id="rId122" Type="http://schemas.openxmlformats.org/officeDocument/2006/relationships/image" Target="../media/image7630.png"/><Relationship Id="rId143" Type="http://schemas.openxmlformats.org/officeDocument/2006/relationships/customXml" Target="../ink/ink2345.xml"/><Relationship Id="rId148" Type="http://schemas.openxmlformats.org/officeDocument/2006/relationships/image" Target="../media/image7760.png"/><Relationship Id="rId164" Type="http://schemas.openxmlformats.org/officeDocument/2006/relationships/image" Target="../media/image7840.png"/><Relationship Id="rId169" Type="http://schemas.openxmlformats.org/officeDocument/2006/relationships/customXml" Target="../ink/ink2358.xml"/><Relationship Id="rId4" Type="http://schemas.openxmlformats.org/officeDocument/2006/relationships/image" Target="../media/image7040.png"/><Relationship Id="rId9" Type="http://schemas.openxmlformats.org/officeDocument/2006/relationships/customXml" Target="../ink/ink2278.xml"/><Relationship Id="rId26" Type="http://schemas.openxmlformats.org/officeDocument/2006/relationships/image" Target="../media/image7150.png"/><Relationship Id="rId47" Type="http://schemas.openxmlformats.org/officeDocument/2006/relationships/customXml" Target="../ink/ink2297.xml"/><Relationship Id="rId68" Type="http://schemas.openxmlformats.org/officeDocument/2006/relationships/image" Target="../media/image7360.png"/><Relationship Id="rId89" Type="http://schemas.openxmlformats.org/officeDocument/2006/relationships/customXml" Target="../ink/ink2318.xml"/><Relationship Id="rId112" Type="http://schemas.openxmlformats.org/officeDocument/2006/relationships/image" Target="../media/image7580.png"/><Relationship Id="rId133" Type="http://schemas.openxmlformats.org/officeDocument/2006/relationships/customXml" Target="../ink/ink2340.xml"/><Relationship Id="rId154" Type="http://schemas.openxmlformats.org/officeDocument/2006/relationships/image" Target="../media/image7790.png"/><Relationship Id="rId16" Type="http://schemas.openxmlformats.org/officeDocument/2006/relationships/image" Target="../media/image7101.png"/><Relationship Id="rId37" Type="http://schemas.openxmlformats.org/officeDocument/2006/relationships/customXml" Target="../ink/ink2292.xml"/><Relationship Id="rId58" Type="http://schemas.openxmlformats.org/officeDocument/2006/relationships/image" Target="../media/image7311.png"/><Relationship Id="rId79" Type="http://schemas.openxmlformats.org/officeDocument/2006/relationships/customXml" Target="../ink/ink2313.xml"/><Relationship Id="rId102" Type="http://schemas.openxmlformats.org/officeDocument/2006/relationships/image" Target="../media/image7530.png"/><Relationship Id="rId123" Type="http://schemas.openxmlformats.org/officeDocument/2006/relationships/customXml" Target="../ink/ink2335.xml"/><Relationship Id="rId144" Type="http://schemas.openxmlformats.org/officeDocument/2006/relationships/image" Target="../media/image7740.png"/><Relationship Id="rId90" Type="http://schemas.openxmlformats.org/officeDocument/2006/relationships/image" Target="../media/image7470.png"/><Relationship Id="rId165" Type="http://schemas.openxmlformats.org/officeDocument/2006/relationships/customXml" Target="../ink/ink2356.xml"/><Relationship Id="rId27" Type="http://schemas.openxmlformats.org/officeDocument/2006/relationships/customXml" Target="../ink/ink2287.xml"/><Relationship Id="rId48" Type="http://schemas.openxmlformats.org/officeDocument/2006/relationships/image" Target="../media/image7260.png"/><Relationship Id="rId69" Type="http://schemas.openxmlformats.org/officeDocument/2006/relationships/customXml" Target="../ink/ink2308.xml"/><Relationship Id="rId113" Type="http://schemas.openxmlformats.org/officeDocument/2006/relationships/customXml" Target="../ink/ink2330.xml"/><Relationship Id="rId134" Type="http://schemas.openxmlformats.org/officeDocument/2006/relationships/image" Target="../media/image7690.png"/><Relationship Id="rId80" Type="http://schemas.openxmlformats.org/officeDocument/2006/relationships/image" Target="../media/image7420.png"/><Relationship Id="rId155" Type="http://schemas.openxmlformats.org/officeDocument/2006/relationships/customXml" Target="../ink/ink2351.xml"/><Relationship Id="rId17" Type="http://schemas.openxmlformats.org/officeDocument/2006/relationships/customXml" Target="../ink/ink2282.xml"/><Relationship Id="rId38" Type="http://schemas.openxmlformats.org/officeDocument/2006/relationships/image" Target="../media/image7211.png"/><Relationship Id="rId59" Type="http://schemas.openxmlformats.org/officeDocument/2006/relationships/customXml" Target="../ink/ink2303.xml"/><Relationship Id="rId103" Type="http://schemas.openxmlformats.org/officeDocument/2006/relationships/customXml" Target="../ink/ink2325.xml"/><Relationship Id="rId124" Type="http://schemas.openxmlformats.org/officeDocument/2006/relationships/image" Target="../media/image7640.png"/><Relationship Id="rId70" Type="http://schemas.openxmlformats.org/officeDocument/2006/relationships/image" Target="../media/image7370.png"/><Relationship Id="rId91" Type="http://schemas.openxmlformats.org/officeDocument/2006/relationships/customXml" Target="../ink/ink2319.xml"/><Relationship Id="rId145" Type="http://schemas.openxmlformats.org/officeDocument/2006/relationships/customXml" Target="../ink/ink2346.xml"/><Relationship Id="rId166" Type="http://schemas.openxmlformats.org/officeDocument/2006/relationships/image" Target="../media/image785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95.png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2418.xml"/><Relationship Id="rId21" Type="http://schemas.openxmlformats.org/officeDocument/2006/relationships/customXml" Target="../ink/ink2370.xml"/><Relationship Id="rId42" Type="http://schemas.openxmlformats.org/officeDocument/2006/relationships/image" Target="../media/image8110.png"/><Relationship Id="rId63" Type="http://schemas.openxmlformats.org/officeDocument/2006/relationships/customXml" Target="../ink/ink2391.xml"/><Relationship Id="rId84" Type="http://schemas.openxmlformats.org/officeDocument/2006/relationships/image" Target="../media/image8320.png"/><Relationship Id="rId16" Type="http://schemas.openxmlformats.org/officeDocument/2006/relationships/image" Target="../media/image7980.png"/><Relationship Id="rId107" Type="http://schemas.openxmlformats.org/officeDocument/2006/relationships/customXml" Target="../ink/ink2413.xml"/><Relationship Id="rId11" Type="http://schemas.openxmlformats.org/officeDocument/2006/relationships/customXml" Target="../ink/ink2365.xml"/><Relationship Id="rId32" Type="http://schemas.openxmlformats.org/officeDocument/2006/relationships/image" Target="../media/image8060.png"/><Relationship Id="rId37" Type="http://schemas.openxmlformats.org/officeDocument/2006/relationships/customXml" Target="../ink/ink2378.xml"/><Relationship Id="rId53" Type="http://schemas.openxmlformats.org/officeDocument/2006/relationships/customXml" Target="../ink/ink2386.xml"/><Relationship Id="rId58" Type="http://schemas.openxmlformats.org/officeDocument/2006/relationships/image" Target="../media/image8190.png"/><Relationship Id="rId74" Type="http://schemas.openxmlformats.org/officeDocument/2006/relationships/image" Target="../media/image8270.png"/><Relationship Id="rId79" Type="http://schemas.openxmlformats.org/officeDocument/2006/relationships/customXml" Target="../ink/ink2399.xml"/><Relationship Id="rId102" Type="http://schemas.openxmlformats.org/officeDocument/2006/relationships/image" Target="../media/image8410.png"/><Relationship Id="rId123" Type="http://schemas.openxmlformats.org/officeDocument/2006/relationships/customXml" Target="../ink/ink2421.xml"/><Relationship Id="rId128" Type="http://schemas.openxmlformats.org/officeDocument/2006/relationships/image" Target="../media/image8540.png"/><Relationship Id="rId5" Type="http://schemas.openxmlformats.org/officeDocument/2006/relationships/customXml" Target="../ink/ink2362.xml"/><Relationship Id="rId90" Type="http://schemas.openxmlformats.org/officeDocument/2006/relationships/image" Target="../media/image8350.png"/><Relationship Id="rId95" Type="http://schemas.openxmlformats.org/officeDocument/2006/relationships/customXml" Target="../ink/ink2407.xml"/><Relationship Id="rId22" Type="http://schemas.openxmlformats.org/officeDocument/2006/relationships/image" Target="../media/image8010.png"/><Relationship Id="rId27" Type="http://schemas.openxmlformats.org/officeDocument/2006/relationships/customXml" Target="../ink/ink2373.xml"/><Relationship Id="rId43" Type="http://schemas.openxmlformats.org/officeDocument/2006/relationships/customXml" Target="../ink/ink2381.xml"/><Relationship Id="rId48" Type="http://schemas.openxmlformats.org/officeDocument/2006/relationships/image" Target="../media/image8140.png"/><Relationship Id="rId64" Type="http://schemas.openxmlformats.org/officeDocument/2006/relationships/image" Target="../media/image8220.png"/><Relationship Id="rId69" Type="http://schemas.openxmlformats.org/officeDocument/2006/relationships/customXml" Target="../ink/ink2394.xml"/><Relationship Id="rId113" Type="http://schemas.openxmlformats.org/officeDocument/2006/relationships/customXml" Target="../ink/ink2416.xml"/><Relationship Id="rId118" Type="http://schemas.openxmlformats.org/officeDocument/2006/relationships/image" Target="../media/image8490.png"/><Relationship Id="rId134" Type="http://schemas.openxmlformats.org/officeDocument/2006/relationships/image" Target="../media/image8570.png"/><Relationship Id="rId80" Type="http://schemas.openxmlformats.org/officeDocument/2006/relationships/image" Target="../media/image8300.png"/><Relationship Id="rId85" Type="http://schemas.openxmlformats.org/officeDocument/2006/relationships/customXml" Target="../ink/ink2402.xml"/><Relationship Id="rId12" Type="http://schemas.openxmlformats.org/officeDocument/2006/relationships/image" Target="../media/image7960.png"/><Relationship Id="rId17" Type="http://schemas.openxmlformats.org/officeDocument/2006/relationships/customXml" Target="../ink/ink2368.xml"/><Relationship Id="rId33" Type="http://schemas.openxmlformats.org/officeDocument/2006/relationships/customXml" Target="../ink/ink2376.xml"/><Relationship Id="rId38" Type="http://schemas.openxmlformats.org/officeDocument/2006/relationships/image" Target="../media/image8090.png"/><Relationship Id="rId59" Type="http://schemas.openxmlformats.org/officeDocument/2006/relationships/customXml" Target="../ink/ink2389.xml"/><Relationship Id="rId103" Type="http://schemas.openxmlformats.org/officeDocument/2006/relationships/customXml" Target="../ink/ink2411.xml"/><Relationship Id="rId108" Type="http://schemas.openxmlformats.org/officeDocument/2006/relationships/image" Target="../media/image8440.png"/><Relationship Id="rId124" Type="http://schemas.openxmlformats.org/officeDocument/2006/relationships/image" Target="../media/image8520.png"/><Relationship Id="rId129" Type="http://schemas.openxmlformats.org/officeDocument/2006/relationships/customXml" Target="../ink/ink2424.xml"/><Relationship Id="rId54" Type="http://schemas.openxmlformats.org/officeDocument/2006/relationships/image" Target="../media/image8170.png"/><Relationship Id="rId70" Type="http://schemas.openxmlformats.org/officeDocument/2006/relationships/image" Target="../media/image8250.png"/><Relationship Id="rId75" Type="http://schemas.openxmlformats.org/officeDocument/2006/relationships/customXml" Target="../ink/ink2397.xml"/><Relationship Id="rId91" Type="http://schemas.openxmlformats.org/officeDocument/2006/relationships/customXml" Target="../ink/ink2405.xml"/><Relationship Id="rId96" Type="http://schemas.openxmlformats.org/officeDocument/2006/relationships/image" Target="../media/image838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930.png"/><Relationship Id="rId23" Type="http://schemas.openxmlformats.org/officeDocument/2006/relationships/customXml" Target="../ink/ink2371.xml"/><Relationship Id="rId28" Type="http://schemas.openxmlformats.org/officeDocument/2006/relationships/image" Target="../media/image8040.png"/><Relationship Id="rId49" Type="http://schemas.openxmlformats.org/officeDocument/2006/relationships/customXml" Target="../ink/ink2384.xml"/><Relationship Id="rId114" Type="http://schemas.openxmlformats.org/officeDocument/2006/relationships/image" Target="../media/image8470.png"/><Relationship Id="rId119" Type="http://schemas.openxmlformats.org/officeDocument/2006/relationships/customXml" Target="../ink/ink2419.xml"/><Relationship Id="rId44" Type="http://schemas.openxmlformats.org/officeDocument/2006/relationships/image" Target="../media/image8120.png"/><Relationship Id="rId60" Type="http://schemas.openxmlformats.org/officeDocument/2006/relationships/image" Target="../media/image8200.png"/><Relationship Id="rId65" Type="http://schemas.openxmlformats.org/officeDocument/2006/relationships/customXml" Target="../ink/ink2392.xml"/><Relationship Id="rId81" Type="http://schemas.openxmlformats.org/officeDocument/2006/relationships/customXml" Target="../ink/ink2400.xml"/><Relationship Id="rId86" Type="http://schemas.openxmlformats.org/officeDocument/2006/relationships/image" Target="../media/image8330.png"/><Relationship Id="rId130" Type="http://schemas.openxmlformats.org/officeDocument/2006/relationships/image" Target="../media/image8550.png"/><Relationship Id="rId135" Type="http://schemas.openxmlformats.org/officeDocument/2006/relationships/customXml" Target="../ink/ink2427.xml"/><Relationship Id="rId13" Type="http://schemas.openxmlformats.org/officeDocument/2006/relationships/customXml" Target="../ink/ink2366.xml"/><Relationship Id="rId18" Type="http://schemas.openxmlformats.org/officeDocument/2006/relationships/image" Target="../media/image7990.png"/><Relationship Id="rId39" Type="http://schemas.openxmlformats.org/officeDocument/2006/relationships/customXml" Target="../ink/ink2379.xml"/><Relationship Id="rId109" Type="http://schemas.openxmlformats.org/officeDocument/2006/relationships/customXml" Target="../ink/ink2414.xml"/><Relationship Id="rId34" Type="http://schemas.openxmlformats.org/officeDocument/2006/relationships/image" Target="../media/image8070.png"/><Relationship Id="rId50" Type="http://schemas.openxmlformats.org/officeDocument/2006/relationships/image" Target="../media/image8150.png"/><Relationship Id="rId55" Type="http://schemas.openxmlformats.org/officeDocument/2006/relationships/customXml" Target="../ink/ink2387.xml"/><Relationship Id="rId76" Type="http://schemas.openxmlformats.org/officeDocument/2006/relationships/image" Target="../media/image8280.png"/><Relationship Id="rId97" Type="http://schemas.openxmlformats.org/officeDocument/2006/relationships/customXml" Target="../ink/ink2408.xml"/><Relationship Id="rId104" Type="http://schemas.openxmlformats.org/officeDocument/2006/relationships/image" Target="../media/image8420.png"/><Relationship Id="rId120" Type="http://schemas.openxmlformats.org/officeDocument/2006/relationships/image" Target="../media/image8500.png"/><Relationship Id="rId125" Type="http://schemas.openxmlformats.org/officeDocument/2006/relationships/customXml" Target="../ink/ink2422.xml"/><Relationship Id="rId7" Type="http://schemas.openxmlformats.org/officeDocument/2006/relationships/customXml" Target="../ink/ink2363.xml"/><Relationship Id="rId71" Type="http://schemas.openxmlformats.org/officeDocument/2006/relationships/customXml" Target="../ink/ink2395.xml"/><Relationship Id="rId92" Type="http://schemas.openxmlformats.org/officeDocument/2006/relationships/image" Target="../media/image8360.png"/><Relationship Id="rId2" Type="http://schemas.openxmlformats.org/officeDocument/2006/relationships/image" Target="../media/image1496.png"/><Relationship Id="rId29" Type="http://schemas.openxmlformats.org/officeDocument/2006/relationships/customXml" Target="../ink/ink2374.xml"/><Relationship Id="rId24" Type="http://schemas.openxmlformats.org/officeDocument/2006/relationships/image" Target="../media/image8020.png"/><Relationship Id="rId40" Type="http://schemas.openxmlformats.org/officeDocument/2006/relationships/image" Target="../media/image8101.png"/><Relationship Id="rId45" Type="http://schemas.openxmlformats.org/officeDocument/2006/relationships/customXml" Target="../ink/ink2382.xml"/><Relationship Id="rId66" Type="http://schemas.openxmlformats.org/officeDocument/2006/relationships/image" Target="../media/image8230.png"/><Relationship Id="rId87" Type="http://schemas.openxmlformats.org/officeDocument/2006/relationships/customXml" Target="../ink/ink2403.xml"/><Relationship Id="rId110" Type="http://schemas.openxmlformats.org/officeDocument/2006/relationships/image" Target="../media/image8450.png"/><Relationship Id="rId115" Type="http://schemas.openxmlformats.org/officeDocument/2006/relationships/customXml" Target="../ink/ink2417.xml"/><Relationship Id="rId131" Type="http://schemas.openxmlformats.org/officeDocument/2006/relationships/customXml" Target="../ink/ink2425.xml"/><Relationship Id="rId136" Type="http://schemas.openxmlformats.org/officeDocument/2006/relationships/image" Target="../media/image8580.png"/><Relationship Id="rId61" Type="http://schemas.openxmlformats.org/officeDocument/2006/relationships/customXml" Target="../ink/ink2390.xml"/><Relationship Id="rId82" Type="http://schemas.openxmlformats.org/officeDocument/2006/relationships/image" Target="../media/image8310.png"/><Relationship Id="rId19" Type="http://schemas.openxmlformats.org/officeDocument/2006/relationships/customXml" Target="../ink/ink2369.xml"/><Relationship Id="rId14" Type="http://schemas.openxmlformats.org/officeDocument/2006/relationships/image" Target="../media/image7970.png"/><Relationship Id="rId30" Type="http://schemas.openxmlformats.org/officeDocument/2006/relationships/image" Target="../media/image8050.png"/><Relationship Id="rId35" Type="http://schemas.openxmlformats.org/officeDocument/2006/relationships/customXml" Target="../ink/ink2377.xml"/><Relationship Id="rId56" Type="http://schemas.openxmlformats.org/officeDocument/2006/relationships/image" Target="../media/image8180.png"/><Relationship Id="rId77" Type="http://schemas.openxmlformats.org/officeDocument/2006/relationships/customXml" Target="../ink/ink2398.xml"/><Relationship Id="rId100" Type="http://schemas.openxmlformats.org/officeDocument/2006/relationships/image" Target="../media/image8400.png"/><Relationship Id="rId105" Type="http://schemas.openxmlformats.org/officeDocument/2006/relationships/customXml" Target="../ink/ink2412.xml"/><Relationship Id="rId126" Type="http://schemas.openxmlformats.org/officeDocument/2006/relationships/image" Target="../media/image8530.png"/><Relationship Id="rId8" Type="http://schemas.openxmlformats.org/officeDocument/2006/relationships/image" Target="../media/image7940.png"/><Relationship Id="rId51" Type="http://schemas.openxmlformats.org/officeDocument/2006/relationships/customXml" Target="../ink/ink2385.xml"/><Relationship Id="rId72" Type="http://schemas.openxmlformats.org/officeDocument/2006/relationships/image" Target="../media/image8260.png"/><Relationship Id="rId93" Type="http://schemas.openxmlformats.org/officeDocument/2006/relationships/customXml" Target="../ink/ink2406.xml"/><Relationship Id="rId98" Type="http://schemas.openxmlformats.org/officeDocument/2006/relationships/image" Target="../media/image8390.png"/><Relationship Id="rId121" Type="http://schemas.openxmlformats.org/officeDocument/2006/relationships/customXml" Target="../ink/ink2420.xml"/><Relationship Id="rId3" Type="http://schemas.openxmlformats.org/officeDocument/2006/relationships/customXml" Target="../ink/ink2361.xml"/><Relationship Id="rId25" Type="http://schemas.openxmlformats.org/officeDocument/2006/relationships/customXml" Target="../ink/ink2372.xml"/><Relationship Id="rId46" Type="http://schemas.openxmlformats.org/officeDocument/2006/relationships/image" Target="../media/image8130.png"/><Relationship Id="rId67" Type="http://schemas.openxmlformats.org/officeDocument/2006/relationships/customXml" Target="../ink/ink2393.xml"/><Relationship Id="rId116" Type="http://schemas.openxmlformats.org/officeDocument/2006/relationships/image" Target="../media/image8480.png"/><Relationship Id="rId20" Type="http://schemas.openxmlformats.org/officeDocument/2006/relationships/image" Target="../media/image8000.png"/><Relationship Id="rId41" Type="http://schemas.openxmlformats.org/officeDocument/2006/relationships/customXml" Target="../ink/ink2380.xml"/><Relationship Id="rId62" Type="http://schemas.openxmlformats.org/officeDocument/2006/relationships/image" Target="../media/image8210.png"/><Relationship Id="rId83" Type="http://schemas.openxmlformats.org/officeDocument/2006/relationships/customXml" Target="../ink/ink2401.xml"/><Relationship Id="rId88" Type="http://schemas.openxmlformats.org/officeDocument/2006/relationships/image" Target="../media/image8340.png"/><Relationship Id="rId111" Type="http://schemas.openxmlformats.org/officeDocument/2006/relationships/customXml" Target="../ink/ink2415.xml"/><Relationship Id="rId132" Type="http://schemas.openxmlformats.org/officeDocument/2006/relationships/image" Target="../media/image8560.png"/><Relationship Id="rId15" Type="http://schemas.openxmlformats.org/officeDocument/2006/relationships/customXml" Target="../ink/ink2367.xml"/><Relationship Id="rId36" Type="http://schemas.openxmlformats.org/officeDocument/2006/relationships/image" Target="../media/image8080.png"/><Relationship Id="rId57" Type="http://schemas.openxmlformats.org/officeDocument/2006/relationships/customXml" Target="../ink/ink2388.xml"/><Relationship Id="rId106" Type="http://schemas.openxmlformats.org/officeDocument/2006/relationships/image" Target="../media/image8430.png"/><Relationship Id="rId127" Type="http://schemas.openxmlformats.org/officeDocument/2006/relationships/customXml" Target="../ink/ink2423.xml"/><Relationship Id="rId10" Type="http://schemas.openxmlformats.org/officeDocument/2006/relationships/image" Target="../media/image7950.png"/><Relationship Id="rId31" Type="http://schemas.openxmlformats.org/officeDocument/2006/relationships/customXml" Target="../ink/ink2375.xml"/><Relationship Id="rId52" Type="http://schemas.openxmlformats.org/officeDocument/2006/relationships/image" Target="../media/image8160.png"/><Relationship Id="rId73" Type="http://schemas.openxmlformats.org/officeDocument/2006/relationships/customXml" Target="../ink/ink2396.xml"/><Relationship Id="rId78" Type="http://schemas.openxmlformats.org/officeDocument/2006/relationships/image" Target="../media/image8290.png"/><Relationship Id="rId94" Type="http://schemas.openxmlformats.org/officeDocument/2006/relationships/image" Target="../media/image8370.png"/><Relationship Id="rId99" Type="http://schemas.openxmlformats.org/officeDocument/2006/relationships/customXml" Target="../ink/ink2409.xml"/><Relationship Id="rId101" Type="http://schemas.openxmlformats.org/officeDocument/2006/relationships/customXml" Target="../ink/ink2410.xml"/><Relationship Id="rId122" Type="http://schemas.openxmlformats.org/officeDocument/2006/relationships/image" Target="../media/image8510.png"/><Relationship Id="rId4" Type="http://schemas.openxmlformats.org/officeDocument/2006/relationships/image" Target="../media/image7920.png"/><Relationship Id="rId9" Type="http://schemas.openxmlformats.org/officeDocument/2006/relationships/customXml" Target="../ink/ink2364.xml"/><Relationship Id="rId26" Type="http://schemas.openxmlformats.org/officeDocument/2006/relationships/image" Target="../media/image8030.png"/><Relationship Id="rId47" Type="http://schemas.openxmlformats.org/officeDocument/2006/relationships/customXml" Target="../ink/ink2383.xml"/><Relationship Id="rId68" Type="http://schemas.openxmlformats.org/officeDocument/2006/relationships/image" Target="../media/image8240.png"/><Relationship Id="rId89" Type="http://schemas.openxmlformats.org/officeDocument/2006/relationships/customXml" Target="../ink/ink2404.xml"/><Relationship Id="rId112" Type="http://schemas.openxmlformats.org/officeDocument/2006/relationships/image" Target="../media/image8460.png"/><Relationship Id="rId133" Type="http://schemas.openxmlformats.org/officeDocument/2006/relationships/customXml" Target="../ink/ink2426.xml"/></Relationships>
</file>

<file path=ppt/slides/_rels/slide29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2469.xml"/><Relationship Id="rId21" Type="http://schemas.openxmlformats.org/officeDocument/2006/relationships/customXml" Target="../ink/ink2436.xml"/><Relationship Id="rId42" Type="http://schemas.openxmlformats.org/officeDocument/2006/relationships/image" Target="../media/image8800.png"/><Relationship Id="rId63" Type="http://schemas.openxmlformats.org/officeDocument/2006/relationships/customXml" Target="../ink/ink2457.xml"/><Relationship Id="rId138" Type="http://schemas.openxmlformats.org/officeDocument/2006/relationships/image" Target="../media/image9280.png"/><Relationship Id="rId159" Type="http://schemas.openxmlformats.org/officeDocument/2006/relationships/customXml" Target="../ink/ink2490.xml"/><Relationship Id="rId170" Type="http://schemas.openxmlformats.org/officeDocument/2006/relationships/image" Target="../media/image9440.png"/><Relationship Id="rId191" Type="http://schemas.openxmlformats.org/officeDocument/2006/relationships/customXml" Target="../ink/ink2506.xml"/><Relationship Id="rId11" Type="http://schemas.openxmlformats.org/officeDocument/2006/relationships/customXml" Target="../ink/ink2431.xml"/><Relationship Id="rId32" Type="http://schemas.openxmlformats.org/officeDocument/2006/relationships/image" Target="../media/image8750.png"/><Relationship Id="rId53" Type="http://schemas.openxmlformats.org/officeDocument/2006/relationships/customXml" Target="../ink/ink2452.xml"/><Relationship Id="rId74" Type="http://schemas.openxmlformats.org/officeDocument/2006/relationships/image" Target="../media/image8960.png"/><Relationship Id="rId128" Type="http://schemas.openxmlformats.org/officeDocument/2006/relationships/image" Target="../media/image9230.png"/><Relationship Id="rId149" Type="http://schemas.openxmlformats.org/officeDocument/2006/relationships/customXml" Target="../ink/ink2485.xml"/><Relationship Id="rId5" Type="http://schemas.openxmlformats.org/officeDocument/2006/relationships/customXml" Target="../ink/ink2428.xml"/><Relationship Id="rId160" Type="http://schemas.openxmlformats.org/officeDocument/2006/relationships/image" Target="../media/image9390.png"/><Relationship Id="rId181" Type="http://schemas.openxmlformats.org/officeDocument/2006/relationships/customXml" Target="../ink/ink2501.xml"/><Relationship Id="rId22" Type="http://schemas.openxmlformats.org/officeDocument/2006/relationships/image" Target="../media/image8700.png"/><Relationship Id="rId43" Type="http://schemas.openxmlformats.org/officeDocument/2006/relationships/customXml" Target="../ink/ink2447.xml"/><Relationship Id="rId64" Type="http://schemas.openxmlformats.org/officeDocument/2006/relationships/image" Target="../media/image8910.png"/><Relationship Id="rId118" Type="http://schemas.openxmlformats.org/officeDocument/2006/relationships/image" Target="../media/image9180.png"/><Relationship Id="rId139" Type="http://schemas.openxmlformats.org/officeDocument/2006/relationships/customXml" Target="../ink/ink2480.xml"/><Relationship Id="rId150" Type="http://schemas.openxmlformats.org/officeDocument/2006/relationships/image" Target="../media/image9340.png"/><Relationship Id="rId171" Type="http://schemas.openxmlformats.org/officeDocument/2006/relationships/customXml" Target="../ink/ink2496.xml"/><Relationship Id="rId192" Type="http://schemas.openxmlformats.org/officeDocument/2006/relationships/image" Target="../media/image9550.png"/><Relationship Id="rId12" Type="http://schemas.openxmlformats.org/officeDocument/2006/relationships/image" Target="../media/image8650.png"/><Relationship Id="rId33" Type="http://schemas.openxmlformats.org/officeDocument/2006/relationships/customXml" Target="../ink/ink2442.xml"/><Relationship Id="rId108" Type="http://schemas.openxmlformats.org/officeDocument/2006/relationships/image" Target="../media/image9130.png"/><Relationship Id="rId129" Type="http://schemas.openxmlformats.org/officeDocument/2006/relationships/customXml" Target="../ink/ink2475.xml"/><Relationship Id="rId54" Type="http://schemas.openxmlformats.org/officeDocument/2006/relationships/image" Target="../media/image8860.png"/><Relationship Id="rId75" Type="http://schemas.openxmlformats.org/officeDocument/2006/relationships/customXml" Target="../ink/ink2463.xml"/><Relationship Id="rId140" Type="http://schemas.openxmlformats.org/officeDocument/2006/relationships/image" Target="../media/image9290.png"/><Relationship Id="rId161" Type="http://schemas.openxmlformats.org/officeDocument/2006/relationships/customXml" Target="../ink/ink2491.xml"/><Relationship Id="rId182" Type="http://schemas.openxmlformats.org/officeDocument/2006/relationships/image" Target="../media/image950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620.png"/><Relationship Id="rId23" Type="http://schemas.openxmlformats.org/officeDocument/2006/relationships/customXml" Target="../ink/ink2437.xml"/><Relationship Id="rId28" Type="http://schemas.openxmlformats.org/officeDocument/2006/relationships/image" Target="../media/image8730.png"/><Relationship Id="rId49" Type="http://schemas.openxmlformats.org/officeDocument/2006/relationships/customXml" Target="../ink/ink2450.xml"/><Relationship Id="rId114" Type="http://schemas.openxmlformats.org/officeDocument/2006/relationships/image" Target="../media/image9160.png"/><Relationship Id="rId119" Type="http://schemas.openxmlformats.org/officeDocument/2006/relationships/customXml" Target="../ink/ink2470.xml"/><Relationship Id="rId44" Type="http://schemas.openxmlformats.org/officeDocument/2006/relationships/image" Target="../media/image8810.png"/><Relationship Id="rId60" Type="http://schemas.openxmlformats.org/officeDocument/2006/relationships/image" Target="../media/image8890.png"/><Relationship Id="rId65" Type="http://schemas.openxmlformats.org/officeDocument/2006/relationships/customXml" Target="../ink/ink2458.xml"/><Relationship Id="rId130" Type="http://schemas.openxmlformats.org/officeDocument/2006/relationships/image" Target="../media/image9240.png"/><Relationship Id="rId135" Type="http://schemas.openxmlformats.org/officeDocument/2006/relationships/customXml" Target="../ink/ink2478.xml"/><Relationship Id="rId151" Type="http://schemas.openxmlformats.org/officeDocument/2006/relationships/customXml" Target="../ink/ink2486.xml"/><Relationship Id="rId156" Type="http://schemas.openxmlformats.org/officeDocument/2006/relationships/image" Target="../media/image9370.png"/><Relationship Id="rId177" Type="http://schemas.openxmlformats.org/officeDocument/2006/relationships/customXml" Target="../ink/ink2499.xml"/><Relationship Id="rId198" Type="http://schemas.openxmlformats.org/officeDocument/2006/relationships/image" Target="../media/image9580.png"/><Relationship Id="rId172" Type="http://schemas.openxmlformats.org/officeDocument/2006/relationships/image" Target="../media/image9450.png"/><Relationship Id="rId193" Type="http://schemas.openxmlformats.org/officeDocument/2006/relationships/customXml" Target="../ink/ink2507.xml"/><Relationship Id="rId202" Type="http://schemas.openxmlformats.org/officeDocument/2006/relationships/image" Target="../media/image9600.png"/><Relationship Id="rId13" Type="http://schemas.openxmlformats.org/officeDocument/2006/relationships/customXml" Target="../ink/ink2432.xml"/><Relationship Id="rId18" Type="http://schemas.openxmlformats.org/officeDocument/2006/relationships/image" Target="../media/image8680.png"/><Relationship Id="rId39" Type="http://schemas.openxmlformats.org/officeDocument/2006/relationships/customXml" Target="../ink/ink2445.xml"/><Relationship Id="rId109" Type="http://schemas.openxmlformats.org/officeDocument/2006/relationships/customXml" Target="../ink/ink2465.xml"/><Relationship Id="rId34" Type="http://schemas.openxmlformats.org/officeDocument/2006/relationships/image" Target="../media/image8760.png"/><Relationship Id="rId50" Type="http://schemas.openxmlformats.org/officeDocument/2006/relationships/image" Target="../media/image8840.png"/><Relationship Id="rId55" Type="http://schemas.openxmlformats.org/officeDocument/2006/relationships/customXml" Target="../ink/ink2453.xml"/><Relationship Id="rId76" Type="http://schemas.openxmlformats.org/officeDocument/2006/relationships/image" Target="../media/image8970.png"/><Relationship Id="rId120" Type="http://schemas.openxmlformats.org/officeDocument/2006/relationships/image" Target="../media/image9190.png"/><Relationship Id="rId125" Type="http://schemas.openxmlformats.org/officeDocument/2006/relationships/customXml" Target="../ink/ink2473.xml"/><Relationship Id="rId141" Type="http://schemas.openxmlformats.org/officeDocument/2006/relationships/customXml" Target="../ink/ink2481.xml"/><Relationship Id="rId146" Type="http://schemas.openxmlformats.org/officeDocument/2006/relationships/image" Target="../media/image9320.png"/><Relationship Id="rId167" Type="http://schemas.openxmlformats.org/officeDocument/2006/relationships/customXml" Target="../ink/ink2494.xml"/><Relationship Id="rId188" Type="http://schemas.openxmlformats.org/officeDocument/2006/relationships/image" Target="../media/image9530.png"/><Relationship Id="rId7" Type="http://schemas.openxmlformats.org/officeDocument/2006/relationships/customXml" Target="../ink/ink2429.xml"/><Relationship Id="rId71" Type="http://schemas.openxmlformats.org/officeDocument/2006/relationships/customXml" Target="../ink/ink2461.xml"/><Relationship Id="rId162" Type="http://schemas.openxmlformats.org/officeDocument/2006/relationships/image" Target="../media/image9400.png"/><Relationship Id="rId183" Type="http://schemas.openxmlformats.org/officeDocument/2006/relationships/customXml" Target="../ink/ink2502.xml"/><Relationship Id="rId2" Type="http://schemas.openxmlformats.org/officeDocument/2006/relationships/image" Target="../media/image1497.png"/><Relationship Id="rId29" Type="http://schemas.openxmlformats.org/officeDocument/2006/relationships/customXml" Target="../ink/ink2440.xml"/><Relationship Id="rId24" Type="http://schemas.openxmlformats.org/officeDocument/2006/relationships/image" Target="../media/image8710.png"/><Relationship Id="rId40" Type="http://schemas.openxmlformats.org/officeDocument/2006/relationships/image" Target="../media/image8790.png"/><Relationship Id="rId45" Type="http://schemas.openxmlformats.org/officeDocument/2006/relationships/customXml" Target="../ink/ink2448.xml"/><Relationship Id="rId66" Type="http://schemas.openxmlformats.org/officeDocument/2006/relationships/image" Target="../media/image8920.png"/><Relationship Id="rId110" Type="http://schemas.openxmlformats.org/officeDocument/2006/relationships/image" Target="../media/image9140.png"/><Relationship Id="rId115" Type="http://schemas.openxmlformats.org/officeDocument/2006/relationships/customXml" Target="../ink/ink2468.xml"/><Relationship Id="rId131" Type="http://schemas.openxmlformats.org/officeDocument/2006/relationships/customXml" Target="../ink/ink2476.xml"/><Relationship Id="rId136" Type="http://schemas.openxmlformats.org/officeDocument/2006/relationships/image" Target="../media/image9270.png"/><Relationship Id="rId157" Type="http://schemas.openxmlformats.org/officeDocument/2006/relationships/customXml" Target="../ink/ink2489.xml"/><Relationship Id="rId178" Type="http://schemas.openxmlformats.org/officeDocument/2006/relationships/image" Target="../media/image9480.png"/><Relationship Id="rId61" Type="http://schemas.openxmlformats.org/officeDocument/2006/relationships/customXml" Target="../ink/ink2456.xml"/><Relationship Id="rId152" Type="http://schemas.openxmlformats.org/officeDocument/2006/relationships/image" Target="../media/image9350.png"/><Relationship Id="rId173" Type="http://schemas.openxmlformats.org/officeDocument/2006/relationships/customXml" Target="../ink/ink2497.xml"/><Relationship Id="rId194" Type="http://schemas.openxmlformats.org/officeDocument/2006/relationships/image" Target="../media/image9560.png"/><Relationship Id="rId199" Type="http://schemas.openxmlformats.org/officeDocument/2006/relationships/customXml" Target="../ink/ink2510.xml"/><Relationship Id="rId203" Type="http://schemas.openxmlformats.org/officeDocument/2006/relationships/customXml" Target="../ink/ink2512.xml"/><Relationship Id="rId19" Type="http://schemas.openxmlformats.org/officeDocument/2006/relationships/customXml" Target="../ink/ink2435.xml"/><Relationship Id="rId14" Type="http://schemas.openxmlformats.org/officeDocument/2006/relationships/image" Target="../media/image8660.png"/><Relationship Id="rId30" Type="http://schemas.openxmlformats.org/officeDocument/2006/relationships/image" Target="../media/image8740.png"/><Relationship Id="rId35" Type="http://schemas.openxmlformats.org/officeDocument/2006/relationships/customXml" Target="../ink/ink2443.xml"/><Relationship Id="rId56" Type="http://schemas.openxmlformats.org/officeDocument/2006/relationships/image" Target="../media/image8870.png"/><Relationship Id="rId77" Type="http://schemas.openxmlformats.org/officeDocument/2006/relationships/customXml" Target="../ink/ink2464.xml"/><Relationship Id="rId126" Type="http://schemas.openxmlformats.org/officeDocument/2006/relationships/image" Target="../media/image9220.png"/><Relationship Id="rId147" Type="http://schemas.openxmlformats.org/officeDocument/2006/relationships/customXml" Target="../ink/ink2484.xml"/><Relationship Id="rId168" Type="http://schemas.openxmlformats.org/officeDocument/2006/relationships/image" Target="../media/image9430.png"/><Relationship Id="rId8" Type="http://schemas.openxmlformats.org/officeDocument/2006/relationships/image" Target="../media/image8630.png"/><Relationship Id="rId51" Type="http://schemas.openxmlformats.org/officeDocument/2006/relationships/customXml" Target="../ink/ink2451.xml"/><Relationship Id="rId72" Type="http://schemas.openxmlformats.org/officeDocument/2006/relationships/image" Target="../media/image8950.png"/><Relationship Id="rId121" Type="http://schemas.openxmlformats.org/officeDocument/2006/relationships/customXml" Target="../ink/ink2471.xml"/><Relationship Id="rId142" Type="http://schemas.openxmlformats.org/officeDocument/2006/relationships/image" Target="../media/image9300.png"/><Relationship Id="rId163" Type="http://schemas.openxmlformats.org/officeDocument/2006/relationships/customXml" Target="../ink/ink2492.xml"/><Relationship Id="rId184" Type="http://schemas.openxmlformats.org/officeDocument/2006/relationships/image" Target="../media/image9510.png"/><Relationship Id="rId189" Type="http://schemas.openxmlformats.org/officeDocument/2006/relationships/customXml" Target="../ink/ink2505.xml"/><Relationship Id="rId3" Type="http://schemas.openxmlformats.org/officeDocument/2006/relationships/image" Target="../media/image1498.png"/><Relationship Id="rId25" Type="http://schemas.openxmlformats.org/officeDocument/2006/relationships/customXml" Target="../ink/ink2438.xml"/><Relationship Id="rId46" Type="http://schemas.openxmlformats.org/officeDocument/2006/relationships/image" Target="../media/image8820.png"/><Relationship Id="rId67" Type="http://schemas.openxmlformats.org/officeDocument/2006/relationships/customXml" Target="../ink/ink2459.xml"/><Relationship Id="rId116" Type="http://schemas.openxmlformats.org/officeDocument/2006/relationships/image" Target="../media/image9170.png"/><Relationship Id="rId137" Type="http://schemas.openxmlformats.org/officeDocument/2006/relationships/customXml" Target="../ink/ink2479.xml"/><Relationship Id="rId158" Type="http://schemas.openxmlformats.org/officeDocument/2006/relationships/image" Target="../media/image9380.png"/><Relationship Id="rId20" Type="http://schemas.openxmlformats.org/officeDocument/2006/relationships/image" Target="../media/image8690.png"/><Relationship Id="rId41" Type="http://schemas.openxmlformats.org/officeDocument/2006/relationships/customXml" Target="../ink/ink2446.xml"/><Relationship Id="rId62" Type="http://schemas.openxmlformats.org/officeDocument/2006/relationships/image" Target="../media/image8900.png"/><Relationship Id="rId111" Type="http://schemas.openxmlformats.org/officeDocument/2006/relationships/customXml" Target="../ink/ink2466.xml"/><Relationship Id="rId132" Type="http://schemas.openxmlformats.org/officeDocument/2006/relationships/image" Target="../media/image9250.png"/><Relationship Id="rId153" Type="http://schemas.openxmlformats.org/officeDocument/2006/relationships/customXml" Target="../ink/ink2487.xml"/><Relationship Id="rId174" Type="http://schemas.openxmlformats.org/officeDocument/2006/relationships/image" Target="../media/image9460.png"/><Relationship Id="rId179" Type="http://schemas.openxmlformats.org/officeDocument/2006/relationships/customXml" Target="../ink/ink2500.xml"/><Relationship Id="rId195" Type="http://schemas.openxmlformats.org/officeDocument/2006/relationships/customXml" Target="../ink/ink2508.xml"/><Relationship Id="rId190" Type="http://schemas.openxmlformats.org/officeDocument/2006/relationships/image" Target="../media/image9540.png"/><Relationship Id="rId204" Type="http://schemas.openxmlformats.org/officeDocument/2006/relationships/image" Target="../media/image9610.png"/><Relationship Id="rId15" Type="http://schemas.openxmlformats.org/officeDocument/2006/relationships/customXml" Target="../ink/ink2433.xml"/><Relationship Id="rId36" Type="http://schemas.openxmlformats.org/officeDocument/2006/relationships/image" Target="../media/image8770.png"/><Relationship Id="rId57" Type="http://schemas.openxmlformats.org/officeDocument/2006/relationships/customXml" Target="../ink/ink2454.xml"/><Relationship Id="rId127" Type="http://schemas.openxmlformats.org/officeDocument/2006/relationships/customXml" Target="../ink/ink2474.xml"/><Relationship Id="rId10" Type="http://schemas.openxmlformats.org/officeDocument/2006/relationships/image" Target="../media/image8640.png"/><Relationship Id="rId31" Type="http://schemas.openxmlformats.org/officeDocument/2006/relationships/customXml" Target="../ink/ink2441.xml"/><Relationship Id="rId52" Type="http://schemas.openxmlformats.org/officeDocument/2006/relationships/image" Target="../media/image8850.png"/><Relationship Id="rId73" Type="http://schemas.openxmlformats.org/officeDocument/2006/relationships/customXml" Target="../ink/ink2462.xml"/><Relationship Id="rId122" Type="http://schemas.openxmlformats.org/officeDocument/2006/relationships/image" Target="../media/image9200.png"/><Relationship Id="rId143" Type="http://schemas.openxmlformats.org/officeDocument/2006/relationships/customXml" Target="../ink/ink2482.xml"/><Relationship Id="rId148" Type="http://schemas.openxmlformats.org/officeDocument/2006/relationships/image" Target="../media/image9330.png"/><Relationship Id="rId164" Type="http://schemas.openxmlformats.org/officeDocument/2006/relationships/image" Target="../media/image9410.png"/><Relationship Id="rId169" Type="http://schemas.openxmlformats.org/officeDocument/2006/relationships/customXml" Target="../ink/ink2495.xml"/><Relationship Id="rId185" Type="http://schemas.openxmlformats.org/officeDocument/2006/relationships/customXml" Target="../ink/ink2503.xml"/><Relationship Id="rId4" Type="http://schemas.openxmlformats.org/officeDocument/2006/relationships/image" Target="../media/image1499.png"/><Relationship Id="rId9" Type="http://schemas.openxmlformats.org/officeDocument/2006/relationships/customXml" Target="../ink/ink2430.xml"/><Relationship Id="rId180" Type="http://schemas.openxmlformats.org/officeDocument/2006/relationships/image" Target="../media/image9490.png"/><Relationship Id="rId26" Type="http://schemas.openxmlformats.org/officeDocument/2006/relationships/image" Target="../media/image8720.png"/><Relationship Id="rId47" Type="http://schemas.openxmlformats.org/officeDocument/2006/relationships/customXml" Target="../ink/ink2449.xml"/><Relationship Id="rId68" Type="http://schemas.openxmlformats.org/officeDocument/2006/relationships/image" Target="../media/image8930.png"/><Relationship Id="rId112" Type="http://schemas.openxmlformats.org/officeDocument/2006/relationships/image" Target="../media/image9150.png"/><Relationship Id="rId133" Type="http://schemas.openxmlformats.org/officeDocument/2006/relationships/customXml" Target="../ink/ink2477.xml"/><Relationship Id="rId154" Type="http://schemas.openxmlformats.org/officeDocument/2006/relationships/image" Target="../media/image9360.png"/><Relationship Id="rId175" Type="http://schemas.openxmlformats.org/officeDocument/2006/relationships/customXml" Target="../ink/ink2498.xml"/><Relationship Id="rId196" Type="http://schemas.openxmlformats.org/officeDocument/2006/relationships/image" Target="../media/image9570.png"/><Relationship Id="rId200" Type="http://schemas.openxmlformats.org/officeDocument/2006/relationships/image" Target="../media/image9590.png"/><Relationship Id="rId16" Type="http://schemas.openxmlformats.org/officeDocument/2006/relationships/image" Target="../media/image8670.png"/><Relationship Id="rId37" Type="http://schemas.openxmlformats.org/officeDocument/2006/relationships/customXml" Target="../ink/ink2444.xml"/><Relationship Id="rId58" Type="http://schemas.openxmlformats.org/officeDocument/2006/relationships/image" Target="../media/image8880.png"/><Relationship Id="rId123" Type="http://schemas.openxmlformats.org/officeDocument/2006/relationships/customXml" Target="../ink/ink2472.xml"/><Relationship Id="rId144" Type="http://schemas.openxmlformats.org/officeDocument/2006/relationships/image" Target="../media/image9310.png"/><Relationship Id="rId165" Type="http://schemas.openxmlformats.org/officeDocument/2006/relationships/customXml" Target="../ink/ink2493.xml"/><Relationship Id="rId186" Type="http://schemas.openxmlformats.org/officeDocument/2006/relationships/image" Target="../media/image9520.png"/><Relationship Id="rId27" Type="http://schemas.openxmlformats.org/officeDocument/2006/relationships/customXml" Target="../ink/ink2439.xml"/><Relationship Id="rId48" Type="http://schemas.openxmlformats.org/officeDocument/2006/relationships/image" Target="../media/image8830.png"/><Relationship Id="rId69" Type="http://schemas.openxmlformats.org/officeDocument/2006/relationships/customXml" Target="../ink/ink2460.xml"/><Relationship Id="rId113" Type="http://schemas.openxmlformats.org/officeDocument/2006/relationships/customXml" Target="../ink/ink2467.xml"/><Relationship Id="rId134" Type="http://schemas.openxmlformats.org/officeDocument/2006/relationships/image" Target="../media/image9260.png"/><Relationship Id="rId155" Type="http://schemas.openxmlformats.org/officeDocument/2006/relationships/customXml" Target="../ink/ink2488.xml"/><Relationship Id="rId176" Type="http://schemas.openxmlformats.org/officeDocument/2006/relationships/image" Target="../media/image9470.png"/><Relationship Id="rId197" Type="http://schemas.openxmlformats.org/officeDocument/2006/relationships/customXml" Target="../ink/ink2509.xml"/><Relationship Id="rId201" Type="http://schemas.openxmlformats.org/officeDocument/2006/relationships/customXml" Target="../ink/ink2511.xml"/><Relationship Id="rId17" Type="http://schemas.openxmlformats.org/officeDocument/2006/relationships/customXml" Target="../ink/ink2434.xml"/><Relationship Id="rId38" Type="http://schemas.openxmlformats.org/officeDocument/2006/relationships/image" Target="../media/image8780.png"/><Relationship Id="rId59" Type="http://schemas.openxmlformats.org/officeDocument/2006/relationships/customXml" Target="../ink/ink2455.xml"/><Relationship Id="rId124" Type="http://schemas.openxmlformats.org/officeDocument/2006/relationships/image" Target="../media/image9210.png"/><Relationship Id="rId70" Type="http://schemas.openxmlformats.org/officeDocument/2006/relationships/image" Target="../media/image8940.png"/><Relationship Id="rId145" Type="http://schemas.openxmlformats.org/officeDocument/2006/relationships/customXml" Target="../ink/ink2483.xml"/><Relationship Id="rId166" Type="http://schemas.openxmlformats.org/officeDocument/2006/relationships/image" Target="../media/image9420.png"/><Relationship Id="rId187" Type="http://schemas.openxmlformats.org/officeDocument/2006/relationships/customXml" Target="../ink/ink2504.xml"/></Relationships>
</file>

<file path=ppt/slides/_rels/slide30.xml.rels><?xml version="1.0" encoding="UTF-8" standalone="yes"?>
<Relationships xmlns="http://schemas.openxmlformats.org/package/2006/relationships"><Relationship Id="rId13" Type="http://schemas.openxmlformats.org/officeDocument/2006/relationships/customXml" Target="../ink/ink2517.xml"/><Relationship Id="rId18" Type="http://schemas.openxmlformats.org/officeDocument/2006/relationships/image" Target="../media/image9690.png"/><Relationship Id="rId26" Type="http://schemas.openxmlformats.org/officeDocument/2006/relationships/image" Target="../media/image9730.png"/><Relationship Id="rId39" Type="http://schemas.openxmlformats.org/officeDocument/2006/relationships/customXml" Target="../ink/ink2530.xml"/><Relationship Id="rId21" Type="http://schemas.openxmlformats.org/officeDocument/2006/relationships/customXml" Target="../ink/ink2521.xml"/><Relationship Id="rId34" Type="http://schemas.openxmlformats.org/officeDocument/2006/relationships/image" Target="../media/image9770.png"/><Relationship Id="rId42" Type="http://schemas.openxmlformats.org/officeDocument/2006/relationships/image" Target="../media/image9810.png"/><Relationship Id="rId47" Type="http://schemas.openxmlformats.org/officeDocument/2006/relationships/customXml" Target="../ink/ink2534.xml"/><Relationship Id="rId50" Type="http://schemas.openxmlformats.org/officeDocument/2006/relationships/image" Target="../media/image9850.png"/><Relationship Id="rId7" Type="http://schemas.openxmlformats.org/officeDocument/2006/relationships/customXml" Target="../ink/ink2514.xml"/><Relationship Id="rId2" Type="http://schemas.openxmlformats.org/officeDocument/2006/relationships/image" Target="../media/image1497.png"/><Relationship Id="rId16" Type="http://schemas.openxmlformats.org/officeDocument/2006/relationships/image" Target="../media/image9680.png"/><Relationship Id="rId29" Type="http://schemas.openxmlformats.org/officeDocument/2006/relationships/customXml" Target="../ink/ink2525.xml"/><Relationship Id="rId11" Type="http://schemas.openxmlformats.org/officeDocument/2006/relationships/customXml" Target="../ink/ink2516.xml"/><Relationship Id="rId24" Type="http://schemas.openxmlformats.org/officeDocument/2006/relationships/image" Target="../media/image9720.png"/><Relationship Id="rId32" Type="http://schemas.openxmlformats.org/officeDocument/2006/relationships/image" Target="../media/image9760.png"/><Relationship Id="rId37" Type="http://schemas.openxmlformats.org/officeDocument/2006/relationships/customXml" Target="../ink/ink2529.xml"/><Relationship Id="rId40" Type="http://schemas.openxmlformats.org/officeDocument/2006/relationships/image" Target="../media/image9800.png"/><Relationship Id="rId45" Type="http://schemas.openxmlformats.org/officeDocument/2006/relationships/customXml" Target="../ink/ink2533.xml"/><Relationship Id="rId53" Type="http://schemas.openxmlformats.org/officeDocument/2006/relationships/customXml" Target="../ink/ink2537.xml"/><Relationship Id="rId5" Type="http://schemas.openxmlformats.org/officeDocument/2006/relationships/customXml" Target="../ink/ink2513.xml"/><Relationship Id="rId10" Type="http://schemas.openxmlformats.org/officeDocument/2006/relationships/image" Target="../media/image9650.png"/><Relationship Id="rId19" Type="http://schemas.openxmlformats.org/officeDocument/2006/relationships/customXml" Target="../ink/ink2520.xml"/><Relationship Id="rId31" Type="http://schemas.openxmlformats.org/officeDocument/2006/relationships/customXml" Target="../ink/ink2526.xml"/><Relationship Id="rId44" Type="http://schemas.openxmlformats.org/officeDocument/2006/relationships/image" Target="../media/image9820.png"/><Relationship Id="rId52" Type="http://schemas.openxmlformats.org/officeDocument/2006/relationships/image" Target="../media/image9860.png"/><Relationship Id="rId4" Type="http://schemas.openxmlformats.org/officeDocument/2006/relationships/image" Target="../media/image1500.png"/><Relationship Id="rId9" Type="http://schemas.openxmlformats.org/officeDocument/2006/relationships/customXml" Target="../ink/ink2515.xml"/><Relationship Id="rId14" Type="http://schemas.openxmlformats.org/officeDocument/2006/relationships/image" Target="../media/image9670.png"/><Relationship Id="rId22" Type="http://schemas.openxmlformats.org/officeDocument/2006/relationships/image" Target="../media/image9710.png"/><Relationship Id="rId27" Type="http://schemas.openxmlformats.org/officeDocument/2006/relationships/customXml" Target="../ink/ink2524.xml"/><Relationship Id="rId30" Type="http://schemas.openxmlformats.org/officeDocument/2006/relationships/image" Target="../media/image9750.png"/><Relationship Id="rId35" Type="http://schemas.openxmlformats.org/officeDocument/2006/relationships/customXml" Target="../ink/ink2528.xml"/><Relationship Id="rId43" Type="http://schemas.openxmlformats.org/officeDocument/2006/relationships/customXml" Target="../ink/ink2532.xml"/><Relationship Id="rId48" Type="http://schemas.openxmlformats.org/officeDocument/2006/relationships/image" Target="../media/image9840.png"/><Relationship Id="rId8" Type="http://schemas.openxmlformats.org/officeDocument/2006/relationships/image" Target="../media/image9640.png"/><Relationship Id="rId51" Type="http://schemas.openxmlformats.org/officeDocument/2006/relationships/customXml" Target="../ink/ink2536.xml"/><Relationship Id="rId3" Type="http://schemas.openxmlformats.org/officeDocument/2006/relationships/image" Target="../media/image1499.png"/><Relationship Id="rId12" Type="http://schemas.openxmlformats.org/officeDocument/2006/relationships/image" Target="../media/image9660.png"/><Relationship Id="rId17" Type="http://schemas.openxmlformats.org/officeDocument/2006/relationships/customXml" Target="../ink/ink2519.xml"/><Relationship Id="rId25" Type="http://schemas.openxmlformats.org/officeDocument/2006/relationships/customXml" Target="../ink/ink2523.xml"/><Relationship Id="rId33" Type="http://schemas.openxmlformats.org/officeDocument/2006/relationships/customXml" Target="../ink/ink2527.xml"/><Relationship Id="rId38" Type="http://schemas.openxmlformats.org/officeDocument/2006/relationships/image" Target="../media/image9790.png"/><Relationship Id="rId46" Type="http://schemas.openxmlformats.org/officeDocument/2006/relationships/image" Target="../media/image9830.png"/><Relationship Id="rId20" Type="http://schemas.openxmlformats.org/officeDocument/2006/relationships/image" Target="../media/image9700.png"/><Relationship Id="rId41" Type="http://schemas.openxmlformats.org/officeDocument/2006/relationships/customXml" Target="../ink/ink2531.xml"/><Relationship Id="rId54" Type="http://schemas.openxmlformats.org/officeDocument/2006/relationships/image" Target="../media/image987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630.png"/><Relationship Id="rId15" Type="http://schemas.openxmlformats.org/officeDocument/2006/relationships/customXml" Target="../ink/ink2518.xml"/><Relationship Id="rId23" Type="http://schemas.openxmlformats.org/officeDocument/2006/relationships/customXml" Target="../ink/ink2522.xml"/><Relationship Id="rId28" Type="http://schemas.openxmlformats.org/officeDocument/2006/relationships/image" Target="../media/image9740.png"/><Relationship Id="rId36" Type="http://schemas.openxmlformats.org/officeDocument/2006/relationships/image" Target="../media/image9780.png"/><Relationship Id="rId49" Type="http://schemas.openxmlformats.org/officeDocument/2006/relationships/customXml" Target="../ink/ink2535.xml"/></Relationships>
</file>

<file path=ppt/slides/_rels/slide31.xml.rels><?xml version="1.0" encoding="UTF-8" standalone="yes"?>
<Relationships xmlns="http://schemas.openxmlformats.org/package/2006/relationships"><Relationship Id="rId13" Type="http://schemas.openxmlformats.org/officeDocument/2006/relationships/customXml" Target="../ink/ink2542.xml"/><Relationship Id="rId18" Type="http://schemas.openxmlformats.org/officeDocument/2006/relationships/image" Target="../media/image9950.png"/><Relationship Id="rId26" Type="http://schemas.openxmlformats.org/officeDocument/2006/relationships/image" Target="../media/image9990.png"/><Relationship Id="rId39" Type="http://schemas.openxmlformats.org/officeDocument/2006/relationships/customXml" Target="../ink/ink2555.xml"/><Relationship Id="rId21" Type="http://schemas.openxmlformats.org/officeDocument/2006/relationships/customXml" Target="../ink/ink2546.xml"/><Relationship Id="rId34" Type="http://schemas.openxmlformats.org/officeDocument/2006/relationships/image" Target="../media/image10030.png"/><Relationship Id="rId42" Type="http://schemas.openxmlformats.org/officeDocument/2006/relationships/image" Target="../media/image10070.png"/><Relationship Id="rId47" Type="http://schemas.openxmlformats.org/officeDocument/2006/relationships/customXml" Target="../ink/ink2559.xml"/><Relationship Id="rId50" Type="http://schemas.openxmlformats.org/officeDocument/2006/relationships/image" Target="../media/image10110.png"/><Relationship Id="rId7" Type="http://schemas.openxmlformats.org/officeDocument/2006/relationships/customXml" Target="../ink/ink2539.xml"/><Relationship Id="rId2" Type="http://schemas.openxmlformats.org/officeDocument/2006/relationships/image" Target="../media/image1497.png"/><Relationship Id="rId16" Type="http://schemas.openxmlformats.org/officeDocument/2006/relationships/image" Target="../media/image9940.png"/><Relationship Id="rId29" Type="http://schemas.openxmlformats.org/officeDocument/2006/relationships/customXml" Target="../ink/ink2550.xml"/><Relationship Id="rId11" Type="http://schemas.openxmlformats.org/officeDocument/2006/relationships/customXml" Target="../ink/ink2541.xml"/><Relationship Id="rId24" Type="http://schemas.openxmlformats.org/officeDocument/2006/relationships/image" Target="../media/image9980.png"/><Relationship Id="rId32" Type="http://schemas.openxmlformats.org/officeDocument/2006/relationships/image" Target="../media/image10020.png"/><Relationship Id="rId37" Type="http://schemas.openxmlformats.org/officeDocument/2006/relationships/customXml" Target="../ink/ink2554.xml"/><Relationship Id="rId40" Type="http://schemas.openxmlformats.org/officeDocument/2006/relationships/image" Target="../media/image10060.png"/><Relationship Id="rId45" Type="http://schemas.openxmlformats.org/officeDocument/2006/relationships/customXml" Target="../ink/ink2558.xml"/><Relationship Id="rId5" Type="http://schemas.openxmlformats.org/officeDocument/2006/relationships/customXml" Target="../ink/ink2538.xml"/><Relationship Id="rId15" Type="http://schemas.openxmlformats.org/officeDocument/2006/relationships/customXml" Target="../ink/ink2543.xml"/><Relationship Id="rId23" Type="http://schemas.openxmlformats.org/officeDocument/2006/relationships/customXml" Target="../ink/ink2547.xml"/><Relationship Id="rId28" Type="http://schemas.openxmlformats.org/officeDocument/2006/relationships/image" Target="../media/image10000.png"/><Relationship Id="rId36" Type="http://schemas.openxmlformats.org/officeDocument/2006/relationships/image" Target="../media/image10040.png"/><Relationship Id="rId49" Type="http://schemas.openxmlformats.org/officeDocument/2006/relationships/customXml" Target="../ink/ink2560.xml"/><Relationship Id="rId10" Type="http://schemas.openxmlformats.org/officeDocument/2006/relationships/image" Target="../media/image9910.png"/><Relationship Id="rId19" Type="http://schemas.openxmlformats.org/officeDocument/2006/relationships/customXml" Target="../ink/ink2545.xml"/><Relationship Id="rId31" Type="http://schemas.openxmlformats.org/officeDocument/2006/relationships/customXml" Target="../ink/ink2551.xml"/><Relationship Id="rId44" Type="http://schemas.openxmlformats.org/officeDocument/2006/relationships/image" Target="../media/image10080.png"/><Relationship Id="rId4" Type="http://schemas.openxmlformats.org/officeDocument/2006/relationships/image" Target="../media/image1501.png"/><Relationship Id="rId9" Type="http://schemas.openxmlformats.org/officeDocument/2006/relationships/customXml" Target="../ink/ink2540.xml"/><Relationship Id="rId14" Type="http://schemas.openxmlformats.org/officeDocument/2006/relationships/image" Target="../media/image9930.png"/><Relationship Id="rId22" Type="http://schemas.openxmlformats.org/officeDocument/2006/relationships/image" Target="../media/image9970.png"/><Relationship Id="rId27" Type="http://schemas.openxmlformats.org/officeDocument/2006/relationships/customXml" Target="../ink/ink2549.xml"/><Relationship Id="rId30" Type="http://schemas.openxmlformats.org/officeDocument/2006/relationships/image" Target="../media/image10010.png"/><Relationship Id="rId35" Type="http://schemas.openxmlformats.org/officeDocument/2006/relationships/customXml" Target="../ink/ink2553.xml"/><Relationship Id="rId43" Type="http://schemas.openxmlformats.org/officeDocument/2006/relationships/customXml" Target="../ink/ink2557.xml"/><Relationship Id="rId48" Type="http://schemas.openxmlformats.org/officeDocument/2006/relationships/image" Target="../media/image10101.png"/><Relationship Id="rId8" Type="http://schemas.openxmlformats.org/officeDocument/2006/relationships/image" Target="../media/image9900.png"/><Relationship Id="rId3" Type="http://schemas.openxmlformats.org/officeDocument/2006/relationships/image" Target="../media/image1499.png"/><Relationship Id="rId12" Type="http://schemas.openxmlformats.org/officeDocument/2006/relationships/image" Target="../media/image9920.png"/><Relationship Id="rId17" Type="http://schemas.openxmlformats.org/officeDocument/2006/relationships/customXml" Target="../ink/ink2544.xml"/><Relationship Id="rId25" Type="http://schemas.openxmlformats.org/officeDocument/2006/relationships/customXml" Target="../ink/ink2548.xml"/><Relationship Id="rId33" Type="http://schemas.openxmlformats.org/officeDocument/2006/relationships/customXml" Target="../ink/ink2552.xml"/><Relationship Id="rId38" Type="http://schemas.openxmlformats.org/officeDocument/2006/relationships/image" Target="../media/image10050.png"/><Relationship Id="rId46" Type="http://schemas.openxmlformats.org/officeDocument/2006/relationships/image" Target="../media/image10090.png"/><Relationship Id="rId20" Type="http://schemas.openxmlformats.org/officeDocument/2006/relationships/image" Target="../media/image9960.png"/><Relationship Id="rId41" Type="http://schemas.openxmlformats.org/officeDocument/2006/relationships/customXml" Target="../ink/ink255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890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2.wmf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2618.xml"/><Relationship Id="rId21" Type="http://schemas.openxmlformats.org/officeDocument/2006/relationships/customXml" Target="../ink/ink2570.xml"/><Relationship Id="rId42" Type="http://schemas.openxmlformats.org/officeDocument/2006/relationships/image" Target="../media/image10320.png"/><Relationship Id="rId63" Type="http://schemas.openxmlformats.org/officeDocument/2006/relationships/customXml" Target="../ink/ink2591.xml"/><Relationship Id="rId84" Type="http://schemas.openxmlformats.org/officeDocument/2006/relationships/image" Target="../media/image10530.png"/><Relationship Id="rId138" Type="http://schemas.openxmlformats.org/officeDocument/2006/relationships/image" Target="../media/image10800.png"/><Relationship Id="rId159" Type="http://schemas.openxmlformats.org/officeDocument/2006/relationships/customXml" Target="../ink/ink2639.xml"/><Relationship Id="rId170" Type="http://schemas.openxmlformats.org/officeDocument/2006/relationships/image" Target="../media/image10960.png"/><Relationship Id="rId191" Type="http://schemas.openxmlformats.org/officeDocument/2006/relationships/customXml" Target="../ink/ink2655.xml"/><Relationship Id="rId205" Type="http://schemas.openxmlformats.org/officeDocument/2006/relationships/customXml" Target="../ink/ink2662.xml"/><Relationship Id="rId226" Type="http://schemas.openxmlformats.org/officeDocument/2006/relationships/image" Target="../media/image11240.png"/><Relationship Id="rId247" Type="http://schemas.openxmlformats.org/officeDocument/2006/relationships/customXml" Target="../ink/ink2683.xml"/><Relationship Id="rId107" Type="http://schemas.openxmlformats.org/officeDocument/2006/relationships/customXml" Target="../ink/ink2613.xml"/><Relationship Id="rId11" Type="http://schemas.openxmlformats.org/officeDocument/2006/relationships/customXml" Target="../ink/ink2565.xml"/><Relationship Id="rId32" Type="http://schemas.openxmlformats.org/officeDocument/2006/relationships/image" Target="../media/image10270.png"/><Relationship Id="rId53" Type="http://schemas.openxmlformats.org/officeDocument/2006/relationships/customXml" Target="../ink/ink2586.xml"/><Relationship Id="rId74" Type="http://schemas.openxmlformats.org/officeDocument/2006/relationships/image" Target="../media/image10480.png"/><Relationship Id="rId128" Type="http://schemas.openxmlformats.org/officeDocument/2006/relationships/image" Target="../media/image10750.png"/><Relationship Id="rId149" Type="http://schemas.openxmlformats.org/officeDocument/2006/relationships/customXml" Target="../ink/ink2634.xml"/><Relationship Id="rId5" Type="http://schemas.openxmlformats.org/officeDocument/2006/relationships/customXml" Target="../ink/ink2562.xml"/><Relationship Id="rId95" Type="http://schemas.openxmlformats.org/officeDocument/2006/relationships/customXml" Target="../ink/ink2607.xml"/><Relationship Id="rId160" Type="http://schemas.openxmlformats.org/officeDocument/2006/relationships/image" Target="../media/image10910.png"/><Relationship Id="rId181" Type="http://schemas.openxmlformats.org/officeDocument/2006/relationships/customXml" Target="../ink/ink2650.xml"/><Relationship Id="rId216" Type="http://schemas.openxmlformats.org/officeDocument/2006/relationships/image" Target="../media/image11190.png"/><Relationship Id="rId237" Type="http://schemas.openxmlformats.org/officeDocument/2006/relationships/customXml" Target="../ink/ink2678.xml"/><Relationship Id="rId258" Type="http://schemas.openxmlformats.org/officeDocument/2006/relationships/image" Target="../media/image11400.png"/><Relationship Id="rId22" Type="http://schemas.openxmlformats.org/officeDocument/2006/relationships/image" Target="../media/image10220.png"/><Relationship Id="rId43" Type="http://schemas.openxmlformats.org/officeDocument/2006/relationships/customXml" Target="../ink/ink2581.xml"/><Relationship Id="rId64" Type="http://schemas.openxmlformats.org/officeDocument/2006/relationships/image" Target="../media/image10430.png"/><Relationship Id="rId118" Type="http://schemas.openxmlformats.org/officeDocument/2006/relationships/image" Target="../media/image10700.png"/><Relationship Id="rId139" Type="http://schemas.openxmlformats.org/officeDocument/2006/relationships/customXml" Target="../ink/ink2629.xml"/><Relationship Id="rId85" Type="http://schemas.openxmlformats.org/officeDocument/2006/relationships/customXml" Target="../ink/ink2602.xml"/><Relationship Id="rId150" Type="http://schemas.openxmlformats.org/officeDocument/2006/relationships/image" Target="../media/image10860.png"/><Relationship Id="rId171" Type="http://schemas.openxmlformats.org/officeDocument/2006/relationships/customXml" Target="../ink/ink2645.xml"/><Relationship Id="rId192" Type="http://schemas.openxmlformats.org/officeDocument/2006/relationships/image" Target="../media/image11070.png"/><Relationship Id="rId206" Type="http://schemas.openxmlformats.org/officeDocument/2006/relationships/image" Target="../media/image11140.png"/><Relationship Id="rId227" Type="http://schemas.openxmlformats.org/officeDocument/2006/relationships/customXml" Target="../ink/ink2673.xml"/><Relationship Id="rId248" Type="http://schemas.openxmlformats.org/officeDocument/2006/relationships/image" Target="../media/image11350.png"/><Relationship Id="rId12" Type="http://schemas.openxmlformats.org/officeDocument/2006/relationships/image" Target="../media/image10170.png"/><Relationship Id="rId33" Type="http://schemas.openxmlformats.org/officeDocument/2006/relationships/customXml" Target="../ink/ink2576.xml"/><Relationship Id="rId108" Type="http://schemas.openxmlformats.org/officeDocument/2006/relationships/image" Target="../media/image10650.png"/><Relationship Id="rId129" Type="http://schemas.openxmlformats.org/officeDocument/2006/relationships/customXml" Target="../ink/ink2624.xml"/><Relationship Id="rId54" Type="http://schemas.openxmlformats.org/officeDocument/2006/relationships/image" Target="../media/image10380.png"/><Relationship Id="rId75" Type="http://schemas.openxmlformats.org/officeDocument/2006/relationships/customXml" Target="../ink/ink2597.xml"/><Relationship Id="rId96" Type="http://schemas.openxmlformats.org/officeDocument/2006/relationships/image" Target="../media/image10590.png"/><Relationship Id="rId140" Type="http://schemas.openxmlformats.org/officeDocument/2006/relationships/image" Target="../media/image10810.png"/><Relationship Id="rId161" Type="http://schemas.openxmlformats.org/officeDocument/2006/relationships/customXml" Target="../ink/ink2640.xml"/><Relationship Id="rId182" Type="http://schemas.openxmlformats.org/officeDocument/2006/relationships/image" Target="../media/image11020.png"/><Relationship Id="rId217" Type="http://schemas.openxmlformats.org/officeDocument/2006/relationships/customXml" Target="../ink/ink2668.xml"/><Relationship Id="rId6" Type="http://schemas.openxmlformats.org/officeDocument/2006/relationships/image" Target="../media/image10140.png"/><Relationship Id="rId238" Type="http://schemas.openxmlformats.org/officeDocument/2006/relationships/image" Target="../media/image11300.png"/><Relationship Id="rId23" Type="http://schemas.openxmlformats.org/officeDocument/2006/relationships/customXml" Target="../ink/ink2571.xml"/><Relationship Id="rId119" Type="http://schemas.openxmlformats.org/officeDocument/2006/relationships/customXml" Target="../ink/ink2619.xml"/><Relationship Id="rId44" Type="http://schemas.openxmlformats.org/officeDocument/2006/relationships/image" Target="../media/image10330.png"/><Relationship Id="rId65" Type="http://schemas.openxmlformats.org/officeDocument/2006/relationships/customXml" Target="../ink/ink2592.xml"/><Relationship Id="rId86" Type="http://schemas.openxmlformats.org/officeDocument/2006/relationships/image" Target="../media/image10540.png"/><Relationship Id="rId130" Type="http://schemas.openxmlformats.org/officeDocument/2006/relationships/image" Target="../media/image10760.png"/><Relationship Id="rId151" Type="http://schemas.openxmlformats.org/officeDocument/2006/relationships/customXml" Target="../ink/ink2635.xml"/><Relationship Id="rId172" Type="http://schemas.openxmlformats.org/officeDocument/2006/relationships/image" Target="../media/image10970.png"/><Relationship Id="rId193" Type="http://schemas.openxmlformats.org/officeDocument/2006/relationships/customXml" Target="../ink/ink2656.xml"/><Relationship Id="rId207" Type="http://schemas.openxmlformats.org/officeDocument/2006/relationships/customXml" Target="../ink/ink2663.xml"/><Relationship Id="rId228" Type="http://schemas.openxmlformats.org/officeDocument/2006/relationships/image" Target="../media/image11250.png"/><Relationship Id="rId249" Type="http://schemas.openxmlformats.org/officeDocument/2006/relationships/customXml" Target="../ink/ink2684.xml"/><Relationship Id="rId13" Type="http://schemas.openxmlformats.org/officeDocument/2006/relationships/customXml" Target="../ink/ink2566.xml"/><Relationship Id="rId109" Type="http://schemas.openxmlformats.org/officeDocument/2006/relationships/customXml" Target="../ink/ink2614.xml"/><Relationship Id="rId34" Type="http://schemas.openxmlformats.org/officeDocument/2006/relationships/image" Target="../media/image10280.png"/><Relationship Id="rId55" Type="http://schemas.openxmlformats.org/officeDocument/2006/relationships/customXml" Target="../ink/ink2587.xml"/><Relationship Id="rId76" Type="http://schemas.openxmlformats.org/officeDocument/2006/relationships/image" Target="../media/image10490.png"/><Relationship Id="rId97" Type="http://schemas.openxmlformats.org/officeDocument/2006/relationships/customXml" Target="../ink/ink2608.xml"/><Relationship Id="rId120" Type="http://schemas.openxmlformats.org/officeDocument/2006/relationships/image" Target="../media/image10710.png"/><Relationship Id="rId141" Type="http://schemas.openxmlformats.org/officeDocument/2006/relationships/customXml" Target="../ink/ink2630.xml"/><Relationship Id="rId7" Type="http://schemas.openxmlformats.org/officeDocument/2006/relationships/customXml" Target="../ink/ink2563.xml"/><Relationship Id="rId162" Type="http://schemas.openxmlformats.org/officeDocument/2006/relationships/image" Target="../media/image10920.png"/><Relationship Id="rId183" Type="http://schemas.openxmlformats.org/officeDocument/2006/relationships/customXml" Target="../ink/ink2651.xml"/><Relationship Id="rId218" Type="http://schemas.openxmlformats.org/officeDocument/2006/relationships/image" Target="../media/image11200.png"/><Relationship Id="rId239" Type="http://schemas.openxmlformats.org/officeDocument/2006/relationships/customXml" Target="../ink/ink2679.xml"/><Relationship Id="rId250" Type="http://schemas.openxmlformats.org/officeDocument/2006/relationships/image" Target="../media/image11360.png"/><Relationship Id="rId24" Type="http://schemas.openxmlformats.org/officeDocument/2006/relationships/image" Target="../media/image10230.png"/><Relationship Id="rId45" Type="http://schemas.openxmlformats.org/officeDocument/2006/relationships/customXml" Target="../ink/ink2582.xml"/><Relationship Id="rId66" Type="http://schemas.openxmlformats.org/officeDocument/2006/relationships/image" Target="../media/image10440.png"/><Relationship Id="rId87" Type="http://schemas.openxmlformats.org/officeDocument/2006/relationships/customXml" Target="../ink/ink2603.xml"/><Relationship Id="rId110" Type="http://schemas.openxmlformats.org/officeDocument/2006/relationships/image" Target="../media/image10660.png"/><Relationship Id="rId131" Type="http://schemas.openxmlformats.org/officeDocument/2006/relationships/customXml" Target="../ink/ink2625.xml"/><Relationship Id="rId152" Type="http://schemas.openxmlformats.org/officeDocument/2006/relationships/image" Target="../media/image10870.png"/><Relationship Id="rId173" Type="http://schemas.openxmlformats.org/officeDocument/2006/relationships/customXml" Target="../ink/ink2646.xml"/><Relationship Id="rId194" Type="http://schemas.openxmlformats.org/officeDocument/2006/relationships/image" Target="../media/image11080.png"/><Relationship Id="rId208" Type="http://schemas.openxmlformats.org/officeDocument/2006/relationships/image" Target="../media/image11150.png"/><Relationship Id="rId229" Type="http://schemas.openxmlformats.org/officeDocument/2006/relationships/customXml" Target="../ink/ink2674.xml"/><Relationship Id="rId240" Type="http://schemas.openxmlformats.org/officeDocument/2006/relationships/image" Target="../media/image11310.png"/><Relationship Id="rId14" Type="http://schemas.openxmlformats.org/officeDocument/2006/relationships/image" Target="../media/image10180.png"/><Relationship Id="rId35" Type="http://schemas.openxmlformats.org/officeDocument/2006/relationships/customXml" Target="../ink/ink2577.xml"/><Relationship Id="rId56" Type="http://schemas.openxmlformats.org/officeDocument/2006/relationships/image" Target="../media/image10390.png"/><Relationship Id="rId77" Type="http://schemas.openxmlformats.org/officeDocument/2006/relationships/customXml" Target="../ink/ink2598.xml"/><Relationship Id="rId100" Type="http://schemas.openxmlformats.org/officeDocument/2006/relationships/image" Target="../media/image10610.png"/><Relationship Id="rId8" Type="http://schemas.openxmlformats.org/officeDocument/2006/relationships/image" Target="../media/image10150.png"/><Relationship Id="rId98" Type="http://schemas.openxmlformats.org/officeDocument/2006/relationships/image" Target="../media/image10600.png"/><Relationship Id="rId121" Type="http://schemas.openxmlformats.org/officeDocument/2006/relationships/customXml" Target="../ink/ink2620.xml"/><Relationship Id="rId142" Type="http://schemas.openxmlformats.org/officeDocument/2006/relationships/image" Target="../media/image10820.png"/><Relationship Id="rId163" Type="http://schemas.openxmlformats.org/officeDocument/2006/relationships/customXml" Target="../ink/ink2641.xml"/><Relationship Id="rId184" Type="http://schemas.openxmlformats.org/officeDocument/2006/relationships/image" Target="../media/image11030.png"/><Relationship Id="rId219" Type="http://schemas.openxmlformats.org/officeDocument/2006/relationships/customXml" Target="../ink/ink2669.xml"/><Relationship Id="rId230" Type="http://schemas.openxmlformats.org/officeDocument/2006/relationships/image" Target="../media/image11260.png"/><Relationship Id="rId251" Type="http://schemas.openxmlformats.org/officeDocument/2006/relationships/customXml" Target="../ink/ink2685.xml"/><Relationship Id="rId25" Type="http://schemas.openxmlformats.org/officeDocument/2006/relationships/customXml" Target="../ink/ink2572.xml"/><Relationship Id="rId46" Type="http://schemas.openxmlformats.org/officeDocument/2006/relationships/image" Target="../media/image10340.png"/><Relationship Id="rId67" Type="http://schemas.openxmlformats.org/officeDocument/2006/relationships/customXml" Target="../ink/ink2593.xml"/><Relationship Id="rId88" Type="http://schemas.openxmlformats.org/officeDocument/2006/relationships/image" Target="../media/image10550.png"/><Relationship Id="rId111" Type="http://schemas.openxmlformats.org/officeDocument/2006/relationships/customXml" Target="../ink/ink2615.xml"/><Relationship Id="rId132" Type="http://schemas.openxmlformats.org/officeDocument/2006/relationships/image" Target="../media/image10770.png"/><Relationship Id="rId153" Type="http://schemas.openxmlformats.org/officeDocument/2006/relationships/customXml" Target="../ink/ink2636.xml"/><Relationship Id="rId174" Type="http://schemas.openxmlformats.org/officeDocument/2006/relationships/image" Target="../media/image10980.png"/><Relationship Id="rId195" Type="http://schemas.openxmlformats.org/officeDocument/2006/relationships/customXml" Target="../ink/ink2657.xml"/><Relationship Id="rId209" Type="http://schemas.openxmlformats.org/officeDocument/2006/relationships/customXml" Target="../ink/ink2664.xml"/><Relationship Id="rId220" Type="http://schemas.openxmlformats.org/officeDocument/2006/relationships/image" Target="../media/image11210.png"/><Relationship Id="rId241" Type="http://schemas.openxmlformats.org/officeDocument/2006/relationships/customXml" Target="../ink/ink2680.xml"/><Relationship Id="rId15" Type="http://schemas.openxmlformats.org/officeDocument/2006/relationships/customXml" Target="../ink/ink2567.xml"/><Relationship Id="rId36" Type="http://schemas.openxmlformats.org/officeDocument/2006/relationships/image" Target="../media/image10290.png"/><Relationship Id="rId57" Type="http://schemas.openxmlformats.org/officeDocument/2006/relationships/customXml" Target="../ink/ink2588.xml"/><Relationship Id="rId78" Type="http://schemas.openxmlformats.org/officeDocument/2006/relationships/image" Target="../media/image10500.png"/><Relationship Id="rId99" Type="http://schemas.openxmlformats.org/officeDocument/2006/relationships/customXml" Target="../ink/ink2609.xml"/><Relationship Id="rId101" Type="http://schemas.openxmlformats.org/officeDocument/2006/relationships/customXml" Target="../ink/ink2610.xml"/><Relationship Id="rId122" Type="http://schemas.openxmlformats.org/officeDocument/2006/relationships/image" Target="../media/image10720.png"/><Relationship Id="rId143" Type="http://schemas.openxmlformats.org/officeDocument/2006/relationships/customXml" Target="../ink/ink2631.xml"/><Relationship Id="rId164" Type="http://schemas.openxmlformats.org/officeDocument/2006/relationships/image" Target="../media/image10930.png"/><Relationship Id="rId185" Type="http://schemas.openxmlformats.org/officeDocument/2006/relationships/customXml" Target="../ink/ink2652.xml"/><Relationship Id="rId9" Type="http://schemas.openxmlformats.org/officeDocument/2006/relationships/customXml" Target="../ink/ink2564.xml"/><Relationship Id="rId210" Type="http://schemas.openxmlformats.org/officeDocument/2006/relationships/image" Target="../media/image11160.png"/><Relationship Id="rId26" Type="http://schemas.openxmlformats.org/officeDocument/2006/relationships/image" Target="../media/image10240.png"/><Relationship Id="rId231" Type="http://schemas.openxmlformats.org/officeDocument/2006/relationships/customXml" Target="../ink/ink2675.xml"/><Relationship Id="rId252" Type="http://schemas.openxmlformats.org/officeDocument/2006/relationships/image" Target="../media/image11370.png"/><Relationship Id="rId47" Type="http://schemas.openxmlformats.org/officeDocument/2006/relationships/customXml" Target="../ink/ink2583.xml"/><Relationship Id="rId68" Type="http://schemas.openxmlformats.org/officeDocument/2006/relationships/image" Target="../media/image10450.png"/><Relationship Id="rId89" Type="http://schemas.openxmlformats.org/officeDocument/2006/relationships/customXml" Target="../ink/ink2604.xml"/><Relationship Id="rId112" Type="http://schemas.openxmlformats.org/officeDocument/2006/relationships/image" Target="../media/image10670.png"/><Relationship Id="rId133" Type="http://schemas.openxmlformats.org/officeDocument/2006/relationships/customXml" Target="../ink/ink2626.xml"/><Relationship Id="rId154" Type="http://schemas.openxmlformats.org/officeDocument/2006/relationships/image" Target="../media/image10880.png"/><Relationship Id="rId175" Type="http://schemas.openxmlformats.org/officeDocument/2006/relationships/customXml" Target="../ink/ink2647.xml"/><Relationship Id="rId196" Type="http://schemas.openxmlformats.org/officeDocument/2006/relationships/image" Target="../media/image11090.png"/><Relationship Id="rId200" Type="http://schemas.openxmlformats.org/officeDocument/2006/relationships/image" Target="../media/image11110.png"/><Relationship Id="rId16" Type="http://schemas.openxmlformats.org/officeDocument/2006/relationships/image" Target="../media/image10190.png"/><Relationship Id="rId221" Type="http://schemas.openxmlformats.org/officeDocument/2006/relationships/customXml" Target="../ink/ink2670.xml"/><Relationship Id="rId242" Type="http://schemas.openxmlformats.org/officeDocument/2006/relationships/image" Target="../media/image11320.png"/><Relationship Id="rId37" Type="http://schemas.openxmlformats.org/officeDocument/2006/relationships/customXml" Target="../ink/ink2578.xml"/><Relationship Id="rId58" Type="http://schemas.openxmlformats.org/officeDocument/2006/relationships/image" Target="../media/image10400.png"/><Relationship Id="rId79" Type="http://schemas.openxmlformats.org/officeDocument/2006/relationships/customXml" Target="../ink/ink2599.xml"/><Relationship Id="rId102" Type="http://schemas.openxmlformats.org/officeDocument/2006/relationships/image" Target="../media/image10620.png"/><Relationship Id="rId123" Type="http://schemas.openxmlformats.org/officeDocument/2006/relationships/customXml" Target="../ink/ink2621.xml"/><Relationship Id="rId144" Type="http://schemas.openxmlformats.org/officeDocument/2006/relationships/image" Target="../media/image10830.png"/><Relationship Id="rId90" Type="http://schemas.openxmlformats.org/officeDocument/2006/relationships/image" Target="../media/image10560.png"/><Relationship Id="rId165" Type="http://schemas.openxmlformats.org/officeDocument/2006/relationships/customXml" Target="../ink/ink2642.xml"/><Relationship Id="rId186" Type="http://schemas.openxmlformats.org/officeDocument/2006/relationships/image" Target="../media/image11040.png"/><Relationship Id="rId211" Type="http://schemas.openxmlformats.org/officeDocument/2006/relationships/customXml" Target="../ink/ink2665.xml"/><Relationship Id="rId232" Type="http://schemas.openxmlformats.org/officeDocument/2006/relationships/image" Target="../media/image11270.png"/><Relationship Id="rId253" Type="http://schemas.openxmlformats.org/officeDocument/2006/relationships/customXml" Target="../ink/ink2686.xml"/><Relationship Id="rId27" Type="http://schemas.openxmlformats.org/officeDocument/2006/relationships/customXml" Target="../ink/ink2573.xml"/><Relationship Id="rId48" Type="http://schemas.openxmlformats.org/officeDocument/2006/relationships/image" Target="../media/image10350.png"/><Relationship Id="rId69" Type="http://schemas.openxmlformats.org/officeDocument/2006/relationships/customXml" Target="../ink/ink2594.xml"/><Relationship Id="rId113" Type="http://schemas.openxmlformats.org/officeDocument/2006/relationships/customXml" Target="../ink/ink2616.xml"/><Relationship Id="rId134" Type="http://schemas.openxmlformats.org/officeDocument/2006/relationships/image" Target="../media/image10780.png"/><Relationship Id="rId80" Type="http://schemas.openxmlformats.org/officeDocument/2006/relationships/image" Target="../media/image10510.png"/><Relationship Id="rId155" Type="http://schemas.openxmlformats.org/officeDocument/2006/relationships/customXml" Target="../ink/ink2637.xml"/><Relationship Id="rId176" Type="http://schemas.openxmlformats.org/officeDocument/2006/relationships/image" Target="../media/image10990.png"/><Relationship Id="rId197" Type="http://schemas.openxmlformats.org/officeDocument/2006/relationships/customXml" Target="../ink/ink2658.xml"/><Relationship Id="rId201" Type="http://schemas.openxmlformats.org/officeDocument/2006/relationships/customXml" Target="../ink/ink2660.xml"/><Relationship Id="rId222" Type="http://schemas.openxmlformats.org/officeDocument/2006/relationships/image" Target="../media/image11220.png"/><Relationship Id="rId243" Type="http://schemas.openxmlformats.org/officeDocument/2006/relationships/customXml" Target="../ink/ink2681.xml"/><Relationship Id="rId17" Type="http://schemas.openxmlformats.org/officeDocument/2006/relationships/customXml" Target="../ink/ink2568.xml"/><Relationship Id="rId38" Type="http://schemas.openxmlformats.org/officeDocument/2006/relationships/image" Target="../media/image10300.png"/><Relationship Id="rId59" Type="http://schemas.openxmlformats.org/officeDocument/2006/relationships/customXml" Target="../ink/ink2589.xml"/><Relationship Id="rId103" Type="http://schemas.openxmlformats.org/officeDocument/2006/relationships/customXml" Target="../ink/ink2611.xml"/><Relationship Id="rId124" Type="http://schemas.openxmlformats.org/officeDocument/2006/relationships/image" Target="../media/image10730.png"/><Relationship Id="rId70" Type="http://schemas.openxmlformats.org/officeDocument/2006/relationships/image" Target="../media/image10460.png"/><Relationship Id="rId91" Type="http://schemas.openxmlformats.org/officeDocument/2006/relationships/customXml" Target="../ink/ink2605.xml"/><Relationship Id="rId145" Type="http://schemas.openxmlformats.org/officeDocument/2006/relationships/customXml" Target="../ink/ink2632.xml"/><Relationship Id="rId166" Type="http://schemas.openxmlformats.org/officeDocument/2006/relationships/image" Target="../media/image10940.png"/><Relationship Id="rId187" Type="http://schemas.openxmlformats.org/officeDocument/2006/relationships/customXml" Target="../ink/ink2653.xml"/><Relationship Id="rId1" Type="http://schemas.openxmlformats.org/officeDocument/2006/relationships/slideLayout" Target="../slideLayouts/slideLayout5.xml"/><Relationship Id="rId212" Type="http://schemas.openxmlformats.org/officeDocument/2006/relationships/image" Target="../media/image11170.png"/><Relationship Id="rId233" Type="http://schemas.openxmlformats.org/officeDocument/2006/relationships/customXml" Target="../ink/ink2676.xml"/><Relationship Id="rId254" Type="http://schemas.openxmlformats.org/officeDocument/2006/relationships/image" Target="../media/image11380.png"/><Relationship Id="rId28" Type="http://schemas.openxmlformats.org/officeDocument/2006/relationships/image" Target="../media/image10250.png"/><Relationship Id="rId49" Type="http://schemas.openxmlformats.org/officeDocument/2006/relationships/customXml" Target="../ink/ink2584.xml"/><Relationship Id="rId114" Type="http://schemas.openxmlformats.org/officeDocument/2006/relationships/image" Target="../media/image10680.png"/><Relationship Id="rId60" Type="http://schemas.openxmlformats.org/officeDocument/2006/relationships/image" Target="../media/image10410.png"/><Relationship Id="rId81" Type="http://schemas.openxmlformats.org/officeDocument/2006/relationships/customXml" Target="../ink/ink2600.xml"/><Relationship Id="rId135" Type="http://schemas.openxmlformats.org/officeDocument/2006/relationships/customXml" Target="../ink/ink2627.xml"/><Relationship Id="rId156" Type="http://schemas.openxmlformats.org/officeDocument/2006/relationships/image" Target="../media/image10890.png"/><Relationship Id="rId177" Type="http://schemas.openxmlformats.org/officeDocument/2006/relationships/customXml" Target="../ink/ink2648.xml"/><Relationship Id="rId198" Type="http://schemas.openxmlformats.org/officeDocument/2006/relationships/image" Target="../media/image11101.png"/><Relationship Id="rId202" Type="http://schemas.openxmlformats.org/officeDocument/2006/relationships/image" Target="../media/image11120.png"/><Relationship Id="rId223" Type="http://schemas.openxmlformats.org/officeDocument/2006/relationships/customXml" Target="../ink/ink2671.xml"/><Relationship Id="rId244" Type="http://schemas.openxmlformats.org/officeDocument/2006/relationships/image" Target="../media/image11330.png"/><Relationship Id="rId18" Type="http://schemas.openxmlformats.org/officeDocument/2006/relationships/image" Target="../media/image10200.png"/><Relationship Id="rId39" Type="http://schemas.openxmlformats.org/officeDocument/2006/relationships/customXml" Target="../ink/ink2579.xml"/><Relationship Id="rId50" Type="http://schemas.openxmlformats.org/officeDocument/2006/relationships/image" Target="../media/image10360.png"/><Relationship Id="rId104" Type="http://schemas.openxmlformats.org/officeDocument/2006/relationships/image" Target="../media/image10630.png"/><Relationship Id="rId125" Type="http://schemas.openxmlformats.org/officeDocument/2006/relationships/customXml" Target="../ink/ink2622.xml"/><Relationship Id="rId146" Type="http://schemas.openxmlformats.org/officeDocument/2006/relationships/image" Target="../media/image10840.png"/><Relationship Id="rId167" Type="http://schemas.openxmlformats.org/officeDocument/2006/relationships/customXml" Target="../ink/ink2643.xml"/><Relationship Id="rId188" Type="http://schemas.openxmlformats.org/officeDocument/2006/relationships/image" Target="../media/image11050.png"/><Relationship Id="rId71" Type="http://schemas.openxmlformats.org/officeDocument/2006/relationships/customXml" Target="../ink/ink2595.xml"/><Relationship Id="rId92" Type="http://schemas.openxmlformats.org/officeDocument/2006/relationships/image" Target="../media/image10570.png"/><Relationship Id="rId213" Type="http://schemas.openxmlformats.org/officeDocument/2006/relationships/customXml" Target="../ink/ink2666.xml"/><Relationship Id="rId234" Type="http://schemas.openxmlformats.org/officeDocument/2006/relationships/image" Target="../media/image11280.png"/><Relationship Id="rId2" Type="http://schemas.openxmlformats.org/officeDocument/2006/relationships/image" Target="../media/image1502.wmf"/><Relationship Id="rId29" Type="http://schemas.openxmlformats.org/officeDocument/2006/relationships/customXml" Target="../ink/ink2574.xml"/><Relationship Id="rId255" Type="http://schemas.openxmlformats.org/officeDocument/2006/relationships/customXml" Target="../ink/ink2687.xml"/><Relationship Id="rId40" Type="http://schemas.openxmlformats.org/officeDocument/2006/relationships/image" Target="../media/image10310.png"/><Relationship Id="rId115" Type="http://schemas.openxmlformats.org/officeDocument/2006/relationships/customXml" Target="../ink/ink2617.xml"/><Relationship Id="rId136" Type="http://schemas.openxmlformats.org/officeDocument/2006/relationships/image" Target="../media/image10790.png"/><Relationship Id="rId157" Type="http://schemas.openxmlformats.org/officeDocument/2006/relationships/customXml" Target="../ink/ink2638.xml"/><Relationship Id="rId178" Type="http://schemas.openxmlformats.org/officeDocument/2006/relationships/image" Target="../media/image11000.png"/><Relationship Id="rId61" Type="http://schemas.openxmlformats.org/officeDocument/2006/relationships/customXml" Target="../ink/ink2590.xml"/><Relationship Id="rId82" Type="http://schemas.openxmlformats.org/officeDocument/2006/relationships/image" Target="../media/image10520.png"/><Relationship Id="rId199" Type="http://schemas.openxmlformats.org/officeDocument/2006/relationships/customXml" Target="../ink/ink2659.xml"/><Relationship Id="rId203" Type="http://schemas.openxmlformats.org/officeDocument/2006/relationships/customXml" Target="../ink/ink2661.xml"/><Relationship Id="rId19" Type="http://schemas.openxmlformats.org/officeDocument/2006/relationships/customXml" Target="../ink/ink2569.xml"/><Relationship Id="rId224" Type="http://schemas.openxmlformats.org/officeDocument/2006/relationships/image" Target="../media/image11230.png"/><Relationship Id="rId245" Type="http://schemas.openxmlformats.org/officeDocument/2006/relationships/customXml" Target="../ink/ink2682.xml"/><Relationship Id="rId30" Type="http://schemas.openxmlformats.org/officeDocument/2006/relationships/image" Target="../media/image10260.png"/><Relationship Id="rId105" Type="http://schemas.openxmlformats.org/officeDocument/2006/relationships/customXml" Target="../ink/ink2612.xml"/><Relationship Id="rId126" Type="http://schemas.openxmlformats.org/officeDocument/2006/relationships/image" Target="../media/image10740.png"/><Relationship Id="rId147" Type="http://schemas.openxmlformats.org/officeDocument/2006/relationships/customXml" Target="../ink/ink2633.xml"/><Relationship Id="rId168" Type="http://schemas.openxmlformats.org/officeDocument/2006/relationships/image" Target="../media/image10950.png"/><Relationship Id="rId51" Type="http://schemas.openxmlformats.org/officeDocument/2006/relationships/customXml" Target="../ink/ink2585.xml"/><Relationship Id="rId72" Type="http://schemas.openxmlformats.org/officeDocument/2006/relationships/image" Target="../media/image10470.png"/><Relationship Id="rId93" Type="http://schemas.openxmlformats.org/officeDocument/2006/relationships/customXml" Target="../ink/ink2606.xml"/><Relationship Id="rId189" Type="http://schemas.openxmlformats.org/officeDocument/2006/relationships/customXml" Target="../ink/ink2654.xml"/><Relationship Id="rId3" Type="http://schemas.openxmlformats.org/officeDocument/2006/relationships/customXml" Target="../ink/ink2561.xml"/><Relationship Id="rId214" Type="http://schemas.openxmlformats.org/officeDocument/2006/relationships/image" Target="../media/image11180.png"/><Relationship Id="rId235" Type="http://schemas.openxmlformats.org/officeDocument/2006/relationships/customXml" Target="../ink/ink2677.xml"/><Relationship Id="rId256" Type="http://schemas.openxmlformats.org/officeDocument/2006/relationships/image" Target="../media/image11390.png"/><Relationship Id="rId116" Type="http://schemas.openxmlformats.org/officeDocument/2006/relationships/image" Target="../media/image10690.png"/><Relationship Id="rId137" Type="http://schemas.openxmlformats.org/officeDocument/2006/relationships/customXml" Target="../ink/ink2628.xml"/><Relationship Id="rId158" Type="http://schemas.openxmlformats.org/officeDocument/2006/relationships/image" Target="../media/image10900.png"/><Relationship Id="rId20" Type="http://schemas.openxmlformats.org/officeDocument/2006/relationships/image" Target="../media/image10210.png"/><Relationship Id="rId41" Type="http://schemas.openxmlformats.org/officeDocument/2006/relationships/customXml" Target="../ink/ink2580.xml"/><Relationship Id="rId62" Type="http://schemas.openxmlformats.org/officeDocument/2006/relationships/image" Target="../media/image10420.png"/><Relationship Id="rId83" Type="http://schemas.openxmlformats.org/officeDocument/2006/relationships/customXml" Target="../ink/ink2601.xml"/><Relationship Id="rId179" Type="http://schemas.openxmlformats.org/officeDocument/2006/relationships/customXml" Target="../ink/ink2649.xml"/><Relationship Id="rId190" Type="http://schemas.openxmlformats.org/officeDocument/2006/relationships/image" Target="../media/image11060.png"/><Relationship Id="rId204" Type="http://schemas.openxmlformats.org/officeDocument/2006/relationships/image" Target="../media/image11130.png"/><Relationship Id="rId225" Type="http://schemas.openxmlformats.org/officeDocument/2006/relationships/customXml" Target="../ink/ink2672.xml"/><Relationship Id="rId246" Type="http://schemas.openxmlformats.org/officeDocument/2006/relationships/image" Target="../media/image11340.png"/><Relationship Id="rId106" Type="http://schemas.openxmlformats.org/officeDocument/2006/relationships/image" Target="../media/image10640.png"/><Relationship Id="rId127" Type="http://schemas.openxmlformats.org/officeDocument/2006/relationships/customXml" Target="../ink/ink2623.xml"/><Relationship Id="rId10" Type="http://schemas.openxmlformats.org/officeDocument/2006/relationships/image" Target="../media/image10160.png"/><Relationship Id="rId31" Type="http://schemas.openxmlformats.org/officeDocument/2006/relationships/customXml" Target="../ink/ink2575.xml"/><Relationship Id="rId52" Type="http://schemas.openxmlformats.org/officeDocument/2006/relationships/image" Target="../media/image10370.png"/><Relationship Id="rId73" Type="http://schemas.openxmlformats.org/officeDocument/2006/relationships/customXml" Target="../ink/ink2596.xml"/><Relationship Id="rId94" Type="http://schemas.openxmlformats.org/officeDocument/2006/relationships/image" Target="../media/image10580.png"/><Relationship Id="rId148" Type="http://schemas.openxmlformats.org/officeDocument/2006/relationships/image" Target="../media/image10850.png"/><Relationship Id="rId169" Type="http://schemas.openxmlformats.org/officeDocument/2006/relationships/customXml" Target="../ink/ink2644.xml"/><Relationship Id="rId4" Type="http://schemas.openxmlformats.org/officeDocument/2006/relationships/image" Target="../media/image10130.png"/><Relationship Id="rId180" Type="http://schemas.openxmlformats.org/officeDocument/2006/relationships/image" Target="../media/image11010.png"/><Relationship Id="rId215" Type="http://schemas.openxmlformats.org/officeDocument/2006/relationships/customXml" Target="../ink/ink2667.xml"/><Relationship Id="rId236" Type="http://schemas.openxmlformats.org/officeDocument/2006/relationships/image" Target="../media/image11290.png"/><Relationship Id="rId257" Type="http://schemas.openxmlformats.org/officeDocument/2006/relationships/customXml" Target="../ink/ink2688.xml"/></Relationships>
</file>

<file path=ppt/slides/_rels/slide3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1980.png"/><Relationship Id="rId21" Type="http://schemas.openxmlformats.org/officeDocument/2006/relationships/image" Target="../media/image11500.png"/><Relationship Id="rId42" Type="http://schemas.openxmlformats.org/officeDocument/2006/relationships/customXml" Target="../ink/ink2709.xml"/><Relationship Id="rId63" Type="http://schemas.openxmlformats.org/officeDocument/2006/relationships/image" Target="../media/image11711.png"/><Relationship Id="rId84" Type="http://schemas.openxmlformats.org/officeDocument/2006/relationships/customXml" Target="../ink/ink2730.xml"/><Relationship Id="rId138" Type="http://schemas.openxmlformats.org/officeDocument/2006/relationships/customXml" Target="../ink/ink2757.xml"/><Relationship Id="rId159" Type="http://schemas.openxmlformats.org/officeDocument/2006/relationships/image" Target="../media/image12190.png"/><Relationship Id="rId170" Type="http://schemas.openxmlformats.org/officeDocument/2006/relationships/customXml" Target="../ink/ink2773.xml"/><Relationship Id="rId191" Type="http://schemas.openxmlformats.org/officeDocument/2006/relationships/image" Target="../media/image12350.png"/><Relationship Id="rId205" Type="http://schemas.openxmlformats.org/officeDocument/2006/relationships/image" Target="../media/image12420.png"/><Relationship Id="rId226" Type="http://schemas.openxmlformats.org/officeDocument/2006/relationships/customXml" Target="../ink/ink2801.xml"/><Relationship Id="rId247" Type="http://schemas.openxmlformats.org/officeDocument/2006/relationships/image" Target="../media/image12630.png"/><Relationship Id="rId107" Type="http://schemas.openxmlformats.org/officeDocument/2006/relationships/image" Target="../media/image11930.png"/><Relationship Id="rId11" Type="http://schemas.openxmlformats.org/officeDocument/2006/relationships/image" Target="../media/image11450.png"/><Relationship Id="rId32" Type="http://schemas.openxmlformats.org/officeDocument/2006/relationships/customXml" Target="../ink/ink2704.xml"/><Relationship Id="rId53" Type="http://schemas.openxmlformats.org/officeDocument/2006/relationships/image" Target="../media/image11660.png"/><Relationship Id="rId74" Type="http://schemas.openxmlformats.org/officeDocument/2006/relationships/customXml" Target="../ink/ink2725.xml"/><Relationship Id="rId128" Type="http://schemas.openxmlformats.org/officeDocument/2006/relationships/customXml" Target="../ink/ink2752.xml"/><Relationship Id="rId149" Type="http://schemas.openxmlformats.org/officeDocument/2006/relationships/image" Target="../media/image12140.png"/><Relationship Id="rId5" Type="http://schemas.openxmlformats.org/officeDocument/2006/relationships/image" Target="../media/image11420.png"/><Relationship Id="rId95" Type="http://schemas.openxmlformats.org/officeDocument/2006/relationships/image" Target="../media/image11870.png"/><Relationship Id="rId160" Type="http://schemas.openxmlformats.org/officeDocument/2006/relationships/customXml" Target="../ink/ink2768.xml"/><Relationship Id="rId181" Type="http://schemas.openxmlformats.org/officeDocument/2006/relationships/image" Target="../media/image12300.png"/><Relationship Id="rId216" Type="http://schemas.openxmlformats.org/officeDocument/2006/relationships/customXml" Target="../ink/ink2796.xml"/><Relationship Id="rId237" Type="http://schemas.openxmlformats.org/officeDocument/2006/relationships/image" Target="../media/image12580.png"/><Relationship Id="rId22" Type="http://schemas.openxmlformats.org/officeDocument/2006/relationships/customXml" Target="../ink/ink2699.xml"/><Relationship Id="rId43" Type="http://schemas.openxmlformats.org/officeDocument/2006/relationships/image" Target="../media/image11610.png"/><Relationship Id="rId64" Type="http://schemas.openxmlformats.org/officeDocument/2006/relationships/customXml" Target="../ink/ink2720.xml"/><Relationship Id="rId118" Type="http://schemas.openxmlformats.org/officeDocument/2006/relationships/customXml" Target="../ink/ink2747.xml"/><Relationship Id="rId139" Type="http://schemas.openxmlformats.org/officeDocument/2006/relationships/image" Target="../media/image12090.png"/><Relationship Id="rId85" Type="http://schemas.openxmlformats.org/officeDocument/2006/relationships/image" Target="../media/image11820.png"/><Relationship Id="rId150" Type="http://schemas.openxmlformats.org/officeDocument/2006/relationships/customXml" Target="../ink/ink2763.xml"/><Relationship Id="rId171" Type="http://schemas.openxmlformats.org/officeDocument/2006/relationships/image" Target="../media/image12250.png"/><Relationship Id="rId192" Type="http://schemas.openxmlformats.org/officeDocument/2006/relationships/customXml" Target="../ink/ink2784.xml"/><Relationship Id="rId206" Type="http://schemas.openxmlformats.org/officeDocument/2006/relationships/customXml" Target="../ink/ink2791.xml"/><Relationship Id="rId227" Type="http://schemas.openxmlformats.org/officeDocument/2006/relationships/image" Target="../media/image12530.png"/><Relationship Id="rId248" Type="http://schemas.openxmlformats.org/officeDocument/2006/relationships/customXml" Target="../ink/ink2812.xml"/><Relationship Id="rId12" Type="http://schemas.openxmlformats.org/officeDocument/2006/relationships/customXml" Target="../ink/ink2694.xml"/><Relationship Id="rId33" Type="http://schemas.openxmlformats.org/officeDocument/2006/relationships/image" Target="../media/image11560.png"/><Relationship Id="rId108" Type="http://schemas.openxmlformats.org/officeDocument/2006/relationships/customXml" Target="../ink/ink2742.xml"/><Relationship Id="rId129" Type="http://schemas.openxmlformats.org/officeDocument/2006/relationships/image" Target="../media/image12040.png"/><Relationship Id="rId54" Type="http://schemas.openxmlformats.org/officeDocument/2006/relationships/customXml" Target="../ink/ink2715.xml"/><Relationship Id="rId75" Type="http://schemas.openxmlformats.org/officeDocument/2006/relationships/image" Target="../media/image11770.png"/><Relationship Id="rId96" Type="http://schemas.openxmlformats.org/officeDocument/2006/relationships/customXml" Target="../ink/ink2736.xml"/><Relationship Id="rId140" Type="http://schemas.openxmlformats.org/officeDocument/2006/relationships/customXml" Target="../ink/ink2758.xml"/><Relationship Id="rId161" Type="http://schemas.openxmlformats.org/officeDocument/2006/relationships/image" Target="../media/image12200.png"/><Relationship Id="rId182" Type="http://schemas.openxmlformats.org/officeDocument/2006/relationships/customXml" Target="../ink/ink2779.xml"/><Relationship Id="rId217" Type="http://schemas.openxmlformats.org/officeDocument/2006/relationships/image" Target="../media/image12480.png"/><Relationship Id="rId6" Type="http://schemas.openxmlformats.org/officeDocument/2006/relationships/customXml" Target="../ink/ink2691.xml"/><Relationship Id="rId238" Type="http://schemas.openxmlformats.org/officeDocument/2006/relationships/customXml" Target="../ink/ink2807.xml"/><Relationship Id="rId23" Type="http://schemas.openxmlformats.org/officeDocument/2006/relationships/image" Target="../media/image11510.png"/><Relationship Id="rId119" Type="http://schemas.openxmlformats.org/officeDocument/2006/relationships/image" Target="../media/image11990.png"/><Relationship Id="rId44" Type="http://schemas.openxmlformats.org/officeDocument/2006/relationships/customXml" Target="../ink/ink2710.xml"/><Relationship Id="rId65" Type="http://schemas.openxmlformats.org/officeDocument/2006/relationships/image" Target="../media/image11720.png"/><Relationship Id="rId86" Type="http://schemas.openxmlformats.org/officeDocument/2006/relationships/customXml" Target="../ink/ink2731.xml"/><Relationship Id="rId130" Type="http://schemas.openxmlformats.org/officeDocument/2006/relationships/customXml" Target="../ink/ink2753.xml"/><Relationship Id="rId151" Type="http://schemas.openxmlformats.org/officeDocument/2006/relationships/image" Target="../media/image12150.png"/><Relationship Id="rId172" Type="http://schemas.openxmlformats.org/officeDocument/2006/relationships/customXml" Target="../ink/ink2774.xml"/><Relationship Id="rId193" Type="http://schemas.openxmlformats.org/officeDocument/2006/relationships/image" Target="../media/image12360.png"/><Relationship Id="rId207" Type="http://schemas.openxmlformats.org/officeDocument/2006/relationships/image" Target="../media/image12430.png"/><Relationship Id="rId228" Type="http://schemas.openxmlformats.org/officeDocument/2006/relationships/customXml" Target="../ink/ink2802.xml"/><Relationship Id="rId249" Type="http://schemas.openxmlformats.org/officeDocument/2006/relationships/image" Target="../media/image12640.png"/><Relationship Id="rId13" Type="http://schemas.openxmlformats.org/officeDocument/2006/relationships/image" Target="../media/image11460.png"/><Relationship Id="rId109" Type="http://schemas.openxmlformats.org/officeDocument/2006/relationships/image" Target="../media/image11940.png"/><Relationship Id="rId34" Type="http://schemas.openxmlformats.org/officeDocument/2006/relationships/customXml" Target="../ink/ink2705.xml"/><Relationship Id="rId55" Type="http://schemas.openxmlformats.org/officeDocument/2006/relationships/image" Target="../media/image11670.png"/><Relationship Id="rId76" Type="http://schemas.openxmlformats.org/officeDocument/2006/relationships/customXml" Target="../ink/ink2726.xml"/><Relationship Id="rId97" Type="http://schemas.openxmlformats.org/officeDocument/2006/relationships/image" Target="../media/image11880.png"/><Relationship Id="rId120" Type="http://schemas.openxmlformats.org/officeDocument/2006/relationships/customXml" Target="../ink/ink2748.xml"/><Relationship Id="rId141" Type="http://schemas.openxmlformats.org/officeDocument/2006/relationships/image" Target="../media/image12101.png"/><Relationship Id="rId7" Type="http://schemas.openxmlformats.org/officeDocument/2006/relationships/image" Target="../media/image11430.png"/><Relationship Id="rId162" Type="http://schemas.openxmlformats.org/officeDocument/2006/relationships/customXml" Target="../ink/ink2769.xml"/><Relationship Id="rId183" Type="http://schemas.openxmlformats.org/officeDocument/2006/relationships/image" Target="../media/image12311.png"/><Relationship Id="rId218" Type="http://schemas.openxmlformats.org/officeDocument/2006/relationships/customXml" Target="../ink/ink2797.xml"/><Relationship Id="rId239" Type="http://schemas.openxmlformats.org/officeDocument/2006/relationships/image" Target="../media/image12590.png"/><Relationship Id="rId250" Type="http://schemas.openxmlformats.org/officeDocument/2006/relationships/customXml" Target="../ink/ink2813.xml"/><Relationship Id="rId24" Type="http://schemas.openxmlformats.org/officeDocument/2006/relationships/customXml" Target="../ink/ink2700.xml"/><Relationship Id="rId45" Type="http://schemas.openxmlformats.org/officeDocument/2006/relationships/image" Target="../media/image11620.png"/><Relationship Id="rId66" Type="http://schemas.openxmlformats.org/officeDocument/2006/relationships/customXml" Target="../ink/ink2721.xml"/><Relationship Id="rId87" Type="http://schemas.openxmlformats.org/officeDocument/2006/relationships/image" Target="../media/image11830.png"/><Relationship Id="rId110" Type="http://schemas.openxmlformats.org/officeDocument/2006/relationships/customXml" Target="../ink/ink2743.xml"/><Relationship Id="rId131" Type="http://schemas.openxmlformats.org/officeDocument/2006/relationships/image" Target="../media/image12050.png"/><Relationship Id="rId152" Type="http://schemas.openxmlformats.org/officeDocument/2006/relationships/customXml" Target="../ink/ink2764.xml"/><Relationship Id="rId173" Type="http://schemas.openxmlformats.org/officeDocument/2006/relationships/image" Target="../media/image12260.png"/><Relationship Id="rId194" Type="http://schemas.openxmlformats.org/officeDocument/2006/relationships/customXml" Target="../ink/ink2785.xml"/><Relationship Id="rId208" Type="http://schemas.openxmlformats.org/officeDocument/2006/relationships/customXml" Target="../ink/ink2792.xml"/><Relationship Id="rId229" Type="http://schemas.openxmlformats.org/officeDocument/2006/relationships/image" Target="../media/image12540.png"/><Relationship Id="rId240" Type="http://schemas.openxmlformats.org/officeDocument/2006/relationships/customXml" Target="../ink/ink2808.xml"/><Relationship Id="rId14" Type="http://schemas.openxmlformats.org/officeDocument/2006/relationships/customXml" Target="../ink/ink2695.xml"/><Relationship Id="rId35" Type="http://schemas.openxmlformats.org/officeDocument/2006/relationships/image" Target="../media/image11570.png"/><Relationship Id="rId56" Type="http://schemas.openxmlformats.org/officeDocument/2006/relationships/customXml" Target="../ink/ink2716.xml"/><Relationship Id="rId77" Type="http://schemas.openxmlformats.org/officeDocument/2006/relationships/image" Target="../media/image11780.png"/><Relationship Id="rId100" Type="http://schemas.openxmlformats.org/officeDocument/2006/relationships/customXml" Target="../ink/ink2738.xml"/><Relationship Id="rId8" Type="http://schemas.openxmlformats.org/officeDocument/2006/relationships/customXml" Target="../ink/ink2692.xml"/><Relationship Id="rId98" Type="http://schemas.openxmlformats.org/officeDocument/2006/relationships/customXml" Target="../ink/ink2737.xml"/><Relationship Id="rId121" Type="http://schemas.openxmlformats.org/officeDocument/2006/relationships/image" Target="../media/image12000.png"/><Relationship Id="rId142" Type="http://schemas.openxmlformats.org/officeDocument/2006/relationships/customXml" Target="../ink/ink2759.xml"/><Relationship Id="rId163" Type="http://schemas.openxmlformats.org/officeDocument/2006/relationships/image" Target="../media/image12211.png"/><Relationship Id="rId184" Type="http://schemas.openxmlformats.org/officeDocument/2006/relationships/customXml" Target="../ink/ink2780.xml"/><Relationship Id="rId219" Type="http://schemas.openxmlformats.org/officeDocument/2006/relationships/image" Target="../media/image12490.png"/><Relationship Id="rId230" Type="http://schemas.openxmlformats.org/officeDocument/2006/relationships/customXml" Target="../ink/ink2803.xml"/><Relationship Id="rId251" Type="http://schemas.openxmlformats.org/officeDocument/2006/relationships/image" Target="../media/image12650.png"/><Relationship Id="rId25" Type="http://schemas.openxmlformats.org/officeDocument/2006/relationships/image" Target="../media/image11520.png"/><Relationship Id="rId46" Type="http://schemas.openxmlformats.org/officeDocument/2006/relationships/customXml" Target="../ink/ink2711.xml"/><Relationship Id="rId67" Type="http://schemas.openxmlformats.org/officeDocument/2006/relationships/image" Target="../media/image11730.png"/><Relationship Id="rId88" Type="http://schemas.openxmlformats.org/officeDocument/2006/relationships/customXml" Target="../ink/ink2732.xml"/><Relationship Id="rId111" Type="http://schemas.openxmlformats.org/officeDocument/2006/relationships/image" Target="../media/image11950.png"/><Relationship Id="rId132" Type="http://schemas.openxmlformats.org/officeDocument/2006/relationships/customXml" Target="../ink/ink2754.xml"/><Relationship Id="rId153" Type="http://schemas.openxmlformats.org/officeDocument/2006/relationships/image" Target="../media/image12160.png"/><Relationship Id="rId174" Type="http://schemas.openxmlformats.org/officeDocument/2006/relationships/customXml" Target="../ink/ink2775.xml"/><Relationship Id="rId195" Type="http://schemas.openxmlformats.org/officeDocument/2006/relationships/image" Target="../media/image12370.png"/><Relationship Id="rId209" Type="http://schemas.openxmlformats.org/officeDocument/2006/relationships/image" Target="../media/image12440.png"/><Relationship Id="rId220" Type="http://schemas.openxmlformats.org/officeDocument/2006/relationships/customXml" Target="../ink/ink2798.xml"/><Relationship Id="rId241" Type="http://schemas.openxmlformats.org/officeDocument/2006/relationships/image" Target="../media/image12600.png"/><Relationship Id="rId15" Type="http://schemas.openxmlformats.org/officeDocument/2006/relationships/image" Target="../media/image11470.png"/><Relationship Id="rId36" Type="http://schemas.openxmlformats.org/officeDocument/2006/relationships/customXml" Target="../ink/ink2706.xml"/><Relationship Id="rId57" Type="http://schemas.openxmlformats.org/officeDocument/2006/relationships/image" Target="../media/image11680.png"/><Relationship Id="rId78" Type="http://schemas.openxmlformats.org/officeDocument/2006/relationships/customXml" Target="../ink/ink2727.xml"/><Relationship Id="rId99" Type="http://schemas.openxmlformats.org/officeDocument/2006/relationships/image" Target="../media/image11890.png"/><Relationship Id="rId101" Type="http://schemas.openxmlformats.org/officeDocument/2006/relationships/image" Target="../media/image11900.png"/><Relationship Id="rId122" Type="http://schemas.openxmlformats.org/officeDocument/2006/relationships/customXml" Target="../ink/ink2749.xml"/><Relationship Id="rId143" Type="http://schemas.openxmlformats.org/officeDocument/2006/relationships/image" Target="../media/image12111.png"/><Relationship Id="rId164" Type="http://schemas.openxmlformats.org/officeDocument/2006/relationships/customXml" Target="../ink/ink2770.xml"/><Relationship Id="rId185" Type="http://schemas.openxmlformats.org/officeDocument/2006/relationships/image" Target="../media/image12320.png"/><Relationship Id="rId9" Type="http://schemas.openxmlformats.org/officeDocument/2006/relationships/image" Target="../media/image11440.png"/><Relationship Id="rId210" Type="http://schemas.openxmlformats.org/officeDocument/2006/relationships/customXml" Target="../ink/ink2793.xml"/><Relationship Id="rId26" Type="http://schemas.openxmlformats.org/officeDocument/2006/relationships/customXml" Target="../ink/ink2701.xml"/><Relationship Id="rId231" Type="http://schemas.openxmlformats.org/officeDocument/2006/relationships/image" Target="../media/image12550.png"/><Relationship Id="rId252" Type="http://schemas.openxmlformats.org/officeDocument/2006/relationships/customXml" Target="../ink/ink2814.xml"/><Relationship Id="rId47" Type="http://schemas.openxmlformats.org/officeDocument/2006/relationships/image" Target="../media/image11630.png"/><Relationship Id="rId68" Type="http://schemas.openxmlformats.org/officeDocument/2006/relationships/customXml" Target="../ink/ink2722.xml"/><Relationship Id="rId89" Type="http://schemas.openxmlformats.org/officeDocument/2006/relationships/image" Target="../media/image11840.png"/><Relationship Id="rId112" Type="http://schemas.openxmlformats.org/officeDocument/2006/relationships/customXml" Target="../ink/ink2744.xml"/><Relationship Id="rId133" Type="http://schemas.openxmlformats.org/officeDocument/2006/relationships/image" Target="../media/image12060.png"/><Relationship Id="rId154" Type="http://schemas.openxmlformats.org/officeDocument/2006/relationships/customXml" Target="../ink/ink2765.xml"/><Relationship Id="rId175" Type="http://schemas.openxmlformats.org/officeDocument/2006/relationships/image" Target="../media/image12270.png"/><Relationship Id="rId196" Type="http://schemas.openxmlformats.org/officeDocument/2006/relationships/customXml" Target="../ink/ink2786.xml"/><Relationship Id="rId200" Type="http://schemas.openxmlformats.org/officeDocument/2006/relationships/customXml" Target="../ink/ink2788.xml"/><Relationship Id="rId16" Type="http://schemas.openxmlformats.org/officeDocument/2006/relationships/customXml" Target="../ink/ink2696.xml"/><Relationship Id="rId221" Type="http://schemas.openxmlformats.org/officeDocument/2006/relationships/image" Target="../media/image12500.png"/><Relationship Id="rId242" Type="http://schemas.openxmlformats.org/officeDocument/2006/relationships/customXml" Target="../ink/ink2809.xml"/><Relationship Id="rId37" Type="http://schemas.openxmlformats.org/officeDocument/2006/relationships/image" Target="../media/image11580.png"/><Relationship Id="rId58" Type="http://schemas.openxmlformats.org/officeDocument/2006/relationships/customXml" Target="../ink/ink2717.xml"/><Relationship Id="rId79" Type="http://schemas.openxmlformats.org/officeDocument/2006/relationships/image" Target="../media/image11790.png"/><Relationship Id="rId102" Type="http://schemas.openxmlformats.org/officeDocument/2006/relationships/customXml" Target="../ink/ink2739.xml"/><Relationship Id="rId123" Type="http://schemas.openxmlformats.org/officeDocument/2006/relationships/image" Target="../media/image12011.png"/><Relationship Id="rId144" Type="http://schemas.openxmlformats.org/officeDocument/2006/relationships/customXml" Target="../ink/ink2760.xml"/><Relationship Id="rId90" Type="http://schemas.openxmlformats.org/officeDocument/2006/relationships/customXml" Target="../ink/ink2733.xml"/><Relationship Id="rId165" Type="http://schemas.openxmlformats.org/officeDocument/2006/relationships/image" Target="../media/image12220.png"/><Relationship Id="rId186" Type="http://schemas.openxmlformats.org/officeDocument/2006/relationships/customXml" Target="../ink/ink2781.xml"/><Relationship Id="rId211" Type="http://schemas.openxmlformats.org/officeDocument/2006/relationships/image" Target="../media/image12450.png"/><Relationship Id="rId232" Type="http://schemas.openxmlformats.org/officeDocument/2006/relationships/customXml" Target="../ink/ink2804.xml"/><Relationship Id="rId253" Type="http://schemas.openxmlformats.org/officeDocument/2006/relationships/image" Target="../media/image12660.png"/><Relationship Id="rId27" Type="http://schemas.openxmlformats.org/officeDocument/2006/relationships/image" Target="../media/image11530.png"/><Relationship Id="rId48" Type="http://schemas.openxmlformats.org/officeDocument/2006/relationships/customXml" Target="../ink/ink2712.xml"/><Relationship Id="rId69" Type="http://schemas.openxmlformats.org/officeDocument/2006/relationships/image" Target="../media/image11740.png"/><Relationship Id="rId113" Type="http://schemas.openxmlformats.org/officeDocument/2006/relationships/image" Target="../media/image11960.png"/><Relationship Id="rId134" Type="http://schemas.openxmlformats.org/officeDocument/2006/relationships/customXml" Target="../ink/ink2755.xml"/><Relationship Id="rId80" Type="http://schemas.openxmlformats.org/officeDocument/2006/relationships/customXml" Target="../ink/ink2728.xml"/><Relationship Id="rId155" Type="http://schemas.openxmlformats.org/officeDocument/2006/relationships/image" Target="../media/image12170.png"/><Relationship Id="rId176" Type="http://schemas.openxmlformats.org/officeDocument/2006/relationships/customXml" Target="../ink/ink2776.xml"/><Relationship Id="rId197" Type="http://schemas.openxmlformats.org/officeDocument/2006/relationships/image" Target="../media/image12380.png"/><Relationship Id="rId201" Type="http://schemas.openxmlformats.org/officeDocument/2006/relationships/image" Target="../media/image12400.png"/><Relationship Id="rId222" Type="http://schemas.openxmlformats.org/officeDocument/2006/relationships/customXml" Target="../ink/ink2799.xml"/><Relationship Id="rId243" Type="http://schemas.openxmlformats.org/officeDocument/2006/relationships/image" Target="../media/image12611.png"/><Relationship Id="rId17" Type="http://schemas.openxmlformats.org/officeDocument/2006/relationships/image" Target="../media/image11480.png"/><Relationship Id="rId38" Type="http://schemas.openxmlformats.org/officeDocument/2006/relationships/customXml" Target="../ink/ink2707.xml"/><Relationship Id="rId59" Type="http://schemas.openxmlformats.org/officeDocument/2006/relationships/image" Target="../media/image11690.png"/><Relationship Id="rId103" Type="http://schemas.openxmlformats.org/officeDocument/2006/relationships/image" Target="../media/image11911.png"/><Relationship Id="rId124" Type="http://schemas.openxmlformats.org/officeDocument/2006/relationships/customXml" Target="../ink/ink2750.xml"/><Relationship Id="rId70" Type="http://schemas.openxmlformats.org/officeDocument/2006/relationships/customXml" Target="../ink/ink2723.xml"/><Relationship Id="rId91" Type="http://schemas.openxmlformats.org/officeDocument/2006/relationships/image" Target="../media/image11850.png"/><Relationship Id="rId145" Type="http://schemas.openxmlformats.org/officeDocument/2006/relationships/image" Target="../media/image12120.png"/><Relationship Id="rId166" Type="http://schemas.openxmlformats.org/officeDocument/2006/relationships/customXml" Target="../ink/ink2771.xml"/><Relationship Id="rId187" Type="http://schemas.openxmlformats.org/officeDocument/2006/relationships/image" Target="../media/image12330.png"/><Relationship Id="rId1" Type="http://schemas.openxmlformats.org/officeDocument/2006/relationships/slideLayout" Target="../slideLayouts/slideLayout5.xml"/><Relationship Id="rId212" Type="http://schemas.openxmlformats.org/officeDocument/2006/relationships/customXml" Target="../ink/ink2794.xml"/><Relationship Id="rId233" Type="http://schemas.openxmlformats.org/officeDocument/2006/relationships/image" Target="../media/image12560.png"/><Relationship Id="rId254" Type="http://schemas.openxmlformats.org/officeDocument/2006/relationships/customXml" Target="../ink/ink2815.xml"/><Relationship Id="rId28" Type="http://schemas.openxmlformats.org/officeDocument/2006/relationships/customXml" Target="../ink/ink2702.xml"/><Relationship Id="rId49" Type="http://schemas.openxmlformats.org/officeDocument/2006/relationships/image" Target="../media/image11640.png"/><Relationship Id="rId114" Type="http://schemas.openxmlformats.org/officeDocument/2006/relationships/customXml" Target="../ink/ink2745.xml"/><Relationship Id="rId60" Type="http://schemas.openxmlformats.org/officeDocument/2006/relationships/customXml" Target="../ink/ink2718.xml"/><Relationship Id="rId81" Type="http://schemas.openxmlformats.org/officeDocument/2006/relationships/image" Target="../media/image11800.png"/><Relationship Id="rId135" Type="http://schemas.openxmlformats.org/officeDocument/2006/relationships/image" Target="../media/image12070.png"/><Relationship Id="rId156" Type="http://schemas.openxmlformats.org/officeDocument/2006/relationships/customXml" Target="../ink/ink2766.xml"/><Relationship Id="rId177" Type="http://schemas.openxmlformats.org/officeDocument/2006/relationships/image" Target="../media/image12280.png"/><Relationship Id="rId198" Type="http://schemas.openxmlformats.org/officeDocument/2006/relationships/customXml" Target="../ink/ink2787.xml"/><Relationship Id="rId202" Type="http://schemas.openxmlformats.org/officeDocument/2006/relationships/customXml" Target="../ink/ink2789.xml"/><Relationship Id="rId223" Type="http://schemas.openxmlformats.org/officeDocument/2006/relationships/image" Target="../media/image12511.png"/><Relationship Id="rId244" Type="http://schemas.openxmlformats.org/officeDocument/2006/relationships/customXml" Target="../ink/ink2810.xml"/><Relationship Id="rId18" Type="http://schemas.openxmlformats.org/officeDocument/2006/relationships/customXml" Target="../ink/ink2697.xml"/><Relationship Id="rId39" Type="http://schemas.openxmlformats.org/officeDocument/2006/relationships/image" Target="../media/image11590.png"/><Relationship Id="rId50" Type="http://schemas.openxmlformats.org/officeDocument/2006/relationships/customXml" Target="../ink/ink2713.xml"/><Relationship Id="rId104" Type="http://schemas.openxmlformats.org/officeDocument/2006/relationships/customXml" Target="../ink/ink2740.xml"/><Relationship Id="rId125" Type="http://schemas.openxmlformats.org/officeDocument/2006/relationships/image" Target="../media/image12020.png"/><Relationship Id="rId146" Type="http://schemas.openxmlformats.org/officeDocument/2006/relationships/customXml" Target="../ink/ink2761.xml"/><Relationship Id="rId167" Type="http://schemas.openxmlformats.org/officeDocument/2006/relationships/image" Target="../media/image12230.png"/><Relationship Id="rId188" Type="http://schemas.openxmlformats.org/officeDocument/2006/relationships/customXml" Target="../ink/ink2782.xml"/><Relationship Id="rId71" Type="http://schemas.openxmlformats.org/officeDocument/2006/relationships/image" Target="../media/image11750.png"/><Relationship Id="rId92" Type="http://schemas.openxmlformats.org/officeDocument/2006/relationships/customXml" Target="../ink/ink2734.xml"/><Relationship Id="rId213" Type="http://schemas.openxmlformats.org/officeDocument/2006/relationships/image" Target="../media/image12460.png"/><Relationship Id="rId234" Type="http://schemas.openxmlformats.org/officeDocument/2006/relationships/customXml" Target="../ink/ink2805.xml"/><Relationship Id="rId2" Type="http://schemas.openxmlformats.org/officeDocument/2006/relationships/customXml" Target="../ink/ink2689.xml"/><Relationship Id="rId29" Type="http://schemas.openxmlformats.org/officeDocument/2006/relationships/image" Target="../media/image11540.png"/><Relationship Id="rId255" Type="http://schemas.openxmlformats.org/officeDocument/2006/relationships/image" Target="../media/image12670.png"/><Relationship Id="rId40" Type="http://schemas.openxmlformats.org/officeDocument/2006/relationships/customXml" Target="../ink/ink2708.xml"/><Relationship Id="rId115" Type="http://schemas.openxmlformats.org/officeDocument/2006/relationships/image" Target="../media/image11970.png"/><Relationship Id="rId136" Type="http://schemas.openxmlformats.org/officeDocument/2006/relationships/customXml" Target="../ink/ink2756.xml"/><Relationship Id="rId157" Type="http://schemas.openxmlformats.org/officeDocument/2006/relationships/image" Target="../media/image12180.png"/><Relationship Id="rId178" Type="http://schemas.openxmlformats.org/officeDocument/2006/relationships/customXml" Target="../ink/ink2777.xml"/><Relationship Id="rId61" Type="http://schemas.openxmlformats.org/officeDocument/2006/relationships/image" Target="../media/image11700.png"/><Relationship Id="rId82" Type="http://schemas.openxmlformats.org/officeDocument/2006/relationships/customXml" Target="../ink/ink2729.xml"/><Relationship Id="rId199" Type="http://schemas.openxmlformats.org/officeDocument/2006/relationships/image" Target="../media/image12390.png"/><Relationship Id="rId203" Type="http://schemas.openxmlformats.org/officeDocument/2006/relationships/image" Target="../media/image12411.png"/><Relationship Id="rId19" Type="http://schemas.openxmlformats.org/officeDocument/2006/relationships/image" Target="../media/image11490.png"/><Relationship Id="rId224" Type="http://schemas.openxmlformats.org/officeDocument/2006/relationships/customXml" Target="../ink/ink2800.xml"/><Relationship Id="rId245" Type="http://schemas.openxmlformats.org/officeDocument/2006/relationships/image" Target="../media/image12620.png"/><Relationship Id="rId30" Type="http://schemas.openxmlformats.org/officeDocument/2006/relationships/customXml" Target="../ink/ink2703.xml"/><Relationship Id="rId105" Type="http://schemas.openxmlformats.org/officeDocument/2006/relationships/image" Target="../media/image11920.png"/><Relationship Id="rId126" Type="http://schemas.openxmlformats.org/officeDocument/2006/relationships/customXml" Target="../ink/ink2751.xml"/><Relationship Id="rId147" Type="http://schemas.openxmlformats.org/officeDocument/2006/relationships/image" Target="../media/image12130.png"/><Relationship Id="rId168" Type="http://schemas.openxmlformats.org/officeDocument/2006/relationships/customXml" Target="../ink/ink2772.xml"/><Relationship Id="rId51" Type="http://schemas.openxmlformats.org/officeDocument/2006/relationships/image" Target="../media/image11650.png"/><Relationship Id="rId72" Type="http://schemas.openxmlformats.org/officeDocument/2006/relationships/customXml" Target="../ink/ink2724.xml"/><Relationship Id="rId93" Type="http://schemas.openxmlformats.org/officeDocument/2006/relationships/image" Target="../media/image11860.png"/><Relationship Id="rId189" Type="http://schemas.openxmlformats.org/officeDocument/2006/relationships/image" Target="../media/image12340.png"/><Relationship Id="rId3" Type="http://schemas.openxmlformats.org/officeDocument/2006/relationships/image" Target="../media/image11410.png"/><Relationship Id="rId214" Type="http://schemas.openxmlformats.org/officeDocument/2006/relationships/customXml" Target="../ink/ink2795.xml"/><Relationship Id="rId235" Type="http://schemas.openxmlformats.org/officeDocument/2006/relationships/image" Target="../media/image12570.png"/><Relationship Id="rId116" Type="http://schemas.openxmlformats.org/officeDocument/2006/relationships/customXml" Target="../ink/ink2746.xml"/><Relationship Id="rId137" Type="http://schemas.openxmlformats.org/officeDocument/2006/relationships/image" Target="../media/image12080.png"/><Relationship Id="rId158" Type="http://schemas.openxmlformats.org/officeDocument/2006/relationships/customXml" Target="../ink/ink2767.xml"/><Relationship Id="rId20" Type="http://schemas.openxmlformats.org/officeDocument/2006/relationships/customXml" Target="../ink/ink2698.xml"/><Relationship Id="rId41" Type="http://schemas.openxmlformats.org/officeDocument/2006/relationships/image" Target="../media/image11600.png"/><Relationship Id="rId62" Type="http://schemas.openxmlformats.org/officeDocument/2006/relationships/customXml" Target="../ink/ink2719.xml"/><Relationship Id="rId83" Type="http://schemas.openxmlformats.org/officeDocument/2006/relationships/image" Target="../media/image11811.png"/><Relationship Id="rId179" Type="http://schemas.openxmlformats.org/officeDocument/2006/relationships/image" Target="../media/image12290.png"/><Relationship Id="rId190" Type="http://schemas.openxmlformats.org/officeDocument/2006/relationships/customXml" Target="../ink/ink2783.xml"/><Relationship Id="rId204" Type="http://schemas.openxmlformats.org/officeDocument/2006/relationships/customXml" Target="../ink/ink2790.xml"/><Relationship Id="rId225" Type="http://schemas.openxmlformats.org/officeDocument/2006/relationships/image" Target="../media/image12520.png"/><Relationship Id="rId246" Type="http://schemas.openxmlformats.org/officeDocument/2006/relationships/customXml" Target="../ink/ink2811.xml"/><Relationship Id="rId106" Type="http://schemas.openxmlformats.org/officeDocument/2006/relationships/customXml" Target="../ink/ink2741.xml"/><Relationship Id="rId127" Type="http://schemas.openxmlformats.org/officeDocument/2006/relationships/image" Target="../media/image12030.png"/><Relationship Id="rId10" Type="http://schemas.openxmlformats.org/officeDocument/2006/relationships/customXml" Target="../ink/ink2693.xml"/><Relationship Id="rId31" Type="http://schemas.openxmlformats.org/officeDocument/2006/relationships/image" Target="../media/image11550.png"/><Relationship Id="rId52" Type="http://schemas.openxmlformats.org/officeDocument/2006/relationships/customXml" Target="../ink/ink2714.xml"/><Relationship Id="rId73" Type="http://schemas.openxmlformats.org/officeDocument/2006/relationships/image" Target="../media/image11760.png"/><Relationship Id="rId94" Type="http://schemas.openxmlformats.org/officeDocument/2006/relationships/customXml" Target="../ink/ink2735.xml"/><Relationship Id="rId148" Type="http://schemas.openxmlformats.org/officeDocument/2006/relationships/customXml" Target="../ink/ink2762.xml"/><Relationship Id="rId169" Type="http://schemas.openxmlformats.org/officeDocument/2006/relationships/image" Target="../media/image12240.png"/><Relationship Id="rId4" Type="http://schemas.openxmlformats.org/officeDocument/2006/relationships/customXml" Target="../ink/ink2690.xml"/><Relationship Id="rId180" Type="http://schemas.openxmlformats.org/officeDocument/2006/relationships/customXml" Target="../ink/ink2778.xml"/><Relationship Id="rId215" Type="http://schemas.openxmlformats.org/officeDocument/2006/relationships/image" Target="../media/image12470.png"/><Relationship Id="rId236" Type="http://schemas.openxmlformats.org/officeDocument/2006/relationships/customXml" Target="../ink/ink2806.xml"/></Relationships>
</file>

<file path=ppt/slides/_rels/slide3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2940.png"/><Relationship Id="rId21" Type="http://schemas.openxmlformats.org/officeDocument/2006/relationships/image" Target="../media/image11500.png"/><Relationship Id="rId42" Type="http://schemas.openxmlformats.org/officeDocument/2006/relationships/customXml" Target="../ink/ink2836.xml"/><Relationship Id="rId63" Type="http://schemas.openxmlformats.org/officeDocument/2006/relationships/image" Target="../media/image12400.png"/><Relationship Id="rId84" Type="http://schemas.openxmlformats.org/officeDocument/2006/relationships/customXml" Target="../ink/ink2857.xml"/><Relationship Id="rId138" Type="http://schemas.openxmlformats.org/officeDocument/2006/relationships/customXml" Target="../ink/ink2884.xml"/><Relationship Id="rId159" Type="http://schemas.openxmlformats.org/officeDocument/2006/relationships/image" Target="../media/image13150.png"/><Relationship Id="rId170" Type="http://schemas.openxmlformats.org/officeDocument/2006/relationships/customXml" Target="../ink/ink2900.xml"/><Relationship Id="rId191" Type="http://schemas.openxmlformats.org/officeDocument/2006/relationships/image" Target="../media/image13311.png"/><Relationship Id="rId205" Type="http://schemas.openxmlformats.org/officeDocument/2006/relationships/image" Target="../media/image13380.png"/><Relationship Id="rId107" Type="http://schemas.openxmlformats.org/officeDocument/2006/relationships/image" Target="../media/image12890.png"/><Relationship Id="rId11" Type="http://schemas.openxmlformats.org/officeDocument/2006/relationships/image" Target="../media/image11450.png"/><Relationship Id="rId32" Type="http://schemas.openxmlformats.org/officeDocument/2006/relationships/customXml" Target="../ink/ink2831.xml"/><Relationship Id="rId53" Type="http://schemas.openxmlformats.org/officeDocument/2006/relationships/image" Target="../media/image11960.png"/><Relationship Id="rId74" Type="http://schemas.openxmlformats.org/officeDocument/2006/relationships/customXml" Target="../ink/ink2852.xml"/><Relationship Id="rId128" Type="http://schemas.openxmlformats.org/officeDocument/2006/relationships/customXml" Target="../ink/ink2879.xml"/><Relationship Id="rId149" Type="http://schemas.openxmlformats.org/officeDocument/2006/relationships/image" Target="../media/image13101.png"/><Relationship Id="rId5" Type="http://schemas.openxmlformats.org/officeDocument/2006/relationships/image" Target="../media/image11420.png"/><Relationship Id="rId95" Type="http://schemas.openxmlformats.org/officeDocument/2006/relationships/image" Target="../media/image12830.png"/><Relationship Id="rId160" Type="http://schemas.openxmlformats.org/officeDocument/2006/relationships/customXml" Target="../ink/ink2895.xml"/><Relationship Id="rId181" Type="http://schemas.openxmlformats.org/officeDocument/2006/relationships/image" Target="../media/image13260.png"/><Relationship Id="rId216" Type="http://schemas.openxmlformats.org/officeDocument/2006/relationships/customXml" Target="../ink/ink2923.xml"/><Relationship Id="rId22" Type="http://schemas.openxmlformats.org/officeDocument/2006/relationships/customXml" Target="../ink/ink2826.xml"/><Relationship Id="rId43" Type="http://schemas.openxmlformats.org/officeDocument/2006/relationships/image" Target="../media/image11610.png"/><Relationship Id="rId64" Type="http://schemas.openxmlformats.org/officeDocument/2006/relationships/customXml" Target="../ink/ink2847.xml"/><Relationship Id="rId118" Type="http://schemas.openxmlformats.org/officeDocument/2006/relationships/customXml" Target="../ink/ink2874.xml"/><Relationship Id="rId139" Type="http://schemas.openxmlformats.org/officeDocument/2006/relationships/image" Target="../media/image13050.png"/><Relationship Id="rId85" Type="http://schemas.openxmlformats.org/officeDocument/2006/relationships/image" Target="../media/image12780.png"/><Relationship Id="rId150" Type="http://schemas.openxmlformats.org/officeDocument/2006/relationships/customXml" Target="../ink/ink2890.xml"/><Relationship Id="rId171" Type="http://schemas.openxmlformats.org/officeDocument/2006/relationships/image" Target="../media/image13211.png"/><Relationship Id="rId192" Type="http://schemas.openxmlformats.org/officeDocument/2006/relationships/customXml" Target="../ink/ink2911.xml"/><Relationship Id="rId206" Type="http://schemas.openxmlformats.org/officeDocument/2006/relationships/customXml" Target="../ink/ink2918.xml"/><Relationship Id="rId12" Type="http://schemas.openxmlformats.org/officeDocument/2006/relationships/customXml" Target="../ink/ink2821.xml"/><Relationship Id="rId33" Type="http://schemas.openxmlformats.org/officeDocument/2006/relationships/image" Target="../media/image11560.png"/><Relationship Id="rId108" Type="http://schemas.openxmlformats.org/officeDocument/2006/relationships/customXml" Target="../ink/ink2869.xml"/><Relationship Id="rId129" Type="http://schemas.openxmlformats.org/officeDocument/2006/relationships/image" Target="../media/image13000.png"/><Relationship Id="rId54" Type="http://schemas.openxmlformats.org/officeDocument/2006/relationships/customXml" Target="../ink/ink2842.xml"/><Relationship Id="rId75" Type="http://schemas.openxmlformats.org/officeDocument/2006/relationships/image" Target="../media/image12730.png"/><Relationship Id="rId96" Type="http://schemas.openxmlformats.org/officeDocument/2006/relationships/customXml" Target="../ink/ink2863.xml"/><Relationship Id="rId140" Type="http://schemas.openxmlformats.org/officeDocument/2006/relationships/customXml" Target="../ink/ink2885.xml"/><Relationship Id="rId161" Type="http://schemas.openxmlformats.org/officeDocument/2006/relationships/image" Target="../media/image13160.png"/><Relationship Id="rId182" Type="http://schemas.openxmlformats.org/officeDocument/2006/relationships/customXml" Target="../ink/ink2906.xml"/><Relationship Id="rId217" Type="http://schemas.openxmlformats.org/officeDocument/2006/relationships/image" Target="../media/image13440.png"/><Relationship Id="rId6" Type="http://schemas.openxmlformats.org/officeDocument/2006/relationships/customXml" Target="../ink/ink2818.xml"/><Relationship Id="rId23" Type="http://schemas.openxmlformats.org/officeDocument/2006/relationships/image" Target="../media/image11510.png"/><Relationship Id="rId119" Type="http://schemas.openxmlformats.org/officeDocument/2006/relationships/image" Target="../media/image12950.png"/><Relationship Id="rId44" Type="http://schemas.openxmlformats.org/officeDocument/2006/relationships/customXml" Target="../ink/ink2837.xml"/><Relationship Id="rId65" Type="http://schemas.openxmlformats.org/officeDocument/2006/relationships/image" Target="../media/image12680.png"/><Relationship Id="rId86" Type="http://schemas.openxmlformats.org/officeDocument/2006/relationships/customXml" Target="../ink/ink2858.xml"/><Relationship Id="rId130" Type="http://schemas.openxmlformats.org/officeDocument/2006/relationships/customXml" Target="../ink/ink2880.xml"/><Relationship Id="rId151" Type="http://schemas.openxmlformats.org/officeDocument/2006/relationships/image" Target="../media/image13111.png"/><Relationship Id="rId172" Type="http://schemas.openxmlformats.org/officeDocument/2006/relationships/customXml" Target="../ink/ink2901.xml"/><Relationship Id="rId193" Type="http://schemas.openxmlformats.org/officeDocument/2006/relationships/image" Target="../media/image13320.png"/><Relationship Id="rId207" Type="http://schemas.openxmlformats.org/officeDocument/2006/relationships/image" Target="../media/image13390.png"/><Relationship Id="rId13" Type="http://schemas.openxmlformats.org/officeDocument/2006/relationships/image" Target="../media/image11460.png"/><Relationship Id="rId109" Type="http://schemas.openxmlformats.org/officeDocument/2006/relationships/image" Target="../media/image12900.png"/><Relationship Id="rId34" Type="http://schemas.openxmlformats.org/officeDocument/2006/relationships/customXml" Target="../ink/ink2832.xml"/><Relationship Id="rId55" Type="http://schemas.openxmlformats.org/officeDocument/2006/relationships/image" Target="../media/image12360.png"/><Relationship Id="rId76" Type="http://schemas.openxmlformats.org/officeDocument/2006/relationships/customXml" Target="../ink/ink2853.xml"/><Relationship Id="rId97" Type="http://schemas.openxmlformats.org/officeDocument/2006/relationships/image" Target="../media/image12840.png"/><Relationship Id="rId120" Type="http://schemas.openxmlformats.org/officeDocument/2006/relationships/customXml" Target="../ink/ink2875.xml"/><Relationship Id="rId141" Type="http://schemas.openxmlformats.org/officeDocument/2006/relationships/image" Target="../media/image13060.png"/><Relationship Id="rId7" Type="http://schemas.openxmlformats.org/officeDocument/2006/relationships/image" Target="../media/image11430.png"/><Relationship Id="rId162" Type="http://schemas.openxmlformats.org/officeDocument/2006/relationships/customXml" Target="../ink/ink2896.xml"/><Relationship Id="rId183" Type="http://schemas.openxmlformats.org/officeDocument/2006/relationships/image" Target="../media/image13270.png"/><Relationship Id="rId218" Type="http://schemas.openxmlformats.org/officeDocument/2006/relationships/customXml" Target="../ink/ink2924.xml"/><Relationship Id="rId24" Type="http://schemas.openxmlformats.org/officeDocument/2006/relationships/customXml" Target="../ink/ink2827.xml"/><Relationship Id="rId45" Type="http://schemas.openxmlformats.org/officeDocument/2006/relationships/image" Target="../media/image11620.png"/><Relationship Id="rId66" Type="http://schemas.openxmlformats.org/officeDocument/2006/relationships/customXml" Target="../ink/ink2848.xml"/><Relationship Id="rId87" Type="http://schemas.openxmlformats.org/officeDocument/2006/relationships/image" Target="../media/image12790.png"/><Relationship Id="rId110" Type="http://schemas.openxmlformats.org/officeDocument/2006/relationships/customXml" Target="../ink/ink2870.xml"/><Relationship Id="rId131" Type="http://schemas.openxmlformats.org/officeDocument/2006/relationships/image" Target="../media/image13011.png"/><Relationship Id="rId152" Type="http://schemas.openxmlformats.org/officeDocument/2006/relationships/customXml" Target="../ink/ink2891.xml"/><Relationship Id="rId173" Type="http://schemas.openxmlformats.org/officeDocument/2006/relationships/image" Target="../media/image13220.png"/><Relationship Id="rId194" Type="http://schemas.openxmlformats.org/officeDocument/2006/relationships/customXml" Target="../ink/ink2912.xml"/><Relationship Id="rId208" Type="http://schemas.openxmlformats.org/officeDocument/2006/relationships/customXml" Target="../ink/ink2919.xml"/><Relationship Id="rId14" Type="http://schemas.openxmlformats.org/officeDocument/2006/relationships/customXml" Target="../ink/ink2822.xml"/><Relationship Id="rId30" Type="http://schemas.openxmlformats.org/officeDocument/2006/relationships/customXml" Target="../ink/ink2830.xml"/><Relationship Id="rId35" Type="http://schemas.openxmlformats.org/officeDocument/2006/relationships/image" Target="../media/image11570.png"/><Relationship Id="rId56" Type="http://schemas.openxmlformats.org/officeDocument/2006/relationships/customXml" Target="../ink/ink2843.xml"/><Relationship Id="rId77" Type="http://schemas.openxmlformats.org/officeDocument/2006/relationships/image" Target="../media/image12740.png"/><Relationship Id="rId100" Type="http://schemas.openxmlformats.org/officeDocument/2006/relationships/customXml" Target="../ink/ink2865.xml"/><Relationship Id="rId105" Type="http://schemas.openxmlformats.org/officeDocument/2006/relationships/image" Target="../media/image12880.png"/><Relationship Id="rId126" Type="http://schemas.openxmlformats.org/officeDocument/2006/relationships/customXml" Target="../ink/ink2878.xml"/><Relationship Id="rId147" Type="http://schemas.openxmlformats.org/officeDocument/2006/relationships/image" Target="../media/image13090.png"/><Relationship Id="rId168" Type="http://schemas.openxmlformats.org/officeDocument/2006/relationships/customXml" Target="../ink/ink2899.xml"/><Relationship Id="rId8" Type="http://schemas.openxmlformats.org/officeDocument/2006/relationships/customXml" Target="../ink/ink2819.xml"/><Relationship Id="rId51" Type="http://schemas.openxmlformats.org/officeDocument/2006/relationships/image" Target="../media/image11950.png"/><Relationship Id="rId72" Type="http://schemas.openxmlformats.org/officeDocument/2006/relationships/customXml" Target="../ink/ink2851.xml"/><Relationship Id="rId93" Type="http://schemas.openxmlformats.org/officeDocument/2006/relationships/image" Target="../media/image12820.png"/><Relationship Id="rId98" Type="http://schemas.openxmlformats.org/officeDocument/2006/relationships/customXml" Target="../ink/ink2864.xml"/><Relationship Id="rId121" Type="http://schemas.openxmlformats.org/officeDocument/2006/relationships/image" Target="../media/image12960.png"/><Relationship Id="rId142" Type="http://schemas.openxmlformats.org/officeDocument/2006/relationships/customXml" Target="../ink/ink2886.xml"/><Relationship Id="rId163" Type="http://schemas.openxmlformats.org/officeDocument/2006/relationships/image" Target="../media/image13170.png"/><Relationship Id="rId184" Type="http://schemas.openxmlformats.org/officeDocument/2006/relationships/customXml" Target="../ink/ink2907.xml"/><Relationship Id="rId189" Type="http://schemas.openxmlformats.org/officeDocument/2006/relationships/image" Target="../media/image13300.png"/><Relationship Id="rId219" Type="http://schemas.openxmlformats.org/officeDocument/2006/relationships/image" Target="../media/image13450.png"/><Relationship Id="rId3" Type="http://schemas.openxmlformats.org/officeDocument/2006/relationships/image" Target="../media/image11410.png"/><Relationship Id="rId214" Type="http://schemas.openxmlformats.org/officeDocument/2006/relationships/customXml" Target="../ink/ink2922.xml"/><Relationship Id="rId25" Type="http://schemas.openxmlformats.org/officeDocument/2006/relationships/image" Target="../media/image11520.png"/><Relationship Id="rId46" Type="http://schemas.openxmlformats.org/officeDocument/2006/relationships/customXml" Target="../ink/ink2838.xml"/><Relationship Id="rId67" Type="http://schemas.openxmlformats.org/officeDocument/2006/relationships/image" Target="../media/image12690.png"/><Relationship Id="rId116" Type="http://schemas.openxmlformats.org/officeDocument/2006/relationships/customXml" Target="../ink/ink2873.xml"/><Relationship Id="rId137" Type="http://schemas.openxmlformats.org/officeDocument/2006/relationships/image" Target="../media/image13040.png"/><Relationship Id="rId158" Type="http://schemas.openxmlformats.org/officeDocument/2006/relationships/customXml" Target="../ink/ink2894.xml"/><Relationship Id="rId20" Type="http://schemas.openxmlformats.org/officeDocument/2006/relationships/customXml" Target="../ink/ink2825.xml"/><Relationship Id="rId41" Type="http://schemas.openxmlformats.org/officeDocument/2006/relationships/image" Target="../media/image11600.png"/><Relationship Id="rId62" Type="http://schemas.openxmlformats.org/officeDocument/2006/relationships/customXml" Target="../ink/ink2846.xml"/><Relationship Id="rId83" Type="http://schemas.openxmlformats.org/officeDocument/2006/relationships/image" Target="../media/image12770.png"/><Relationship Id="rId88" Type="http://schemas.openxmlformats.org/officeDocument/2006/relationships/customXml" Target="../ink/ink2859.xml"/><Relationship Id="rId111" Type="http://schemas.openxmlformats.org/officeDocument/2006/relationships/image" Target="../media/image12911.png"/><Relationship Id="rId132" Type="http://schemas.openxmlformats.org/officeDocument/2006/relationships/customXml" Target="../ink/ink2881.xml"/><Relationship Id="rId153" Type="http://schemas.openxmlformats.org/officeDocument/2006/relationships/image" Target="../media/image13120.png"/><Relationship Id="rId174" Type="http://schemas.openxmlformats.org/officeDocument/2006/relationships/customXml" Target="../ink/ink2902.xml"/><Relationship Id="rId179" Type="http://schemas.openxmlformats.org/officeDocument/2006/relationships/image" Target="../media/image13250.png"/><Relationship Id="rId195" Type="http://schemas.openxmlformats.org/officeDocument/2006/relationships/image" Target="../media/image13330.png"/><Relationship Id="rId209" Type="http://schemas.openxmlformats.org/officeDocument/2006/relationships/image" Target="../media/image13400.png"/><Relationship Id="rId190" Type="http://schemas.openxmlformats.org/officeDocument/2006/relationships/customXml" Target="../ink/ink2910.xml"/><Relationship Id="rId204" Type="http://schemas.openxmlformats.org/officeDocument/2006/relationships/customXml" Target="../ink/ink2917.xml"/><Relationship Id="rId15" Type="http://schemas.openxmlformats.org/officeDocument/2006/relationships/image" Target="../media/image11470.png"/><Relationship Id="rId36" Type="http://schemas.openxmlformats.org/officeDocument/2006/relationships/customXml" Target="../ink/ink2833.xml"/><Relationship Id="rId57" Type="http://schemas.openxmlformats.org/officeDocument/2006/relationships/image" Target="../media/image12370.png"/><Relationship Id="rId106" Type="http://schemas.openxmlformats.org/officeDocument/2006/relationships/customXml" Target="../ink/ink2868.xml"/><Relationship Id="rId127" Type="http://schemas.openxmlformats.org/officeDocument/2006/relationships/image" Target="../media/image12990.png"/><Relationship Id="rId10" Type="http://schemas.openxmlformats.org/officeDocument/2006/relationships/customXml" Target="../ink/ink2820.xml"/><Relationship Id="rId31" Type="http://schemas.openxmlformats.org/officeDocument/2006/relationships/image" Target="../media/image11550.png"/><Relationship Id="rId52" Type="http://schemas.openxmlformats.org/officeDocument/2006/relationships/customXml" Target="../ink/ink2841.xml"/><Relationship Id="rId73" Type="http://schemas.openxmlformats.org/officeDocument/2006/relationships/image" Target="../media/image12720.png"/><Relationship Id="rId78" Type="http://schemas.openxmlformats.org/officeDocument/2006/relationships/customXml" Target="../ink/ink2854.xml"/><Relationship Id="rId94" Type="http://schemas.openxmlformats.org/officeDocument/2006/relationships/customXml" Target="../ink/ink2862.xml"/><Relationship Id="rId99" Type="http://schemas.openxmlformats.org/officeDocument/2006/relationships/image" Target="../media/image12850.png"/><Relationship Id="rId101" Type="http://schemas.openxmlformats.org/officeDocument/2006/relationships/image" Target="../media/image12860.png"/><Relationship Id="rId122" Type="http://schemas.openxmlformats.org/officeDocument/2006/relationships/customXml" Target="../ink/ink2876.xml"/><Relationship Id="rId143" Type="http://schemas.openxmlformats.org/officeDocument/2006/relationships/image" Target="../media/image13070.png"/><Relationship Id="rId148" Type="http://schemas.openxmlformats.org/officeDocument/2006/relationships/customXml" Target="../ink/ink2889.xml"/><Relationship Id="rId164" Type="http://schemas.openxmlformats.org/officeDocument/2006/relationships/customXml" Target="../ink/ink2897.xml"/><Relationship Id="rId169" Type="http://schemas.openxmlformats.org/officeDocument/2006/relationships/image" Target="../media/image13200.png"/><Relationship Id="rId185" Type="http://schemas.openxmlformats.org/officeDocument/2006/relationships/image" Target="../media/image13280.png"/><Relationship Id="rId4" Type="http://schemas.openxmlformats.org/officeDocument/2006/relationships/customXml" Target="../ink/ink2817.xml"/><Relationship Id="rId9" Type="http://schemas.openxmlformats.org/officeDocument/2006/relationships/image" Target="../media/image11440.png"/><Relationship Id="rId180" Type="http://schemas.openxmlformats.org/officeDocument/2006/relationships/customXml" Target="../ink/ink2905.xml"/><Relationship Id="rId210" Type="http://schemas.openxmlformats.org/officeDocument/2006/relationships/customXml" Target="../ink/ink2920.xml"/><Relationship Id="rId215" Type="http://schemas.openxmlformats.org/officeDocument/2006/relationships/image" Target="../media/image13430.png"/><Relationship Id="rId26" Type="http://schemas.openxmlformats.org/officeDocument/2006/relationships/customXml" Target="../ink/ink2828.xml"/><Relationship Id="rId47" Type="http://schemas.openxmlformats.org/officeDocument/2006/relationships/image" Target="../media/image11630.png"/><Relationship Id="rId68" Type="http://schemas.openxmlformats.org/officeDocument/2006/relationships/customXml" Target="../ink/ink2849.xml"/><Relationship Id="rId89" Type="http://schemas.openxmlformats.org/officeDocument/2006/relationships/image" Target="../media/image12800.png"/><Relationship Id="rId112" Type="http://schemas.openxmlformats.org/officeDocument/2006/relationships/customXml" Target="../ink/ink2871.xml"/><Relationship Id="rId133" Type="http://schemas.openxmlformats.org/officeDocument/2006/relationships/image" Target="../media/image13020.png"/><Relationship Id="rId154" Type="http://schemas.openxmlformats.org/officeDocument/2006/relationships/customXml" Target="../ink/ink2892.xml"/><Relationship Id="rId175" Type="http://schemas.openxmlformats.org/officeDocument/2006/relationships/image" Target="../media/image13230.png"/><Relationship Id="rId196" Type="http://schemas.openxmlformats.org/officeDocument/2006/relationships/customXml" Target="../ink/ink2913.xml"/><Relationship Id="rId200" Type="http://schemas.openxmlformats.org/officeDocument/2006/relationships/customXml" Target="../ink/ink2915.xml"/><Relationship Id="rId16" Type="http://schemas.openxmlformats.org/officeDocument/2006/relationships/customXml" Target="../ink/ink2823.xml"/><Relationship Id="rId37" Type="http://schemas.openxmlformats.org/officeDocument/2006/relationships/image" Target="../media/image11580.png"/><Relationship Id="rId58" Type="http://schemas.openxmlformats.org/officeDocument/2006/relationships/customXml" Target="../ink/ink2844.xml"/><Relationship Id="rId79" Type="http://schemas.openxmlformats.org/officeDocument/2006/relationships/image" Target="../media/image12750.png"/><Relationship Id="rId102" Type="http://schemas.openxmlformats.org/officeDocument/2006/relationships/customXml" Target="../ink/ink2866.xml"/><Relationship Id="rId123" Type="http://schemas.openxmlformats.org/officeDocument/2006/relationships/image" Target="../media/image12970.png"/><Relationship Id="rId144" Type="http://schemas.openxmlformats.org/officeDocument/2006/relationships/customXml" Target="../ink/ink2887.xml"/><Relationship Id="rId90" Type="http://schemas.openxmlformats.org/officeDocument/2006/relationships/customXml" Target="../ink/ink2860.xml"/><Relationship Id="rId165" Type="http://schemas.openxmlformats.org/officeDocument/2006/relationships/image" Target="../media/image13180.png"/><Relationship Id="rId186" Type="http://schemas.openxmlformats.org/officeDocument/2006/relationships/customXml" Target="../ink/ink2908.xml"/><Relationship Id="rId211" Type="http://schemas.openxmlformats.org/officeDocument/2006/relationships/image" Target="../media/image13411.png"/><Relationship Id="rId27" Type="http://schemas.openxmlformats.org/officeDocument/2006/relationships/image" Target="../media/image11530.png"/><Relationship Id="rId48" Type="http://schemas.openxmlformats.org/officeDocument/2006/relationships/customXml" Target="../ink/ink2839.xml"/><Relationship Id="rId69" Type="http://schemas.openxmlformats.org/officeDocument/2006/relationships/image" Target="../media/image12700.png"/><Relationship Id="rId113" Type="http://schemas.openxmlformats.org/officeDocument/2006/relationships/image" Target="../media/image12920.png"/><Relationship Id="rId134" Type="http://schemas.openxmlformats.org/officeDocument/2006/relationships/customXml" Target="../ink/ink2882.xml"/><Relationship Id="rId80" Type="http://schemas.openxmlformats.org/officeDocument/2006/relationships/customXml" Target="../ink/ink2855.xml"/><Relationship Id="rId155" Type="http://schemas.openxmlformats.org/officeDocument/2006/relationships/image" Target="../media/image13130.png"/><Relationship Id="rId176" Type="http://schemas.openxmlformats.org/officeDocument/2006/relationships/customXml" Target="../ink/ink2903.xml"/><Relationship Id="rId197" Type="http://schemas.openxmlformats.org/officeDocument/2006/relationships/image" Target="../media/image13340.png"/><Relationship Id="rId201" Type="http://schemas.openxmlformats.org/officeDocument/2006/relationships/image" Target="../media/image13360.png"/><Relationship Id="rId17" Type="http://schemas.openxmlformats.org/officeDocument/2006/relationships/image" Target="../media/image11480.png"/><Relationship Id="rId38" Type="http://schemas.openxmlformats.org/officeDocument/2006/relationships/customXml" Target="../ink/ink2834.xml"/><Relationship Id="rId59" Type="http://schemas.openxmlformats.org/officeDocument/2006/relationships/image" Target="../media/image12380.png"/><Relationship Id="rId103" Type="http://schemas.openxmlformats.org/officeDocument/2006/relationships/image" Target="../media/image12870.png"/><Relationship Id="rId124" Type="http://schemas.openxmlformats.org/officeDocument/2006/relationships/customXml" Target="../ink/ink2877.xml"/><Relationship Id="rId70" Type="http://schemas.openxmlformats.org/officeDocument/2006/relationships/customXml" Target="../ink/ink2850.xml"/><Relationship Id="rId91" Type="http://schemas.openxmlformats.org/officeDocument/2006/relationships/image" Target="../media/image12811.png"/><Relationship Id="rId145" Type="http://schemas.openxmlformats.org/officeDocument/2006/relationships/image" Target="../media/image13080.png"/><Relationship Id="rId166" Type="http://schemas.openxmlformats.org/officeDocument/2006/relationships/customXml" Target="../ink/ink2898.xml"/><Relationship Id="rId187" Type="http://schemas.openxmlformats.org/officeDocument/2006/relationships/image" Target="../media/image13290.png"/><Relationship Id="rId1" Type="http://schemas.openxmlformats.org/officeDocument/2006/relationships/slideLayout" Target="../slideLayouts/slideLayout5.xml"/><Relationship Id="rId212" Type="http://schemas.openxmlformats.org/officeDocument/2006/relationships/customXml" Target="../ink/ink2921.xml"/><Relationship Id="rId28" Type="http://schemas.openxmlformats.org/officeDocument/2006/relationships/customXml" Target="../ink/ink2829.xml"/><Relationship Id="rId49" Type="http://schemas.openxmlformats.org/officeDocument/2006/relationships/image" Target="../media/image11640.png"/><Relationship Id="rId114" Type="http://schemas.openxmlformats.org/officeDocument/2006/relationships/customXml" Target="../ink/ink2872.xml"/><Relationship Id="rId60" Type="http://schemas.openxmlformats.org/officeDocument/2006/relationships/customXml" Target="../ink/ink2845.xml"/><Relationship Id="rId81" Type="http://schemas.openxmlformats.org/officeDocument/2006/relationships/image" Target="../media/image12760.png"/><Relationship Id="rId135" Type="http://schemas.openxmlformats.org/officeDocument/2006/relationships/image" Target="../media/image13030.png"/><Relationship Id="rId156" Type="http://schemas.openxmlformats.org/officeDocument/2006/relationships/customXml" Target="../ink/ink2893.xml"/><Relationship Id="rId177" Type="http://schemas.openxmlformats.org/officeDocument/2006/relationships/image" Target="../media/image13240.png"/><Relationship Id="rId198" Type="http://schemas.openxmlformats.org/officeDocument/2006/relationships/customXml" Target="../ink/ink2914.xml"/><Relationship Id="rId202" Type="http://schemas.openxmlformats.org/officeDocument/2006/relationships/customXml" Target="../ink/ink2916.xml"/><Relationship Id="rId18" Type="http://schemas.openxmlformats.org/officeDocument/2006/relationships/customXml" Target="../ink/ink2824.xml"/><Relationship Id="rId39" Type="http://schemas.openxmlformats.org/officeDocument/2006/relationships/image" Target="../media/image11590.png"/><Relationship Id="rId50" Type="http://schemas.openxmlformats.org/officeDocument/2006/relationships/customXml" Target="../ink/ink2840.xml"/><Relationship Id="rId104" Type="http://schemas.openxmlformats.org/officeDocument/2006/relationships/customXml" Target="../ink/ink2867.xml"/><Relationship Id="rId125" Type="http://schemas.openxmlformats.org/officeDocument/2006/relationships/image" Target="../media/image12980.png"/><Relationship Id="rId146" Type="http://schemas.openxmlformats.org/officeDocument/2006/relationships/customXml" Target="../ink/ink2888.xml"/><Relationship Id="rId167" Type="http://schemas.openxmlformats.org/officeDocument/2006/relationships/image" Target="../media/image13190.png"/><Relationship Id="rId188" Type="http://schemas.openxmlformats.org/officeDocument/2006/relationships/customXml" Target="../ink/ink2909.xml"/><Relationship Id="rId71" Type="http://schemas.openxmlformats.org/officeDocument/2006/relationships/image" Target="../media/image12711.png"/><Relationship Id="rId92" Type="http://schemas.openxmlformats.org/officeDocument/2006/relationships/customXml" Target="../ink/ink2861.xml"/><Relationship Id="rId213" Type="http://schemas.openxmlformats.org/officeDocument/2006/relationships/image" Target="../media/image13420.png"/><Relationship Id="rId2" Type="http://schemas.openxmlformats.org/officeDocument/2006/relationships/customXml" Target="../ink/ink2816.xml"/><Relationship Id="rId29" Type="http://schemas.openxmlformats.org/officeDocument/2006/relationships/image" Target="../media/image11540.png"/><Relationship Id="rId40" Type="http://schemas.openxmlformats.org/officeDocument/2006/relationships/customXml" Target="../ink/ink2835.xml"/><Relationship Id="rId115" Type="http://schemas.openxmlformats.org/officeDocument/2006/relationships/image" Target="../media/image12930.png"/><Relationship Id="rId136" Type="http://schemas.openxmlformats.org/officeDocument/2006/relationships/customXml" Target="../ink/ink2883.xml"/><Relationship Id="rId157" Type="http://schemas.openxmlformats.org/officeDocument/2006/relationships/image" Target="../media/image13140.png"/><Relationship Id="rId178" Type="http://schemas.openxmlformats.org/officeDocument/2006/relationships/customXml" Target="../ink/ink2904.xml"/><Relationship Id="rId61" Type="http://schemas.openxmlformats.org/officeDocument/2006/relationships/image" Target="../media/image12390.png"/><Relationship Id="rId82" Type="http://schemas.openxmlformats.org/officeDocument/2006/relationships/customXml" Target="../ink/ink2856.xml"/><Relationship Id="rId199" Type="http://schemas.openxmlformats.org/officeDocument/2006/relationships/image" Target="../media/image13350.png"/><Relationship Id="rId203" Type="http://schemas.openxmlformats.org/officeDocument/2006/relationships/image" Target="../media/image13370.png"/><Relationship Id="rId19" Type="http://schemas.openxmlformats.org/officeDocument/2006/relationships/image" Target="../media/image11490.png"/></Relationships>
</file>

<file path=ppt/slides/_rels/slide36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2982.xml"/><Relationship Id="rId299" Type="http://schemas.openxmlformats.org/officeDocument/2006/relationships/customXml" Target="../ink/ink3073.xml"/><Relationship Id="rId21" Type="http://schemas.openxmlformats.org/officeDocument/2006/relationships/customXml" Target="../ink/ink2934.xml"/><Relationship Id="rId63" Type="http://schemas.openxmlformats.org/officeDocument/2006/relationships/customXml" Target="../ink/ink2955.xml"/><Relationship Id="rId159" Type="http://schemas.openxmlformats.org/officeDocument/2006/relationships/customXml" Target="../ink/ink3003.xml"/><Relationship Id="rId324" Type="http://schemas.openxmlformats.org/officeDocument/2006/relationships/image" Target="../media/image1505.png"/><Relationship Id="rId366" Type="http://schemas.openxmlformats.org/officeDocument/2006/relationships/image" Target="../media/image1526.png"/><Relationship Id="rId170" Type="http://schemas.openxmlformats.org/officeDocument/2006/relationships/image" Target="../media/image14280.png"/><Relationship Id="rId226" Type="http://schemas.openxmlformats.org/officeDocument/2006/relationships/image" Target="../media/image14560.png"/><Relationship Id="rId268" Type="http://schemas.openxmlformats.org/officeDocument/2006/relationships/image" Target="../media/image14770.png"/><Relationship Id="rId32" Type="http://schemas.openxmlformats.org/officeDocument/2006/relationships/image" Target="../media/image13590.png"/><Relationship Id="rId74" Type="http://schemas.openxmlformats.org/officeDocument/2006/relationships/image" Target="../media/image13800.png"/><Relationship Id="rId128" Type="http://schemas.openxmlformats.org/officeDocument/2006/relationships/image" Target="../media/image14070.png"/><Relationship Id="rId335" Type="http://schemas.openxmlformats.org/officeDocument/2006/relationships/customXml" Target="../ink/ink3091.xml"/><Relationship Id="rId5" Type="http://schemas.openxmlformats.org/officeDocument/2006/relationships/customXml" Target="../ink/ink2926.xml"/><Relationship Id="rId181" Type="http://schemas.openxmlformats.org/officeDocument/2006/relationships/customXml" Target="../ink/ink3014.xml"/><Relationship Id="rId237" Type="http://schemas.openxmlformats.org/officeDocument/2006/relationships/customXml" Target="../ink/ink3042.xml"/><Relationship Id="rId279" Type="http://schemas.openxmlformats.org/officeDocument/2006/relationships/customXml" Target="../ink/ink3063.xml"/><Relationship Id="rId43" Type="http://schemas.openxmlformats.org/officeDocument/2006/relationships/customXml" Target="../ink/ink2945.xml"/><Relationship Id="rId139" Type="http://schemas.openxmlformats.org/officeDocument/2006/relationships/customXml" Target="../ink/ink2993.xml"/><Relationship Id="rId290" Type="http://schemas.openxmlformats.org/officeDocument/2006/relationships/image" Target="../media/image1488.png"/><Relationship Id="rId304" Type="http://schemas.openxmlformats.org/officeDocument/2006/relationships/image" Target="../media/image14950.png"/><Relationship Id="rId346" Type="http://schemas.openxmlformats.org/officeDocument/2006/relationships/image" Target="../media/image1516.png"/><Relationship Id="rId85" Type="http://schemas.openxmlformats.org/officeDocument/2006/relationships/customXml" Target="../ink/ink2966.xml"/><Relationship Id="rId150" Type="http://schemas.openxmlformats.org/officeDocument/2006/relationships/image" Target="../media/image14180.png"/><Relationship Id="rId192" Type="http://schemas.openxmlformats.org/officeDocument/2006/relationships/image" Target="../media/image14390.png"/><Relationship Id="rId206" Type="http://schemas.openxmlformats.org/officeDocument/2006/relationships/image" Target="../media/image14460.png"/><Relationship Id="rId248" Type="http://schemas.openxmlformats.org/officeDocument/2006/relationships/image" Target="../media/image14670.png"/><Relationship Id="rId12" Type="http://schemas.openxmlformats.org/officeDocument/2006/relationships/image" Target="../media/image13490.png"/><Relationship Id="rId108" Type="http://schemas.openxmlformats.org/officeDocument/2006/relationships/image" Target="../media/image13970.png"/><Relationship Id="rId315" Type="http://schemas.openxmlformats.org/officeDocument/2006/relationships/customXml" Target="../ink/ink3081.xml"/><Relationship Id="rId357" Type="http://schemas.openxmlformats.org/officeDocument/2006/relationships/customXml" Target="../ink/ink3102.xml"/><Relationship Id="rId54" Type="http://schemas.openxmlformats.org/officeDocument/2006/relationships/image" Target="../media/image13700.png"/><Relationship Id="rId96" Type="http://schemas.openxmlformats.org/officeDocument/2006/relationships/image" Target="../media/image13911.png"/><Relationship Id="rId161" Type="http://schemas.openxmlformats.org/officeDocument/2006/relationships/customXml" Target="../ink/ink3004.xml"/><Relationship Id="rId217" Type="http://schemas.openxmlformats.org/officeDocument/2006/relationships/customXml" Target="../ink/ink3032.xml"/><Relationship Id="rId259" Type="http://schemas.openxmlformats.org/officeDocument/2006/relationships/customXml" Target="../ink/ink3053.xml"/><Relationship Id="rId23" Type="http://schemas.openxmlformats.org/officeDocument/2006/relationships/customXml" Target="../ink/ink2935.xml"/><Relationship Id="rId119" Type="http://schemas.openxmlformats.org/officeDocument/2006/relationships/customXml" Target="../ink/ink2983.xml"/><Relationship Id="rId270" Type="http://schemas.openxmlformats.org/officeDocument/2006/relationships/image" Target="../media/image14780.png"/><Relationship Id="rId326" Type="http://schemas.openxmlformats.org/officeDocument/2006/relationships/image" Target="../media/image1506.png"/><Relationship Id="rId65" Type="http://schemas.openxmlformats.org/officeDocument/2006/relationships/customXml" Target="../ink/ink2956.xml"/><Relationship Id="rId130" Type="http://schemas.openxmlformats.org/officeDocument/2006/relationships/image" Target="../media/image14080.png"/><Relationship Id="rId368" Type="http://schemas.openxmlformats.org/officeDocument/2006/relationships/image" Target="../media/image1527.png"/><Relationship Id="rId172" Type="http://schemas.openxmlformats.org/officeDocument/2006/relationships/image" Target="../media/image14290.png"/><Relationship Id="rId228" Type="http://schemas.openxmlformats.org/officeDocument/2006/relationships/image" Target="../media/image14570.png"/><Relationship Id="rId281" Type="http://schemas.openxmlformats.org/officeDocument/2006/relationships/customXml" Target="../ink/ink3064.xml"/><Relationship Id="rId337" Type="http://schemas.openxmlformats.org/officeDocument/2006/relationships/customXml" Target="../ink/ink3092.xml"/><Relationship Id="rId34" Type="http://schemas.openxmlformats.org/officeDocument/2006/relationships/image" Target="../media/image13600.png"/><Relationship Id="rId76" Type="http://schemas.openxmlformats.org/officeDocument/2006/relationships/image" Target="../media/image13811.png"/><Relationship Id="rId141" Type="http://schemas.openxmlformats.org/officeDocument/2006/relationships/customXml" Target="../ink/ink2994.xml"/><Relationship Id="rId7" Type="http://schemas.openxmlformats.org/officeDocument/2006/relationships/customXml" Target="../ink/ink2927.xml"/><Relationship Id="rId183" Type="http://schemas.openxmlformats.org/officeDocument/2006/relationships/customXml" Target="../ink/ink3015.xml"/><Relationship Id="rId239" Type="http://schemas.openxmlformats.org/officeDocument/2006/relationships/customXml" Target="../ink/ink3043.xml"/><Relationship Id="rId250" Type="http://schemas.openxmlformats.org/officeDocument/2006/relationships/image" Target="../media/image14680.png"/><Relationship Id="rId292" Type="http://schemas.openxmlformats.org/officeDocument/2006/relationships/image" Target="../media/image14890.png"/><Relationship Id="rId306" Type="http://schemas.openxmlformats.org/officeDocument/2006/relationships/image" Target="../media/image14960.png"/><Relationship Id="rId45" Type="http://schemas.openxmlformats.org/officeDocument/2006/relationships/customXml" Target="../ink/ink2946.xml"/><Relationship Id="rId87" Type="http://schemas.openxmlformats.org/officeDocument/2006/relationships/customXml" Target="../ink/ink2967.xml"/><Relationship Id="rId110" Type="http://schemas.openxmlformats.org/officeDocument/2006/relationships/image" Target="../media/image13980.png"/><Relationship Id="rId348" Type="http://schemas.openxmlformats.org/officeDocument/2006/relationships/image" Target="../media/image1517.png"/><Relationship Id="rId152" Type="http://schemas.openxmlformats.org/officeDocument/2006/relationships/image" Target="../media/image14190.png"/><Relationship Id="rId194" Type="http://schemas.openxmlformats.org/officeDocument/2006/relationships/image" Target="../media/image14400.png"/><Relationship Id="rId208" Type="http://schemas.openxmlformats.org/officeDocument/2006/relationships/image" Target="../media/image14470.png"/><Relationship Id="rId261" Type="http://schemas.openxmlformats.org/officeDocument/2006/relationships/customXml" Target="../ink/ink3054.xml"/><Relationship Id="rId14" Type="http://schemas.openxmlformats.org/officeDocument/2006/relationships/image" Target="../media/image13500.png"/><Relationship Id="rId56" Type="http://schemas.openxmlformats.org/officeDocument/2006/relationships/image" Target="../media/image13711.png"/><Relationship Id="rId317" Type="http://schemas.openxmlformats.org/officeDocument/2006/relationships/customXml" Target="../ink/ink3082.xml"/><Relationship Id="rId359" Type="http://schemas.openxmlformats.org/officeDocument/2006/relationships/customXml" Target="../ink/ink3103.xml"/><Relationship Id="rId98" Type="http://schemas.openxmlformats.org/officeDocument/2006/relationships/image" Target="../media/image13920.png"/><Relationship Id="rId121" Type="http://schemas.openxmlformats.org/officeDocument/2006/relationships/customXml" Target="../ink/ink2984.xml"/><Relationship Id="rId163" Type="http://schemas.openxmlformats.org/officeDocument/2006/relationships/customXml" Target="../ink/ink3005.xml"/><Relationship Id="rId219" Type="http://schemas.openxmlformats.org/officeDocument/2006/relationships/customXml" Target="../ink/ink3033.xml"/><Relationship Id="rId370" Type="http://schemas.openxmlformats.org/officeDocument/2006/relationships/image" Target="../media/image1528.png"/><Relationship Id="rId230" Type="http://schemas.openxmlformats.org/officeDocument/2006/relationships/image" Target="../media/image14580.png"/><Relationship Id="rId25" Type="http://schemas.openxmlformats.org/officeDocument/2006/relationships/customXml" Target="../ink/ink2936.xml"/><Relationship Id="rId67" Type="http://schemas.openxmlformats.org/officeDocument/2006/relationships/customXml" Target="../ink/ink2957.xml"/><Relationship Id="rId272" Type="http://schemas.openxmlformats.org/officeDocument/2006/relationships/image" Target="../media/image14790.png"/><Relationship Id="rId328" Type="http://schemas.openxmlformats.org/officeDocument/2006/relationships/image" Target="../media/image1507.png"/><Relationship Id="rId132" Type="http://schemas.openxmlformats.org/officeDocument/2006/relationships/image" Target="../media/image14090.png"/><Relationship Id="rId174" Type="http://schemas.openxmlformats.org/officeDocument/2006/relationships/image" Target="../media/image14300.png"/><Relationship Id="rId241" Type="http://schemas.openxmlformats.org/officeDocument/2006/relationships/customXml" Target="../ink/ink3044.xml"/><Relationship Id="rId15" Type="http://schemas.openxmlformats.org/officeDocument/2006/relationships/customXml" Target="../ink/ink2931.xml"/><Relationship Id="rId36" Type="http://schemas.openxmlformats.org/officeDocument/2006/relationships/image" Target="../media/image13611.png"/><Relationship Id="rId57" Type="http://schemas.openxmlformats.org/officeDocument/2006/relationships/customXml" Target="../ink/ink2952.xml"/><Relationship Id="rId262" Type="http://schemas.openxmlformats.org/officeDocument/2006/relationships/image" Target="../media/image14740.png"/><Relationship Id="rId283" Type="http://schemas.openxmlformats.org/officeDocument/2006/relationships/customXml" Target="../ink/ink3065.xml"/><Relationship Id="rId318" Type="http://schemas.openxmlformats.org/officeDocument/2006/relationships/image" Target="../media/image1502.png"/><Relationship Id="rId339" Type="http://schemas.openxmlformats.org/officeDocument/2006/relationships/customXml" Target="../ink/ink3093.xml"/><Relationship Id="rId78" Type="http://schemas.openxmlformats.org/officeDocument/2006/relationships/image" Target="../media/image13820.png"/><Relationship Id="rId99" Type="http://schemas.openxmlformats.org/officeDocument/2006/relationships/customXml" Target="../ink/ink2973.xml"/><Relationship Id="rId101" Type="http://schemas.openxmlformats.org/officeDocument/2006/relationships/customXml" Target="../ink/ink2974.xml"/><Relationship Id="rId122" Type="http://schemas.openxmlformats.org/officeDocument/2006/relationships/image" Target="../media/image14040.png"/><Relationship Id="rId143" Type="http://schemas.openxmlformats.org/officeDocument/2006/relationships/customXml" Target="../ink/ink2995.xml"/><Relationship Id="rId164" Type="http://schemas.openxmlformats.org/officeDocument/2006/relationships/image" Target="../media/image14250.png"/><Relationship Id="rId185" Type="http://schemas.openxmlformats.org/officeDocument/2006/relationships/customXml" Target="../ink/ink3016.xml"/><Relationship Id="rId350" Type="http://schemas.openxmlformats.org/officeDocument/2006/relationships/image" Target="../media/image1518.png"/><Relationship Id="rId371" Type="http://schemas.openxmlformats.org/officeDocument/2006/relationships/customXml" Target="../ink/ink3109.xml"/><Relationship Id="rId9" Type="http://schemas.openxmlformats.org/officeDocument/2006/relationships/customXml" Target="../ink/ink2928.xml"/><Relationship Id="rId210" Type="http://schemas.openxmlformats.org/officeDocument/2006/relationships/image" Target="../media/image14480.png"/><Relationship Id="rId26" Type="http://schemas.openxmlformats.org/officeDocument/2006/relationships/image" Target="../media/image13560.png"/><Relationship Id="rId231" Type="http://schemas.openxmlformats.org/officeDocument/2006/relationships/customXml" Target="../ink/ink3039.xml"/><Relationship Id="rId252" Type="http://schemas.openxmlformats.org/officeDocument/2006/relationships/image" Target="../media/image14690.png"/><Relationship Id="rId273" Type="http://schemas.openxmlformats.org/officeDocument/2006/relationships/customXml" Target="../ink/ink3060.xml"/><Relationship Id="rId294" Type="http://schemas.openxmlformats.org/officeDocument/2006/relationships/image" Target="../media/image14900.png"/><Relationship Id="rId308" Type="http://schemas.openxmlformats.org/officeDocument/2006/relationships/image" Target="../media/image14970.png"/><Relationship Id="rId329" Type="http://schemas.openxmlformats.org/officeDocument/2006/relationships/customXml" Target="../ink/ink3088.xml"/><Relationship Id="rId47" Type="http://schemas.openxmlformats.org/officeDocument/2006/relationships/customXml" Target="../ink/ink2947.xml"/><Relationship Id="rId68" Type="http://schemas.openxmlformats.org/officeDocument/2006/relationships/image" Target="../media/image13770.png"/><Relationship Id="rId89" Type="http://schemas.openxmlformats.org/officeDocument/2006/relationships/customXml" Target="../ink/ink2968.xml"/><Relationship Id="rId112" Type="http://schemas.openxmlformats.org/officeDocument/2006/relationships/image" Target="../media/image13990.png"/><Relationship Id="rId133" Type="http://schemas.openxmlformats.org/officeDocument/2006/relationships/customXml" Target="../ink/ink2990.xml"/><Relationship Id="rId154" Type="http://schemas.openxmlformats.org/officeDocument/2006/relationships/image" Target="../media/image14200.png"/><Relationship Id="rId175" Type="http://schemas.openxmlformats.org/officeDocument/2006/relationships/customXml" Target="../ink/ink3011.xml"/><Relationship Id="rId340" Type="http://schemas.openxmlformats.org/officeDocument/2006/relationships/image" Target="../media/image1513.png"/><Relationship Id="rId361" Type="http://schemas.openxmlformats.org/officeDocument/2006/relationships/customXml" Target="../ink/ink3104.xml"/><Relationship Id="rId196" Type="http://schemas.openxmlformats.org/officeDocument/2006/relationships/image" Target="../media/image14411.png"/><Relationship Id="rId200" Type="http://schemas.openxmlformats.org/officeDocument/2006/relationships/image" Target="../media/image14430.png"/><Relationship Id="rId16" Type="http://schemas.openxmlformats.org/officeDocument/2006/relationships/image" Target="../media/image13511.png"/><Relationship Id="rId221" Type="http://schemas.openxmlformats.org/officeDocument/2006/relationships/customXml" Target="../ink/ink3034.xml"/><Relationship Id="rId242" Type="http://schemas.openxmlformats.org/officeDocument/2006/relationships/image" Target="../media/image14640.png"/><Relationship Id="rId263" Type="http://schemas.openxmlformats.org/officeDocument/2006/relationships/customXml" Target="../ink/ink3055.xml"/><Relationship Id="rId284" Type="http://schemas.openxmlformats.org/officeDocument/2006/relationships/image" Target="../media/image14850.png"/><Relationship Id="rId319" Type="http://schemas.openxmlformats.org/officeDocument/2006/relationships/customXml" Target="../ink/ink3083.xml"/><Relationship Id="rId37" Type="http://schemas.openxmlformats.org/officeDocument/2006/relationships/customXml" Target="../ink/ink2942.xml"/><Relationship Id="rId58" Type="http://schemas.openxmlformats.org/officeDocument/2006/relationships/image" Target="../media/image13720.png"/><Relationship Id="rId79" Type="http://schemas.openxmlformats.org/officeDocument/2006/relationships/customXml" Target="../ink/ink2963.xml"/><Relationship Id="rId102" Type="http://schemas.openxmlformats.org/officeDocument/2006/relationships/image" Target="../media/image13940.png"/><Relationship Id="rId123" Type="http://schemas.openxmlformats.org/officeDocument/2006/relationships/customXml" Target="../ink/ink2985.xml"/><Relationship Id="rId144" Type="http://schemas.openxmlformats.org/officeDocument/2006/relationships/image" Target="../media/image14150.png"/><Relationship Id="rId330" Type="http://schemas.openxmlformats.org/officeDocument/2006/relationships/image" Target="../media/image1508.png"/><Relationship Id="rId90" Type="http://schemas.openxmlformats.org/officeDocument/2006/relationships/image" Target="../media/image13880.png"/><Relationship Id="rId165" Type="http://schemas.openxmlformats.org/officeDocument/2006/relationships/customXml" Target="../ink/ink3006.xml"/><Relationship Id="rId186" Type="http://schemas.openxmlformats.org/officeDocument/2006/relationships/image" Target="../media/image14360.png"/><Relationship Id="rId351" Type="http://schemas.openxmlformats.org/officeDocument/2006/relationships/customXml" Target="../ink/ink3099.xml"/><Relationship Id="rId372" Type="http://schemas.openxmlformats.org/officeDocument/2006/relationships/image" Target="../media/image1529.png"/><Relationship Id="rId211" Type="http://schemas.openxmlformats.org/officeDocument/2006/relationships/customXml" Target="../ink/ink3029.xml"/><Relationship Id="rId232" Type="http://schemas.openxmlformats.org/officeDocument/2006/relationships/image" Target="../media/image14590.png"/><Relationship Id="rId253" Type="http://schemas.openxmlformats.org/officeDocument/2006/relationships/customXml" Target="../ink/ink3050.xml"/><Relationship Id="rId274" Type="http://schemas.openxmlformats.org/officeDocument/2006/relationships/image" Target="../media/image14800.png"/><Relationship Id="rId295" Type="http://schemas.openxmlformats.org/officeDocument/2006/relationships/customXml" Target="../ink/ink3071.xml"/><Relationship Id="rId309" Type="http://schemas.openxmlformats.org/officeDocument/2006/relationships/customXml" Target="../ink/ink3078.xml"/><Relationship Id="rId27" Type="http://schemas.openxmlformats.org/officeDocument/2006/relationships/customXml" Target="../ink/ink2937.xml"/><Relationship Id="rId48" Type="http://schemas.openxmlformats.org/officeDocument/2006/relationships/image" Target="../media/image13670.png"/><Relationship Id="rId69" Type="http://schemas.openxmlformats.org/officeDocument/2006/relationships/customXml" Target="../ink/ink2958.xml"/><Relationship Id="rId113" Type="http://schemas.openxmlformats.org/officeDocument/2006/relationships/customXml" Target="../ink/ink2980.xml"/><Relationship Id="rId134" Type="http://schemas.openxmlformats.org/officeDocument/2006/relationships/image" Target="../media/image14101.png"/><Relationship Id="rId320" Type="http://schemas.openxmlformats.org/officeDocument/2006/relationships/image" Target="../media/image15030.png"/><Relationship Id="rId80" Type="http://schemas.openxmlformats.org/officeDocument/2006/relationships/image" Target="../media/image13830.png"/><Relationship Id="rId155" Type="http://schemas.openxmlformats.org/officeDocument/2006/relationships/customXml" Target="../ink/ink3001.xml"/><Relationship Id="rId176" Type="http://schemas.openxmlformats.org/officeDocument/2006/relationships/image" Target="../media/image14311.png"/><Relationship Id="rId197" Type="http://schemas.openxmlformats.org/officeDocument/2006/relationships/customXml" Target="../ink/ink3022.xml"/><Relationship Id="rId341" Type="http://schemas.openxmlformats.org/officeDocument/2006/relationships/customXml" Target="../ink/ink3094.xml"/><Relationship Id="rId362" Type="http://schemas.openxmlformats.org/officeDocument/2006/relationships/image" Target="../media/image1524.png"/><Relationship Id="rId201" Type="http://schemas.openxmlformats.org/officeDocument/2006/relationships/customXml" Target="../ink/ink3024.xml"/><Relationship Id="rId222" Type="http://schemas.openxmlformats.org/officeDocument/2006/relationships/image" Target="../media/image14540.png"/><Relationship Id="rId243" Type="http://schemas.openxmlformats.org/officeDocument/2006/relationships/customXml" Target="../ink/ink3045.xml"/><Relationship Id="rId264" Type="http://schemas.openxmlformats.org/officeDocument/2006/relationships/image" Target="../media/image14750.png"/><Relationship Id="rId285" Type="http://schemas.openxmlformats.org/officeDocument/2006/relationships/customXml" Target="../ink/ink3066.xml"/><Relationship Id="rId17" Type="http://schemas.openxmlformats.org/officeDocument/2006/relationships/customXml" Target="../ink/ink2932.xml"/><Relationship Id="rId38" Type="http://schemas.openxmlformats.org/officeDocument/2006/relationships/image" Target="../media/image13620.png"/><Relationship Id="rId59" Type="http://schemas.openxmlformats.org/officeDocument/2006/relationships/customXml" Target="../ink/ink2953.xml"/><Relationship Id="rId103" Type="http://schemas.openxmlformats.org/officeDocument/2006/relationships/customXml" Target="../ink/ink2975.xml"/><Relationship Id="rId124" Type="http://schemas.openxmlformats.org/officeDocument/2006/relationships/image" Target="../media/image14050.png"/><Relationship Id="rId310" Type="http://schemas.openxmlformats.org/officeDocument/2006/relationships/image" Target="../media/image14980.png"/><Relationship Id="rId70" Type="http://schemas.openxmlformats.org/officeDocument/2006/relationships/image" Target="../media/image13780.png"/><Relationship Id="rId91" Type="http://schemas.openxmlformats.org/officeDocument/2006/relationships/customXml" Target="../ink/ink2969.xml"/><Relationship Id="rId145" Type="http://schemas.openxmlformats.org/officeDocument/2006/relationships/customXml" Target="../ink/ink2996.xml"/><Relationship Id="rId166" Type="http://schemas.openxmlformats.org/officeDocument/2006/relationships/image" Target="../media/image14260.png"/><Relationship Id="rId187" Type="http://schemas.openxmlformats.org/officeDocument/2006/relationships/customXml" Target="../ink/ink3017.xml"/><Relationship Id="rId331" Type="http://schemas.openxmlformats.org/officeDocument/2006/relationships/customXml" Target="../ink/ink3089.xml"/><Relationship Id="rId352" Type="http://schemas.openxmlformats.org/officeDocument/2006/relationships/image" Target="../media/image1519.png"/><Relationship Id="rId1" Type="http://schemas.openxmlformats.org/officeDocument/2006/relationships/slideLayout" Target="../slideLayouts/slideLayout4.xml"/><Relationship Id="rId212" Type="http://schemas.openxmlformats.org/officeDocument/2006/relationships/image" Target="../media/image14490.png"/><Relationship Id="rId233" Type="http://schemas.openxmlformats.org/officeDocument/2006/relationships/customXml" Target="../ink/ink3040.xml"/><Relationship Id="rId254" Type="http://schemas.openxmlformats.org/officeDocument/2006/relationships/image" Target="../media/image14700.png"/><Relationship Id="rId28" Type="http://schemas.openxmlformats.org/officeDocument/2006/relationships/image" Target="../media/image13570.png"/><Relationship Id="rId49" Type="http://schemas.openxmlformats.org/officeDocument/2006/relationships/customXml" Target="../ink/ink2948.xml"/><Relationship Id="rId114" Type="http://schemas.openxmlformats.org/officeDocument/2006/relationships/image" Target="../media/image14000.png"/><Relationship Id="rId275" Type="http://schemas.openxmlformats.org/officeDocument/2006/relationships/customXml" Target="../ink/ink3061.xml"/><Relationship Id="rId296" Type="http://schemas.openxmlformats.org/officeDocument/2006/relationships/image" Target="../media/image1491.png"/><Relationship Id="rId300" Type="http://schemas.openxmlformats.org/officeDocument/2006/relationships/image" Target="../media/image14930.png"/><Relationship Id="rId60" Type="http://schemas.openxmlformats.org/officeDocument/2006/relationships/image" Target="../media/image13730.png"/><Relationship Id="rId81" Type="http://schemas.openxmlformats.org/officeDocument/2006/relationships/customXml" Target="../ink/ink2964.xml"/><Relationship Id="rId135" Type="http://schemas.openxmlformats.org/officeDocument/2006/relationships/customXml" Target="../ink/ink2991.xml"/><Relationship Id="rId156" Type="http://schemas.openxmlformats.org/officeDocument/2006/relationships/image" Target="../media/image14211.png"/><Relationship Id="rId177" Type="http://schemas.openxmlformats.org/officeDocument/2006/relationships/customXml" Target="../ink/ink3012.xml"/><Relationship Id="rId198" Type="http://schemas.openxmlformats.org/officeDocument/2006/relationships/image" Target="../media/image14420.png"/><Relationship Id="rId321" Type="http://schemas.openxmlformats.org/officeDocument/2006/relationships/customXml" Target="../ink/ink3084.xml"/><Relationship Id="rId342" Type="http://schemas.openxmlformats.org/officeDocument/2006/relationships/image" Target="../media/image1514.png"/><Relationship Id="rId363" Type="http://schemas.openxmlformats.org/officeDocument/2006/relationships/customXml" Target="../ink/ink3105.xml"/><Relationship Id="rId202" Type="http://schemas.openxmlformats.org/officeDocument/2006/relationships/image" Target="../media/image14440.png"/><Relationship Id="rId223" Type="http://schemas.openxmlformats.org/officeDocument/2006/relationships/customXml" Target="../ink/ink3035.xml"/><Relationship Id="rId244" Type="http://schemas.openxmlformats.org/officeDocument/2006/relationships/image" Target="../media/image14650.png"/><Relationship Id="rId18" Type="http://schemas.openxmlformats.org/officeDocument/2006/relationships/image" Target="../media/image13520.png"/><Relationship Id="rId39" Type="http://schemas.openxmlformats.org/officeDocument/2006/relationships/customXml" Target="../ink/ink2943.xml"/><Relationship Id="rId265" Type="http://schemas.openxmlformats.org/officeDocument/2006/relationships/customXml" Target="../ink/ink3056.xml"/><Relationship Id="rId286" Type="http://schemas.openxmlformats.org/officeDocument/2006/relationships/image" Target="../media/image14860.png"/><Relationship Id="rId50" Type="http://schemas.openxmlformats.org/officeDocument/2006/relationships/image" Target="../media/image13680.png"/><Relationship Id="rId104" Type="http://schemas.openxmlformats.org/officeDocument/2006/relationships/image" Target="../media/image13950.png"/><Relationship Id="rId125" Type="http://schemas.openxmlformats.org/officeDocument/2006/relationships/customXml" Target="../ink/ink2986.xml"/><Relationship Id="rId146" Type="http://schemas.openxmlformats.org/officeDocument/2006/relationships/image" Target="../media/image14160.png"/><Relationship Id="rId167" Type="http://schemas.openxmlformats.org/officeDocument/2006/relationships/customXml" Target="../ink/ink3007.xml"/><Relationship Id="rId188" Type="http://schemas.openxmlformats.org/officeDocument/2006/relationships/image" Target="../media/image14370.png"/><Relationship Id="rId311" Type="http://schemas.openxmlformats.org/officeDocument/2006/relationships/customXml" Target="../ink/ink3079.xml"/><Relationship Id="rId332" Type="http://schemas.openxmlformats.org/officeDocument/2006/relationships/image" Target="../media/image1509.png"/><Relationship Id="rId353" Type="http://schemas.openxmlformats.org/officeDocument/2006/relationships/customXml" Target="../ink/ink3100.xml"/><Relationship Id="rId71" Type="http://schemas.openxmlformats.org/officeDocument/2006/relationships/customXml" Target="../ink/ink2959.xml"/><Relationship Id="rId92" Type="http://schemas.openxmlformats.org/officeDocument/2006/relationships/image" Target="../media/image13890.png"/><Relationship Id="rId213" Type="http://schemas.openxmlformats.org/officeDocument/2006/relationships/customXml" Target="../ink/ink3030.xml"/><Relationship Id="rId234" Type="http://schemas.openxmlformats.org/officeDocument/2006/relationships/image" Target="../media/image14600.png"/><Relationship Id="rId2" Type="http://schemas.openxmlformats.org/officeDocument/2006/relationships/image" Target="../media/image1503.png"/><Relationship Id="rId29" Type="http://schemas.openxmlformats.org/officeDocument/2006/relationships/customXml" Target="../ink/ink2938.xml"/><Relationship Id="rId255" Type="http://schemas.openxmlformats.org/officeDocument/2006/relationships/customXml" Target="../ink/ink3051.xml"/><Relationship Id="rId276" Type="http://schemas.openxmlformats.org/officeDocument/2006/relationships/image" Target="../media/image14811.png"/><Relationship Id="rId297" Type="http://schemas.openxmlformats.org/officeDocument/2006/relationships/customXml" Target="../ink/ink3072.xml"/><Relationship Id="rId40" Type="http://schemas.openxmlformats.org/officeDocument/2006/relationships/image" Target="../media/image13630.png"/><Relationship Id="rId115" Type="http://schemas.openxmlformats.org/officeDocument/2006/relationships/customXml" Target="../ink/ink2981.xml"/><Relationship Id="rId136" Type="http://schemas.openxmlformats.org/officeDocument/2006/relationships/image" Target="../media/image14111.png"/><Relationship Id="rId157" Type="http://schemas.openxmlformats.org/officeDocument/2006/relationships/customXml" Target="../ink/ink3002.xml"/><Relationship Id="rId178" Type="http://schemas.openxmlformats.org/officeDocument/2006/relationships/image" Target="../media/image14320.png"/><Relationship Id="rId301" Type="http://schemas.openxmlformats.org/officeDocument/2006/relationships/customXml" Target="../ink/ink3074.xml"/><Relationship Id="rId322" Type="http://schemas.openxmlformats.org/officeDocument/2006/relationships/image" Target="../media/image1504.png"/><Relationship Id="rId343" Type="http://schemas.openxmlformats.org/officeDocument/2006/relationships/customXml" Target="../ink/ink3095.xml"/><Relationship Id="rId364" Type="http://schemas.openxmlformats.org/officeDocument/2006/relationships/image" Target="../media/image1525.png"/><Relationship Id="rId61" Type="http://schemas.openxmlformats.org/officeDocument/2006/relationships/customXml" Target="../ink/ink2954.xml"/><Relationship Id="rId82" Type="http://schemas.openxmlformats.org/officeDocument/2006/relationships/image" Target="../media/image13840.png"/><Relationship Id="rId199" Type="http://schemas.openxmlformats.org/officeDocument/2006/relationships/customXml" Target="../ink/ink3023.xml"/><Relationship Id="rId203" Type="http://schemas.openxmlformats.org/officeDocument/2006/relationships/customXml" Target="../ink/ink3025.xml"/><Relationship Id="rId19" Type="http://schemas.openxmlformats.org/officeDocument/2006/relationships/customXml" Target="../ink/ink2933.xml"/><Relationship Id="rId224" Type="http://schemas.openxmlformats.org/officeDocument/2006/relationships/image" Target="../media/image14550.png"/><Relationship Id="rId245" Type="http://schemas.openxmlformats.org/officeDocument/2006/relationships/customXml" Target="../ink/ink3046.xml"/><Relationship Id="rId266" Type="http://schemas.openxmlformats.org/officeDocument/2006/relationships/image" Target="../media/image14760.png"/><Relationship Id="rId287" Type="http://schemas.openxmlformats.org/officeDocument/2006/relationships/customXml" Target="../ink/ink3067.xml"/><Relationship Id="rId30" Type="http://schemas.openxmlformats.org/officeDocument/2006/relationships/image" Target="../media/image13580.png"/><Relationship Id="rId105" Type="http://schemas.openxmlformats.org/officeDocument/2006/relationships/customXml" Target="../ink/ink2976.xml"/><Relationship Id="rId126" Type="http://schemas.openxmlformats.org/officeDocument/2006/relationships/image" Target="../media/image14060.png"/><Relationship Id="rId147" Type="http://schemas.openxmlformats.org/officeDocument/2006/relationships/customXml" Target="../ink/ink2997.xml"/><Relationship Id="rId168" Type="http://schemas.openxmlformats.org/officeDocument/2006/relationships/image" Target="../media/image14270.png"/><Relationship Id="rId312" Type="http://schemas.openxmlformats.org/officeDocument/2006/relationships/image" Target="../media/image14990.png"/><Relationship Id="rId333" Type="http://schemas.openxmlformats.org/officeDocument/2006/relationships/customXml" Target="../ink/ink3090.xml"/><Relationship Id="rId354" Type="http://schemas.openxmlformats.org/officeDocument/2006/relationships/image" Target="../media/image1520.png"/><Relationship Id="rId51" Type="http://schemas.openxmlformats.org/officeDocument/2006/relationships/customXml" Target="../ink/ink2949.xml"/><Relationship Id="rId72" Type="http://schemas.openxmlformats.org/officeDocument/2006/relationships/image" Target="../media/image13790.png"/><Relationship Id="rId93" Type="http://schemas.openxmlformats.org/officeDocument/2006/relationships/customXml" Target="../ink/ink2970.xml"/><Relationship Id="rId189" Type="http://schemas.openxmlformats.org/officeDocument/2006/relationships/customXml" Target="../ink/ink3018.xml"/><Relationship Id="rId3" Type="http://schemas.openxmlformats.org/officeDocument/2006/relationships/customXml" Target="../ink/ink2925.xml"/><Relationship Id="rId214" Type="http://schemas.openxmlformats.org/officeDocument/2006/relationships/image" Target="../media/image14500.png"/><Relationship Id="rId235" Type="http://schemas.openxmlformats.org/officeDocument/2006/relationships/customXml" Target="../ink/ink3041.xml"/><Relationship Id="rId256" Type="http://schemas.openxmlformats.org/officeDocument/2006/relationships/image" Target="../media/image14711.png"/><Relationship Id="rId277" Type="http://schemas.openxmlformats.org/officeDocument/2006/relationships/customXml" Target="../ink/ink3062.xml"/><Relationship Id="rId298" Type="http://schemas.openxmlformats.org/officeDocument/2006/relationships/image" Target="../media/image14920.png"/><Relationship Id="rId116" Type="http://schemas.openxmlformats.org/officeDocument/2006/relationships/image" Target="../media/image14011.png"/><Relationship Id="rId137" Type="http://schemas.openxmlformats.org/officeDocument/2006/relationships/customXml" Target="../ink/ink2992.xml"/><Relationship Id="rId158" Type="http://schemas.openxmlformats.org/officeDocument/2006/relationships/image" Target="../media/image14220.png"/><Relationship Id="rId302" Type="http://schemas.openxmlformats.org/officeDocument/2006/relationships/image" Target="../media/image1494.png"/><Relationship Id="rId323" Type="http://schemas.openxmlformats.org/officeDocument/2006/relationships/customXml" Target="../ink/ink3085.xml"/><Relationship Id="rId344" Type="http://schemas.openxmlformats.org/officeDocument/2006/relationships/image" Target="../media/image1515.png"/><Relationship Id="rId20" Type="http://schemas.openxmlformats.org/officeDocument/2006/relationships/image" Target="../media/image13530.png"/><Relationship Id="rId41" Type="http://schemas.openxmlformats.org/officeDocument/2006/relationships/customXml" Target="../ink/ink2944.xml"/><Relationship Id="rId62" Type="http://schemas.openxmlformats.org/officeDocument/2006/relationships/image" Target="../media/image13740.png"/><Relationship Id="rId83" Type="http://schemas.openxmlformats.org/officeDocument/2006/relationships/customXml" Target="../ink/ink2965.xml"/><Relationship Id="rId179" Type="http://schemas.openxmlformats.org/officeDocument/2006/relationships/customXml" Target="../ink/ink3013.xml"/><Relationship Id="rId365" Type="http://schemas.openxmlformats.org/officeDocument/2006/relationships/customXml" Target="../ink/ink3106.xml"/><Relationship Id="rId190" Type="http://schemas.openxmlformats.org/officeDocument/2006/relationships/image" Target="../media/image14380.png"/><Relationship Id="rId204" Type="http://schemas.openxmlformats.org/officeDocument/2006/relationships/image" Target="../media/image14450.png"/><Relationship Id="rId225" Type="http://schemas.openxmlformats.org/officeDocument/2006/relationships/customXml" Target="../ink/ink3036.xml"/><Relationship Id="rId246" Type="http://schemas.openxmlformats.org/officeDocument/2006/relationships/image" Target="../media/image14660.png"/><Relationship Id="rId267" Type="http://schemas.openxmlformats.org/officeDocument/2006/relationships/customXml" Target="../ink/ink3057.xml"/><Relationship Id="rId288" Type="http://schemas.openxmlformats.org/officeDocument/2006/relationships/image" Target="../media/image14870.png"/><Relationship Id="rId106" Type="http://schemas.openxmlformats.org/officeDocument/2006/relationships/image" Target="../media/image13960.png"/><Relationship Id="rId127" Type="http://schemas.openxmlformats.org/officeDocument/2006/relationships/customXml" Target="../ink/ink2987.xml"/><Relationship Id="rId313" Type="http://schemas.openxmlformats.org/officeDocument/2006/relationships/customXml" Target="../ink/ink3080.xml"/><Relationship Id="rId10" Type="http://schemas.openxmlformats.org/officeDocument/2006/relationships/image" Target="../media/image13480.png"/><Relationship Id="rId31" Type="http://schemas.openxmlformats.org/officeDocument/2006/relationships/customXml" Target="../ink/ink2939.xml"/><Relationship Id="rId52" Type="http://schemas.openxmlformats.org/officeDocument/2006/relationships/image" Target="../media/image13690.png"/><Relationship Id="rId73" Type="http://schemas.openxmlformats.org/officeDocument/2006/relationships/customXml" Target="../ink/ink2960.xml"/><Relationship Id="rId94" Type="http://schemas.openxmlformats.org/officeDocument/2006/relationships/image" Target="../media/image13900.png"/><Relationship Id="rId148" Type="http://schemas.openxmlformats.org/officeDocument/2006/relationships/image" Target="../media/image14170.png"/><Relationship Id="rId169" Type="http://schemas.openxmlformats.org/officeDocument/2006/relationships/customXml" Target="../ink/ink3008.xml"/><Relationship Id="rId334" Type="http://schemas.openxmlformats.org/officeDocument/2006/relationships/image" Target="../media/image1510.png"/><Relationship Id="rId355" Type="http://schemas.openxmlformats.org/officeDocument/2006/relationships/customXml" Target="../ink/ink3101.xml"/><Relationship Id="rId4" Type="http://schemas.openxmlformats.org/officeDocument/2006/relationships/image" Target="../media/image10120.png"/><Relationship Id="rId180" Type="http://schemas.openxmlformats.org/officeDocument/2006/relationships/image" Target="../media/image14330.png"/><Relationship Id="rId215" Type="http://schemas.openxmlformats.org/officeDocument/2006/relationships/customXml" Target="../ink/ink3031.xml"/><Relationship Id="rId236" Type="http://schemas.openxmlformats.org/officeDocument/2006/relationships/image" Target="../media/image14611.png"/><Relationship Id="rId257" Type="http://schemas.openxmlformats.org/officeDocument/2006/relationships/customXml" Target="../ink/ink3052.xml"/><Relationship Id="rId278" Type="http://schemas.openxmlformats.org/officeDocument/2006/relationships/image" Target="../media/image14820.png"/><Relationship Id="rId303" Type="http://schemas.openxmlformats.org/officeDocument/2006/relationships/customXml" Target="../ink/ink3075.xml"/><Relationship Id="rId42" Type="http://schemas.openxmlformats.org/officeDocument/2006/relationships/image" Target="../media/image13640.png"/><Relationship Id="rId84" Type="http://schemas.openxmlformats.org/officeDocument/2006/relationships/image" Target="../media/image13850.png"/><Relationship Id="rId138" Type="http://schemas.openxmlformats.org/officeDocument/2006/relationships/image" Target="../media/image14120.png"/><Relationship Id="rId345" Type="http://schemas.openxmlformats.org/officeDocument/2006/relationships/customXml" Target="../ink/ink3096.xml"/><Relationship Id="rId191" Type="http://schemas.openxmlformats.org/officeDocument/2006/relationships/customXml" Target="../ink/ink3019.xml"/><Relationship Id="rId205" Type="http://schemas.openxmlformats.org/officeDocument/2006/relationships/customXml" Target="../ink/ink3026.xml"/><Relationship Id="rId247" Type="http://schemas.openxmlformats.org/officeDocument/2006/relationships/customXml" Target="../ink/ink3047.xml"/><Relationship Id="rId107" Type="http://schemas.openxmlformats.org/officeDocument/2006/relationships/customXml" Target="../ink/ink2977.xml"/><Relationship Id="rId289" Type="http://schemas.openxmlformats.org/officeDocument/2006/relationships/customXml" Target="../ink/ink3068.xml"/><Relationship Id="rId11" Type="http://schemas.openxmlformats.org/officeDocument/2006/relationships/customXml" Target="../ink/ink2929.xml"/><Relationship Id="rId53" Type="http://schemas.openxmlformats.org/officeDocument/2006/relationships/customXml" Target="../ink/ink2950.xml"/><Relationship Id="rId149" Type="http://schemas.openxmlformats.org/officeDocument/2006/relationships/customXml" Target="../ink/ink2998.xml"/><Relationship Id="rId314" Type="http://schemas.openxmlformats.org/officeDocument/2006/relationships/image" Target="../media/image15000.png"/><Relationship Id="rId356" Type="http://schemas.openxmlformats.org/officeDocument/2006/relationships/image" Target="../media/image1521.png"/><Relationship Id="rId95" Type="http://schemas.openxmlformats.org/officeDocument/2006/relationships/customXml" Target="../ink/ink2971.xml"/><Relationship Id="rId160" Type="http://schemas.openxmlformats.org/officeDocument/2006/relationships/image" Target="../media/image14230.png"/><Relationship Id="rId216" Type="http://schemas.openxmlformats.org/officeDocument/2006/relationships/image" Target="../media/image14511.png"/><Relationship Id="rId258" Type="http://schemas.openxmlformats.org/officeDocument/2006/relationships/image" Target="../media/image14720.png"/><Relationship Id="rId22" Type="http://schemas.openxmlformats.org/officeDocument/2006/relationships/image" Target="../media/image13540.png"/><Relationship Id="rId64" Type="http://schemas.openxmlformats.org/officeDocument/2006/relationships/image" Target="../media/image13750.png"/><Relationship Id="rId118" Type="http://schemas.openxmlformats.org/officeDocument/2006/relationships/image" Target="../media/image14020.png"/><Relationship Id="rId325" Type="http://schemas.openxmlformats.org/officeDocument/2006/relationships/customXml" Target="../ink/ink3086.xml"/><Relationship Id="rId367" Type="http://schemas.openxmlformats.org/officeDocument/2006/relationships/customXml" Target="../ink/ink3107.xml"/><Relationship Id="rId171" Type="http://schemas.openxmlformats.org/officeDocument/2006/relationships/customXml" Target="../ink/ink3009.xml"/><Relationship Id="rId227" Type="http://schemas.openxmlformats.org/officeDocument/2006/relationships/customXml" Target="../ink/ink3037.xml"/><Relationship Id="rId269" Type="http://schemas.openxmlformats.org/officeDocument/2006/relationships/customXml" Target="../ink/ink3058.xml"/><Relationship Id="rId33" Type="http://schemas.openxmlformats.org/officeDocument/2006/relationships/customXml" Target="../ink/ink2940.xml"/><Relationship Id="rId129" Type="http://schemas.openxmlformats.org/officeDocument/2006/relationships/customXml" Target="../ink/ink2988.xml"/><Relationship Id="rId280" Type="http://schemas.openxmlformats.org/officeDocument/2006/relationships/image" Target="../media/image14830.png"/><Relationship Id="rId336" Type="http://schemas.openxmlformats.org/officeDocument/2006/relationships/image" Target="../media/image1511.png"/><Relationship Id="rId75" Type="http://schemas.openxmlformats.org/officeDocument/2006/relationships/customXml" Target="../ink/ink2961.xml"/><Relationship Id="rId140" Type="http://schemas.openxmlformats.org/officeDocument/2006/relationships/image" Target="../media/image14130.png"/><Relationship Id="rId182" Type="http://schemas.openxmlformats.org/officeDocument/2006/relationships/image" Target="../media/image14340.png"/><Relationship Id="rId6" Type="http://schemas.openxmlformats.org/officeDocument/2006/relationships/image" Target="../media/image13460.png"/><Relationship Id="rId238" Type="http://schemas.openxmlformats.org/officeDocument/2006/relationships/image" Target="../media/image14620.png"/><Relationship Id="rId291" Type="http://schemas.openxmlformats.org/officeDocument/2006/relationships/customXml" Target="../ink/ink3069.xml"/><Relationship Id="rId305" Type="http://schemas.openxmlformats.org/officeDocument/2006/relationships/customXml" Target="../ink/ink3076.xml"/><Relationship Id="rId347" Type="http://schemas.openxmlformats.org/officeDocument/2006/relationships/customXml" Target="../ink/ink3097.xml"/><Relationship Id="rId44" Type="http://schemas.openxmlformats.org/officeDocument/2006/relationships/image" Target="../media/image13650.png"/><Relationship Id="rId86" Type="http://schemas.openxmlformats.org/officeDocument/2006/relationships/image" Target="../media/image13860.png"/><Relationship Id="rId151" Type="http://schemas.openxmlformats.org/officeDocument/2006/relationships/customXml" Target="../ink/ink2999.xml"/><Relationship Id="rId193" Type="http://schemas.openxmlformats.org/officeDocument/2006/relationships/customXml" Target="../ink/ink3020.xml"/><Relationship Id="rId207" Type="http://schemas.openxmlformats.org/officeDocument/2006/relationships/customXml" Target="../ink/ink3027.xml"/><Relationship Id="rId249" Type="http://schemas.openxmlformats.org/officeDocument/2006/relationships/customXml" Target="../ink/ink3048.xml"/><Relationship Id="rId13" Type="http://schemas.openxmlformats.org/officeDocument/2006/relationships/customXml" Target="../ink/ink2930.xml"/><Relationship Id="rId109" Type="http://schemas.openxmlformats.org/officeDocument/2006/relationships/customXml" Target="../ink/ink2978.xml"/><Relationship Id="rId260" Type="http://schemas.openxmlformats.org/officeDocument/2006/relationships/image" Target="../media/image14730.png"/><Relationship Id="rId316" Type="http://schemas.openxmlformats.org/officeDocument/2006/relationships/image" Target="../media/image15011.png"/><Relationship Id="rId55" Type="http://schemas.openxmlformats.org/officeDocument/2006/relationships/customXml" Target="../ink/ink2951.xml"/><Relationship Id="rId97" Type="http://schemas.openxmlformats.org/officeDocument/2006/relationships/customXml" Target="../ink/ink2972.xml"/><Relationship Id="rId120" Type="http://schemas.openxmlformats.org/officeDocument/2006/relationships/image" Target="../media/image14030.png"/><Relationship Id="rId358" Type="http://schemas.openxmlformats.org/officeDocument/2006/relationships/image" Target="../media/image1522.png"/><Relationship Id="rId162" Type="http://schemas.openxmlformats.org/officeDocument/2006/relationships/image" Target="../media/image14240.png"/><Relationship Id="rId218" Type="http://schemas.openxmlformats.org/officeDocument/2006/relationships/image" Target="../media/image14520.png"/><Relationship Id="rId271" Type="http://schemas.openxmlformats.org/officeDocument/2006/relationships/customXml" Target="../ink/ink3059.xml"/><Relationship Id="rId24" Type="http://schemas.openxmlformats.org/officeDocument/2006/relationships/image" Target="../media/image13550.png"/><Relationship Id="rId66" Type="http://schemas.openxmlformats.org/officeDocument/2006/relationships/image" Target="../media/image13760.png"/><Relationship Id="rId131" Type="http://schemas.openxmlformats.org/officeDocument/2006/relationships/customXml" Target="../ink/ink2989.xml"/><Relationship Id="rId327" Type="http://schemas.openxmlformats.org/officeDocument/2006/relationships/customXml" Target="../ink/ink3087.xml"/><Relationship Id="rId369" Type="http://schemas.openxmlformats.org/officeDocument/2006/relationships/customXml" Target="../ink/ink3108.xml"/><Relationship Id="rId173" Type="http://schemas.openxmlformats.org/officeDocument/2006/relationships/customXml" Target="../ink/ink3010.xml"/><Relationship Id="rId229" Type="http://schemas.openxmlformats.org/officeDocument/2006/relationships/customXml" Target="../ink/ink3038.xml"/><Relationship Id="rId240" Type="http://schemas.openxmlformats.org/officeDocument/2006/relationships/image" Target="../media/image14630.png"/><Relationship Id="rId35" Type="http://schemas.openxmlformats.org/officeDocument/2006/relationships/customXml" Target="../ink/ink2941.xml"/><Relationship Id="rId77" Type="http://schemas.openxmlformats.org/officeDocument/2006/relationships/customXml" Target="../ink/ink2962.xml"/><Relationship Id="rId100" Type="http://schemas.openxmlformats.org/officeDocument/2006/relationships/image" Target="../media/image13930.png"/><Relationship Id="rId282" Type="http://schemas.openxmlformats.org/officeDocument/2006/relationships/image" Target="../media/image14840.png"/><Relationship Id="rId338" Type="http://schemas.openxmlformats.org/officeDocument/2006/relationships/image" Target="../media/image1512.png"/><Relationship Id="rId8" Type="http://schemas.openxmlformats.org/officeDocument/2006/relationships/image" Target="../media/image13470.png"/><Relationship Id="rId142" Type="http://schemas.openxmlformats.org/officeDocument/2006/relationships/image" Target="../media/image14140.png"/><Relationship Id="rId184" Type="http://schemas.openxmlformats.org/officeDocument/2006/relationships/image" Target="../media/image14350.png"/><Relationship Id="rId251" Type="http://schemas.openxmlformats.org/officeDocument/2006/relationships/customXml" Target="../ink/ink3049.xml"/><Relationship Id="rId46" Type="http://schemas.openxmlformats.org/officeDocument/2006/relationships/image" Target="../media/image13660.png"/><Relationship Id="rId293" Type="http://schemas.openxmlformats.org/officeDocument/2006/relationships/customXml" Target="../ink/ink3070.xml"/><Relationship Id="rId307" Type="http://schemas.openxmlformats.org/officeDocument/2006/relationships/customXml" Target="../ink/ink3077.xml"/><Relationship Id="rId349" Type="http://schemas.openxmlformats.org/officeDocument/2006/relationships/customXml" Target="../ink/ink3098.xml"/><Relationship Id="rId88" Type="http://schemas.openxmlformats.org/officeDocument/2006/relationships/image" Target="../media/image13870.png"/><Relationship Id="rId111" Type="http://schemas.openxmlformats.org/officeDocument/2006/relationships/customXml" Target="../ink/ink2979.xml"/><Relationship Id="rId153" Type="http://schemas.openxmlformats.org/officeDocument/2006/relationships/customXml" Target="../ink/ink3000.xml"/><Relationship Id="rId195" Type="http://schemas.openxmlformats.org/officeDocument/2006/relationships/customXml" Target="../ink/ink3021.xml"/><Relationship Id="rId209" Type="http://schemas.openxmlformats.org/officeDocument/2006/relationships/customXml" Target="../ink/ink3028.xml"/><Relationship Id="rId360" Type="http://schemas.openxmlformats.org/officeDocument/2006/relationships/image" Target="../media/image1523.png"/><Relationship Id="rId220" Type="http://schemas.openxmlformats.org/officeDocument/2006/relationships/image" Target="../media/image14530.png"/></Relationships>
</file>

<file path=ppt/slides/_rels/slide37.xml.rels><?xml version="1.0" encoding="UTF-8" standalone="yes"?>
<Relationships xmlns="http://schemas.openxmlformats.org/package/2006/relationships"><Relationship Id="rId13" Type="http://schemas.openxmlformats.org/officeDocument/2006/relationships/customXml" Target="../ink/ink3111.xml"/><Relationship Id="rId18" Type="http://schemas.openxmlformats.org/officeDocument/2006/relationships/image" Target="../media/image1537.png"/><Relationship Id="rId26" Type="http://schemas.openxmlformats.org/officeDocument/2006/relationships/image" Target="../media/image1541.png"/><Relationship Id="rId39" Type="http://schemas.openxmlformats.org/officeDocument/2006/relationships/customXml" Target="../ink/ink3124.xml"/><Relationship Id="rId21" Type="http://schemas.openxmlformats.org/officeDocument/2006/relationships/customXml" Target="../ink/ink3115.xml"/><Relationship Id="rId34" Type="http://schemas.openxmlformats.org/officeDocument/2006/relationships/image" Target="../media/image1545.png"/><Relationship Id="rId42" Type="http://schemas.openxmlformats.org/officeDocument/2006/relationships/image" Target="../media/image1549.png"/><Relationship Id="rId7" Type="http://schemas.openxmlformats.org/officeDocument/2006/relationships/image" Target="../media/image1506.wmf"/><Relationship Id="rId2" Type="http://schemas.openxmlformats.org/officeDocument/2006/relationships/oleObject" Target="../embeddings/oleObject4.bin"/><Relationship Id="rId16" Type="http://schemas.openxmlformats.org/officeDocument/2006/relationships/image" Target="../media/image1536.png"/><Relationship Id="rId29" Type="http://schemas.openxmlformats.org/officeDocument/2006/relationships/customXml" Target="../ink/ink3119.xml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6.bin"/><Relationship Id="rId11" Type="http://schemas.openxmlformats.org/officeDocument/2006/relationships/customXml" Target="../ink/ink3110.xml"/><Relationship Id="rId24" Type="http://schemas.openxmlformats.org/officeDocument/2006/relationships/image" Target="../media/image1540.png"/><Relationship Id="rId32" Type="http://schemas.openxmlformats.org/officeDocument/2006/relationships/image" Target="../media/image1544.png"/><Relationship Id="rId37" Type="http://schemas.openxmlformats.org/officeDocument/2006/relationships/customXml" Target="../ink/ink3123.xml"/><Relationship Id="rId40" Type="http://schemas.openxmlformats.org/officeDocument/2006/relationships/image" Target="../media/image1548.png"/><Relationship Id="rId45" Type="http://schemas.openxmlformats.org/officeDocument/2006/relationships/customXml" Target="../ink/ink3127.xml"/><Relationship Id="rId5" Type="http://schemas.openxmlformats.org/officeDocument/2006/relationships/image" Target="../media/image1505.wmf"/><Relationship Id="rId15" Type="http://schemas.openxmlformats.org/officeDocument/2006/relationships/customXml" Target="../ink/ink3112.xml"/><Relationship Id="rId23" Type="http://schemas.openxmlformats.org/officeDocument/2006/relationships/customXml" Target="../ink/ink3116.xml"/><Relationship Id="rId28" Type="http://schemas.openxmlformats.org/officeDocument/2006/relationships/image" Target="../media/image1542.png"/><Relationship Id="rId36" Type="http://schemas.openxmlformats.org/officeDocument/2006/relationships/image" Target="../media/image1546.png"/><Relationship Id="rId10" Type="http://schemas.openxmlformats.org/officeDocument/2006/relationships/image" Target="../media/image1497.png"/><Relationship Id="rId19" Type="http://schemas.openxmlformats.org/officeDocument/2006/relationships/customXml" Target="../ink/ink3114.xml"/><Relationship Id="rId31" Type="http://schemas.openxmlformats.org/officeDocument/2006/relationships/customXml" Target="../ink/ink3120.xml"/><Relationship Id="rId44" Type="http://schemas.openxmlformats.org/officeDocument/2006/relationships/image" Target="../media/image1550.png"/><Relationship Id="rId4" Type="http://schemas.openxmlformats.org/officeDocument/2006/relationships/oleObject" Target="../embeddings/oleObject5.bin"/><Relationship Id="rId9" Type="http://schemas.openxmlformats.org/officeDocument/2006/relationships/image" Target="../media/image1507.wmf"/><Relationship Id="rId14" Type="http://schemas.openxmlformats.org/officeDocument/2006/relationships/image" Target="../media/image1535.png"/><Relationship Id="rId22" Type="http://schemas.openxmlformats.org/officeDocument/2006/relationships/image" Target="../media/image1539.png"/><Relationship Id="rId27" Type="http://schemas.openxmlformats.org/officeDocument/2006/relationships/customXml" Target="../ink/ink3118.xml"/><Relationship Id="rId30" Type="http://schemas.openxmlformats.org/officeDocument/2006/relationships/image" Target="../media/image1543.png"/><Relationship Id="rId35" Type="http://schemas.openxmlformats.org/officeDocument/2006/relationships/customXml" Target="../ink/ink3122.xml"/><Relationship Id="rId43" Type="http://schemas.openxmlformats.org/officeDocument/2006/relationships/customXml" Target="../ink/ink3126.xml"/><Relationship Id="rId8" Type="http://schemas.openxmlformats.org/officeDocument/2006/relationships/oleObject" Target="../embeddings/oleObject7.bin"/><Relationship Id="rId3" Type="http://schemas.openxmlformats.org/officeDocument/2006/relationships/image" Target="../media/image1504.wmf"/><Relationship Id="rId12" Type="http://schemas.openxmlformats.org/officeDocument/2006/relationships/image" Target="../media/image1534.png"/><Relationship Id="rId17" Type="http://schemas.openxmlformats.org/officeDocument/2006/relationships/customXml" Target="../ink/ink3113.xml"/><Relationship Id="rId25" Type="http://schemas.openxmlformats.org/officeDocument/2006/relationships/customXml" Target="../ink/ink3117.xml"/><Relationship Id="rId33" Type="http://schemas.openxmlformats.org/officeDocument/2006/relationships/customXml" Target="../ink/ink3121.xml"/><Relationship Id="rId38" Type="http://schemas.openxmlformats.org/officeDocument/2006/relationships/image" Target="../media/image1547.png"/><Relationship Id="rId46" Type="http://schemas.openxmlformats.org/officeDocument/2006/relationships/image" Target="../media/image1551.png"/><Relationship Id="rId20" Type="http://schemas.openxmlformats.org/officeDocument/2006/relationships/image" Target="../media/image1538.png"/><Relationship Id="rId41" Type="http://schemas.openxmlformats.org/officeDocument/2006/relationships/customXml" Target="../ink/ink312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30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31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32.emf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3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C49B-9325-4F28-84AA-EF2118377A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98966" y="1150200"/>
            <a:ext cx="6194065" cy="961565"/>
          </a:xfrm>
        </p:spPr>
        <p:txBody>
          <a:bodyPr>
            <a:noAutofit/>
          </a:bodyPr>
          <a:lstStyle/>
          <a:p>
            <a:r>
              <a:rPr lang="en-US" sz="44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ECE 105: Introduction to Electrical Engineerin</a:t>
            </a:r>
            <a:r>
              <a:rPr lang="en-US" sz="4400" dirty="0">
                <a:ea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en-US" sz="4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D5305-B3D3-4E24-9167-6DC659185F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0811" y="3477445"/>
            <a:ext cx="5590376" cy="2230355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PT Sans" panose="020B0503020203020204" pitchFamily="34" charset="0"/>
              </a:rPr>
              <a:t>Lecture 10</a:t>
            </a:r>
          </a:p>
          <a:p>
            <a:r>
              <a:rPr lang="en-US" sz="2800" dirty="0">
                <a:latin typeface="PT Sans" panose="020B0503020203020204" pitchFamily="34" charset="0"/>
              </a:rPr>
              <a:t>Device 2</a:t>
            </a:r>
          </a:p>
          <a:p>
            <a:r>
              <a:rPr lang="en-US" sz="2800" dirty="0"/>
              <a:t>Yasser Khan</a:t>
            </a:r>
          </a:p>
          <a:p>
            <a:r>
              <a:rPr lang="en-US" sz="2800" dirty="0" err="1">
                <a:latin typeface="PT Sans" panose="020B0503020203020204" pitchFamily="34" charset="0"/>
              </a:rPr>
              <a:t>Rehan</a:t>
            </a:r>
            <a:r>
              <a:rPr lang="en-US" sz="2800" dirty="0">
                <a:latin typeface="PT Sans" panose="020B0503020203020204" pitchFamily="34" charset="0"/>
              </a:rPr>
              <a:t> Kapadia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81224E4-73A1-B274-F896-8981D7600056}"/>
              </a:ext>
            </a:extLst>
          </p:cNvPr>
          <p:cNvGrpSpPr/>
          <p:nvPr/>
        </p:nvGrpSpPr>
        <p:grpSpPr>
          <a:xfrm>
            <a:off x="567104" y="2011049"/>
            <a:ext cx="1426320" cy="461880"/>
            <a:chOff x="567104" y="2011049"/>
            <a:chExt cx="1426320" cy="461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E061800-AB11-B0C6-EC6C-BE9E0F830AD3}"/>
                    </a:ext>
                  </a:extLst>
                </p14:cNvPr>
                <p14:cNvContentPartPr/>
                <p14:nvPr/>
              </p14:nvContentPartPr>
              <p14:xfrm>
                <a:off x="567104" y="2110769"/>
                <a:ext cx="22320" cy="3621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E061800-AB11-B0C6-EC6C-BE9E0F830AD3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49104" y="2093129"/>
                  <a:ext cx="57960" cy="39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43FCDB7A-82C7-708C-99E0-769501912582}"/>
                    </a:ext>
                  </a:extLst>
                </p14:cNvPr>
                <p14:cNvContentPartPr/>
                <p14:nvPr/>
              </p14:nvContentPartPr>
              <p14:xfrm>
                <a:off x="593384" y="2094569"/>
                <a:ext cx="252000" cy="27468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43FCDB7A-82C7-708C-99E0-769501912582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75384" y="2076929"/>
                  <a:ext cx="28764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60492F0A-528D-9AA5-2AFC-CE2B3D50D6DE}"/>
                    </a:ext>
                  </a:extLst>
                </p14:cNvPr>
                <p14:cNvContentPartPr/>
                <p14:nvPr/>
              </p14:nvContentPartPr>
              <p14:xfrm>
                <a:off x="910184" y="2197889"/>
                <a:ext cx="149040" cy="1882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60492F0A-528D-9AA5-2AFC-CE2B3D50D6DE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92544" y="2180249"/>
                  <a:ext cx="18468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9C3F5A87-2E7E-DD56-56A4-32732F5EBD88}"/>
                    </a:ext>
                  </a:extLst>
                </p14:cNvPr>
                <p14:cNvContentPartPr/>
                <p14:nvPr/>
              </p14:nvContentPartPr>
              <p14:xfrm>
                <a:off x="1234184" y="2027969"/>
                <a:ext cx="53280" cy="34056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9C3F5A87-2E7E-DD56-56A4-32732F5EBD88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216184" y="2010329"/>
                  <a:ext cx="88920" cy="3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8B5D760-C009-4C28-6A74-C93D34A7F4AC}"/>
                    </a:ext>
                  </a:extLst>
                </p14:cNvPr>
                <p14:cNvContentPartPr/>
                <p14:nvPr/>
              </p14:nvContentPartPr>
              <p14:xfrm>
                <a:off x="1201424" y="2197889"/>
                <a:ext cx="181080" cy="543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8B5D760-C009-4C28-6A74-C93D34A7F4AC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183784" y="2179889"/>
                  <a:ext cx="21672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AB338A27-8903-CBF1-3B26-37FB6959E9C3}"/>
                    </a:ext>
                  </a:extLst>
                </p14:cNvPr>
                <p14:cNvContentPartPr/>
                <p14:nvPr/>
              </p14:nvContentPartPr>
              <p14:xfrm>
                <a:off x="1463864" y="2143889"/>
                <a:ext cx="168840" cy="1504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AB338A27-8903-CBF1-3B26-37FB6959E9C3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445864" y="2125889"/>
                  <a:ext cx="20448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7F5951E-C677-E987-2EBB-390DAD828716}"/>
                    </a:ext>
                  </a:extLst>
                </p14:cNvPr>
                <p14:cNvContentPartPr/>
                <p14:nvPr/>
              </p14:nvContentPartPr>
              <p14:xfrm>
                <a:off x="1726304" y="2011049"/>
                <a:ext cx="44280" cy="33408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7F5951E-C677-E987-2EBB-390DAD828716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708664" y="1993409"/>
                  <a:ext cx="79920" cy="36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3FD4FAA-02DE-ACBF-9B66-F0EADC80F01C}"/>
                    </a:ext>
                  </a:extLst>
                </p14:cNvPr>
                <p14:cNvContentPartPr/>
                <p14:nvPr/>
              </p14:nvContentPartPr>
              <p14:xfrm>
                <a:off x="1882544" y="2148209"/>
                <a:ext cx="110880" cy="1990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3FD4FAA-02DE-ACBF-9B66-F0EADC80F01C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864904" y="2130569"/>
                  <a:ext cx="146520" cy="23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DBDD2BA-D08B-AAC9-5A0E-E50E259B19C4}"/>
              </a:ext>
            </a:extLst>
          </p:cNvPr>
          <p:cNvGrpSpPr/>
          <p:nvPr/>
        </p:nvGrpSpPr>
        <p:grpSpPr>
          <a:xfrm>
            <a:off x="741704" y="2880089"/>
            <a:ext cx="320760" cy="334080"/>
            <a:chOff x="741704" y="2880089"/>
            <a:chExt cx="320760" cy="334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CEE519E-DA5B-887E-8F34-EA4C114AB711}"/>
                    </a:ext>
                  </a:extLst>
                </p14:cNvPr>
                <p14:cNvContentPartPr/>
                <p14:nvPr/>
              </p14:nvContentPartPr>
              <p14:xfrm>
                <a:off x="759704" y="2880089"/>
                <a:ext cx="19800" cy="3340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CEE519E-DA5B-887E-8F34-EA4C114AB711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41704" y="2862089"/>
                  <a:ext cx="55440" cy="36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91078DB-E012-9591-2E2B-4EE1AD33EC1B}"/>
                    </a:ext>
                  </a:extLst>
                </p14:cNvPr>
                <p14:cNvContentPartPr/>
                <p14:nvPr/>
              </p14:nvContentPartPr>
              <p14:xfrm>
                <a:off x="741704" y="3160169"/>
                <a:ext cx="52920" cy="252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91078DB-E012-9591-2E2B-4EE1AD33EC1B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24064" y="3142529"/>
                  <a:ext cx="8856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9637E9D-823B-F50B-DFDD-3E8BAA5954A0}"/>
                    </a:ext>
                  </a:extLst>
                </p14:cNvPr>
                <p14:cNvContentPartPr/>
                <p14:nvPr/>
              </p14:nvContentPartPr>
              <p14:xfrm>
                <a:off x="916304" y="3052889"/>
                <a:ext cx="146160" cy="882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9637E9D-823B-F50B-DFDD-3E8BAA5954A0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98664" y="3035249"/>
                  <a:ext cx="181800" cy="123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BB3C3CF-6306-5AED-DC9A-8472CE99AC07}"/>
              </a:ext>
            </a:extLst>
          </p:cNvPr>
          <p:cNvGrpSpPr/>
          <p:nvPr/>
        </p:nvGrpSpPr>
        <p:grpSpPr>
          <a:xfrm>
            <a:off x="1238504" y="2925089"/>
            <a:ext cx="1497600" cy="338040"/>
            <a:chOff x="1238504" y="2925089"/>
            <a:chExt cx="1497600" cy="338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6C5C21B-B448-87C6-BE10-68966EDAA61A}"/>
                    </a:ext>
                  </a:extLst>
                </p14:cNvPr>
                <p14:cNvContentPartPr/>
                <p14:nvPr/>
              </p14:nvContentPartPr>
              <p14:xfrm>
                <a:off x="1238504" y="3037409"/>
                <a:ext cx="98640" cy="2257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26C5C21B-B448-87C6-BE10-68966EDAA61A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220864" y="3019409"/>
                  <a:ext cx="13428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407397A-5A98-70AC-DA91-5180BC833C47}"/>
                    </a:ext>
                  </a:extLst>
                </p14:cNvPr>
                <p14:cNvContentPartPr/>
                <p14:nvPr/>
              </p14:nvContentPartPr>
              <p14:xfrm>
                <a:off x="1401224" y="3092849"/>
                <a:ext cx="191160" cy="1454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407397A-5A98-70AC-DA91-5180BC833C47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383224" y="3075209"/>
                  <a:ext cx="22680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62BB82AD-6C9C-1C7E-D168-D26DAC7D88E9}"/>
                    </a:ext>
                  </a:extLst>
                </p14:cNvPr>
                <p14:cNvContentPartPr/>
                <p14:nvPr/>
              </p14:nvContentPartPr>
              <p14:xfrm>
                <a:off x="1712264" y="2986649"/>
                <a:ext cx="53280" cy="2336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62BB82AD-6C9C-1C7E-D168-D26DAC7D88E9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694624" y="2969009"/>
                  <a:ext cx="8892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CD99AA6-E00F-79B0-9E65-F46370B0910A}"/>
                    </a:ext>
                  </a:extLst>
                </p14:cNvPr>
                <p14:cNvContentPartPr/>
                <p14:nvPr/>
              </p14:nvContentPartPr>
              <p14:xfrm>
                <a:off x="1817384" y="3052889"/>
                <a:ext cx="196560" cy="1652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CD99AA6-E00F-79B0-9E65-F46370B0910A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799384" y="3034889"/>
                  <a:ext cx="23220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C388373-9042-A905-439A-44CAF53C83CF}"/>
                    </a:ext>
                  </a:extLst>
                </p14:cNvPr>
                <p14:cNvContentPartPr/>
                <p14:nvPr/>
              </p14:nvContentPartPr>
              <p14:xfrm>
                <a:off x="2066144" y="2925089"/>
                <a:ext cx="45000" cy="2822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C388373-9042-A905-439A-44CAF53C83CF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2048504" y="2907089"/>
                  <a:ext cx="8064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A0791AAD-A49A-E4D0-2D70-0D49F8FB969A}"/>
                    </a:ext>
                  </a:extLst>
                </p14:cNvPr>
                <p14:cNvContentPartPr/>
                <p14:nvPr/>
              </p14:nvContentPartPr>
              <p14:xfrm>
                <a:off x="2019344" y="3076649"/>
                <a:ext cx="195840" cy="442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A0791AAD-A49A-E4D0-2D70-0D49F8FB969A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2001344" y="3058649"/>
                  <a:ext cx="23148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C6BDDE64-9124-881A-8355-49A87699D018}"/>
                    </a:ext>
                  </a:extLst>
                </p14:cNvPr>
                <p14:cNvContentPartPr/>
                <p14:nvPr/>
              </p14:nvContentPartPr>
              <p14:xfrm>
                <a:off x="2312744" y="3080249"/>
                <a:ext cx="61920" cy="1558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C6BDDE64-9124-881A-8355-49A87699D018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2294744" y="3062249"/>
                  <a:ext cx="975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9387EDB-EEE6-2030-1D95-2E71533ACBA1}"/>
                    </a:ext>
                  </a:extLst>
                </p14:cNvPr>
                <p14:cNvContentPartPr/>
                <p14:nvPr/>
              </p14:nvContentPartPr>
              <p14:xfrm>
                <a:off x="2502464" y="3083849"/>
                <a:ext cx="48600" cy="1126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9387EDB-EEE6-2030-1D95-2E71533ACBA1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2484824" y="3065849"/>
                  <a:ext cx="8424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DC66710-45D0-D894-61D9-B81BD8388B03}"/>
                    </a:ext>
                  </a:extLst>
                </p14:cNvPr>
                <p14:cNvContentPartPr/>
                <p14:nvPr/>
              </p14:nvContentPartPr>
              <p14:xfrm>
                <a:off x="2673104" y="3023369"/>
                <a:ext cx="63000" cy="1915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DC66710-45D0-D894-61D9-B81BD8388B03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2655464" y="3005729"/>
                  <a:ext cx="98640" cy="22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11DF5B1-45C9-F443-4245-634016FD9CC2}"/>
              </a:ext>
            </a:extLst>
          </p:cNvPr>
          <p:cNvGrpSpPr/>
          <p:nvPr/>
        </p:nvGrpSpPr>
        <p:grpSpPr>
          <a:xfrm>
            <a:off x="635864" y="3709169"/>
            <a:ext cx="923400" cy="537120"/>
            <a:chOff x="635864" y="3709169"/>
            <a:chExt cx="923400" cy="537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85CA0DAD-EED9-E3D4-E68A-3CCF6E825E90}"/>
                    </a:ext>
                  </a:extLst>
                </p14:cNvPr>
                <p14:cNvContentPartPr/>
                <p14:nvPr/>
              </p14:nvContentPartPr>
              <p14:xfrm>
                <a:off x="635864" y="3726809"/>
                <a:ext cx="224640" cy="3628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85CA0DAD-EED9-E3D4-E68A-3CCF6E825E90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617864" y="3709169"/>
                  <a:ext cx="260280" cy="39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B77DFEB-80EC-6552-9912-1EAD7A796A30}"/>
                    </a:ext>
                  </a:extLst>
                </p14:cNvPr>
                <p14:cNvContentPartPr/>
                <p14:nvPr/>
              </p14:nvContentPartPr>
              <p14:xfrm>
                <a:off x="936104" y="3709169"/>
                <a:ext cx="61560" cy="5371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B77DFEB-80EC-6552-9912-1EAD7A796A30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918464" y="3691529"/>
                  <a:ext cx="97200" cy="57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C2DDA6B-9111-104E-4D99-B9AC974EF329}"/>
                    </a:ext>
                  </a:extLst>
                </p14:cNvPr>
                <p14:cNvContentPartPr/>
                <p14:nvPr/>
              </p14:nvContentPartPr>
              <p14:xfrm>
                <a:off x="1125104" y="3883049"/>
                <a:ext cx="85320" cy="2095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C2DDA6B-9111-104E-4D99-B9AC974EF329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107104" y="3865409"/>
                  <a:ext cx="12096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F9BAAFF-584C-2F8C-104E-90078F1FF6A0}"/>
                    </a:ext>
                  </a:extLst>
                </p14:cNvPr>
                <p14:cNvContentPartPr/>
                <p14:nvPr/>
              </p14:nvContentPartPr>
              <p14:xfrm>
                <a:off x="1354424" y="3960449"/>
                <a:ext cx="86400" cy="1663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F9BAAFF-584C-2F8C-104E-90078F1FF6A0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336784" y="3942809"/>
                  <a:ext cx="12204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9B4A12B7-8A18-D48D-65D5-725AE37A51F6}"/>
                    </a:ext>
                  </a:extLst>
                </p14:cNvPr>
                <p14:cNvContentPartPr/>
                <p14:nvPr/>
              </p14:nvContentPartPr>
              <p14:xfrm>
                <a:off x="1536224" y="4044329"/>
                <a:ext cx="23040" cy="428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9B4A12B7-8A18-D48D-65D5-725AE37A51F6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518584" y="4026329"/>
                  <a:ext cx="58680" cy="784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505511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92DDE-F1D9-E70D-4248-C811E4856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793B4A5-170E-CAF8-0F97-2A85919085DE}"/>
              </a:ext>
            </a:extLst>
          </p:cNvPr>
          <p:cNvGrpSpPr/>
          <p:nvPr/>
        </p:nvGrpSpPr>
        <p:grpSpPr>
          <a:xfrm>
            <a:off x="3254864" y="1205655"/>
            <a:ext cx="436320" cy="563760"/>
            <a:chOff x="3254864" y="1205655"/>
            <a:chExt cx="436320" cy="563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4FD0880-3CB1-B0B9-2D94-41F3EBEEF6B7}"/>
                    </a:ext>
                  </a:extLst>
                </p14:cNvPr>
                <p14:cNvContentPartPr/>
                <p14:nvPr/>
              </p14:nvContentPartPr>
              <p14:xfrm>
                <a:off x="3287264" y="1265415"/>
                <a:ext cx="36720" cy="5040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4FD0880-3CB1-B0B9-2D94-41F3EBEEF6B7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269264" y="1247415"/>
                  <a:ext cx="72360" cy="53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CCF3327E-3262-E99B-29CF-2EF4A4C3A643}"/>
                    </a:ext>
                  </a:extLst>
                </p14:cNvPr>
                <p14:cNvContentPartPr/>
                <p14:nvPr/>
              </p14:nvContentPartPr>
              <p14:xfrm>
                <a:off x="3254864" y="1205655"/>
                <a:ext cx="203040" cy="24768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CCF3327E-3262-E99B-29CF-2EF4A4C3A643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236864" y="1187655"/>
                  <a:ext cx="23868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9CF9D9D-9DF8-5614-E499-1B5F0206A8C2}"/>
                    </a:ext>
                  </a:extLst>
                </p14:cNvPr>
                <p14:cNvContentPartPr/>
                <p14:nvPr/>
              </p14:nvContentPartPr>
              <p14:xfrm>
                <a:off x="3602984" y="1497615"/>
                <a:ext cx="88200" cy="464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9CF9D9D-9DF8-5614-E499-1B5F0206A8C2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585344" y="1479975"/>
                  <a:ext cx="123840" cy="82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DADF54F-D146-54F8-AA19-B9F8CDC9F009}"/>
              </a:ext>
            </a:extLst>
          </p:cNvPr>
          <p:cNvGrpSpPr/>
          <p:nvPr/>
        </p:nvGrpSpPr>
        <p:grpSpPr>
          <a:xfrm>
            <a:off x="3881264" y="1252815"/>
            <a:ext cx="423720" cy="543240"/>
            <a:chOff x="3881264" y="1252815"/>
            <a:chExt cx="423720" cy="543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539DFD5-A184-C8A2-6A56-6CD10E8A526C}"/>
                    </a:ext>
                  </a:extLst>
                </p14:cNvPr>
                <p14:cNvContentPartPr/>
                <p14:nvPr/>
              </p14:nvContentPartPr>
              <p14:xfrm>
                <a:off x="3964064" y="1252815"/>
                <a:ext cx="65880" cy="44856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539DFD5-A184-C8A2-6A56-6CD10E8A526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946424" y="1235175"/>
                  <a:ext cx="101520" cy="48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E7E665-0C73-32BD-5408-80A7E095A7E3}"/>
                    </a:ext>
                  </a:extLst>
                </p14:cNvPr>
                <p14:cNvContentPartPr/>
                <p14:nvPr/>
              </p14:nvContentPartPr>
              <p14:xfrm>
                <a:off x="3881264" y="1484655"/>
                <a:ext cx="109080" cy="662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E7E665-0C73-32BD-5408-80A7E095A7E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863624" y="1467015"/>
                  <a:ext cx="14472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8D23C47-7E88-DC36-A8D9-5ACD6DC144FA}"/>
                    </a:ext>
                  </a:extLst>
                </p14:cNvPr>
                <p14:cNvContentPartPr/>
                <p14:nvPr/>
              </p14:nvContentPartPr>
              <p14:xfrm>
                <a:off x="4151984" y="1475295"/>
                <a:ext cx="153000" cy="3207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8D23C47-7E88-DC36-A8D9-5ACD6DC144F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133984" y="1457655"/>
                  <a:ext cx="188640" cy="356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CCDBF76-C7D0-8EA5-1447-5CE64CFB467B}"/>
              </a:ext>
            </a:extLst>
          </p:cNvPr>
          <p:cNvGrpSpPr/>
          <p:nvPr/>
        </p:nvGrpSpPr>
        <p:grpSpPr>
          <a:xfrm>
            <a:off x="4538264" y="1472775"/>
            <a:ext cx="394920" cy="341280"/>
            <a:chOff x="4538264" y="1472775"/>
            <a:chExt cx="394920" cy="341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D46D336-AD97-D8C2-634D-BB53B2BC0B01}"/>
                    </a:ext>
                  </a:extLst>
                </p14:cNvPr>
                <p14:cNvContentPartPr/>
                <p14:nvPr/>
              </p14:nvContentPartPr>
              <p14:xfrm>
                <a:off x="4538264" y="1527495"/>
                <a:ext cx="39240" cy="2865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D46D336-AD97-D8C2-634D-BB53B2BC0B0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520264" y="1509495"/>
                  <a:ext cx="7488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0E96250-18D9-F900-13A6-4C59B47F8F1E}"/>
                    </a:ext>
                  </a:extLst>
                </p14:cNvPr>
                <p14:cNvContentPartPr/>
                <p14:nvPr/>
              </p14:nvContentPartPr>
              <p14:xfrm>
                <a:off x="4578944" y="1472775"/>
                <a:ext cx="96120" cy="14004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0E96250-18D9-F900-13A6-4C59B47F8F1E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561304" y="1455135"/>
                  <a:ext cx="13176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CEAE2E6-9DAF-0B57-CBC7-DBE8487EB55F}"/>
                    </a:ext>
                  </a:extLst>
                </p14:cNvPr>
                <p14:cNvContentPartPr/>
                <p14:nvPr/>
              </p14:nvContentPartPr>
              <p14:xfrm>
                <a:off x="4721504" y="1502295"/>
                <a:ext cx="211680" cy="1112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CEAE2E6-9DAF-0B57-CBC7-DBE8487EB55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703864" y="1484655"/>
                  <a:ext cx="247320" cy="146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41B7D173-0A4B-842D-044A-342B4FF82D34}"/>
                  </a:ext>
                </a:extLst>
              </p14:cNvPr>
              <p14:cNvContentPartPr/>
              <p14:nvPr/>
            </p14:nvContentPartPr>
            <p14:xfrm>
              <a:off x="5488304" y="578535"/>
              <a:ext cx="433080" cy="550044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41B7D173-0A4B-842D-044A-342B4FF82D34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5470304" y="560535"/>
                <a:ext cx="468720" cy="553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AA2B3EBE-761C-F035-B917-CC7EDB11226E}"/>
                  </a:ext>
                </a:extLst>
              </p14:cNvPr>
              <p14:cNvContentPartPr/>
              <p14:nvPr/>
            </p14:nvContentPartPr>
            <p14:xfrm>
              <a:off x="6413864" y="1245615"/>
              <a:ext cx="28440" cy="36252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AA2B3EBE-761C-F035-B917-CC7EDB11226E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6396224" y="1227615"/>
                <a:ext cx="64080" cy="39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E65CA680-B379-EAF2-C4DF-AF50A082159E}"/>
                  </a:ext>
                </a:extLst>
              </p14:cNvPr>
              <p14:cNvContentPartPr/>
              <p14:nvPr/>
            </p14:nvContentPartPr>
            <p14:xfrm>
              <a:off x="6437624" y="1212495"/>
              <a:ext cx="224280" cy="29880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E65CA680-B379-EAF2-C4DF-AF50A082159E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6419984" y="1194495"/>
                <a:ext cx="259920" cy="334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DEAB9609-0C11-A5ED-24CD-6F30F5C97C8A}"/>
                  </a:ext>
                </a:extLst>
              </p14:cNvPr>
              <p14:cNvContentPartPr/>
              <p14:nvPr/>
            </p14:nvContentPartPr>
            <p14:xfrm>
              <a:off x="6822104" y="1407975"/>
              <a:ext cx="111960" cy="6516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DEAB9609-0C11-A5ED-24CD-6F30F5C97C8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6804104" y="1390335"/>
                <a:ext cx="147600" cy="10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7C652825-5CF5-FB0D-1803-D597A8CCB71A}"/>
                  </a:ext>
                </a:extLst>
              </p14:cNvPr>
              <p14:cNvContentPartPr/>
              <p14:nvPr/>
            </p14:nvContentPartPr>
            <p14:xfrm>
              <a:off x="7133144" y="1204935"/>
              <a:ext cx="44640" cy="33876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7C652825-5CF5-FB0D-1803-D597A8CCB71A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7115144" y="1187295"/>
                <a:ext cx="80280" cy="37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F0061C55-D825-152B-7FEF-B2259DDA7799}"/>
                  </a:ext>
                </a:extLst>
              </p14:cNvPr>
              <p14:cNvContentPartPr/>
              <p14:nvPr/>
            </p14:nvContentPartPr>
            <p14:xfrm>
              <a:off x="7058624" y="1390695"/>
              <a:ext cx="190800" cy="5724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F0061C55-D825-152B-7FEF-B2259DDA7799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040624" y="1372695"/>
                <a:ext cx="226440" cy="92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C86A5D3B-4AD5-3557-EEB3-2E05D94AA85F}"/>
                  </a:ext>
                </a:extLst>
              </p14:cNvPr>
              <p14:cNvContentPartPr/>
              <p14:nvPr/>
            </p14:nvContentPartPr>
            <p14:xfrm>
              <a:off x="7366784" y="1401135"/>
              <a:ext cx="169920" cy="34812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C86A5D3B-4AD5-3557-EEB3-2E05D94AA85F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349144" y="1383135"/>
                <a:ext cx="205560" cy="38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EDF4A1EE-4318-DA4A-38B6-39EE2833924E}"/>
                  </a:ext>
                </a:extLst>
              </p14:cNvPr>
              <p14:cNvContentPartPr/>
              <p14:nvPr/>
            </p14:nvContentPartPr>
            <p14:xfrm>
              <a:off x="7670624" y="1442175"/>
              <a:ext cx="52560" cy="192600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EDF4A1EE-4318-DA4A-38B6-39EE2833924E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652624" y="1424535"/>
                <a:ext cx="88200" cy="22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3DA0271D-9397-62D4-E0E2-71B1209A4C73}"/>
                  </a:ext>
                </a:extLst>
              </p14:cNvPr>
              <p14:cNvContentPartPr/>
              <p14:nvPr/>
            </p14:nvContentPartPr>
            <p14:xfrm>
              <a:off x="7657664" y="1352895"/>
              <a:ext cx="134280" cy="13248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3DA0271D-9397-62D4-E0E2-71B1209A4C73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7639664" y="1335255"/>
                <a:ext cx="169920" cy="168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E361A523-EFF0-3F99-E21F-1F9C1AF34540}"/>
                  </a:ext>
                </a:extLst>
              </p14:cNvPr>
              <p14:cNvContentPartPr/>
              <p14:nvPr/>
            </p14:nvContentPartPr>
            <p14:xfrm>
              <a:off x="7813184" y="1393935"/>
              <a:ext cx="191880" cy="13284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E361A523-EFF0-3F99-E21F-1F9C1AF3454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7795184" y="1375935"/>
                <a:ext cx="227520" cy="16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E6332AD1-CAF5-0E60-101F-28E6F0CA3FE2}"/>
                  </a:ext>
                </a:extLst>
              </p14:cNvPr>
              <p14:cNvContentPartPr/>
              <p14:nvPr/>
            </p14:nvContentPartPr>
            <p14:xfrm>
              <a:off x="8272904" y="1434255"/>
              <a:ext cx="30600" cy="22680"/>
            </p14:xfrm>
          </p:contentPart>
        </mc:Choice>
        <mc:Fallback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E6332AD1-CAF5-0E60-101F-28E6F0CA3FE2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8254904" y="1416615"/>
                <a:ext cx="66240" cy="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48637E60-D46E-2482-C203-7B90AA89643A}"/>
                  </a:ext>
                </a:extLst>
              </p14:cNvPr>
              <p14:cNvContentPartPr/>
              <p14:nvPr/>
            </p14:nvContentPartPr>
            <p14:xfrm>
              <a:off x="5923184" y="1670415"/>
              <a:ext cx="3248640" cy="35676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48637E60-D46E-2482-C203-7B90AA89643A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5905184" y="1652775"/>
                <a:ext cx="3284280" cy="392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7C94D4AC-B185-37CD-3C4E-729F79F72EFA}"/>
                  </a:ext>
                </a:extLst>
              </p14:cNvPr>
              <p14:cNvContentPartPr/>
              <p14:nvPr/>
            </p14:nvContentPartPr>
            <p14:xfrm>
              <a:off x="6596744" y="2626575"/>
              <a:ext cx="29880" cy="56520"/>
            </p14:xfrm>
          </p:contentPart>
        </mc:Choice>
        <mc:Fallback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7C94D4AC-B185-37CD-3C4E-729F79F72EFA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6579104" y="2608575"/>
                <a:ext cx="65520" cy="92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6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B62C9F6E-9F22-7289-E928-CD2DC0A3B86F}"/>
                  </a:ext>
                </a:extLst>
              </p14:cNvPr>
              <p14:cNvContentPartPr/>
              <p14:nvPr/>
            </p14:nvContentPartPr>
            <p14:xfrm>
              <a:off x="6611144" y="2577615"/>
              <a:ext cx="28440" cy="33588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B62C9F6E-9F22-7289-E928-CD2DC0A3B86F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6593504" y="2559615"/>
                <a:ext cx="64080" cy="37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D8472AF9-79EA-6F63-3CE5-25E06A5B4B66}"/>
                  </a:ext>
                </a:extLst>
              </p14:cNvPr>
              <p14:cNvContentPartPr/>
              <p14:nvPr/>
            </p14:nvContentPartPr>
            <p14:xfrm>
              <a:off x="6602504" y="2583375"/>
              <a:ext cx="355320" cy="197640"/>
            </p14:xfrm>
          </p:contentPart>
        </mc:Choice>
        <mc:Fallback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D8472AF9-79EA-6F63-3CE5-25E06A5B4B66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6584864" y="2565375"/>
                <a:ext cx="390960" cy="23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0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81AEAA58-8DE6-51A9-7A97-0F8E27D612A6}"/>
                  </a:ext>
                </a:extLst>
              </p14:cNvPr>
              <p14:cNvContentPartPr/>
              <p14:nvPr/>
            </p14:nvContentPartPr>
            <p14:xfrm>
              <a:off x="7073744" y="2707575"/>
              <a:ext cx="138960" cy="156600"/>
            </p14:xfrm>
          </p:contentPart>
        </mc:Choice>
        <mc:Fallback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81AEAA58-8DE6-51A9-7A97-0F8E27D612A6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056104" y="2689575"/>
                <a:ext cx="174600" cy="192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8B7E3DE7-9BB5-66B2-50F0-3CD587EB9CE0}"/>
                  </a:ext>
                </a:extLst>
              </p14:cNvPr>
              <p14:cNvContentPartPr/>
              <p14:nvPr/>
            </p14:nvContentPartPr>
            <p14:xfrm>
              <a:off x="7370744" y="2754735"/>
              <a:ext cx="61560" cy="187560"/>
            </p14:xfrm>
          </p:contentPart>
        </mc:Choice>
        <mc:Fallback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8B7E3DE7-9BB5-66B2-50F0-3CD587EB9CE0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353104" y="2736735"/>
                <a:ext cx="97200" cy="22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02E79302-2DCC-6E36-EAB1-328C1B64BF01}"/>
                  </a:ext>
                </a:extLst>
              </p14:cNvPr>
              <p14:cNvContentPartPr/>
              <p14:nvPr/>
            </p14:nvContentPartPr>
            <p14:xfrm>
              <a:off x="7306664" y="2568255"/>
              <a:ext cx="45000" cy="52560"/>
            </p14:xfrm>
          </p:contentPart>
        </mc:Choice>
        <mc:Fallback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02E79302-2DCC-6E36-EAB1-328C1B64BF01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7288664" y="2550255"/>
                <a:ext cx="80640" cy="8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169F1591-79BC-3092-7D00-7CC457DE9C78}"/>
                  </a:ext>
                </a:extLst>
              </p14:cNvPr>
              <p14:cNvContentPartPr/>
              <p14:nvPr/>
            </p14:nvContentPartPr>
            <p14:xfrm>
              <a:off x="7553264" y="2657175"/>
              <a:ext cx="69840" cy="156960"/>
            </p14:xfrm>
          </p:contentPart>
        </mc:Choice>
        <mc:Fallback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169F1591-79BC-3092-7D00-7CC457DE9C78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7535624" y="2639175"/>
                <a:ext cx="105480" cy="19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8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C0B44E82-F7EB-D793-FBFF-79D50D932440}"/>
                  </a:ext>
                </a:extLst>
              </p14:cNvPr>
              <p14:cNvContentPartPr/>
              <p14:nvPr/>
            </p14:nvContentPartPr>
            <p14:xfrm>
              <a:off x="7767464" y="2650335"/>
              <a:ext cx="70560" cy="9828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C0B44E82-F7EB-D793-FBFF-79D50D932440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7749824" y="2632335"/>
                <a:ext cx="106200" cy="133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0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C142A5DC-57DE-A6CA-74BF-B05EB9BD752A}"/>
                  </a:ext>
                </a:extLst>
              </p14:cNvPr>
              <p14:cNvContentPartPr/>
              <p14:nvPr/>
            </p14:nvContentPartPr>
            <p14:xfrm>
              <a:off x="8019104" y="2649615"/>
              <a:ext cx="51120" cy="7380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C142A5DC-57DE-A6CA-74BF-B05EB9BD752A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8001464" y="2631975"/>
                <a:ext cx="86760" cy="10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2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71BABFD3-9419-1A4C-0E0C-F02B0691925A}"/>
                  </a:ext>
                </a:extLst>
              </p14:cNvPr>
              <p14:cNvContentPartPr/>
              <p14:nvPr/>
            </p14:nvContentPartPr>
            <p14:xfrm>
              <a:off x="8032064" y="2443695"/>
              <a:ext cx="2880" cy="3888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71BABFD3-9419-1A4C-0E0C-F02B0691925A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8014424" y="2425695"/>
                <a:ext cx="38520" cy="7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344A645C-FDD4-04D7-E0E6-F3B9DCAF214A}"/>
                  </a:ext>
                </a:extLst>
              </p14:cNvPr>
              <p14:cNvContentPartPr/>
              <p14:nvPr/>
            </p14:nvContentPartPr>
            <p14:xfrm>
              <a:off x="8198384" y="2463855"/>
              <a:ext cx="31680" cy="268200"/>
            </p14:xfrm>
          </p:contentPart>
        </mc:Choice>
        <mc:Fallback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344A645C-FDD4-04D7-E0E6-F3B9DCAF214A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8180744" y="2446215"/>
                <a:ext cx="67320" cy="30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6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8E5433F0-C85B-60E6-FA45-B0D95787D665}"/>
                  </a:ext>
                </a:extLst>
              </p14:cNvPr>
              <p14:cNvContentPartPr/>
              <p14:nvPr/>
            </p14:nvContentPartPr>
            <p14:xfrm>
              <a:off x="8157704" y="2604255"/>
              <a:ext cx="98640" cy="25560"/>
            </p14:xfrm>
          </p:contentPart>
        </mc:Choice>
        <mc:Fallback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8E5433F0-C85B-60E6-FA45-B0D95787D665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8139704" y="2586255"/>
                <a:ext cx="134280" cy="61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8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465EA131-4E05-290E-01AF-3847A5FF26DE}"/>
                  </a:ext>
                </a:extLst>
              </p14:cNvPr>
              <p14:cNvContentPartPr/>
              <p14:nvPr/>
            </p14:nvContentPartPr>
            <p14:xfrm>
              <a:off x="8330864" y="2587695"/>
              <a:ext cx="136800" cy="297360"/>
            </p14:xfrm>
          </p:contentPart>
        </mc:Choice>
        <mc:Fallback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465EA131-4E05-290E-01AF-3847A5FF26DE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8312864" y="2570055"/>
                <a:ext cx="172440" cy="333000"/>
              </a:xfrm>
              <a:prstGeom prst="rect">
                <a:avLst/>
              </a:prstGeom>
            </p:spPr>
          </p:pic>
        </mc:Fallback>
      </mc:AlternateContent>
      <p:grpSp>
        <p:nvGrpSpPr>
          <p:cNvPr id="59" name="Group 58">
            <a:extLst>
              <a:ext uri="{FF2B5EF4-FFF2-40B4-BE49-F238E27FC236}">
                <a16:creationId xmlns:a16="http://schemas.microsoft.com/office/drawing/2014/main" id="{71FFDC43-3FD6-CA09-C0F0-321743DA165F}"/>
              </a:ext>
            </a:extLst>
          </p:cNvPr>
          <p:cNvGrpSpPr/>
          <p:nvPr/>
        </p:nvGrpSpPr>
        <p:grpSpPr>
          <a:xfrm>
            <a:off x="8989664" y="2503455"/>
            <a:ext cx="721440" cy="320400"/>
            <a:chOff x="8989664" y="2503455"/>
            <a:chExt cx="721440" cy="320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85205437-8177-9C7B-D098-F3A38D6316F4}"/>
                    </a:ext>
                  </a:extLst>
                </p14:cNvPr>
                <p14:cNvContentPartPr/>
                <p14:nvPr/>
              </p14:nvContentPartPr>
              <p14:xfrm>
                <a:off x="8989664" y="2637375"/>
                <a:ext cx="84600" cy="1699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85205437-8177-9C7B-D098-F3A38D6316F4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971664" y="2619375"/>
                  <a:ext cx="12024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6DCE83DF-F07B-FAA3-AC71-1AA6A2F76ED7}"/>
                    </a:ext>
                  </a:extLst>
                </p14:cNvPr>
                <p14:cNvContentPartPr/>
                <p14:nvPr/>
              </p14:nvContentPartPr>
              <p14:xfrm>
                <a:off x="9143744" y="2685975"/>
                <a:ext cx="65520" cy="1378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DCE83DF-F07B-FAA3-AC71-1AA6A2F76ED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125744" y="2667975"/>
                  <a:ext cx="10116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034B4C8-A821-80DC-812A-07F7269071D9}"/>
                    </a:ext>
                  </a:extLst>
                </p14:cNvPr>
                <p14:cNvContentPartPr/>
                <p14:nvPr/>
              </p14:nvContentPartPr>
              <p14:xfrm>
                <a:off x="9236984" y="2695335"/>
                <a:ext cx="55440" cy="1155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034B4C8-A821-80DC-812A-07F7269071D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219344" y="2677695"/>
                  <a:ext cx="9108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BDFD0E7-2D37-8193-AC40-A1A43F245415}"/>
                    </a:ext>
                  </a:extLst>
                </p14:cNvPr>
                <p14:cNvContentPartPr/>
                <p14:nvPr/>
              </p14:nvContentPartPr>
              <p14:xfrm>
                <a:off x="9434624" y="2678415"/>
                <a:ext cx="69120" cy="892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BDFD0E7-2D37-8193-AC40-A1A43F245415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416984" y="2660775"/>
                  <a:ext cx="10476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9528FAF5-5006-EFCE-8125-A204EB4A7ABB}"/>
                    </a:ext>
                  </a:extLst>
                </p14:cNvPr>
                <p14:cNvContentPartPr/>
                <p14:nvPr/>
              </p14:nvContentPartPr>
              <p14:xfrm>
                <a:off x="9658184" y="2645295"/>
                <a:ext cx="34560" cy="1058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9528FAF5-5006-EFCE-8125-A204EB4A7AB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640184" y="2627295"/>
                  <a:ext cx="7020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A9CA212-6520-AEE7-3600-19D670F02CA9}"/>
                    </a:ext>
                  </a:extLst>
                </p14:cNvPr>
                <p14:cNvContentPartPr/>
                <p14:nvPr/>
              </p14:nvContentPartPr>
              <p14:xfrm>
                <a:off x="9629024" y="2503455"/>
                <a:ext cx="66240" cy="309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A9CA212-6520-AEE7-3600-19D670F02CA9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611024" y="2485815"/>
                  <a:ext cx="10188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FF1BF33F-8E7C-551A-9EA2-2D8424A7227D}"/>
                    </a:ext>
                  </a:extLst>
                </p14:cNvPr>
                <p14:cNvContentPartPr/>
                <p14:nvPr/>
              </p14:nvContentPartPr>
              <p14:xfrm>
                <a:off x="9650984" y="2628375"/>
                <a:ext cx="60120" cy="12600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FF1BF33F-8E7C-551A-9EA2-2D8424A7227D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632984" y="2610735"/>
                  <a:ext cx="95760" cy="161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A47351FE-C0D7-5221-6F5E-BCC4A25A0089}"/>
              </a:ext>
            </a:extLst>
          </p:cNvPr>
          <p:cNvGrpSpPr/>
          <p:nvPr/>
        </p:nvGrpSpPr>
        <p:grpSpPr>
          <a:xfrm>
            <a:off x="9861584" y="2494095"/>
            <a:ext cx="663120" cy="327240"/>
            <a:chOff x="9861584" y="2494095"/>
            <a:chExt cx="663120" cy="327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2BDFEA0-0745-66BE-241A-F8DCF0007755}"/>
                    </a:ext>
                  </a:extLst>
                </p14:cNvPr>
                <p14:cNvContentPartPr/>
                <p14:nvPr/>
              </p14:nvContentPartPr>
              <p14:xfrm>
                <a:off x="9861584" y="2615415"/>
                <a:ext cx="32040" cy="1306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2BDFEA0-0745-66BE-241A-F8DCF0007755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843944" y="2597775"/>
                  <a:ext cx="6768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93533B76-4475-3C41-02EF-A9A21C969A7F}"/>
                    </a:ext>
                  </a:extLst>
                </p14:cNvPr>
                <p14:cNvContentPartPr/>
                <p14:nvPr/>
              </p14:nvContentPartPr>
              <p14:xfrm>
                <a:off x="9886424" y="2494095"/>
                <a:ext cx="23760" cy="399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93533B76-4475-3C41-02EF-A9A21C969A7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868784" y="2476455"/>
                  <a:ext cx="5940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C2275FF-CFB1-779A-47BE-678343E837B8}"/>
                    </a:ext>
                  </a:extLst>
                </p14:cNvPr>
                <p14:cNvContentPartPr/>
                <p14:nvPr/>
              </p14:nvContentPartPr>
              <p14:xfrm>
                <a:off x="10033664" y="2657535"/>
                <a:ext cx="103320" cy="1378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C2275FF-CFB1-779A-47BE-678343E837B8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016024" y="2639535"/>
                  <a:ext cx="13896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5BC3185-67CD-1EEC-A9CC-BAD3DF96B6AE}"/>
                    </a:ext>
                  </a:extLst>
                </p14:cNvPr>
                <p14:cNvContentPartPr/>
                <p14:nvPr/>
              </p14:nvContentPartPr>
              <p14:xfrm>
                <a:off x="10243544" y="2641695"/>
                <a:ext cx="58680" cy="950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5BC3185-67CD-1EEC-A9CC-BAD3DF96B6A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225904" y="2624055"/>
                  <a:ext cx="9432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D1154453-96E5-4B50-2D2E-8E70E0A23888}"/>
                    </a:ext>
                  </a:extLst>
                </p14:cNvPr>
                <p14:cNvContentPartPr/>
                <p14:nvPr/>
              </p14:nvContentPartPr>
              <p14:xfrm>
                <a:off x="10430024" y="2607135"/>
                <a:ext cx="94680" cy="21420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D1154453-96E5-4B50-2D2E-8E70E0A23888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412384" y="2589135"/>
                  <a:ext cx="130320" cy="24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17FA92CC-E27C-A1D5-0D82-AFBCEEB03733}"/>
              </a:ext>
            </a:extLst>
          </p:cNvPr>
          <p:cNvGrpSpPr/>
          <p:nvPr/>
        </p:nvGrpSpPr>
        <p:grpSpPr>
          <a:xfrm>
            <a:off x="7166264" y="3630615"/>
            <a:ext cx="1886400" cy="333720"/>
            <a:chOff x="7166264" y="3630615"/>
            <a:chExt cx="1886400" cy="333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EB9A59-BCEC-4A1E-981B-F718DC908B4B}"/>
                    </a:ext>
                  </a:extLst>
                </p14:cNvPr>
                <p14:cNvContentPartPr/>
                <p14:nvPr/>
              </p14:nvContentPartPr>
              <p14:xfrm>
                <a:off x="7217744" y="3642135"/>
                <a:ext cx="30240" cy="30276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EB9A59-BCEC-4A1E-981B-F718DC908B4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200104" y="3624135"/>
                  <a:ext cx="6588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7F0006D7-32CA-0F61-628F-A69596FBED3D}"/>
                    </a:ext>
                  </a:extLst>
                </p14:cNvPr>
                <p14:cNvContentPartPr/>
                <p14:nvPr/>
              </p14:nvContentPartPr>
              <p14:xfrm>
                <a:off x="7166264" y="3630615"/>
                <a:ext cx="128880" cy="1029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7F0006D7-32CA-0F61-628F-A69596FBED3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148624" y="3612615"/>
                  <a:ext cx="16452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D6E8407C-939D-38E8-7DB0-A641C921E376}"/>
                    </a:ext>
                  </a:extLst>
                </p14:cNvPr>
                <p14:cNvContentPartPr/>
                <p14:nvPr/>
              </p14:nvContentPartPr>
              <p14:xfrm>
                <a:off x="7234664" y="3759495"/>
                <a:ext cx="109800" cy="644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D6E8407C-939D-38E8-7DB0-A641C921E37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216664" y="3741495"/>
                  <a:ext cx="14544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277F8630-A676-DA8E-79A3-20EAE975B6AA}"/>
                    </a:ext>
                  </a:extLst>
                </p14:cNvPr>
                <p14:cNvContentPartPr/>
                <p14:nvPr/>
              </p14:nvContentPartPr>
              <p14:xfrm>
                <a:off x="7243304" y="3909255"/>
                <a:ext cx="129600" cy="550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277F8630-A676-DA8E-79A3-20EAE975B6A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7225304" y="3891615"/>
                  <a:ext cx="16524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32CC8BA4-658E-AC31-5A45-D5B612C22AD4}"/>
                    </a:ext>
                  </a:extLst>
                </p14:cNvPr>
                <p14:cNvContentPartPr/>
                <p14:nvPr/>
              </p14:nvContentPartPr>
              <p14:xfrm>
                <a:off x="7487744" y="3669495"/>
                <a:ext cx="31320" cy="2232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32CC8BA4-658E-AC31-5A45-D5B612C22AD4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469744" y="3651855"/>
                  <a:ext cx="6696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DD556F1D-62B6-4B9A-136B-C74F6AAD9156}"/>
                    </a:ext>
                  </a:extLst>
                </p14:cNvPr>
                <p14:cNvContentPartPr/>
                <p14:nvPr/>
              </p14:nvContentPartPr>
              <p14:xfrm>
                <a:off x="7615544" y="3810255"/>
                <a:ext cx="110160" cy="1335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DD556F1D-62B6-4B9A-136B-C74F6AAD9156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597544" y="3792615"/>
                  <a:ext cx="14580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D56AA22E-6830-7DAF-08C7-731EA1C20AC2}"/>
                    </a:ext>
                  </a:extLst>
                </p14:cNvPr>
                <p14:cNvContentPartPr/>
                <p14:nvPr/>
              </p14:nvContentPartPr>
              <p14:xfrm>
                <a:off x="7894544" y="3836535"/>
                <a:ext cx="67680" cy="10512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D56AA22E-6830-7DAF-08C7-731EA1C20AC2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876544" y="3818895"/>
                  <a:ext cx="10332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D74B654-9EFC-9122-CC43-4838660E37FA}"/>
                    </a:ext>
                  </a:extLst>
                </p14:cNvPr>
                <p14:cNvContentPartPr/>
                <p14:nvPr/>
              </p14:nvContentPartPr>
              <p14:xfrm>
                <a:off x="8041064" y="3670935"/>
                <a:ext cx="70200" cy="25848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D74B654-9EFC-9122-CC43-4838660E37FA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8023064" y="3653295"/>
                  <a:ext cx="10584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CD661796-DE4E-2ECF-4537-DF08465FEA07}"/>
                    </a:ext>
                  </a:extLst>
                </p14:cNvPr>
                <p14:cNvContentPartPr/>
                <p14:nvPr/>
              </p14:nvContentPartPr>
              <p14:xfrm>
                <a:off x="8086424" y="3766695"/>
                <a:ext cx="87120" cy="730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CD661796-DE4E-2ECF-4537-DF08465FEA07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068784" y="3748695"/>
                  <a:ext cx="12276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0FBD5344-62F5-A675-F52C-95464A6EB9E3}"/>
                    </a:ext>
                  </a:extLst>
                </p14:cNvPr>
                <p14:cNvContentPartPr/>
                <p14:nvPr/>
              </p14:nvContentPartPr>
              <p14:xfrm>
                <a:off x="8253464" y="3763815"/>
                <a:ext cx="64800" cy="13680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0FBD5344-62F5-A675-F52C-95464A6EB9E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235824" y="3745815"/>
                  <a:ext cx="10044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3C932B9B-4A88-1BC6-68DE-BAE47ED7FDDF}"/>
                    </a:ext>
                  </a:extLst>
                </p14:cNvPr>
                <p14:cNvContentPartPr/>
                <p14:nvPr/>
              </p14:nvContentPartPr>
              <p14:xfrm>
                <a:off x="8459744" y="3783975"/>
                <a:ext cx="54000" cy="874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3C932B9B-4A88-1BC6-68DE-BAE47ED7FDDF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8441744" y="3766335"/>
                  <a:ext cx="8964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280CFA92-A06F-40DD-2020-436314E8601C}"/>
                    </a:ext>
                  </a:extLst>
                </p14:cNvPr>
                <p14:cNvContentPartPr/>
                <p14:nvPr/>
              </p14:nvContentPartPr>
              <p14:xfrm>
                <a:off x="8589704" y="3765975"/>
                <a:ext cx="207720" cy="10656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280CFA92-A06F-40DD-2020-436314E8601C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8572064" y="3748335"/>
                  <a:ext cx="24336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1A1D958D-2A0C-AA0C-E35D-E326E6409712}"/>
                    </a:ext>
                  </a:extLst>
                </p14:cNvPr>
                <p14:cNvContentPartPr/>
                <p14:nvPr/>
              </p14:nvContentPartPr>
              <p14:xfrm>
                <a:off x="8938904" y="3741495"/>
                <a:ext cx="113760" cy="19116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1A1D958D-2A0C-AA0C-E35D-E326E6409712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920904" y="3723495"/>
                  <a:ext cx="149400" cy="22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7938DBA2-B2A6-E464-82B4-0DE08C5ADD15}"/>
              </a:ext>
            </a:extLst>
          </p:cNvPr>
          <p:cNvGrpSpPr/>
          <p:nvPr/>
        </p:nvGrpSpPr>
        <p:grpSpPr>
          <a:xfrm>
            <a:off x="3544664" y="3815295"/>
            <a:ext cx="1053720" cy="293400"/>
            <a:chOff x="3544664" y="3815295"/>
            <a:chExt cx="1053720" cy="293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B8456163-750A-86A4-9FFD-F27E6ECA56A0}"/>
                    </a:ext>
                  </a:extLst>
                </p14:cNvPr>
                <p14:cNvContentPartPr/>
                <p14:nvPr/>
              </p14:nvContentPartPr>
              <p14:xfrm>
                <a:off x="3544664" y="3834735"/>
                <a:ext cx="93240" cy="27252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B8456163-750A-86A4-9FFD-F27E6ECA56A0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526664" y="3817095"/>
                  <a:ext cx="12888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3158BD8C-FF4F-DB18-7C26-202E859B7C6C}"/>
                    </a:ext>
                  </a:extLst>
                </p14:cNvPr>
                <p14:cNvContentPartPr/>
                <p14:nvPr/>
              </p14:nvContentPartPr>
              <p14:xfrm>
                <a:off x="3717464" y="3836895"/>
                <a:ext cx="67680" cy="23688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3158BD8C-FF4F-DB18-7C26-202E859B7C6C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3699824" y="3819255"/>
                  <a:ext cx="10332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EF71E3FE-99C5-CEF2-428F-52D7B8D34F31}"/>
                    </a:ext>
                  </a:extLst>
                </p14:cNvPr>
                <p14:cNvContentPartPr/>
                <p14:nvPr/>
              </p14:nvContentPartPr>
              <p14:xfrm>
                <a:off x="3638264" y="3985575"/>
                <a:ext cx="132120" cy="3096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EF71E3FE-99C5-CEF2-428F-52D7B8D34F31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3620624" y="3967575"/>
                  <a:ext cx="16776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91D9D533-3B3A-E3E7-97B1-D333259BDAE3}"/>
                    </a:ext>
                  </a:extLst>
                </p14:cNvPr>
                <p14:cNvContentPartPr/>
                <p14:nvPr/>
              </p14:nvContentPartPr>
              <p14:xfrm>
                <a:off x="3921224" y="3912855"/>
                <a:ext cx="50760" cy="11988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91D9D533-3B3A-E3E7-97B1-D333259BDAE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3903224" y="3895215"/>
                  <a:ext cx="8640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61E6EB61-F07A-BE59-AC7B-8696302B6C4E}"/>
                    </a:ext>
                  </a:extLst>
                </p14:cNvPr>
                <p14:cNvContentPartPr/>
                <p14:nvPr/>
              </p14:nvContentPartPr>
              <p14:xfrm>
                <a:off x="4136144" y="3815295"/>
                <a:ext cx="60480" cy="26568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61E6EB61-F07A-BE59-AC7B-8696302B6C4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18504" y="3797295"/>
                  <a:ext cx="9612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84F62287-48D2-627B-EFE9-39B0E293E6F3}"/>
                    </a:ext>
                  </a:extLst>
                </p14:cNvPr>
                <p14:cNvContentPartPr/>
                <p14:nvPr/>
              </p14:nvContentPartPr>
              <p14:xfrm>
                <a:off x="4265744" y="3920055"/>
                <a:ext cx="89640" cy="12672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84F62287-48D2-627B-EFE9-39B0E293E6F3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247744" y="3902055"/>
                  <a:ext cx="12528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3633B903-4120-48CC-87A6-B0DF52FF2910}"/>
                    </a:ext>
                  </a:extLst>
                </p14:cNvPr>
                <p14:cNvContentPartPr/>
                <p14:nvPr/>
              </p14:nvContentPartPr>
              <p14:xfrm>
                <a:off x="4492904" y="3889095"/>
                <a:ext cx="105480" cy="21960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3633B903-4120-48CC-87A6-B0DF52FF2910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475264" y="3871095"/>
                  <a:ext cx="141120" cy="255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7A0ABA12-E023-9E53-37CB-20DF773766FC}"/>
              </a:ext>
            </a:extLst>
          </p:cNvPr>
          <p:cNvGrpSpPr/>
          <p:nvPr/>
        </p:nvGrpSpPr>
        <p:grpSpPr>
          <a:xfrm>
            <a:off x="3815744" y="4433415"/>
            <a:ext cx="525240" cy="599040"/>
            <a:chOff x="3815744" y="4433415"/>
            <a:chExt cx="525240" cy="599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4DA749CF-26F8-345D-0418-F2ACCDE0078C}"/>
                    </a:ext>
                  </a:extLst>
                </p14:cNvPr>
                <p14:cNvContentPartPr/>
                <p14:nvPr/>
              </p14:nvContentPartPr>
              <p14:xfrm>
                <a:off x="3867224" y="4638975"/>
                <a:ext cx="279360" cy="2376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4DA749CF-26F8-345D-0418-F2ACCDE0078C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3849224" y="4620975"/>
                  <a:ext cx="31500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939BF9F6-25FD-480B-CEC6-09B4169798EA}"/>
                    </a:ext>
                  </a:extLst>
                </p14:cNvPr>
                <p14:cNvContentPartPr/>
                <p14:nvPr/>
              </p14:nvContentPartPr>
              <p14:xfrm>
                <a:off x="4055504" y="4465815"/>
                <a:ext cx="33840" cy="37620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939BF9F6-25FD-480B-CEC6-09B4169798EA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037504" y="4448175"/>
                  <a:ext cx="69480" cy="41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0EABF201-EE52-195E-5430-5D8765C14646}"/>
                    </a:ext>
                  </a:extLst>
                </p14:cNvPr>
                <p14:cNvContentPartPr/>
                <p14:nvPr/>
              </p14:nvContentPartPr>
              <p14:xfrm>
                <a:off x="3815744" y="4433415"/>
                <a:ext cx="525240" cy="59904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0EABF201-EE52-195E-5430-5D8765C1464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3798104" y="4415775"/>
                  <a:ext cx="560880" cy="634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E1F7D446-05C1-F466-2975-E5429942BE11}"/>
              </a:ext>
            </a:extLst>
          </p:cNvPr>
          <p:cNvGrpSpPr/>
          <p:nvPr/>
        </p:nvGrpSpPr>
        <p:grpSpPr>
          <a:xfrm>
            <a:off x="7581344" y="4477335"/>
            <a:ext cx="549720" cy="475560"/>
            <a:chOff x="7581344" y="4477335"/>
            <a:chExt cx="549720" cy="475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5A0860C-E3A0-7123-2162-C4699719F78E}"/>
                    </a:ext>
                  </a:extLst>
                </p14:cNvPr>
                <p14:cNvContentPartPr/>
                <p14:nvPr/>
              </p14:nvContentPartPr>
              <p14:xfrm>
                <a:off x="7716704" y="4687935"/>
                <a:ext cx="186840" cy="1368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5A0860C-E3A0-7123-2162-C4699719F78E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699064" y="4669935"/>
                  <a:ext cx="22248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F6B6E9F0-79F8-2299-718A-75E1C0A9845D}"/>
                    </a:ext>
                  </a:extLst>
                </p14:cNvPr>
                <p14:cNvContentPartPr/>
                <p14:nvPr/>
              </p14:nvContentPartPr>
              <p14:xfrm>
                <a:off x="7581344" y="4477335"/>
                <a:ext cx="549720" cy="4755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F6B6E9F0-79F8-2299-718A-75E1C0A9845D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563344" y="4459695"/>
                  <a:ext cx="585360" cy="511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849518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AB263-35ED-5F45-A8C7-78C13B94DA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diode</a:t>
            </a:r>
          </a:p>
        </p:txBody>
      </p:sp>
      <p:pic>
        <p:nvPicPr>
          <p:cNvPr id="6" name="Content Placeholder 5" descr="A diagram of different types of electrical components&#10;&#10;Description automatically generated">
            <a:extLst>
              <a:ext uri="{FF2B5EF4-FFF2-40B4-BE49-F238E27FC236}">
                <a16:creationId xmlns:a16="http://schemas.microsoft.com/office/drawing/2014/main" id="{EA0C55B7-FE0B-110B-B2B3-2F5C26AA23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146" b="58264"/>
          <a:stretch/>
        </p:blipFill>
        <p:spPr>
          <a:xfrm>
            <a:off x="1734478" y="968153"/>
            <a:ext cx="2773781" cy="3251435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A1E9C3-4675-370C-D98E-7C06903882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Rectangle 6">
            <a:extLst>
              <a:ext uri="{FF2B5EF4-FFF2-40B4-BE49-F238E27FC236}">
                <a16:creationId xmlns:a16="http://schemas.microsoft.com/office/drawing/2014/main" id="{D0B022D3-BBCB-0509-F4D8-EDACD3FFDE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20054" y="4620153"/>
            <a:ext cx="9963379" cy="17697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marL="342900" indent="-342900">
              <a:spcBef>
                <a:spcPct val="0"/>
              </a:spcBef>
            </a:pPr>
            <a:r>
              <a:rPr lang="en-US" altLang="en-US" sz="2300" dirty="0">
                <a:solidFill>
                  <a:srgbClr val="000000"/>
                </a:solidFill>
                <a:latin typeface="PT Sans" panose="020B0503020203020204" pitchFamily="34" charset="0"/>
              </a:rPr>
              <a:t>A diode is a device that exhibits ‘rectifying’ behavior</a:t>
            </a:r>
          </a:p>
          <a:p>
            <a:pPr marL="342900" indent="-342900">
              <a:spcBef>
                <a:spcPct val="0"/>
              </a:spcBef>
            </a:pPr>
            <a:r>
              <a:rPr lang="en-US" altLang="en-US" sz="2300" dirty="0">
                <a:solidFill>
                  <a:srgbClr val="000000"/>
                </a:solidFill>
                <a:latin typeface="PT Sans" panose="020B0503020203020204" pitchFamily="34" charset="0"/>
              </a:rPr>
              <a:t>Can be made from a physical junction between an n-type semiconductor and a p-type semiconductor</a:t>
            </a:r>
          </a:p>
          <a:p>
            <a:pPr marL="342900" indent="-342900">
              <a:spcBef>
                <a:spcPct val="0"/>
              </a:spcBef>
            </a:pPr>
            <a:r>
              <a:rPr lang="en-US" altLang="en-US" sz="2300" dirty="0">
                <a:solidFill>
                  <a:srgbClr val="000000"/>
                </a:solidFill>
                <a:latin typeface="PT Sans" panose="020B0503020203020204" pitchFamily="34" charset="0"/>
              </a:rPr>
              <a:t>Can also be made from a physical junction between a metal and semiconductor (not discussed here)</a:t>
            </a:r>
            <a:endParaRPr lang="en-US" altLang="en-US" sz="2400" dirty="0">
              <a:latin typeface="PT Sans" panose="020B0503020203020204" pitchFamily="34" charset="0"/>
            </a:endParaRPr>
          </a:p>
        </p:txBody>
      </p:sp>
      <p:pic>
        <p:nvPicPr>
          <p:cNvPr id="5" name="Content Placeholder 5" descr="A diagram of a voltage&#10;&#10;Description automatically generated with medium confidence">
            <a:extLst>
              <a:ext uri="{FF2B5EF4-FFF2-40B4-BE49-F238E27FC236}">
                <a16:creationId xmlns:a16="http://schemas.microsoft.com/office/drawing/2014/main" id="{7954522F-5242-81F6-146F-E58CCB436C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996"/>
          <a:stretch/>
        </p:blipFill>
        <p:spPr>
          <a:xfrm>
            <a:off x="6491846" y="862087"/>
            <a:ext cx="3965676" cy="3225356"/>
          </a:xfrm>
          <a:prstGeom prst="rect">
            <a:avLst/>
          </a:prstGeom>
        </p:spPr>
      </p:pic>
      <p:grpSp>
        <p:nvGrpSpPr>
          <p:cNvPr id="57" name="Group 56">
            <a:extLst>
              <a:ext uri="{FF2B5EF4-FFF2-40B4-BE49-F238E27FC236}">
                <a16:creationId xmlns:a16="http://schemas.microsoft.com/office/drawing/2014/main" id="{4BC289C1-39F7-0B1C-BAA8-15060066AD38}"/>
              </a:ext>
            </a:extLst>
          </p:cNvPr>
          <p:cNvGrpSpPr/>
          <p:nvPr/>
        </p:nvGrpSpPr>
        <p:grpSpPr>
          <a:xfrm>
            <a:off x="2531984" y="2532255"/>
            <a:ext cx="131760" cy="286920"/>
            <a:chOff x="2531984" y="2532255"/>
            <a:chExt cx="131760" cy="286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80A736F-E960-F5CF-0627-F763A4F451A4}"/>
                    </a:ext>
                  </a:extLst>
                </p14:cNvPr>
                <p14:cNvContentPartPr/>
                <p14:nvPr/>
              </p14:nvContentPartPr>
              <p14:xfrm>
                <a:off x="2534504" y="2532255"/>
                <a:ext cx="14760" cy="2869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80A736F-E960-F5CF-0627-F763A4F451A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516864" y="2514255"/>
                  <a:ext cx="5040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D551801B-B5CB-560B-D046-4F94C3614F84}"/>
                    </a:ext>
                  </a:extLst>
                </p14:cNvPr>
                <p14:cNvContentPartPr/>
                <p14:nvPr/>
              </p14:nvContentPartPr>
              <p14:xfrm>
                <a:off x="2531984" y="2538375"/>
                <a:ext cx="131760" cy="1756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D551801B-B5CB-560B-D046-4F94C3614F8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514344" y="2520375"/>
                  <a:ext cx="167400" cy="211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736D541-E6B7-0247-1043-501935BBECCD}"/>
              </a:ext>
            </a:extLst>
          </p:cNvPr>
          <p:cNvGrpSpPr/>
          <p:nvPr/>
        </p:nvGrpSpPr>
        <p:grpSpPr>
          <a:xfrm>
            <a:off x="3251624" y="2486895"/>
            <a:ext cx="189720" cy="332640"/>
            <a:chOff x="3251624" y="2486895"/>
            <a:chExt cx="189720" cy="332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ABAA9B0-DB0B-FD83-BB83-E617DDA45F6F}"/>
                    </a:ext>
                  </a:extLst>
                </p14:cNvPr>
                <p14:cNvContentPartPr/>
                <p14:nvPr/>
              </p14:nvContentPartPr>
              <p14:xfrm>
                <a:off x="3251624" y="2556735"/>
                <a:ext cx="25560" cy="2628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ABAA9B0-DB0B-FD83-BB83-E617DDA45F6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233624" y="2538735"/>
                  <a:ext cx="6120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85EC1AA-4504-A546-CEDA-4ACB04BD9460}"/>
                    </a:ext>
                  </a:extLst>
                </p14:cNvPr>
                <p14:cNvContentPartPr/>
                <p14:nvPr/>
              </p14:nvContentPartPr>
              <p14:xfrm>
                <a:off x="3273224" y="2486895"/>
                <a:ext cx="168120" cy="2214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85EC1AA-4504-A546-CEDA-4ACB04BD9460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255224" y="2469255"/>
                  <a:ext cx="203760" cy="257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CD85BBF-023B-EE0E-42BC-115D865AC9A2}"/>
              </a:ext>
            </a:extLst>
          </p:cNvPr>
          <p:cNvGrpSpPr/>
          <p:nvPr/>
        </p:nvGrpSpPr>
        <p:grpSpPr>
          <a:xfrm>
            <a:off x="4087904" y="714975"/>
            <a:ext cx="1612440" cy="517320"/>
            <a:chOff x="4087904" y="714975"/>
            <a:chExt cx="1612440" cy="517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8423ABC5-3FF7-E749-4418-47BAAE385F3D}"/>
                    </a:ext>
                  </a:extLst>
                </p14:cNvPr>
                <p14:cNvContentPartPr/>
                <p14:nvPr/>
              </p14:nvContentPartPr>
              <p14:xfrm>
                <a:off x="4600544" y="774375"/>
                <a:ext cx="55800" cy="4233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8423ABC5-3FF7-E749-4418-47BAAE385F3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82904" y="756735"/>
                  <a:ext cx="91440" cy="45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A0E88EB1-E6B0-40A4-166B-D49D7E046E54}"/>
                    </a:ext>
                  </a:extLst>
                </p14:cNvPr>
                <p14:cNvContentPartPr/>
                <p14:nvPr/>
              </p14:nvContentPartPr>
              <p14:xfrm>
                <a:off x="4606664" y="787695"/>
                <a:ext cx="282240" cy="33696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A0E88EB1-E6B0-40A4-166B-D49D7E046E54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588664" y="769695"/>
                  <a:ext cx="317880" cy="37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3F3035AB-DBF1-5729-ED78-E10058AA05B5}"/>
                    </a:ext>
                  </a:extLst>
                </p14:cNvPr>
                <p14:cNvContentPartPr/>
                <p14:nvPr/>
              </p14:nvContentPartPr>
              <p14:xfrm>
                <a:off x="4901504" y="714975"/>
                <a:ext cx="48960" cy="51732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3F3035AB-DBF1-5729-ED78-E10058AA05B5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883864" y="696975"/>
                  <a:ext cx="84600" cy="55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3907867-6BC4-CAD6-250A-73E1B350B893}"/>
                    </a:ext>
                  </a:extLst>
                </p14:cNvPr>
                <p14:cNvContentPartPr/>
                <p14:nvPr/>
              </p14:nvContentPartPr>
              <p14:xfrm>
                <a:off x="4918064" y="910815"/>
                <a:ext cx="782280" cy="3528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3907867-6BC4-CAD6-250A-73E1B350B89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900424" y="893175"/>
                  <a:ext cx="81792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4979E77E-211A-46C8-2A26-7649E4D7467C}"/>
                    </a:ext>
                  </a:extLst>
                </p14:cNvPr>
                <p14:cNvContentPartPr/>
                <p14:nvPr/>
              </p14:nvContentPartPr>
              <p14:xfrm>
                <a:off x="4087904" y="937815"/>
                <a:ext cx="567360" cy="540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4979E77E-211A-46C8-2A26-7649E4D7467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070264" y="919815"/>
                  <a:ext cx="603000" cy="89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44633A5E-4AEE-E9CF-CFC8-DD76BFB7BCBA}"/>
                  </a:ext>
                </a:extLst>
              </p14:cNvPr>
              <p14:cNvContentPartPr/>
              <p14:nvPr/>
            </p14:nvContentPartPr>
            <p14:xfrm>
              <a:off x="4037144" y="922335"/>
              <a:ext cx="108000" cy="97560"/>
            </p14:xfrm>
          </p:contentPart>
        </mc:Choice>
        <mc:Fallback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44633A5E-4AEE-E9CF-CFC8-DD76BFB7BCBA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4019504" y="904335"/>
                <a:ext cx="143640" cy="13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9C9723CC-4F4B-5319-8719-FF10547EBBAC}"/>
                  </a:ext>
                </a:extLst>
              </p14:cNvPr>
              <p14:cNvContentPartPr/>
              <p14:nvPr/>
            </p14:nvContentPartPr>
            <p14:xfrm>
              <a:off x="5645264" y="906135"/>
              <a:ext cx="91080" cy="67320"/>
            </p14:xfrm>
          </p:contentPart>
        </mc:Choice>
        <mc:Fallback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9C9723CC-4F4B-5319-8719-FF10547EBBAC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5627264" y="888495"/>
                <a:ext cx="126720" cy="102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575CAA56-D61D-3BD8-B9BE-0C4E7F7F222F}"/>
                  </a:ext>
                </a:extLst>
              </p14:cNvPr>
              <p14:cNvContentPartPr/>
              <p14:nvPr/>
            </p14:nvContentPartPr>
            <p14:xfrm>
              <a:off x="3435584" y="387735"/>
              <a:ext cx="2246040" cy="92880"/>
            </p14:xfrm>
          </p:contentPart>
        </mc:Choice>
        <mc:Fallback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575CAA56-D61D-3BD8-B9BE-0C4E7F7F222F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381944" y="279735"/>
                <a:ext cx="2353680" cy="30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AC2D43EB-E515-35C2-4483-851661ABED01}"/>
                  </a:ext>
                </a:extLst>
              </p14:cNvPr>
              <p14:cNvContentPartPr/>
              <p14:nvPr/>
            </p14:nvContentPartPr>
            <p14:xfrm>
              <a:off x="5333504" y="126735"/>
              <a:ext cx="479520" cy="611640"/>
            </p14:xfrm>
          </p:contentPart>
        </mc:Choice>
        <mc:Fallback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AC2D43EB-E515-35C2-4483-851661ABED01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5279504" y="18735"/>
                <a:ext cx="587160" cy="827280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3C76EC55-A8AA-B806-CDE3-EFAE4622A1D5}"/>
              </a:ext>
            </a:extLst>
          </p:cNvPr>
          <p:cNvGrpSpPr/>
          <p:nvPr/>
        </p:nvGrpSpPr>
        <p:grpSpPr>
          <a:xfrm>
            <a:off x="4535024" y="1379895"/>
            <a:ext cx="96840" cy="331200"/>
            <a:chOff x="4535024" y="1379895"/>
            <a:chExt cx="96840" cy="331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F77FD349-F917-1401-B50A-D06AF1E0968C}"/>
                    </a:ext>
                  </a:extLst>
                </p14:cNvPr>
                <p14:cNvContentPartPr/>
                <p14:nvPr/>
              </p14:nvContentPartPr>
              <p14:xfrm>
                <a:off x="4543304" y="1444695"/>
                <a:ext cx="45000" cy="26640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F77FD349-F917-1401-B50A-D06AF1E0968C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525304" y="1427055"/>
                  <a:ext cx="80640" cy="3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71A0E7DE-B714-1A3B-5EF4-7BBFE2682BB2}"/>
                    </a:ext>
                  </a:extLst>
                </p14:cNvPr>
                <p14:cNvContentPartPr/>
                <p14:nvPr/>
              </p14:nvContentPartPr>
              <p14:xfrm>
                <a:off x="4535024" y="1379895"/>
                <a:ext cx="96840" cy="12024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71A0E7DE-B714-1A3B-5EF4-7BBFE2682BB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517024" y="1362255"/>
                  <a:ext cx="132480" cy="15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3422CEC1-C0C4-2F04-2204-978503F09F0F}"/>
              </a:ext>
            </a:extLst>
          </p:cNvPr>
          <p:cNvGrpSpPr/>
          <p:nvPr/>
        </p:nvGrpSpPr>
        <p:grpSpPr>
          <a:xfrm>
            <a:off x="4935344" y="1370895"/>
            <a:ext cx="192960" cy="305640"/>
            <a:chOff x="4935344" y="1370895"/>
            <a:chExt cx="192960" cy="305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9308531D-1B3D-9389-FA30-33AC7302425B}"/>
                    </a:ext>
                  </a:extLst>
                </p14:cNvPr>
                <p14:cNvContentPartPr/>
                <p14:nvPr/>
              </p14:nvContentPartPr>
              <p14:xfrm>
                <a:off x="4935344" y="1491855"/>
                <a:ext cx="30600" cy="18468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9308531D-1B3D-9389-FA30-33AC7302425B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917704" y="1474215"/>
                  <a:ext cx="6624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01182BCD-6B5C-AB0E-C958-8B618179FE17}"/>
                    </a:ext>
                  </a:extLst>
                </p14:cNvPr>
                <p14:cNvContentPartPr/>
                <p14:nvPr/>
              </p14:nvContentPartPr>
              <p14:xfrm>
                <a:off x="4943984" y="1370895"/>
                <a:ext cx="184320" cy="1839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01182BCD-6B5C-AB0E-C958-8B618179FE17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926344" y="1352895"/>
                  <a:ext cx="219960" cy="219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5074C703-CC2D-DCB3-A39E-E2A57BE26C2B}"/>
              </a:ext>
            </a:extLst>
          </p:cNvPr>
          <p:cNvGrpSpPr/>
          <p:nvPr/>
        </p:nvGrpSpPr>
        <p:grpSpPr>
          <a:xfrm>
            <a:off x="3667064" y="172455"/>
            <a:ext cx="2005920" cy="415800"/>
            <a:chOff x="3667064" y="172455"/>
            <a:chExt cx="2005920" cy="415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7445989-0F90-B5AA-2D4F-B0AE953A63C7}"/>
                    </a:ext>
                  </a:extLst>
                </p14:cNvPr>
                <p14:cNvContentPartPr/>
                <p14:nvPr/>
              </p14:nvContentPartPr>
              <p14:xfrm>
                <a:off x="3667064" y="439935"/>
                <a:ext cx="1937880" cy="10188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7445989-0F90-B5AA-2D4F-B0AE953A63C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649064" y="421935"/>
                  <a:ext cx="197352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2C0FFFD9-A77C-2076-E7F9-CF555564C3F9}"/>
                    </a:ext>
                  </a:extLst>
                </p14:cNvPr>
                <p14:cNvContentPartPr/>
                <p14:nvPr/>
              </p14:nvContentPartPr>
              <p14:xfrm>
                <a:off x="5519264" y="324375"/>
                <a:ext cx="153720" cy="26388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2C0FFFD9-A77C-2076-E7F9-CF555564C3F9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501624" y="306375"/>
                  <a:ext cx="18936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2B6B31F0-0F70-6420-059F-ADFFDFF8CBAA}"/>
                    </a:ext>
                  </a:extLst>
                </p14:cNvPr>
                <p14:cNvContentPartPr/>
                <p14:nvPr/>
              </p14:nvContentPartPr>
              <p14:xfrm>
                <a:off x="4517384" y="172455"/>
                <a:ext cx="90000" cy="2649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2B6B31F0-0F70-6420-059F-ADFFDFF8CBAA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499744" y="154815"/>
                  <a:ext cx="125640" cy="30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E03B4CD6-A58F-DF2B-610E-35E1763D6114}"/>
                    </a:ext>
                  </a:extLst>
                </p14:cNvPr>
                <p14:cNvContentPartPr/>
                <p14:nvPr/>
              </p14:nvContentPartPr>
              <p14:xfrm>
                <a:off x="4451144" y="194055"/>
                <a:ext cx="172800" cy="4176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E03B4CD6-A58F-DF2B-610E-35E1763D6114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433504" y="176415"/>
                  <a:ext cx="20844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88A702FC-3D59-109F-3F24-377A17171C26}"/>
                    </a:ext>
                  </a:extLst>
                </p14:cNvPr>
                <p14:cNvContentPartPr/>
                <p14:nvPr/>
              </p14:nvContentPartPr>
              <p14:xfrm>
                <a:off x="4554104" y="396015"/>
                <a:ext cx="125640" cy="2520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88A702FC-3D59-109F-3F24-377A17171C2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536464" y="378375"/>
                  <a:ext cx="161280" cy="6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944B0185-C309-DA3B-12C1-1A075CB0FAA0}"/>
              </a:ext>
            </a:extLst>
          </p:cNvPr>
          <p:cNvGrpSpPr/>
          <p:nvPr/>
        </p:nvGrpSpPr>
        <p:grpSpPr>
          <a:xfrm>
            <a:off x="9257504" y="804975"/>
            <a:ext cx="2233080" cy="1967760"/>
            <a:chOff x="9257504" y="804975"/>
            <a:chExt cx="2233080" cy="1967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4E2C3818-91C6-FC28-6182-ADF155767E34}"/>
                    </a:ext>
                  </a:extLst>
                </p14:cNvPr>
                <p14:cNvContentPartPr/>
                <p14:nvPr/>
              </p14:nvContentPartPr>
              <p14:xfrm>
                <a:off x="10457384" y="1583295"/>
                <a:ext cx="60840" cy="27756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4E2C3818-91C6-FC28-6182-ADF155767E34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439744" y="1565655"/>
                  <a:ext cx="9648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4BCD0FFC-BE6B-FBE6-0B91-E5B29A669AAD}"/>
                    </a:ext>
                  </a:extLst>
                </p14:cNvPr>
                <p14:cNvContentPartPr/>
                <p14:nvPr/>
              </p14:nvContentPartPr>
              <p14:xfrm>
                <a:off x="10469264" y="1588335"/>
                <a:ext cx="235080" cy="2703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4BCD0FFC-BE6B-FBE6-0B91-E5B29A669AA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451624" y="1570335"/>
                  <a:ext cx="27072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F71CFBF5-FD77-5A36-75E0-05637961C7D9}"/>
                    </a:ext>
                  </a:extLst>
                </p14:cNvPr>
                <p14:cNvContentPartPr/>
                <p14:nvPr/>
              </p14:nvContentPartPr>
              <p14:xfrm>
                <a:off x="10700744" y="1559175"/>
                <a:ext cx="61920" cy="33228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F71CFBF5-FD77-5A36-75E0-05637961C7D9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682744" y="1541175"/>
                  <a:ext cx="9756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ACE5EC69-4EF1-4750-4F22-A4D1660DBE00}"/>
                    </a:ext>
                  </a:extLst>
                </p14:cNvPr>
                <p14:cNvContentPartPr/>
                <p14:nvPr/>
              </p14:nvContentPartPr>
              <p14:xfrm>
                <a:off x="10768424" y="1681575"/>
                <a:ext cx="474840" cy="3348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ACE5EC69-4EF1-4750-4F22-A4D1660DBE0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750784" y="1663575"/>
                  <a:ext cx="51048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8ADE61D7-899A-200D-6604-F9E020F2DC86}"/>
                    </a:ext>
                  </a:extLst>
                </p14:cNvPr>
                <p14:cNvContentPartPr/>
                <p14:nvPr/>
              </p14:nvContentPartPr>
              <p14:xfrm>
                <a:off x="9932864" y="1719375"/>
                <a:ext cx="561960" cy="5400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8ADE61D7-899A-200D-6604-F9E020F2DC8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915224" y="1701735"/>
                  <a:ext cx="59760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EEA93B9C-4FE9-04E1-AF4B-194B13A41D6C}"/>
                    </a:ext>
                  </a:extLst>
                </p14:cNvPr>
                <p14:cNvContentPartPr/>
                <p14:nvPr/>
              </p14:nvContentPartPr>
              <p14:xfrm>
                <a:off x="9896504" y="1757175"/>
                <a:ext cx="27720" cy="53928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EEA93B9C-4FE9-04E1-AF4B-194B13A41D6C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878504" y="1739535"/>
                  <a:ext cx="63360" cy="57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15708EFE-4AAB-5364-56F1-4C677809C123}"/>
                    </a:ext>
                  </a:extLst>
                </p14:cNvPr>
                <p14:cNvContentPartPr/>
                <p14:nvPr/>
              </p14:nvContentPartPr>
              <p14:xfrm>
                <a:off x="11238224" y="1690935"/>
                <a:ext cx="137880" cy="3492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15708EFE-4AAB-5364-56F1-4C677809C12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1220224" y="1672935"/>
                  <a:ext cx="17352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2D5304CB-9AF0-BE08-4258-F724EEFD71BA}"/>
                    </a:ext>
                  </a:extLst>
                </p14:cNvPr>
                <p14:cNvContentPartPr/>
                <p14:nvPr/>
              </p14:nvContentPartPr>
              <p14:xfrm>
                <a:off x="11354864" y="1697775"/>
                <a:ext cx="118800" cy="94572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2D5304CB-9AF0-BE08-4258-F724EEFD71BA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1337224" y="1679775"/>
                  <a:ext cx="154440" cy="9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1A71010D-8F82-8D07-508C-5612FE8C4876}"/>
                    </a:ext>
                  </a:extLst>
                </p14:cNvPr>
                <p14:cNvContentPartPr/>
                <p14:nvPr/>
              </p14:nvContentPartPr>
              <p14:xfrm>
                <a:off x="9931064" y="2634855"/>
                <a:ext cx="1559520" cy="13788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1A71010D-8F82-8D07-508C-5612FE8C487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913064" y="2617215"/>
                  <a:ext cx="159516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2C34680C-2BCF-3E14-B97B-0276B5E2FB27}"/>
                    </a:ext>
                  </a:extLst>
                </p14:cNvPr>
                <p14:cNvContentPartPr/>
                <p14:nvPr/>
              </p14:nvContentPartPr>
              <p14:xfrm>
                <a:off x="9940424" y="2516055"/>
                <a:ext cx="28440" cy="21204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2C34680C-2BCF-3E14-B97B-0276B5E2FB27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922784" y="2498415"/>
                  <a:ext cx="640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3594DD7F-CB67-7634-67AA-8706C2370166}"/>
                    </a:ext>
                  </a:extLst>
                </p14:cNvPr>
                <p14:cNvContentPartPr/>
                <p14:nvPr/>
              </p14:nvContentPartPr>
              <p14:xfrm>
                <a:off x="9665024" y="2288175"/>
                <a:ext cx="557280" cy="6048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594DD7F-CB67-7634-67AA-8706C237016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647024" y="2270175"/>
                  <a:ext cx="59292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1A234C61-ADC6-C104-2882-FB999C29D38C}"/>
                    </a:ext>
                  </a:extLst>
                </p14:cNvPr>
                <p14:cNvContentPartPr/>
                <p14:nvPr/>
              </p14:nvContentPartPr>
              <p14:xfrm>
                <a:off x="9940424" y="2460615"/>
                <a:ext cx="5400" cy="4392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1A234C61-ADC6-C104-2882-FB999C29D38C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922424" y="2442615"/>
                  <a:ext cx="4104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96659B34-E82B-9A31-DA8A-785609BC0986}"/>
                    </a:ext>
                  </a:extLst>
                </p14:cNvPr>
                <p14:cNvContentPartPr/>
                <p14:nvPr/>
              </p14:nvContentPartPr>
              <p14:xfrm>
                <a:off x="9893264" y="2449455"/>
                <a:ext cx="137160" cy="2916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96659B34-E82B-9A31-DA8A-785609BC0986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875624" y="2431815"/>
                  <a:ext cx="17280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1189CA95-6CE5-A579-F826-884C693F1C86}"/>
                    </a:ext>
                  </a:extLst>
                </p14:cNvPr>
                <p14:cNvContentPartPr/>
                <p14:nvPr/>
              </p14:nvContentPartPr>
              <p14:xfrm>
                <a:off x="9614624" y="2156775"/>
                <a:ext cx="360" cy="36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1189CA95-6CE5-A579-F826-884C693F1C86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596624" y="2139135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B7D2C8D2-9520-DB97-313B-82DD5FC32E9A}"/>
                    </a:ext>
                  </a:extLst>
                </p14:cNvPr>
                <p14:cNvContentPartPr/>
                <p14:nvPr/>
              </p14:nvContentPartPr>
              <p14:xfrm>
                <a:off x="9572504" y="2161815"/>
                <a:ext cx="108720" cy="1620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B7D2C8D2-9520-DB97-313B-82DD5FC32E9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554504" y="2144175"/>
                  <a:ext cx="14436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E153B54E-3A84-2C77-1C8F-2BE075295FF4}"/>
                    </a:ext>
                  </a:extLst>
                </p14:cNvPr>
                <p14:cNvContentPartPr/>
                <p14:nvPr/>
              </p14:nvContentPartPr>
              <p14:xfrm>
                <a:off x="9626864" y="2104215"/>
                <a:ext cx="48960" cy="13068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E153B54E-3A84-2C77-1C8F-2BE075295FF4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609224" y="2086575"/>
                  <a:ext cx="8460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B5C7E7F-477E-B9DB-BA9F-0F6F5A7885A1}"/>
                    </a:ext>
                  </a:extLst>
                </p14:cNvPr>
                <p14:cNvContentPartPr/>
                <p14:nvPr/>
              </p14:nvContentPartPr>
              <p14:xfrm>
                <a:off x="9713984" y="2614695"/>
                <a:ext cx="60120" cy="756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B5C7E7F-477E-B9DB-BA9F-0F6F5A7885A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696344" y="2596695"/>
                  <a:ext cx="9576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1B3D6D10-0D42-6CF7-DB87-4D158A519054}"/>
                    </a:ext>
                  </a:extLst>
                </p14:cNvPr>
                <p14:cNvContentPartPr/>
                <p14:nvPr/>
              </p14:nvContentPartPr>
              <p14:xfrm>
                <a:off x="10257944" y="1264335"/>
                <a:ext cx="41040" cy="21672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1B3D6D10-0D42-6CF7-DB87-4D158A519054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0239944" y="1246695"/>
                  <a:ext cx="7668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49F4E079-F849-5A6C-14B4-2392345F7823}"/>
                    </a:ext>
                  </a:extLst>
                </p14:cNvPr>
                <p14:cNvContentPartPr/>
                <p14:nvPr/>
              </p14:nvContentPartPr>
              <p14:xfrm>
                <a:off x="10267664" y="1242375"/>
                <a:ext cx="103680" cy="10728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49F4E079-F849-5A6C-14B4-2392345F782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250024" y="1224375"/>
                  <a:ext cx="13932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6911C0E-22EA-7B71-287A-73108ECAB898}"/>
                    </a:ext>
                  </a:extLst>
                </p14:cNvPr>
                <p14:cNvContentPartPr/>
                <p14:nvPr/>
              </p14:nvContentPartPr>
              <p14:xfrm>
                <a:off x="10819904" y="1251015"/>
                <a:ext cx="23040" cy="17424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6911C0E-22EA-7B71-287A-73108ECAB898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802264" y="1233015"/>
                  <a:ext cx="5868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7A561792-4EFB-51B3-4B6D-638C833E4B7B}"/>
                    </a:ext>
                  </a:extLst>
                </p14:cNvPr>
                <p14:cNvContentPartPr/>
                <p14:nvPr/>
              </p14:nvContentPartPr>
              <p14:xfrm>
                <a:off x="10804784" y="1182255"/>
                <a:ext cx="157320" cy="16056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7A561792-4EFB-51B3-4B6D-638C833E4B7B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787144" y="1164255"/>
                  <a:ext cx="19296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BD0F95C4-686C-6F16-2BC7-A8D481310A7A}"/>
                    </a:ext>
                  </a:extLst>
                </p14:cNvPr>
                <p14:cNvContentPartPr/>
                <p14:nvPr/>
              </p14:nvContentPartPr>
              <p14:xfrm>
                <a:off x="9303944" y="918735"/>
                <a:ext cx="18360" cy="27396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BD0F95C4-686C-6F16-2BC7-A8D481310A7A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9285944" y="900735"/>
                  <a:ext cx="5400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65FF0F8C-C5D3-D2BA-A781-51BAE37B14D9}"/>
                    </a:ext>
                  </a:extLst>
                </p14:cNvPr>
                <p14:cNvContentPartPr/>
                <p14:nvPr/>
              </p14:nvContentPartPr>
              <p14:xfrm>
                <a:off x="9257504" y="900735"/>
                <a:ext cx="121320" cy="14940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65FF0F8C-C5D3-D2BA-A781-51BAE37B14D9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9239504" y="882735"/>
                  <a:ext cx="1569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8AB95051-8D23-6725-A5E2-C8A0FADC8D48}"/>
                    </a:ext>
                  </a:extLst>
                </p14:cNvPr>
                <p14:cNvContentPartPr/>
                <p14:nvPr/>
              </p14:nvContentPartPr>
              <p14:xfrm>
                <a:off x="9410864" y="1042215"/>
                <a:ext cx="108720" cy="10260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8AB95051-8D23-6725-A5E2-C8A0FADC8D48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393224" y="1024575"/>
                  <a:ext cx="14436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8BE2244A-B013-5536-5A8B-9A76EB8E58E6}"/>
                    </a:ext>
                  </a:extLst>
                </p14:cNvPr>
                <p14:cNvContentPartPr/>
                <p14:nvPr/>
              </p14:nvContentPartPr>
              <p14:xfrm>
                <a:off x="9587264" y="990015"/>
                <a:ext cx="93600" cy="15912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8BE2244A-B013-5536-5A8B-9A76EB8E58E6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569264" y="972015"/>
                  <a:ext cx="12924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812A6BE8-FD25-7F54-C789-7255ACEC207F}"/>
                    </a:ext>
                  </a:extLst>
                </p14:cNvPr>
                <p14:cNvContentPartPr/>
                <p14:nvPr/>
              </p14:nvContentPartPr>
              <p14:xfrm>
                <a:off x="9761144" y="1009455"/>
                <a:ext cx="25200" cy="10476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812A6BE8-FD25-7F54-C789-7255ACEC207F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743504" y="991455"/>
                  <a:ext cx="6084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592F8311-C02C-4FDD-0A67-7D16137EB640}"/>
                    </a:ext>
                  </a:extLst>
                </p14:cNvPr>
                <p14:cNvContentPartPr/>
                <p14:nvPr/>
              </p14:nvContentPartPr>
              <p14:xfrm>
                <a:off x="9769064" y="857535"/>
                <a:ext cx="10440" cy="4752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592F8311-C02C-4FDD-0A67-7D16137EB640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751064" y="839895"/>
                  <a:ext cx="4608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1CFCABC9-0215-1FDD-A536-5F4E2A4E3F4A}"/>
                    </a:ext>
                  </a:extLst>
                </p14:cNvPr>
                <p14:cNvContentPartPr/>
                <p14:nvPr/>
              </p14:nvContentPartPr>
              <p14:xfrm>
                <a:off x="9920624" y="842415"/>
                <a:ext cx="33120" cy="24048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1CFCABC9-0215-1FDD-A536-5F4E2A4E3F4A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902984" y="824415"/>
                  <a:ext cx="6876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A7AA94FC-D84C-E727-1A9A-DEE908E8AC25}"/>
                    </a:ext>
                  </a:extLst>
                </p14:cNvPr>
                <p14:cNvContentPartPr/>
                <p14:nvPr/>
              </p14:nvContentPartPr>
              <p14:xfrm>
                <a:off x="9862664" y="932415"/>
                <a:ext cx="187200" cy="8856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A7AA94FC-D84C-E727-1A9A-DEE908E8AC2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844664" y="914775"/>
                  <a:ext cx="22284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B6567E04-2526-131F-A52B-42F5BB35F274}"/>
                    </a:ext>
                  </a:extLst>
                </p14:cNvPr>
                <p14:cNvContentPartPr/>
                <p14:nvPr/>
              </p14:nvContentPartPr>
              <p14:xfrm>
                <a:off x="10038704" y="804975"/>
                <a:ext cx="26640" cy="2736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B6567E04-2526-131F-A52B-42F5BB35F274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020704" y="787335"/>
                  <a:ext cx="622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ED5F0C9A-1222-C19C-948E-4E4C10CC4273}"/>
                    </a:ext>
                  </a:extLst>
                </p14:cNvPr>
                <p14:cNvContentPartPr/>
                <p14:nvPr/>
              </p14:nvContentPartPr>
              <p14:xfrm>
                <a:off x="10130144" y="882735"/>
                <a:ext cx="149400" cy="12744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ED5F0C9A-1222-C19C-948E-4E4C10CC427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112504" y="864735"/>
                  <a:ext cx="18504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383A9B7A-E3EF-08F3-AA22-5A4EEEEC0861}"/>
                    </a:ext>
                  </a:extLst>
                </p14:cNvPr>
                <p14:cNvContentPartPr/>
                <p14:nvPr/>
              </p14:nvContentPartPr>
              <p14:xfrm>
                <a:off x="10286744" y="895335"/>
                <a:ext cx="102240" cy="12024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383A9B7A-E3EF-08F3-AA22-5A4EEEEC0861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0268744" y="877335"/>
                  <a:ext cx="137880" cy="15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FB39DC66-B492-4198-6E3A-1FC109748520}"/>
              </a:ext>
            </a:extLst>
          </p:cNvPr>
          <p:cNvGrpSpPr/>
          <p:nvPr/>
        </p:nvGrpSpPr>
        <p:grpSpPr>
          <a:xfrm>
            <a:off x="10952024" y="824775"/>
            <a:ext cx="1198800" cy="275760"/>
            <a:chOff x="10952024" y="824775"/>
            <a:chExt cx="1198800" cy="275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9FD459B3-0D77-4762-6694-2B8318396C83}"/>
                    </a:ext>
                  </a:extLst>
                </p14:cNvPr>
                <p14:cNvContentPartPr/>
                <p14:nvPr/>
              </p14:nvContentPartPr>
              <p14:xfrm>
                <a:off x="10952024" y="847095"/>
                <a:ext cx="38520" cy="21960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9FD459B3-0D77-4762-6694-2B8318396C8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934024" y="829095"/>
                  <a:ext cx="7416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3E2D4908-6C98-07A6-64E9-205B33342D2E}"/>
                    </a:ext>
                  </a:extLst>
                </p14:cNvPr>
                <p14:cNvContentPartPr/>
                <p14:nvPr/>
              </p14:nvContentPartPr>
              <p14:xfrm>
                <a:off x="10976144" y="826935"/>
                <a:ext cx="180360" cy="15552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3E2D4908-6C98-07A6-64E9-205B33342D2E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0958144" y="809295"/>
                  <a:ext cx="21600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BC26C330-6B7C-F88A-0529-28FD6FBB3A3D}"/>
                    </a:ext>
                  </a:extLst>
                </p14:cNvPr>
                <p14:cNvContentPartPr/>
                <p14:nvPr/>
              </p14:nvContentPartPr>
              <p14:xfrm>
                <a:off x="11171264" y="903255"/>
                <a:ext cx="120240" cy="10188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BC26C330-6B7C-F88A-0529-28FD6FBB3A3D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1153264" y="885255"/>
                  <a:ext cx="15588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77582A66-BF71-EB8B-D4A8-1061F2C12B89}"/>
                    </a:ext>
                  </a:extLst>
                </p14:cNvPr>
                <p14:cNvContentPartPr/>
                <p14:nvPr/>
              </p14:nvContentPartPr>
              <p14:xfrm>
                <a:off x="11387264" y="888855"/>
                <a:ext cx="106200" cy="21168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77582A66-BF71-EB8B-D4A8-1061F2C12B89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1369624" y="871215"/>
                  <a:ext cx="14184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DB761148-945A-5855-7CBB-7F1FE9722B32}"/>
                    </a:ext>
                  </a:extLst>
                </p14:cNvPr>
                <p14:cNvContentPartPr/>
                <p14:nvPr/>
              </p14:nvContentPartPr>
              <p14:xfrm>
                <a:off x="11549984" y="941055"/>
                <a:ext cx="111960" cy="12564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DB761148-945A-5855-7CBB-7F1FE9722B32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1531984" y="923055"/>
                  <a:ext cx="14760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A5CE7CC3-9B75-6631-3C89-74681CE6B18C}"/>
                    </a:ext>
                  </a:extLst>
                </p14:cNvPr>
                <p14:cNvContentPartPr/>
                <p14:nvPr/>
              </p14:nvContentPartPr>
              <p14:xfrm>
                <a:off x="11709824" y="852855"/>
                <a:ext cx="42120" cy="17028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A5CE7CC3-9B75-6631-3C89-74681CE6B18C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1692184" y="834855"/>
                  <a:ext cx="7776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C13BE898-4F56-12F2-7B2D-63C30B7B2ED6}"/>
                    </a:ext>
                  </a:extLst>
                </p14:cNvPr>
                <p14:cNvContentPartPr/>
                <p14:nvPr/>
              </p14:nvContentPartPr>
              <p14:xfrm>
                <a:off x="11717024" y="941775"/>
                <a:ext cx="59400" cy="576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C13BE898-4F56-12F2-7B2D-63C30B7B2ED6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1699384" y="924135"/>
                  <a:ext cx="9504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B43BEFF6-B3EE-3438-8E20-4B4E4C40B0CA}"/>
                    </a:ext>
                  </a:extLst>
                </p14:cNvPr>
                <p14:cNvContentPartPr/>
                <p14:nvPr/>
              </p14:nvContentPartPr>
              <p14:xfrm>
                <a:off x="11835464" y="943575"/>
                <a:ext cx="11160" cy="5328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B43BEFF6-B3EE-3438-8E20-4B4E4C40B0CA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1817464" y="925575"/>
                  <a:ext cx="4680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5CC1F7A2-BBBB-B475-D606-96516BC89685}"/>
                    </a:ext>
                  </a:extLst>
                </p14:cNvPr>
                <p14:cNvContentPartPr/>
                <p14:nvPr/>
              </p14:nvContentPartPr>
              <p14:xfrm>
                <a:off x="11846984" y="824775"/>
                <a:ext cx="10440" cy="4032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5CC1F7A2-BBBB-B475-D606-96516BC89685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1829344" y="806775"/>
                  <a:ext cx="4608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AE3F36AC-ADD3-BBFA-D3DE-D62B4AD4FA6D}"/>
                    </a:ext>
                  </a:extLst>
                </p14:cNvPr>
                <p14:cNvContentPartPr/>
                <p14:nvPr/>
              </p14:nvContentPartPr>
              <p14:xfrm>
                <a:off x="11914304" y="909375"/>
                <a:ext cx="123480" cy="11016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AE3F36AC-ADD3-BBFA-D3DE-D62B4AD4FA6D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1896664" y="891375"/>
                  <a:ext cx="15912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E5135694-EE6E-BAF1-E19D-C7731FBDD3A9}"/>
                    </a:ext>
                  </a:extLst>
                </p14:cNvPr>
                <p14:cNvContentPartPr/>
                <p14:nvPr/>
              </p14:nvContentPartPr>
              <p14:xfrm>
                <a:off x="12058304" y="914055"/>
                <a:ext cx="92520" cy="8388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E5135694-EE6E-BAF1-E19D-C7731FBDD3A9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2040664" y="896055"/>
                  <a:ext cx="128160" cy="11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35DC9D39-FFFC-BEC2-2F62-A38BFEB51685}"/>
              </a:ext>
            </a:extLst>
          </p:cNvPr>
          <p:cNvGrpSpPr/>
          <p:nvPr/>
        </p:nvGrpSpPr>
        <p:grpSpPr>
          <a:xfrm>
            <a:off x="9698504" y="1215015"/>
            <a:ext cx="669600" cy="777960"/>
            <a:chOff x="9698504" y="1215015"/>
            <a:chExt cx="669600" cy="777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3995E066-87C2-B954-83A5-8743077D503A}"/>
                    </a:ext>
                  </a:extLst>
                </p14:cNvPr>
                <p14:cNvContentPartPr/>
                <p14:nvPr/>
              </p14:nvContentPartPr>
              <p14:xfrm>
                <a:off x="9698504" y="1532535"/>
                <a:ext cx="669600" cy="46044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3995E066-87C2-B954-83A5-8743077D503A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9680864" y="1514535"/>
                  <a:ext cx="705240" cy="49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B0A4699F-68F3-E9E3-D318-3BA2033ADF03}"/>
                    </a:ext>
                  </a:extLst>
                </p14:cNvPr>
                <p14:cNvContentPartPr/>
                <p14:nvPr/>
              </p14:nvContentPartPr>
              <p14:xfrm>
                <a:off x="9828104" y="1249935"/>
                <a:ext cx="69840" cy="27468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B0A4699F-68F3-E9E3-D318-3BA2033ADF0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9810464" y="1232295"/>
                  <a:ext cx="10548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2AA7C00A-2075-C8B6-DCC1-C206CA156072}"/>
                    </a:ext>
                  </a:extLst>
                </p14:cNvPr>
                <p14:cNvContentPartPr/>
                <p14:nvPr/>
              </p14:nvContentPartPr>
              <p14:xfrm>
                <a:off x="9773024" y="1215015"/>
                <a:ext cx="169920" cy="11880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2AA7C00A-2075-C8B6-DCC1-C206CA156072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9755024" y="1197015"/>
                  <a:ext cx="205560" cy="15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C1E0FAA9-373E-BCF8-9CEE-4078EE44604D}"/>
              </a:ext>
            </a:extLst>
          </p:cNvPr>
          <p:cNvGrpSpPr/>
          <p:nvPr/>
        </p:nvGrpSpPr>
        <p:grpSpPr>
          <a:xfrm>
            <a:off x="9776984" y="1190535"/>
            <a:ext cx="1933200" cy="1932840"/>
            <a:chOff x="9776984" y="1190535"/>
            <a:chExt cx="1933200" cy="1932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1B14C752-8145-AE4C-1CB7-67B55CEF1E27}"/>
                    </a:ext>
                  </a:extLst>
                </p14:cNvPr>
                <p14:cNvContentPartPr/>
                <p14:nvPr/>
              </p14:nvContentPartPr>
              <p14:xfrm>
                <a:off x="9776984" y="1510935"/>
                <a:ext cx="1933200" cy="161244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1B14C752-8145-AE4C-1CB7-67B55CEF1E27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9759344" y="1493295"/>
                  <a:ext cx="1968840" cy="164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6F3F68A-992A-6923-30AA-0051D9FA616F}"/>
                    </a:ext>
                  </a:extLst>
                </p14:cNvPr>
                <p14:cNvContentPartPr/>
                <p14:nvPr/>
              </p14:nvContentPartPr>
              <p14:xfrm>
                <a:off x="11522264" y="1190535"/>
                <a:ext cx="39240" cy="29268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6F3F68A-992A-6923-30AA-0051D9FA616F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1504624" y="1172895"/>
                  <a:ext cx="7488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13A7C6D3-2D51-4333-0ADE-45904E2C77FA}"/>
                    </a:ext>
                  </a:extLst>
                </p14:cNvPr>
                <p14:cNvContentPartPr/>
                <p14:nvPr/>
              </p14:nvContentPartPr>
              <p14:xfrm>
                <a:off x="11444864" y="1191615"/>
                <a:ext cx="209520" cy="13320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13A7C6D3-2D51-4333-0ADE-45904E2C77FA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1427224" y="1173615"/>
                  <a:ext cx="245160" cy="1688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9722103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486C9-B457-781C-EC3C-0612E0269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FAC810-C877-7410-F764-DCB637C758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290F437-4029-DE9B-6243-F656436548FA}"/>
              </a:ext>
            </a:extLst>
          </p:cNvPr>
          <p:cNvGrpSpPr/>
          <p:nvPr/>
        </p:nvGrpSpPr>
        <p:grpSpPr>
          <a:xfrm>
            <a:off x="4091144" y="791655"/>
            <a:ext cx="1499760" cy="770400"/>
            <a:chOff x="4091144" y="791655"/>
            <a:chExt cx="1499760" cy="770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F772C05-2DED-19B9-7B50-53DE47DD6A00}"/>
                    </a:ext>
                  </a:extLst>
                </p14:cNvPr>
                <p14:cNvContentPartPr/>
                <p14:nvPr/>
              </p14:nvContentPartPr>
              <p14:xfrm>
                <a:off x="4091144" y="941775"/>
                <a:ext cx="26280" cy="3567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F772C05-2DED-19B9-7B50-53DE47DD6A00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073144" y="923775"/>
                  <a:ext cx="61920" cy="39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648AEB19-2266-68D0-C860-1B2ED6CF6E93}"/>
                    </a:ext>
                  </a:extLst>
                </p14:cNvPr>
                <p14:cNvContentPartPr/>
                <p14:nvPr/>
              </p14:nvContentPartPr>
              <p14:xfrm>
                <a:off x="4091864" y="925935"/>
                <a:ext cx="99360" cy="259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648AEB19-2266-68D0-C860-1B2ED6CF6E93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074224" y="907935"/>
                  <a:ext cx="13500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4FA62A5-72CD-E0BB-5A47-46F4AE056303}"/>
                    </a:ext>
                  </a:extLst>
                </p14:cNvPr>
                <p14:cNvContentPartPr/>
                <p14:nvPr/>
              </p14:nvContentPartPr>
              <p14:xfrm>
                <a:off x="4106984" y="1082175"/>
                <a:ext cx="128160" cy="428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4FA62A5-72CD-E0BB-5A47-46F4AE05630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088984" y="1064175"/>
                  <a:ext cx="16380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85EBBC8D-AE9C-C71C-3AEA-F10D6FC8E2A9}"/>
                    </a:ext>
                  </a:extLst>
                </p14:cNvPr>
                <p14:cNvContentPartPr/>
                <p14:nvPr/>
              </p14:nvContentPartPr>
              <p14:xfrm>
                <a:off x="4295984" y="1038975"/>
                <a:ext cx="113400" cy="1530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85EBBC8D-AE9C-C71C-3AEA-F10D6FC8E2A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277984" y="1021335"/>
                  <a:ext cx="14904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8EB6CF8-DB3C-67D5-9A2C-A3E45ABAEE41}"/>
                    </a:ext>
                  </a:extLst>
                </p14:cNvPr>
                <p14:cNvContentPartPr/>
                <p14:nvPr/>
              </p14:nvContentPartPr>
              <p14:xfrm>
                <a:off x="4489664" y="1007655"/>
                <a:ext cx="68040" cy="1256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8EB6CF8-DB3C-67D5-9A2C-A3E45ABAEE4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472024" y="989655"/>
                  <a:ext cx="10368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D03D67C-F04A-94FA-6BAC-5719BE8D5911}"/>
                    </a:ext>
                  </a:extLst>
                </p14:cNvPr>
                <p14:cNvContentPartPr/>
                <p14:nvPr/>
              </p14:nvContentPartPr>
              <p14:xfrm>
                <a:off x="4756784" y="981375"/>
                <a:ext cx="208080" cy="1476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D03D67C-F04A-94FA-6BAC-5719BE8D5911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739144" y="963735"/>
                  <a:ext cx="24372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553866D-726E-B3E8-99E4-E460CBEEA50B}"/>
                    </a:ext>
                  </a:extLst>
                </p14:cNvPr>
                <p14:cNvContentPartPr/>
                <p14:nvPr/>
              </p14:nvContentPartPr>
              <p14:xfrm>
                <a:off x="5055584" y="976335"/>
                <a:ext cx="142200" cy="1058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553866D-726E-B3E8-99E4-E460CBEEA50B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037584" y="958335"/>
                  <a:ext cx="17784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2F6EC70-9971-0DDF-0177-B9DBCB3F01DB}"/>
                    </a:ext>
                  </a:extLst>
                </p14:cNvPr>
                <p14:cNvContentPartPr/>
                <p14:nvPr/>
              </p14:nvContentPartPr>
              <p14:xfrm>
                <a:off x="5226224" y="947535"/>
                <a:ext cx="94320" cy="1105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2F6EC70-9971-0DDF-0177-B9DBCB3F01D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208224" y="929895"/>
                  <a:ext cx="12996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E9AAEF6-190D-27F3-1EB2-BA5E21FD7864}"/>
                    </a:ext>
                  </a:extLst>
                </p14:cNvPr>
                <p14:cNvContentPartPr/>
                <p14:nvPr/>
              </p14:nvContentPartPr>
              <p14:xfrm>
                <a:off x="5480744" y="791655"/>
                <a:ext cx="110160" cy="3344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E9AAEF6-190D-27F3-1EB2-BA5E21FD7864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463104" y="773655"/>
                  <a:ext cx="145800" cy="37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6181CCFE-530A-AFA2-204B-A52F148293D3}"/>
                    </a:ext>
                  </a:extLst>
                </p14:cNvPr>
                <p14:cNvContentPartPr/>
                <p14:nvPr/>
              </p14:nvContentPartPr>
              <p14:xfrm>
                <a:off x="4632944" y="1283055"/>
                <a:ext cx="15120" cy="2520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6181CCFE-530A-AFA2-204B-A52F148293D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15304" y="1265415"/>
                  <a:ext cx="5076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981207E-E671-EA29-9AB2-EF3EC9F065D1}"/>
                    </a:ext>
                  </a:extLst>
                </p14:cNvPr>
                <p14:cNvContentPartPr/>
                <p14:nvPr/>
              </p14:nvContentPartPr>
              <p14:xfrm>
                <a:off x="4636184" y="1416975"/>
                <a:ext cx="145800" cy="1450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981207E-E671-EA29-9AB2-EF3EC9F065D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618184" y="1399335"/>
                  <a:ext cx="18144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D608E84-9308-C317-D474-27190C647144}"/>
                    </a:ext>
                  </a:extLst>
                </p14:cNvPr>
                <p14:cNvContentPartPr/>
                <p14:nvPr/>
              </p14:nvContentPartPr>
              <p14:xfrm>
                <a:off x="4833824" y="1459455"/>
                <a:ext cx="10800" cy="781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D608E84-9308-C317-D474-27190C64714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816184" y="1441455"/>
                  <a:ext cx="4644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94D50DBD-309D-F4B6-0378-8AD1D0F1FA92}"/>
                    </a:ext>
                  </a:extLst>
                </p14:cNvPr>
                <p14:cNvContentPartPr/>
                <p14:nvPr/>
              </p14:nvContentPartPr>
              <p14:xfrm>
                <a:off x="4846424" y="1334175"/>
                <a:ext cx="16560" cy="205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94D50DBD-309D-F4B6-0378-8AD1D0F1FA92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828424" y="1316535"/>
                  <a:ext cx="5220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02B5103-9AAB-3A64-11F0-92F909644958}"/>
                    </a:ext>
                  </a:extLst>
                </p14:cNvPr>
                <p14:cNvContentPartPr/>
                <p14:nvPr/>
              </p14:nvContentPartPr>
              <p14:xfrm>
                <a:off x="4945424" y="1378095"/>
                <a:ext cx="149040" cy="1216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02B5103-9AAB-3A64-11F0-92F90964495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927784" y="1360095"/>
                  <a:ext cx="18468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D307E8A9-4E1A-DD7E-99EC-AC25FA96BE6A}"/>
                    </a:ext>
                  </a:extLst>
                </p14:cNvPr>
                <p14:cNvContentPartPr/>
                <p14:nvPr/>
              </p14:nvContentPartPr>
              <p14:xfrm>
                <a:off x="5177264" y="1349295"/>
                <a:ext cx="112320" cy="1540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D307E8A9-4E1A-DD7E-99EC-AC25FA96BE6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159624" y="1331655"/>
                  <a:ext cx="147960" cy="189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BBDA033E-EC95-BD6F-1DE0-5D6FD6991950}"/>
              </a:ext>
            </a:extLst>
          </p:cNvPr>
          <p:cNvGrpSpPr/>
          <p:nvPr/>
        </p:nvGrpSpPr>
        <p:grpSpPr>
          <a:xfrm>
            <a:off x="3361064" y="1752855"/>
            <a:ext cx="2504880" cy="2217240"/>
            <a:chOff x="3361064" y="1752855"/>
            <a:chExt cx="2504880" cy="2217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C850447-098B-220D-A9F2-CB4CE64865E7}"/>
                    </a:ext>
                  </a:extLst>
                </p14:cNvPr>
                <p14:cNvContentPartPr/>
                <p14:nvPr/>
              </p14:nvContentPartPr>
              <p14:xfrm>
                <a:off x="4382744" y="1794615"/>
                <a:ext cx="94680" cy="5403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C850447-098B-220D-A9F2-CB4CE64865E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365104" y="1776615"/>
                  <a:ext cx="130320" cy="57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11AE97A5-0C78-2D47-01E4-5B4183430F07}"/>
                    </a:ext>
                  </a:extLst>
                </p14:cNvPr>
                <p14:cNvContentPartPr/>
                <p14:nvPr/>
              </p14:nvContentPartPr>
              <p14:xfrm>
                <a:off x="4343504" y="1855455"/>
                <a:ext cx="466920" cy="4496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11AE97A5-0C78-2D47-01E4-5B4183430F0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325864" y="1837815"/>
                  <a:ext cx="502560" cy="48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63A7635C-F3D8-C914-AFC9-63172CFE9D55}"/>
                    </a:ext>
                  </a:extLst>
                </p14:cNvPr>
                <p14:cNvContentPartPr/>
                <p14:nvPr/>
              </p14:nvContentPartPr>
              <p14:xfrm>
                <a:off x="4918064" y="1752855"/>
                <a:ext cx="81720" cy="6188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63A7635C-F3D8-C914-AFC9-63172CFE9D55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900424" y="1734855"/>
                  <a:ext cx="117360" cy="65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492528E-7818-3421-944D-B7A79E8AB235}"/>
                    </a:ext>
                  </a:extLst>
                </p14:cNvPr>
                <p14:cNvContentPartPr/>
                <p14:nvPr/>
              </p14:nvContentPartPr>
              <p14:xfrm>
                <a:off x="4932464" y="2041935"/>
                <a:ext cx="806760" cy="4896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492528E-7818-3421-944D-B7A79E8AB235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914824" y="2024295"/>
                  <a:ext cx="84240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A246F60-F919-E4F3-380E-C45684E26A89}"/>
                    </a:ext>
                  </a:extLst>
                </p14:cNvPr>
                <p14:cNvContentPartPr/>
                <p14:nvPr/>
              </p14:nvContentPartPr>
              <p14:xfrm>
                <a:off x="3685064" y="2091615"/>
                <a:ext cx="915840" cy="5508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A246F60-F919-E4F3-380E-C45684E26A89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667424" y="2073615"/>
                  <a:ext cx="95148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624F76F-7173-CD93-99D7-F45CD243DC78}"/>
                    </a:ext>
                  </a:extLst>
                </p14:cNvPr>
                <p14:cNvContentPartPr/>
                <p14:nvPr/>
              </p14:nvContentPartPr>
              <p14:xfrm>
                <a:off x="3677864" y="2126895"/>
                <a:ext cx="91440" cy="9266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624F76F-7173-CD93-99D7-F45CD243DC7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659864" y="2109255"/>
                  <a:ext cx="127080" cy="9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4AB0188-BD34-7E66-3B31-C23DFF4DCA28}"/>
                    </a:ext>
                  </a:extLst>
                </p14:cNvPr>
                <p14:cNvContentPartPr/>
                <p14:nvPr/>
              </p14:nvContentPartPr>
              <p14:xfrm>
                <a:off x="3425864" y="3110775"/>
                <a:ext cx="700200" cy="633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4AB0188-BD34-7E66-3B31-C23DFF4DCA28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408224" y="3093135"/>
                  <a:ext cx="73584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CEF6798-FB05-6130-DD4D-EC10B1D5BE7A}"/>
                    </a:ext>
                  </a:extLst>
                </p14:cNvPr>
                <p14:cNvContentPartPr/>
                <p14:nvPr/>
              </p14:nvContentPartPr>
              <p14:xfrm>
                <a:off x="3816464" y="3242175"/>
                <a:ext cx="93960" cy="475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CEF6798-FB05-6130-DD4D-EC10B1D5BE7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798464" y="3224175"/>
                  <a:ext cx="12960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03099B3-024C-B13A-2FC4-E1C497CF575C}"/>
                    </a:ext>
                  </a:extLst>
                </p14:cNvPr>
                <p14:cNvContentPartPr/>
                <p14:nvPr/>
              </p14:nvContentPartPr>
              <p14:xfrm>
                <a:off x="3878744" y="3265215"/>
                <a:ext cx="168120" cy="7048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03099B3-024C-B13A-2FC4-E1C497CF575C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861104" y="3247575"/>
                  <a:ext cx="203760" cy="74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C1B115B5-6898-9670-81BC-A65A0A3CE41A}"/>
                    </a:ext>
                  </a:extLst>
                </p14:cNvPr>
                <p14:cNvContentPartPr/>
                <p14:nvPr/>
              </p14:nvContentPartPr>
              <p14:xfrm>
                <a:off x="4018424" y="3765975"/>
                <a:ext cx="1824840" cy="1929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C1B115B5-6898-9670-81BC-A65A0A3CE41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000784" y="3747975"/>
                  <a:ext cx="186048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8D47D81-2907-D8CE-EFC6-96F9CB5C9C3B}"/>
                    </a:ext>
                  </a:extLst>
                </p14:cNvPr>
                <p14:cNvContentPartPr/>
                <p14:nvPr/>
              </p14:nvContentPartPr>
              <p14:xfrm>
                <a:off x="5790704" y="2036175"/>
                <a:ext cx="75240" cy="17042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8D47D81-2907-D8CE-EFC6-96F9CB5C9C3B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773064" y="2018175"/>
                  <a:ext cx="110880" cy="173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4D7619B-0C6B-3B46-1B87-116247975C67}"/>
                    </a:ext>
                  </a:extLst>
                </p14:cNvPr>
                <p14:cNvContentPartPr/>
                <p14:nvPr/>
              </p14:nvContentPartPr>
              <p14:xfrm>
                <a:off x="3361064" y="2880015"/>
                <a:ext cx="147240" cy="201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4D7619B-0C6B-3B46-1B87-116247975C6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343064" y="2862375"/>
                  <a:ext cx="18288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FF4DFD9-379E-F948-4C33-909B4BD6BB9D}"/>
                    </a:ext>
                  </a:extLst>
                </p14:cNvPr>
                <p14:cNvContentPartPr/>
                <p14:nvPr/>
              </p14:nvContentPartPr>
              <p14:xfrm>
                <a:off x="3450704" y="2795415"/>
                <a:ext cx="9360" cy="1659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FF4DFD9-379E-F948-4C33-909B4BD6BB9D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432704" y="2777415"/>
                  <a:ext cx="4500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EA889405-F7C7-E1FF-22CC-9006FF51E726}"/>
                    </a:ext>
                  </a:extLst>
                </p14:cNvPr>
                <p14:cNvContentPartPr/>
                <p14:nvPr/>
              </p14:nvContentPartPr>
              <p14:xfrm>
                <a:off x="3627464" y="3432615"/>
                <a:ext cx="105480" cy="316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EA889405-F7C7-E1FF-22CC-9006FF51E7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609464" y="3414975"/>
                  <a:ext cx="141120" cy="67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4DD3F077-1545-45AB-8188-FD2A0AAB1565}"/>
              </a:ext>
            </a:extLst>
          </p:cNvPr>
          <p:cNvGrpSpPr/>
          <p:nvPr/>
        </p:nvGrpSpPr>
        <p:grpSpPr>
          <a:xfrm>
            <a:off x="4260704" y="2507415"/>
            <a:ext cx="1299240" cy="972360"/>
            <a:chOff x="4260704" y="2507415"/>
            <a:chExt cx="1299240" cy="972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319B8C4B-389B-E044-A6C0-E57538EA44A6}"/>
                    </a:ext>
                  </a:extLst>
                </p14:cNvPr>
                <p14:cNvContentPartPr/>
                <p14:nvPr/>
              </p14:nvContentPartPr>
              <p14:xfrm>
                <a:off x="4260704" y="2507415"/>
                <a:ext cx="1225800" cy="9723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319B8C4B-389B-E044-A6C0-E57538EA44A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242704" y="2489415"/>
                  <a:ext cx="1261440" cy="10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B3073B8-D41C-903F-1744-732867245E18}"/>
                    </a:ext>
                  </a:extLst>
                </p14:cNvPr>
                <p14:cNvContentPartPr/>
                <p14:nvPr/>
              </p14:nvContentPartPr>
              <p14:xfrm>
                <a:off x="5343224" y="3174135"/>
                <a:ext cx="216720" cy="1346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B3073B8-D41C-903F-1744-732867245E1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325224" y="3156495"/>
                  <a:ext cx="25236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7F3C967-65E9-67D6-89FF-056A5C295BD1}"/>
                    </a:ext>
                  </a:extLst>
                </p14:cNvPr>
                <p14:cNvContentPartPr/>
                <p14:nvPr/>
              </p14:nvContentPartPr>
              <p14:xfrm>
                <a:off x="4825544" y="2894775"/>
                <a:ext cx="78840" cy="3168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7F3C967-65E9-67D6-89FF-056A5C295BD1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807544" y="2877135"/>
                  <a:ext cx="114480" cy="35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422612A8-B9D7-AD57-31DD-0101034CC0F4}"/>
                    </a:ext>
                  </a:extLst>
                </p14:cNvPr>
                <p14:cNvContentPartPr/>
                <p14:nvPr/>
              </p14:nvContentPartPr>
              <p14:xfrm>
                <a:off x="4794584" y="2923935"/>
                <a:ext cx="91440" cy="680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422612A8-B9D7-AD57-31DD-0101034CC0F4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776944" y="2905935"/>
                  <a:ext cx="12708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8AB387CF-BE69-1C09-38E9-D2859FF221C6}"/>
                    </a:ext>
                  </a:extLst>
                </p14:cNvPr>
                <p14:cNvContentPartPr/>
                <p14:nvPr/>
              </p14:nvContentPartPr>
              <p14:xfrm>
                <a:off x="4839584" y="3166215"/>
                <a:ext cx="149400" cy="439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8AB387CF-BE69-1C09-38E9-D2859FF221C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821584" y="3148575"/>
                  <a:ext cx="185040" cy="79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0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37E1F7AE-2955-68B3-E831-E59AE81E1F0A}"/>
                  </a:ext>
                </a:extLst>
              </p14:cNvPr>
              <p14:cNvContentPartPr/>
              <p14:nvPr/>
            </p14:nvContentPartPr>
            <p14:xfrm>
              <a:off x="3395624" y="1819455"/>
              <a:ext cx="2527560" cy="1888200"/>
            </p14:xfrm>
          </p:contentPart>
        </mc:Choice>
        <mc:Fallback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37E1F7AE-2955-68B3-E831-E59AE81E1F0A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3341984" y="1711455"/>
                <a:ext cx="2635200" cy="210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2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362A816C-165D-073F-53F1-A8A30E28B701}"/>
                  </a:ext>
                </a:extLst>
              </p14:cNvPr>
              <p14:cNvContentPartPr/>
              <p14:nvPr/>
            </p14:nvContentPartPr>
            <p14:xfrm>
              <a:off x="7739384" y="1946175"/>
              <a:ext cx="2173320" cy="1856160"/>
            </p14:xfrm>
          </p:contentPart>
        </mc:Choice>
        <mc:Fallback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362A816C-165D-073F-53F1-A8A30E28B701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7685384" y="1838175"/>
                <a:ext cx="2280960" cy="207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4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DDB06C12-BDDD-965E-432C-40E05F850BAA}"/>
                  </a:ext>
                </a:extLst>
              </p14:cNvPr>
              <p14:cNvContentPartPr/>
              <p14:nvPr/>
            </p14:nvContentPartPr>
            <p14:xfrm>
              <a:off x="3924104" y="2706135"/>
              <a:ext cx="2018160" cy="1282680"/>
            </p14:xfrm>
          </p:contentPart>
        </mc:Choice>
        <mc:Fallback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DDB06C12-BDDD-965E-432C-40E05F850BAA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870104" y="2598135"/>
                <a:ext cx="2125800" cy="149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6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ACDC28E4-54D2-2C7C-D36C-39A23D31F959}"/>
                  </a:ext>
                </a:extLst>
              </p14:cNvPr>
              <p14:cNvContentPartPr/>
              <p14:nvPr/>
            </p14:nvContentPartPr>
            <p14:xfrm>
              <a:off x="9025304" y="1969935"/>
              <a:ext cx="282960" cy="93240"/>
            </p14:xfrm>
          </p:contentPart>
        </mc:Choice>
        <mc:Fallback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ACDC28E4-54D2-2C7C-D36C-39A23D31F959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8971664" y="1861935"/>
                <a:ext cx="390600" cy="308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00" name="Group 99">
            <a:extLst>
              <a:ext uri="{FF2B5EF4-FFF2-40B4-BE49-F238E27FC236}">
                <a16:creationId xmlns:a16="http://schemas.microsoft.com/office/drawing/2014/main" id="{B2165693-2BBF-96D4-3687-9F459262DE1D}"/>
              </a:ext>
            </a:extLst>
          </p:cNvPr>
          <p:cNvGrpSpPr/>
          <p:nvPr/>
        </p:nvGrpSpPr>
        <p:grpSpPr>
          <a:xfrm>
            <a:off x="3594704" y="4520895"/>
            <a:ext cx="1486800" cy="384480"/>
            <a:chOff x="3594704" y="4520895"/>
            <a:chExt cx="1486800" cy="384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C6755C56-0D63-1C5E-D6EB-932926945E19}"/>
                    </a:ext>
                  </a:extLst>
                </p14:cNvPr>
                <p14:cNvContentPartPr/>
                <p14:nvPr/>
              </p14:nvContentPartPr>
              <p14:xfrm>
                <a:off x="3594704" y="4611975"/>
                <a:ext cx="150480" cy="29340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C6755C56-0D63-1C5E-D6EB-932926945E1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577064" y="4593975"/>
                  <a:ext cx="18612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B8C0A87-E5D3-1F12-DC55-6200CE5A0751}"/>
                    </a:ext>
                  </a:extLst>
                </p14:cNvPr>
                <p14:cNvContentPartPr/>
                <p14:nvPr/>
              </p14:nvContentPartPr>
              <p14:xfrm>
                <a:off x="3851744" y="4779375"/>
                <a:ext cx="163080" cy="10044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B8C0A87-E5D3-1F12-DC55-6200CE5A075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834104" y="4761735"/>
                  <a:ext cx="19872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02DE932E-F8E6-B45B-9D8A-0C0B42F1DDF1}"/>
                    </a:ext>
                  </a:extLst>
                </p14:cNvPr>
                <p14:cNvContentPartPr/>
                <p14:nvPr/>
              </p14:nvContentPartPr>
              <p14:xfrm>
                <a:off x="4086824" y="4724295"/>
                <a:ext cx="86760" cy="11952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02DE932E-F8E6-B45B-9D8A-0C0B42F1DDF1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069184" y="4706295"/>
                  <a:ext cx="12240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FCEC1413-E32F-963E-E04F-5F47BD121A13}"/>
                    </a:ext>
                  </a:extLst>
                </p14:cNvPr>
                <p14:cNvContentPartPr/>
                <p14:nvPr/>
              </p14:nvContentPartPr>
              <p14:xfrm>
                <a:off x="4265744" y="4708815"/>
                <a:ext cx="129960" cy="10188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FCEC1413-E32F-963E-E04F-5F47BD121A1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248104" y="4690815"/>
                  <a:ext cx="16560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4CBC3FC6-DC73-44CD-C51D-C3BC38C6D0B9}"/>
                    </a:ext>
                  </a:extLst>
                </p14:cNvPr>
                <p14:cNvContentPartPr/>
                <p14:nvPr/>
              </p14:nvContentPartPr>
              <p14:xfrm>
                <a:off x="4539344" y="4703055"/>
                <a:ext cx="321840" cy="10116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4CBC3FC6-DC73-44CD-C51D-C3BC38C6D0B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521344" y="4685415"/>
                  <a:ext cx="35748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7426FB5D-9AAD-9891-7AB9-45C92444211B}"/>
                    </a:ext>
                  </a:extLst>
                </p14:cNvPr>
                <p14:cNvContentPartPr/>
                <p14:nvPr/>
              </p14:nvContentPartPr>
              <p14:xfrm>
                <a:off x="4945424" y="4520895"/>
                <a:ext cx="118080" cy="25200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7426FB5D-9AAD-9891-7AB9-45C92444211B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927424" y="4502895"/>
                  <a:ext cx="15372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6D460128-A313-3CE1-3937-2AAA54E89AA5}"/>
                    </a:ext>
                  </a:extLst>
                </p14:cNvPr>
                <p14:cNvContentPartPr/>
                <p14:nvPr/>
              </p14:nvContentPartPr>
              <p14:xfrm>
                <a:off x="4947944" y="4614135"/>
                <a:ext cx="133560" cy="5580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6D460128-A313-3CE1-3937-2AAA54E89AA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929944" y="4596135"/>
                  <a:ext cx="169200" cy="9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B11B28DE-56E3-B8BE-8010-0036523B668C}"/>
              </a:ext>
            </a:extLst>
          </p:cNvPr>
          <p:cNvGrpSpPr/>
          <p:nvPr/>
        </p:nvGrpSpPr>
        <p:grpSpPr>
          <a:xfrm>
            <a:off x="5520344" y="4499655"/>
            <a:ext cx="911160" cy="308160"/>
            <a:chOff x="5520344" y="4499655"/>
            <a:chExt cx="911160" cy="308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4CD3BFA-AFE3-F3E5-7B42-5151AFF94B53}"/>
                    </a:ext>
                  </a:extLst>
                </p14:cNvPr>
                <p14:cNvContentPartPr/>
                <p14:nvPr/>
              </p14:nvContentPartPr>
              <p14:xfrm>
                <a:off x="5588024" y="4499655"/>
                <a:ext cx="37800" cy="30816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4CD3BFA-AFE3-F3E5-7B42-5151AFF94B53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570024" y="4482015"/>
                  <a:ext cx="73440" cy="34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97225D16-F2DC-5519-E583-19702B997A33}"/>
                    </a:ext>
                  </a:extLst>
                </p14:cNvPr>
                <p14:cNvContentPartPr/>
                <p14:nvPr/>
              </p14:nvContentPartPr>
              <p14:xfrm>
                <a:off x="5520344" y="4656975"/>
                <a:ext cx="93600" cy="2628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97225D16-F2DC-5519-E583-19702B997A33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502704" y="4639335"/>
                  <a:ext cx="12924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16404DA2-989D-188F-09F0-CA293BA07F69}"/>
                    </a:ext>
                  </a:extLst>
                </p14:cNvPr>
                <p14:cNvContentPartPr/>
                <p14:nvPr/>
              </p14:nvContentPartPr>
              <p14:xfrm>
                <a:off x="5805464" y="4555815"/>
                <a:ext cx="41400" cy="22392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16404DA2-989D-188F-09F0-CA293BA07F69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5787824" y="4538175"/>
                  <a:ext cx="7704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56BB773E-6CD2-B3BC-6E13-3B304F50B31A}"/>
                    </a:ext>
                  </a:extLst>
                </p14:cNvPr>
                <p14:cNvContentPartPr/>
                <p14:nvPr/>
              </p14:nvContentPartPr>
              <p14:xfrm>
                <a:off x="5900504" y="4624215"/>
                <a:ext cx="319320" cy="13104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56BB773E-6CD2-B3BC-6E13-3B304F50B31A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882504" y="4606215"/>
                  <a:ext cx="35496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7517E75D-9680-7189-37A3-6ABF2C47B65B}"/>
                    </a:ext>
                  </a:extLst>
                </p14:cNvPr>
                <p14:cNvContentPartPr/>
                <p14:nvPr/>
              </p14:nvContentPartPr>
              <p14:xfrm>
                <a:off x="6327824" y="4572375"/>
                <a:ext cx="103680" cy="18900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7517E75D-9680-7189-37A3-6ABF2C47B65B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309824" y="4554375"/>
                  <a:ext cx="139320" cy="22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3B80F912-62FF-BA24-1A6D-DA50F41C094C}"/>
              </a:ext>
            </a:extLst>
          </p:cNvPr>
          <p:cNvGrpSpPr/>
          <p:nvPr/>
        </p:nvGrpSpPr>
        <p:grpSpPr>
          <a:xfrm>
            <a:off x="7539944" y="849975"/>
            <a:ext cx="2323080" cy="2888640"/>
            <a:chOff x="7539944" y="849975"/>
            <a:chExt cx="2323080" cy="2888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8472EBC4-5518-652C-B7D6-1A83AC4DF431}"/>
                    </a:ext>
                  </a:extLst>
                </p14:cNvPr>
                <p14:cNvContentPartPr/>
                <p14:nvPr/>
              </p14:nvContentPartPr>
              <p14:xfrm>
                <a:off x="8204504" y="872655"/>
                <a:ext cx="30960" cy="32508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8472EBC4-5518-652C-B7D6-1A83AC4DF431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186864" y="855015"/>
                  <a:ext cx="66600" cy="36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48BFC6C0-2FCA-00C1-2679-65B5F6C5645C}"/>
                    </a:ext>
                  </a:extLst>
                </p14:cNvPr>
                <p14:cNvContentPartPr/>
                <p14:nvPr/>
              </p14:nvContentPartPr>
              <p14:xfrm>
                <a:off x="8182184" y="849975"/>
                <a:ext cx="191160" cy="24264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48BFC6C0-2FCA-00C1-2679-65B5F6C5645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164184" y="832335"/>
                  <a:ext cx="22680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848C4BC9-0AD2-2D27-EA67-54E8F180BC10}"/>
                    </a:ext>
                  </a:extLst>
                </p14:cNvPr>
                <p14:cNvContentPartPr/>
                <p14:nvPr/>
              </p14:nvContentPartPr>
              <p14:xfrm>
                <a:off x="8434184" y="951855"/>
                <a:ext cx="146520" cy="15012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848C4BC9-0AD2-2D27-EA67-54E8F180BC10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8416544" y="933855"/>
                  <a:ext cx="18216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DBD19550-672D-4316-CF46-BB639C006343}"/>
                    </a:ext>
                  </a:extLst>
                </p14:cNvPr>
                <p14:cNvContentPartPr/>
                <p14:nvPr/>
              </p14:nvContentPartPr>
              <p14:xfrm>
                <a:off x="8645144" y="898215"/>
                <a:ext cx="123120" cy="12996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DBD19550-672D-4316-CF46-BB639C00634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8627504" y="880575"/>
                  <a:ext cx="15876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58F8BDFD-3EF3-C0E9-2737-D3AE6D5EDE3C}"/>
                    </a:ext>
                  </a:extLst>
                </p14:cNvPr>
                <p14:cNvContentPartPr/>
                <p14:nvPr/>
              </p14:nvContentPartPr>
              <p14:xfrm>
                <a:off x="8853944" y="906855"/>
                <a:ext cx="118800" cy="12564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58F8BDFD-3EF3-C0E9-2737-D3AE6D5EDE3C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835944" y="888855"/>
                  <a:ext cx="15444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24A1C62-AF88-1182-8708-C083A1B62D2E}"/>
                    </a:ext>
                  </a:extLst>
                </p14:cNvPr>
                <p14:cNvContentPartPr/>
                <p14:nvPr/>
              </p14:nvContentPartPr>
              <p14:xfrm>
                <a:off x="9058784" y="882375"/>
                <a:ext cx="136440" cy="14112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24A1C62-AF88-1182-8708-C083A1B62D2E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041144" y="864735"/>
                  <a:ext cx="17208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6AF8E05F-4E5B-7415-9827-CB99E777D02B}"/>
                    </a:ext>
                  </a:extLst>
                </p14:cNvPr>
                <p14:cNvContentPartPr/>
                <p14:nvPr/>
              </p14:nvContentPartPr>
              <p14:xfrm>
                <a:off x="9324464" y="859695"/>
                <a:ext cx="52200" cy="17064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6AF8E05F-4E5B-7415-9827-CB99E777D02B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306464" y="842055"/>
                  <a:ext cx="8784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2344DBB1-FCDA-F321-6028-18DA4A727294}"/>
                    </a:ext>
                  </a:extLst>
                </p14:cNvPr>
                <p14:cNvContentPartPr/>
                <p14:nvPr/>
              </p14:nvContentPartPr>
              <p14:xfrm>
                <a:off x="9461624" y="865815"/>
                <a:ext cx="133920" cy="16812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2344DBB1-FCDA-F321-6028-18DA4A727294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443624" y="847815"/>
                  <a:ext cx="16956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54D364D5-CC53-38F8-A37E-D7DE91D498ED}"/>
                    </a:ext>
                  </a:extLst>
                </p14:cNvPr>
                <p14:cNvContentPartPr/>
                <p14:nvPr/>
              </p14:nvContentPartPr>
              <p14:xfrm>
                <a:off x="8520584" y="1330215"/>
                <a:ext cx="68040" cy="21924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54D364D5-CC53-38F8-A37E-D7DE91D498ED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502584" y="1312575"/>
                  <a:ext cx="10368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CC4743FF-2827-5ED9-F085-762DB68EFB0B}"/>
                    </a:ext>
                  </a:extLst>
                </p14:cNvPr>
                <p14:cNvContentPartPr/>
                <p14:nvPr/>
              </p14:nvContentPartPr>
              <p14:xfrm>
                <a:off x="8550824" y="1419135"/>
                <a:ext cx="135000" cy="1292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CC4743FF-2827-5ED9-F085-762DB68EFB0B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532824" y="1401135"/>
                  <a:ext cx="17064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B0C545D9-67D7-7DB7-8871-E7E079B7F939}"/>
                    </a:ext>
                  </a:extLst>
                </p14:cNvPr>
                <p14:cNvContentPartPr/>
                <p14:nvPr/>
              </p14:nvContentPartPr>
              <p14:xfrm>
                <a:off x="8765024" y="1455135"/>
                <a:ext cx="55800" cy="11808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B0C545D9-67D7-7DB7-8871-E7E079B7F939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747384" y="1437135"/>
                  <a:ext cx="9144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5646DFB2-8F1E-5174-9CB2-4EA869590025}"/>
                    </a:ext>
                  </a:extLst>
                </p14:cNvPr>
                <p14:cNvContentPartPr/>
                <p14:nvPr/>
              </p14:nvContentPartPr>
              <p14:xfrm>
                <a:off x="8816504" y="1324455"/>
                <a:ext cx="11160" cy="2016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5646DFB2-8F1E-5174-9CB2-4EA869590025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8798864" y="1306455"/>
                  <a:ext cx="4680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65DE750E-8CCD-2078-4D42-DFEF9FAB71E1}"/>
                    </a:ext>
                  </a:extLst>
                </p14:cNvPr>
                <p14:cNvContentPartPr/>
                <p14:nvPr/>
              </p14:nvContentPartPr>
              <p14:xfrm>
                <a:off x="8917304" y="1419495"/>
                <a:ext cx="122400" cy="12528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65DE750E-8CCD-2078-4D42-DFEF9FAB71E1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8899304" y="1401495"/>
                  <a:ext cx="15804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B0CCE52E-33F5-C79D-8DE1-8C83673A3AF9}"/>
                    </a:ext>
                  </a:extLst>
                </p14:cNvPr>
                <p14:cNvContentPartPr/>
                <p14:nvPr/>
              </p14:nvContentPartPr>
              <p14:xfrm>
                <a:off x="9208184" y="1410135"/>
                <a:ext cx="95040" cy="17820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B0CCE52E-33F5-C79D-8DE1-8C83673A3AF9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190544" y="1392135"/>
                  <a:ext cx="13068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5335104-AD15-B375-E337-A604DA2B0AEA}"/>
                    </a:ext>
                  </a:extLst>
                </p14:cNvPr>
                <p14:cNvContentPartPr/>
                <p14:nvPr/>
              </p14:nvContentPartPr>
              <p14:xfrm>
                <a:off x="8572064" y="1841415"/>
                <a:ext cx="74520" cy="3459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5335104-AD15-B375-E337-A604DA2B0AEA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8554064" y="1823415"/>
                  <a:ext cx="110160" cy="38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6E68BE51-E53E-2756-7C5D-B964C87B8C85}"/>
                    </a:ext>
                  </a:extLst>
                </p14:cNvPr>
                <p14:cNvContentPartPr/>
                <p14:nvPr/>
              </p14:nvContentPartPr>
              <p14:xfrm>
                <a:off x="8525624" y="1789935"/>
                <a:ext cx="369360" cy="4413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6E68BE51-E53E-2756-7C5D-B964C87B8C8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507624" y="1771935"/>
                  <a:ext cx="405000" cy="47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812DF15E-C03F-7B8F-5D88-3229EFABAFE3}"/>
                    </a:ext>
                  </a:extLst>
                </p14:cNvPr>
                <p14:cNvContentPartPr/>
                <p14:nvPr/>
              </p14:nvContentPartPr>
              <p14:xfrm>
                <a:off x="8913344" y="1796415"/>
                <a:ext cx="46800" cy="5162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812DF15E-C03F-7B8F-5D88-3229EFABAFE3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895344" y="1778415"/>
                  <a:ext cx="82440" cy="55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9B1E5AF1-0A98-4604-5B8F-85684394C448}"/>
                    </a:ext>
                  </a:extLst>
                </p14:cNvPr>
                <p14:cNvContentPartPr/>
                <p14:nvPr/>
              </p14:nvContentPartPr>
              <p14:xfrm>
                <a:off x="8978144" y="2004855"/>
                <a:ext cx="698400" cy="3708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9B1E5AF1-0A98-4604-5B8F-85684394C448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960504" y="1986855"/>
                  <a:ext cx="73404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9EC29B3-73F0-BA79-BEA1-D9C68C226C49}"/>
                    </a:ext>
                  </a:extLst>
                </p14:cNvPr>
                <p14:cNvContentPartPr/>
                <p14:nvPr/>
              </p14:nvContentPartPr>
              <p14:xfrm>
                <a:off x="7858544" y="2015295"/>
                <a:ext cx="779400" cy="439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9EC29B3-73F0-BA79-BEA1-D9C68C226C49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840904" y="1997295"/>
                  <a:ext cx="81504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89A1427A-E49B-2082-EDCB-CC4ED5A6E688}"/>
                    </a:ext>
                  </a:extLst>
                </p14:cNvPr>
                <p14:cNvContentPartPr/>
                <p14:nvPr/>
              </p14:nvContentPartPr>
              <p14:xfrm>
                <a:off x="7853864" y="2062815"/>
                <a:ext cx="61200" cy="7462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89A1427A-E49B-2082-EDCB-CC4ED5A6E688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835864" y="2044815"/>
                  <a:ext cx="96840" cy="78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FBA4AE29-D512-EDEF-5CE4-66946EC362CD}"/>
                    </a:ext>
                  </a:extLst>
                </p14:cNvPr>
                <p14:cNvContentPartPr/>
                <p14:nvPr/>
              </p14:nvContentPartPr>
              <p14:xfrm>
                <a:off x="7737584" y="2805135"/>
                <a:ext cx="321840" cy="172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FBA4AE29-D512-EDEF-5CE4-66946EC362CD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719944" y="2787495"/>
                  <a:ext cx="35748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93BBF79A-DC30-6CB3-E80A-55E2B50A74DA}"/>
                    </a:ext>
                  </a:extLst>
                </p14:cNvPr>
                <p14:cNvContentPartPr/>
                <p14:nvPr/>
              </p14:nvContentPartPr>
              <p14:xfrm>
                <a:off x="7539944" y="2903055"/>
                <a:ext cx="810000" cy="774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93BBF79A-DC30-6CB3-E80A-55E2B50A74DA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521944" y="2885055"/>
                  <a:ext cx="84564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90EF94CF-453C-5C7D-421E-A04EC33BC900}"/>
                    </a:ext>
                  </a:extLst>
                </p14:cNvPr>
                <p14:cNvContentPartPr/>
                <p14:nvPr/>
              </p14:nvContentPartPr>
              <p14:xfrm>
                <a:off x="7967984" y="2947335"/>
                <a:ext cx="79200" cy="72972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90EF94CF-453C-5C7D-421E-A04EC33BC900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950344" y="2929695"/>
                  <a:ext cx="114840" cy="76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B791E293-9C8B-F114-258F-8FFCF13E7D57}"/>
                    </a:ext>
                  </a:extLst>
                </p14:cNvPr>
                <p14:cNvContentPartPr/>
                <p14:nvPr/>
              </p14:nvContentPartPr>
              <p14:xfrm>
                <a:off x="8010104" y="3575175"/>
                <a:ext cx="1728720" cy="1634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B791E293-9C8B-F114-258F-8FFCF13E7D57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7992104" y="3557535"/>
                  <a:ext cx="176436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3172153-D30C-D949-DA77-9ACB15FC8722}"/>
                    </a:ext>
                  </a:extLst>
                </p14:cNvPr>
                <p14:cNvContentPartPr/>
                <p14:nvPr/>
              </p14:nvContentPartPr>
              <p14:xfrm>
                <a:off x="9701384" y="1954095"/>
                <a:ext cx="161640" cy="16171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3172153-D30C-D949-DA77-9ACB15FC872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9683744" y="1936455"/>
                  <a:ext cx="197280" cy="165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2FD8DCC-F7E1-F022-5A9C-599BF51BCD48}"/>
                    </a:ext>
                  </a:extLst>
                </p14:cNvPr>
                <p14:cNvContentPartPr/>
                <p14:nvPr/>
              </p14:nvContentPartPr>
              <p14:xfrm>
                <a:off x="8072744" y="2592375"/>
                <a:ext cx="124200" cy="2232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2FD8DCC-F7E1-F022-5A9C-599BF51BCD48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8055104" y="2574375"/>
                  <a:ext cx="15984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E3A5A1A-60A0-62B4-2E16-27D308297D53}"/>
                    </a:ext>
                  </a:extLst>
                </p14:cNvPr>
                <p14:cNvContentPartPr/>
                <p14:nvPr/>
              </p14:nvContentPartPr>
              <p14:xfrm>
                <a:off x="8174624" y="3181335"/>
                <a:ext cx="162720" cy="226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E3A5A1A-60A0-62B4-2E16-27D308297D53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8156984" y="3163335"/>
                  <a:ext cx="19836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8491727C-4A54-7BD5-AA22-3F8517E76B27}"/>
                    </a:ext>
                  </a:extLst>
                </p14:cNvPr>
                <p14:cNvContentPartPr/>
                <p14:nvPr/>
              </p14:nvContentPartPr>
              <p14:xfrm>
                <a:off x="8275064" y="3094935"/>
                <a:ext cx="32760" cy="22140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8491727C-4A54-7BD5-AA22-3F8517E76B27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8257064" y="3077295"/>
                  <a:ext cx="6840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D6BF9F1B-B18F-16BF-FAED-F53F30CDAC8D}"/>
                    </a:ext>
                  </a:extLst>
                </p14:cNvPr>
                <p14:cNvContentPartPr/>
                <p14:nvPr/>
              </p14:nvContentPartPr>
              <p14:xfrm>
                <a:off x="8556584" y="2547015"/>
                <a:ext cx="914400" cy="63612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D6BF9F1B-B18F-16BF-FAED-F53F30CDAC8D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8538944" y="2529375"/>
                  <a:ext cx="950040" cy="67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CCAE0F5E-5AB9-50AE-1CE2-1DC5FDE0B201}"/>
                    </a:ext>
                  </a:extLst>
                </p14:cNvPr>
                <p14:cNvContentPartPr/>
                <p14:nvPr/>
              </p14:nvContentPartPr>
              <p14:xfrm>
                <a:off x="9345344" y="3078015"/>
                <a:ext cx="194040" cy="10224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CCAE0F5E-5AB9-50AE-1CE2-1DC5FDE0B201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9327344" y="3060015"/>
                  <a:ext cx="22968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B20C974B-F3F9-71F4-D117-857BE0546522}"/>
                    </a:ext>
                  </a:extLst>
                </p14:cNvPr>
                <p14:cNvContentPartPr/>
                <p14:nvPr/>
              </p14:nvContentPartPr>
              <p14:xfrm>
                <a:off x="8823344" y="2449455"/>
                <a:ext cx="291240" cy="30960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B20C974B-F3F9-71F4-D117-857BE0546522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805704" y="2431815"/>
                  <a:ext cx="326880" cy="34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25ABD079-23B9-C538-3790-73FBE2FF1583}"/>
                    </a:ext>
                  </a:extLst>
                </p14:cNvPr>
                <p14:cNvContentPartPr/>
                <p14:nvPr/>
              </p14:nvContentPartPr>
              <p14:xfrm>
                <a:off x="8887424" y="2356935"/>
                <a:ext cx="160560" cy="39852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25ABD079-23B9-C538-3790-73FBE2FF158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869784" y="2338935"/>
                  <a:ext cx="196200" cy="43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78E30661-D784-975D-1008-0C24A23665BB}"/>
                    </a:ext>
                  </a:extLst>
                </p14:cNvPr>
                <p14:cNvContentPartPr/>
                <p14:nvPr/>
              </p14:nvContentPartPr>
              <p14:xfrm>
                <a:off x="8344544" y="1719015"/>
                <a:ext cx="815040" cy="4392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78E30661-D784-975D-1008-0C24A23665BB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8326904" y="1701375"/>
                  <a:ext cx="85068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C78DA534-03C8-EA19-1BCE-BE5B65922861}"/>
                    </a:ext>
                  </a:extLst>
                </p14:cNvPr>
                <p14:cNvContentPartPr/>
                <p14:nvPr/>
              </p14:nvContentPartPr>
              <p14:xfrm>
                <a:off x="8354984" y="1671855"/>
                <a:ext cx="85680" cy="13068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C78DA534-03C8-EA19-1BCE-BE5B65922861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337344" y="1654215"/>
                  <a:ext cx="121320" cy="16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80656540-808F-03D7-3EF9-34A67AF56445}"/>
              </a:ext>
            </a:extLst>
          </p:cNvPr>
          <p:cNvGrpSpPr/>
          <p:nvPr/>
        </p:nvGrpSpPr>
        <p:grpSpPr>
          <a:xfrm>
            <a:off x="8099024" y="3975855"/>
            <a:ext cx="3306960" cy="2351160"/>
            <a:chOff x="8099024" y="3975855"/>
            <a:chExt cx="3306960" cy="2351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714B21AD-F6C4-D0A2-FC93-3C78A423A8FB}"/>
                    </a:ext>
                  </a:extLst>
                </p14:cNvPr>
                <p14:cNvContentPartPr/>
                <p14:nvPr/>
              </p14:nvContentPartPr>
              <p14:xfrm>
                <a:off x="8419064" y="4325415"/>
                <a:ext cx="4320" cy="30600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714B21AD-F6C4-D0A2-FC93-3C78A423A8FB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8401064" y="4307775"/>
                  <a:ext cx="39960" cy="34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8BCEA0A3-BB76-AAA4-342E-D889F7BA0830}"/>
                    </a:ext>
                  </a:extLst>
                </p14:cNvPr>
                <p14:cNvContentPartPr/>
                <p14:nvPr/>
              </p14:nvContentPartPr>
              <p14:xfrm>
                <a:off x="8382704" y="4300935"/>
                <a:ext cx="258120" cy="21780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8BCEA0A3-BB76-AAA4-342E-D889F7BA0830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8364704" y="4283295"/>
                  <a:ext cx="29376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42352A59-B679-6E1B-5B75-6ADF6A8F5B7F}"/>
                    </a:ext>
                  </a:extLst>
                </p14:cNvPr>
                <p14:cNvContentPartPr/>
                <p14:nvPr/>
              </p14:nvContentPartPr>
              <p14:xfrm>
                <a:off x="8771144" y="4417935"/>
                <a:ext cx="103320" cy="10944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42352A59-B679-6E1B-5B75-6ADF6A8F5B7F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8753144" y="4399935"/>
                  <a:ext cx="13896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381C79F4-7917-44D9-8BBA-661DA2EF89D1}"/>
                    </a:ext>
                  </a:extLst>
                </p14:cNvPr>
                <p14:cNvContentPartPr/>
                <p14:nvPr/>
              </p14:nvContentPartPr>
              <p14:xfrm>
                <a:off x="9331304" y="4234335"/>
                <a:ext cx="41400" cy="34776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381C79F4-7917-44D9-8BBA-661DA2EF89D1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9313304" y="4216695"/>
                  <a:ext cx="77040" cy="38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30CF93AE-47D1-EAA4-5DF2-154CB0A3C805}"/>
                    </a:ext>
                  </a:extLst>
                </p14:cNvPr>
                <p14:cNvContentPartPr/>
                <p14:nvPr/>
              </p14:nvContentPartPr>
              <p14:xfrm>
                <a:off x="9214304" y="4407855"/>
                <a:ext cx="191160" cy="6084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30CF93AE-47D1-EAA4-5DF2-154CB0A3C805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9196664" y="4390215"/>
                  <a:ext cx="22680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7BBA4AB8-B4DD-1A1E-5612-0E20A6EC376D}"/>
                    </a:ext>
                  </a:extLst>
                </p14:cNvPr>
                <p14:cNvContentPartPr/>
                <p14:nvPr/>
              </p14:nvContentPartPr>
              <p14:xfrm>
                <a:off x="9545144" y="4308855"/>
                <a:ext cx="32040" cy="19152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7BBA4AB8-B4DD-1A1E-5612-0E20A6EC376D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9527144" y="4291215"/>
                  <a:ext cx="6768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E93038D2-765F-BE63-2070-1D0FFE23C28A}"/>
                    </a:ext>
                  </a:extLst>
                </p14:cNvPr>
                <p14:cNvContentPartPr/>
                <p14:nvPr/>
              </p14:nvContentPartPr>
              <p14:xfrm>
                <a:off x="9661424" y="4397775"/>
                <a:ext cx="117360" cy="8244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E93038D2-765F-BE63-2070-1D0FFE23C28A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9643424" y="4379775"/>
                  <a:ext cx="15300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387D5CB8-1257-89A6-8AD2-0BAD5E69D178}"/>
                    </a:ext>
                  </a:extLst>
                </p14:cNvPr>
                <p14:cNvContentPartPr/>
                <p14:nvPr/>
              </p14:nvContentPartPr>
              <p14:xfrm>
                <a:off x="9899024" y="4354215"/>
                <a:ext cx="188640" cy="12996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387D5CB8-1257-89A6-8AD2-0BAD5E69D178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9881384" y="4336215"/>
                  <a:ext cx="22428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8BCE4400-1EFB-9830-F99A-E5CA83A49A3E}"/>
                    </a:ext>
                  </a:extLst>
                </p14:cNvPr>
                <p14:cNvContentPartPr/>
                <p14:nvPr/>
              </p14:nvContentPartPr>
              <p14:xfrm>
                <a:off x="10169744" y="3975855"/>
                <a:ext cx="275760" cy="95544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8BCE4400-1EFB-9830-F99A-E5CA83A49A3E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0152104" y="3957855"/>
                  <a:ext cx="311400" cy="9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FFAA740A-9D2B-DF29-1622-5E6D823EE87A}"/>
                    </a:ext>
                  </a:extLst>
                </p14:cNvPr>
                <p14:cNvContentPartPr/>
                <p14:nvPr/>
              </p14:nvContentPartPr>
              <p14:xfrm>
                <a:off x="8477024" y="5158095"/>
                <a:ext cx="189000" cy="23328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FFAA740A-9D2B-DF29-1622-5E6D823EE87A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8459024" y="5140455"/>
                  <a:ext cx="22464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B93F5010-6322-044B-D6C4-31295C57327D}"/>
                    </a:ext>
                  </a:extLst>
                </p14:cNvPr>
                <p14:cNvContentPartPr/>
                <p14:nvPr/>
              </p14:nvContentPartPr>
              <p14:xfrm>
                <a:off x="8714624" y="5204535"/>
                <a:ext cx="129240" cy="14544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B93F5010-6322-044B-D6C4-31295C57327D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8696624" y="5186895"/>
                  <a:ext cx="16488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712E5533-0B45-B611-A01B-5549478C3BE1}"/>
                    </a:ext>
                  </a:extLst>
                </p14:cNvPr>
                <p14:cNvContentPartPr/>
                <p14:nvPr/>
              </p14:nvContentPartPr>
              <p14:xfrm>
                <a:off x="8867984" y="5207775"/>
                <a:ext cx="96480" cy="10008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712E5533-0B45-B611-A01B-5549478C3BE1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8850344" y="5190135"/>
                  <a:ext cx="13212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A941E2B3-2AA4-A83A-9EDE-93EF85C89EAF}"/>
                    </a:ext>
                  </a:extLst>
                </p14:cNvPr>
                <p14:cNvContentPartPr/>
                <p14:nvPr/>
              </p14:nvContentPartPr>
              <p14:xfrm>
                <a:off x="9058424" y="5168895"/>
                <a:ext cx="153000" cy="28800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A941E2B3-2AA4-A83A-9EDE-93EF85C89EAF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9040424" y="5150895"/>
                  <a:ext cx="18864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67CF72F0-8B43-0467-4283-0F56DFE8787C}"/>
                    </a:ext>
                  </a:extLst>
                </p14:cNvPr>
                <p14:cNvContentPartPr/>
                <p14:nvPr/>
              </p14:nvContentPartPr>
              <p14:xfrm>
                <a:off x="9566744" y="5168895"/>
                <a:ext cx="114120" cy="19044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67CF72F0-8B43-0467-4283-0F56DFE8787C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9549104" y="5151255"/>
                  <a:ext cx="14976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768E8EA4-7910-71F3-BFDE-42632E67EFAF}"/>
                    </a:ext>
                  </a:extLst>
                </p14:cNvPr>
                <p14:cNvContentPartPr/>
                <p14:nvPr/>
              </p14:nvContentPartPr>
              <p14:xfrm>
                <a:off x="9758264" y="5223615"/>
                <a:ext cx="324720" cy="11772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768E8EA4-7910-71F3-BFDE-42632E67EFAF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9740264" y="5205975"/>
                  <a:ext cx="36036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A6AD4C5B-4AD1-0F7C-9845-0C5DC3306162}"/>
                    </a:ext>
                  </a:extLst>
                </p14:cNvPr>
                <p14:cNvContentPartPr/>
                <p14:nvPr/>
              </p14:nvContentPartPr>
              <p14:xfrm>
                <a:off x="10212584" y="5217135"/>
                <a:ext cx="136800" cy="12672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A6AD4C5B-4AD1-0F7C-9845-0C5DC3306162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0194584" y="5199495"/>
                  <a:ext cx="17244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310B0856-F448-F5F5-0FED-5A0D8458BDFE}"/>
                    </a:ext>
                  </a:extLst>
                </p14:cNvPr>
                <p14:cNvContentPartPr/>
                <p14:nvPr/>
              </p14:nvContentPartPr>
              <p14:xfrm>
                <a:off x="10447664" y="5064135"/>
                <a:ext cx="90000" cy="23652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310B0856-F448-F5F5-0FED-5A0D8458BDFE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0429664" y="5046495"/>
                  <a:ext cx="12564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7434BB98-EA20-91B1-E0D9-79BAD755DBC5}"/>
                    </a:ext>
                  </a:extLst>
                </p14:cNvPr>
                <p14:cNvContentPartPr/>
                <p14:nvPr/>
              </p14:nvContentPartPr>
              <p14:xfrm>
                <a:off x="10668704" y="5045055"/>
                <a:ext cx="25560" cy="21888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7434BB98-EA20-91B1-E0D9-79BAD755DBC5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0650704" y="5027055"/>
                  <a:ext cx="6120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BC211C7D-BFB0-DC4C-8F98-01BFC64EA6C8}"/>
                    </a:ext>
                  </a:extLst>
                </p14:cNvPr>
                <p14:cNvContentPartPr/>
                <p14:nvPr/>
              </p14:nvContentPartPr>
              <p14:xfrm>
                <a:off x="8250584" y="5756415"/>
                <a:ext cx="93960" cy="28008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BC211C7D-BFB0-DC4C-8F98-01BFC64EA6C8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8232584" y="5738415"/>
                  <a:ext cx="12960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2B67957A-BE83-31BB-300C-A5F3A5FF93DE}"/>
                    </a:ext>
                  </a:extLst>
                </p14:cNvPr>
                <p14:cNvContentPartPr/>
                <p14:nvPr/>
              </p14:nvContentPartPr>
              <p14:xfrm>
                <a:off x="8383064" y="5881695"/>
                <a:ext cx="253080" cy="12960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2B67957A-BE83-31BB-300C-A5F3A5FF93DE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8365424" y="5863695"/>
                  <a:ext cx="28872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F06153F0-C5DF-300F-879C-CC9D60D129A8}"/>
                    </a:ext>
                  </a:extLst>
                </p14:cNvPr>
                <p14:cNvContentPartPr/>
                <p14:nvPr/>
              </p14:nvContentPartPr>
              <p14:xfrm>
                <a:off x="8745224" y="5748855"/>
                <a:ext cx="52920" cy="24948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F06153F0-C5DF-300F-879C-CC9D60D129A8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8727584" y="5731215"/>
                  <a:ext cx="8856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4EA6DBF7-E54B-8F71-246A-7BE997B1FBFF}"/>
                    </a:ext>
                  </a:extLst>
                </p14:cNvPr>
                <p14:cNvContentPartPr/>
                <p14:nvPr/>
              </p14:nvContentPartPr>
              <p14:xfrm>
                <a:off x="8793824" y="5863335"/>
                <a:ext cx="144000" cy="11340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4EA6DBF7-E54B-8F71-246A-7BE997B1FBFF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8775824" y="5845695"/>
                  <a:ext cx="17964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0B7016CD-CCE5-FB66-E31D-8F45BBE69B19}"/>
                    </a:ext>
                  </a:extLst>
                </p14:cNvPr>
                <p14:cNvContentPartPr/>
                <p14:nvPr/>
              </p14:nvContentPartPr>
              <p14:xfrm>
                <a:off x="9001544" y="5875215"/>
                <a:ext cx="166320" cy="11700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0B7016CD-CCE5-FB66-E31D-8F45BBE69B19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8983544" y="5857575"/>
                  <a:ext cx="20196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87584D1D-D644-0B5C-3723-B412943F0CFD}"/>
                    </a:ext>
                  </a:extLst>
                </p14:cNvPr>
                <p14:cNvContentPartPr/>
                <p14:nvPr/>
              </p14:nvContentPartPr>
              <p14:xfrm>
                <a:off x="9274784" y="5846055"/>
                <a:ext cx="129960" cy="24228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87584D1D-D644-0B5C-3723-B412943F0CFD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9257144" y="5828055"/>
                  <a:ext cx="16560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5C2791E4-4014-5A92-E8CA-18F1757603AA}"/>
                    </a:ext>
                  </a:extLst>
                </p14:cNvPr>
                <p14:cNvContentPartPr/>
                <p14:nvPr/>
              </p14:nvContentPartPr>
              <p14:xfrm>
                <a:off x="9485744" y="5802855"/>
                <a:ext cx="106200" cy="16596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5C2791E4-4014-5A92-E8CA-18F1757603AA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9468104" y="5785215"/>
                  <a:ext cx="14184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D427A053-57F3-3D0C-21F2-3B32FBE54E50}"/>
                    </a:ext>
                  </a:extLst>
                </p14:cNvPr>
                <p14:cNvContentPartPr/>
                <p14:nvPr/>
              </p14:nvContentPartPr>
              <p14:xfrm>
                <a:off x="9931784" y="5793135"/>
                <a:ext cx="203400" cy="14184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D427A053-57F3-3D0C-21F2-3B32FBE54E50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9913784" y="5775135"/>
                  <a:ext cx="23904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F6519305-09BD-40C8-3011-FE316153C24E}"/>
                    </a:ext>
                  </a:extLst>
                </p14:cNvPr>
                <p14:cNvContentPartPr/>
                <p14:nvPr/>
              </p14:nvContentPartPr>
              <p14:xfrm>
                <a:off x="10086584" y="5804295"/>
                <a:ext cx="204480" cy="16524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F6519305-09BD-40C8-3011-FE316153C24E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0068584" y="5786295"/>
                  <a:ext cx="24012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52C7C9BD-190E-9E80-3C7B-7688B1614B13}"/>
                    </a:ext>
                  </a:extLst>
                </p14:cNvPr>
                <p14:cNvContentPartPr/>
                <p14:nvPr/>
              </p14:nvContentPartPr>
              <p14:xfrm>
                <a:off x="10342544" y="5821215"/>
                <a:ext cx="91440" cy="9036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52C7C9BD-190E-9E80-3C7B-7688B1614B1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0324544" y="5803215"/>
                  <a:ext cx="12708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D29896FD-1F98-7811-5222-CB7365C08A96}"/>
                    </a:ext>
                  </a:extLst>
                </p14:cNvPr>
                <p14:cNvContentPartPr/>
                <p14:nvPr/>
              </p14:nvContentPartPr>
              <p14:xfrm>
                <a:off x="10533704" y="5784495"/>
                <a:ext cx="117360" cy="11052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D29896FD-1F98-7811-5222-CB7365C08A96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0516064" y="5766495"/>
                  <a:ext cx="15300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942D3F27-D3AE-3CE7-610D-FEC6A7D36E6F}"/>
                    </a:ext>
                  </a:extLst>
                </p14:cNvPr>
                <p14:cNvContentPartPr/>
                <p14:nvPr/>
              </p14:nvContentPartPr>
              <p14:xfrm>
                <a:off x="10759064" y="5771895"/>
                <a:ext cx="316800" cy="11916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942D3F27-D3AE-3CE7-610D-FEC6A7D36E6F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0741424" y="5754255"/>
                  <a:ext cx="35244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A57F82C4-F7F6-33A4-88D5-24EC1C5B39B2}"/>
                    </a:ext>
                  </a:extLst>
                </p14:cNvPr>
                <p14:cNvContentPartPr/>
                <p14:nvPr/>
              </p14:nvContentPartPr>
              <p14:xfrm>
                <a:off x="11164424" y="5582895"/>
                <a:ext cx="88560" cy="29556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A57F82C4-F7F6-33A4-88D5-24EC1C5B39B2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1146784" y="5564895"/>
                  <a:ext cx="12420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023ACDB7-1D24-1A65-A723-8D5325EE27BE}"/>
                    </a:ext>
                  </a:extLst>
                </p14:cNvPr>
                <p14:cNvContentPartPr/>
                <p14:nvPr/>
              </p14:nvContentPartPr>
              <p14:xfrm>
                <a:off x="11147864" y="5698095"/>
                <a:ext cx="159480" cy="7164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023ACDB7-1D24-1A65-A723-8D5325EE27BE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1130224" y="5680455"/>
                  <a:ext cx="19512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6515C33E-6435-B620-98AC-A23D8254B884}"/>
                    </a:ext>
                  </a:extLst>
                </p14:cNvPr>
                <p14:cNvContentPartPr/>
                <p14:nvPr/>
              </p14:nvContentPartPr>
              <p14:xfrm>
                <a:off x="11400584" y="5791335"/>
                <a:ext cx="5400" cy="288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6515C33E-6435-B620-98AC-A23D8254B884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1382584" y="5773695"/>
                  <a:ext cx="4104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EFC161A-1A4D-725D-FC4B-A2DD99720A24}"/>
                    </a:ext>
                  </a:extLst>
                </p14:cNvPr>
                <p14:cNvContentPartPr/>
                <p14:nvPr/>
              </p14:nvContentPartPr>
              <p14:xfrm>
                <a:off x="8099024" y="6229095"/>
                <a:ext cx="3014280" cy="9792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EFC161A-1A4D-725D-FC4B-A2DD99720A24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8081024" y="6211455"/>
                  <a:ext cx="304992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72C4BAE2-989E-29BF-AC89-E5AD933DCAC1}"/>
                    </a:ext>
                  </a:extLst>
                </p14:cNvPr>
                <p14:cNvContentPartPr/>
                <p14:nvPr/>
              </p14:nvContentPartPr>
              <p14:xfrm>
                <a:off x="8542904" y="5515575"/>
                <a:ext cx="2307240" cy="12024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72C4BAE2-989E-29BF-AC89-E5AD933DCAC1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8525264" y="5497575"/>
                  <a:ext cx="2342880" cy="15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0A0C92ED-D3BB-18D7-8AC4-70BA9F5FD4C2}"/>
              </a:ext>
            </a:extLst>
          </p:cNvPr>
          <p:cNvGrpSpPr/>
          <p:nvPr/>
        </p:nvGrpSpPr>
        <p:grpSpPr>
          <a:xfrm>
            <a:off x="4606664" y="5398935"/>
            <a:ext cx="725040" cy="346680"/>
            <a:chOff x="4606664" y="5398935"/>
            <a:chExt cx="725040" cy="346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82292106-F2CA-7584-DC1A-15C59F51B8D1}"/>
                    </a:ext>
                  </a:extLst>
                </p14:cNvPr>
                <p14:cNvContentPartPr/>
                <p14:nvPr/>
              </p14:nvContentPartPr>
              <p14:xfrm>
                <a:off x="4606664" y="5398935"/>
                <a:ext cx="29520" cy="34668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82292106-F2CA-7584-DC1A-15C59F51B8D1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4588664" y="5380935"/>
                  <a:ext cx="65160" cy="38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2702A392-5A04-0D27-6130-5BAEFF74DC06}"/>
                    </a:ext>
                  </a:extLst>
                </p14:cNvPr>
                <p14:cNvContentPartPr/>
                <p14:nvPr/>
              </p14:nvContentPartPr>
              <p14:xfrm>
                <a:off x="4867304" y="5581095"/>
                <a:ext cx="241920" cy="8676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2702A392-5A04-0D27-6130-5BAEFF74DC06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4849304" y="5563095"/>
                  <a:ext cx="27756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CED6D7BA-4D64-92A4-D1C2-DF32D5B8747E}"/>
                    </a:ext>
                  </a:extLst>
                </p14:cNvPr>
                <p14:cNvContentPartPr/>
                <p14:nvPr/>
              </p14:nvContentPartPr>
              <p14:xfrm>
                <a:off x="5218304" y="5434575"/>
                <a:ext cx="9360" cy="30348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CED6D7BA-4D64-92A4-D1C2-DF32D5B8747E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5200304" y="5416575"/>
                  <a:ext cx="4500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DF4E0C8D-70BC-3EEB-F4FD-B292C65BC650}"/>
                    </a:ext>
                  </a:extLst>
                </p14:cNvPr>
                <p14:cNvContentPartPr/>
                <p14:nvPr/>
              </p14:nvContentPartPr>
              <p14:xfrm>
                <a:off x="5210384" y="5471295"/>
                <a:ext cx="100800" cy="18360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DF4E0C8D-70BC-3EEB-F4FD-B292C65BC650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5192744" y="5453295"/>
                  <a:ext cx="13644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4EA309AA-D401-7FE3-C5CB-065611E7769C}"/>
                    </a:ext>
                  </a:extLst>
                </p14:cNvPr>
                <p14:cNvContentPartPr/>
                <p14:nvPr/>
              </p14:nvContentPartPr>
              <p14:xfrm>
                <a:off x="5239184" y="5590455"/>
                <a:ext cx="92520" cy="3744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4EA309AA-D401-7FE3-C5CB-065611E7769C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5221184" y="5572455"/>
                  <a:ext cx="128160" cy="7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9A43FD6F-2DFB-1845-6724-E8AEFC233258}"/>
              </a:ext>
            </a:extLst>
          </p:cNvPr>
          <p:cNvGrpSpPr/>
          <p:nvPr/>
        </p:nvGrpSpPr>
        <p:grpSpPr>
          <a:xfrm>
            <a:off x="9458384" y="6460215"/>
            <a:ext cx="674640" cy="339840"/>
            <a:chOff x="9458384" y="6460215"/>
            <a:chExt cx="674640" cy="339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FB24EB9A-26C6-C297-5B3E-CDE7E957C355}"/>
                    </a:ext>
                  </a:extLst>
                </p14:cNvPr>
                <p14:cNvContentPartPr/>
                <p14:nvPr/>
              </p14:nvContentPartPr>
              <p14:xfrm>
                <a:off x="9458384" y="6460215"/>
                <a:ext cx="49680" cy="33984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FB24EB9A-26C6-C297-5B3E-CDE7E957C355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9440744" y="6442575"/>
                  <a:ext cx="85320" cy="37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2447F133-6221-928D-FC49-80816AA0F0AF}"/>
                    </a:ext>
                  </a:extLst>
                </p14:cNvPr>
                <p14:cNvContentPartPr/>
                <p14:nvPr/>
              </p14:nvContentPartPr>
              <p14:xfrm>
                <a:off x="9648464" y="6639855"/>
                <a:ext cx="183240" cy="13464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2447F133-6221-928D-FC49-80816AA0F0AF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9630824" y="6621855"/>
                  <a:ext cx="21888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4378D44E-D7ED-4131-AE95-4AE0A16BCEB7}"/>
                    </a:ext>
                  </a:extLst>
                </p14:cNvPr>
                <p14:cNvContentPartPr/>
                <p14:nvPr/>
              </p14:nvContentPartPr>
              <p14:xfrm>
                <a:off x="9980024" y="6501975"/>
                <a:ext cx="28080" cy="26640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4378D44E-D7ED-4131-AE95-4AE0A16BCEB7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9962384" y="6484335"/>
                  <a:ext cx="63720" cy="3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A43B098A-5D66-8A82-6DD7-F3C67A1237AA}"/>
                    </a:ext>
                  </a:extLst>
                </p14:cNvPr>
                <p14:cNvContentPartPr/>
                <p14:nvPr/>
              </p14:nvContentPartPr>
              <p14:xfrm>
                <a:off x="9974984" y="6526095"/>
                <a:ext cx="158040" cy="17892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A43B098A-5D66-8A82-6DD7-F3C67A1237AA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9957344" y="6508095"/>
                  <a:ext cx="19368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335A6912-E1F1-145C-A94F-587D868AEB6A}"/>
                    </a:ext>
                  </a:extLst>
                </p14:cNvPr>
                <p14:cNvContentPartPr/>
                <p14:nvPr/>
              </p14:nvContentPartPr>
              <p14:xfrm>
                <a:off x="10005224" y="6648855"/>
                <a:ext cx="79560" cy="3312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335A6912-E1F1-145C-A94F-587D868AEB6A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9987584" y="6630855"/>
                  <a:ext cx="115200" cy="68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6216933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78DB5-0CF3-100A-4A46-C9B3861C6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Forward biasing a diode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1BB91A-0744-4D68-7BC3-05194332C2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5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Diagram of an open door&#10;&#10;Description automatically generated">
            <a:extLst>
              <a:ext uri="{FF2B5EF4-FFF2-40B4-BE49-F238E27FC236}">
                <a16:creationId xmlns:a16="http://schemas.microsoft.com/office/drawing/2014/main" id="{18DD9357-B63B-4E0A-E9AD-F51747248E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2484" y="1363594"/>
            <a:ext cx="4729655" cy="4130809"/>
          </a:xfrm>
          <a:prstGeom prst="rect">
            <a:avLst/>
          </a:prstGeom>
        </p:spPr>
      </p:pic>
      <p:grpSp>
        <p:nvGrpSpPr>
          <p:cNvPr id="102" name="Group 101">
            <a:extLst>
              <a:ext uri="{FF2B5EF4-FFF2-40B4-BE49-F238E27FC236}">
                <a16:creationId xmlns:a16="http://schemas.microsoft.com/office/drawing/2014/main" id="{E1B38E22-D452-500E-40C3-08073042024C}"/>
              </a:ext>
            </a:extLst>
          </p:cNvPr>
          <p:cNvGrpSpPr/>
          <p:nvPr/>
        </p:nvGrpSpPr>
        <p:grpSpPr>
          <a:xfrm>
            <a:off x="2674278" y="2548343"/>
            <a:ext cx="401760" cy="137160"/>
            <a:chOff x="2674278" y="2548343"/>
            <a:chExt cx="401760" cy="137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6BDCE8FC-9C69-96EA-4613-7580E03A976D}"/>
                    </a:ext>
                  </a:extLst>
                </p14:cNvPr>
                <p14:cNvContentPartPr/>
                <p14:nvPr/>
              </p14:nvContentPartPr>
              <p14:xfrm>
                <a:off x="2674278" y="2606303"/>
                <a:ext cx="112320" cy="82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6BDCE8FC-9C69-96EA-4613-7580E03A976D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2656638" y="2588663"/>
                  <a:ext cx="14796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8F150940-5763-FBB7-B100-D8F9AD9EFCFB}"/>
                    </a:ext>
                  </a:extLst>
                </p14:cNvPr>
                <p14:cNvContentPartPr/>
                <p14:nvPr/>
              </p14:nvContentPartPr>
              <p14:xfrm>
                <a:off x="2705598" y="2548343"/>
                <a:ext cx="47880" cy="1371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8F150940-5763-FBB7-B100-D8F9AD9EFCFB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2687958" y="2530343"/>
                  <a:ext cx="8352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9D7EE2D9-4767-8EAF-633D-D203782F013F}"/>
                    </a:ext>
                  </a:extLst>
                </p14:cNvPr>
                <p14:cNvContentPartPr/>
                <p14:nvPr/>
              </p14:nvContentPartPr>
              <p14:xfrm>
                <a:off x="2955798" y="2585063"/>
                <a:ext cx="120240" cy="22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9D7EE2D9-4767-8EAF-633D-D203782F013F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2937798" y="2567423"/>
                  <a:ext cx="15588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C3B473CC-B1D0-BE2F-D1FB-F4253792CB60}"/>
                    </a:ext>
                  </a:extLst>
                </p14:cNvPr>
                <p14:cNvContentPartPr/>
                <p14:nvPr/>
              </p14:nvContentPartPr>
              <p14:xfrm>
                <a:off x="2958318" y="2549423"/>
                <a:ext cx="47520" cy="11520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C3B473CC-B1D0-BE2F-D1FB-F4253792CB60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2940678" y="2531423"/>
                  <a:ext cx="83160" cy="15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0422A3EC-ECC0-BF7E-50FF-5B511F5CFFBC}"/>
              </a:ext>
            </a:extLst>
          </p:cNvPr>
          <p:cNvGrpSpPr/>
          <p:nvPr/>
        </p:nvGrpSpPr>
        <p:grpSpPr>
          <a:xfrm>
            <a:off x="2684358" y="2849303"/>
            <a:ext cx="389520" cy="131040"/>
            <a:chOff x="2684358" y="2849303"/>
            <a:chExt cx="389520" cy="131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4639D340-6C01-3981-2E54-F5CEB9C1BC7A}"/>
                    </a:ext>
                  </a:extLst>
                </p14:cNvPr>
                <p14:cNvContentPartPr/>
                <p14:nvPr/>
              </p14:nvContentPartPr>
              <p14:xfrm>
                <a:off x="2684358" y="2884583"/>
                <a:ext cx="140400" cy="158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4639D340-6C01-3981-2E54-F5CEB9C1BC7A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2666358" y="2866583"/>
                  <a:ext cx="17604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BE1697DE-5F52-1B44-8917-D50BD8125556}"/>
                    </a:ext>
                  </a:extLst>
                </p14:cNvPr>
                <p14:cNvContentPartPr/>
                <p14:nvPr/>
              </p14:nvContentPartPr>
              <p14:xfrm>
                <a:off x="2732958" y="2849303"/>
                <a:ext cx="22320" cy="8352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BE1697DE-5F52-1B44-8917-D50BD8125556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2714958" y="2831663"/>
                  <a:ext cx="5796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47980DCB-A198-6109-2150-C9FB4314830D}"/>
                    </a:ext>
                  </a:extLst>
                </p14:cNvPr>
                <p14:cNvContentPartPr/>
                <p14:nvPr/>
              </p14:nvContentPartPr>
              <p14:xfrm>
                <a:off x="2953638" y="2887463"/>
                <a:ext cx="120240" cy="176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47980DCB-A198-6109-2150-C9FB4314830D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2935998" y="2869823"/>
                  <a:ext cx="15588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38FC8B5C-CA10-27D3-0046-56F996B4801A}"/>
                    </a:ext>
                  </a:extLst>
                </p14:cNvPr>
                <p14:cNvContentPartPr/>
                <p14:nvPr/>
              </p14:nvContentPartPr>
              <p14:xfrm>
                <a:off x="2993958" y="2870543"/>
                <a:ext cx="15480" cy="1098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38FC8B5C-CA10-27D3-0046-56F996B4801A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2976318" y="2852903"/>
                  <a:ext cx="51120" cy="14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531FBECF-4A98-5343-C9EE-E61D48FA8669}"/>
              </a:ext>
            </a:extLst>
          </p:cNvPr>
          <p:cNvGrpSpPr/>
          <p:nvPr/>
        </p:nvGrpSpPr>
        <p:grpSpPr>
          <a:xfrm>
            <a:off x="2708118" y="3130103"/>
            <a:ext cx="361080" cy="113400"/>
            <a:chOff x="2708118" y="3130103"/>
            <a:chExt cx="361080" cy="113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C4C8546-F7F9-A024-4DD9-7BEB80DC4CA0}"/>
                    </a:ext>
                  </a:extLst>
                </p14:cNvPr>
                <p14:cNvContentPartPr/>
                <p14:nvPr/>
              </p14:nvContentPartPr>
              <p14:xfrm>
                <a:off x="2708118" y="3172223"/>
                <a:ext cx="139680" cy="190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C4C8546-F7F9-A024-4DD9-7BEB80DC4CA0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2690478" y="3154583"/>
                  <a:ext cx="17532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A3A9083B-9D03-8F59-0523-C4DA89FAC493}"/>
                    </a:ext>
                  </a:extLst>
                </p14:cNvPr>
                <p14:cNvContentPartPr/>
                <p14:nvPr/>
              </p14:nvContentPartPr>
              <p14:xfrm>
                <a:off x="2775438" y="3130103"/>
                <a:ext cx="12960" cy="7632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A3A9083B-9D03-8F59-0523-C4DA89FAC493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757438" y="3112103"/>
                  <a:ext cx="4860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2E44FDF1-29F2-8861-1548-A8587970D29B}"/>
                    </a:ext>
                  </a:extLst>
                </p14:cNvPr>
                <p14:cNvContentPartPr/>
                <p14:nvPr/>
              </p14:nvContentPartPr>
              <p14:xfrm>
                <a:off x="2984238" y="3175463"/>
                <a:ext cx="84960" cy="464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2E44FDF1-29F2-8861-1548-A8587970D29B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966238" y="3157463"/>
                  <a:ext cx="12060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6F9D5472-A5DE-8251-7484-CE2F5E2A0AE2}"/>
                    </a:ext>
                  </a:extLst>
                </p14:cNvPr>
                <p14:cNvContentPartPr/>
                <p14:nvPr/>
              </p14:nvContentPartPr>
              <p14:xfrm>
                <a:off x="3005478" y="3141983"/>
                <a:ext cx="20160" cy="1015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6F9D5472-A5DE-8251-7484-CE2F5E2A0AE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987478" y="3123983"/>
                  <a:ext cx="55800" cy="13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5365A8A5-2D4C-983B-1BDE-315776408116}"/>
              </a:ext>
            </a:extLst>
          </p:cNvPr>
          <p:cNvGrpSpPr/>
          <p:nvPr/>
        </p:nvGrpSpPr>
        <p:grpSpPr>
          <a:xfrm>
            <a:off x="2739798" y="3336023"/>
            <a:ext cx="358920" cy="145080"/>
            <a:chOff x="2739798" y="3336023"/>
            <a:chExt cx="358920" cy="14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BBD32364-A5E3-5DCF-FD69-AB9E8FC3E462}"/>
                    </a:ext>
                  </a:extLst>
                </p14:cNvPr>
                <p14:cNvContentPartPr/>
                <p14:nvPr/>
              </p14:nvContentPartPr>
              <p14:xfrm>
                <a:off x="2739798" y="3383183"/>
                <a:ext cx="159120" cy="478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BBD32364-A5E3-5DCF-FD69-AB9E8FC3E462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2722158" y="3365543"/>
                  <a:ext cx="19476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A8831732-E8D7-9119-2B67-2FA42A371DC7}"/>
                    </a:ext>
                  </a:extLst>
                </p14:cNvPr>
                <p14:cNvContentPartPr/>
                <p14:nvPr/>
              </p14:nvContentPartPr>
              <p14:xfrm>
                <a:off x="2820798" y="3336023"/>
                <a:ext cx="5400" cy="1450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A8831732-E8D7-9119-2B67-2FA42A371DC7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2803158" y="3318383"/>
                  <a:ext cx="4104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F1EB8FF7-AB0C-6706-B8BE-9D0EE83B0867}"/>
                    </a:ext>
                  </a:extLst>
                </p14:cNvPr>
                <p14:cNvContentPartPr/>
                <p14:nvPr/>
              </p14:nvContentPartPr>
              <p14:xfrm>
                <a:off x="3030318" y="3423503"/>
                <a:ext cx="68400" cy="43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F1EB8FF7-AB0C-6706-B8BE-9D0EE83B0867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3012678" y="3405863"/>
                  <a:ext cx="10404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896B703E-16DB-29BF-0626-516049C39BEF}"/>
                    </a:ext>
                  </a:extLst>
                </p14:cNvPr>
                <p14:cNvContentPartPr/>
                <p14:nvPr/>
              </p14:nvContentPartPr>
              <p14:xfrm>
                <a:off x="3068118" y="3372743"/>
                <a:ext cx="12600" cy="993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896B703E-16DB-29BF-0626-516049C39BEF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3050478" y="3355103"/>
                  <a:ext cx="48240" cy="135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1F66E101-D2C4-1AB7-B369-CAE3EBF7AD7C}"/>
              </a:ext>
            </a:extLst>
          </p:cNvPr>
          <p:cNvGrpSpPr/>
          <p:nvPr/>
        </p:nvGrpSpPr>
        <p:grpSpPr>
          <a:xfrm>
            <a:off x="4413078" y="2601263"/>
            <a:ext cx="295560" cy="40320"/>
            <a:chOff x="4413078" y="2601263"/>
            <a:chExt cx="295560" cy="40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F98DB3D3-D57D-2836-7F0B-9609C913DB95}"/>
                    </a:ext>
                  </a:extLst>
                </p14:cNvPr>
                <p14:cNvContentPartPr/>
                <p14:nvPr/>
              </p14:nvContentPartPr>
              <p14:xfrm>
                <a:off x="4413078" y="2601263"/>
                <a:ext cx="113400" cy="129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F98DB3D3-D57D-2836-7F0B-9609C913DB95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4395078" y="2583263"/>
                  <a:ext cx="14904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CB873390-665E-B58E-F535-9D2D5741B74A}"/>
                    </a:ext>
                  </a:extLst>
                </p14:cNvPr>
                <p14:cNvContentPartPr/>
                <p14:nvPr/>
              </p14:nvContentPartPr>
              <p14:xfrm>
                <a:off x="4603518" y="2634023"/>
                <a:ext cx="105120" cy="75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CB873390-665E-B58E-F535-9D2D5741B74A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4585518" y="2616383"/>
                  <a:ext cx="140760" cy="4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202DC984-35CB-BEC3-0DFD-DEF23A3DEE73}"/>
              </a:ext>
            </a:extLst>
          </p:cNvPr>
          <p:cNvGrpSpPr/>
          <p:nvPr/>
        </p:nvGrpSpPr>
        <p:grpSpPr>
          <a:xfrm>
            <a:off x="4428558" y="2796743"/>
            <a:ext cx="303840" cy="13680"/>
            <a:chOff x="4428558" y="2796743"/>
            <a:chExt cx="303840" cy="13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1D2D1A53-4A81-30FE-A891-9CE31B733EF5}"/>
                    </a:ext>
                  </a:extLst>
                </p14:cNvPr>
                <p14:cNvContentPartPr/>
                <p14:nvPr/>
              </p14:nvContentPartPr>
              <p14:xfrm>
                <a:off x="4428558" y="2796743"/>
                <a:ext cx="86760" cy="104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1D2D1A53-4A81-30FE-A891-9CE31B733EF5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4410918" y="2779103"/>
                  <a:ext cx="12240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E48735CD-6A6C-E49F-051B-55B6BCCB4056}"/>
                    </a:ext>
                  </a:extLst>
                </p14:cNvPr>
                <p14:cNvContentPartPr/>
                <p14:nvPr/>
              </p14:nvContentPartPr>
              <p14:xfrm>
                <a:off x="4631958" y="2803583"/>
                <a:ext cx="100440" cy="684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E48735CD-6A6C-E49F-051B-55B6BCCB4056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614318" y="2785943"/>
                  <a:ext cx="136080" cy="42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55F1A90F-C0F5-3FD0-D06B-0E6A95DDD02C}"/>
              </a:ext>
            </a:extLst>
          </p:cNvPr>
          <p:cNvGrpSpPr/>
          <p:nvPr/>
        </p:nvGrpSpPr>
        <p:grpSpPr>
          <a:xfrm>
            <a:off x="4405158" y="3005183"/>
            <a:ext cx="339120" cy="5760"/>
            <a:chOff x="4405158" y="3005183"/>
            <a:chExt cx="339120" cy="5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67BCFD53-F1A8-FB67-CB39-DD046F02531C}"/>
                    </a:ext>
                  </a:extLst>
                </p14:cNvPr>
                <p14:cNvContentPartPr/>
                <p14:nvPr/>
              </p14:nvContentPartPr>
              <p14:xfrm>
                <a:off x="4405158" y="3005543"/>
                <a:ext cx="105840" cy="432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67BCFD53-F1A8-FB67-CB39-DD046F02531C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387518" y="2987543"/>
                  <a:ext cx="14148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67AFD44B-BE4F-DA20-47F5-BA1CE4A76304}"/>
                    </a:ext>
                  </a:extLst>
                </p14:cNvPr>
                <p14:cNvContentPartPr/>
                <p14:nvPr/>
              </p14:nvContentPartPr>
              <p14:xfrm>
                <a:off x="4638078" y="3005183"/>
                <a:ext cx="106200" cy="57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67AFD44B-BE4F-DA20-47F5-BA1CE4A7630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620078" y="2987543"/>
                  <a:ext cx="141840" cy="41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8C0F60C9-5A97-D669-4D93-CD82B36D589B}"/>
              </a:ext>
            </a:extLst>
          </p:cNvPr>
          <p:cNvGrpSpPr/>
          <p:nvPr/>
        </p:nvGrpSpPr>
        <p:grpSpPr>
          <a:xfrm>
            <a:off x="4437198" y="3193103"/>
            <a:ext cx="310680" cy="10080"/>
            <a:chOff x="4437198" y="3193103"/>
            <a:chExt cx="310680" cy="10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B8575395-6926-9DEE-742B-4F2EEF3896A6}"/>
                    </a:ext>
                  </a:extLst>
                </p14:cNvPr>
                <p14:cNvContentPartPr/>
                <p14:nvPr/>
              </p14:nvContentPartPr>
              <p14:xfrm>
                <a:off x="4437198" y="3195263"/>
                <a:ext cx="81000" cy="792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B8575395-6926-9DEE-742B-4F2EEF3896A6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419558" y="3177263"/>
                  <a:ext cx="11664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7E240DEA-94F7-4D1A-9D16-27F3170E7AE9}"/>
                    </a:ext>
                  </a:extLst>
                </p14:cNvPr>
                <p14:cNvContentPartPr/>
                <p14:nvPr/>
              </p14:nvContentPartPr>
              <p14:xfrm>
                <a:off x="4650678" y="3193103"/>
                <a:ext cx="97200" cy="93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7E240DEA-94F7-4D1A-9D16-27F3170E7AE9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4632678" y="3175463"/>
                  <a:ext cx="132840" cy="45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AACAE92F-8F83-6139-D479-EFC23FA70BC5}"/>
              </a:ext>
            </a:extLst>
          </p:cNvPr>
          <p:cNvGrpSpPr/>
          <p:nvPr/>
        </p:nvGrpSpPr>
        <p:grpSpPr>
          <a:xfrm>
            <a:off x="4456638" y="3355463"/>
            <a:ext cx="316800" cy="23400"/>
            <a:chOff x="4456638" y="3355463"/>
            <a:chExt cx="316800" cy="23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177D1DD0-F989-F0B2-A3F5-8B5346A7F28E}"/>
                    </a:ext>
                  </a:extLst>
                </p14:cNvPr>
                <p14:cNvContentPartPr/>
                <p14:nvPr/>
              </p14:nvContentPartPr>
              <p14:xfrm>
                <a:off x="4456638" y="3355463"/>
                <a:ext cx="85680" cy="43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177D1DD0-F989-F0B2-A3F5-8B5346A7F28E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4438638" y="3337823"/>
                  <a:ext cx="12132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0890A8E5-329C-B1A6-C443-692C42C4EBC5}"/>
                    </a:ext>
                  </a:extLst>
                </p14:cNvPr>
                <p14:cNvContentPartPr/>
                <p14:nvPr/>
              </p14:nvContentPartPr>
              <p14:xfrm>
                <a:off x="4688838" y="3369143"/>
                <a:ext cx="84600" cy="97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0890A8E5-329C-B1A6-C443-692C42C4EBC5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4670838" y="3351503"/>
                  <a:ext cx="120240" cy="4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AC7DDD80-C516-B74D-F009-70D5B4732419}"/>
              </a:ext>
            </a:extLst>
          </p:cNvPr>
          <p:cNvGrpSpPr/>
          <p:nvPr/>
        </p:nvGrpSpPr>
        <p:grpSpPr>
          <a:xfrm>
            <a:off x="1849518" y="1929143"/>
            <a:ext cx="386280" cy="447480"/>
            <a:chOff x="1849518" y="1929143"/>
            <a:chExt cx="386280" cy="447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53475A45-13FF-17B7-3878-699132336791}"/>
                    </a:ext>
                  </a:extLst>
                </p14:cNvPr>
                <p14:cNvContentPartPr/>
                <p14:nvPr/>
              </p14:nvContentPartPr>
              <p14:xfrm>
                <a:off x="1849518" y="2054423"/>
                <a:ext cx="386280" cy="12348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53475A45-13FF-17B7-3878-699132336791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831518" y="2036783"/>
                  <a:ext cx="4219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50495E75-3F99-56F0-3860-7770E1A2C04C}"/>
                    </a:ext>
                  </a:extLst>
                </p14:cNvPr>
                <p14:cNvContentPartPr/>
                <p14:nvPr/>
              </p14:nvContentPartPr>
              <p14:xfrm>
                <a:off x="2022678" y="1929143"/>
                <a:ext cx="113040" cy="4474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50495E75-3F99-56F0-3860-7770E1A2C04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2004678" y="1911503"/>
                  <a:ext cx="148680" cy="483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0">
            <p14:nvContentPartPr>
              <p14:cNvPr id="128" name="Ink 127">
                <a:extLst>
                  <a:ext uri="{FF2B5EF4-FFF2-40B4-BE49-F238E27FC236}">
                    <a16:creationId xmlns:a16="http://schemas.microsoft.com/office/drawing/2014/main" id="{82E4B313-A534-EE70-EB7F-CC943FFF45BA}"/>
                  </a:ext>
                </a:extLst>
              </p14:cNvPr>
              <p14:cNvContentPartPr/>
              <p14:nvPr/>
            </p14:nvContentPartPr>
            <p14:xfrm>
              <a:off x="5158638" y="1889183"/>
              <a:ext cx="494640" cy="88560"/>
            </p14:xfrm>
          </p:contentPart>
        </mc:Choice>
        <mc:Fallback xmlns="">
          <p:pic>
            <p:nvPicPr>
              <p:cNvPr id="128" name="Ink 127">
                <a:extLst>
                  <a:ext uri="{FF2B5EF4-FFF2-40B4-BE49-F238E27FC236}">
                    <a16:creationId xmlns:a16="http://schemas.microsoft.com/office/drawing/2014/main" id="{82E4B313-A534-EE70-EB7F-CC943FFF45BA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5140638" y="1871543"/>
                <a:ext cx="530280" cy="124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7" name="Group 136">
            <a:extLst>
              <a:ext uri="{FF2B5EF4-FFF2-40B4-BE49-F238E27FC236}">
                <a16:creationId xmlns:a16="http://schemas.microsoft.com/office/drawing/2014/main" id="{8922D748-75B9-0AF3-0C04-F7E90EA26F4F}"/>
              </a:ext>
            </a:extLst>
          </p:cNvPr>
          <p:cNvGrpSpPr/>
          <p:nvPr/>
        </p:nvGrpSpPr>
        <p:grpSpPr>
          <a:xfrm>
            <a:off x="2585718" y="1708823"/>
            <a:ext cx="136080" cy="229320"/>
            <a:chOff x="2585718" y="1708823"/>
            <a:chExt cx="136080" cy="229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D9C241E5-781B-255B-7C35-763EE0B9BB2D}"/>
                    </a:ext>
                  </a:extLst>
                </p14:cNvPr>
                <p14:cNvContentPartPr/>
                <p14:nvPr/>
              </p14:nvContentPartPr>
              <p14:xfrm>
                <a:off x="2585718" y="1811423"/>
                <a:ext cx="136080" cy="3456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D9C241E5-781B-255B-7C35-763EE0B9BB2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2567718" y="1793423"/>
                  <a:ext cx="17172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B9CE982D-D5EF-7C98-2667-F18570F0C29C}"/>
                    </a:ext>
                  </a:extLst>
                </p14:cNvPr>
                <p14:cNvContentPartPr/>
                <p14:nvPr/>
              </p14:nvContentPartPr>
              <p14:xfrm>
                <a:off x="2661678" y="1708823"/>
                <a:ext cx="18360" cy="2293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B9CE982D-D5EF-7C98-2667-F18570F0C29C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2644038" y="1690823"/>
                  <a:ext cx="54000" cy="264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86B43437-DD26-C9E8-A114-E28D910D51B4}"/>
              </a:ext>
            </a:extLst>
          </p:cNvPr>
          <p:cNvGrpSpPr/>
          <p:nvPr/>
        </p:nvGrpSpPr>
        <p:grpSpPr>
          <a:xfrm>
            <a:off x="2578518" y="2023103"/>
            <a:ext cx="174240" cy="132480"/>
            <a:chOff x="2578518" y="2023103"/>
            <a:chExt cx="174240" cy="132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3917E479-FC75-5F63-E12B-4D4BC34070D6}"/>
                    </a:ext>
                  </a:extLst>
                </p14:cNvPr>
                <p14:cNvContentPartPr/>
                <p14:nvPr/>
              </p14:nvContentPartPr>
              <p14:xfrm>
                <a:off x="2578518" y="2076383"/>
                <a:ext cx="174240" cy="219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3917E479-FC75-5F63-E12B-4D4BC34070D6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2560878" y="2058383"/>
                  <a:ext cx="20988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D026E757-34A4-07C0-92C0-05E14C4F2F3C}"/>
                    </a:ext>
                  </a:extLst>
                </p14:cNvPr>
                <p14:cNvContentPartPr/>
                <p14:nvPr/>
              </p14:nvContentPartPr>
              <p14:xfrm>
                <a:off x="2668158" y="2023103"/>
                <a:ext cx="39600" cy="1324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D026E757-34A4-07C0-92C0-05E14C4F2F3C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2650518" y="2005103"/>
                  <a:ext cx="75240" cy="168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78039A81-BB9E-CFC0-3831-7D4FB6D6A0E7}"/>
              </a:ext>
            </a:extLst>
          </p:cNvPr>
          <p:cNvGrpSpPr/>
          <p:nvPr/>
        </p:nvGrpSpPr>
        <p:grpSpPr>
          <a:xfrm>
            <a:off x="2637918" y="2222543"/>
            <a:ext cx="137880" cy="158040"/>
            <a:chOff x="2637918" y="2222543"/>
            <a:chExt cx="137880" cy="158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F654E498-5F35-A163-7D58-D98CAFCE456E}"/>
                    </a:ext>
                  </a:extLst>
                </p14:cNvPr>
                <p14:cNvContentPartPr/>
                <p14:nvPr/>
              </p14:nvContentPartPr>
              <p14:xfrm>
                <a:off x="2637918" y="2293103"/>
                <a:ext cx="137880" cy="1620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F654E498-5F35-A163-7D58-D98CAFCE456E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2619918" y="2275463"/>
                  <a:ext cx="17352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AD9A9B50-B503-51DA-C6BC-B040C8FC1D53}"/>
                    </a:ext>
                  </a:extLst>
                </p14:cNvPr>
                <p14:cNvContentPartPr/>
                <p14:nvPr/>
              </p14:nvContentPartPr>
              <p14:xfrm>
                <a:off x="2720358" y="2222543"/>
                <a:ext cx="16560" cy="15804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AD9A9B50-B503-51DA-C6BC-B040C8FC1D53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2702718" y="2204543"/>
                  <a:ext cx="52200" cy="19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2810BDA2-CC5B-9FEB-9A2D-DB6A880418DF}"/>
              </a:ext>
            </a:extLst>
          </p:cNvPr>
          <p:cNvGrpSpPr/>
          <p:nvPr/>
        </p:nvGrpSpPr>
        <p:grpSpPr>
          <a:xfrm>
            <a:off x="2902158" y="1660223"/>
            <a:ext cx="820800" cy="209160"/>
            <a:chOff x="2902158" y="1660223"/>
            <a:chExt cx="820800" cy="20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BF78A10B-37B1-8CD1-B1EB-302E627F2398}"/>
                    </a:ext>
                  </a:extLst>
                </p14:cNvPr>
                <p14:cNvContentPartPr/>
                <p14:nvPr/>
              </p14:nvContentPartPr>
              <p14:xfrm>
                <a:off x="2902158" y="1720703"/>
                <a:ext cx="792000" cy="8028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BF78A10B-37B1-8CD1-B1EB-302E627F2398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2884158" y="1702703"/>
                  <a:ext cx="82764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C5DBA93D-D7E8-A05A-3958-B093068BEDF0}"/>
                    </a:ext>
                  </a:extLst>
                </p14:cNvPr>
                <p14:cNvContentPartPr/>
                <p14:nvPr/>
              </p14:nvContentPartPr>
              <p14:xfrm>
                <a:off x="3580758" y="1660223"/>
                <a:ext cx="142200" cy="2091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C5DBA93D-D7E8-A05A-3958-B093068BEDF0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3562758" y="1642583"/>
                  <a:ext cx="177840" cy="244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076C0B5A-4848-7FEA-9AE9-AECDA59E4E3C}"/>
                  </a:ext>
                </a:extLst>
              </p14:cNvPr>
              <p14:cNvContentPartPr/>
              <p14:nvPr/>
            </p14:nvContentPartPr>
            <p14:xfrm>
              <a:off x="4731318" y="1739063"/>
              <a:ext cx="92520" cy="1080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076C0B5A-4848-7FEA-9AE9-AECDA59E4E3C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4713318" y="1721063"/>
                <a:ext cx="128160" cy="4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44" name="Ink 143">
                <a:extLst>
                  <a:ext uri="{FF2B5EF4-FFF2-40B4-BE49-F238E27FC236}">
                    <a16:creationId xmlns:a16="http://schemas.microsoft.com/office/drawing/2014/main" id="{C4CAC3FE-A47E-6795-1B42-EB52898DE233}"/>
                  </a:ext>
                </a:extLst>
              </p14:cNvPr>
              <p14:cNvContentPartPr/>
              <p14:nvPr/>
            </p14:nvContentPartPr>
            <p14:xfrm>
              <a:off x="4739238" y="2194103"/>
              <a:ext cx="75240" cy="7200"/>
            </p14:xfrm>
          </p:contentPart>
        </mc:Choice>
        <mc:Fallback xmlns="">
          <p:pic>
            <p:nvPicPr>
              <p:cNvPr id="144" name="Ink 143">
                <a:extLst>
                  <a:ext uri="{FF2B5EF4-FFF2-40B4-BE49-F238E27FC236}">
                    <a16:creationId xmlns:a16="http://schemas.microsoft.com/office/drawing/2014/main" id="{C4CAC3FE-A47E-6795-1B42-EB52898DE233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4721238" y="2176103"/>
                <a:ext cx="110880" cy="42840"/>
              </a:xfrm>
              <a:prstGeom prst="rect">
                <a:avLst/>
              </a:prstGeom>
            </p:spPr>
          </p:pic>
        </mc:Fallback>
      </mc:AlternateContent>
      <p:grpSp>
        <p:nvGrpSpPr>
          <p:cNvPr id="147" name="Group 146">
            <a:extLst>
              <a:ext uri="{FF2B5EF4-FFF2-40B4-BE49-F238E27FC236}">
                <a16:creationId xmlns:a16="http://schemas.microsoft.com/office/drawing/2014/main" id="{B1B9CCC3-30F5-B000-5F68-0FAEE4138627}"/>
              </a:ext>
            </a:extLst>
          </p:cNvPr>
          <p:cNvGrpSpPr/>
          <p:nvPr/>
        </p:nvGrpSpPr>
        <p:grpSpPr>
          <a:xfrm>
            <a:off x="4204278" y="1842383"/>
            <a:ext cx="634320" cy="211320"/>
            <a:chOff x="4204278" y="1842383"/>
            <a:chExt cx="634320" cy="211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7E6E0D8E-9E29-5D0C-8F97-F1BBB416B572}"/>
                    </a:ext>
                  </a:extLst>
                </p14:cNvPr>
                <p14:cNvContentPartPr/>
                <p14:nvPr/>
              </p14:nvContentPartPr>
              <p14:xfrm>
                <a:off x="4742478" y="1842383"/>
                <a:ext cx="95400" cy="1188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7E6E0D8E-9E29-5D0C-8F97-F1BBB416B572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4724838" y="1824743"/>
                  <a:ext cx="13104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73FEA4EB-3A3E-7657-254C-A96414EE9738}"/>
                    </a:ext>
                  </a:extLst>
                </p14:cNvPr>
                <p14:cNvContentPartPr/>
                <p14:nvPr/>
              </p14:nvContentPartPr>
              <p14:xfrm>
                <a:off x="4744278" y="2005463"/>
                <a:ext cx="94320" cy="1584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73FEA4EB-3A3E-7657-254C-A96414EE9738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4726278" y="1987463"/>
                  <a:ext cx="12996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B8CB11CE-CAD4-D404-9EED-3F73B556E3A9}"/>
                    </a:ext>
                  </a:extLst>
                </p14:cNvPr>
                <p14:cNvContentPartPr/>
                <p14:nvPr/>
              </p14:nvContentPartPr>
              <p14:xfrm>
                <a:off x="4204638" y="1930583"/>
                <a:ext cx="426960" cy="5364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B8CB11CE-CAD4-D404-9EED-3F73B556E3A9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4186998" y="1912943"/>
                  <a:ext cx="46260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1F1E8189-0C78-B8C0-6FA8-26241A8F44FD}"/>
                    </a:ext>
                  </a:extLst>
                </p14:cNvPr>
                <p14:cNvContentPartPr/>
                <p14:nvPr/>
              </p14:nvContentPartPr>
              <p14:xfrm>
                <a:off x="4204278" y="1883063"/>
                <a:ext cx="146160" cy="17064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1F1E8189-0C78-B8C0-6FA8-26241A8F44FD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4186278" y="1865423"/>
                  <a:ext cx="181800" cy="20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1" name="Group 210">
            <a:extLst>
              <a:ext uri="{FF2B5EF4-FFF2-40B4-BE49-F238E27FC236}">
                <a16:creationId xmlns:a16="http://schemas.microsoft.com/office/drawing/2014/main" id="{46EC83F6-F5B0-23A9-2FB1-6F11F89F1943}"/>
              </a:ext>
            </a:extLst>
          </p:cNvPr>
          <p:cNvGrpSpPr/>
          <p:nvPr/>
        </p:nvGrpSpPr>
        <p:grpSpPr>
          <a:xfrm>
            <a:off x="7937384" y="6053415"/>
            <a:ext cx="859320" cy="292680"/>
            <a:chOff x="7937384" y="6053415"/>
            <a:chExt cx="859320" cy="292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47567ED9-3224-DC49-8D36-4BD63492A2E5}"/>
                    </a:ext>
                  </a:extLst>
                </p14:cNvPr>
                <p14:cNvContentPartPr/>
                <p14:nvPr/>
              </p14:nvContentPartPr>
              <p14:xfrm>
                <a:off x="7937384" y="6059535"/>
                <a:ext cx="36720" cy="28656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47567ED9-3224-DC49-8D36-4BD63492A2E5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7919384" y="6041535"/>
                  <a:ext cx="7236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C24F04C1-2A0A-F18A-8BA6-56340B6D6BAA}"/>
                    </a:ext>
                  </a:extLst>
                </p14:cNvPr>
                <p14:cNvContentPartPr/>
                <p14:nvPr/>
              </p14:nvContentPartPr>
              <p14:xfrm>
                <a:off x="8057264" y="6076815"/>
                <a:ext cx="68400" cy="21924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C24F04C1-2A0A-F18A-8BA6-56340B6D6BAA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8039624" y="6058815"/>
                  <a:ext cx="10404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1554C604-B462-9687-898E-1ADB43D7E6F1}"/>
                    </a:ext>
                  </a:extLst>
                </p14:cNvPr>
                <p14:cNvContentPartPr/>
                <p14:nvPr/>
              </p14:nvContentPartPr>
              <p14:xfrm>
                <a:off x="7981304" y="6197775"/>
                <a:ext cx="135720" cy="2988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1554C604-B462-9687-898E-1ADB43D7E6F1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7963664" y="6180135"/>
                  <a:ext cx="17136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FF78975A-A4F5-FBFD-22D2-2CABA3ECABBA}"/>
                    </a:ext>
                  </a:extLst>
                </p14:cNvPr>
                <p14:cNvContentPartPr/>
                <p14:nvPr/>
              </p14:nvContentPartPr>
              <p14:xfrm>
                <a:off x="8228624" y="6183735"/>
                <a:ext cx="66960" cy="9504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FF78975A-A4F5-FBFD-22D2-2CABA3ECABBA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8210624" y="6166095"/>
                  <a:ext cx="10260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41CC3966-008C-A412-4976-71E24DAD74A9}"/>
                    </a:ext>
                  </a:extLst>
                </p14:cNvPr>
                <p14:cNvContentPartPr/>
                <p14:nvPr/>
              </p14:nvContentPartPr>
              <p14:xfrm>
                <a:off x="8346704" y="6053415"/>
                <a:ext cx="50040" cy="22932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41CC3966-008C-A412-4976-71E24DAD74A9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8328704" y="6035415"/>
                  <a:ext cx="8568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6887D640-1442-989B-5582-7793242298A7}"/>
                    </a:ext>
                  </a:extLst>
                </p14:cNvPr>
                <p14:cNvContentPartPr/>
                <p14:nvPr/>
              </p14:nvContentPartPr>
              <p14:xfrm>
                <a:off x="8454704" y="6117495"/>
                <a:ext cx="94320" cy="15228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6887D640-1442-989B-5582-7793242298A7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8436704" y="6099495"/>
                  <a:ext cx="12996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9AEEE671-E689-4643-7FD8-43C5FE7C1F72}"/>
                    </a:ext>
                  </a:extLst>
                </p14:cNvPr>
                <p14:cNvContentPartPr/>
                <p14:nvPr/>
              </p14:nvContentPartPr>
              <p14:xfrm>
                <a:off x="8693744" y="6102375"/>
                <a:ext cx="102960" cy="19548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9AEEE671-E689-4643-7FD8-43C5FE7C1F72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8676104" y="6084735"/>
                  <a:ext cx="138600" cy="23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8" name="Group 237">
            <a:extLst>
              <a:ext uri="{FF2B5EF4-FFF2-40B4-BE49-F238E27FC236}">
                <a16:creationId xmlns:a16="http://schemas.microsoft.com/office/drawing/2014/main" id="{52E9E868-8C28-4D1A-E0E4-D10841650E9B}"/>
              </a:ext>
            </a:extLst>
          </p:cNvPr>
          <p:cNvGrpSpPr/>
          <p:nvPr/>
        </p:nvGrpSpPr>
        <p:grpSpPr>
          <a:xfrm>
            <a:off x="10450544" y="6016695"/>
            <a:ext cx="1431000" cy="290520"/>
            <a:chOff x="10450544" y="6016695"/>
            <a:chExt cx="1431000" cy="290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61DD74E6-AE2C-43D8-7D08-D759BFA2A752}"/>
                    </a:ext>
                  </a:extLst>
                </p14:cNvPr>
                <p14:cNvContentPartPr/>
                <p14:nvPr/>
              </p14:nvContentPartPr>
              <p14:xfrm>
                <a:off x="10450544" y="6016695"/>
                <a:ext cx="131040" cy="29052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61DD74E6-AE2C-43D8-7D08-D759BFA2A752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0432904" y="5999055"/>
                  <a:ext cx="166680" cy="32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70D3AC88-B23F-BD60-2178-651375EB5105}"/>
                    </a:ext>
                  </a:extLst>
                </p14:cNvPr>
                <p14:cNvContentPartPr/>
                <p14:nvPr/>
              </p14:nvContentPartPr>
              <p14:xfrm>
                <a:off x="10678064" y="6052335"/>
                <a:ext cx="25560" cy="16812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70D3AC88-B23F-BD60-2178-651375EB5105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0660064" y="6034695"/>
                  <a:ext cx="6120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94EA9115-A7E2-4A3A-86E2-6668F336BDF2}"/>
                    </a:ext>
                  </a:extLst>
                </p14:cNvPr>
                <p14:cNvContentPartPr/>
                <p14:nvPr/>
              </p14:nvContentPartPr>
              <p14:xfrm>
                <a:off x="10787144" y="6154215"/>
                <a:ext cx="83160" cy="13140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94EA9115-A7E2-4A3A-86E2-6668F336BDF2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0769144" y="6136575"/>
                  <a:ext cx="11880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87D39BB2-B805-0A77-754A-F1E1ECB58C1B}"/>
                    </a:ext>
                  </a:extLst>
                </p14:cNvPr>
                <p14:cNvContentPartPr/>
                <p14:nvPr/>
              </p14:nvContentPartPr>
              <p14:xfrm>
                <a:off x="10998464" y="6168255"/>
                <a:ext cx="65160" cy="12600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87D39BB2-B805-0A77-754A-F1E1ECB58C1B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0980464" y="6150615"/>
                  <a:ext cx="10080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055C7C52-AD3C-4D66-9A5A-2471CF4B4007}"/>
                    </a:ext>
                  </a:extLst>
                </p14:cNvPr>
                <p14:cNvContentPartPr/>
                <p14:nvPr/>
              </p14:nvContentPartPr>
              <p14:xfrm>
                <a:off x="11157584" y="6067815"/>
                <a:ext cx="28800" cy="19692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055C7C52-AD3C-4D66-9A5A-2471CF4B4007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1139944" y="6049815"/>
                  <a:ext cx="6444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99D9059C-B59A-0229-803A-56BBF7BD6C43}"/>
                    </a:ext>
                  </a:extLst>
                </p14:cNvPr>
                <p14:cNvContentPartPr/>
                <p14:nvPr/>
              </p14:nvContentPartPr>
              <p14:xfrm>
                <a:off x="11132744" y="6130815"/>
                <a:ext cx="141480" cy="8712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99D9059C-B59A-0229-803A-56BBF7BD6C43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1114744" y="6112815"/>
                  <a:ext cx="17712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933FC330-E397-F141-E29F-B062499D2D37}"/>
                    </a:ext>
                  </a:extLst>
                </p14:cNvPr>
                <p14:cNvContentPartPr/>
                <p14:nvPr/>
              </p14:nvContentPartPr>
              <p14:xfrm>
                <a:off x="11337224" y="6130095"/>
                <a:ext cx="52920" cy="14832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933FC330-E397-F141-E29F-B062499D2D37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1319224" y="6112455"/>
                  <a:ext cx="8856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83A58493-0E03-C12F-C284-A3105EE4DE2B}"/>
                    </a:ext>
                  </a:extLst>
                </p14:cNvPr>
                <p14:cNvContentPartPr/>
                <p14:nvPr/>
              </p14:nvContentPartPr>
              <p14:xfrm>
                <a:off x="11481944" y="6112455"/>
                <a:ext cx="57240" cy="12960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83A58493-0E03-C12F-C284-A3105EE4DE2B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1463944" y="6094455"/>
                  <a:ext cx="9288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CFD0CC97-532F-E332-CBD0-2738CC2923B1}"/>
                    </a:ext>
                  </a:extLst>
                </p14:cNvPr>
                <p14:cNvContentPartPr/>
                <p14:nvPr/>
              </p14:nvContentPartPr>
              <p14:xfrm>
                <a:off x="11635664" y="6080055"/>
                <a:ext cx="112320" cy="10980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CFD0CC97-532F-E332-CBD0-2738CC2923B1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1618024" y="6062415"/>
                  <a:ext cx="1479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6F89E309-C621-637E-C06B-1C73F8DCF413}"/>
                    </a:ext>
                  </a:extLst>
                </p14:cNvPr>
                <p14:cNvContentPartPr/>
                <p14:nvPr/>
              </p14:nvContentPartPr>
              <p14:xfrm>
                <a:off x="11825024" y="6055935"/>
                <a:ext cx="56520" cy="13356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6F89E309-C621-637E-C06B-1C73F8DCF413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1807384" y="6037935"/>
                  <a:ext cx="92160" cy="16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8" name="Group 327">
            <a:extLst>
              <a:ext uri="{FF2B5EF4-FFF2-40B4-BE49-F238E27FC236}">
                <a16:creationId xmlns:a16="http://schemas.microsoft.com/office/drawing/2014/main" id="{D75F7033-A343-61AD-27DB-B091D17F9395}"/>
              </a:ext>
            </a:extLst>
          </p:cNvPr>
          <p:cNvGrpSpPr/>
          <p:nvPr/>
        </p:nvGrpSpPr>
        <p:grpSpPr>
          <a:xfrm>
            <a:off x="6484424" y="1254975"/>
            <a:ext cx="4834440" cy="3507840"/>
            <a:chOff x="6484424" y="1254975"/>
            <a:chExt cx="4834440" cy="3507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098DDA15-175D-EB73-6F6B-6B6A099CF810}"/>
                    </a:ext>
                  </a:extLst>
                </p14:cNvPr>
                <p14:cNvContentPartPr/>
                <p14:nvPr/>
              </p14:nvContentPartPr>
              <p14:xfrm>
                <a:off x="6484424" y="2171175"/>
                <a:ext cx="183600" cy="743040"/>
              </p14:xfrm>
            </p:contentPart>
          </mc:Choice>
          <mc:Fallback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098DDA15-175D-EB73-6F6B-6B6A099CF810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6466784" y="2153175"/>
                  <a:ext cx="219240" cy="77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DF1E875B-87D8-2EBF-8E22-BEA45F2CA6F3}"/>
                    </a:ext>
                  </a:extLst>
                </p14:cNvPr>
                <p14:cNvContentPartPr/>
                <p14:nvPr/>
              </p14:nvContentPartPr>
              <p14:xfrm>
                <a:off x="6505304" y="2162895"/>
                <a:ext cx="163080" cy="190440"/>
              </p14:xfrm>
            </p:contentPart>
          </mc:Choice>
          <mc:Fallback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DF1E875B-87D8-2EBF-8E22-BEA45F2CA6F3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6487304" y="2145255"/>
                  <a:ext cx="19872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3D20FD88-46C4-FD5D-2E0B-C83348A5D25C}"/>
                    </a:ext>
                  </a:extLst>
                </p14:cNvPr>
                <p14:cNvContentPartPr/>
                <p14:nvPr/>
              </p14:nvContentPartPr>
              <p14:xfrm>
                <a:off x="6683864" y="2050575"/>
                <a:ext cx="414720" cy="6408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3D20FD88-46C4-FD5D-2E0B-C83348A5D25C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6666224" y="2032575"/>
                  <a:ext cx="45036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3F236AC4-D888-C4BF-146E-37E285E8C6B5}"/>
                    </a:ext>
                  </a:extLst>
                </p14:cNvPr>
                <p14:cNvContentPartPr/>
                <p14:nvPr/>
              </p14:nvContentPartPr>
              <p14:xfrm>
                <a:off x="6867824" y="1782015"/>
                <a:ext cx="63360" cy="646920"/>
              </p14:xfrm>
            </p:contentPart>
          </mc:Choice>
          <mc:Fallback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3F236AC4-D888-C4BF-146E-37E285E8C6B5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6850184" y="1764015"/>
                  <a:ext cx="99000" cy="68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CECA6C6B-3481-97E6-25C7-6E85D478D69F}"/>
                    </a:ext>
                  </a:extLst>
                </p14:cNvPr>
                <p14:cNvContentPartPr/>
                <p14:nvPr/>
              </p14:nvContentPartPr>
              <p14:xfrm>
                <a:off x="6586304" y="1370895"/>
                <a:ext cx="37080" cy="294480"/>
              </p14:xfrm>
            </p:contentPart>
          </mc:Choice>
          <mc:Fallback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CECA6C6B-3481-97E6-25C7-6E85D478D69F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6568304" y="1352895"/>
                  <a:ext cx="72720" cy="33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0A94A7A5-DD87-DC53-68D0-ED9EF9036C0C}"/>
                    </a:ext>
                  </a:extLst>
                </p14:cNvPr>
                <p14:cNvContentPartPr/>
                <p14:nvPr/>
              </p14:nvContentPartPr>
              <p14:xfrm>
                <a:off x="6572624" y="1343895"/>
                <a:ext cx="177480" cy="276840"/>
              </p14:xfrm>
            </p:contentPart>
          </mc:Choice>
          <mc:Fallback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0A94A7A5-DD87-DC53-68D0-ED9EF9036C0C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6554984" y="1326255"/>
                  <a:ext cx="21312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1C75437B-93FB-7EE9-D3C7-9A0AC2115344}"/>
                    </a:ext>
                  </a:extLst>
                </p14:cNvPr>
                <p14:cNvContentPartPr/>
                <p14:nvPr/>
              </p14:nvContentPartPr>
              <p14:xfrm>
                <a:off x="6791504" y="1466295"/>
                <a:ext cx="92520" cy="106200"/>
              </p14:xfrm>
            </p:contentPart>
          </mc:Choice>
          <mc:Fallback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1C75437B-93FB-7EE9-D3C7-9A0AC2115344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6773504" y="1448655"/>
                  <a:ext cx="12816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638D4EBB-1CF2-9F1E-67D6-675724EC8392}"/>
                    </a:ext>
                  </a:extLst>
                </p14:cNvPr>
                <p14:cNvContentPartPr/>
                <p14:nvPr/>
              </p14:nvContentPartPr>
              <p14:xfrm>
                <a:off x="6956744" y="1269735"/>
                <a:ext cx="60840" cy="215640"/>
              </p14:xfrm>
            </p:contentPart>
          </mc:Choice>
          <mc:Fallback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638D4EBB-1CF2-9F1E-67D6-675724EC8392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6938744" y="1252095"/>
                  <a:ext cx="9648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B6548AFC-7606-1B2E-7BD4-E5B8A2A36FB9}"/>
                    </a:ext>
                  </a:extLst>
                </p14:cNvPr>
                <p14:cNvContentPartPr/>
                <p14:nvPr/>
              </p14:nvContentPartPr>
              <p14:xfrm>
                <a:off x="6956384" y="1382775"/>
                <a:ext cx="134280" cy="57240"/>
              </p14:xfrm>
            </p:contentPart>
          </mc:Choice>
          <mc:Fallback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B6548AFC-7606-1B2E-7BD4-E5B8A2A36FB9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6938744" y="1364775"/>
                  <a:ext cx="16992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EA6136E2-F54E-A198-4BEF-1965CBFDD961}"/>
                    </a:ext>
                  </a:extLst>
                </p14:cNvPr>
                <p14:cNvContentPartPr/>
                <p14:nvPr/>
              </p14:nvContentPartPr>
              <p14:xfrm>
                <a:off x="7116944" y="1254975"/>
                <a:ext cx="24120" cy="181800"/>
              </p14:xfrm>
            </p:contentPart>
          </mc:Choice>
          <mc:Fallback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EA6136E2-F54E-A198-4BEF-1965CBFDD961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7098944" y="1236975"/>
                  <a:ext cx="5976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402680B2-EFEB-0577-19CB-98A7F1621F04}"/>
                    </a:ext>
                  </a:extLst>
                </p14:cNvPr>
                <p14:cNvContentPartPr/>
                <p14:nvPr/>
              </p14:nvContentPartPr>
              <p14:xfrm>
                <a:off x="7119104" y="1346055"/>
                <a:ext cx="101520" cy="43560"/>
              </p14:xfrm>
            </p:contentPart>
          </mc:Choice>
          <mc:Fallback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402680B2-EFEB-0577-19CB-98A7F1621F04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7101464" y="1328415"/>
                  <a:ext cx="13716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6A53D602-CB7C-F930-2B86-09EB335F9291}"/>
                    </a:ext>
                  </a:extLst>
                </p14:cNvPr>
                <p14:cNvContentPartPr/>
                <p14:nvPr/>
              </p14:nvContentPartPr>
              <p14:xfrm>
                <a:off x="10179104" y="1909095"/>
                <a:ext cx="299880" cy="28800"/>
              </p14:xfrm>
            </p:contentPart>
          </mc:Choice>
          <mc:Fallback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6A53D602-CB7C-F930-2B86-09EB335F9291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0161464" y="1891095"/>
                  <a:ext cx="33552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B876FB09-2832-A1A8-9E2E-B49CA2A52BE6}"/>
                    </a:ext>
                  </a:extLst>
                </p14:cNvPr>
                <p14:cNvContentPartPr/>
                <p14:nvPr/>
              </p14:nvContentPartPr>
              <p14:xfrm>
                <a:off x="10656104" y="1360095"/>
                <a:ext cx="24120" cy="227880"/>
              </p14:xfrm>
            </p:contentPart>
          </mc:Choice>
          <mc:Fallback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B876FB09-2832-A1A8-9E2E-B49CA2A52BE6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0638104" y="1342095"/>
                  <a:ext cx="5976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8456BE80-26E1-78DB-E80B-D98466E144BE}"/>
                    </a:ext>
                  </a:extLst>
                </p14:cNvPr>
                <p14:cNvContentPartPr/>
                <p14:nvPr/>
              </p14:nvContentPartPr>
              <p14:xfrm>
                <a:off x="10823504" y="1290615"/>
                <a:ext cx="23040" cy="75240"/>
              </p14:xfrm>
            </p:contentPart>
          </mc:Choice>
          <mc:Fallback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8456BE80-26E1-78DB-E80B-D98466E144BE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805864" y="1272975"/>
                  <a:ext cx="5868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BD9DD177-64C3-1B82-0F68-4AAF5930294C}"/>
                    </a:ext>
                  </a:extLst>
                </p14:cNvPr>
                <p14:cNvContentPartPr/>
                <p14:nvPr/>
              </p14:nvContentPartPr>
              <p14:xfrm>
                <a:off x="10643504" y="1336335"/>
                <a:ext cx="220320" cy="214560"/>
              </p14:xfrm>
            </p:contentPart>
          </mc:Choice>
          <mc:Fallback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BD9DD177-64C3-1B82-0F68-4AAF5930294C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0625504" y="1318695"/>
                  <a:ext cx="25596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C9B870BB-E617-E1DA-775C-88E043EE568C}"/>
                    </a:ext>
                  </a:extLst>
                </p14:cNvPr>
                <p14:cNvContentPartPr/>
                <p14:nvPr/>
              </p14:nvContentPartPr>
              <p14:xfrm>
                <a:off x="10907744" y="1462335"/>
                <a:ext cx="109800" cy="129600"/>
              </p14:xfrm>
            </p:contentPart>
          </mc:Choice>
          <mc:Fallback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C9B870BB-E617-E1DA-775C-88E043EE568C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0889744" y="1444335"/>
                  <a:ext cx="14544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7BDB930B-4DC7-C350-9D48-676BE8D932B1}"/>
                    </a:ext>
                  </a:extLst>
                </p14:cNvPr>
                <p14:cNvContentPartPr/>
                <p14:nvPr/>
              </p14:nvContentPartPr>
              <p14:xfrm>
                <a:off x="11073704" y="1333095"/>
                <a:ext cx="37080" cy="208800"/>
              </p14:xfrm>
            </p:contentPart>
          </mc:Choice>
          <mc:Fallback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7BDB930B-4DC7-C350-9D48-676BE8D932B1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1055704" y="1315095"/>
                  <a:ext cx="7272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4436BA26-2C93-CEA8-E8AB-3FF9AC470A79}"/>
                    </a:ext>
                  </a:extLst>
                </p14:cNvPr>
                <p14:cNvContentPartPr/>
                <p14:nvPr/>
              </p14:nvContentPartPr>
              <p14:xfrm>
                <a:off x="10997384" y="1436415"/>
                <a:ext cx="142920" cy="46800"/>
              </p14:xfrm>
            </p:contentPart>
          </mc:Choice>
          <mc:Fallback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4436BA26-2C93-CEA8-E8AB-3FF9AC470A79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0979744" y="1418415"/>
                  <a:ext cx="17856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BA8FEF6C-F941-B3CE-5003-EAA0288E3634}"/>
                    </a:ext>
                  </a:extLst>
                </p14:cNvPr>
                <p14:cNvContentPartPr/>
                <p14:nvPr/>
              </p14:nvContentPartPr>
              <p14:xfrm>
                <a:off x="11246864" y="1317975"/>
                <a:ext cx="16920" cy="221400"/>
              </p14:xfrm>
            </p:contentPart>
          </mc:Choice>
          <mc:Fallback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BA8FEF6C-F941-B3CE-5003-EAA0288E3634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1229224" y="1300335"/>
                  <a:ext cx="5256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F5C15691-AA4C-D428-AA06-B4749F8B16C2}"/>
                    </a:ext>
                  </a:extLst>
                </p14:cNvPr>
                <p14:cNvContentPartPr/>
                <p14:nvPr/>
              </p14:nvContentPartPr>
              <p14:xfrm>
                <a:off x="11198984" y="1361535"/>
                <a:ext cx="100800" cy="74160"/>
              </p14:xfrm>
            </p:contentPart>
          </mc:Choice>
          <mc:Fallback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F5C15691-AA4C-D428-AA06-B4749F8B16C2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1181344" y="1343535"/>
                  <a:ext cx="13644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D30405E3-2535-70F3-FFA2-287C73597019}"/>
                    </a:ext>
                  </a:extLst>
                </p14:cNvPr>
                <p14:cNvContentPartPr/>
                <p14:nvPr/>
              </p14:nvContentPartPr>
              <p14:xfrm>
                <a:off x="6961784" y="1936095"/>
                <a:ext cx="4357080" cy="2826720"/>
              </p14:xfrm>
            </p:contentPart>
          </mc:Choice>
          <mc:Fallback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D30405E3-2535-70F3-FFA2-287C73597019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6943784" y="1918455"/>
                  <a:ext cx="4392720" cy="286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4E371412-5BC3-51A3-549B-E60D4D9EF00E}"/>
              </a:ext>
            </a:extLst>
          </p:cNvPr>
          <p:cNvGrpSpPr/>
          <p:nvPr/>
        </p:nvGrpSpPr>
        <p:grpSpPr>
          <a:xfrm>
            <a:off x="6484064" y="740175"/>
            <a:ext cx="5270760" cy="5004720"/>
            <a:chOff x="6484064" y="740175"/>
            <a:chExt cx="5270760" cy="5004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1421B0A4-73B1-42A0-FEDA-2CBFA84D5123}"/>
                    </a:ext>
                  </a:extLst>
                </p14:cNvPr>
                <p14:cNvContentPartPr/>
                <p14:nvPr/>
              </p14:nvContentPartPr>
              <p14:xfrm>
                <a:off x="7867544" y="5465895"/>
                <a:ext cx="29880" cy="27900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1421B0A4-73B1-42A0-FEDA-2CBFA84D5123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7849904" y="5448255"/>
                  <a:ext cx="6552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ED899832-15A5-47B7-7B97-EDD0215BF030}"/>
                    </a:ext>
                  </a:extLst>
                </p14:cNvPr>
                <p14:cNvContentPartPr/>
                <p14:nvPr/>
              </p14:nvContentPartPr>
              <p14:xfrm>
                <a:off x="7872584" y="5462295"/>
                <a:ext cx="83160" cy="16560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ED899832-15A5-47B7-7B97-EDD0215BF030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7854944" y="5444295"/>
                  <a:ext cx="11880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46D0EC7A-D6FE-E7B7-19C6-B248B4E9851F}"/>
                    </a:ext>
                  </a:extLst>
                </p14:cNvPr>
                <p14:cNvContentPartPr/>
                <p14:nvPr/>
              </p14:nvContentPartPr>
              <p14:xfrm>
                <a:off x="8028104" y="5589735"/>
                <a:ext cx="95400" cy="12420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46D0EC7A-D6FE-E7B7-19C6-B248B4E9851F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8010464" y="5572095"/>
                  <a:ext cx="13104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D8A10BB6-BD89-78E3-012C-5405987B8770}"/>
                    </a:ext>
                  </a:extLst>
                </p14:cNvPr>
                <p14:cNvContentPartPr/>
                <p14:nvPr/>
              </p14:nvContentPartPr>
              <p14:xfrm>
                <a:off x="8191184" y="5548695"/>
                <a:ext cx="90360" cy="17820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D8A10BB6-BD89-78E3-012C-5405987B8770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8173184" y="5531055"/>
                  <a:ext cx="12600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3265DE32-1F82-878A-BC59-A0E67110E037}"/>
                    </a:ext>
                  </a:extLst>
                </p14:cNvPr>
                <p14:cNvContentPartPr/>
                <p14:nvPr/>
              </p14:nvContentPartPr>
              <p14:xfrm>
                <a:off x="8345984" y="5593335"/>
                <a:ext cx="34920" cy="13500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3265DE32-1F82-878A-BC59-A0E67110E037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8328344" y="5575335"/>
                  <a:ext cx="7056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0DEA8EBD-8B97-4FC9-7C12-FF703D17C840}"/>
                    </a:ext>
                  </a:extLst>
                </p14:cNvPr>
                <p14:cNvContentPartPr/>
                <p14:nvPr/>
              </p14:nvContentPartPr>
              <p14:xfrm>
                <a:off x="8349584" y="5454015"/>
                <a:ext cx="12600" cy="6408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0DEA8EBD-8B97-4FC9-7C12-FF703D17C840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8331584" y="5436375"/>
                  <a:ext cx="4824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D09467D3-C40F-4EC0-92E0-7DF9DEF4EFEC}"/>
                    </a:ext>
                  </a:extLst>
                </p14:cNvPr>
                <p14:cNvContentPartPr/>
                <p14:nvPr/>
              </p14:nvContentPartPr>
              <p14:xfrm>
                <a:off x="8535704" y="5482455"/>
                <a:ext cx="23400" cy="23652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D09467D3-C40F-4EC0-92E0-7DF9DEF4EFEC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8518064" y="5464815"/>
                  <a:ext cx="5904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79C54E81-8888-F095-B5CD-0831BA2CB757}"/>
                    </a:ext>
                  </a:extLst>
                </p14:cNvPr>
                <p14:cNvContentPartPr/>
                <p14:nvPr/>
              </p14:nvContentPartPr>
              <p14:xfrm>
                <a:off x="8484944" y="5571015"/>
                <a:ext cx="100080" cy="4212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79C54E81-8888-F095-B5CD-0831BA2CB757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8466944" y="5553015"/>
                  <a:ext cx="13572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002051DF-3FAD-F5D7-B844-AC43D42A7FE8}"/>
                    </a:ext>
                  </a:extLst>
                </p14:cNvPr>
                <p14:cNvContentPartPr/>
                <p14:nvPr/>
              </p14:nvContentPartPr>
              <p14:xfrm>
                <a:off x="8680424" y="5532495"/>
                <a:ext cx="20520" cy="8784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002051DF-3FAD-F5D7-B844-AC43D42A7FE8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8662424" y="5514495"/>
                  <a:ext cx="5616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A6D2BD0F-44E6-3AB3-9988-DED730D41B99}"/>
                    </a:ext>
                  </a:extLst>
                </p14:cNvPr>
                <p14:cNvContentPartPr/>
                <p14:nvPr/>
              </p14:nvContentPartPr>
              <p14:xfrm>
                <a:off x="8659904" y="5400015"/>
                <a:ext cx="32400" cy="4572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A6D2BD0F-44E6-3AB3-9988-DED730D41B99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8642264" y="5382015"/>
                  <a:ext cx="6804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3A24F010-612C-A999-95AB-62AB6BC8D792}"/>
                    </a:ext>
                  </a:extLst>
                </p14:cNvPr>
                <p14:cNvContentPartPr/>
                <p14:nvPr/>
              </p14:nvContentPartPr>
              <p14:xfrm>
                <a:off x="8781944" y="5493615"/>
                <a:ext cx="124200" cy="14400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3A24F010-612C-A999-95AB-62AB6BC8D792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8763944" y="5475975"/>
                  <a:ext cx="15984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5E8E3027-7F6F-BD6F-595D-9D36B4C19689}"/>
                    </a:ext>
                  </a:extLst>
                </p14:cNvPr>
                <p14:cNvContentPartPr/>
                <p14:nvPr/>
              </p14:nvContentPartPr>
              <p14:xfrm>
                <a:off x="8930984" y="5494695"/>
                <a:ext cx="133200" cy="11124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5E8E3027-7F6F-BD6F-595D-9D36B4C19689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8913344" y="5477055"/>
                  <a:ext cx="16884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AA735DA0-DCD4-EB71-5E24-FBD04DAB38E7}"/>
                    </a:ext>
                  </a:extLst>
                </p14:cNvPr>
                <p14:cNvContentPartPr/>
                <p14:nvPr/>
              </p14:nvContentPartPr>
              <p14:xfrm>
                <a:off x="10449104" y="5451495"/>
                <a:ext cx="25560" cy="19764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AA735DA0-DCD4-EB71-5E24-FBD04DAB38E7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0431464" y="5433495"/>
                  <a:ext cx="6120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ACFFC298-8C2F-7701-8CD7-7AE6C686910A}"/>
                    </a:ext>
                  </a:extLst>
                </p14:cNvPr>
                <p14:cNvContentPartPr/>
                <p14:nvPr/>
              </p14:nvContentPartPr>
              <p14:xfrm>
                <a:off x="10464944" y="5441775"/>
                <a:ext cx="119160" cy="12924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ACFFC298-8C2F-7701-8CD7-7AE6C686910A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0447304" y="5423775"/>
                  <a:ext cx="15480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74A44A17-A7BD-4379-BBDB-80668D329EDD}"/>
                    </a:ext>
                  </a:extLst>
                </p14:cNvPr>
                <p14:cNvContentPartPr/>
                <p14:nvPr/>
              </p14:nvContentPartPr>
              <p14:xfrm>
                <a:off x="10653224" y="5463375"/>
                <a:ext cx="50040" cy="10764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74A44A17-A7BD-4379-BBDB-80668D329EDD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10635224" y="5445735"/>
                  <a:ext cx="8568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89E5875A-25F8-A958-DCA3-F172AA1ACF81}"/>
                    </a:ext>
                  </a:extLst>
                </p14:cNvPr>
                <p14:cNvContentPartPr/>
                <p14:nvPr/>
              </p14:nvContentPartPr>
              <p14:xfrm>
                <a:off x="10786424" y="5413335"/>
                <a:ext cx="113040" cy="24984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89E5875A-25F8-A958-DCA3-F172AA1ACF81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10768424" y="5395695"/>
                  <a:ext cx="14868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85D4CC97-F8C4-B139-8A2D-E886D6BC84EC}"/>
                    </a:ext>
                  </a:extLst>
                </p14:cNvPr>
                <p14:cNvContentPartPr/>
                <p14:nvPr/>
              </p14:nvContentPartPr>
              <p14:xfrm>
                <a:off x="10979384" y="5478495"/>
                <a:ext cx="120960" cy="13140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85D4CC97-F8C4-B139-8A2D-E886D6BC84EC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10961384" y="5460495"/>
                  <a:ext cx="15660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7FE80409-3AC3-254C-8AB6-9E942B243794}"/>
                    </a:ext>
                  </a:extLst>
                </p14:cNvPr>
                <p14:cNvContentPartPr/>
                <p14:nvPr/>
              </p14:nvContentPartPr>
              <p14:xfrm>
                <a:off x="11188184" y="5380215"/>
                <a:ext cx="49320" cy="23868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7FE80409-3AC3-254C-8AB6-9E942B243794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11170184" y="5362575"/>
                  <a:ext cx="8496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325AAA0B-AFFF-0CED-752C-ABA8672F2E3E}"/>
                    </a:ext>
                  </a:extLst>
                </p14:cNvPr>
                <p14:cNvContentPartPr/>
                <p14:nvPr/>
              </p14:nvContentPartPr>
              <p14:xfrm>
                <a:off x="11164784" y="5485695"/>
                <a:ext cx="90360" cy="1440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325AAA0B-AFFF-0CED-752C-ABA8672F2E3E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11147144" y="5468055"/>
                  <a:ext cx="12600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98838317-70D0-B4FC-CB19-991F30FBD0A5}"/>
                    </a:ext>
                  </a:extLst>
                </p14:cNvPr>
                <p14:cNvContentPartPr/>
                <p14:nvPr/>
              </p14:nvContentPartPr>
              <p14:xfrm>
                <a:off x="11331824" y="5451495"/>
                <a:ext cx="9720" cy="12312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98838317-70D0-B4FC-CB19-991F30FBD0A5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11313824" y="5433855"/>
                  <a:ext cx="4536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59B7B682-0127-CEEC-84BD-0146932ADD56}"/>
                    </a:ext>
                  </a:extLst>
                </p14:cNvPr>
                <p14:cNvContentPartPr/>
                <p14:nvPr/>
              </p14:nvContentPartPr>
              <p14:xfrm>
                <a:off x="11326784" y="5330895"/>
                <a:ext cx="12960" cy="6696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59B7B682-0127-CEEC-84BD-0146932ADD56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11309144" y="5313255"/>
                  <a:ext cx="4860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849ECDF9-255D-02B8-4EA3-C58D1BE16E44}"/>
                    </a:ext>
                  </a:extLst>
                </p14:cNvPr>
                <p14:cNvContentPartPr/>
                <p14:nvPr/>
              </p14:nvContentPartPr>
              <p14:xfrm>
                <a:off x="11436584" y="5445735"/>
                <a:ext cx="108720" cy="11664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849ECDF9-255D-02B8-4EA3-C58D1BE16E44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11418944" y="5427735"/>
                  <a:ext cx="14436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F3AFC236-52DC-31B1-A3A8-4BD9911D7FCD}"/>
                    </a:ext>
                  </a:extLst>
                </p14:cNvPr>
                <p14:cNvContentPartPr/>
                <p14:nvPr/>
              </p14:nvContentPartPr>
              <p14:xfrm>
                <a:off x="11585984" y="5411175"/>
                <a:ext cx="168840" cy="14616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F3AFC236-52DC-31B1-A3A8-4BD9911D7FCD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11567984" y="5393535"/>
                  <a:ext cx="20448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2101C700-E6DF-D567-3FEA-012D6E83F2D5}"/>
                    </a:ext>
                  </a:extLst>
                </p14:cNvPr>
                <p14:cNvContentPartPr/>
                <p14:nvPr/>
              </p14:nvContentPartPr>
              <p14:xfrm>
                <a:off x="8088224" y="1630815"/>
                <a:ext cx="40320" cy="19872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2101C700-E6DF-D567-3FEA-012D6E83F2D5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8070584" y="1612815"/>
                  <a:ext cx="7596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3CC8560A-AC21-4BAF-E7F9-11CFBF46AB50}"/>
                    </a:ext>
                  </a:extLst>
                </p14:cNvPr>
                <p14:cNvContentPartPr/>
                <p14:nvPr/>
              </p14:nvContentPartPr>
              <p14:xfrm>
                <a:off x="8086424" y="1583295"/>
                <a:ext cx="88200" cy="10908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3CC8560A-AC21-4BAF-E7F9-11CFBF46AB50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8068424" y="1565655"/>
                  <a:ext cx="12384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D1E95F0D-7D2B-C471-C2BC-FF30DE663184}"/>
                    </a:ext>
                  </a:extLst>
                </p14:cNvPr>
                <p14:cNvContentPartPr/>
                <p14:nvPr/>
              </p14:nvContentPartPr>
              <p14:xfrm>
                <a:off x="9153104" y="1565655"/>
                <a:ext cx="42840" cy="17172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D1E95F0D-7D2B-C471-C2BC-FF30DE663184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9135104" y="1547655"/>
                  <a:ext cx="7848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0904672D-B3A2-3C47-8D35-156F26E7A458}"/>
                    </a:ext>
                  </a:extLst>
                </p14:cNvPr>
                <p14:cNvContentPartPr/>
                <p14:nvPr/>
              </p14:nvContentPartPr>
              <p14:xfrm>
                <a:off x="9169664" y="1520295"/>
                <a:ext cx="162000" cy="15480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0904672D-B3A2-3C47-8D35-156F26E7A458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9152024" y="1502655"/>
                  <a:ext cx="19764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BC43CA6B-F890-28CF-BDE9-C5F259FE5519}"/>
                    </a:ext>
                  </a:extLst>
                </p14:cNvPr>
                <p14:cNvContentPartPr/>
                <p14:nvPr/>
              </p14:nvContentPartPr>
              <p14:xfrm>
                <a:off x="7971584" y="4930935"/>
                <a:ext cx="46440" cy="28548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BC43CA6B-F890-28CF-BDE9-C5F259FE5519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7953584" y="4912935"/>
                  <a:ext cx="82080" cy="32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2E93991E-88F7-383E-857F-F11FD4E0D608}"/>
                    </a:ext>
                  </a:extLst>
                </p14:cNvPr>
                <p14:cNvContentPartPr/>
                <p14:nvPr/>
              </p14:nvContentPartPr>
              <p14:xfrm>
                <a:off x="7963304" y="4899975"/>
                <a:ext cx="124560" cy="12924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2E93991E-88F7-383E-857F-F11FD4E0D608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7945304" y="4882335"/>
                  <a:ext cx="16020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5DF2BF0F-CB7D-DE99-0921-43D838A2ED93}"/>
                    </a:ext>
                  </a:extLst>
                </p14:cNvPr>
                <p14:cNvContentPartPr/>
                <p14:nvPr/>
              </p14:nvContentPartPr>
              <p14:xfrm>
                <a:off x="10422464" y="4848495"/>
                <a:ext cx="38880" cy="24264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5DF2BF0F-CB7D-DE99-0921-43D838A2ED93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10404464" y="4830855"/>
                  <a:ext cx="7452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18272709-33E7-80DC-93FE-ACC40C76B8B3}"/>
                    </a:ext>
                  </a:extLst>
                </p14:cNvPr>
                <p14:cNvContentPartPr/>
                <p14:nvPr/>
              </p14:nvContentPartPr>
              <p14:xfrm>
                <a:off x="10440824" y="4830855"/>
                <a:ext cx="148320" cy="21168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18272709-33E7-80DC-93FE-ACC40C76B8B3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10422824" y="4813215"/>
                  <a:ext cx="18396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C669FD2F-0376-3B83-D1EA-84B8DA107E7C}"/>
                    </a:ext>
                  </a:extLst>
                </p14:cNvPr>
                <p14:cNvContentPartPr/>
                <p14:nvPr/>
              </p14:nvContentPartPr>
              <p14:xfrm>
                <a:off x="8292344" y="4734015"/>
                <a:ext cx="223920" cy="49464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C669FD2F-0376-3B83-D1EA-84B8DA107E7C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8274704" y="4716375"/>
                  <a:ext cx="259560" cy="53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BF9E3A38-59AF-B68A-2F18-4FCDCB7601CE}"/>
                    </a:ext>
                  </a:extLst>
                </p14:cNvPr>
                <p14:cNvContentPartPr/>
                <p14:nvPr/>
              </p14:nvContentPartPr>
              <p14:xfrm>
                <a:off x="8506544" y="5006895"/>
                <a:ext cx="16560" cy="2376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BF9E3A38-59AF-B68A-2F18-4FCDCB7601CE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8488904" y="4988895"/>
                  <a:ext cx="5220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841F8DCC-47E9-814B-93B8-CEC54C5359AB}"/>
                    </a:ext>
                  </a:extLst>
                </p14:cNvPr>
                <p14:cNvContentPartPr/>
                <p14:nvPr/>
              </p14:nvContentPartPr>
              <p14:xfrm>
                <a:off x="8493584" y="4942455"/>
                <a:ext cx="214920" cy="6588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841F8DCC-47E9-814B-93B8-CEC54C5359AB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8475944" y="4924455"/>
                  <a:ext cx="25056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64839CA9-6D3A-09B2-324B-4305BF36DCF0}"/>
                    </a:ext>
                  </a:extLst>
                </p14:cNvPr>
                <p14:cNvContentPartPr/>
                <p14:nvPr/>
              </p14:nvContentPartPr>
              <p14:xfrm>
                <a:off x="8584304" y="4900695"/>
                <a:ext cx="70560" cy="14760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64839CA9-6D3A-09B2-324B-4305BF36DCF0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8566664" y="4883055"/>
                  <a:ext cx="10620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BA117341-A589-59FF-F749-A1D69DD463F0}"/>
                    </a:ext>
                  </a:extLst>
                </p14:cNvPr>
                <p14:cNvContentPartPr/>
                <p14:nvPr/>
              </p14:nvContentPartPr>
              <p14:xfrm>
                <a:off x="8742704" y="4835175"/>
                <a:ext cx="125280" cy="29016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BA117341-A589-59FF-F749-A1D69DD463F0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8725064" y="4817175"/>
                  <a:ext cx="16092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E5ABF3A8-87C0-1557-209B-D4D10ED280BD}"/>
                    </a:ext>
                  </a:extLst>
                </p14:cNvPr>
                <p14:cNvContentPartPr/>
                <p14:nvPr/>
              </p14:nvContentPartPr>
              <p14:xfrm>
                <a:off x="10801184" y="4763175"/>
                <a:ext cx="128160" cy="33084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E5ABF3A8-87C0-1557-209B-D4D10ED280BD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10783544" y="4745535"/>
                  <a:ext cx="163800" cy="36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D025F125-CD33-46C8-016B-B3F33BD6D318}"/>
                    </a:ext>
                  </a:extLst>
                </p14:cNvPr>
                <p14:cNvContentPartPr/>
                <p14:nvPr/>
              </p14:nvContentPartPr>
              <p14:xfrm>
                <a:off x="11004224" y="4925175"/>
                <a:ext cx="133200" cy="2268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D025F125-CD33-46C8-016B-B3F33BD6D318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10986584" y="4907535"/>
                  <a:ext cx="16884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6C4E0243-EB8E-484A-3333-D349D28E3EF8}"/>
                    </a:ext>
                  </a:extLst>
                </p14:cNvPr>
                <p14:cNvContentPartPr/>
                <p14:nvPr/>
              </p14:nvContentPartPr>
              <p14:xfrm>
                <a:off x="11211944" y="4811775"/>
                <a:ext cx="82080" cy="23472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6C4E0243-EB8E-484A-3333-D349D28E3EF8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11193944" y="4793775"/>
                  <a:ext cx="11772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1358220-F543-9F36-1BB6-A12074E1840A}"/>
                    </a:ext>
                  </a:extLst>
                </p14:cNvPr>
                <p14:cNvContentPartPr/>
                <p14:nvPr/>
              </p14:nvContentPartPr>
              <p14:xfrm>
                <a:off x="7624544" y="2066055"/>
                <a:ext cx="94320" cy="82620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D1358220-F543-9F36-1BB6-A12074E1840A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7606544" y="2048055"/>
                  <a:ext cx="129960" cy="86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47D567CE-37F1-BDF1-A031-31B863D93309}"/>
                    </a:ext>
                  </a:extLst>
                </p14:cNvPr>
                <p14:cNvContentPartPr/>
                <p14:nvPr/>
              </p14:nvContentPartPr>
              <p14:xfrm>
                <a:off x="7599344" y="1905855"/>
                <a:ext cx="2325960" cy="1371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47D567CE-37F1-BDF1-A031-31B863D93309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7581344" y="1887855"/>
                  <a:ext cx="236160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FF6F4E53-E7E2-0969-590D-3E37B5254E88}"/>
                    </a:ext>
                  </a:extLst>
                </p14:cNvPr>
                <p14:cNvContentPartPr/>
                <p14:nvPr/>
              </p14:nvContentPartPr>
              <p14:xfrm>
                <a:off x="9892184" y="1920255"/>
                <a:ext cx="119880" cy="107496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FF6F4E53-E7E2-0969-590D-3E37B5254E88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9874544" y="1902615"/>
                  <a:ext cx="155520" cy="11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FC4B9D95-4BA4-43E0-F2E9-D8BD84AE0EA9}"/>
                    </a:ext>
                  </a:extLst>
                </p14:cNvPr>
                <p14:cNvContentPartPr/>
                <p14:nvPr/>
              </p14:nvContentPartPr>
              <p14:xfrm>
                <a:off x="7800584" y="2974695"/>
                <a:ext cx="2232000" cy="8604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FC4B9D95-4BA4-43E0-F2E9-D8BD84AE0EA9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7782944" y="2956695"/>
                  <a:ext cx="226764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E10FCC1D-A87E-DE27-6B2B-29410EA2990A}"/>
                    </a:ext>
                  </a:extLst>
                </p14:cNvPr>
                <p14:cNvContentPartPr/>
                <p14:nvPr/>
              </p14:nvContentPartPr>
              <p14:xfrm>
                <a:off x="7733264" y="2876775"/>
                <a:ext cx="13320" cy="13032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E10FCC1D-A87E-DE27-6B2B-29410EA2990A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7715624" y="2858775"/>
                  <a:ext cx="4896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6F801CD2-8874-A842-1CA0-575E9F308D97}"/>
                    </a:ext>
                  </a:extLst>
                </p14:cNvPr>
                <p14:cNvContentPartPr/>
                <p14:nvPr/>
              </p14:nvContentPartPr>
              <p14:xfrm>
                <a:off x="7777544" y="2993415"/>
                <a:ext cx="28080" cy="864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6F801CD2-8874-A842-1CA0-575E9F308D97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7759544" y="2975775"/>
                  <a:ext cx="6372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6AC7D0D7-34F2-8DF3-B3B0-861385A5EE27}"/>
                    </a:ext>
                  </a:extLst>
                </p14:cNvPr>
                <p14:cNvContentPartPr/>
                <p14:nvPr/>
              </p14:nvContentPartPr>
              <p14:xfrm>
                <a:off x="8686184" y="1942935"/>
                <a:ext cx="117360" cy="98640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6AC7D0D7-34F2-8DF3-B3B0-861385A5EE27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8668544" y="1924935"/>
                  <a:ext cx="153000" cy="10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E6BCB45A-C648-BDA6-396D-4CAA003059EE}"/>
                    </a:ext>
                  </a:extLst>
                </p14:cNvPr>
                <p14:cNvContentPartPr/>
                <p14:nvPr/>
              </p14:nvContentPartPr>
              <p14:xfrm>
                <a:off x="7847744" y="2177295"/>
                <a:ext cx="149040" cy="2592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E6BCB45A-C648-BDA6-396D-4CAA003059EE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7830104" y="2159295"/>
                  <a:ext cx="18468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E8744C09-91CA-2B63-EE71-FD9DD416A392}"/>
                    </a:ext>
                  </a:extLst>
                </p14:cNvPr>
                <p14:cNvContentPartPr/>
                <p14:nvPr/>
              </p14:nvContentPartPr>
              <p14:xfrm>
                <a:off x="7952864" y="2127255"/>
                <a:ext cx="18000" cy="11988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E8744C09-91CA-2B63-EE71-FD9DD416A392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7935224" y="2109255"/>
                  <a:ext cx="5364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4CCE446F-1C09-AC81-1F23-4F5DE27DA682}"/>
                    </a:ext>
                  </a:extLst>
                </p14:cNvPr>
                <p14:cNvContentPartPr/>
                <p14:nvPr/>
              </p14:nvContentPartPr>
              <p14:xfrm>
                <a:off x="7918664" y="2401935"/>
                <a:ext cx="82800" cy="1764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4CCE446F-1C09-AC81-1F23-4F5DE27DA682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7901024" y="2383935"/>
                  <a:ext cx="11844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4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8A967591-D3E6-44C2-89DC-0B7FF7641CB2}"/>
                    </a:ext>
                  </a:extLst>
                </p14:cNvPr>
                <p14:cNvContentPartPr/>
                <p14:nvPr/>
              </p14:nvContentPartPr>
              <p14:xfrm>
                <a:off x="7953224" y="2366655"/>
                <a:ext cx="30600" cy="18180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8A967591-D3E6-44C2-89DC-0B7FF7641CB2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7935584" y="2349015"/>
                  <a:ext cx="6624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6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0A183666-F060-C311-3D90-E6DA8818972C}"/>
                    </a:ext>
                  </a:extLst>
                </p14:cNvPr>
                <p14:cNvContentPartPr/>
                <p14:nvPr/>
              </p14:nvContentPartPr>
              <p14:xfrm>
                <a:off x="7924064" y="2594175"/>
                <a:ext cx="78840" cy="1944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0A183666-F060-C311-3D90-E6DA8818972C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7906424" y="2576535"/>
                  <a:ext cx="11448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8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76AD5744-6012-2B0B-CDE6-5CC617AC04F1}"/>
                    </a:ext>
                  </a:extLst>
                </p14:cNvPr>
                <p14:cNvContentPartPr/>
                <p14:nvPr/>
              </p14:nvContentPartPr>
              <p14:xfrm>
                <a:off x="7948544" y="2565375"/>
                <a:ext cx="16200" cy="11196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76AD5744-6012-2B0B-CDE6-5CC617AC04F1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7930904" y="2547735"/>
                  <a:ext cx="5184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0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EF1115D5-1646-E5EA-ED0B-341EEA9D5BAA}"/>
                    </a:ext>
                  </a:extLst>
                </p14:cNvPr>
                <p14:cNvContentPartPr/>
                <p14:nvPr/>
              </p14:nvContentPartPr>
              <p14:xfrm>
                <a:off x="7930544" y="2733135"/>
                <a:ext cx="73080" cy="2160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EF1115D5-1646-E5EA-ED0B-341EEA9D5BAA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7912544" y="2715135"/>
                  <a:ext cx="10872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2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C4C7E44E-955E-49DB-AF07-862B21900F7B}"/>
                    </a:ext>
                  </a:extLst>
                </p14:cNvPr>
                <p14:cNvContentPartPr/>
                <p14:nvPr/>
              </p14:nvContentPartPr>
              <p14:xfrm>
                <a:off x="7980584" y="2728455"/>
                <a:ext cx="6840" cy="108360"/>
              </p14:xfrm>
            </p:contentPart>
          </mc:Choice>
          <mc:Fallback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C4C7E44E-955E-49DB-AF07-862B21900F7B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7962584" y="2710815"/>
                  <a:ext cx="4248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4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08191AF9-8EA9-E835-24B3-2BCC4CD3F1A3}"/>
                    </a:ext>
                  </a:extLst>
                </p14:cNvPr>
                <p14:cNvContentPartPr/>
                <p14:nvPr/>
              </p14:nvContentPartPr>
              <p14:xfrm>
                <a:off x="7944584" y="2922135"/>
                <a:ext cx="120240" cy="1620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08191AF9-8EA9-E835-24B3-2BCC4CD3F1A3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7926584" y="2904135"/>
                  <a:ext cx="15588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6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8A5D688F-F6BC-CF82-CC00-5086C0E45ED3}"/>
                    </a:ext>
                  </a:extLst>
                </p14:cNvPr>
                <p14:cNvContentPartPr/>
                <p14:nvPr/>
              </p14:nvContentPartPr>
              <p14:xfrm>
                <a:off x="8022704" y="2848335"/>
                <a:ext cx="18000" cy="12060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8A5D688F-F6BC-CF82-CC00-5086C0E45ED3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8005064" y="2830335"/>
                  <a:ext cx="5364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8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EF0EBDE1-0975-815D-C445-40A98094A964}"/>
                    </a:ext>
                  </a:extLst>
                </p14:cNvPr>
                <p14:cNvContentPartPr/>
                <p14:nvPr/>
              </p14:nvContentPartPr>
              <p14:xfrm>
                <a:off x="8141144" y="2197455"/>
                <a:ext cx="103320" cy="2376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EF0EBDE1-0975-815D-C445-40A98094A964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8123144" y="2179815"/>
                  <a:ext cx="13896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0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3C3A984D-3EC2-FC37-289E-6F92021AA006}"/>
                    </a:ext>
                  </a:extLst>
                </p14:cNvPr>
                <p14:cNvContentPartPr/>
                <p14:nvPr/>
              </p14:nvContentPartPr>
              <p14:xfrm>
                <a:off x="8194784" y="2113215"/>
                <a:ext cx="32040" cy="11268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3C3A984D-3EC2-FC37-289E-6F92021AA006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8176784" y="2095575"/>
                  <a:ext cx="6768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2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A7DDBCAB-FB19-3FA0-7CF9-6C634DC499D6}"/>
                    </a:ext>
                  </a:extLst>
                </p14:cNvPr>
                <p14:cNvContentPartPr/>
                <p14:nvPr/>
              </p14:nvContentPartPr>
              <p14:xfrm>
                <a:off x="8164184" y="2376735"/>
                <a:ext cx="132840" cy="1188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A7DDBCAB-FB19-3FA0-7CF9-6C634DC499D6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8146184" y="2359095"/>
                  <a:ext cx="16848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4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7563EED5-2F7E-BDFE-478B-549763232E17}"/>
                    </a:ext>
                  </a:extLst>
                </p14:cNvPr>
                <p14:cNvContentPartPr/>
                <p14:nvPr/>
              </p14:nvContentPartPr>
              <p14:xfrm>
                <a:off x="8229344" y="2340015"/>
                <a:ext cx="25560" cy="10152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7563EED5-2F7E-BDFE-478B-549763232E17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8211344" y="2322375"/>
                  <a:ext cx="6120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6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7604BAA8-11E6-54F7-E411-53B11953686F}"/>
                    </a:ext>
                  </a:extLst>
                </p14:cNvPr>
                <p14:cNvContentPartPr/>
                <p14:nvPr/>
              </p14:nvContentPartPr>
              <p14:xfrm>
                <a:off x="8191184" y="2583735"/>
                <a:ext cx="131760" cy="720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7604BAA8-11E6-54F7-E411-53B11953686F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8173184" y="2566095"/>
                  <a:ext cx="16740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8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D70430E6-0B53-812C-1413-D06C2F80E8A5}"/>
                    </a:ext>
                  </a:extLst>
                </p14:cNvPr>
                <p14:cNvContentPartPr/>
                <p14:nvPr/>
              </p14:nvContentPartPr>
              <p14:xfrm>
                <a:off x="8257424" y="2557095"/>
                <a:ext cx="23400" cy="15192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D70430E6-0B53-812C-1413-D06C2F80E8A5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8239424" y="2539455"/>
                  <a:ext cx="5904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0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1878ACFF-86D4-F08A-D500-E42F95D4CC56}"/>
                    </a:ext>
                  </a:extLst>
                </p14:cNvPr>
                <p14:cNvContentPartPr/>
                <p14:nvPr/>
              </p14:nvContentPartPr>
              <p14:xfrm>
                <a:off x="8225744" y="2770215"/>
                <a:ext cx="156960" cy="1296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1878ACFF-86D4-F08A-D500-E42F95D4CC56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8207744" y="2752575"/>
                  <a:ext cx="19260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2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BB21597D-87EA-AA99-B059-55F9A4007EE3}"/>
                    </a:ext>
                  </a:extLst>
                </p14:cNvPr>
                <p14:cNvContentPartPr/>
                <p14:nvPr/>
              </p14:nvContentPartPr>
              <p14:xfrm>
                <a:off x="8305664" y="2743215"/>
                <a:ext cx="28800" cy="144000"/>
              </p14:xfrm>
            </p:contentPart>
          </mc:Choice>
          <mc:Fallback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BB21597D-87EA-AA99-B059-55F9A4007EE3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8288024" y="2725575"/>
                  <a:ext cx="6444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4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B6BAC5EE-8638-284B-9530-FEB6F5D0EBE5}"/>
                    </a:ext>
                  </a:extLst>
                </p14:cNvPr>
                <p14:cNvContentPartPr/>
                <p14:nvPr/>
              </p14:nvContentPartPr>
              <p14:xfrm>
                <a:off x="9051224" y="2135535"/>
                <a:ext cx="93960" cy="252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B6BAC5EE-8638-284B-9530-FEB6F5D0EBE5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9033224" y="2117535"/>
                  <a:ext cx="12960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6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36E163B2-D181-03AB-4B46-A6B8B6EECEEA}"/>
                    </a:ext>
                  </a:extLst>
                </p14:cNvPr>
                <p14:cNvContentPartPr/>
                <p14:nvPr/>
              </p14:nvContentPartPr>
              <p14:xfrm>
                <a:off x="9278384" y="2087655"/>
                <a:ext cx="92160" cy="9720"/>
              </p14:xfrm>
            </p:contentPart>
          </mc:Choice>
          <mc:Fallback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36E163B2-D181-03AB-4B46-A6B8B6EECEEA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9260384" y="2069655"/>
                  <a:ext cx="12780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8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E263C705-8D02-03AE-9E29-4CE2AD93BEFE}"/>
                    </a:ext>
                  </a:extLst>
                </p14:cNvPr>
                <p14:cNvContentPartPr/>
                <p14:nvPr/>
              </p14:nvContentPartPr>
              <p14:xfrm>
                <a:off x="8990384" y="2352615"/>
                <a:ext cx="69480" cy="5400"/>
              </p14:xfrm>
            </p:contentPart>
          </mc:Choice>
          <mc:Fallback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E263C705-8D02-03AE-9E29-4CE2AD93BEFE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8972384" y="2334975"/>
                  <a:ext cx="10512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0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FDA45542-5A16-F1B6-DF20-BF8E85C4068B}"/>
                    </a:ext>
                  </a:extLst>
                </p14:cNvPr>
                <p14:cNvContentPartPr/>
                <p14:nvPr/>
              </p14:nvContentPartPr>
              <p14:xfrm>
                <a:off x="9236984" y="2319855"/>
                <a:ext cx="123120" cy="16200"/>
              </p14:xfrm>
            </p:contentPart>
          </mc:Choice>
          <mc:Fallback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FDA45542-5A16-F1B6-DF20-BF8E85C4068B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9219344" y="2301855"/>
                  <a:ext cx="15876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2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DEBCA538-1C04-BE2D-8DE6-44473A3AC42D}"/>
                    </a:ext>
                  </a:extLst>
                </p14:cNvPr>
                <p14:cNvContentPartPr/>
                <p14:nvPr/>
              </p14:nvContentPartPr>
              <p14:xfrm>
                <a:off x="9073184" y="2574015"/>
                <a:ext cx="105840" cy="7200"/>
              </p14:xfrm>
            </p:contentPart>
          </mc:Choice>
          <mc:Fallback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DEBCA538-1C04-BE2D-8DE6-44473A3AC42D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9055184" y="2556015"/>
                  <a:ext cx="14148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4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10CEE34F-BF61-00D3-75F6-62356E5A97D4}"/>
                    </a:ext>
                  </a:extLst>
                </p14:cNvPr>
                <p14:cNvContentPartPr/>
                <p14:nvPr/>
              </p14:nvContentPartPr>
              <p14:xfrm>
                <a:off x="9329864" y="2525775"/>
                <a:ext cx="145440" cy="16560"/>
              </p14:xfrm>
            </p:contentPart>
          </mc:Choice>
          <mc:Fallback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10CEE34F-BF61-00D3-75F6-62356E5A97D4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9311864" y="2508135"/>
                  <a:ext cx="18108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6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A4FA8F34-6E9A-9436-B3CB-FD610B18A3FF}"/>
                    </a:ext>
                  </a:extLst>
                </p14:cNvPr>
                <p14:cNvContentPartPr/>
                <p14:nvPr/>
              </p14:nvContentPartPr>
              <p14:xfrm>
                <a:off x="9136184" y="2773455"/>
                <a:ext cx="107280" cy="16560"/>
              </p14:xfrm>
            </p:contentPart>
          </mc:Choice>
          <mc:Fallback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A4FA8F34-6E9A-9436-B3CB-FD610B18A3FF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9118184" y="2755815"/>
                  <a:ext cx="14292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8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5972D52F-DCB2-8F52-DED1-05A6AB3D1729}"/>
                    </a:ext>
                  </a:extLst>
                </p14:cNvPr>
                <p14:cNvContentPartPr/>
                <p14:nvPr/>
              </p14:nvContentPartPr>
              <p14:xfrm>
                <a:off x="9382784" y="2777415"/>
                <a:ext cx="142560" cy="23760"/>
              </p14:xfrm>
            </p:contentPart>
          </mc:Choice>
          <mc:Fallback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5972D52F-DCB2-8F52-DED1-05A6AB3D1729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9364784" y="2759775"/>
                  <a:ext cx="17820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0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89AB2FB5-34A6-3532-B524-D226B1611349}"/>
                    </a:ext>
                  </a:extLst>
                </p14:cNvPr>
                <p14:cNvContentPartPr/>
                <p14:nvPr/>
              </p14:nvContentPartPr>
              <p14:xfrm>
                <a:off x="6997784" y="2427495"/>
                <a:ext cx="682200" cy="93060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89AB2FB5-34A6-3532-B524-D226B1611349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6980144" y="2409855"/>
                  <a:ext cx="717840" cy="9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2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E369D297-6C18-119B-B02F-739697EF7653}"/>
                    </a:ext>
                  </a:extLst>
                </p14:cNvPr>
                <p14:cNvContentPartPr/>
                <p14:nvPr/>
              </p14:nvContentPartPr>
              <p14:xfrm>
                <a:off x="6541664" y="3327135"/>
                <a:ext cx="819360" cy="12960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E369D297-6C18-119B-B02F-739697EF7653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6524024" y="3309495"/>
                  <a:ext cx="85500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4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664268DB-451A-57D2-18FB-6C9E78366836}"/>
                    </a:ext>
                  </a:extLst>
                </p14:cNvPr>
                <p14:cNvContentPartPr/>
                <p14:nvPr/>
              </p14:nvContentPartPr>
              <p14:xfrm>
                <a:off x="6966464" y="3524055"/>
                <a:ext cx="149400" cy="17640"/>
              </p14:xfrm>
            </p:contentPart>
          </mc:Choice>
          <mc:Fallback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664268DB-451A-57D2-18FB-6C9E78366836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6948824" y="3506055"/>
                  <a:ext cx="18504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6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0C1E1F52-AFD0-A58D-9A19-8A6751C838FC}"/>
                    </a:ext>
                  </a:extLst>
                </p14:cNvPr>
                <p14:cNvContentPartPr/>
                <p14:nvPr/>
              </p14:nvContentPartPr>
              <p14:xfrm>
                <a:off x="7049264" y="3547815"/>
                <a:ext cx="96840" cy="72360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0C1E1F52-AFD0-A58D-9A19-8A6751C838FC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7031624" y="3529815"/>
                  <a:ext cx="132480" cy="75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8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F869F5CB-50F7-AE9E-3942-10ED4C3C762C}"/>
                    </a:ext>
                  </a:extLst>
                </p14:cNvPr>
                <p14:cNvContentPartPr/>
                <p14:nvPr/>
              </p14:nvContentPartPr>
              <p14:xfrm>
                <a:off x="7152584" y="2275215"/>
                <a:ext cx="3508200" cy="1976400"/>
              </p14:xfrm>
            </p:contentPart>
          </mc:Choice>
          <mc:Fallback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F869F5CB-50F7-AE9E-3942-10ED4C3C762C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7134584" y="2257575"/>
                  <a:ext cx="3543840" cy="20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0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35A642A1-4F0B-A8AB-C384-386DBABA8182}"/>
                    </a:ext>
                  </a:extLst>
                </p14:cNvPr>
                <p14:cNvContentPartPr/>
                <p14:nvPr/>
              </p14:nvContentPartPr>
              <p14:xfrm>
                <a:off x="9959504" y="2261175"/>
                <a:ext cx="617040" cy="111240"/>
              </p14:xfrm>
            </p:contentPart>
          </mc:Choice>
          <mc:Fallback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35A642A1-4F0B-A8AB-C384-386DBABA8182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9941864" y="2243175"/>
                  <a:ext cx="65268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2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98B85CD9-0DDF-55B0-E929-255930EEBA95}"/>
                    </a:ext>
                  </a:extLst>
                </p14:cNvPr>
                <p14:cNvContentPartPr/>
                <p14:nvPr/>
              </p14:nvContentPartPr>
              <p14:xfrm>
                <a:off x="6706544" y="2083695"/>
                <a:ext cx="435600" cy="29160"/>
              </p14:xfrm>
            </p:contentPart>
          </mc:Choice>
          <mc:Fallback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98B85CD9-0DDF-55B0-E929-255930EEBA95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6688904" y="2065695"/>
                  <a:ext cx="47124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4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EA63E417-9F54-A381-53C2-B01ADF875B4E}"/>
                    </a:ext>
                  </a:extLst>
                </p14:cNvPr>
                <p14:cNvContentPartPr/>
                <p14:nvPr/>
              </p14:nvContentPartPr>
              <p14:xfrm>
                <a:off x="6885104" y="1839255"/>
                <a:ext cx="100080" cy="485640"/>
              </p14:xfrm>
            </p:contentPart>
          </mc:Choice>
          <mc:Fallback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EA63E417-9F54-A381-53C2-B01ADF875B4E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6867464" y="1821255"/>
                  <a:ext cx="135720" cy="52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6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4EE51AC4-1435-AA66-7B06-A6CAEB115DDB}"/>
                    </a:ext>
                  </a:extLst>
                </p14:cNvPr>
                <p14:cNvContentPartPr/>
                <p14:nvPr/>
              </p14:nvContentPartPr>
              <p14:xfrm>
                <a:off x="6492344" y="3125895"/>
                <a:ext cx="278640" cy="49320"/>
              </p14:xfrm>
            </p:contentPart>
          </mc:Choice>
          <mc:Fallback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4EE51AC4-1435-AA66-7B06-A6CAEB115DDB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6474344" y="3107895"/>
                  <a:ext cx="31428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8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12B27E5A-FFD2-52A4-2615-65CC9D272387}"/>
                    </a:ext>
                  </a:extLst>
                </p14:cNvPr>
                <p14:cNvContentPartPr/>
                <p14:nvPr/>
              </p14:nvContentPartPr>
              <p14:xfrm>
                <a:off x="6622304" y="3062535"/>
                <a:ext cx="35280" cy="187200"/>
              </p14:xfrm>
            </p:contentPart>
          </mc:Choice>
          <mc:Fallback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12B27E5A-FFD2-52A4-2615-65CC9D272387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6604664" y="3044895"/>
                  <a:ext cx="7092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0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61640654-38F9-71F4-B74D-F8AA58CF50A0}"/>
                    </a:ext>
                  </a:extLst>
                </p14:cNvPr>
                <p14:cNvContentPartPr/>
                <p14:nvPr/>
              </p14:nvContentPartPr>
              <p14:xfrm>
                <a:off x="6484064" y="2191335"/>
                <a:ext cx="131040" cy="609480"/>
              </p14:xfrm>
            </p:contentPart>
          </mc:Choice>
          <mc:Fallback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61640654-38F9-71F4-B74D-F8AA58CF50A0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6466064" y="2173335"/>
                  <a:ext cx="166680" cy="64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2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B7F55324-73C4-3CD5-BB43-ACDA6E4E8A0B}"/>
                    </a:ext>
                  </a:extLst>
                </p14:cNvPr>
                <p14:cNvContentPartPr/>
                <p14:nvPr/>
              </p14:nvContentPartPr>
              <p14:xfrm>
                <a:off x="6519704" y="2163255"/>
                <a:ext cx="141480" cy="78120"/>
              </p14:xfrm>
            </p:contentPart>
          </mc:Choice>
          <mc:Fallback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B7F55324-73C4-3CD5-BB43-ACDA6E4E8A0B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6501704" y="2145615"/>
                  <a:ext cx="17712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4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80C868B4-011E-A301-AE52-2CAB8C603372}"/>
                    </a:ext>
                  </a:extLst>
                </p14:cNvPr>
                <p14:cNvContentPartPr/>
                <p14:nvPr/>
              </p14:nvContentPartPr>
              <p14:xfrm>
                <a:off x="6867464" y="3735735"/>
                <a:ext cx="70200" cy="5760"/>
              </p14:xfrm>
            </p:contentPart>
          </mc:Choice>
          <mc:Fallback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80C868B4-011E-A301-AE52-2CAB8C603372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6849824" y="3718095"/>
                  <a:ext cx="10584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6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E103E248-D6BB-AC2C-1A2D-6A54A9664FB1}"/>
                    </a:ext>
                  </a:extLst>
                </p14:cNvPr>
                <p14:cNvContentPartPr/>
                <p14:nvPr/>
              </p14:nvContentPartPr>
              <p14:xfrm>
                <a:off x="10204664" y="1875615"/>
                <a:ext cx="258120" cy="22320"/>
              </p14:xfrm>
            </p:contentPart>
          </mc:Choice>
          <mc:Fallback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E103E248-D6BB-AC2C-1A2D-6A54A9664FB1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10186664" y="1857975"/>
                  <a:ext cx="29376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8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0F2D1E49-CBE7-EE15-A07C-E96DC56ED05D}"/>
                    </a:ext>
                  </a:extLst>
                </p14:cNvPr>
                <p14:cNvContentPartPr/>
                <p14:nvPr/>
              </p14:nvContentPartPr>
              <p14:xfrm>
                <a:off x="6907424" y="2030775"/>
                <a:ext cx="4418280" cy="2707560"/>
              </p14:xfrm>
            </p:contentPart>
          </mc:Choice>
          <mc:Fallback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0F2D1E49-CBE7-EE15-A07C-E96DC56ED05D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6889424" y="2012775"/>
                  <a:ext cx="4453920" cy="27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0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CA9D7A79-9652-316E-74A0-A6476FBD61E1}"/>
                    </a:ext>
                  </a:extLst>
                </p14:cNvPr>
                <p14:cNvContentPartPr/>
                <p14:nvPr/>
              </p14:nvContentPartPr>
              <p14:xfrm>
                <a:off x="10850504" y="1974975"/>
                <a:ext cx="231840" cy="164520"/>
              </p14:xfrm>
            </p:contentPart>
          </mc:Choice>
          <mc:Fallback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CA9D7A79-9652-316E-74A0-A6476FBD61E1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10832864" y="1956975"/>
                  <a:ext cx="26748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2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E920B1B9-7A29-6896-2F7D-68EB26A76C94}"/>
                    </a:ext>
                  </a:extLst>
                </p14:cNvPr>
                <p14:cNvContentPartPr/>
                <p14:nvPr/>
              </p14:nvContentPartPr>
              <p14:xfrm>
                <a:off x="7786904" y="1377375"/>
                <a:ext cx="171720" cy="21240"/>
              </p14:xfrm>
            </p:contentPart>
          </mc:Choice>
          <mc:Fallback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E920B1B9-7A29-6896-2F7D-68EB26A76C94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7769264" y="1359375"/>
                  <a:ext cx="20736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4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501D4AEE-DB39-0F18-0EDB-6843FF463574}"/>
                    </a:ext>
                  </a:extLst>
                </p14:cNvPr>
                <p14:cNvContentPartPr/>
                <p14:nvPr/>
              </p14:nvContentPartPr>
              <p14:xfrm>
                <a:off x="7895984" y="1311495"/>
                <a:ext cx="23760" cy="137880"/>
              </p14:xfrm>
            </p:contentPart>
          </mc:Choice>
          <mc:Fallback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501D4AEE-DB39-0F18-0EDB-6843FF463574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7877984" y="1293495"/>
                  <a:ext cx="5940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6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F8F3D143-3515-7925-CB53-859C6EFF2552}"/>
                    </a:ext>
                  </a:extLst>
                </p14:cNvPr>
                <p14:cNvContentPartPr/>
                <p14:nvPr/>
              </p14:nvContentPartPr>
              <p14:xfrm>
                <a:off x="8176424" y="1273695"/>
                <a:ext cx="546840" cy="159480"/>
              </p14:xfrm>
            </p:contentPart>
          </mc:Choice>
          <mc:Fallback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F8F3D143-3515-7925-CB53-859C6EFF2552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8158424" y="1256055"/>
                  <a:ext cx="58248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8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1BAF7207-41D6-3444-CABA-635D5A93095C}"/>
                    </a:ext>
                  </a:extLst>
                </p14:cNvPr>
                <p14:cNvContentPartPr/>
                <p14:nvPr/>
              </p14:nvContentPartPr>
              <p14:xfrm>
                <a:off x="9732704" y="984975"/>
                <a:ext cx="129600" cy="28440"/>
              </p14:xfrm>
            </p:contentPart>
          </mc:Choice>
          <mc:Fallback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1BAF7207-41D6-3444-CABA-635D5A93095C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9715064" y="966975"/>
                  <a:ext cx="16524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0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093234F8-0250-FBFE-BD8D-75F7844DFF38}"/>
                    </a:ext>
                  </a:extLst>
                </p14:cNvPr>
                <p14:cNvContentPartPr/>
                <p14:nvPr/>
              </p14:nvContentPartPr>
              <p14:xfrm>
                <a:off x="9190544" y="1161015"/>
                <a:ext cx="465480" cy="43560"/>
              </p14:xfrm>
            </p:contentPart>
          </mc:Choice>
          <mc:Fallback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093234F8-0250-FBFE-BD8D-75F7844DFF38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9172904" y="1143015"/>
                  <a:ext cx="50112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2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F6C303C5-C691-6C34-86A2-F1754E57A771}"/>
                    </a:ext>
                  </a:extLst>
                </p14:cNvPr>
                <p14:cNvContentPartPr/>
                <p14:nvPr/>
              </p14:nvContentPartPr>
              <p14:xfrm>
                <a:off x="9166784" y="1124655"/>
                <a:ext cx="116280" cy="99000"/>
              </p14:xfrm>
            </p:contentPart>
          </mc:Choice>
          <mc:Fallback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F6C303C5-C691-6C34-86A2-F1754E57A771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9148784" y="1106655"/>
                  <a:ext cx="15192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4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AE42A6C2-53EA-B5EA-A706-4869786EACF9}"/>
                    </a:ext>
                  </a:extLst>
                </p14:cNvPr>
                <p14:cNvContentPartPr/>
                <p14:nvPr/>
              </p14:nvContentPartPr>
              <p14:xfrm>
                <a:off x="9174704" y="1162455"/>
                <a:ext cx="106920" cy="64440"/>
              </p14:xfrm>
            </p:contentPart>
          </mc:Choice>
          <mc:Fallback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AE42A6C2-53EA-B5EA-A706-4869786EACF9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9157064" y="1144815"/>
                  <a:ext cx="14256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6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B7D028BF-4D0D-1826-80A5-6A6C5ECCAC29}"/>
                    </a:ext>
                  </a:extLst>
                </p14:cNvPr>
                <p14:cNvContentPartPr/>
                <p14:nvPr/>
              </p14:nvContentPartPr>
              <p14:xfrm>
                <a:off x="7872584" y="848175"/>
                <a:ext cx="78120" cy="4680"/>
              </p14:xfrm>
            </p:contentPart>
          </mc:Choice>
          <mc:Fallback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B7D028BF-4D0D-1826-80A5-6A6C5ECCAC29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7854944" y="830535"/>
                  <a:ext cx="11376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8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FD5C5A98-4595-211C-FE39-CC245483A918}"/>
                    </a:ext>
                  </a:extLst>
                </p14:cNvPr>
                <p14:cNvContentPartPr/>
                <p14:nvPr/>
              </p14:nvContentPartPr>
              <p14:xfrm>
                <a:off x="7933064" y="786255"/>
                <a:ext cx="7920" cy="94320"/>
              </p14:xfrm>
            </p:contentPart>
          </mc:Choice>
          <mc:Fallback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FD5C5A98-4595-211C-FE39-CC245483A918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7915064" y="768615"/>
                  <a:ext cx="4356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0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95D76525-8492-F4E8-5AB7-29416F79B06E}"/>
                    </a:ext>
                  </a:extLst>
                </p14:cNvPr>
                <p14:cNvContentPartPr/>
                <p14:nvPr/>
              </p14:nvContentPartPr>
              <p14:xfrm>
                <a:off x="8039264" y="824415"/>
                <a:ext cx="122760" cy="11160"/>
              </p14:xfrm>
            </p:contentPart>
          </mc:Choice>
          <mc:Fallback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95D76525-8492-F4E8-5AB7-29416F79B06E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8021624" y="806775"/>
                  <a:ext cx="15840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2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9A9233B0-3CFB-D9CE-CB03-E2CF684E6BBA}"/>
                    </a:ext>
                  </a:extLst>
                </p14:cNvPr>
                <p14:cNvContentPartPr/>
                <p14:nvPr/>
              </p14:nvContentPartPr>
              <p14:xfrm>
                <a:off x="8138264" y="751695"/>
                <a:ext cx="31680" cy="119160"/>
              </p14:xfrm>
            </p:contentPart>
          </mc:Choice>
          <mc:Fallback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9A9233B0-3CFB-D9CE-CB03-E2CF684E6BBA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8120624" y="734055"/>
                  <a:ext cx="6732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4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8F5CF48F-D0BC-5FCE-73F6-AA61EF3EE99E}"/>
                    </a:ext>
                  </a:extLst>
                </p14:cNvPr>
                <p14:cNvContentPartPr/>
                <p14:nvPr/>
              </p14:nvContentPartPr>
              <p14:xfrm>
                <a:off x="8011184" y="1022775"/>
                <a:ext cx="81000" cy="21240"/>
              </p14:xfrm>
            </p:contentPart>
          </mc:Choice>
          <mc:Fallback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8F5CF48F-D0BC-5FCE-73F6-AA61EF3EE99E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7993544" y="1004775"/>
                  <a:ext cx="11664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6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8DD34E03-2641-E79E-AE3D-3A35EEEC17C6}"/>
                    </a:ext>
                  </a:extLst>
                </p14:cNvPr>
                <p14:cNvContentPartPr/>
                <p14:nvPr/>
              </p14:nvContentPartPr>
              <p14:xfrm>
                <a:off x="8083544" y="966975"/>
                <a:ext cx="14760" cy="107280"/>
              </p14:xfrm>
            </p:contentPart>
          </mc:Choice>
          <mc:Fallback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8DD34E03-2641-E79E-AE3D-3A35EEEC17C6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8065904" y="948975"/>
                  <a:ext cx="5040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8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2F27EA40-0453-CFA9-A4D2-8F62A5849BDF}"/>
                    </a:ext>
                  </a:extLst>
                </p14:cNvPr>
                <p14:cNvContentPartPr/>
                <p14:nvPr/>
              </p14:nvContentPartPr>
              <p14:xfrm>
                <a:off x="8165264" y="1019175"/>
                <a:ext cx="94320" cy="23040"/>
              </p14:xfrm>
            </p:contentPart>
          </mc:Choice>
          <mc:Fallback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2F27EA40-0453-CFA9-A4D2-8F62A5849BDF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8147624" y="1001535"/>
                  <a:ext cx="12996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0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472A710D-93BF-41C8-8054-F636E529997F}"/>
                    </a:ext>
                  </a:extLst>
                </p14:cNvPr>
                <p14:cNvContentPartPr/>
                <p14:nvPr/>
              </p14:nvContentPartPr>
              <p14:xfrm>
                <a:off x="8215304" y="979935"/>
                <a:ext cx="20160" cy="83160"/>
              </p14:xfrm>
            </p:contentPart>
          </mc:Choice>
          <mc:Fallback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472A710D-93BF-41C8-8054-F636E529997F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8197664" y="962295"/>
                  <a:ext cx="5580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2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F21EF06B-E72E-DFF4-D6C0-EA14879261BC}"/>
                    </a:ext>
                  </a:extLst>
                </p14:cNvPr>
                <p14:cNvContentPartPr/>
                <p14:nvPr/>
              </p14:nvContentPartPr>
              <p14:xfrm>
                <a:off x="8362544" y="804615"/>
                <a:ext cx="712080" cy="48960"/>
              </p14:xfrm>
            </p:contentPart>
          </mc:Choice>
          <mc:Fallback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F21EF06B-E72E-DFF4-D6C0-EA14879261BC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8344904" y="786615"/>
                  <a:ext cx="74772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4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9641D161-83A0-FAE2-26C9-1C8B74F035CA}"/>
                    </a:ext>
                  </a:extLst>
                </p14:cNvPr>
                <p14:cNvContentPartPr/>
                <p14:nvPr/>
              </p14:nvContentPartPr>
              <p14:xfrm>
                <a:off x="8933504" y="740175"/>
                <a:ext cx="146880" cy="138600"/>
              </p14:xfrm>
            </p:contentPart>
          </mc:Choice>
          <mc:Fallback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9641D161-83A0-FAE2-26C9-1C8B74F035CA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8915864" y="722535"/>
                  <a:ext cx="182520" cy="17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C656493E-626E-1409-766D-5EED872E2952}"/>
              </a:ext>
            </a:extLst>
          </p:cNvPr>
          <p:cNvGrpSpPr/>
          <p:nvPr/>
        </p:nvGrpSpPr>
        <p:grpSpPr>
          <a:xfrm>
            <a:off x="8354984" y="253815"/>
            <a:ext cx="168840" cy="347400"/>
            <a:chOff x="8354984" y="253815"/>
            <a:chExt cx="168840" cy="347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6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FEB24B3D-FDE9-13D3-5348-E768E25D6105}"/>
                    </a:ext>
                  </a:extLst>
                </p14:cNvPr>
                <p14:cNvContentPartPr/>
                <p14:nvPr/>
              </p14:nvContentPartPr>
              <p14:xfrm>
                <a:off x="8404664" y="253815"/>
                <a:ext cx="84240" cy="332280"/>
              </p14:xfrm>
            </p:contentPart>
          </mc:Choice>
          <mc:Fallback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FEB24B3D-FDE9-13D3-5348-E768E25D6105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8387024" y="235815"/>
                  <a:ext cx="11988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8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2EEB0527-F30B-16E8-E11F-F38C25BF9E5C}"/>
                    </a:ext>
                  </a:extLst>
                </p14:cNvPr>
                <p14:cNvContentPartPr/>
                <p14:nvPr/>
              </p14:nvContentPartPr>
              <p14:xfrm>
                <a:off x="8354984" y="263895"/>
                <a:ext cx="168840" cy="38880"/>
              </p14:xfrm>
            </p:contentPart>
          </mc:Choice>
          <mc:Fallback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2EEB0527-F30B-16E8-E11F-F38C25BF9E5C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8336984" y="246255"/>
                  <a:ext cx="20448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0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036457F6-F5A1-23B2-5A72-0AAA99F54F54}"/>
                    </a:ext>
                  </a:extLst>
                </p14:cNvPr>
                <p14:cNvContentPartPr/>
                <p14:nvPr/>
              </p14:nvContentPartPr>
              <p14:xfrm>
                <a:off x="8405384" y="565575"/>
                <a:ext cx="86400" cy="35640"/>
              </p14:xfrm>
            </p:contentPart>
          </mc:Choice>
          <mc:Fallback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036457F6-F5A1-23B2-5A72-0AAA99F54F54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8387744" y="547575"/>
                  <a:ext cx="122040" cy="71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02">
            <p14:nvContentPartPr>
              <p14:cNvPr id="353" name="Ink 352">
                <a:extLst>
                  <a:ext uri="{FF2B5EF4-FFF2-40B4-BE49-F238E27FC236}">
                    <a16:creationId xmlns:a16="http://schemas.microsoft.com/office/drawing/2014/main" id="{FE7D1FC2-4FAD-0806-0EB3-0CFD98F6BCCB}"/>
                  </a:ext>
                </a:extLst>
              </p14:cNvPr>
              <p14:cNvContentPartPr/>
              <p14:nvPr/>
            </p14:nvContentPartPr>
            <p14:xfrm>
              <a:off x="8821184" y="228255"/>
              <a:ext cx="733680" cy="198360"/>
            </p14:xfrm>
          </p:contentPart>
        </mc:Choice>
        <mc:Fallback>
          <p:pic>
            <p:nvPicPr>
              <p:cNvPr id="353" name="Ink 352">
                <a:extLst>
                  <a:ext uri="{FF2B5EF4-FFF2-40B4-BE49-F238E27FC236}">
                    <a16:creationId xmlns:a16="http://schemas.microsoft.com/office/drawing/2014/main" id="{FE7D1FC2-4FAD-0806-0EB3-0CFD98F6BCCB}"/>
                  </a:ext>
                </a:extLst>
              </p:cNvPr>
              <p:cNvPicPr/>
              <p:nvPr/>
            </p:nvPicPr>
            <p:blipFill>
              <a:blip r:embed="rId503"/>
              <a:stretch>
                <a:fillRect/>
              </a:stretch>
            </p:blipFill>
            <p:spPr>
              <a:xfrm>
                <a:off x="8803184" y="210255"/>
                <a:ext cx="769320" cy="234000"/>
              </a:xfrm>
              <a:prstGeom prst="rect">
                <a:avLst/>
              </a:prstGeom>
            </p:spPr>
          </p:pic>
        </mc:Fallback>
      </mc:AlternateContent>
      <p:grpSp>
        <p:nvGrpSpPr>
          <p:cNvPr id="376" name="Group 375">
            <a:extLst>
              <a:ext uri="{FF2B5EF4-FFF2-40B4-BE49-F238E27FC236}">
                <a16:creationId xmlns:a16="http://schemas.microsoft.com/office/drawing/2014/main" id="{910CA658-8B7B-D2A3-FE70-9132B7E649EC}"/>
              </a:ext>
            </a:extLst>
          </p:cNvPr>
          <p:cNvGrpSpPr/>
          <p:nvPr/>
        </p:nvGrpSpPr>
        <p:grpSpPr>
          <a:xfrm>
            <a:off x="5817704" y="4696935"/>
            <a:ext cx="738000" cy="226800"/>
            <a:chOff x="5817704" y="4696935"/>
            <a:chExt cx="738000" cy="226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4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C35285A8-3567-A5BF-5560-7599CF2FC793}"/>
                    </a:ext>
                  </a:extLst>
                </p14:cNvPr>
                <p14:cNvContentPartPr/>
                <p14:nvPr/>
              </p14:nvContentPartPr>
              <p14:xfrm>
                <a:off x="5817704" y="4775055"/>
                <a:ext cx="664560" cy="88920"/>
              </p14:xfrm>
            </p:contentPart>
          </mc:Choice>
          <mc:Fallback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C35285A8-3567-A5BF-5560-7599CF2FC793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5800064" y="4757055"/>
                  <a:ext cx="70020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6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1E92294B-10BB-E7AA-06D6-828B5590078C}"/>
                    </a:ext>
                  </a:extLst>
                </p14:cNvPr>
                <p14:cNvContentPartPr/>
                <p14:nvPr/>
              </p14:nvContentPartPr>
              <p14:xfrm>
                <a:off x="6375704" y="4696935"/>
                <a:ext cx="180000" cy="226800"/>
              </p14:xfrm>
            </p:contentPart>
          </mc:Choice>
          <mc:Fallback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1E92294B-10BB-E7AA-06D6-828B5590078C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6357704" y="4678935"/>
                  <a:ext cx="215640" cy="26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5" name="Group 374">
            <a:extLst>
              <a:ext uri="{FF2B5EF4-FFF2-40B4-BE49-F238E27FC236}">
                <a16:creationId xmlns:a16="http://schemas.microsoft.com/office/drawing/2014/main" id="{3A552759-9CA8-E564-C644-222774A14520}"/>
              </a:ext>
            </a:extLst>
          </p:cNvPr>
          <p:cNvGrpSpPr/>
          <p:nvPr/>
        </p:nvGrpSpPr>
        <p:grpSpPr>
          <a:xfrm>
            <a:off x="6000224" y="4314255"/>
            <a:ext cx="129240" cy="248760"/>
            <a:chOff x="6000224" y="4314255"/>
            <a:chExt cx="129240" cy="248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8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A8D50450-23D0-BAC6-69CA-F8B837BA9D2A}"/>
                    </a:ext>
                  </a:extLst>
                </p14:cNvPr>
                <p14:cNvContentPartPr/>
                <p14:nvPr/>
              </p14:nvContentPartPr>
              <p14:xfrm>
                <a:off x="6044864" y="4314255"/>
                <a:ext cx="75600" cy="248760"/>
              </p14:xfrm>
            </p:contentPart>
          </mc:Choice>
          <mc:Fallback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A8D50450-23D0-BAC6-69CA-F8B837BA9D2A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6027224" y="4296255"/>
                  <a:ext cx="11124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0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192655B7-A37C-0FC2-A724-13B4A93E6297}"/>
                    </a:ext>
                  </a:extLst>
                </p14:cNvPr>
                <p14:cNvContentPartPr/>
                <p14:nvPr/>
              </p14:nvContentPartPr>
              <p14:xfrm>
                <a:off x="6000224" y="4334055"/>
                <a:ext cx="95040" cy="58680"/>
              </p14:xfrm>
            </p:contentPart>
          </mc:Choice>
          <mc:Fallback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192655B7-A37C-0FC2-A724-13B4A93E6297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5982224" y="4316055"/>
                  <a:ext cx="13068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2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261E32F9-0D7E-C9F8-71C9-451A2B77CEC5}"/>
                    </a:ext>
                  </a:extLst>
                </p14:cNvPr>
                <p14:cNvContentPartPr/>
                <p14:nvPr/>
              </p14:nvContentPartPr>
              <p14:xfrm>
                <a:off x="6038384" y="4529175"/>
                <a:ext cx="91080" cy="21240"/>
              </p14:xfrm>
            </p:contentPart>
          </mc:Choice>
          <mc:Fallback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261E32F9-0D7E-C9F8-71C9-451A2B77CEC5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6020744" y="4511535"/>
                  <a:ext cx="126720" cy="5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0" name="Group 379">
            <a:extLst>
              <a:ext uri="{FF2B5EF4-FFF2-40B4-BE49-F238E27FC236}">
                <a16:creationId xmlns:a16="http://schemas.microsoft.com/office/drawing/2014/main" id="{4AE0E8EB-CFFD-265A-6CFA-3978F969ADE4}"/>
              </a:ext>
            </a:extLst>
          </p:cNvPr>
          <p:cNvGrpSpPr/>
          <p:nvPr/>
        </p:nvGrpSpPr>
        <p:grpSpPr>
          <a:xfrm>
            <a:off x="5373824" y="5045055"/>
            <a:ext cx="1754280" cy="1424160"/>
            <a:chOff x="5373824" y="5045055"/>
            <a:chExt cx="1754280" cy="1424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14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F0C62326-B57B-F5CB-8247-67533A7A26F7}"/>
                    </a:ext>
                  </a:extLst>
                </p14:cNvPr>
                <p14:cNvContentPartPr/>
                <p14:nvPr/>
              </p14:nvContentPartPr>
              <p14:xfrm>
                <a:off x="6082304" y="5045055"/>
                <a:ext cx="68040" cy="356760"/>
              </p14:xfrm>
            </p:contentPart>
          </mc:Choice>
          <mc:Fallback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F0C62326-B57B-F5CB-8247-67533A7A26F7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6064664" y="5027055"/>
                  <a:ext cx="103680" cy="39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6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E7D3ECC3-B7BD-DB67-1C9E-747775AAE6F3}"/>
                    </a:ext>
                  </a:extLst>
                </p14:cNvPr>
                <p14:cNvContentPartPr/>
                <p14:nvPr/>
              </p14:nvContentPartPr>
              <p14:xfrm>
                <a:off x="6072224" y="5052615"/>
                <a:ext cx="312840" cy="396000"/>
              </p14:xfrm>
            </p:contentPart>
          </mc:Choice>
          <mc:Fallback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E7D3ECC3-B7BD-DB67-1C9E-747775AAE6F3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6054224" y="5034615"/>
                  <a:ext cx="348480" cy="43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8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27B160E2-89C9-8CA1-FF45-EAB42AA5E07C}"/>
                    </a:ext>
                  </a:extLst>
                </p14:cNvPr>
                <p14:cNvContentPartPr/>
                <p14:nvPr/>
              </p14:nvContentPartPr>
              <p14:xfrm>
                <a:off x="6400544" y="5073855"/>
                <a:ext cx="77400" cy="373680"/>
              </p14:xfrm>
            </p:contentPart>
          </mc:Choice>
          <mc:Fallback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27B160E2-89C9-8CA1-FF45-EAB42AA5E07C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6382904" y="5055855"/>
                  <a:ext cx="113040" cy="40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0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416AF26D-EE82-19AE-380B-829147A86C75}"/>
                    </a:ext>
                  </a:extLst>
                </p14:cNvPr>
                <p14:cNvContentPartPr/>
                <p14:nvPr/>
              </p14:nvContentPartPr>
              <p14:xfrm>
                <a:off x="6434384" y="5178255"/>
                <a:ext cx="520560" cy="69120"/>
              </p14:xfrm>
            </p:contentPart>
          </mc:Choice>
          <mc:Fallback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416AF26D-EE82-19AE-380B-829147A86C75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6416384" y="5160255"/>
                  <a:ext cx="55620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2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19E4FD07-A071-9324-D673-9152B67BF530}"/>
                    </a:ext>
                  </a:extLst>
                </p14:cNvPr>
                <p14:cNvContentPartPr/>
                <p14:nvPr/>
              </p14:nvContentPartPr>
              <p14:xfrm>
                <a:off x="5541584" y="5226495"/>
                <a:ext cx="577080" cy="59760"/>
              </p14:xfrm>
            </p:contentPart>
          </mc:Choice>
          <mc:Fallback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19E4FD07-A071-9324-D673-9152B67BF530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5523584" y="5208855"/>
                  <a:ext cx="61272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4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B7452D5F-C3F9-AD8B-2601-75BAD90F8AC8}"/>
                    </a:ext>
                  </a:extLst>
                </p14:cNvPr>
                <p14:cNvContentPartPr/>
                <p14:nvPr/>
              </p14:nvContentPartPr>
              <p14:xfrm>
                <a:off x="5516744" y="5291655"/>
                <a:ext cx="70920" cy="583920"/>
              </p14:xfrm>
            </p:contentPart>
          </mc:Choice>
          <mc:Fallback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B7452D5F-C3F9-AD8B-2601-75BAD90F8AC8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5499104" y="5273655"/>
                  <a:ext cx="106560" cy="61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6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ED52E3B1-5FA6-E0AE-71A6-18D6471A5E29}"/>
                    </a:ext>
                  </a:extLst>
                </p14:cNvPr>
                <p14:cNvContentPartPr/>
                <p14:nvPr/>
              </p14:nvContentPartPr>
              <p14:xfrm>
                <a:off x="5373824" y="5895735"/>
                <a:ext cx="381240" cy="84600"/>
              </p14:xfrm>
            </p:contentPart>
          </mc:Choice>
          <mc:Fallback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ED52E3B1-5FA6-E0AE-71A6-18D6471A5E29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5356184" y="5878095"/>
                  <a:ext cx="41688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8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1D26955F-5A90-88D6-69D5-F876CF625C3B}"/>
                    </a:ext>
                  </a:extLst>
                </p14:cNvPr>
                <p14:cNvContentPartPr/>
                <p14:nvPr/>
              </p14:nvContentPartPr>
              <p14:xfrm>
                <a:off x="5581904" y="6028575"/>
                <a:ext cx="102240" cy="49320"/>
              </p14:xfrm>
            </p:contentPart>
          </mc:Choice>
          <mc:Fallback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1D26955F-5A90-88D6-69D5-F876CF625C3B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5563904" y="6010935"/>
                  <a:ext cx="13788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0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5F45740B-153B-9A29-A726-C1C70ACDA1B3}"/>
                    </a:ext>
                  </a:extLst>
                </p14:cNvPr>
                <p14:cNvContentPartPr/>
                <p14:nvPr/>
              </p14:nvContentPartPr>
              <p14:xfrm>
                <a:off x="5637704" y="6064215"/>
                <a:ext cx="66600" cy="366840"/>
              </p14:xfrm>
            </p:contentPart>
          </mc:Choice>
          <mc:Fallback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5F45740B-153B-9A29-A726-C1C70ACDA1B3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5619704" y="6046575"/>
                  <a:ext cx="102240" cy="40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2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CA04F1A2-DBC4-012C-1857-5B80967E2A2F}"/>
                    </a:ext>
                  </a:extLst>
                </p14:cNvPr>
                <p14:cNvContentPartPr/>
                <p14:nvPr/>
              </p14:nvContentPartPr>
              <p14:xfrm>
                <a:off x="5690264" y="6407655"/>
                <a:ext cx="1281960" cy="61560"/>
              </p14:xfrm>
            </p:contentPart>
          </mc:Choice>
          <mc:Fallback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CA04F1A2-DBC4-012C-1857-5B80967E2A2F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5672624" y="6389655"/>
                  <a:ext cx="131760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4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20C64DB5-2E5B-4A8E-B485-DE995D2B1757}"/>
                    </a:ext>
                  </a:extLst>
                </p14:cNvPr>
                <p14:cNvContentPartPr/>
                <p14:nvPr/>
              </p14:nvContentPartPr>
              <p14:xfrm>
                <a:off x="6907424" y="5118855"/>
                <a:ext cx="220680" cy="1247760"/>
              </p14:xfrm>
            </p:contentPart>
          </mc:Choice>
          <mc:Fallback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20C64DB5-2E5B-4A8E-B485-DE995D2B1757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6889424" y="5100855"/>
                  <a:ext cx="256320" cy="128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6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725E8139-71FC-AE43-4822-80474B924DDC}"/>
                    </a:ext>
                  </a:extLst>
                </p14:cNvPr>
                <p14:cNvContentPartPr/>
                <p14:nvPr/>
              </p14:nvContentPartPr>
              <p14:xfrm>
                <a:off x="7051784" y="6326655"/>
                <a:ext cx="17640" cy="42840"/>
              </p14:xfrm>
            </p:contentPart>
          </mc:Choice>
          <mc:Fallback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725E8139-71FC-AE43-4822-80474B924DDC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7034144" y="6309015"/>
                  <a:ext cx="5328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8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CE175BBC-1E1D-469D-D330-5C19A50C6B10}"/>
                    </a:ext>
                  </a:extLst>
                </p14:cNvPr>
                <p14:cNvContentPartPr/>
                <p14:nvPr/>
              </p14:nvContentPartPr>
              <p14:xfrm>
                <a:off x="6090584" y="5590815"/>
                <a:ext cx="40320" cy="180000"/>
              </p14:xfrm>
            </p:contentPart>
          </mc:Choice>
          <mc:Fallback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CE175BBC-1E1D-469D-D330-5C19A50C6B10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6072584" y="5572815"/>
                  <a:ext cx="7596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0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8CF763F8-77AC-2A0F-A05D-A246712449AC}"/>
                    </a:ext>
                  </a:extLst>
                </p14:cNvPr>
                <p14:cNvContentPartPr/>
                <p14:nvPr/>
              </p14:nvContentPartPr>
              <p14:xfrm>
                <a:off x="6085904" y="5553015"/>
                <a:ext cx="92880" cy="67320"/>
              </p14:xfrm>
            </p:contentPart>
          </mc:Choice>
          <mc:Fallback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8CF763F8-77AC-2A0F-A05D-A246712449AC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6067904" y="5535375"/>
                  <a:ext cx="12852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2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965FD879-DE44-5738-B622-85CD9A5C68FB}"/>
                    </a:ext>
                  </a:extLst>
                </p14:cNvPr>
                <p14:cNvContentPartPr/>
                <p14:nvPr/>
              </p14:nvContentPartPr>
              <p14:xfrm>
                <a:off x="6446264" y="5589375"/>
                <a:ext cx="16560" cy="161280"/>
              </p14:xfrm>
            </p:contentPart>
          </mc:Choice>
          <mc:Fallback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965FD879-DE44-5738-B622-85CD9A5C68FB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6428264" y="5571375"/>
                  <a:ext cx="5220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4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74E2114D-9973-29A8-CD0C-10DCFA697958}"/>
                    </a:ext>
                  </a:extLst>
                </p14:cNvPr>
                <p14:cNvContentPartPr/>
                <p14:nvPr/>
              </p14:nvContentPartPr>
              <p14:xfrm>
                <a:off x="6436544" y="5531775"/>
                <a:ext cx="130680" cy="106560"/>
              </p14:xfrm>
            </p:contentPart>
          </mc:Choice>
          <mc:Fallback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74E2114D-9973-29A8-CD0C-10DCFA697958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6418544" y="5513775"/>
                  <a:ext cx="166320" cy="142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4992880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97DED-4B62-4B71-242C-C77DF2E6FC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6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8B329FDC-39D7-BE73-21D4-984AA4D57583}"/>
              </a:ext>
            </a:extLst>
          </p:cNvPr>
          <p:cNvGrpSpPr/>
          <p:nvPr/>
        </p:nvGrpSpPr>
        <p:grpSpPr>
          <a:xfrm>
            <a:off x="937544" y="1470975"/>
            <a:ext cx="8648640" cy="5203800"/>
            <a:chOff x="937544" y="1470975"/>
            <a:chExt cx="8648640" cy="5203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D3FD4CD-3DF0-4B3E-5143-D9B6399B0ECF}"/>
                    </a:ext>
                  </a:extLst>
                </p14:cNvPr>
                <p14:cNvContentPartPr/>
                <p14:nvPr/>
              </p14:nvContentPartPr>
              <p14:xfrm>
                <a:off x="937544" y="4270695"/>
                <a:ext cx="281160" cy="4496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6D3FD4CD-3DF0-4B3E-5143-D9B6399B0ECF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919904" y="4253055"/>
                  <a:ext cx="316800" cy="48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8C17ACE3-DADA-B144-6BD6-9ED7229F1D94}"/>
                    </a:ext>
                  </a:extLst>
                </p14:cNvPr>
                <p14:cNvContentPartPr/>
                <p14:nvPr/>
              </p14:nvContentPartPr>
              <p14:xfrm>
                <a:off x="1294664" y="4162335"/>
                <a:ext cx="201600" cy="2919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8C17ACE3-DADA-B144-6BD6-9ED7229F1D9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276664" y="4144695"/>
                  <a:ext cx="23724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8304537-4E5D-98C6-B589-DFDCC919A289}"/>
                    </a:ext>
                  </a:extLst>
                </p14:cNvPr>
                <p14:cNvContentPartPr/>
                <p14:nvPr/>
              </p14:nvContentPartPr>
              <p14:xfrm>
                <a:off x="2355224" y="2529735"/>
                <a:ext cx="1229040" cy="399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8304537-4E5D-98C6-B589-DFDCC919A289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337224" y="2512095"/>
                  <a:ext cx="126468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986FDD9-9541-306F-13FD-E18679B57964}"/>
                    </a:ext>
                  </a:extLst>
                </p14:cNvPr>
                <p14:cNvContentPartPr/>
                <p14:nvPr/>
              </p14:nvContentPartPr>
              <p14:xfrm>
                <a:off x="2377904" y="2559255"/>
                <a:ext cx="244440" cy="17362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986FDD9-9541-306F-13FD-E18679B5796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359904" y="2541255"/>
                  <a:ext cx="280080" cy="177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D511B7C4-745C-0030-A933-BA80449E9AB2}"/>
                    </a:ext>
                  </a:extLst>
                </p14:cNvPr>
                <p14:cNvContentPartPr/>
                <p14:nvPr/>
              </p14:nvContentPartPr>
              <p14:xfrm>
                <a:off x="1873544" y="4238295"/>
                <a:ext cx="1277280" cy="1508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D511B7C4-745C-0030-A933-BA80449E9AB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855544" y="4220295"/>
                  <a:ext cx="131292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3E3E9CE-6A09-A825-087C-350A03904BAF}"/>
                    </a:ext>
                  </a:extLst>
                </p14:cNvPr>
                <p14:cNvContentPartPr/>
                <p14:nvPr/>
              </p14:nvContentPartPr>
              <p14:xfrm>
                <a:off x="2540264" y="4510455"/>
                <a:ext cx="203760" cy="147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3E3E9CE-6A09-A825-087C-350A03904BAF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522264" y="4492815"/>
                  <a:ext cx="23940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0C69A81C-0448-FE6A-5212-C51AC7C8D7E9}"/>
                    </a:ext>
                  </a:extLst>
                </p14:cNvPr>
                <p14:cNvContentPartPr/>
                <p14:nvPr/>
              </p14:nvContentPartPr>
              <p14:xfrm>
                <a:off x="2715944" y="4497135"/>
                <a:ext cx="247320" cy="12052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0C69A81C-0448-FE6A-5212-C51AC7C8D7E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697944" y="4479495"/>
                  <a:ext cx="282960" cy="124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3D2BCB1-CEAC-B995-D2FC-36F3C24ECB6D}"/>
                    </a:ext>
                  </a:extLst>
                </p14:cNvPr>
                <p14:cNvContentPartPr/>
                <p14:nvPr/>
              </p14:nvContentPartPr>
              <p14:xfrm>
                <a:off x="2964344" y="5392095"/>
                <a:ext cx="5503320" cy="2862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3D2BCB1-CEAC-B995-D2FC-36F3C24ECB6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946344" y="5374455"/>
                  <a:ext cx="5538960" cy="32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9CB63CC-FE76-012B-52D1-92FAF8018D87}"/>
                    </a:ext>
                  </a:extLst>
                </p14:cNvPr>
                <p14:cNvContentPartPr/>
                <p14:nvPr/>
              </p14:nvContentPartPr>
              <p14:xfrm>
                <a:off x="7449944" y="2280255"/>
                <a:ext cx="929160" cy="547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9CB63CC-FE76-012B-52D1-92FAF8018D8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431944" y="2262255"/>
                  <a:ext cx="96480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5568C0E-840D-32DA-887C-0A1371D25DD5}"/>
                    </a:ext>
                  </a:extLst>
                </p14:cNvPr>
                <p14:cNvContentPartPr/>
                <p14:nvPr/>
              </p14:nvContentPartPr>
              <p14:xfrm>
                <a:off x="8378744" y="2275215"/>
                <a:ext cx="369000" cy="31014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5568C0E-840D-32DA-887C-0A1371D25DD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361104" y="2257575"/>
                  <a:ext cx="404640" cy="313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F00F136-111A-7C41-B10F-61A02130C3A3}"/>
                    </a:ext>
                  </a:extLst>
                </p14:cNvPr>
                <p14:cNvContentPartPr/>
                <p14:nvPr/>
              </p14:nvContentPartPr>
              <p14:xfrm>
                <a:off x="1576904" y="3636375"/>
                <a:ext cx="467640" cy="597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F00F136-111A-7C41-B10F-61A02130C3A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559264" y="3618375"/>
                  <a:ext cx="50328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690E75A9-A87B-9706-D635-0BB1D6320173}"/>
                    </a:ext>
                  </a:extLst>
                </p14:cNvPr>
                <p14:cNvContentPartPr/>
                <p14:nvPr/>
              </p14:nvContentPartPr>
              <p14:xfrm>
                <a:off x="1841864" y="3426855"/>
                <a:ext cx="86400" cy="4996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690E75A9-A87B-9706-D635-0BB1D6320173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824224" y="3408855"/>
                  <a:ext cx="122040" cy="53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A176FC04-069F-6322-B2C2-3ADEDCBEAC66}"/>
                    </a:ext>
                  </a:extLst>
                </p14:cNvPr>
                <p14:cNvContentPartPr/>
                <p14:nvPr/>
              </p14:nvContentPartPr>
              <p14:xfrm>
                <a:off x="8240144" y="2027535"/>
                <a:ext cx="363240" cy="284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A176FC04-069F-6322-B2C2-3ADEDCBEAC66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222504" y="2009535"/>
                  <a:ext cx="39888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BB898B2-5D8F-9B92-3FD9-25533A9BDE3E}"/>
                    </a:ext>
                  </a:extLst>
                </p14:cNvPr>
                <p14:cNvContentPartPr/>
                <p14:nvPr/>
              </p14:nvContentPartPr>
              <p14:xfrm>
                <a:off x="1456664" y="3201495"/>
                <a:ext cx="840240" cy="98064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BB898B2-5D8F-9B92-3FD9-25533A9BDE3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439024" y="3183495"/>
                  <a:ext cx="875880" cy="10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2B669093-0414-720F-27BB-61EB15E6BEB3}"/>
                    </a:ext>
                  </a:extLst>
                </p14:cNvPr>
                <p14:cNvContentPartPr/>
                <p14:nvPr/>
              </p14:nvContentPartPr>
              <p14:xfrm>
                <a:off x="1607144" y="1969575"/>
                <a:ext cx="1253520" cy="12373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2B669093-0414-720F-27BB-61EB15E6BEB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589144" y="1951935"/>
                  <a:ext cx="1289160" cy="127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2795C66F-049F-D176-17D9-4AF6772A4C20}"/>
                    </a:ext>
                  </a:extLst>
                </p14:cNvPr>
                <p14:cNvContentPartPr/>
                <p14:nvPr/>
              </p14:nvContentPartPr>
              <p14:xfrm>
                <a:off x="2755544" y="1884615"/>
                <a:ext cx="163080" cy="2728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2795C66F-049F-D176-17D9-4AF6772A4C2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737544" y="1866975"/>
                  <a:ext cx="19872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E4456079-1AC9-6A7F-2151-E5FBD5CDAF94}"/>
                    </a:ext>
                  </a:extLst>
                </p14:cNvPr>
                <p14:cNvContentPartPr/>
                <p14:nvPr/>
              </p14:nvContentPartPr>
              <p14:xfrm>
                <a:off x="3098264" y="1725135"/>
                <a:ext cx="120960" cy="4539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E4456079-1AC9-6A7F-2151-E5FBD5CDAF94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080624" y="1707495"/>
                  <a:ext cx="156600" cy="48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C23BB53B-B81E-B50F-4389-5722B90D7389}"/>
                    </a:ext>
                  </a:extLst>
                </p14:cNvPr>
                <p14:cNvContentPartPr/>
                <p14:nvPr/>
              </p14:nvContentPartPr>
              <p14:xfrm>
                <a:off x="2885864" y="1470975"/>
                <a:ext cx="673200" cy="9720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C23BB53B-B81E-B50F-4389-5722B90D738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868224" y="1452975"/>
                  <a:ext cx="708840" cy="10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82437F92-A76B-76CD-18F3-95DDA4D2215E}"/>
                    </a:ext>
                  </a:extLst>
                </p14:cNvPr>
                <p14:cNvContentPartPr/>
                <p14:nvPr/>
              </p14:nvContentPartPr>
              <p14:xfrm>
                <a:off x="2977664" y="1892535"/>
                <a:ext cx="307800" cy="874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82437F92-A76B-76CD-18F3-95DDA4D2215E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959664" y="1874535"/>
                  <a:ext cx="34344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F4204A20-0D10-D18B-5AE5-0BDD77220FDD}"/>
                    </a:ext>
                  </a:extLst>
                </p14:cNvPr>
                <p14:cNvContentPartPr/>
                <p14:nvPr/>
              </p14:nvContentPartPr>
              <p14:xfrm>
                <a:off x="2248664" y="4899975"/>
                <a:ext cx="185040" cy="4032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F4204A20-0D10-D18B-5AE5-0BDD77220FDD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230664" y="4881975"/>
                  <a:ext cx="22068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F38611F3-52C3-9E37-7F63-F87BBD580C6C}"/>
                    </a:ext>
                  </a:extLst>
                </p14:cNvPr>
                <p14:cNvContentPartPr/>
                <p14:nvPr/>
              </p14:nvContentPartPr>
              <p14:xfrm>
                <a:off x="2094584" y="4700175"/>
                <a:ext cx="604080" cy="5842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F38611F3-52C3-9E37-7F63-F87BBD580C6C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076944" y="4682175"/>
                  <a:ext cx="639720" cy="61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96B31D5C-49F1-54EA-3472-16303D58BC35}"/>
                    </a:ext>
                  </a:extLst>
                </p14:cNvPr>
                <p14:cNvContentPartPr/>
                <p14:nvPr/>
              </p14:nvContentPartPr>
              <p14:xfrm>
                <a:off x="2454224" y="1866975"/>
                <a:ext cx="7131960" cy="48078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96B31D5C-49F1-54EA-3472-16303D58BC3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436584" y="1848975"/>
                  <a:ext cx="7167600" cy="484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FAF5EF23-CAC0-5BE2-116B-DE214061FA9A}"/>
                    </a:ext>
                  </a:extLst>
                </p14:cNvPr>
                <p14:cNvContentPartPr/>
                <p14:nvPr/>
              </p14:nvContentPartPr>
              <p14:xfrm>
                <a:off x="8900024" y="1789935"/>
                <a:ext cx="182160" cy="12780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FAF5EF23-CAC0-5BE2-116B-DE214061FA9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882024" y="1772295"/>
                  <a:ext cx="21780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D3BA27BD-44CB-ABAE-48C0-2B60B200E334}"/>
                    </a:ext>
                  </a:extLst>
                </p14:cNvPr>
                <p14:cNvContentPartPr/>
                <p14:nvPr/>
              </p14:nvContentPartPr>
              <p14:xfrm>
                <a:off x="8918024" y="1833495"/>
                <a:ext cx="231120" cy="2188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D3BA27BD-44CB-ABAE-48C0-2B60B200E334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900384" y="1815495"/>
                  <a:ext cx="26676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6EE9E9D-DA6B-43D5-769C-D2437746EC53}"/>
                    </a:ext>
                  </a:extLst>
                </p14:cNvPr>
                <p14:cNvContentPartPr/>
                <p14:nvPr/>
              </p14:nvContentPartPr>
              <p14:xfrm>
                <a:off x="7927664" y="1494735"/>
                <a:ext cx="887400" cy="110916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6EE9E9D-DA6B-43D5-769C-D2437746EC53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909664" y="1476735"/>
                  <a:ext cx="923040" cy="1144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4B95849C-3933-615B-0DC7-8CD800534407}"/>
              </a:ext>
            </a:extLst>
          </p:cNvPr>
          <p:cNvGrpSpPr/>
          <p:nvPr/>
        </p:nvGrpSpPr>
        <p:grpSpPr>
          <a:xfrm>
            <a:off x="3965864" y="3713055"/>
            <a:ext cx="1637640" cy="516240"/>
            <a:chOff x="3965864" y="3713055"/>
            <a:chExt cx="1637640" cy="516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1DC9E47C-2752-47AD-1588-748D412E6F30}"/>
                    </a:ext>
                  </a:extLst>
                </p14:cNvPr>
                <p14:cNvContentPartPr/>
                <p14:nvPr/>
              </p14:nvContentPartPr>
              <p14:xfrm>
                <a:off x="4135424" y="3833655"/>
                <a:ext cx="15840" cy="20376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1DC9E47C-2752-47AD-1588-748D412E6F30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17784" y="3815655"/>
                  <a:ext cx="5148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4C455E56-039C-91D9-5777-DE9DBF8E666D}"/>
                    </a:ext>
                  </a:extLst>
                </p14:cNvPr>
                <p14:cNvContentPartPr/>
                <p14:nvPr/>
              </p14:nvContentPartPr>
              <p14:xfrm>
                <a:off x="3965864" y="3713055"/>
                <a:ext cx="459720" cy="51624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4C455E56-039C-91D9-5777-DE9DBF8E666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947864" y="3695415"/>
                  <a:ext cx="495360" cy="55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F1B6B756-1860-C721-1351-2097BF0C228B}"/>
                    </a:ext>
                  </a:extLst>
                </p14:cNvPr>
                <p14:cNvContentPartPr/>
                <p14:nvPr/>
              </p14:nvContentPartPr>
              <p14:xfrm>
                <a:off x="4663184" y="3892695"/>
                <a:ext cx="177840" cy="2016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F1B6B756-1860-C721-1351-2097BF0C228B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645184" y="3875055"/>
                  <a:ext cx="21348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5BC30C4D-AFE3-DDB8-86CF-8474172D8FA3}"/>
                    </a:ext>
                  </a:extLst>
                </p14:cNvPr>
                <p14:cNvContentPartPr/>
                <p14:nvPr/>
              </p14:nvContentPartPr>
              <p14:xfrm>
                <a:off x="4750304" y="3807735"/>
                <a:ext cx="35280" cy="19944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5BC30C4D-AFE3-DDB8-86CF-8474172D8FA3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732304" y="3789735"/>
                  <a:ext cx="7092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36136ED1-BFB4-1691-BB45-C9592375B83B}"/>
                    </a:ext>
                  </a:extLst>
                </p14:cNvPr>
                <p14:cNvContentPartPr/>
                <p14:nvPr/>
              </p14:nvContentPartPr>
              <p14:xfrm>
                <a:off x="5171144" y="3830415"/>
                <a:ext cx="302400" cy="9288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36136ED1-BFB4-1691-BB45-C9592375B83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153504" y="3812775"/>
                  <a:ext cx="33804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69B1B897-13D8-F650-4A4D-D1364EC5A6B2}"/>
                    </a:ext>
                  </a:extLst>
                </p14:cNvPr>
                <p14:cNvContentPartPr/>
                <p14:nvPr/>
              </p14:nvContentPartPr>
              <p14:xfrm>
                <a:off x="5424584" y="3752655"/>
                <a:ext cx="178920" cy="19368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69B1B897-13D8-F650-4A4D-D1364EC5A6B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406584" y="3735015"/>
                  <a:ext cx="214560" cy="229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7B03305F-A4C2-5B0E-4586-9FB9B8E349A9}"/>
              </a:ext>
            </a:extLst>
          </p:cNvPr>
          <p:cNvGrpSpPr/>
          <p:nvPr/>
        </p:nvGrpSpPr>
        <p:grpSpPr>
          <a:xfrm>
            <a:off x="6047744" y="3742935"/>
            <a:ext cx="901080" cy="217800"/>
            <a:chOff x="6047744" y="3742935"/>
            <a:chExt cx="901080" cy="217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2EC10D14-0FA5-3B74-00E5-DF6E4F45D359}"/>
                    </a:ext>
                  </a:extLst>
                </p14:cNvPr>
                <p14:cNvContentPartPr/>
                <p14:nvPr/>
              </p14:nvContentPartPr>
              <p14:xfrm>
                <a:off x="6047744" y="3751575"/>
                <a:ext cx="190080" cy="20880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2EC10D14-0FA5-3B74-00E5-DF6E4F45D359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030104" y="3733575"/>
                  <a:ext cx="22572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D92E1067-BE64-8181-8EB1-3A4FCC862946}"/>
                    </a:ext>
                  </a:extLst>
                </p14:cNvPr>
                <p14:cNvContentPartPr/>
                <p14:nvPr/>
              </p14:nvContentPartPr>
              <p14:xfrm>
                <a:off x="6329984" y="3863535"/>
                <a:ext cx="79560" cy="9720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D92E1067-BE64-8181-8EB1-3A4FCC86294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311984" y="3845895"/>
                  <a:ext cx="11520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AA9FFD2-3126-7164-4124-0046B376567F}"/>
                    </a:ext>
                  </a:extLst>
                </p14:cNvPr>
                <p14:cNvContentPartPr/>
                <p14:nvPr/>
              </p14:nvContentPartPr>
              <p14:xfrm>
                <a:off x="6507824" y="3742935"/>
                <a:ext cx="48600" cy="20196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AA9FFD2-3126-7164-4124-0046B376567F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489824" y="3725295"/>
                  <a:ext cx="8424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3627C5B9-094D-0FAE-4453-801898175D87}"/>
                    </a:ext>
                  </a:extLst>
                </p14:cNvPr>
                <p14:cNvContentPartPr/>
                <p14:nvPr/>
              </p14:nvContentPartPr>
              <p14:xfrm>
                <a:off x="6641744" y="3825735"/>
                <a:ext cx="108360" cy="10800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3627C5B9-094D-0FAE-4453-801898175D8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624104" y="3808095"/>
                  <a:ext cx="14400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D08751F3-050A-6A9E-BE40-F1FB67765E79}"/>
                    </a:ext>
                  </a:extLst>
                </p14:cNvPr>
                <p14:cNvContentPartPr/>
                <p14:nvPr/>
              </p14:nvContentPartPr>
              <p14:xfrm>
                <a:off x="6855224" y="3788655"/>
                <a:ext cx="93600" cy="17064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D08751F3-050A-6A9E-BE40-F1FB67765E7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837584" y="3771015"/>
                  <a:ext cx="129240" cy="20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ECCA94BA-8B05-CDCA-AB6B-0A306E1F691E}"/>
              </a:ext>
            </a:extLst>
          </p:cNvPr>
          <p:cNvGrpSpPr/>
          <p:nvPr/>
        </p:nvGrpSpPr>
        <p:grpSpPr>
          <a:xfrm>
            <a:off x="7338704" y="3628095"/>
            <a:ext cx="1343880" cy="289080"/>
            <a:chOff x="7338704" y="3628095"/>
            <a:chExt cx="1343880" cy="289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EEECE250-9294-2654-5C62-EA56377DB41A}"/>
                    </a:ext>
                  </a:extLst>
                </p14:cNvPr>
                <p14:cNvContentPartPr/>
                <p14:nvPr/>
              </p14:nvContentPartPr>
              <p14:xfrm>
                <a:off x="7338704" y="3777135"/>
                <a:ext cx="252720" cy="11232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EEECE250-9294-2654-5C62-EA56377DB41A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320704" y="3759135"/>
                  <a:ext cx="28836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FE3E8DBA-131A-FFD0-6445-0D4EF0CB829F}"/>
                    </a:ext>
                  </a:extLst>
                </p14:cNvPr>
                <p14:cNvContentPartPr/>
                <p14:nvPr/>
              </p14:nvContentPartPr>
              <p14:xfrm>
                <a:off x="7697984" y="3759855"/>
                <a:ext cx="80640" cy="10728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FE3E8DBA-131A-FFD0-6445-0D4EF0CB829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679984" y="3741855"/>
                  <a:ext cx="11628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CA1AC988-E8A0-FD8C-86A0-249052AEE1AC}"/>
                    </a:ext>
                  </a:extLst>
                </p14:cNvPr>
                <p14:cNvContentPartPr/>
                <p14:nvPr/>
              </p14:nvContentPartPr>
              <p14:xfrm>
                <a:off x="7909664" y="3720255"/>
                <a:ext cx="52560" cy="7128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CA1AC988-E8A0-FD8C-86A0-249052AEE1AC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892024" y="3702255"/>
                  <a:ext cx="8820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E23C2996-6E80-D4FF-A30B-26FAA53E09C6}"/>
                    </a:ext>
                  </a:extLst>
                </p14:cNvPr>
                <p14:cNvContentPartPr/>
                <p14:nvPr/>
              </p14:nvContentPartPr>
              <p14:xfrm>
                <a:off x="8065184" y="3711255"/>
                <a:ext cx="35640" cy="9000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E23C2996-6E80-D4FF-A30B-26FAA53E09C6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047544" y="3693255"/>
                  <a:ext cx="7128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AB9B8174-64C2-DC4A-9809-F7B7CBBF74F3}"/>
                    </a:ext>
                  </a:extLst>
                </p14:cNvPr>
                <p14:cNvContentPartPr/>
                <p14:nvPr/>
              </p14:nvContentPartPr>
              <p14:xfrm>
                <a:off x="8042504" y="3628095"/>
                <a:ext cx="43560" cy="3708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AB9B8174-64C2-DC4A-9809-F7B7CBBF74F3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024504" y="3610095"/>
                  <a:ext cx="7920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2B6AD891-3D02-54EC-F86A-2F91F5A57D78}"/>
                    </a:ext>
                  </a:extLst>
                </p14:cNvPr>
                <p14:cNvContentPartPr/>
                <p14:nvPr/>
              </p14:nvContentPartPr>
              <p14:xfrm>
                <a:off x="8272904" y="3708375"/>
                <a:ext cx="190800" cy="7668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2B6AD891-3D02-54EC-F86A-2F91F5A57D78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254904" y="3690375"/>
                  <a:ext cx="22644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1CF191CF-FC44-1E6D-7778-100A88A5C348}"/>
                    </a:ext>
                  </a:extLst>
                </p14:cNvPr>
                <p14:cNvContentPartPr/>
                <p14:nvPr/>
              </p14:nvContentPartPr>
              <p14:xfrm>
                <a:off x="8564504" y="3675615"/>
                <a:ext cx="118080" cy="24156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1CF191CF-FC44-1E6D-7778-100A88A5C348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546864" y="3657975"/>
                  <a:ext cx="153720" cy="277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1EE7DFD3-5A72-8C17-62C0-4EC6CC2FD168}"/>
              </a:ext>
            </a:extLst>
          </p:cNvPr>
          <p:cNvGrpSpPr/>
          <p:nvPr/>
        </p:nvGrpSpPr>
        <p:grpSpPr>
          <a:xfrm>
            <a:off x="5842904" y="4154415"/>
            <a:ext cx="2135160" cy="303120"/>
            <a:chOff x="5842904" y="4154415"/>
            <a:chExt cx="2135160" cy="303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6DF50FBD-C36E-C5DB-7264-38383086BDAB}"/>
                    </a:ext>
                  </a:extLst>
                </p14:cNvPr>
                <p14:cNvContentPartPr/>
                <p14:nvPr/>
              </p14:nvContentPartPr>
              <p14:xfrm>
                <a:off x="5882864" y="4213095"/>
                <a:ext cx="46080" cy="24444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6DF50FBD-C36E-C5DB-7264-38383086BDAB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864864" y="4195455"/>
                  <a:ext cx="8172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DA9ACEF4-A6AC-153A-9504-9A0FEDF2182C}"/>
                    </a:ext>
                  </a:extLst>
                </p14:cNvPr>
                <p14:cNvContentPartPr/>
                <p14:nvPr/>
              </p14:nvContentPartPr>
              <p14:xfrm>
                <a:off x="5842904" y="4316055"/>
                <a:ext cx="117720" cy="5508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DA9ACEF4-A6AC-153A-9504-9A0FEDF2182C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824904" y="4298415"/>
                  <a:ext cx="15336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F4681423-201E-91A4-4C52-C0C700C5F335}"/>
                    </a:ext>
                  </a:extLst>
                </p14:cNvPr>
                <p14:cNvContentPartPr/>
                <p14:nvPr/>
              </p14:nvContentPartPr>
              <p14:xfrm>
                <a:off x="6074744" y="4299135"/>
                <a:ext cx="70200" cy="9252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F4681423-201E-91A4-4C52-C0C700C5F33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056744" y="4281135"/>
                  <a:ext cx="10584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EB47657C-F629-E82F-9326-E5FF9D2E1B96}"/>
                    </a:ext>
                  </a:extLst>
                </p14:cNvPr>
                <p14:cNvContentPartPr/>
                <p14:nvPr/>
              </p14:nvContentPartPr>
              <p14:xfrm>
                <a:off x="6267704" y="4304175"/>
                <a:ext cx="47160" cy="8748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EB47657C-F629-E82F-9326-E5FF9D2E1B96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249704" y="4286535"/>
                  <a:ext cx="8280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192E491-2809-6F3D-B5C3-730D42DDCB32}"/>
                    </a:ext>
                  </a:extLst>
                </p14:cNvPr>
                <p14:cNvContentPartPr/>
                <p14:nvPr/>
              </p14:nvContentPartPr>
              <p14:xfrm>
                <a:off x="6404504" y="4299855"/>
                <a:ext cx="265680" cy="8496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192E491-2809-6F3D-B5C3-730D42DDCB32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386864" y="4281855"/>
                  <a:ext cx="30132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38169ECA-906D-705F-760A-BF8D2D1C435A}"/>
                    </a:ext>
                  </a:extLst>
                </p14:cNvPr>
                <p14:cNvContentPartPr/>
                <p14:nvPr/>
              </p14:nvContentPartPr>
              <p14:xfrm>
                <a:off x="6981944" y="4188255"/>
                <a:ext cx="62280" cy="18396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38169ECA-906D-705F-760A-BF8D2D1C435A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964304" y="4170615"/>
                  <a:ext cx="97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91A4B176-1782-5FC0-F326-93CA8E3699C9}"/>
                    </a:ext>
                  </a:extLst>
                </p14:cNvPr>
                <p14:cNvContentPartPr/>
                <p14:nvPr/>
              </p14:nvContentPartPr>
              <p14:xfrm>
                <a:off x="7016504" y="4198695"/>
                <a:ext cx="100080" cy="5508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91A4B176-1782-5FC0-F326-93CA8E3699C9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998864" y="4180695"/>
                  <a:ext cx="13572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E1041B72-CDD8-4DC5-7554-348C90A24AFA}"/>
                    </a:ext>
                  </a:extLst>
                </p14:cNvPr>
                <p14:cNvContentPartPr/>
                <p14:nvPr/>
              </p14:nvContentPartPr>
              <p14:xfrm>
                <a:off x="7380104" y="4170255"/>
                <a:ext cx="47880" cy="18180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E1041B72-CDD8-4DC5-7554-348C90A24AFA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362464" y="4152615"/>
                  <a:ext cx="8352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65039DD8-D5C5-0E7C-6E56-8BF8F7FEEA4E}"/>
                    </a:ext>
                  </a:extLst>
                </p14:cNvPr>
                <p14:cNvContentPartPr/>
                <p14:nvPr/>
              </p14:nvContentPartPr>
              <p14:xfrm>
                <a:off x="7343024" y="4201935"/>
                <a:ext cx="267840" cy="9324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65039DD8-D5C5-0E7C-6E56-8BF8F7FEEA4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325384" y="4184295"/>
                  <a:ext cx="30348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28CD6289-4815-698C-4493-1281635DE4EC}"/>
                    </a:ext>
                  </a:extLst>
                </p14:cNvPr>
                <p14:cNvContentPartPr/>
                <p14:nvPr/>
              </p14:nvContentPartPr>
              <p14:xfrm>
                <a:off x="7798424" y="4177815"/>
                <a:ext cx="27000" cy="12384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28CD6289-4815-698C-4493-1281635DE4EC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780424" y="4160175"/>
                  <a:ext cx="6264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5038A4F6-6927-EC92-3A83-BDE60A8D125F}"/>
                    </a:ext>
                  </a:extLst>
                </p14:cNvPr>
                <p14:cNvContentPartPr/>
                <p14:nvPr/>
              </p14:nvContentPartPr>
              <p14:xfrm>
                <a:off x="7820384" y="4154415"/>
                <a:ext cx="157680" cy="12672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5038A4F6-6927-EC92-3A83-BDE60A8D125F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802744" y="4136775"/>
                  <a:ext cx="193320" cy="16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C2C3377E-4FAB-D56C-0917-E12EC155427F}"/>
              </a:ext>
            </a:extLst>
          </p:cNvPr>
          <p:cNvGrpSpPr/>
          <p:nvPr/>
        </p:nvGrpSpPr>
        <p:grpSpPr>
          <a:xfrm>
            <a:off x="3971264" y="4697295"/>
            <a:ext cx="966240" cy="523080"/>
            <a:chOff x="3971264" y="4697295"/>
            <a:chExt cx="966240" cy="523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3D82ECF3-5FF2-2EFA-A16F-2C04ADD7BF4A}"/>
                    </a:ext>
                  </a:extLst>
                </p14:cNvPr>
                <p14:cNvContentPartPr/>
                <p14:nvPr/>
              </p14:nvContentPartPr>
              <p14:xfrm>
                <a:off x="4106984" y="4852095"/>
                <a:ext cx="158040" cy="17136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3D82ECF3-5FF2-2EFA-A16F-2C04ADD7BF4A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4089344" y="4834095"/>
                  <a:ext cx="19368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2B257763-2EDA-5401-FA0C-3E4EFAE940DA}"/>
                    </a:ext>
                  </a:extLst>
                </p14:cNvPr>
                <p14:cNvContentPartPr/>
                <p14:nvPr/>
              </p14:nvContentPartPr>
              <p14:xfrm>
                <a:off x="3971264" y="4697295"/>
                <a:ext cx="520560" cy="52308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2B257763-2EDA-5401-FA0C-3E4EFAE940DA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953624" y="4679295"/>
                  <a:ext cx="556200" cy="55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6D3771DC-8FF5-5C9A-D601-27082E8804B5}"/>
                    </a:ext>
                  </a:extLst>
                </p14:cNvPr>
                <p14:cNvContentPartPr/>
                <p14:nvPr/>
              </p14:nvContentPartPr>
              <p14:xfrm>
                <a:off x="4785224" y="4997535"/>
                <a:ext cx="152280" cy="1188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6D3771DC-8FF5-5C9A-D601-27082E8804B5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767224" y="4979895"/>
                  <a:ext cx="187920" cy="47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29144728-B82D-531A-1EE0-537114124B1E}"/>
              </a:ext>
            </a:extLst>
          </p:cNvPr>
          <p:cNvGrpSpPr/>
          <p:nvPr/>
        </p:nvGrpSpPr>
        <p:grpSpPr>
          <a:xfrm>
            <a:off x="5347544" y="4905375"/>
            <a:ext cx="430560" cy="160920"/>
            <a:chOff x="5347544" y="4905375"/>
            <a:chExt cx="430560" cy="160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09F7F0BF-C706-F327-1703-20EEF60E2DAA}"/>
                    </a:ext>
                  </a:extLst>
                </p14:cNvPr>
                <p14:cNvContentPartPr/>
                <p14:nvPr/>
              </p14:nvContentPartPr>
              <p14:xfrm>
                <a:off x="5347544" y="4964775"/>
                <a:ext cx="309960" cy="7632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09F7F0BF-C706-F327-1703-20EEF60E2DAA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329904" y="4946775"/>
                  <a:ext cx="34560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3792F523-D32C-1696-C099-AF0B53E374F8}"/>
                    </a:ext>
                  </a:extLst>
                </p14:cNvPr>
                <p14:cNvContentPartPr/>
                <p14:nvPr/>
              </p14:nvContentPartPr>
              <p14:xfrm>
                <a:off x="5603504" y="4905375"/>
                <a:ext cx="174600" cy="16092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3792F523-D32C-1696-C099-AF0B53E374F8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585504" y="4887375"/>
                  <a:ext cx="210240" cy="19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B684CD1C-228E-6C5A-E0DE-E2B5EE243EAC}"/>
              </a:ext>
            </a:extLst>
          </p:cNvPr>
          <p:cNvGrpSpPr/>
          <p:nvPr/>
        </p:nvGrpSpPr>
        <p:grpSpPr>
          <a:xfrm>
            <a:off x="6170144" y="4729335"/>
            <a:ext cx="2610360" cy="297720"/>
            <a:chOff x="6170144" y="4729335"/>
            <a:chExt cx="2610360" cy="297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725B05FF-3A6C-0AF8-C1FA-CE058649DC69}"/>
                    </a:ext>
                  </a:extLst>
                </p14:cNvPr>
                <p14:cNvContentPartPr/>
                <p14:nvPr/>
              </p14:nvContentPartPr>
              <p14:xfrm>
                <a:off x="6170144" y="4876575"/>
                <a:ext cx="162000" cy="15048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725B05FF-3A6C-0AF8-C1FA-CE058649DC6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152504" y="4858575"/>
                  <a:ext cx="19764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F2110D30-BD86-5C1A-A51F-ACEF4690CAAC}"/>
                    </a:ext>
                  </a:extLst>
                </p14:cNvPr>
                <p14:cNvContentPartPr/>
                <p14:nvPr/>
              </p14:nvContentPartPr>
              <p14:xfrm>
                <a:off x="6327104" y="4774695"/>
                <a:ext cx="43920" cy="1512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F2110D30-BD86-5C1A-A51F-ACEF4690CAAC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309464" y="4756695"/>
                  <a:ext cx="7956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A422835C-2219-763C-678C-235B459728E5}"/>
                    </a:ext>
                  </a:extLst>
                </p14:cNvPr>
                <p14:cNvContentPartPr/>
                <p14:nvPr/>
              </p14:nvContentPartPr>
              <p14:xfrm>
                <a:off x="6706184" y="4849215"/>
                <a:ext cx="284760" cy="10836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A422835C-2219-763C-678C-235B459728E5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688184" y="4831575"/>
                  <a:ext cx="32040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785E3824-8AB8-3231-F83F-D388E6503AE9}"/>
                    </a:ext>
                  </a:extLst>
                </p14:cNvPr>
                <p14:cNvContentPartPr/>
                <p14:nvPr/>
              </p14:nvContentPartPr>
              <p14:xfrm>
                <a:off x="7068344" y="4862175"/>
                <a:ext cx="81360" cy="8244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785E3824-8AB8-3231-F83F-D388E6503AE9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050704" y="4844535"/>
                  <a:ext cx="11700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82A89D4C-538E-2A44-EC68-A8378E223F2C}"/>
                    </a:ext>
                  </a:extLst>
                </p14:cNvPr>
                <p14:cNvContentPartPr/>
                <p14:nvPr/>
              </p14:nvContentPartPr>
              <p14:xfrm>
                <a:off x="7236104" y="4860375"/>
                <a:ext cx="66600" cy="6768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82A89D4C-538E-2A44-EC68-A8378E223F2C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218464" y="4842375"/>
                  <a:ext cx="10224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691C840F-FF2B-918A-5278-F68220858832}"/>
                    </a:ext>
                  </a:extLst>
                </p14:cNvPr>
                <p14:cNvContentPartPr/>
                <p14:nvPr/>
              </p14:nvContentPartPr>
              <p14:xfrm>
                <a:off x="7390904" y="4857855"/>
                <a:ext cx="4680" cy="10368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691C840F-FF2B-918A-5278-F68220858832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372904" y="4839855"/>
                  <a:ext cx="403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516CFCCD-B915-14A1-604C-85556E3D36D9}"/>
                    </a:ext>
                  </a:extLst>
                </p14:cNvPr>
                <p14:cNvContentPartPr/>
                <p14:nvPr/>
              </p14:nvContentPartPr>
              <p14:xfrm>
                <a:off x="7397744" y="4730775"/>
                <a:ext cx="12240" cy="3888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516CFCCD-B915-14A1-604C-85556E3D36D9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379744" y="4713135"/>
                  <a:ext cx="4788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A9F2A37E-F5C6-7BA2-48CC-EFE5496510D6}"/>
                    </a:ext>
                  </a:extLst>
                </p14:cNvPr>
                <p14:cNvContentPartPr/>
                <p14:nvPr/>
              </p14:nvContentPartPr>
              <p14:xfrm>
                <a:off x="7515104" y="4838415"/>
                <a:ext cx="92160" cy="6120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A9F2A37E-F5C6-7BA2-48CC-EFE5496510D6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497104" y="4820775"/>
                  <a:ext cx="12780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1985651A-DCDA-BFFE-3049-1EF907E3E105}"/>
                    </a:ext>
                  </a:extLst>
                </p14:cNvPr>
                <p14:cNvContentPartPr/>
                <p14:nvPr/>
              </p14:nvContentPartPr>
              <p14:xfrm>
                <a:off x="7730384" y="4811415"/>
                <a:ext cx="108000" cy="18144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1985651A-DCDA-BFFE-3049-1EF907E3E105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712744" y="4793415"/>
                  <a:ext cx="14364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FE0D4FB7-65A1-2560-1FE2-67A0D2F4409A}"/>
                    </a:ext>
                  </a:extLst>
                </p14:cNvPr>
                <p14:cNvContentPartPr/>
                <p14:nvPr/>
              </p14:nvContentPartPr>
              <p14:xfrm>
                <a:off x="8144024" y="4729335"/>
                <a:ext cx="40320" cy="21492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FE0D4FB7-65A1-2560-1FE2-67A0D2F4409A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126384" y="4711335"/>
                  <a:ext cx="7596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4BBA6063-B6D6-DFC3-F2C0-2AA62A94708D}"/>
                    </a:ext>
                  </a:extLst>
                </p14:cNvPr>
                <p14:cNvContentPartPr/>
                <p14:nvPr/>
              </p14:nvContentPartPr>
              <p14:xfrm>
                <a:off x="8111624" y="4843815"/>
                <a:ext cx="98640" cy="3708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4BBA6063-B6D6-DFC3-F2C0-2AA62A94708D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8093624" y="4826175"/>
                  <a:ext cx="13428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69032507-44CE-9F9F-424B-6E03E556D11D}"/>
                    </a:ext>
                  </a:extLst>
                </p14:cNvPr>
                <p14:cNvContentPartPr/>
                <p14:nvPr/>
              </p14:nvContentPartPr>
              <p14:xfrm>
                <a:off x="8277584" y="4792695"/>
                <a:ext cx="77760" cy="9216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69032507-44CE-9F9F-424B-6E03E556D11D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8259584" y="4775055"/>
                  <a:ext cx="11340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6F8795C3-67F0-2C4F-919A-FA880A395699}"/>
                    </a:ext>
                  </a:extLst>
                </p14:cNvPr>
                <p14:cNvContentPartPr/>
                <p14:nvPr/>
              </p14:nvContentPartPr>
              <p14:xfrm>
                <a:off x="8470544" y="4809255"/>
                <a:ext cx="59040" cy="7632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6F8795C3-67F0-2C4F-919A-FA880A395699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8452904" y="4791615"/>
                  <a:ext cx="946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05EA0C1A-B31C-D2CD-81B2-3B23A41A47EC}"/>
                    </a:ext>
                  </a:extLst>
                </p14:cNvPr>
                <p14:cNvContentPartPr/>
                <p14:nvPr/>
              </p14:nvContentPartPr>
              <p14:xfrm>
                <a:off x="8567384" y="4790175"/>
                <a:ext cx="213120" cy="9504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05EA0C1A-B31C-D2CD-81B2-3B23A41A47EC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549744" y="4772535"/>
                  <a:ext cx="248760" cy="130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37C4B9F9-AAC8-F6CA-A8E1-AB609A0D5624}"/>
              </a:ext>
            </a:extLst>
          </p:cNvPr>
          <p:cNvGrpSpPr/>
          <p:nvPr/>
        </p:nvGrpSpPr>
        <p:grpSpPr>
          <a:xfrm>
            <a:off x="6649304" y="5221815"/>
            <a:ext cx="616320" cy="176760"/>
            <a:chOff x="6649304" y="5221815"/>
            <a:chExt cx="616320" cy="176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7EB08440-DEAF-349A-DE92-89B71CE4C3E4}"/>
                    </a:ext>
                  </a:extLst>
                </p14:cNvPr>
                <p14:cNvContentPartPr/>
                <p14:nvPr/>
              </p14:nvContentPartPr>
              <p14:xfrm>
                <a:off x="6669824" y="5268975"/>
                <a:ext cx="12600" cy="12960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7EB08440-DEAF-349A-DE92-89B71CE4C3E4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6651824" y="5250975"/>
                  <a:ext cx="4824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839F317C-A356-8B6F-1503-0FEE081BC193}"/>
                    </a:ext>
                  </a:extLst>
                </p14:cNvPr>
                <p14:cNvContentPartPr/>
                <p14:nvPr/>
              </p14:nvContentPartPr>
              <p14:xfrm>
                <a:off x="6649304" y="5235495"/>
                <a:ext cx="169200" cy="11952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839F317C-A356-8B6F-1503-0FEE081BC193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6631304" y="5217495"/>
                  <a:ext cx="20484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6EF31C86-F6F6-8EC7-3D62-38349F4B67D0}"/>
                    </a:ext>
                  </a:extLst>
                </p14:cNvPr>
                <p14:cNvContentPartPr/>
                <p14:nvPr/>
              </p14:nvContentPartPr>
              <p14:xfrm>
                <a:off x="7054304" y="5221815"/>
                <a:ext cx="43560" cy="16740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6EF31C86-F6F6-8EC7-3D62-38349F4B67D0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7036664" y="5203815"/>
                  <a:ext cx="7920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39E356DC-8E9B-0ED2-29D7-06573C39CC71}"/>
                    </a:ext>
                  </a:extLst>
                </p14:cNvPr>
                <p14:cNvContentPartPr/>
                <p14:nvPr/>
              </p14:nvContentPartPr>
              <p14:xfrm>
                <a:off x="6977264" y="5253135"/>
                <a:ext cx="288360" cy="9504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39E356DC-8E9B-0ED2-29D7-06573C39CC71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6959264" y="5235135"/>
                  <a:ext cx="324000" cy="130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67F36F97-224A-25A5-5C03-CB44AE06B7F3}"/>
              </a:ext>
            </a:extLst>
          </p:cNvPr>
          <p:cNvGrpSpPr/>
          <p:nvPr/>
        </p:nvGrpSpPr>
        <p:grpSpPr>
          <a:xfrm>
            <a:off x="7548584" y="5205615"/>
            <a:ext cx="105120" cy="150840"/>
            <a:chOff x="7548584" y="5205615"/>
            <a:chExt cx="105120" cy="150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BA157820-D3DE-FFB0-60A8-26AE3F3FEBC1}"/>
                    </a:ext>
                  </a:extLst>
                </p14:cNvPr>
                <p14:cNvContentPartPr/>
                <p14:nvPr/>
              </p14:nvContentPartPr>
              <p14:xfrm>
                <a:off x="7548584" y="5229375"/>
                <a:ext cx="46080" cy="12708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BA157820-D3DE-FFB0-60A8-26AE3F3FEBC1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7530944" y="5211375"/>
                  <a:ext cx="8172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6B73EE45-298D-CB11-3D81-EDDBBE932999}"/>
                    </a:ext>
                  </a:extLst>
                </p14:cNvPr>
                <p14:cNvContentPartPr/>
                <p14:nvPr/>
              </p14:nvContentPartPr>
              <p14:xfrm>
                <a:off x="7560464" y="5205615"/>
                <a:ext cx="93240" cy="8028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6B73EE45-298D-CB11-3D81-EDDBBE932999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542824" y="5187975"/>
                  <a:ext cx="128880" cy="115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26F75C4C-749E-123C-9245-BD90D15416AA}"/>
              </a:ext>
            </a:extLst>
          </p:cNvPr>
          <p:cNvGrpSpPr/>
          <p:nvPr/>
        </p:nvGrpSpPr>
        <p:grpSpPr>
          <a:xfrm>
            <a:off x="8931704" y="3600015"/>
            <a:ext cx="1604880" cy="1623960"/>
            <a:chOff x="8931704" y="3600015"/>
            <a:chExt cx="1604880" cy="1623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37562CF5-697E-2BA0-7016-E35D41BBAE7B}"/>
                    </a:ext>
                  </a:extLst>
                </p14:cNvPr>
                <p14:cNvContentPartPr/>
                <p14:nvPr/>
              </p14:nvContentPartPr>
              <p14:xfrm>
                <a:off x="8931704" y="3636015"/>
                <a:ext cx="1130040" cy="158796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37562CF5-697E-2BA0-7016-E35D41BBAE7B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8913704" y="3618015"/>
                  <a:ext cx="1165680" cy="162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CF2154FE-A66E-EC04-7016-3DBB7F36B464}"/>
                    </a:ext>
                  </a:extLst>
                </p14:cNvPr>
                <p14:cNvContentPartPr/>
                <p14:nvPr/>
              </p14:nvContentPartPr>
              <p14:xfrm>
                <a:off x="9996584" y="4275735"/>
                <a:ext cx="540000" cy="3456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CF2154FE-A66E-EC04-7016-3DBB7F36B464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9978584" y="4258095"/>
                  <a:ext cx="57564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C7297425-23B6-DDD4-2AFE-2EB7214A7BC5}"/>
                    </a:ext>
                  </a:extLst>
                </p14:cNvPr>
                <p14:cNvContentPartPr/>
                <p14:nvPr/>
              </p14:nvContentPartPr>
              <p14:xfrm>
                <a:off x="10410584" y="4232175"/>
                <a:ext cx="109800" cy="20340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C7297425-23B6-DDD4-2AFE-2EB7214A7BC5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0392944" y="4214535"/>
                  <a:ext cx="14544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CE05A49C-C3A0-45ED-6E77-BB784359564B}"/>
                    </a:ext>
                  </a:extLst>
                </p14:cNvPr>
                <p14:cNvContentPartPr/>
                <p14:nvPr/>
              </p14:nvContentPartPr>
              <p14:xfrm>
                <a:off x="9975344" y="3664815"/>
                <a:ext cx="159840" cy="17928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CE05A49C-C3A0-45ED-6E77-BB784359564B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9957344" y="3647175"/>
                  <a:ext cx="19548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8A86234E-0537-EB3A-6AAC-FF54D8E4B375}"/>
                    </a:ext>
                  </a:extLst>
                </p14:cNvPr>
                <p14:cNvContentPartPr/>
                <p14:nvPr/>
              </p14:nvContentPartPr>
              <p14:xfrm>
                <a:off x="9849704" y="3797295"/>
                <a:ext cx="130320" cy="10476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8A86234E-0537-EB3A-6AAC-FF54D8E4B375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9831704" y="3779655"/>
                  <a:ext cx="16596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7734D94E-BC9D-2B27-02D8-5E79CB12DF1F}"/>
                    </a:ext>
                  </a:extLst>
                </p14:cNvPr>
                <p14:cNvContentPartPr/>
                <p14:nvPr/>
              </p14:nvContentPartPr>
              <p14:xfrm>
                <a:off x="10214024" y="3600015"/>
                <a:ext cx="126720" cy="18648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7734D94E-BC9D-2B27-02D8-5E79CB12DF1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0196024" y="3582015"/>
                  <a:ext cx="16236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73D6099F-6E20-0FF0-6F49-2D722DA4AA05}"/>
                    </a:ext>
                  </a:extLst>
                </p14:cNvPr>
                <p14:cNvContentPartPr/>
                <p14:nvPr/>
              </p14:nvContentPartPr>
              <p14:xfrm>
                <a:off x="10131224" y="3941655"/>
                <a:ext cx="311400" cy="12744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73D6099F-6E20-0FF0-6F49-2D722DA4AA05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0113224" y="3923655"/>
                  <a:ext cx="34704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0168AFC3-A383-3A2F-EE65-77C3FD70CC67}"/>
                    </a:ext>
                  </a:extLst>
                </p14:cNvPr>
                <p14:cNvContentPartPr/>
                <p14:nvPr/>
              </p14:nvContentPartPr>
              <p14:xfrm>
                <a:off x="10360904" y="3926895"/>
                <a:ext cx="75240" cy="4644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0168AFC3-A383-3A2F-EE65-77C3FD70CC67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0343264" y="3909255"/>
                  <a:ext cx="110880" cy="82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1176D570-D3D5-EA5A-092E-E3FF2799653D}"/>
              </a:ext>
            </a:extLst>
          </p:cNvPr>
          <p:cNvGrpSpPr/>
          <p:nvPr/>
        </p:nvGrpSpPr>
        <p:grpSpPr>
          <a:xfrm>
            <a:off x="10815224" y="3851655"/>
            <a:ext cx="832680" cy="362520"/>
            <a:chOff x="10815224" y="3851655"/>
            <a:chExt cx="832680" cy="362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E5C16AD8-A04C-7D8D-FE1A-E10D967779E7}"/>
                    </a:ext>
                  </a:extLst>
                </p14:cNvPr>
                <p14:cNvContentPartPr/>
                <p14:nvPr/>
              </p14:nvContentPartPr>
              <p14:xfrm>
                <a:off x="10815224" y="3938775"/>
                <a:ext cx="156960" cy="27540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E5C16AD8-A04C-7D8D-FE1A-E10D967779E7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0797584" y="3921135"/>
                  <a:ext cx="19260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9CAB2336-D40E-06B5-D63D-14D1DBCF7E3F}"/>
                    </a:ext>
                  </a:extLst>
                </p14:cNvPr>
                <p14:cNvContentPartPr/>
                <p14:nvPr/>
              </p14:nvContentPartPr>
              <p14:xfrm>
                <a:off x="11057504" y="4038855"/>
                <a:ext cx="10080" cy="11304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9CAB2336-D40E-06B5-D63D-14D1DBCF7E3F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1039504" y="4021215"/>
                  <a:ext cx="4572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A65DB143-6DCF-0A0F-B8AA-24BB3D042B96}"/>
                    </a:ext>
                  </a:extLst>
                </p14:cNvPr>
                <p14:cNvContentPartPr/>
                <p14:nvPr/>
              </p14:nvContentPartPr>
              <p14:xfrm>
                <a:off x="11073344" y="3851655"/>
                <a:ext cx="3960" cy="4248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A65DB143-6DCF-0A0F-B8AA-24BB3D042B96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1055344" y="3834015"/>
                  <a:ext cx="3960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6CB4A82D-BE9A-0147-FD76-642CAC1325C1}"/>
                    </a:ext>
                  </a:extLst>
                </p14:cNvPr>
                <p14:cNvContentPartPr/>
                <p14:nvPr/>
              </p14:nvContentPartPr>
              <p14:xfrm>
                <a:off x="11170904" y="3954975"/>
                <a:ext cx="125640" cy="16020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6CB4A82D-BE9A-0147-FD76-642CAC1325C1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1152904" y="3936975"/>
                  <a:ext cx="16128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E51A92F2-FD35-7441-B94A-625282E69FA2}"/>
                    </a:ext>
                  </a:extLst>
                </p14:cNvPr>
                <p14:cNvContentPartPr/>
                <p14:nvPr/>
              </p14:nvContentPartPr>
              <p14:xfrm>
                <a:off x="11320304" y="3961095"/>
                <a:ext cx="144000" cy="10944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E51A92F2-FD35-7441-B94A-625282E69FA2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1302664" y="3943455"/>
                  <a:ext cx="17964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E3A056F3-B096-A63C-3197-796E0F1D0154}"/>
                    </a:ext>
                  </a:extLst>
                </p14:cNvPr>
                <p14:cNvContentPartPr/>
                <p14:nvPr/>
              </p14:nvContentPartPr>
              <p14:xfrm>
                <a:off x="11592824" y="3897735"/>
                <a:ext cx="55080" cy="17136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E3A056F3-B096-A63C-3197-796E0F1D0154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1574824" y="3880095"/>
                  <a:ext cx="90720" cy="20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CB23318F-A380-41F1-B4F3-093D9E4E96E5}"/>
              </a:ext>
            </a:extLst>
          </p:cNvPr>
          <p:cNvGrpSpPr/>
          <p:nvPr/>
        </p:nvGrpSpPr>
        <p:grpSpPr>
          <a:xfrm>
            <a:off x="10915304" y="4447095"/>
            <a:ext cx="492120" cy="249840"/>
            <a:chOff x="10915304" y="4447095"/>
            <a:chExt cx="492120" cy="249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2531F7BE-7A81-E4C3-F1FD-A38B36047121}"/>
                    </a:ext>
                  </a:extLst>
                </p14:cNvPr>
                <p14:cNvContentPartPr/>
                <p14:nvPr/>
              </p14:nvContentPartPr>
              <p14:xfrm>
                <a:off x="10976144" y="4447095"/>
                <a:ext cx="17280" cy="24984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2531F7BE-7A81-E4C3-F1FD-A38B36047121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0958144" y="4429455"/>
                  <a:ext cx="5292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2AFFFF3F-B7DF-92AF-4209-AA827D8917D4}"/>
                    </a:ext>
                  </a:extLst>
                </p14:cNvPr>
                <p14:cNvContentPartPr/>
                <p14:nvPr/>
              </p14:nvContentPartPr>
              <p14:xfrm>
                <a:off x="10915304" y="4518375"/>
                <a:ext cx="354600" cy="11592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2AFFFF3F-B7DF-92AF-4209-AA827D8917D4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0897304" y="4500735"/>
                  <a:ext cx="39024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3C45DE76-CED6-B845-DFFF-4B89804EA60D}"/>
                    </a:ext>
                  </a:extLst>
                </p14:cNvPr>
                <p14:cNvContentPartPr/>
                <p14:nvPr/>
              </p14:nvContentPartPr>
              <p14:xfrm>
                <a:off x="11320304" y="4538175"/>
                <a:ext cx="87120" cy="11448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3C45DE76-CED6-B845-DFFF-4B89804EA60D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1302664" y="4520535"/>
                  <a:ext cx="122760" cy="150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3EA8B835-4539-BBBA-7F22-09C040E4DD0F}"/>
              </a:ext>
            </a:extLst>
          </p:cNvPr>
          <p:cNvGrpSpPr/>
          <p:nvPr/>
        </p:nvGrpSpPr>
        <p:grpSpPr>
          <a:xfrm>
            <a:off x="10828184" y="4900335"/>
            <a:ext cx="984240" cy="358560"/>
            <a:chOff x="10828184" y="4900335"/>
            <a:chExt cx="984240" cy="358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009E6E0A-C3AA-C065-480C-EEC01E008242}"/>
                    </a:ext>
                  </a:extLst>
                </p14:cNvPr>
                <p14:cNvContentPartPr/>
                <p14:nvPr/>
              </p14:nvContentPartPr>
              <p14:xfrm>
                <a:off x="10828184" y="4920495"/>
                <a:ext cx="218880" cy="33840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009E6E0A-C3AA-C065-480C-EEC01E008242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0810544" y="4902855"/>
                  <a:ext cx="254520" cy="37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0AC54078-0F72-26FF-EC59-B9CB01495FC1}"/>
                    </a:ext>
                  </a:extLst>
                </p14:cNvPr>
                <p14:cNvContentPartPr/>
                <p14:nvPr/>
              </p14:nvContentPartPr>
              <p14:xfrm>
                <a:off x="11155424" y="5071695"/>
                <a:ext cx="45000" cy="7200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0AC54078-0F72-26FF-EC59-B9CB01495FC1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1137424" y="5054055"/>
                  <a:ext cx="8064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4643A1A2-EAB1-B76A-470E-90F03277EAEA}"/>
                    </a:ext>
                  </a:extLst>
                </p14:cNvPr>
                <p14:cNvContentPartPr/>
                <p14:nvPr/>
              </p14:nvContentPartPr>
              <p14:xfrm>
                <a:off x="11143184" y="4907895"/>
                <a:ext cx="16560" cy="1116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4643A1A2-EAB1-B76A-470E-90F03277EAEA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1125184" y="4889895"/>
                  <a:ext cx="5220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6ED3BDC4-F8E3-BEB5-3414-1F811E4C6263}"/>
                    </a:ext>
                  </a:extLst>
                </p14:cNvPr>
                <p14:cNvContentPartPr/>
                <p14:nvPr/>
              </p14:nvContentPartPr>
              <p14:xfrm>
                <a:off x="11283224" y="5016255"/>
                <a:ext cx="82440" cy="14760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6ED3BDC4-F8E3-BEB5-3414-1F811E4C6263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1265584" y="4998255"/>
                  <a:ext cx="11808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E0389036-FE23-655E-3956-3209910EE2CF}"/>
                    </a:ext>
                  </a:extLst>
                </p14:cNvPr>
                <p14:cNvContentPartPr/>
                <p14:nvPr/>
              </p14:nvContentPartPr>
              <p14:xfrm>
                <a:off x="11475104" y="4900335"/>
                <a:ext cx="126360" cy="22500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E0389036-FE23-655E-3956-3209910EE2CF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1457104" y="4882695"/>
                  <a:ext cx="16200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CF0E4D46-0F99-A2CC-B7DB-2795D8009088}"/>
                    </a:ext>
                  </a:extLst>
                </p14:cNvPr>
                <p14:cNvContentPartPr/>
                <p14:nvPr/>
              </p14:nvContentPartPr>
              <p14:xfrm>
                <a:off x="11673824" y="5001855"/>
                <a:ext cx="138600" cy="18252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CF0E4D46-0F99-A2CC-B7DB-2795D8009088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1656184" y="4984215"/>
                  <a:ext cx="174240" cy="21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0" name="Group 199">
            <a:extLst>
              <a:ext uri="{FF2B5EF4-FFF2-40B4-BE49-F238E27FC236}">
                <a16:creationId xmlns:a16="http://schemas.microsoft.com/office/drawing/2014/main" id="{6B941F70-155E-9555-9DAC-50BAD7C7EC03}"/>
              </a:ext>
            </a:extLst>
          </p:cNvPr>
          <p:cNvGrpSpPr/>
          <p:nvPr/>
        </p:nvGrpSpPr>
        <p:grpSpPr>
          <a:xfrm>
            <a:off x="10855904" y="5450775"/>
            <a:ext cx="1275840" cy="365040"/>
            <a:chOff x="10855904" y="5450775"/>
            <a:chExt cx="1275840" cy="365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7AA8F34A-458A-92A6-1D49-1510D2C3C157}"/>
                    </a:ext>
                  </a:extLst>
                </p14:cNvPr>
                <p14:cNvContentPartPr/>
                <p14:nvPr/>
              </p14:nvContentPartPr>
              <p14:xfrm>
                <a:off x="10855904" y="5613855"/>
                <a:ext cx="82440" cy="17280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7AA8F34A-458A-92A6-1D49-1510D2C3C157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0838264" y="5595855"/>
                  <a:ext cx="11808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C9A26CAD-7BA8-7AA5-4B03-7EA553EA8F25}"/>
                    </a:ext>
                  </a:extLst>
                </p14:cNvPr>
                <p14:cNvContentPartPr/>
                <p14:nvPr/>
              </p14:nvContentPartPr>
              <p14:xfrm>
                <a:off x="11041664" y="5668575"/>
                <a:ext cx="86400" cy="14364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C9A26CAD-7BA8-7AA5-4B03-7EA553EA8F25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1023664" y="5650575"/>
                  <a:ext cx="12204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9CE76D75-F5C9-B658-BF70-B4ABBB6FA494}"/>
                    </a:ext>
                  </a:extLst>
                </p14:cNvPr>
                <p14:cNvContentPartPr/>
                <p14:nvPr/>
              </p14:nvContentPartPr>
              <p14:xfrm>
                <a:off x="11171624" y="5644455"/>
                <a:ext cx="27720" cy="17136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9CE76D75-F5C9-B658-BF70-B4ABBB6FA494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1153984" y="5626455"/>
                  <a:ext cx="6336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94E0D6FD-235C-35BB-DA2D-EF7D74CBCB1A}"/>
                    </a:ext>
                  </a:extLst>
                </p14:cNvPr>
                <p14:cNvContentPartPr/>
                <p14:nvPr/>
              </p14:nvContentPartPr>
              <p14:xfrm>
                <a:off x="11251904" y="5665695"/>
                <a:ext cx="74520" cy="10908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94E0D6FD-235C-35BB-DA2D-EF7D74CBCB1A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1234264" y="5647695"/>
                  <a:ext cx="11016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E5B04192-698F-4A51-A1A1-F326FCB77691}"/>
                    </a:ext>
                  </a:extLst>
                </p14:cNvPr>
                <p14:cNvContentPartPr/>
                <p14:nvPr/>
              </p14:nvContentPartPr>
              <p14:xfrm>
                <a:off x="11419304" y="5648415"/>
                <a:ext cx="54360" cy="12384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E5B04192-698F-4A51-A1A1-F326FCB77691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1401664" y="5630415"/>
                  <a:ext cx="9000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23567728-CCCE-516B-FBC7-3A3AAC833C19}"/>
                    </a:ext>
                  </a:extLst>
                </p14:cNvPr>
                <p14:cNvContentPartPr/>
                <p14:nvPr/>
              </p14:nvContentPartPr>
              <p14:xfrm>
                <a:off x="11564024" y="5623215"/>
                <a:ext cx="370440" cy="11700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23567728-CCCE-516B-FBC7-3A3AAC833C19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1546384" y="5605215"/>
                  <a:ext cx="40608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35DDBA4B-6301-E6EB-8220-41C574D71A73}"/>
                    </a:ext>
                  </a:extLst>
                </p14:cNvPr>
                <p14:cNvContentPartPr/>
                <p14:nvPr/>
              </p14:nvContentPartPr>
              <p14:xfrm>
                <a:off x="11943464" y="5450775"/>
                <a:ext cx="48600" cy="24264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35DDBA4B-6301-E6EB-8220-41C574D71A73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1925464" y="5433135"/>
                  <a:ext cx="8424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48379D17-DC4B-17CB-7012-7D7E37BDEE37}"/>
                    </a:ext>
                  </a:extLst>
                </p14:cNvPr>
                <p14:cNvContentPartPr/>
                <p14:nvPr/>
              </p14:nvContentPartPr>
              <p14:xfrm>
                <a:off x="11943104" y="5562015"/>
                <a:ext cx="82080" cy="3204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48379D17-DC4B-17CB-7012-7D7E37BDEE37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1925104" y="5544375"/>
                  <a:ext cx="11772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C27E32E4-E155-6D10-14B3-ACE086D330A7}"/>
                    </a:ext>
                  </a:extLst>
                </p14:cNvPr>
                <p14:cNvContentPartPr/>
                <p14:nvPr/>
              </p14:nvContentPartPr>
              <p14:xfrm>
                <a:off x="12100064" y="5605215"/>
                <a:ext cx="31680" cy="1116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C27E32E4-E155-6D10-14B3-ACE086D330A7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2082064" y="5587215"/>
                  <a:ext cx="67320" cy="4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8" name="Group 217">
            <a:extLst>
              <a:ext uri="{FF2B5EF4-FFF2-40B4-BE49-F238E27FC236}">
                <a16:creationId xmlns:a16="http://schemas.microsoft.com/office/drawing/2014/main" id="{382791FF-5456-3CBF-EB22-ED078C1C779C}"/>
              </a:ext>
            </a:extLst>
          </p:cNvPr>
          <p:cNvGrpSpPr/>
          <p:nvPr/>
        </p:nvGrpSpPr>
        <p:grpSpPr>
          <a:xfrm>
            <a:off x="2919704" y="223935"/>
            <a:ext cx="4985280" cy="3274200"/>
            <a:chOff x="2919704" y="223935"/>
            <a:chExt cx="4985280" cy="3274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0A1A5C2-31CF-502F-893A-27B9680136E8}"/>
                    </a:ext>
                  </a:extLst>
                </p14:cNvPr>
                <p14:cNvContentPartPr/>
                <p14:nvPr/>
              </p14:nvContentPartPr>
              <p14:xfrm>
                <a:off x="3444584" y="1816935"/>
                <a:ext cx="183960" cy="14274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0A1A5C2-31CF-502F-893A-27B9680136E8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3426944" y="1798935"/>
                  <a:ext cx="219600" cy="146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6A02D3E-A553-5391-BCAF-BB95BBB26463}"/>
                    </a:ext>
                  </a:extLst>
                </p14:cNvPr>
                <p14:cNvContentPartPr/>
                <p14:nvPr/>
              </p14:nvContentPartPr>
              <p14:xfrm>
                <a:off x="3479144" y="1580775"/>
                <a:ext cx="3824640" cy="23472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6A02D3E-A553-5391-BCAF-BB95BBB26463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3461504" y="1563135"/>
                  <a:ext cx="386028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29E4670-0B16-754D-3A86-BB48E8FB0BC4}"/>
                    </a:ext>
                  </a:extLst>
                </p14:cNvPr>
                <p14:cNvContentPartPr/>
                <p14:nvPr/>
              </p14:nvContentPartPr>
              <p14:xfrm>
                <a:off x="3618464" y="1580415"/>
                <a:ext cx="4008240" cy="191772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29E4670-0B16-754D-3A86-BB48E8FB0BC4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3600824" y="1562415"/>
                  <a:ext cx="4043880" cy="19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D62775D-DA59-C05B-AD1B-378A0377905B}"/>
                    </a:ext>
                  </a:extLst>
                </p14:cNvPr>
                <p14:cNvContentPartPr/>
                <p14:nvPr/>
              </p14:nvContentPartPr>
              <p14:xfrm>
                <a:off x="5384984" y="1721535"/>
                <a:ext cx="170280" cy="172656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D62775D-DA59-C05B-AD1B-378A0377905B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5367344" y="1703535"/>
                  <a:ext cx="205920" cy="176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C6B08314-4364-C85F-62B0-34B4ECCC02A0}"/>
                    </a:ext>
                  </a:extLst>
                </p14:cNvPr>
                <p14:cNvContentPartPr/>
                <p14:nvPr/>
              </p14:nvContentPartPr>
              <p14:xfrm>
                <a:off x="4333064" y="1166055"/>
                <a:ext cx="85680" cy="33732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C6B08314-4364-C85F-62B0-34B4ECCC02A0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4315424" y="1148055"/>
                  <a:ext cx="121320" cy="37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906C161-93D0-0912-D595-98F2EF2B6D99}"/>
                    </a:ext>
                  </a:extLst>
                </p14:cNvPr>
                <p14:cNvContentPartPr/>
                <p14:nvPr/>
              </p14:nvContentPartPr>
              <p14:xfrm>
                <a:off x="4329824" y="1107735"/>
                <a:ext cx="203400" cy="2246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906C161-93D0-0912-D595-98F2EF2B6D99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4311824" y="1090095"/>
                  <a:ext cx="23904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F5941F60-DE1A-3B53-D930-D6FCB6B9CB4F}"/>
                    </a:ext>
                  </a:extLst>
                </p14:cNvPr>
                <p14:cNvContentPartPr/>
                <p14:nvPr/>
              </p14:nvContentPartPr>
              <p14:xfrm>
                <a:off x="6208304" y="1087575"/>
                <a:ext cx="33480" cy="3222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F5941F60-DE1A-3B53-D930-D6FCB6B9CB4F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6190664" y="1069575"/>
                  <a:ext cx="69120" cy="35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FE492DCB-917B-FF9F-91E3-0E7493E8BE4A}"/>
                    </a:ext>
                  </a:extLst>
                </p14:cNvPr>
                <p14:cNvContentPartPr/>
                <p14:nvPr/>
              </p14:nvContentPartPr>
              <p14:xfrm>
                <a:off x="6221624" y="1091895"/>
                <a:ext cx="211320" cy="1890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FE492DCB-917B-FF9F-91E3-0E7493E8BE4A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6203624" y="1074255"/>
                  <a:ext cx="24696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FB73814-CC29-3CE2-A9D8-E111D6F7A57F}"/>
                    </a:ext>
                  </a:extLst>
                </p14:cNvPr>
                <p14:cNvContentPartPr/>
                <p14:nvPr/>
              </p14:nvContentPartPr>
              <p14:xfrm>
                <a:off x="3903224" y="2147775"/>
                <a:ext cx="226080" cy="273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FB73814-CC29-3CE2-A9D8-E111D6F7A57F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3885584" y="2130135"/>
                  <a:ext cx="26172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D9896542-B7C7-E065-8633-4403D9B3425F}"/>
                    </a:ext>
                  </a:extLst>
                </p14:cNvPr>
                <p14:cNvContentPartPr/>
                <p14:nvPr/>
              </p14:nvContentPartPr>
              <p14:xfrm>
                <a:off x="4044344" y="2028615"/>
                <a:ext cx="7920" cy="2581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D9896542-B7C7-E065-8633-4403D9B3425F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4026704" y="2010975"/>
                  <a:ext cx="4356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D2B5060-8433-9FF1-F423-E63A49EFFCA4}"/>
                    </a:ext>
                  </a:extLst>
                </p14:cNvPr>
                <p14:cNvContentPartPr/>
                <p14:nvPr/>
              </p14:nvContentPartPr>
              <p14:xfrm>
                <a:off x="4440344" y="2122575"/>
                <a:ext cx="233640" cy="320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D2B5060-8433-9FF1-F423-E63A49EFFCA4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4422344" y="2104935"/>
                  <a:ext cx="26928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0011A55-5BAB-C2C9-3518-3B42A68F0881}"/>
                    </a:ext>
                  </a:extLst>
                </p14:cNvPr>
                <p14:cNvContentPartPr/>
                <p14:nvPr/>
              </p14:nvContentPartPr>
              <p14:xfrm>
                <a:off x="4546184" y="2015295"/>
                <a:ext cx="75240" cy="2635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0011A55-5BAB-C2C9-3518-3B42A68F0881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4528184" y="1997295"/>
                  <a:ext cx="11088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C1A3635-9E74-4D44-F156-553C6C2074C5}"/>
                    </a:ext>
                  </a:extLst>
                </p14:cNvPr>
                <p14:cNvContentPartPr/>
                <p14:nvPr/>
              </p14:nvContentPartPr>
              <p14:xfrm>
                <a:off x="3914744" y="2588415"/>
                <a:ext cx="218520" cy="277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C1A3635-9E74-4D44-F156-553C6C2074C5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3896744" y="2570775"/>
                  <a:ext cx="25416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85C3E829-B9AA-929B-FFBD-1CBC5E99C475}"/>
                    </a:ext>
                  </a:extLst>
                </p14:cNvPr>
                <p14:cNvContentPartPr/>
                <p14:nvPr/>
              </p14:nvContentPartPr>
              <p14:xfrm>
                <a:off x="4054784" y="2492295"/>
                <a:ext cx="48960" cy="2023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85C3E829-B9AA-929B-FFBD-1CBC5E99C475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4037144" y="2474295"/>
                  <a:ext cx="8460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4179133-1830-5BB0-8466-EE52784DF49D}"/>
                    </a:ext>
                  </a:extLst>
                </p14:cNvPr>
                <p14:cNvContentPartPr/>
                <p14:nvPr/>
              </p14:nvContentPartPr>
              <p14:xfrm>
                <a:off x="4480304" y="2595255"/>
                <a:ext cx="185760" cy="385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4179133-1830-5BB0-8466-EE52784DF49D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4462664" y="2577255"/>
                  <a:ext cx="22140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88A6E8D-8B1D-51ED-AE34-2E3B8E4BFE98}"/>
                    </a:ext>
                  </a:extLst>
                </p14:cNvPr>
                <p14:cNvContentPartPr/>
                <p14:nvPr/>
              </p14:nvContentPartPr>
              <p14:xfrm>
                <a:off x="4570664" y="2511375"/>
                <a:ext cx="19440" cy="1468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88A6E8D-8B1D-51ED-AE34-2E3B8E4BFE98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4553024" y="2493735"/>
                  <a:ext cx="5508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0926429-B147-B8BB-26D5-BBE608A24CBE}"/>
                    </a:ext>
                  </a:extLst>
                </p14:cNvPr>
                <p14:cNvContentPartPr/>
                <p14:nvPr/>
              </p14:nvContentPartPr>
              <p14:xfrm>
                <a:off x="4001864" y="3030495"/>
                <a:ext cx="236880" cy="144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0926429-B147-B8BB-26D5-BBE608A24CBE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3983864" y="3012855"/>
                  <a:ext cx="2725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928A7C59-B061-6BE8-1C1E-203F96646E80}"/>
                    </a:ext>
                  </a:extLst>
                </p14:cNvPr>
                <p14:cNvContentPartPr/>
                <p14:nvPr/>
              </p14:nvContentPartPr>
              <p14:xfrm>
                <a:off x="4139024" y="2916015"/>
                <a:ext cx="40320" cy="2905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928A7C59-B061-6BE8-1C1E-203F96646E80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4121384" y="2898375"/>
                  <a:ext cx="75960" cy="32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DF5AA-FB57-8740-06DB-A9366162B6F0}"/>
                    </a:ext>
                  </a:extLst>
                </p14:cNvPr>
                <p14:cNvContentPartPr/>
                <p14:nvPr/>
              </p14:nvContentPartPr>
              <p14:xfrm>
                <a:off x="4581824" y="3043095"/>
                <a:ext cx="207720" cy="435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DF5AA-FB57-8740-06DB-A9366162B6F0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4563824" y="3025095"/>
                  <a:ext cx="24336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A70A6AB-91B6-DE5B-8D9F-4A6E181483BB}"/>
                    </a:ext>
                  </a:extLst>
                </p14:cNvPr>
                <p14:cNvContentPartPr/>
                <p14:nvPr/>
              </p14:nvContentPartPr>
              <p14:xfrm>
                <a:off x="4708184" y="2918175"/>
                <a:ext cx="33480" cy="2271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A70A6AB-91B6-DE5B-8D9F-4A6E181483BB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4690184" y="2900175"/>
                  <a:ext cx="6912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E6466CF-C11D-819B-1BD2-93C5FA899A22}"/>
                    </a:ext>
                  </a:extLst>
                </p14:cNvPr>
                <p14:cNvContentPartPr/>
                <p14:nvPr/>
              </p14:nvContentPartPr>
              <p14:xfrm>
                <a:off x="5926064" y="2032935"/>
                <a:ext cx="224640" cy="370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E6466CF-C11D-819B-1BD2-93C5FA899A22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5908424" y="2014935"/>
                  <a:ext cx="26028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EE1EEC59-4B06-4B39-FC1A-203CBD236986}"/>
                    </a:ext>
                  </a:extLst>
                </p14:cNvPr>
                <p14:cNvContentPartPr/>
                <p14:nvPr/>
              </p14:nvContentPartPr>
              <p14:xfrm>
                <a:off x="6472904" y="1945815"/>
                <a:ext cx="254880" cy="324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EE1EEC59-4B06-4B39-FC1A-203CBD236986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6454904" y="1928175"/>
                  <a:ext cx="29052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B62A553-65A3-A2A0-59E4-751AB5D2FC7F}"/>
                    </a:ext>
                  </a:extLst>
                </p14:cNvPr>
                <p14:cNvContentPartPr/>
                <p14:nvPr/>
              </p14:nvContentPartPr>
              <p14:xfrm>
                <a:off x="5957384" y="2428215"/>
                <a:ext cx="178200" cy="244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B62A553-65A3-A2A0-59E4-751AB5D2FC7F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5939384" y="2410575"/>
                  <a:ext cx="21384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B6DFC64-F95C-25A2-3E39-52D2FF1DB77E}"/>
                    </a:ext>
                  </a:extLst>
                </p14:cNvPr>
                <p14:cNvContentPartPr/>
                <p14:nvPr/>
              </p14:nvContentPartPr>
              <p14:xfrm>
                <a:off x="6582704" y="2402655"/>
                <a:ext cx="237600" cy="475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B6DFC64-F95C-25A2-3E39-52D2FF1DB77E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6565064" y="2384655"/>
                  <a:ext cx="27324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D3E82BB-0659-0FE3-5700-5B55AB9439BE}"/>
                    </a:ext>
                  </a:extLst>
                </p14:cNvPr>
                <p14:cNvContentPartPr/>
                <p14:nvPr/>
              </p14:nvContentPartPr>
              <p14:xfrm>
                <a:off x="6015344" y="2745375"/>
                <a:ext cx="239760" cy="277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D3E82BB-0659-0FE3-5700-5B55AB9439BE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5997344" y="2727375"/>
                  <a:ext cx="27540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EA624FA-13E3-F918-FEA5-7738C3187EBA}"/>
                    </a:ext>
                  </a:extLst>
                </p14:cNvPr>
                <p14:cNvContentPartPr/>
                <p14:nvPr/>
              </p14:nvContentPartPr>
              <p14:xfrm>
                <a:off x="6649664" y="2763735"/>
                <a:ext cx="197640" cy="237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EA624FA-13E3-F918-FEA5-7738C3187EBA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6632024" y="2745735"/>
                  <a:ext cx="23328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DACB5C9-E290-D7F3-42FF-2BCAC9635FD5}"/>
                    </a:ext>
                  </a:extLst>
                </p14:cNvPr>
                <p14:cNvContentPartPr/>
                <p14:nvPr/>
              </p14:nvContentPartPr>
              <p14:xfrm>
                <a:off x="6058184" y="3159735"/>
                <a:ext cx="303120" cy="349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DACB5C9-E290-D7F3-42FF-2BCAC9635FD5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6040544" y="3142095"/>
                  <a:ext cx="33876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139DCA0-695F-3702-71BC-C7592E5BF2A8}"/>
                    </a:ext>
                  </a:extLst>
                </p14:cNvPr>
                <p14:cNvContentPartPr/>
                <p14:nvPr/>
              </p14:nvContentPartPr>
              <p14:xfrm>
                <a:off x="6673064" y="3085935"/>
                <a:ext cx="315360" cy="403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139DCA0-695F-3702-71BC-C7592E5BF2A8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6655064" y="3068295"/>
                  <a:ext cx="35100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D2D811DC-8C22-7AAB-2719-6A4A76FD4F64}"/>
                    </a:ext>
                  </a:extLst>
                </p14:cNvPr>
                <p14:cNvContentPartPr/>
                <p14:nvPr/>
              </p14:nvContentPartPr>
              <p14:xfrm>
                <a:off x="4227944" y="2006295"/>
                <a:ext cx="199800" cy="2160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D2D811DC-8C22-7AAB-2719-6A4A76FD4F64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4209944" y="1988655"/>
                  <a:ext cx="23544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A279E046-F3D4-3666-0CFA-9AF661FD8D28}"/>
                    </a:ext>
                  </a:extLst>
                </p14:cNvPr>
                <p14:cNvContentPartPr/>
                <p14:nvPr/>
              </p14:nvContentPartPr>
              <p14:xfrm>
                <a:off x="4379144" y="1920255"/>
                <a:ext cx="97920" cy="9432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A279E046-F3D4-3666-0CFA-9AF661FD8D28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4361144" y="1902255"/>
                  <a:ext cx="13356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41FA930A-C58E-E17E-8818-2A5D8A83651A}"/>
                    </a:ext>
                  </a:extLst>
                </p14:cNvPr>
                <p14:cNvContentPartPr/>
                <p14:nvPr/>
              </p14:nvContentPartPr>
              <p14:xfrm>
                <a:off x="4831304" y="2066775"/>
                <a:ext cx="272520" cy="6696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41FA930A-C58E-E17E-8818-2A5D8A83651A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4813304" y="2048775"/>
                  <a:ext cx="30816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C91E6010-A129-32D9-D4F9-A65B7387DFFF}"/>
                    </a:ext>
                  </a:extLst>
                </p14:cNvPr>
                <p14:cNvContentPartPr/>
                <p14:nvPr/>
              </p14:nvContentPartPr>
              <p14:xfrm>
                <a:off x="5067464" y="1995855"/>
                <a:ext cx="100080" cy="1364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C91E6010-A129-32D9-D4F9-A65B7387DFFF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5049464" y="1978215"/>
                  <a:ext cx="13572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A51310B-6A9D-772C-0AB4-4DB10A127AA5}"/>
                    </a:ext>
                  </a:extLst>
                </p14:cNvPr>
                <p14:cNvContentPartPr/>
                <p14:nvPr/>
              </p14:nvContentPartPr>
              <p14:xfrm>
                <a:off x="4302824" y="2542335"/>
                <a:ext cx="123840" cy="1296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A51310B-6A9D-772C-0AB4-4DB10A127AA5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4284824" y="2524695"/>
                  <a:ext cx="15948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4AB36669-4CFF-542F-ABA9-386C0A1A01B5}"/>
                    </a:ext>
                  </a:extLst>
                </p14:cNvPr>
                <p14:cNvContentPartPr/>
                <p14:nvPr/>
              </p14:nvContentPartPr>
              <p14:xfrm>
                <a:off x="4387064" y="2475015"/>
                <a:ext cx="66600" cy="9288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4AB36669-4CFF-542F-ABA9-386C0A1A01B5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4369424" y="2457015"/>
                  <a:ext cx="10224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B0D2B5C9-1FED-8EA2-1B37-BED3D115E866}"/>
                    </a:ext>
                  </a:extLst>
                </p14:cNvPr>
                <p14:cNvContentPartPr/>
                <p14:nvPr/>
              </p14:nvContentPartPr>
              <p14:xfrm>
                <a:off x="4799624" y="2483295"/>
                <a:ext cx="311400" cy="1317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B0D2B5C9-1FED-8EA2-1B37-BED3D115E866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4781984" y="2465655"/>
                  <a:ext cx="34704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85F7A204-3070-109A-548D-2295CD37E987}"/>
                    </a:ext>
                  </a:extLst>
                </p14:cNvPr>
                <p14:cNvContentPartPr/>
                <p14:nvPr/>
              </p14:nvContentPartPr>
              <p14:xfrm>
                <a:off x="5055944" y="2446575"/>
                <a:ext cx="138240" cy="1180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85F7A204-3070-109A-548D-2295CD37E987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5037944" y="2428935"/>
                  <a:ext cx="17388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5C4B1002-DD93-0776-F165-1E28EC211884}"/>
                    </a:ext>
                  </a:extLst>
                </p14:cNvPr>
                <p14:cNvContentPartPr/>
                <p14:nvPr/>
              </p14:nvContentPartPr>
              <p14:xfrm>
                <a:off x="5019224" y="3012135"/>
                <a:ext cx="172800" cy="633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5C4B1002-DD93-0776-F165-1E28EC211884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5001224" y="2994495"/>
                  <a:ext cx="20844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0A5F6DD-6BD1-9E3C-6905-711175224F3F}"/>
                    </a:ext>
                  </a:extLst>
                </p14:cNvPr>
                <p14:cNvContentPartPr/>
                <p14:nvPr/>
              </p14:nvContentPartPr>
              <p14:xfrm>
                <a:off x="5159264" y="2982615"/>
                <a:ext cx="129960" cy="10008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0A5F6DD-6BD1-9E3C-6905-711175224F3F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5141624" y="2964615"/>
                  <a:ext cx="1656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7BF9DAB1-26C0-19F5-D843-76FBCDCF2F5F}"/>
                    </a:ext>
                  </a:extLst>
                </p14:cNvPr>
                <p14:cNvContentPartPr/>
                <p14:nvPr/>
              </p14:nvContentPartPr>
              <p14:xfrm>
                <a:off x="4329104" y="3069735"/>
                <a:ext cx="135720" cy="3060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7BF9DAB1-26C0-19F5-D843-76FBCDCF2F5F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4311464" y="3051735"/>
                  <a:ext cx="17136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10BBDD5E-200F-399D-3465-94AB4BD41794}"/>
                    </a:ext>
                  </a:extLst>
                </p14:cNvPr>
                <p14:cNvContentPartPr/>
                <p14:nvPr/>
              </p14:nvContentPartPr>
              <p14:xfrm>
                <a:off x="4444304" y="2998095"/>
                <a:ext cx="90000" cy="15660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10BBDD5E-200F-399D-3465-94AB4BD41794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4426304" y="2980455"/>
                  <a:ext cx="12564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B18A4131-15FF-1EB4-F903-2341AEC47ACA}"/>
                    </a:ext>
                  </a:extLst>
                </p14:cNvPr>
                <p14:cNvContentPartPr/>
                <p14:nvPr/>
              </p14:nvContentPartPr>
              <p14:xfrm>
                <a:off x="5770184" y="2193495"/>
                <a:ext cx="332640" cy="10080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B18A4131-15FF-1EB4-F903-2341AEC47ACA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5752184" y="2175855"/>
                  <a:ext cx="36828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7DDFCE35-7F30-2572-D080-C29195A3FA05}"/>
                    </a:ext>
                  </a:extLst>
                </p14:cNvPr>
                <p14:cNvContentPartPr/>
                <p14:nvPr/>
              </p14:nvContentPartPr>
              <p14:xfrm>
                <a:off x="5724464" y="2192415"/>
                <a:ext cx="95400" cy="17280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7DDFCE35-7F30-2572-D080-C29195A3FA05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5706824" y="2174415"/>
                  <a:ext cx="13104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856A0974-6163-B3A9-C210-7468B8491B57}"/>
                    </a:ext>
                  </a:extLst>
                </p14:cNvPr>
                <p14:cNvContentPartPr/>
                <p14:nvPr/>
              </p14:nvContentPartPr>
              <p14:xfrm>
                <a:off x="5804024" y="2612895"/>
                <a:ext cx="314280" cy="10152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856A0974-6163-B3A9-C210-7468B8491B57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5786024" y="2595255"/>
                  <a:ext cx="34992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D5F1E34A-ED51-F934-ECDD-61C81FAA6700}"/>
                    </a:ext>
                  </a:extLst>
                </p14:cNvPr>
                <p14:cNvContentPartPr/>
                <p14:nvPr/>
              </p14:nvContentPartPr>
              <p14:xfrm>
                <a:off x="5774864" y="2618655"/>
                <a:ext cx="64080" cy="13680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D5F1E34A-ED51-F934-ECDD-61C81FAA6700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5756864" y="2601015"/>
                  <a:ext cx="9972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A46AA022-3D40-0762-6ADD-A7623ED92484}"/>
                    </a:ext>
                  </a:extLst>
                </p14:cNvPr>
                <p14:cNvContentPartPr/>
                <p14:nvPr/>
              </p14:nvContentPartPr>
              <p14:xfrm>
                <a:off x="5895824" y="2976135"/>
                <a:ext cx="282960" cy="1346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A46AA022-3D40-0762-6ADD-A7623ED92484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5878184" y="2958495"/>
                  <a:ext cx="31860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4122911B-D2D7-8470-BA22-D17738C53C51}"/>
                    </a:ext>
                  </a:extLst>
                </p14:cNvPr>
                <p14:cNvContentPartPr/>
                <p14:nvPr/>
              </p14:nvContentPartPr>
              <p14:xfrm>
                <a:off x="5842544" y="3001695"/>
                <a:ext cx="95040" cy="13140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4122911B-D2D7-8470-BA22-D17738C53C51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5824904" y="2984055"/>
                  <a:ext cx="13068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11C6CCC9-F83C-7507-2376-1EADDB992DD5}"/>
                    </a:ext>
                  </a:extLst>
                </p14:cNvPr>
                <p14:cNvContentPartPr/>
                <p14:nvPr/>
              </p14:nvContentPartPr>
              <p14:xfrm>
                <a:off x="6496304" y="2148855"/>
                <a:ext cx="297000" cy="12888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11C6CCC9-F83C-7507-2376-1EADDB992DD5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6478304" y="2130855"/>
                  <a:ext cx="33264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3A561252-6141-2BEC-32A1-D7299774D7C4}"/>
                    </a:ext>
                  </a:extLst>
                </p14:cNvPr>
                <p14:cNvContentPartPr/>
                <p14:nvPr/>
              </p14:nvContentPartPr>
              <p14:xfrm>
                <a:off x="6447344" y="2145975"/>
                <a:ext cx="101880" cy="15840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3A561252-6141-2BEC-32A1-D7299774D7C4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6429344" y="2127975"/>
                  <a:ext cx="13752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E8D72B9B-B70D-6330-66C3-B8F095BB2EFA}"/>
                    </a:ext>
                  </a:extLst>
                </p14:cNvPr>
                <p14:cNvContentPartPr/>
                <p14:nvPr/>
              </p14:nvContentPartPr>
              <p14:xfrm>
                <a:off x="6475424" y="2617575"/>
                <a:ext cx="179640" cy="7020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E8D72B9B-B70D-6330-66C3-B8F095BB2EFA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6457424" y="2599575"/>
                  <a:ext cx="21528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14B31B7-8F85-3195-5FF7-96FE9E0B9359}"/>
                    </a:ext>
                  </a:extLst>
                </p14:cNvPr>
                <p14:cNvContentPartPr/>
                <p14:nvPr/>
              </p14:nvContentPartPr>
              <p14:xfrm>
                <a:off x="6443744" y="2587335"/>
                <a:ext cx="64800" cy="12024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14B31B7-8F85-3195-5FF7-96FE9E0B9359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6425744" y="2569335"/>
                  <a:ext cx="10044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31D07D52-8965-4BFC-CD04-D854152A15BB}"/>
                    </a:ext>
                  </a:extLst>
                </p14:cNvPr>
                <p14:cNvContentPartPr/>
                <p14:nvPr/>
              </p14:nvContentPartPr>
              <p14:xfrm>
                <a:off x="2951384" y="269295"/>
                <a:ext cx="158400" cy="81648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31D07D52-8965-4BFC-CD04-D854152A15BB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2933384" y="251655"/>
                  <a:ext cx="194040" cy="85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A9D13D2A-4A75-369A-2F2B-F35E328C2B9A}"/>
                    </a:ext>
                  </a:extLst>
                </p14:cNvPr>
                <p14:cNvContentPartPr/>
                <p14:nvPr/>
              </p14:nvContentPartPr>
              <p14:xfrm>
                <a:off x="2919704" y="355335"/>
                <a:ext cx="389520" cy="15228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A9D13D2A-4A75-369A-2F2B-F35E328C2B9A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2902064" y="337335"/>
                  <a:ext cx="42516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4265D5F9-5468-7F17-337D-8383EB8F0A19}"/>
                    </a:ext>
                  </a:extLst>
                </p14:cNvPr>
                <p14:cNvContentPartPr/>
                <p14:nvPr/>
              </p14:nvContentPartPr>
              <p14:xfrm>
                <a:off x="3089264" y="676815"/>
                <a:ext cx="174960" cy="12276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4265D5F9-5468-7F17-337D-8383EB8F0A19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3071624" y="659175"/>
                  <a:ext cx="21060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609D9A96-87A4-8307-3EF8-D83A6FDD2496}"/>
                    </a:ext>
                  </a:extLst>
                </p14:cNvPr>
                <p14:cNvContentPartPr/>
                <p14:nvPr/>
              </p14:nvContentPartPr>
              <p14:xfrm>
                <a:off x="3465104" y="582135"/>
                <a:ext cx="259920" cy="32040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609D9A96-87A4-8307-3EF8-D83A6FDD2496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3447464" y="564135"/>
                  <a:ext cx="295560" cy="35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EA4EE527-B4ED-D5BD-51DB-66F8B1820425}"/>
                    </a:ext>
                  </a:extLst>
                </p14:cNvPr>
                <p14:cNvContentPartPr/>
                <p14:nvPr/>
              </p14:nvContentPartPr>
              <p14:xfrm>
                <a:off x="3937784" y="457575"/>
                <a:ext cx="189720" cy="27684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EA4EE527-B4ED-D5BD-51DB-66F8B1820425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3920144" y="439575"/>
                  <a:ext cx="22536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7D25C7E7-D3D7-9F45-F97B-84D6D204E77C}"/>
                    </a:ext>
                  </a:extLst>
                </p14:cNvPr>
                <p14:cNvContentPartPr/>
                <p14:nvPr/>
              </p14:nvContentPartPr>
              <p14:xfrm>
                <a:off x="4437464" y="417975"/>
                <a:ext cx="374040" cy="29520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7D25C7E7-D3D7-9F45-F97B-84D6D204E77C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4419464" y="399975"/>
                  <a:ext cx="40968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46248402-963F-7292-FFF4-AE29E89C99B7}"/>
                    </a:ext>
                  </a:extLst>
                </p14:cNvPr>
                <p14:cNvContentPartPr/>
                <p14:nvPr/>
              </p14:nvContentPartPr>
              <p14:xfrm>
                <a:off x="4920584" y="433095"/>
                <a:ext cx="261000" cy="26208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46248402-963F-7292-FFF4-AE29E89C99B7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4902584" y="415455"/>
                  <a:ext cx="29664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2F34AA64-ADC9-709F-E4D0-10633A64D973}"/>
                    </a:ext>
                  </a:extLst>
                </p14:cNvPr>
                <p14:cNvContentPartPr/>
                <p14:nvPr/>
              </p14:nvContentPartPr>
              <p14:xfrm>
                <a:off x="5222264" y="502935"/>
                <a:ext cx="138600" cy="12708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2F34AA64-ADC9-709F-E4D0-10633A64D973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5204264" y="485295"/>
                  <a:ext cx="17424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013E0B3B-A66A-341C-FBC9-9611668D8E24}"/>
                    </a:ext>
                  </a:extLst>
                </p14:cNvPr>
                <p14:cNvContentPartPr/>
                <p14:nvPr/>
              </p14:nvContentPartPr>
              <p14:xfrm>
                <a:off x="5648864" y="236535"/>
                <a:ext cx="181080" cy="44496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013E0B3B-A66A-341C-FBC9-9611668D8E24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5631224" y="218535"/>
                  <a:ext cx="216720" cy="48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6E9386FA-CA53-3392-3FAC-178804E1ABDE}"/>
                    </a:ext>
                  </a:extLst>
                </p14:cNvPr>
                <p14:cNvContentPartPr/>
                <p14:nvPr/>
              </p14:nvContentPartPr>
              <p14:xfrm>
                <a:off x="6433664" y="223935"/>
                <a:ext cx="120240" cy="55152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6E9386FA-CA53-3392-3FAC-178804E1ABDE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6416024" y="205935"/>
                  <a:ext cx="155880" cy="58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D2BECDA3-F3A9-BBC1-6708-18DB53FCDC50}"/>
                    </a:ext>
                  </a:extLst>
                </p14:cNvPr>
                <p14:cNvContentPartPr/>
                <p14:nvPr/>
              </p14:nvContentPartPr>
              <p14:xfrm>
                <a:off x="6412784" y="271815"/>
                <a:ext cx="435240" cy="51732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D2BECDA3-F3A9-BBC1-6708-18DB53FCDC50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6395144" y="253815"/>
                  <a:ext cx="470880" cy="55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4681F7F4-7EA9-BBAF-DBDA-8EC084E57334}"/>
                    </a:ext>
                  </a:extLst>
                </p14:cNvPr>
                <p14:cNvContentPartPr/>
                <p14:nvPr/>
              </p14:nvContentPartPr>
              <p14:xfrm>
                <a:off x="7019024" y="531015"/>
                <a:ext cx="61560" cy="20988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4681F7F4-7EA9-BBAF-DBDA-8EC084E57334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7001384" y="513015"/>
                  <a:ext cx="9720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AD203B8D-9359-3A56-735D-1D1ABD497C92}"/>
                    </a:ext>
                  </a:extLst>
                </p14:cNvPr>
                <p14:cNvContentPartPr/>
                <p14:nvPr/>
              </p14:nvContentPartPr>
              <p14:xfrm>
                <a:off x="6990944" y="381615"/>
                <a:ext cx="15120" cy="2016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AD203B8D-9359-3A56-735D-1D1ABD497C92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6973304" y="363975"/>
                  <a:ext cx="5076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D3882F3C-9489-53E7-6925-0C4EE7415EC5}"/>
                    </a:ext>
                  </a:extLst>
                </p14:cNvPr>
                <p14:cNvContentPartPr/>
                <p14:nvPr/>
              </p14:nvContentPartPr>
              <p14:xfrm>
                <a:off x="7259504" y="449655"/>
                <a:ext cx="239040" cy="24552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D3882F3C-9489-53E7-6925-0C4EE7415EC5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7241504" y="432015"/>
                  <a:ext cx="27468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9749D1CB-901E-3178-A208-54C03B857A7E}"/>
                    </a:ext>
                  </a:extLst>
                </p14:cNvPr>
                <p14:cNvContentPartPr/>
                <p14:nvPr/>
              </p14:nvContentPartPr>
              <p14:xfrm>
                <a:off x="7671344" y="440655"/>
                <a:ext cx="233640" cy="30024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9749D1CB-901E-3178-A208-54C03B857A7E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7653704" y="422655"/>
                  <a:ext cx="269280" cy="3358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594717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119C1A-616E-C51C-C4D5-EDF5E1778A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7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ED2B9CD-D0FF-9701-0155-B60FCACB7BE4}"/>
              </a:ext>
            </a:extLst>
          </p:cNvPr>
          <p:cNvGrpSpPr/>
          <p:nvPr/>
        </p:nvGrpSpPr>
        <p:grpSpPr>
          <a:xfrm>
            <a:off x="1891544" y="539655"/>
            <a:ext cx="6838560" cy="4883760"/>
            <a:chOff x="1891544" y="539655"/>
            <a:chExt cx="6838560" cy="4883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F244653-F2E4-4EE1-4659-14584B4602C1}"/>
                    </a:ext>
                  </a:extLst>
                </p14:cNvPr>
                <p14:cNvContentPartPr/>
                <p14:nvPr/>
              </p14:nvContentPartPr>
              <p14:xfrm>
                <a:off x="3936344" y="1013415"/>
                <a:ext cx="3042000" cy="2689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F244653-F2E4-4EE1-4659-14584B4602C1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918704" y="995415"/>
                  <a:ext cx="307764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818282F8-6B2F-EB46-C6C2-107BB421FBE5}"/>
                    </a:ext>
                  </a:extLst>
                </p14:cNvPr>
                <p14:cNvContentPartPr/>
                <p14:nvPr/>
              </p14:nvContentPartPr>
              <p14:xfrm>
                <a:off x="3642224" y="987855"/>
                <a:ext cx="3762000" cy="222912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818282F8-6B2F-EB46-C6C2-107BB421FBE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624584" y="970215"/>
                  <a:ext cx="3797640" cy="226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F04F8698-89A7-ECD5-0552-9AD80AB3D277}"/>
                    </a:ext>
                  </a:extLst>
                </p14:cNvPr>
                <p14:cNvContentPartPr/>
                <p14:nvPr/>
              </p14:nvContentPartPr>
              <p14:xfrm>
                <a:off x="3751304" y="1462335"/>
                <a:ext cx="212760" cy="17254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F04F8698-89A7-ECD5-0552-9AD80AB3D27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733304" y="1444335"/>
                  <a:ext cx="248400" cy="176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92893DD-22A1-5630-1BA1-866B68B40FD2}"/>
                    </a:ext>
                  </a:extLst>
                </p14:cNvPr>
                <p14:cNvContentPartPr/>
                <p14:nvPr/>
              </p14:nvContentPartPr>
              <p14:xfrm>
                <a:off x="4650224" y="543615"/>
                <a:ext cx="158400" cy="4075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92893DD-22A1-5630-1BA1-866B68B40FD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632584" y="525975"/>
                  <a:ext cx="194040" cy="44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D85FC47-430F-6F8E-AEBC-04F506706C95}"/>
                    </a:ext>
                  </a:extLst>
                </p14:cNvPr>
                <p14:cNvContentPartPr/>
                <p14:nvPr/>
              </p14:nvContentPartPr>
              <p14:xfrm>
                <a:off x="4680824" y="570615"/>
                <a:ext cx="135720" cy="1656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D85FC47-430F-6F8E-AEBC-04F506706C9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663184" y="552975"/>
                  <a:ext cx="17136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0775D0A-5E11-E41C-E2BE-3D9362BC23B7}"/>
                    </a:ext>
                  </a:extLst>
                </p14:cNvPr>
                <p14:cNvContentPartPr/>
                <p14:nvPr/>
              </p14:nvContentPartPr>
              <p14:xfrm>
                <a:off x="5342864" y="1145535"/>
                <a:ext cx="209520" cy="20988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0775D0A-5E11-E41C-E2BE-3D9362BC23B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325224" y="1127895"/>
                  <a:ext cx="245160" cy="21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652988E-1D47-FA08-6EE5-08EFDB927736}"/>
                    </a:ext>
                  </a:extLst>
                </p14:cNvPr>
                <p14:cNvContentPartPr/>
                <p14:nvPr/>
              </p14:nvContentPartPr>
              <p14:xfrm>
                <a:off x="6002744" y="625335"/>
                <a:ext cx="30240" cy="2563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652988E-1D47-FA08-6EE5-08EFDB927736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985104" y="607695"/>
                  <a:ext cx="6588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02199A7-3514-C332-4529-46190A24B865}"/>
                    </a:ext>
                  </a:extLst>
                </p14:cNvPr>
                <p14:cNvContentPartPr/>
                <p14:nvPr/>
              </p14:nvContentPartPr>
              <p14:xfrm>
                <a:off x="6002744" y="539655"/>
                <a:ext cx="178560" cy="1681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02199A7-3514-C332-4529-46190A24B865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985104" y="522015"/>
                  <a:ext cx="21420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D977DED-A13F-1EAA-7C35-ABDA4D4F70C1}"/>
                    </a:ext>
                  </a:extLst>
                </p14:cNvPr>
                <p14:cNvContentPartPr/>
                <p14:nvPr/>
              </p14:nvContentPartPr>
              <p14:xfrm>
                <a:off x="3960104" y="1584015"/>
                <a:ext cx="223200" cy="489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D977DED-A13F-1EAA-7C35-ABDA4D4F70C1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942464" y="1566015"/>
                  <a:ext cx="25884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3E482087-BCF4-B185-FD77-CA8415204D4E}"/>
                    </a:ext>
                  </a:extLst>
                </p14:cNvPr>
                <p14:cNvContentPartPr/>
                <p14:nvPr/>
              </p14:nvContentPartPr>
              <p14:xfrm>
                <a:off x="4110224" y="1520295"/>
                <a:ext cx="38160" cy="1411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3E482087-BCF4-B185-FD77-CA8415204D4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092584" y="1502655"/>
                  <a:ext cx="7380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9F4B2E3-A4D0-A38D-528D-EDFB8092103D}"/>
                    </a:ext>
                  </a:extLst>
                </p14:cNvPr>
                <p14:cNvContentPartPr/>
                <p14:nvPr/>
              </p14:nvContentPartPr>
              <p14:xfrm>
                <a:off x="4550864" y="1643415"/>
                <a:ext cx="165600" cy="136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9F4B2E3-A4D0-A38D-528D-EDFB8092103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533224" y="1625415"/>
                  <a:ext cx="20124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F8F6DC3-E7A7-6EC5-9F79-B3CE31C2D2F8}"/>
                    </a:ext>
                  </a:extLst>
                </p14:cNvPr>
                <p14:cNvContentPartPr/>
                <p14:nvPr/>
              </p14:nvContentPartPr>
              <p14:xfrm>
                <a:off x="4581464" y="1551255"/>
                <a:ext cx="27720" cy="1580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F8F6DC3-E7A7-6EC5-9F79-B3CE31C2D2F8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563464" y="1533255"/>
                  <a:ext cx="6336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318A06A-09C8-53AF-B455-11B54DF1D03C}"/>
                    </a:ext>
                  </a:extLst>
                </p14:cNvPr>
                <p14:cNvContentPartPr/>
                <p14:nvPr/>
              </p14:nvContentPartPr>
              <p14:xfrm>
                <a:off x="4031744" y="2095575"/>
                <a:ext cx="195120" cy="388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318A06A-09C8-53AF-B455-11B54DF1D03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013744" y="2077935"/>
                  <a:ext cx="23076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C0705D8-207E-0B71-A183-8D8E05C14EBA}"/>
                    </a:ext>
                  </a:extLst>
                </p14:cNvPr>
                <p14:cNvContentPartPr/>
                <p14:nvPr/>
              </p14:nvContentPartPr>
              <p14:xfrm>
                <a:off x="4149824" y="1990455"/>
                <a:ext cx="75600" cy="2023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C0705D8-207E-0B71-A183-8D8E05C14EB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132184" y="1972815"/>
                  <a:ext cx="11124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CEBD7C6-7AC5-3C06-876A-20CCE20DD2F0}"/>
                    </a:ext>
                  </a:extLst>
                </p14:cNvPr>
                <p14:cNvContentPartPr/>
                <p14:nvPr/>
              </p14:nvContentPartPr>
              <p14:xfrm>
                <a:off x="4491824" y="2126535"/>
                <a:ext cx="158400" cy="547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CEBD7C6-7AC5-3C06-876A-20CCE20DD2F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473824" y="2108895"/>
                  <a:ext cx="19404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E2D5A89F-5BFB-CC5C-1C6F-69B47DE2F8DC}"/>
                    </a:ext>
                  </a:extLst>
                </p14:cNvPr>
                <p14:cNvContentPartPr/>
                <p14:nvPr/>
              </p14:nvContentPartPr>
              <p14:xfrm>
                <a:off x="4534304" y="2064615"/>
                <a:ext cx="51480" cy="1144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E2D5A89F-5BFB-CC5C-1C6F-69B47DE2F8DC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516304" y="2046615"/>
                  <a:ext cx="8712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838EB87-CB6B-1F97-F9E8-0BCB8E411999}"/>
                    </a:ext>
                  </a:extLst>
                </p14:cNvPr>
                <p14:cNvContentPartPr/>
                <p14:nvPr/>
              </p14:nvContentPartPr>
              <p14:xfrm>
                <a:off x="4116704" y="2529015"/>
                <a:ext cx="201960" cy="716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838EB87-CB6B-1F97-F9E8-0BCB8E41199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099064" y="2511015"/>
                  <a:ext cx="23760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5B47CB0-FA50-F7C8-1132-48D44218B48A}"/>
                    </a:ext>
                  </a:extLst>
                </p14:cNvPr>
                <p14:cNvContentPartPr/>
                <p14:nvPr/>
              </p14:nvContentPartPr>
              <p14:xfrm>
                <a:off x="4247024" y="2463495"/>
                <a:ext cx="75240" cy="2113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5B47CB0-FA50-F7C8-1132-48D44218B48A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229024" y="2445495"/>
                  <a:ext cx="11088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39F7C00-1F85-F6B3-CD92-A5B592F57665}"/>
                    </a:ext>
                  </a:extLst>
                </p14:cNvPr>
                <p14:cNvContentPartPr/>
                <p14:nvPr/>
              </p14:nvContentPartPr>
              <p14:xfrm>
                <a:off x="4613864" y="2548815"/>
                <a:ext cx="149400" cy="450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39F7C00-1F85-F6B3-CD92-A5B592F57665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596224" y="2530815"/>
                  <a:ext cx="18504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1E9A227-CD8D-AD3A-A8BA-6BF0C69E0EED}"/>
                    </a:ext>
                  </a:extLst>
                </p14:cNvPr>
                <p14:cNvContentPartPr/>
                <p14:nvPr/>
              </p14:nvContentPartPr>
              <p14:xfrm>
                <a:off x="4648064" y="2521095"/>
                <a:ext cx="46800" cy="1836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1E9A227-CD8D-AD3A-A8BA-6BF0C69E0EED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630424" y="2503095"/>
                  <a:ext cx="8244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E647301-7B9C-1604-F8B5-0BBA0C148C1D}"/>
                    </a:ext>
                  </a:extLst>
                </p14:cNvPr>
                <p14:cNvContentPartPr/>
                <p14:nvPr/>
              </p14:nvContentPartPr>
              <p14:xfrm>
                <a:off x="6322064" y="1521015"/>
                <a:ext cx="236520" cy="327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E647301-7B9C-1604-F8B5-0BBA0C148C1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304064" y="1503015"/>
                  <a:ext cx="27216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24A2431-C94D-113E-28C3-402A99956C59}"/>
                    </a:ext>
                  </a:extLst>
                </p14:cNvPr>
                <p14:cNvContentPartPr/>
                <p14:nvPr/>
              </p14:nvContentPartPr>
              <p14:xfrm>
                <a:off x="6827144" y="1466295"/>
                <a:ext cx="149040" cy="547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24A2431-C94D-113E-28C3-402A99956C59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809144" y="1448295"/>
                  <a:ext cx="18468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5478471-B683-5676-13FF-36D25281313A}"/>
                    </a:ext>
                  </a:extLst>
                </p14:cNvPr>
                <p14:cNvContentPartPr/>
                <p14:nvPr/>
              </p14:nvContentPartPr>
              <p14:xfrm>
                <a:off x="6372464" y="2158215"/>
                <a:ext cx="186480" cy="403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5478471-B683-5676-13FF-36D25281313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354464" y="2140575"/>
                  <a:ext cx="22212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E7F4AC7-49E4-5761-347C-DA64011B25E7}"/>
                    </a:ext>
                  </a:extLst>
                </p14:cNvPr>
                <p14:cNvContentPartPr/>
                <p14:nvPr/>
              </p14:nvContentPartPr>
              <p14:xfrm>
                <a:off x="6807344" y="2090535"/>
                <a:ext cx="157320" cy="363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E7F4AC7-49E4-5761-347C-DA64011B25E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789344" y="2072535"/>
                  <a:ext cx="19296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ECEA8A99-6F97-B431-975A-7713886E8740}"/>
                    </a:ext>
                  </a:extLst>
                </p14:cNvPr>
                <p14:cNvContentPartPr/>
                <p14:nvPr/>
              </p14:nvContentPartPr>
              <p14:xfrm>
                <a:off x="6389744" y="2654655"/>
                <a:ext cx="171720" cy="500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ECEA8A99-6F97-B431-975A-7713886E8740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371744" y="2637015"/>
                  <a:ext cx="20736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A17CB25-460C-F977-2FC9-7A305C33D854}"/>
                    </a:ext>
                  </a:extLst>
                </p14:cNvPr>
                <p14:cNvContentPartPr/>
                <p14:nvPr/>
              </p14:nvContentPartPr>
              <p14:xfrm>
                <a:off x="6830384" y="2592375"/>
                <a:ext cx="181800" cy="5364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A17CB25-460C-F977-2FC9-7A305C33D854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812744" y="2574375"/>
                  <a:ext cx="21744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7F2078C-43A2-72AC-8F1C-9631F3E69CA8}"/>
                    </a:ext>
                  </a:extLst>
                </p14:cNvPr>
                <p14:cNvContentPartPr/>
                <p14:nvPr/>
              </p14:nvContentPartPr>
              <p14:xfrm>
                <a:off x="2431544" y="2085495"/>
                <a:ext cx="1378080" cy="25200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7F2078C-43A2-72AC-8F1C-9631F3E69CA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413544" y="2067495"/>
                  <a:ext cx="141372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04BE3406-9647-6D9D-8273-1EF3CBB7A9EA}"/>
                    </a:ext>
                  </a:extLst>
                </p14:cNvPr>
                <p14:cNvContentPartPr/>
                <p14:nvPr/>
              </p14:nvContentPartPr>
              <p14:xfrm>
                <a:off x="2473304" y="2266215"/>
                <a:ext cx="131400" cy="19090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04BE3406-9647-6D9D-8273-1EF3CBB7A9EA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455304" y="2248575"/>
                  <a:ext cx="167040" cy="19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D95091B9-64CE-524F-6C96-346C743BDB0A}"/>
                    </a:ext>
                  </a:extLst>
                </p14:cNvPr>
                <p14:cNvContentPartPr/>
                <p14:nvPr/>
              </p14:nvContentPartPr>
              <p14:xfrm>
                <a:off x="2354504" y="4147935"/>
                <a:ext cx="484200" cy="543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D95091B9-64CE-524F-6C96-346C743BDB0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336504" y="4129935"/>
                  <a:ext cx="51984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8B25760-B267-5F61-7364-8B269494D61A}"/>
                    </a:ext>
                  </a:extLst>
                </p14:cNvPr>
                <p14:cNvContentPartPr/>
                <p14:nvPr/>
              </p14:nvContentPartPr>
              <p14:xfrm>
                <a:off x="1891544" y="4221735"/>
                <a:ext cx="1640160" cy="2419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E8B25760-B267-5F61-7364-8B269494D61A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873544" y="4204095"/>
                  <a:ext cx="167580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7938D9B-2067-6278-C74D-5AC74EA43FF9}"/>
                    </a:ext>
                  </a:extLst>
                </p14:cNvPr>
                <p14:cNvContentPartPr/>
                <p14:nvPr/>
              </p14:nvContentPartPr>
              <p14:xfrm>
                <a:off x="2552144" y="4440255"/>
                <a:ext cx="133200" cy="8636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7938D9B-2067-6278-C74D-5AC74EA43FF9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534144" y="4422255"/>
                  <a:ext cx="168840" cy="89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A9E6C3A-F439-0938-CB5D-302A1E69F526}"/>
                    </a:ext>
                  </a:extLst>
                </p14:cNvPr>
                <p14:cNvContentPartPr/>
                <p14:nvPr/>
              </p14:nvContentPartPr>
              <p14:xfrm>
                <a:off x="2669504" y="1796415"/>
                <a:ext cx="6060600" cy="36270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A9E6C3A-F439-0938-CB5D-302A1E69F52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651864" y="1778415"/>
                  <a:ext cx="6096240" cy="36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537F96E-7131-833E-FE93-336B77B59F3E}"/>
                    </a:ext>
                  </a:extLst>
                </p14:cNvPr>
                <p14:cNvContentPartPr/>
                <p14:nvPr/>
              </p14:nvContentPartPr>
              <p14:xfrm>
                <a:off x="7232504" y="1833495"/>
                <a:ext cx="1190880" cy="349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537F96E-7131-833E-FE93-336B77B59F3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214864" y="1815855"/>
                  <a:ext cx="1226520" cy="7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BFC1D28F-8548-13DA-4D3D-031879EE76CD}"/>
              </a:ext>
            </a:extLst>
          </p:cNvPr>
          <p:cNvGrpSpPr/>
          <p:nvPr/>
        </p:nvGrpSpPr>
        <p:grpSpPr>
          <a:xfrm>
            <a:off x="1603904" y="785535"/>
            <a:ext cx="8069400" cy="5726880"/>
            <a:chOff x="1603904" y="785535"/>
            <a:chExt cx="8069400" cy="5726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84D0FC9-1D64-A856-8EFC-D5C752EFCB4C}"/>
                    </a:ext>
                  </a:extLst>
                </p14:cNvPr>
                <p14:cNvContentPartPr/>
                <p14:nvPr/>
              </p14:nvContentPartPr>
              <p14:xfrm>
                <a:off x="1885784" y="3731415"/>
                <a:ext cx="228600" cy="435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84D0FC9-1D64-A856-8EFC-D5C752EFCB4C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867784" y="3713775"/>
                  <a:ext cx="26424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34A23F5-EAB4-AF63-2984-AD75E6B0E457}"/>
                    </a:ext>
                  </a:extLst>
                </p14:cNvPr>
                <p14:cNvContentPartPr/>
                <p14:nvPr/>
              </p14:nvContentPartPr>
              <p14:xfrm>
                <a:off x="1603904" y="3352695"/>
                <a:ext cx="842040" cy="7704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34A23F5-EAB4-AF63-2984-AD75E6B0E45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586264" y="3334695"/>
                  <a:ext cx="877680" cy="80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26E4ADF-7C9F-A158-84B2-0A97D1D79E57}"/>
                    </a:ext>
                  </a:extLst>
                </p14:cNvPr>
                <p14:cNvContentPartPr/>
                <p14:nvPr/>
              </p14:nvContentPartPr>
              <p14:xfrm>
                <a:off x="2948144" y="1613895"/>
                <a:ext cx="405360" cy="558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26E4ADF-7C9F-A158-84B2-0A97D1D79E5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930144" y="1596255"/>
                  <a:ext cx="44100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E94A6AD-A3D9-49A3-707F-608F8102CC9A}"/>
                    </a:ext>
                  </a:extLst>
                </p14:cNvPr>
                <p14:cNvContentPartPr/>
                <p14:nvPr/>
              </p14:nvContentPartPr>
              <p14:xfrm>
                <a:off x="2782544" y="1188735"/>
                <a:ext cx="795960" cy="7300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E94A6AD-A3D9-49A3-707F-608F8102CC9A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64544" y="1170735"/>
                  <a:ext cx="831600" cy="76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806EF42-9E60-7421-B068-A2B141A41172}"/>
                    </a:ext>
                  </a:extLst>
                </p14:cNvPr>
                <p14:cNvContentPartPr/>
                <p14:nvPr/>
              </p14:nvContentPartPr>
              <p14:xfrm>
                <a:off x="1707944" y="1782375"/>
                <a:ext cx="889920" cy="12758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806EF42-9E60-7421-B068-A2B141A41172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690304" y="1764375"/>
                  <a:ext cx="925560" cy="131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5DE92B29-A2FE-A009-8B24-CA2F410CF2D0}"/>
                    </a:ext>
                  </a:extLst>
                </p14:cNvPr>
                <p14:cNvContentPartPr/>
                <p14:nvPr/>
              </p14:nvContentPartPr>
              <p14:xfrm>
                <a:off x="2465024" y="1632975"/>
                <a:ext cx="226800" cy="32148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5DE92B29-A2FE-A009-8B24-CA2F410CF2D0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447024" y="1614975"/>
                  <a:ext cx="262440" cy="35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80C7A825-C0F2-E50A-2E72-9305746BED8E}"/>
                    </a:ext>
                  </a:extLst>
                </p14:cNvPr>
                <p14:cNvContentPartPr/>
                <p14:nvPr/>
              </p14:nvContentPartPr>
              <p14:xfrm>
                <a:off x="7366064" y="1251015"/>
                <a:ext cx="327240" cy="8100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80C7A825-C0F2-E50A-2E72-9305746BED8E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348064" y="1233375"/>
                  <a:ext cx="36288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69485BD-746E-A4A7-B7B4-982994944A4D}"/>
                    </a:ext>
                  </a:extLst>
                </p14:cNvPr>
                <p14:cNvContentPartPr/>
                <p14:nvPr/>
              </p14:nvContentPartPr>
              <p14:xfrm>
                <a:off x="7511144" y="1132575"/>
                <a:ext cx="72720" cy="3286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69485BD-746E-A4A7-B7B4-982994944A4D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493144" y="1114935"/>
                  <a:ext cx="108360" cy="36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2AE053E-00B8-4521-0177-E7C174013780}"/>
                    </a:ext>
                  </a:extLst>
                </p14:cNvPr>
                <p14:cNvContentPartPr/>
                <p14:nvPr/>
              </p14:nvContentPartPr>
              <p14:xfrm>
                <a:off x="7272464" y="785535"/>
                <a:ext cx="761760" cy="8452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2AE053E-00B8-4521-0177-E7C174013780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254824" y="767535"/>
                  <a:ext cx="797400" cy="88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8A7CAB9-B0ED-D3FC-4352-9FBF7CD2C1FF}"/>
                    </a:ext>
                  </a:extLst>
                </p14:cNvPr>
                <p14:cNvContentPartPr/>
                <p14:nvPr/>
              </p14:nvContentPartPr>
              <p14:xfrm>
                <a:off x="2127704" y="4826535"/>
                <a:ext cx="231120" cy="824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8A7CAB9-B0ED-D3FC-4352-9FBF7CD2C1F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109704" y="4808895"/>
                  <a:ext cx="26676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7665026-0BF0-4C08-EB1C-04BCEB6A4033}"/>
                    </a:ext>
                  </a:extLst>
                </p14:cNvPr>
                <p14:cNvContentPartPr/>
                <p14:nvPr/>
              </p14:nvContentPartPr>
              <p14:xfrm>
                <a:off x="2192504" y="4692975"/>
                <a:ext cx="97920" cy="3164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7665026-0BF0-4C08-EB1C-04BCEB6A403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174864" y="4674975"/>
                  <a:ext cx="133560" cy="35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76D1AB96-5641-55B6-3CFC-467F849A4C82}"/>
                    </a:ext>
                  </a:extLst>
                </p14:cNvPr>
                <p14:cNvContentPartPr/>
                <p14:nvPr/>
              </p14:nvContentPartPr>
              <p14:xfrm>
                <a:off x="1853744" y="4555095"/>
                <a:ext cx="712440" cy="8186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76D1AB96-5641-55B6-3CFC-467F849A4C82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835744" y="4537455"/>
                  <a:ext cx="748080" cy="85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F621A04-4B76-B857-12CE-F45655815AEA}"/>
                    </a:ext>
                  </a:extLst>
                </p14:cNvPr>
                <p14:cNvContentPartPr/>
                <p14:nvPr/>
              </p14:nvContentPartPr>
              <p14:xfrm>
                <a:off x="2331824" y="1226535"/>
                <a:ext cx="7341480" cy="52858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F621A04-4B76-B857-12CE-F45655815AEA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313824" y="1208895"/>
                  <a:ext cx="7377120" cy="532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E6176E08-FA64-5DAF-4E03-0B5AAB916590}"/>
                    </a:ext>
                  </a:extLst>
                </p14:cNvPr>
                <p14:cNvContentPartPr/>
                <p14:nvPr/>
              </p14:nvContentPartPr>
              <p14:xfrm>
                <a:off x="8372624" y="1093695"/>
                <a:ext cx="228960" cy="2487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E6176E08-FA64-5DAF-4E03-0B5AAB916590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354624" y="1075695"/>
                  <a:ext cx="26460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79BE470-D242-88F2-6156-E27358D7E4DA}"/>
                    </a:ext>
                  </a:extLst>
                </p14:cNvPr>
                <p14:cNvContentPartPr/>
                <p14:nvPr/>
              </p14:nvContentPartPr>
              <p14:xfrm>
                <a:off x="8516984" y="1141575"/>
                <a:ext cx="64800" cy="424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79BE470-D242-88F2-6156-E27358D7E4DA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498984" y="1123575"/>
                  <a:ext cx="100440" cy="78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51E22CD7-EDC6-386A-27C0-EA80071065A7}"/>
              </a:ext>
            </a:extLst>
          </p:cNvPr>
          <p:cNvGrpSpPr/>
          <p:nvPr/>
        </p:nvGrpSpPr>
        <p:grpSpPr>
          <a:xfrm>
            <a:off x="3064784" y="121335"/>
            <a:ext cx="1900800" cy="496080"/>
            <a:chOff x="3064784" y="121335"/>
            <a:chExt cx="1900800" cy="496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B7631665-AD4D-6CB4-7634-183BC05D4A19}"/>
                    </a:ext>
                  </a:extLst>
                </p14:cNvPr>
                <p14:cNvContentPartPr/>
                <p14:nvPr/>
              </p14:nvContentPartPr>
              <p14:xfrm>
                <a:off x="3852464" y="291975"/>
                <a:ext cx="62280" cy="2228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B7631665-AD4D-6CB4-7634-183BC05D4A19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834464" y="274335"/>
                  <a:ext cx="9792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E6DAFCEA-3DCC-F87A-A1D2-230B10E3B51C}"/>
                    </a:ext>
                  </a:extLst>
                </p14:cNvPr>
                <p14:cNvContentPartPr/>
                <p14:nvPr/>
              </p14:nvContentPartPr>
              <p14:xfrm>
                <a:off x="3736184" y="142575"/>
                <a:ext cx="333360" cy="4748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E6DAFCEA-3DCC-F87A-A1D2-230B10E3B51C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718184" y="124935"/>
                  <a:ext cx="36900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6F5D502B-3C65-6383-9EBB-8EBEF1466238}"/>
                    </a:ext>
                  </a:extLst>
                </p14:cNvPr>
                <p14:cNvContentPartPr/>
                <p14:nvPr/>
              </p14:nvContentPartPr>
              <p14:xfrm>
                <a:off x="4266824" y="227535"/>
                <a:ext cx="150840" cy="14580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6F5D502B-3C65-6383-9EBB-8EBEF146623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249184" y="209535"/>
                  <a:ext cx="18648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E27DCF6B-E4CC-0DE1-97EE-7F959D83AF05}"/>
                    </a:ext>
                  </a:extLst>
                </p14:cNvPr>
                <p14:cNvContentPartPr/>
                <p14:nvPr/>
              </p14:nvContentPartPr>
              <p14:xfrm>
                <a:off x="4490024" y="232575"/>
                <a:ext cx="70200" cy="752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E27DCF6B-E4CC-0DE1-97EE-7F959D83AF0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4472024" y="214935"/>
                  <a:ext cx="10584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D1EF6347-D61E-59E0-D44F-8023F5D678C6}"/>
                    </a:ext>
                  </a:extLst>
                </p14:cNvPr>
                <p14:cNvContentPartPr/>
                <p14:nvPr/>
              </p14:nvContentPartPr>
              <p14:xfrm>
                <a:off x="4639784" y="121335"/>
                <a:ext cx="59760" cy="21204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D1EF6347-D61E-59E0-D44F-8023F5D678C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622144" y="103695"/>
                  <a:ext cx="9540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9B1FB30B-9C50-5DA6-5829-68BCAB9ADF01}"/>
                    </a:ext>
                  </a:extLst>
                </p14:cNvPr>
                <p14:cNvContentPartPr/>
                <p14:nvPr/>
              </p14:nvContentPartPr>
              <p14:xfrm>
                <a:off x="4807184" y="134655"/>
                <a:ext cx="158400" cy="1659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9B1FB30B-9C50-5DA6-5829-68BCAB9ADF01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4789544" y="116655"/>
                  <a:ext cx="19404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0D0FF61D-EE6E-8AC1-AE96-4DBB47302A1B}"/>
                    </a:ext>
                  </a:extLst>
                </p14:cNvPr>
                <p14:cNvContentPartPr/>
                <p14:nvPr/>
              </p14:nvContentPartPr>
              <p14:xfrm>
                <a:off x="3064784" y="285135"/>
                <a:ext cx="530640" cy="22896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0D0FF61D-EE6E-8AC1-AE96-4DBB47302A1B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046784" y="267495"/>
                  <a:ext cx="56628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A2C7B4C1-F0E9-8D5A-5EBD-7572A6F4F1E1}"/>
                    </a:ext>
                  </a:extLst>
                </p14:cNvPr>
                <p14:cNvContentPartPr/>
                <p14:nvPr/>
              </p14:nvContentPartPr>
              <p14:xfrm>
                <a:off x="3218504" y="281535"/>
                <a:ext cx="21600" cy="18396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A2C7B4C1-F0E9-8D5A-5EBD-7572A6F4F1E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200504" y="263535"/>
                  <a:ext cx="5724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F44062DB-D208-044D-799C-1FCAC9AB2D15}"/>
                    </a:ext>
                  </a:extLst>
                </p14:cNvPr>
                <p14:cNvContentPartPr/>
                <p14:nvPr/>
              </p14:nvContentPartPr>
              <p14:xfrm>
                <a:off x="3236504" y="357135"/>
                <a:ext cx="359280" cy="7056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F44062DB-D208-044D-799C-1FCAC9AB2D15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218864" y="339135"/>
                  <a:ext cx="394920" cy="10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C3AC2A2C-9255-243A-6A05-9F536A0EF923}"/>
              </a:ext>
            </a:extLst>
          </p:cNvPr>
          <p:cNvGrpSpPr/>
          <p:nvPr/>
        </p:nvGrpSpPr>
        <p:grpSpPr>
          <a:xfrm>
            <a:off x="6614744" y="138255"/>
            <a:ext cx="1857960" cy="498600"/>
            <a:chOff x="6614744" y="138255"/>
            <a:chExt cx="1857960" cy="498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A32B87FC-846C-08A5-9962-DE72E2D9FAE9}"/>
                    </a:ext>
                  </a:extLst>
                </p14:cNvPr>
                <p14:cNvContentPartPr/>
                <p14:nvPr/>
              </p14:nvContentPartPr>
              <p14:xfrm>
                <a:off x="6724904" y="219615"/>
                <a:ext cx="113400" cy="1810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A32B87FC-846C-08A5-9962-DE72E2D9FAE9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706904" y="201975"/>
                  <a:ext cx="14904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90CFC399-FAAC-B126-EC4D-ED18A0EFD89A}"/>
                    </a:ext>
                  </a:extLst>
                </p14:cNvPr>
                <p14:cNvContentPartPr/>
                <p14:nvPr/>
              </p14:nvContentPartPr>
              <p14:xfrm>
                <a:off x="6614744" y="138255"/>
                <a:ext cx="348120" cy="39168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90CFC399-FAAC-B126-EC4D-ED18A0EFD89A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596744" y="120615"/>
                  <a:ext cx="383760" cy="42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4AEA641A-AE36-0327-ADBB-A2FBD2172B96}"/>
                    </a:ext>
                  </a:extLst>
                </p14:cNvPr>
                <p14:cNvContentPartPr/>
                <p14:nvPr/>
              </p14:nvContentPartPr>
              <p14:xfrm>
                <a:off x="7199024" y="236895"/>
                <a:ext cx="114120" cy="13608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4AEA641A-AE36-0327-ADBB-A2FBD2172B96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181384" y="218895"/>
                  <a:ext cx="14976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A4AC758D-BB6F-0A03-9A49-ADD92F52DE09}"/>
                    </a:ext>
                  </a:extLst>
                </p14:cNvPr>
                <p14:cNvContentPartPr/>
                <p14:nvPr/>
              </p14:nvContentPartPr>
              <p14:xfrm>
                <a:off x="7393784" y="163095"/>
                <a:ext cx="27720" cy="18720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A4AC758D-BB6F-0A03-9A49-ADD92F52DE09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376144" y="145455"/>
                  <a:ext cx="6336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24A4F16E-722B-1D0A-3B1D-6D4FC6C1F6B3}"/>
                    </a:ext>
                  </a:extLst>
                </p14:cNvPr>
                <p14:cNvContentPartPr/>
                <p14:nvPr/>
              </p14:nvContentPartPr>
              <p14:xfrm>
                <a:off x="7453544" y="229335"/>
                <a:ext cx="99000" cy="1191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24A4F16E-722B-1D0A-3B1D-6D4FC6C1F6B3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435904" y="211695"/>
                  <a:ext cx="13464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192C8061-9C48-F300-830B-B6572A0F88F2}"/>
                    </a:ext>
                  </a:extLst>
                </p14:cNvPr>
                <p14:cNvContentPartPr/>
                <p14:nvPr/>
              </p14:nvContentPartPr>
              <p14:xfrm>
                <a:off x="7640384" y="241215"/>
                <a:ext cx="67680" cy="14616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192C8061-9C48-F300-830B-B6572A0F88F2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622384" y="223215"/>
                  <a:ext cx="10332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D4B933BC-36C7-AD2A-7D7B-27D158B31C87}"/>
                    </a:ext>
                  </a:extLst>
                </p14:cNvPr>
                <p14:cNvContentPartPr/>
                <p14:nvPr/>
              </p14:nvContentPartPr>
              <p14:xfrm>
                <a:off x="7783664" y="179655"/>
                <a:ext cx="34200" cy="19152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D4B933BC-36C7-AD2A-7D7B-27D158B31C87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766024" y="162015"/>
                  <a:ext cx="6984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FB882CC0-1FD8-9E9B-38D5-4069CCAD11EA}"/>
                    </a:ext>
                  </a:extLst>
                </p14:cNvPr>
                <p14:cNvContentPartPr/>
                <p14:nvPr/>
              </p14:nvContentPartPr>
              <p14:xfrm>
                <a:off x="7776464" y="279735"/>
                <a:ext cx="77040" cy="687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FB882CC0-1FD8-9E9B-38D5-4069CCAD11EA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758824" y="261735"/>
                  <a:ext cx="11268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81F6C8E-73F3-1D24-DD33-F22028B5BB3A}"/>
                    </a:ext>
                  </a:extLst>
                </p14:cNvPr>
                <p14:cNvContentPartPr/>
                <p14:nvPr/>
              </p14:nvContentPartPr>
              <p14:xfrm>
                <a:off x="7885544" y="237975"/>
                <a:ext cx="108360" cy="11448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81F6C8E-73F3-1D24-DD33-F22028B5BB3A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867544" y="220335"/>
                  <a:ext cx="14400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E160C3D-30FA-17B3-AEF0-42F2D4F169F4}"/>
                    </a:ext>
                  </a:extLst>
                </p14:cNvPr>
                <p14:cNvContentPartPr/>
                <p14:nvPr/>
              </p14:nvContentPartPr>
              <p14:xfrm>
                <a:off x="8030624" y="269295"/>
                <a:ext cx="77760" cy="8532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E160C3D-30FA-17B3-AEF0-42F2D4F169F4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012624" y="251655"/>
                  <a:ext cx="11340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F30D437F-842D-E706-71AB-EFA71F3FCAAC}"/>
                    </a:ext>
                  </a:extLst>
                </p14:cNvPr>
                <p14:cNvContentPartPr/>
                <p14:nvPr/>
              </p14:nvContentPartPr>
              <p14:xfrm>
                <a:off x="8172104" y="233295"/>
                <a:ext cx="145440" cy="9144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F30D437F-842D-E706-71AB-EFA71F3FCAAC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154464" y="215655"/>
                  <a:ext cx="18108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BF2869C4-3AF7-DA05-D545-1243533DAE10}"/>
                    </a:ext>
                  </a:extLst>
                </p14:cNvPr>
                <p14:cNvContentPartPr/>
                <p14:nvPr/>
              </p14:nvContentPartPr>
              <p14:xfrm>
                <a:off x="8397104" y="203055"/>
                <a:ext cx="75600" cy="16020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BF2869C4-3AF7-DA05-D545-1243533DAE10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379104" y="185415"/>
                  <a:ext cx="11124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C0564A12-ACCF-EAC5-8EA2-424074B0F70A}"/>
                    </a:ext>
                  </a:extLst>
                </p14:cNvPr>
                <p14:cNvContentPartPr/>
                <p14:nvPr/>
              </p14:nvContentPartPr>
              <p14:xfrm>
                <a:off x="7411424" y="507615"/>
                <a:ext cx="876960" cy="8352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C0564A12-ACCF-EAC5-8EA2-424074B0F70A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393784" y="489615"/>
                  <a:ext cx="91260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5D2201EC-CC5D-03FC-260E-07226FF5679A}"/>
                    </a:ext>
                  </a:extLst>
                </p14:cNvPr>
                <p14:cNvContentPartPr/>
                <p14:nvPr/>
              </p14:nvContentPartPr>
              <p14:xfrm>
                <a:off x="8097944" y="439575"/>
                <a:ext cx="85320" cy="6228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5D2201EC-CC5D-03FC-260E-07226FF5679A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8080304" y="421935"/>
                  <a:ext cx="12096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377C5A2-56CA-9E9C-B0C8-A6701F0ED426}"/>
                    </a:ext>
                  </a:extLst>
                </p14:cNvPr>
                <p14:cNvContentPartPr/>
                <p14:nvPr/>
              </p14:nvContentPartPr>
              <p14:xfrm>
                <a:off x="8160944" y="460455"/>
                <a:ext cx="159480" cy="17640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377C5A2-56CA-9E9C-B0C8-A6701F0ED426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8142944" y="442815"/>
                  <a:ext cx="19512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A00E3A79-C2EA-B798-2175-1D7C34C26C7D}"/>
                    </a:ext>
                  </a:extLst>
                </p14:cNvPr>
                <p14:cNvContentPartPr/>
                <p14:nvPr/>
              </p14:nvContentPartPr>
              <p14:xfrm>
                <a:off x="7403144" y="574935"/>
                <a:ext cx="251640" cy="2736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A00E3A79-C2EA-B798-2175-1D7C34C26C7D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385504" y="557295"/>
                  <a:ext cx="287280" cy="63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BD141336-8D6C-28F4-1431-7AB033B0FD80}"/>
              </a:ext>
            </a:extLst>
          </p:cNvPr>
          <p:cNvGrpSpPr/>
          <p:nvPr/>
        </p:nvGrpSpPr>
        <p:grpSpPr>
          <a:xfrm>
            <a:off x="4730504" y="1268295"/>
            <a:ext cx="1426680" cy="1735920"/>
            <a:chOff x="4730504" y="1268295"/>
            <a:chExt cx="1426680" cy="1735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9CA781F3-1E70-D9FB-A72A-AE95C929AA26}"/>
                    </a:ext>
                  </a:extLst>
                </p14:cNvPr>
                <p14:cNvContentPartPr/>
                <p14:nvPr/>
              </p14:nvContentPartPr>
              <p14:xfrm>
                <a:off x="4730504" y="1354695"/>
                <a:ext cx="207720" cy="24516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9CA781F3-1E70-D9FB-A72A-AE95C929AA26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4712504" y="1337055"/>
                  <a:ext cx="24336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38C62515-2B96-09CB-3457-5F42C21DD825}"/>
                    </a:ext>
                  </a:extLst>
                </p14:cNvPr>
                <p14:cNvContentPartPr/>
                <p14:nvPr/>
              </p14:nvContentPartPr>
              <p14:xfrm>
                <a:off x="4990064" y="1306455"/>
                <a:ext cx="217440" cy="2307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38C62515-2B96-09CB-3457-5F42C21DD825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4972424" y="1288455"/>
                  <a:ext cx="25308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7AFFF585-2370-8BB1-39A9-88EB0E309639}"/>
                    </a:ext>
                  </a:extLst>
                </p14:cNvPr>
                <p14:cNvContentPartPr/>
                <p14:nvPr/>
              </p14:nvContentPartPr>
              <p14:xfrm>
                <a:off x="4779824" y="1689495"/>
                <a:ext cx="225720" cy="26316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7AFFF585-2370-8BB1-39A9-88EB0E309639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4761824" y="1671855"/>
                  <a:ext cx="26136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C99AD546-849B-1918-ECD5-4009C8EC9D72}"/>
                    </a:ext>
                  </a:extLst>
                </p14:cNvPr>
                <p14:cNvContentPartPr/>
                <p14:nvPr/>
              </p14:nvContentPartPr>
              <p14:xfrm>
                <a:off x="5038664" y="1668255"/>
                <a:ext cx="203760" cy="25128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C99AD546-849B-1918-ECD5-4009C8EC9D72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021024" y="1650615"/>
                  <a:ext cx="239400" cy="2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488CCB9-3BEB-6641-C0BE-B60466934C45}"/>
                    </a:ext>
                  </a:extLst>
                </p14:cNvPr>
                <p14:cNvContentPartPr/>
                <p14:nvPr/>
              </p14:nvContentPartPr>
              <p14:xfrm>
                <a:off x="4805744" y="1986855"/>
                <a:ext cx="217800" cy="30312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488CCB9-3BEB-6641-C0BE-B60466934C45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4787744" y="1969215"/>
                  <a:ext cx="253440" cy="33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64998FCC-2F3F-CE23-B0C4-9D9BCFEDB67F}"/>
                    </a:ext>
                  </a:extLst>
                </p14:cNvPr>
                <p14:cNvContentPartPr/>
                <p14:nvPr/>
              </p14:nvContentPartPr>
              <p14:xfrm>
                <a:off x="5024264" y="2027895"/>
                <a:ext cx="214560" cy="24120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64998FCC-2F3F-CE23-B0C4-9D9BCFEDB67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006264" y="2009895"/>
                  <a:ext cx="25020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71DE3476-D109-2B84-7606-C5FA7A577957}"/>
                    </a:ext>
                  </a:extLst>
                </p14:cNvPr>
                <p14:cNvContentPartPr/>
                <p14:nvPr/>
              </p14:nvContentPartPr>
              <p14:xfrm>
                <a:off x="4812944" y="2365935"/>
                <a:ext cx="242280" cy="28728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71DE3476-D109-2B84-7606-C5FA7A577957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4794944" y="2348295"/>
                  <a:ext cx="27792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DA98359-3F57-B17E-35E2-5AD6C9F38B2C}"/>
                    </a:ext>
                  </a:extLst>
                </p14:cNvPr>
                <p14:cNvContentPartPr/>
                <p14:nvPr/>
              </p14:nvContentPartPr>
              <p14:xfrm>
                <a:off x="5102744" y="2338935"/>
                <a:ext cx="182520" cy="27828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DA98359-3F57-B17E-35E2-5AD6C9F38B2C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085104" y="2321295"/>
                  <a:ext cx="21816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629A79F1-288A-CEB2-EE94-0D8189B6E8ED}"/>
                    </a:ext>
                  </a:extLst>
                </p14:cNvPr>
                <p14:cNvContentPartPr/>
                <p14:nvPr/>
              </p14:nvContentPartPr>
              <p14:xfrm>
                <a:off x="4871264" y="2741055"/>
                <a:ext cx="292680" cy="26316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629A79F1-288A-CEB2-EE94-0D8189B6E8ED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853264" y="2723055"/>
                  <a:ext cx="32832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F8514368-FD67-15B0-6DE8-0E4B024243F8}"/>
                    </a:ext>
                  </a:extLst>
                </p14:cNvPr>
                <p14:cNvContentPartPr/>
                <p14:nvPr/>
              </p14:nvContentPartPr>
              <p14:xfrm>
                <a:off x="5229824" y="2692095"/>
                <a:ext cx="161280" cy="25956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F8514368-FD67-15B0-6DE8-0E4B024243F8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5211824" y="2674455"/>
                  <a:ext cx="19692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1D73A1EA-F6B5-A9DB-3147-BB99D1BEB26A}"/>
                    </a:ext>
                  </a:extLst>
                </p14:cNvPr>
                <p14:cNvContentPartPr/>
                <p14:nvPr/>
              </p14:nvContentPartPr>
              <p14:xfrm>
                <a:off x="4800344" y="1456935"/>
                <a:ext cx="109800" cy="2124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1D73A1EA-F6B5-A9DB-3147-BB99D1BEB26A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782344" y="1439295"/>
                  <a:ext cx="14544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00B0FD93-230D-6751-6E7E-B4916DCC9261}"/>
                    </a:ext>
                  </a:extLst>
                </p14:cNvPr>
                <p14:cNvContentPartPr/>
                <p14:nvPr/>
              </p14:nvContentPartPr>
              <p14:xfrm>
                <a:off x="5072144" y="1428855"/>
                <a:ext cx="84240" cy="756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00B0FD93-230D-6751-6E7E-B4916DCC9261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5054144" y="1410855"/>
                  <a:ext cx="11988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A1363E0D-A9E2-CDFD-B58B-1CFBB94788A9}"/>
                    </a:ext>
                  </a:extLst>
                </p14:cNvPr>
                <p14:cNvContentPartPr/>
                <p14:nvPr/>
              </p14:nvContentPartPr>
              <p14:xfrm>
                <a:off x="4865144" y="1845735"/>
                <a:ext cx="54360" cy="540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A1363E0D-A9E2-CDFD-B58B-1CFBB94788A9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4847504" y="1828095"/>
                  <a:ext cx="9000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7CC5BEDA-2B2F-F7B6-BBF3-9C7B77CD5168}"/>
                    </a:ext>
                  </a:extLst>
                </p14:cNvPr>
                <p14:cNvContentPartPr/>
                <p14:nvPr/>
              </p14:nvContentPartPr>
              <p14:xfrm>
                <a:off x="5103464" y="1792455"/>
                <a:ext cx="95760" cy="1152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7CC5BEDA-2B2F-F7B6-BBF3-9C7B77CD5168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085824" y="1774455"/>
                  <a:ext cx="13140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2ACBFC6B-E113-3E28-0854-0893E5590667}"/>
                    </a:ext>
                  </a:extLst>
                </p14:cNvPr>
                <p14:cNvContentPartPr/>
                <p14:nvPr/>
              </p14:nvContentPartPr>
              <p14:xfrm>
                <a:off x="4862984" y="2195655"/>
                <a:ext cx="71640" cy="1116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2ACBFC6B-E113-3E28-0854-0893E5590667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4845344" y="2178015"/>
                  <a:ext cx="10728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5B3C4499-16E7-A707-C907-8605B07D9747}"/>
                    </a:ext>
                  </a:extLst>
                </p14:cNvPr>
                <p14:cNvContentPartPr/>
                <p14:nvPr/>
              </p14:nvContentPartPr>
              <p14:xfrm>
                <a:off x="5106704" y="2129775"/>
                <a:ext cx="65880" cy="2124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5B3C4499-16E7-A707-C907-8605B07D9747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089064" y="2111775"/>
                  <a:ext cx="10152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A8342A05-781A-A25D-921B-DE3E382585BD}"/>
                    </a:ext>
                  </a:extLst>
                </p14:cNvPr>
                <p14:cNvContentPartPr/>
                <p14:nvPr/>
              </p14:nvContentPartPr>
              <p14:xfrm>
                <a:off x="4925984" y="2526495"/>
                <a:ext cx="79560" cy="792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A8342A05-781A-A25D-921B-DE3E382585BD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4908344" y="2508495"/>
                  <a:ext cx="11520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82025910-3E79-4ED1-10F4-65B5A4CBFFDF}"/>
                    </a:ext>
                  </a:extLst>
                </p14:cNvPr>
                <p14:cNvContentPartPr/>
                <p14:nvPr/>
              </p14:nvContentPartPr>
              <p14:xfrm>
                <a:off x="5175824" y="2489415"/>
                <a:ext cx="54720" cy="216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82025910-3E79-4ED1-10F4-65B5A4CBFFDF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157824" y="2471415"/>
                  <a:ext cx="9036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9D488F22-A2F2-AAC3-C28F-F92161387D7E}"/>
                    </a:ext>
                  </a:extLst>
                </p14:cNvPr>
                <p14:cNvContentPartPr/>
                <p14:nvPr/>
              </p14:nvContentPartPr>
              <p14:xfrm>
                <a:off x="5010944" y="2885415"/>
                <a:ext cx="84240" cy="540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9D488F22-A2F2-AAC3-C28F-F92161387D7E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4992944" y="2867775"/>
                  <a:ext cx="11988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4A1D12F0-8316-2513-B161-6402077A77A4}"/>
                    </a:ext>
                  </a:extLst>
                </p14:cNvPr>
                <p14:cNvContentPartPr/>
                <p14:nvPr/>
              </p14:nvContentPartPr>
              <p14:xfrm>
                <a:off x="5320904" y="2820615"/>
                <a:ext cx="84600" cy="2016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4A1D12F0-8316-2513-B161-6402077A77A4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5302904" y="2802615"/>
                  <a:ext cx="12024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33663C28-79A8-9FEB-CAB1-6E95ACFF46DD}"/>
                    </a:ext>
                  </a:extLst>
                </p14:cNvPr>
                <p14:cNvContentPartPr/>
                <p14:nvPr/>
              </p14:nvContentPartPr>
              <p14:xfrm>
                <a:off x="5512064" y="1389255"/>
                <a:ext cx="104400" cy="1080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33663C28-79A8-9FEB-CAB1-6E95ACFF46DD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5494064" y="1371255"/>
                  <a:ext cx="14004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2EB82160-A764-508C-AE03-D8C6B99516CD}"/>
                    </a:ext>
                  </a:extLst>
                </p14:cNvPr>
                <p14:cNvContentPartPr/>
                <p14:nvPr/>
              </p14:nvContentPartPr>
              <p14:xfrm>
                <a:off x="5510264" y="1379175"/>
                <a:ext cx="172440" cy="2520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2EB82160-A764-508C-AE03-D8C6B99516CD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5492264" y="1361535"/>
                  <a:ext cx="20808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1EBC36B0-842D-7AA8-C7F9-6C2894511512}"/>
                    </a:ext>
                  </a:extLst>
                </p14:cNvPr>
                <p14:cNvContentPartPr/>
                <p14:nvPr/>
              </p14:nvContentPartPr>
              <p14:xfrm>
                <a:off x="5567864" y="1345335"/>
                <a:ext cx="36000" cy="13428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1EBC36B0-842D-7AA8-C7F9-6C2894511512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5550224" y="1327695"/>
                  <a:ext cx="7164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806AE1A6-D0FD-8BB0-97BE-46DF2C19E272}"/>
                    </a:ext>
                  </a:extLst>
                </p14:cNvPr>
                <p14:cNvContentPartPr/>
                <p14:nvPr/>
              </p14:nvContentPartPr>
              <p14:xfrm>
                <a:off x="5749304" y="1366935"/>
                <a:ext cx="109440" cy="2232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806AE1A6-D0FD-8BB0-97BE-46DF2C19E272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5731304" y="1348935"/>
                  <a:ext cx="14508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C0F3F96C-6C36-5EED-70C7-BEAFC77A5E06}"/>
                    </a:ext>
                  </a:extLst>
                </p14:cNvPr>
                <p14:cNvContentPartPr/>
                <p14:nvPr/>
              </p14:nvContentPartPr>
              <p14:xfrm>
                <a:off x="5812304" y="1314375"/>
                <a:ext cx="16560" cy="13248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C0F3F96C-6C36-5EED-70C7-BEAFC77A5E06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5794664" y="1296735"/>
                  <a:ext cx="5220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7195C9CC-A8C2-75CF-22BD-EA19ED0C47FF}"/>
                    </a:ext>
                  </a:extLst>
                </p14:cNvPr>
                <p14:cNvContentPartPr/>
                <p14:nvPr/>
              </p14:nvContentPartPr>
              <p14:xfrm>
                <a:off x="5460224" y="1276215"/>
                <a:ext cx="217440" cy="30960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7195C9CC-A8C2-75CF-22BD-EA19ED0C47FF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5442224" y="1258575"/>
                  <a:ext cx="253080" cy="34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4717C4B7-5AF9-8F14-50EF-01841B41E349}"/>
                    </a:ext>
                  </a:extLst>
                </p14:cNvPr>
                <p14:cNvContentPartPr/>
                <p14:nvPr/>
              </p14:nvContentPartPr>
              <p14:xfrm>
                <a:off x="5706464" y="1268295"/>
                <a:ext cx="217080" cy="22788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4717C4B7-5AF9-8F14-50EF-01841B41E349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5688824" y="1250295"/>
                  <a:ext cx="25272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D7DB10E2-A594-782F-B454-6FC777A69AE7}"/>
                    </a:ext>
                  </a:extLst>
                </p14:cNvPr>
                <p14:cNvContentPartPr/>
                <p14:nvPr/>
              </p14:nvContentPartPr>
              <p14:xfrm>
                <a:off x="5568944" y="1774095"/>
                <a:ext cx="96840" cy="1116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D7DB10E2-A594-782F-B454-6FC777A69AE7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5551304" y="1756095"/>
                  <a:ext cx="13248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4B0E0632-AF49-AD50-6A91-3C66895DA6CC}"/>
                    </a:ext>
                  </a:extLst>
                </p14:cNvPr>
                <p14:cNvContentPartPr/>
                <p14:nvPr/>
              </p14:nvContentPartPr>
              <p14:xfrm>
                <a:off x="5604584" y="1730535"/>
                <a:ext cx="46440" cy="16596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4B0E0632-AF49-AD50-6A91-3C66895DA6C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5586584" y="1712535"/>
                  <a:ext cx="8208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69F3C520-C726-6C84-C3A1-97E26C40AE6A}"/>
                    </a:ext>
                  </a:extLst>
                </p14:cNvPr>
                <p14:cNvContentPartPr/>
                <p14:nvPr/>
              </p14:nvContentPartPr>
              <p14:xfrm>
                <a:off x="5478224" y="1669335"/>
                <a:ext cx="266400" cy="28800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69F3C520-C726-6C84-C3A1-97E26C40AE6A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5460224" y="1651335"/>
                  <a:ext cx="30204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7AA46516-B79C-D859-F0E2-3D89C3481BEA}"/>
                    </a:ext>
                  </a:extLst>
                </p14:cNvPr>
                <p14:cNvContentPartPr/>
                <p14:nvPr/>
              </p14:nvContentPartPr>
              <p14:xfrm>
                <a:off x="5774504" y="1791735"/>
                <a:ext cx="103320" cy="1116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7AA46516-B79C-D859-F0E2-3D89C3481BEA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5756864" y="1774095"/>
                  <a:ext cx="13896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5541323F-A0F8-B728-04F7-DF47CA2AFC81}"/>
                    </a:ext>
                  </a:extLst>
                </p14:cNvPr>
                <p14:cNvContentPartPr/>
                <p14:nvPr/>
              </p14:nvContentPartPr>
              <p14:xfrm>
                <a:off x="5825264" y="1734855"/>
                <a:ext cx="32400" cy="14904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5541323F-A0F8-B728-04F7-DF47CA2AFC81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5807264" y="1717215"/>
                  <a:ext cx="6804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9F36026A-CB5B-51E3-8420-DEFE4EE3E989}"/>
                    </a:ext>
                  </a:extLst>
                </p14:cNvPr>
                <p14:cNvContentPartPr/>
                <p14:nvPr/>
              </p14:nvContentPartPr>
              <p14:xfrm>
                <a:off x="5755424" y="1665735"/>
                <a:ext cx="281520" cy="29304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9F36026A-CB5B-51E3-8420-DEFE4EE3E989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5737784" y="1647735"/>
                  <a:ext cx="31716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74111810-53AD-49D4-C1A0-B193C5CC5AE0}"/>
                    </a:ext>
                  </a:extLst>
                </p14:cNvPr>
                <p14:cNvContentPartPr/>
                <p14:nvPr/>
              </p14:nvContentPartPr>
              <p14:xfrm>
                <a:off x="5618624" y="2210055"/>
                <a:ext cx="77400" cy="720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74111810-53AD-49D4-C1A0-B193C5CC5AE0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5600624" y="2192415"/>
                  <a:ext cx="1130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3141D158-25E3-9464-9D39-1DCEA0E2557E}"/>
                    </a:ext>
                  </a:extLst>
                </p14:cNvPr>
                <p14:cNvContentPartPr/>
                <p14:nvPr/>
              </p14:nvContentPartPr>
              <p14:xfrm>
                <a:off x="5625824" y="2156055"/>
                <a:ext cx="34560" cy="17784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3141D158-25E3-9464-9D39-1DCEA0E2557E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5608184" y="2138055"/>
                  <a:ext cx="7020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DC69EBE4-C289-0EEA-9C71-70308F1EB4CC}"/>
                    </a:ext>
                  </a:extLst>
                </p14:cNvPr>
                <p14:cNvContentPartPr/>
                <p14:nvPr/>
              </p14:nvContentPartPr>
              <p14:xfrm>
                <a:off x="5497664" y="2103495"/>
                <a:ext cx="300960" cy="25632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DC69EBE4-C289-0EEA-9C71-70308F1EB4CC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5480024" y="2085495"/>
                  <a:ext cx="33660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7FB2026E-048A-0CAE-BB18-6D085E07FF16}"/>
                    </a:ext>
                  </a:extLst>
                </p14:cNvPr>
                <p14:cNvContentPartPr/>
                <p14:nvPr/>
              </p14:nvContentPartPr>
              <p14:xfrm>
                <a:off x="5834984" y="2229855"/>
                <a:ext cx="129600" cy="468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7FB2026E-048A-0CAE-BB18-6D085E07FF16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5816984" y="2211855"/>
                  <a:ext cx="1652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D518601C-B0CE-4525-76B3-0FAC6250361E}"/>
                    </a:ext>
                  </a:extLst>
                </p14:cNvPr>
                <p14:cNvContentPartPr/>
                <p14:nvPr/>
              </p14:nvContentPartPr>
              <p14:xfrm>
                <a:off x="5926064" y="2148135"/>
                <a:ext cx="46440" cy="13104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D518601C-B0CE-4525-76B3-0FAC6250361E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5908064" y="2130135"/>
                  <a:ext cx="8208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BCE5D9EF-E17D-EB6F-A9D0-FCF5CC4B6342}"/>
                    </a:ext>
                  </a:extLst>
                </p14:cNvPr>
                <p14:cNvContentPartPr/>
                <p14:nvPr/>
              </p14:nvContentPartPr>
              <p14:xfrm>
                <a:off x="5818784" y="2039415"/>
                <a:ext cx="255960" cy="29088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BCE5D9EF-E17D-EB6F-A9D0-FCF5CC4B6342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5801144" y="2021775"/>
                  <a:ext cx="29160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1B05D7A9-74D9-F2D7-4D2B-60A1AE458DDF}"/>
                    </a:ext>
                  </a:extLst>
                </p14:cNvPr>
                <p14:cNvContentPartPr/>
                <p14:nvPr/>
              </p14:nvContentPartPr>
              <p14:xfrm>
                <a:off x="5633024" y="2521815"/>
                <a:ext cx="133200" cy="1980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1B05D7A9-74D9-F2D7-4D2B-60A1AE458DDF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5615024" y="2504175"/>
                  <a:ext cx="16884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F7F1D17B-3FD9-F670-8797-4AC72717EC14}"/>
                    </a:ext>
                  </a:extLst>
                </p14:cNvPr>
                <p14:cNvContentPartPr/>
                <p14:nvPr/>
              </p14:nvContentPartPr>
              <p14:xfrm>
                <a:off x="5649224" y="2471055"/>
                <a:ext cx="27360" cy="17676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F7F1D17B-3FD9-F670-8797-4AC72717EC14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5631584" y="2453055"/>
                  <a:ext cx="6300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01F786B9-C75A-89D1-F94C-F73F3CA322B4}"/>
                    </a:ext>
                  </a:extLst>
                </p14:cNvPr>
                <p14:cNvContentPartPr/>
                <p14:nvPr/>
              </p14:nvContentPartPr>
              <p14:xfrm>
                <a:off x="5480744" y="2413815"/>
                <a:ext cx="337680" cy="31248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01F786B9-C75A-89D1-F94C-F73F3CA322B4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5462744" y="2396175"/>
                  <a:ext cx="373320" cy="34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6B476E99-EFBD-0522-513B-2934859CA563}"/>
                    </a:ext>
                  </a:extLst>
                </p14:cNvPr>
                <p14:cNvContentPartPr/>
                <p14:nvPr/>
              </p14:nvContentPartPr>
              <p14:xfrm>
                <a:off x="5921744" y="2535855"/>
                <a:ext cx="78480" cy="1152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6B476E99-EFBD-0522-513B-2934859CA563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5903744" y="2517855"/>
                  <a:ext cx="11412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8FEB3E0C-3F90-C95B-8599-59AE56FABAA4}"/>
                    </a:ext>
                  </a:extLst>
                </p14:cNvPr>
                <p14:cNvContentPartPr/>
                <p14:nvPr/>
              </p14:nvContentPartPr>
              <p14:xfrm>
                <a:off x="5990864" y="2467815"/>
                <a:ext cx="12960" cy="9540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8FEB3E0C-3F90-C95B-8599-59AE56FABAA4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5972864" y="2450175"/>
                  <a:ext cx="4860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9D5A8D3E-4CA4-4F3F-243D-226FFF57E789}"/>
                    </a:ext>
                  </a:extLst>
                </p14:cNvPr>
                <p14:cNvContentPartPr/>
                <p14:nvPr/>
              </p14:nvContentPartPr>
              <p14:xfrm>
                <a:off x="5824904" y="2373855"/>
                <a:ext cx="332280" cy="34056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9D5A8D3E-4CA4-4F3F-243D-226FFF57E789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5807264" y="2355855"/>
                  <a:ext cx="367920" cy="376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38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9B692046-68E0-FD63-436E-8375F846E0DB}"/>
                  </a:ext>
                </a:extLst>
              </p14:cNvPr>
              <p14:cNvContentPartPr/>
              <p14:nvPr/>
            </p14:nvContentPartPr>
            <p14:xfrm>
              <a:off x="4529984" y="1949415"/>
              <a:ext cx="1966680" cy="67680"/>
            </p14:xfrm>
          </p:contentPart>
        </mc:Choice>
        <mc:Fallback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9B692046-68E0-FD63-436E-8375F846E0DB}"/>
                  </a:ext>
                </a:extLst>
              </p:cNvPr>
              <p:cNvPicPr/>
              <p:nvPr/>
            </p:nvPicPr>
            <p:blipFill>
              <a:blip r:embed="rId239"/>
              <a:stretch>
                <a:fillRect/>
              </a:stretch>
            </p:blipFill>
            <p:spPr>
              <a:xfrm>
                <a:off x="4475984" y="1841415"/>
                <a:ext cx="2074320" cy="28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0">
            <p14:nvContentPartPr>
              <p14:cNvPr id="197" name="Ink 196">
                <a:extLst>
                  <a:ext uri="{FF2B5EF4-FFF2-40B4-BE49-F238E27FC236}">
                    <a16:creationId xmlns:a16="http://schemas.microsoft.com/office/drawing/2014/main" id="{24571F73-190A-108E-14EF-9B0508346A97}"/>
                  </a:ext>
                </a:extLst>
              </p14:cNvPr>
              <p14:cNvContentPartPr/>
              <p14:nvPr/>
            </p14:nvContentPartPr>
            <p14:xfrm>
              <a:off x="4475624" y="1739175"/>
              <a:ext cx="359640" cy="561600"/>
            </p14:xfrm>
          </p:contentPart>
        </mc:Choice>
        <mc:Fallback>
          <p:pic>
            <p:nvPicPr>
              <p:cNvPr id="197" name="Ink 196">
                <a:extLst>
                  <a:ext uri="{FF2B5EF4-FFF2-40B4-BE49-F238E27FC236}">
                    <a16:creationId xmlns:a16="http://schemas.microsoft.com/office/drawing/2014/main" id="{24571F73-190A-108E-14EF-9B0508346A97}"/>
                  </a:ext>
                </a:extLst>
              </p:cNvPr>
              <p:cNvPicPr/>
              <p:nvPr/>
            </p:nvPicPr>
            <p:blipFill>
              <a:blip r:embed="rId241"/>
              <a:stretch>
                <a:fillRect/>
              </a:stretch>
            </p:blipFill>
            <p:spPr>
              <a:xfrm>
                <a:off x="4421624" y="1631535"/>
                <a:ext cx="467280" cy="77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2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5B7E1E4B-39E2-B952-F88A-6027D17C92A1}"/>
                  </a:ext>
                </a:extLst>
              </p14:cNvPr>
              <p14:cNvContentPartPr/>
              <p14:nvPr/>
            </p14:nvContentPartPr>
            <p14:xfrm>
              <a:off x="4539344" y="2483295"/>
              <a:ext cx="2000160" cy="214920"/>
            </p14:xfrm>
          </p:contentPart>
        </mc:Choice>
        <mc:Fallback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5B7E1E4B-39E2-B952-F88A-6027D17C92A1}"/>
                  </a:ext>
                </a:extLst>
              </p:cNvPr>
              <p:cNvPicPr/>
              <p:nvPr/>
            </p:nvPicPr>
            <p:blipFill>
              <a:blip r:embed="rId243"/>
              <a:stretch>
                <a:fillRect/>
              </a:stretch>
            </p:blipFill>
            <p:spPr>
              <a:xfrm>
                <a:off x="4485704" y="2375295"/>
                <a:ext cx="2107800" cy="43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4">
            <p14:nvContentPartPr>
              <p14:cNvPr id="199" name="Ink 198">
                <a:extLst>
                  <a:ext uri="{FF2B5EF4-FFF2-40B4-BE49-F238E27FC236}">
                    <a16:creationId xmlns:a16="http://schemas.microsoft.com/office/drawing/2014/main" id="{2E5F4C0E-D19A-89AD-2754-58B31AE595DA}"/>
                  </a:ext>
                </a:extLst>
              </p14:cNvPr>
              <p14:cNvContentPartPr/>
              <p14:nvPr/>
            </p14:nvContentPartPr>
            <p14:xfrm>
              <a:off x="6267704" y="2244975"/>
              <a:ext cx="381240" cy="525960"/>
            </p14:xfrm>
          </p:contentPart>
        </mc:Choice>
        <mc:Fallback>
          <p:pic>
            <p:nvPicPr>
              <p:cNvPr id="199" name="Ink 198">
                <a:extLst>
                  <a:ext uri="{FF2B5EF4-FFF2-40B4-BE49-F238E27FC236}">
                    <a16:creationId xmlns:a16="http://schemas.microsoft.com/office/drawing/2014/main" id="{2E5F4C0E-D19A-89AD-2754-58B31AE595DA}"/>
                  </a:ext>
                </a:extLst>
              </p:cNvPr>
              <p:cNvPicPr/>
              <p:nvPr/>
            </p:nvPicPr>
            <p:blipFill>
              <a:blip r:embed="rId245"/>
              <a:stretch>
                <a:fillRect/>
              </a:stretch>
            </p:blipFill>
            <p:spPr>
              <a:xfrm>
                <a:off x="6214064" y="2136975"/>
                <a:ext cx="488880" cy="74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6">
            <p14:nvContentPartPr>
              <p14:cNvPr id="200" name="Ink 199">
                <a:extLst>
                  <a:ext uri="{FF2B5EF4-FFF2-40B4-BE49-F238E27FC236}">
                    <a16:creationId xmlns:a16="http://schemas.microsoft.com/office/drawing/2014/main" id="{D7C77F10-35B4-7C09-A4F2-B65BFE2A67A4}"/>
                  </a:ext>
                </a:extLst>
              </p14:cNvPr>
              <p14:cNvContentPartPr/>
              <p14:nvPr/>
            </p14:nvContentPartPr>
            <p14:xfrm>
              <a:off x="4977104" y="1286655"/>
              <a:ext cx="1087560" cy="2458800"/>
            </p14:xfrm>
          </p:contentPart>
        </mc:Choice>
        <mc:Fallback>
          <p:pic>
            <p:nvPicPr>
              <p:cNvPr id="200" name="Ink 199">
                <a:extLst>
                  <a:ext uri="{FF2B5EF4-FFF2-40B4-BE49-F238E27FC236}">
                    <a16:creationId xmlns:a16="http://schemas.microsoft.com/office/drawing/2014/main" id="{D7C77F10-35B4-7C09-A4F2-B65BFE2A67A4}"/>
                  </a:ext>
                </a:extLst>
              </p:cNvPr>
              <p:cNvPicPr/>
              <p:nvPr/>
            </p:nvPicPr>
            <p:blipFill>
              <a:blip r:embed="rId247"/>
              <a:stretch>
                <a:fillRect/>
              </a:stretch>
            </p:blipFill>
            <p:spPr>
              <a:xfrm>
                <a:off x="4923464" y="1179015"/>
                <a:ext cx="1195200" cy="2674440"/>
              </a:xfrm>
              <a:prstGeom prst="rect">
                <a:avLst/>
              </a:prstGeom>
            </p:spPr>
          </p:pic>
        </mc:Fallback>
      </mc:AlternateContent>
      <p:grpSp>
        <p:nvGrpSpPr>
          <p:cNvPr id="225" name="Group 224">
            <a:extLst>
              <a:ext uri="{FF2B5EF4-FFF2-40B4-BE49-F238E27FC236}">
                <a16:creationId xmlns:a16="http://schemas.microsoft.com/office/drawing/2014/main" id="{D34D0EE1-8D3E-23B4-0DAB-F1067FB68C6B}"/>
              </a:ext>
            </a:extLst>
          </p:cNvPr>
          <p:cNvGrpSpPr/>
          <p:nvPr/>
        </p:nvGrpSpPr>
        <p:grpSpPr>
          <a:xfrm>
            <a:off x="3227144" y="3222735"/>
            <a:ext cx="4768200" cy="2388600"/>
            <a:chOff x="3227144" y="3222735"/>
            <a:chExt cx="4768200" cy="2388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6EB9E141-99DB-16AF-2A3B-3DD6D97F7332}"/>
                    </a:ext>
                  </a:extLst>
                </p14:cNvPr>
                <p14:cNvContentPartPr/>
                <p14:nvPr/>
              </p14:nvContentPartPr>
              <p14:xfrm>
                <a:off x="5375984" y="3313095"/>
                <a:ext cx="117720" cy="53820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6EB9E141-99DB-16AF-2A3B-3DD6D97F7332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5357984" y="3295095"/>
                  <a:ext cx="153360" cy="57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E47D4A5F-A884-A99B-A096-999FD12177FC}"/>
                    </a:ext>
                  </a:extLst>
                </p14:cNvPr>
                <p14:cNvContentPartPr/>
                <p14:nvPr/>
              </p14:nvContentPartPr>
              <p14:xfrm>
                <a:off x="5300024" y="3327855"/>
                <a:ext cx="192600" cy="11880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E47D4A5F-A884-A99B-A096-999FD12177FC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5282024" y="3310215"/>
                  <a:ext cx="22824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31691249-63DE-AE24-3D19-78C5E279D5F3}"/>
                    </a:ext>
                  </a:extLst>
                </p14:cNvPr>
                <p14:cNvContentPartPr/>
                <p14:nvPr/>
              </p14:nvContentPartPr>
              <p14:xfrm>
                <a:off x="5165744" y="4165215"/>
                <a:ext cx="28440" cy="19980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31691249-63DE-AE24-3D19-78C5E279D5F3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5148104" y="4147215"/>
                  <a:ext cx="6408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071F1ACB-0B0F-3B34-55BF-1F494B72644C}"/>
                    </a:ext>
                  </a:extLst>
                </p14:cNvPr>
                <p14:cNvContentPartPr/>
                <p14:nvPr/>
              </p14:nvContentPartPr>
              <p14:xfrm>
                <a:off x="5132624" y="4060455"/>
                <a:ext cx="29520" cy="3096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071F1ACB-0B0F-3B34-55BF-1F494B72644C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5114624" y="4042455"/>
                  <a:ext cx="6516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1755F8EA-D3C0-1864-7EF2-DB69DBD88925}"/>
                    </a:ext>
                  </a:extLst>
                </p14:cNvPr>
                <p14:cNvContentPartPr/>
                <p14:nvPr/>
              </p14:nvContentPartPr>
              <p14:xfrm>
                <a:off x="5350424" y="4174935"/>
                <a:ext cx="192600" cy="11304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1755F8EA-D3C0-1864-7EF2-DB69DBD88925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5332784" y="4157295"/>
                  <a:ext cx="2282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1294E44B-04A8-C898-24AC-1C5528A60DB3}"/>
                    </a:ext>
                  </a:extLst>
                </p14:cNvPr>
                <p14:cNvContentPartPr/>
                <p14:nvPr/>
              </p14:nvContentPartPr>
              <p14:xfrm>
                <a:off x="5592704" y="4131375"/>
                <a:ext cx="182160" cy="10224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1294E44B-04A8-C898-24AC-1C5528A60DB3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5575064" y="4113375"/>
                  <a:ext cx="21780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80F89736-6139-7F48-4558-84B420CA5546}"/>
                    </a:ext>
                  </a:extLst>
                </p14:cNvPr>
                <p14:cNvContentPartPr/>
                <p14:nvPr/>
              </p14:nvContentPartPr>
              <p14:xfrm>
                <a:off x="5772704" y="4139655"/>
                <a:ext cx="50400" cy="9360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80F89736-6139-7F48-4558-84B420CA5546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5754704" y="4122015"/>
                  <a:ext cx="8604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CF3A6510-E898-AE53-6208-5A1DDCCB47C4}"/>
                    </a:ext>
                  </a:extLst>
                </p14:cNvPr>
                <p14:cNvContentPartPr/>
                <p14:nvPr/>
              </p14:nvContentPartPr>
              <p14:xfrm>
                <a:off x="5901944" y="4131375"/>
                <a:ext cx="91440" cy="8604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CF3A6510-E898-AE53-6208-5A1DDCCB47C4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5883944" y="4113375"/>
                  <a:ext cx="12708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39FDECF9-44B9-978F-D853-0CDFE6B5F846}"/>
                    </a:ext>
                  </a:extLst>
                </p14:cNvPr>
                <p14:cNvContentPartPr/>
                <p14:nvPr/>
              </p14:nvContentPartPr>
              <p14:xfrm>
                <a:off x="6027944" y="3997095"/>
                <a:ext cx="17280" cy="1800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39FDECF9-44B9-978F-D853-0CDFE6B5F846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6010304" y="3979095"/>
                  <a:ext cx="5292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3D9645C6-3FA3-6EF4-6232-2D3F66691D0F}"/>
                    </a:ext>
                  </a:extLst>
                </p14:cNvPr>
                <p14:cNvContentPartPr/>
                <p14:nvPr/>
              </p14:nvContentPartPr>
              <p14:xfrm>
                <a:off x="6065384" y="4025535"/>
                <a:ext cx="91080" cy="16812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3D9645C6-3FA3-6EF4-6232-2D3F66691D0F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6047384" y="4007895"/>
                  <a:ext cx="12672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FC4B03EF-9FF5-29EA-175A-FDCAC07D4DF8}"/>
                    </a:ext>
                  </a:extLst>
                </p14:cNvPr>
                <p14:cNvContentPartPr/>
                <p14:nvPr/>
              </p14:nvContentPartPr>
              <p14:xfrm>
                <a:off x="6216224" y="4104375"/>
                <a:ext cx="15120" cy="9216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FC4B03EF-9FF5-29EA-175A-FDCAC07D4DF8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6198584" y="4086735"/>
                  <a:ext cx="507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F107A83-8519-422D-A2A4-04ACB087EF9A}"/>
                    </a:ext>
                  </a:extLst>
                </p14:cNvPr>
                <p14:cNvContentPartPr/>
                <p14:nvPr/>
              </p14:nvContentPartPr>
              <p14:xfrm>
                <a:off x="6209744" y="4011855"/>
                <a:ext cx="15120" cy="4428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F107A83-8519-422D-A2A4-04ACB087EF9A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6192104" y="3994215"/>
                  <a:ext cx="5076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AC8E584C-0049-2B25-735F-15654D3D4A68}"/>
                    </a:ext>
                  </a:extLst>
                </p14:cNvPr>
                <p14:cNvContentPartPr/>
                <p14:nvPr/>
              </p14:nvContentPartPr>
              <p14:xfrm>
                <a:off x="6319184" y="3976935"/>
                <a:ext cx="56160" cy="21636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AC8E584C-0049-2B25-735F-15654D3D4A68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6301544" y="3959295"/>
                  <a:ext cx="9180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A590680A-EC96-1319-CFFA-31E3B1F7DE60}"/>
                    </a:ext>
                  </a:extLst>
                </p14:cNvPr>
                <p14:cNvContentPartPr/>
                <p14:nvPr/>
              </p14:nvContentPartPr>
              <p14:xfrm>
                <a:off x="6469664" y="4057215"/>
                <a:ext cx="156600" cy="9036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A590680A-EC96-1319-CFFA-31E3B1F7DE60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6451664" y="4039215"/>
                  <a:ext cx="19224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EED7C76C-69C7-2F9E-5329-A222C9579D8E}"/>
                    </a:ext>
                  </a:extLst>
                </p14:cNvPr>
                <p14:cNvContentPartPr/>
                <p14:nvPr/>
              </p14:nvContentPartPr>
              <p14:xfrm>
                <a:off x="5388584" y="4535295"/>
                <a:ext cx="141480" cy="21420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EED7C76C-69C7-2F9E-5329-A222C9579D8E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5370944" y="4517655"/>
                  <a:ext cx="17712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C1DBF42D-A080-6849-D268-C4375F569F7E}"/>
                    </a:ext>
                  </a:extLst>
                </p14:cNvPr>
                <p14:cNvContentPartPr/>
                <p14:nvPr/>
              </p14:nvContentPartPr>
              <p14:xfrm>
                <a:off x="5574344" y="4521255"/>
                <a:ext cx="119880" cy="17280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C1DBF42D-A080-6849-D268-C4375F569F7E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5556704" y="4503615"/>
                  <a:ext cx="15552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805D80C4-54DA-B3A9-3B80-7FAE03C7F512}"/>
                    </a:ext>
                  </a:extLst>
                </p14:cNvPr>
                <p14:cNvContentPartPr/>
                <p14:nvPr/>
              </p14:nvContentPartPr>
              <p14:xfrm>
                <a:off x="5750024" y="4588215"/>
                <a:ext cx="138960" cy="11880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805D80C4-54DA-B3A9-3B80-7FAE03C7F512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5732024" y="4570575"/>
                  <a:ext cx="17460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ADB5AE65-0D8F-921F-F88A-1B728A32B72A}"/>
                    </a:ext>
                  </a:extLst>
                </p14:cNvPr>
                <p14:cNvContentPartPr/>
                <p14:nvPr/>
              </p14:nvContentPartPr>
              <p14:xfrm>
                <a:off x="5882144" y="4537455"/>
                <a:ext cx="100440" cy="12960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ADB5AE65-0D8F-921F-F88A-1B728A32B72A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5864144" y="4519815"/>
                  <a:ext cx="13608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2F19B9D6-EFFE-9E9B-ACA8-C0DADDFAECFC}"/>
                    </a:ext>
                  </a:extLst>
                </p14:cNvPr>
                <p14:cNvContentPartPr/>
                <p14:nvPr/>
              </p14:nvContentPartPr>
              <p14:xfrm>
                <a:off x="6071864" y="4520175"/>
                <a:ext cx="75960" cy="27504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2F19B9D6-EFFE-9E9B-ACA8-C0DADDFAECFC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6053864" y="4502535"/>
                  <a:ext cx="11160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24A9FD34-7842-84A6-55C8-7BF122FAE5D4}"/>
                    </a:ext>
                  </a:extLst>
                </p14:cNvPr>
                <p14:cNvContentPartPr/>
                <p14:nvPr/>
              </p14:nvContentPartPr>
              <p14:xfrm>
                <a:off x="6223424" y="4529535"/>
                <a:ext cx="120600" cy="13896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24A9FD34-7842-84A6-55C8-7BF122FAE5D4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6205784" y="4511895"/>
                  <a:ext cx="15624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381F0B69-D1CE-C93B-AD31-83DBDBD1888D}"/>
                    </a:ext>
                  </a:extLst>
                </p14:cNvPr>
                <p14:cNvContentPartPr/>
                <p14:nvPr/>
              </p14:nvContentPartPr>
              <p14:xfrm>
                <a:off x="6563624" y="4491735"/>
                <a:ext cx="170640" cy="15336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381F0B69-D1CE-C93B-AD31-83DBDBD1888D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6545984" y="4474095"/>
                  <a:ext cx="20628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90099D48-0EF2-9496-BBA1-7687A873DE6D}"/>
                    </a:ext>
                  </a:extLst>
                </p14:cNvPr>
                <p14:cNvContentPartPr/>
                <p14:nvPr/>
              </p14:nvContentPartPr>
              <p14:xfrm>
                <a:off x="6805544" y="4439175"/>
                <a:ext cx="145800" cy="12456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90099D48-0EF2-9496-BBA1-7687A873DE6D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6787904" y="4421175"/>
                  <a:ext cx="18144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BE55AB2-8923-7BB5-E094-26ED1AD99B45}"/>
                    </a:ext>
                  </a:extLst>
                </p14:cNvPr>
                <p14:cNvContentPartPr/>
                <p14:nvPr/>
              </p14:nvContentPartPr>
              <p14:xfrm>
                <a:off x="7018664" y="4347735"/>
                <a:ext cx="60840" cy="23076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BE55AB2-8923-7BB5-E094-26ED1AD99B45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7001024" y="4329735"/>
                  <a:ext cx="9648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F63B2FF1-7745-10B6-86A8-D36D8BC36A1B}"/>
                    </a:ext>
                  </a:extLst>
                </p14:cNvPr>
                <p14:cNvContentPartPr/>
                <p14:nvPr/>
              </p14:nvContentPartPr>
              <p14:xfrm>
                <a:off x="7156184" y="4361055"/>
                <a:ext cx="65880" cy="18684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F63B2FF1-7745-10B6-86A8-D36D8BC36A1B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7138544" y="4343055"/>
                  <a:ext cx="10152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24DE2B04-C72D-B025-B2AC-30545AED15CB}"/>
                    </a:ext>
                  </a:extLst>
                </p14:cNvPr>
                <p14:cNvContentPartPr/>
                <p14:nvPr/>
              </p14:nvContentPartPr>
              <p14:xfrm>
                <a:off x="5608184" y="4978095"/>
                <a:ext cx="71280" cy="27072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24DE2B04-C72D-B025-B2AC-30545AED15CB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5590544" y="4960095"/>
                  <a:ext cx="10692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42444E1E-989F-773B-CAB6-C854B47AD517}"/>
                    </a:ext>
                  </a:extLst>
                </p14:cNvPr>
                <p14:cNvContentPartPr/>
                <p14:nvPr/>
              </p14:nvContentPartPr>
              <p14:xfrm>
                <a:off x="5596304" y="5087895"/>
                <a:ext cx="317520" cy="11448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42444E1E-989F-773B-CAB6-C854B47AD517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5578304" y="5070255"/>
                  <a:ext cx="35316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A631BE15-9992-0D10-6926-48F3F1A50F46}"/>
                    </a:ext>
                  </a:extLst>
                </p14:cNvPr>
                <p14:cNvContentPartPr/>
                <p14:nvPr/>
              </p14:nvContentPartPr>
              <p14:xfrm>
                <a:off x="6011384" y="5042175"/>
                <a:ext cx="137880" cy="14112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A631BE15-9992-0D10-6926-48F3F1A50F46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5993384" y="5024535"/>
                  <a:ext cx="17352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A77B1C48-A287-E8CC-2F2F-8F93603A3CF7}"/>
                    </a:ext>
                  </a:extLst>
                </p14:cNvPr>
                <p14:cNvContentPartPr/>
                <p14:nvPr/>
              </p14:nvContentPartPr>
              <p14:xfrm>
                <a:off x="6217304" y="4932375"/>
                <a:ext cx="59400" cy="19800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A77B1C48-A287-E8CC-2F2F-8F93603A3CF7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6199664" y="4914735"/>
                  <a:ext cx="9504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66720DC5-7B1D-DDF2-7B91-548285EFC3C8}"/>
                    </a:ext>
                  </a:extLst>
                </p14:cNvPr>
                <p14:cNvContentPartPr/>
                <p14:nvPr/>
              </p14:nvContentPartPr>
              <p14:xfrm>
                <a:off x="6215504" y="5017335"/>
                <a:ext cx="108000" cy="3636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66720DC5-7B1D-DDF2-7B91-548285EFC3C8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6197504" y="4999335"/>
                  <a:ext cx="14364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563E5895-68E2-1251-29EF-E89F53F1DCB4}"/>
                    </a:ext>
                  </a:extLst>
                </p14:cNvPr>
                <p14:cNvContentPartPr/>
                <p14:nvPr/>
              </p14:nvContentPartPr>
              <p14:xfrm>
                <a:off x="6606824" y="5000775"/>
                <a:ext cx="14760" cy="9108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563E5895-68E2-1251-29EF-E89F53F1DCB4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6589184" y="4983135"/>
                  <a:ext cx="5040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27E1DB23-577B-8DCE-00C6-CAB4BEC86595}"/>
                    </a:ext>
                  </a:extLst>
                </p14:cNvPr>
                <p14:cNvContentPartPr/>
                <p14:nvPr/>
              </p14:nvContentPartPr>
              <p14:xfrm>
                <a:off x="6585224" y="4901775"/>
                <a:ext cx="16560" cy="3708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27E1DB23-577B-8DCE-00C6-CAB4BEC86595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6567584" y="4884135"/>
                  <a:ext cx="5220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05243E81-DB45-F702-82C1-5DF315ADDC94}"/>
                    </a:ext>
                  </a:extLst>
                </p14:cNvPr>
                <p14:cNvContentPartPr/>
                <p14:nvPr/>
              </p14:nvContentPartPr>
              <p14:xfrm>
                <a:off x="6722024" y="4959735"/>
                <a:ext cx="118800" cy="7488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05243E81-DB45-F702-82C1-5DF315ADDC94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6704024" y="4942095"/>
                  <a:ext cx="15444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CE6DCE95-B86F-2CF6-7385-55CC34F38AE0}"/>
                    </a:ext>
                  </a:extLst>
                </p14:cNvPr>
                <p14:cNvContentPartPr/>
                <p14:nvPr/>
              </p14:nvContentPartPr>
              <p14:xfrm>
                <a:off x="6918584" y="4921215"/>
                <a:ext cx="83160" cy="12960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CE6DCE95-B86F-2CF6-7385-55CC34F38AE0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6900944" y="4903575"/>
                  <a:ext cx="11880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B6C8AA02-3317-8798-69BD-B81CD3FCD32F}"/>
                    </a:ext>
                  </a:extLst>
                </p14:cNvPr>
                <p14:cNvContentPartPr/>
                <p14:nvPr/>
              </p14:nvContentPartPr>
              <p14:xfrm>
                <a:off x="7021904" y="4890975"/>
                <a:ext cx="70920" cy="12312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B6C8AA02-3317-8798-69BD-B81CD3FCD32F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7004264" y="4872975"/>
                  <a:ext cx="10656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6E8F1503-66F9-92EE-4C3F-BAB6DAF2681D}"/>
                    </a:ext>
                  </a:extLst>
                </p14:cNvPr>
                <p14:cNvContentPartPr/>
                <p14:nvPr/>
              </p14:nvContentPartPr>
              <p14:xfrm>
                <a:off x="7166264" y="4858575"/>
                <a:ext cx="72000" cy="8496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6E8F1503-66F9-92EE-4C3F-BAB6DAF2681D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7148624" y="4840575"/>
                  <a:ext cx="10764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DF309025-E013-5F09-BBAC-D2C6D091A8B3}"/>
                    </a:ext>
                  </a:extLst>
                </p14:cNvPr>
                <p14:cNvContentPartPr/>
                <p14:nvPr/>
              </p14:nvContentPartPr>
              <p14:xfrm>
                <a:off x="7327904" y="4826895"/>
                <a:ext cx="119880" cy="9864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DF309025-E013-5F09-BBAC-D2C6D091A8B3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7310264" y="4808895"/>
                  <a:ext cx="15552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3A89F4A5-C1A0-1117-6702-13E231F060BA}"/>
                    </a:ext>
                  </a:extLst>
                </p14:cNvPr>
                <p14:cNvContentPartPr/>
                <p14:nvPr/>
              </p14:nvContentPartPr>
              <p14:xfrm>
                <a:off x="7532384" y="4730415"/>
                <a:ext cx="91800" cy="19836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3A89F4A5-C1A0-1117-6702-13E231F060BA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7514744" y="4712775"/>
                  <a:ext cx="12744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DC084731-2AC9-6F95-A4C2-09C264CC8A9B}"/>
                    </a:ext>
                  </a:extLst>
                </p14:cNvPr>
                <p14:cNvContentPartPr/>
                <p14:nvPr/>
              </p14:nvContentPartPr>
              <p14:xfrm>
                <a:off x="7710944" y="4752375"/>
                <a:ext cx="95040" cy="12024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DC084731-2AC9-6F95-A4C2-09C264CC8A9B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7693304" y="4734735"/>
                  <a:ext cx="13068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2BBDD0A8-7A44-39E0-D1C5-E861716F411E}"/>
                    </a:ext>
                  </a:extLst>
                </p14:cNvPr>
                <p14:cNvContentPartPr/>
                <p14:nvPr/>
              </p14:nvContentPartPr>
              <p14:xfrm>
                <a:off x="7860704" y="4711695"/>
                <a:ext cx="67320" cy="14796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2BBDD0A8-7A44-39E0-D1C5-E861716F411E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7843064" y="4693695"/>
                  <a:ext cx="10296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1D58E9A6-30A0-D835-9C05-5B9857BD9A83}"/>
                    </a:ext>
                  </a:extLst>
                </p14:cNvPr>
                <p14:cNvContentPartPr/>
                <p14:nvPr/>
              </p14:nvContentPartPr>
              <p14:xfrm>
                <a:off x="6416024" y="5440335"/>
                <a:ext cx="110160" cy="17100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1D58E9A6-30A0-D835-9C05-5B9857BD9A83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6398024" y="5422695"/>
                  <a:ext cx="14580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1A9FC412-6635-C664-35B3-71A3E5FAA2E8}"/>
                    </a:ext>
                  </a:extLst>
                </p14:cNvPr>
                <p14:cNvContentPartPr/>
                <p14:nvPr/>
              </p14:nvContentPartPr>
              <p14:xfrm>
                <a:off x="6610424" y="5439255"/>
                <a:ext cx="56160" cy="10296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1A9FC412-6635-C664-35B3-71A3E5FAA2E8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6592784" y="5421255"/>
                  <a:ext cx="9180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F3D4020F-D5F7-1BF7-8035-84F9A3442E51}"/>
                    </a:ext>
                  </a:extLst>
                </p14:cNvPr>
                <p14:cNvContentPartPr/>
                <p14:nvPr/>
              </p14:nvContentPartPr>
              <p14:xfrm>
                <a:off x="6782144" y="5374095"/>
                <a:ext cx="72720" cy="16308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F3D4020F-D5F7-1BF7-8035-84F9A3442E51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6764504" y="5356095"/>
                  <a:ext cx="10836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4560419C-B9D0-A7CB-0492-8F29A9C5FB93}"/>
                    </a:ext>
                  </a:extLst>
                </p14:cNvPr>
                <p14:cNvContentPartPr/>
                <p14:nvPr/>
              </p14:nvContentPartPr>
              <p14:xfrm>
                <a:off x="6958184" y="5378775"/>
                <a:ext cx="16560" cy="7632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4560419C-B9D0-A7CB-0492-8F29A9C5FB93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6940544" y="5360775"/>
                  <a:ext cx="5220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75E81C27-7C29-37F1-59DD-E30CEDC1D5CD}"/>
                    </a:ext>
                  </a:extLst>
                </p14:cNvPr>
                <p14:cNvContentPartPr/>
                <p14:nvPr/>
              </p14:nvContentPartPr>
              <p14:xfrm>
                <a:off x="6911384" y="5263935"/>
                <a:ext cx="36360" cy="792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75E81C27-7C29-37F1-59DD-E30CEDC1D5CD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6893384" y="5245935"/>
                  <a:ext cx="7200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8B54C59B-0AA4-B535-9A56-4FCE92CE862E}"/>
                    </a:ext>
                  </a:extLst>
                </p14:cNvPr>
                <p14:cNvContentPartPr/>
                <p14:nvPr/>
              </p14:nvContentPartPr>
              <p14:xfrm>
                <a:off x="7071584" y="5340615"/>
                <a:ext cx="97200" cy="15120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8B54C59B-0AA4-B535-9A56-4FCE92CE862E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7053944" y="5322975"/>
                  <a:ext cx="13284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0D399ADF-B36A-4F0F-5DE5-47A643E60609}"/>
                    </a:ext>
                  </a:extLst>
                </p14:cNvPr>
                <p14:cNvContentPartPr/>
                <p14:nvPr/>
              </p14:nvContentPartPr>
              <p14:xfrm>
                <a:off x="7201904" y="5302095"/>
                <a:ext cx="84240" cy="17676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0D399ADF-B36A-4F0F-5DE5-47A643E60609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7184264" y="5284095"/>
                  <a:ext cx="11988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13EF5E5F-5763-892B-402D-98E007D671F6}"/>
                    </a:ext>
                  </a:extLst>
                </p14:cNvPr>
                <p14:cNvContentPartPr/>
                <p14:nvPr/>
              </p14:nvContentPartPr>
              <p14:xfrm>
                <a:off x="7230344" y="5323695"/>
                <a:ext cx="142920" cy="6084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13EF5E5F-5763-892B-402D-98E007D671F6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7212344" y="5306055"/>
                  <a:ext cx="17856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B600D967-7924-DE48-01CE-BFAC92CC5EBE}"/>
                    </a:ext>
                  </a:extLst>
                </p14:cNvPr>
                <p14:cNvContentPartPr/>
                <p14:nvPr/>
              </p14:nvContentPartPr>
              <p14:xfrm>
                <a:off x="7366064" y="5311815"/>
                <a:ext cx="342000" cy="12240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B600D967-7924-DE48-01CE-BFAC92CC5EBE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7348064" y="5294175"/>
                  <a:ext cx="37764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62E0A9CB-FBD0-7FE6-1DC7-6B8C6D553FF7}"/>
                    </a:ext>
                  </a:extLst>
                </p14:cNvPr>
                <p14:cNvContentPartPr/>
                <p14:nvPr/>
              </p14:nvContentPartPr>
              <p14:xfrm>
                <a:off x="7787984" y="5117055"/>
                <a:ext cx="53280" cy="11304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62E0A9CB-FBD0-7FE6-1DC7-6B8C6D553FF7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7769984" y="5099415"/>
                  <a:ext cx="8892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2A97DF5A-23D3-AFF0-D6F3-4BB5442B1DF4}"/>
                    </a:ext>
                  </a:extLst>
                </p14:cNvPr>
                <p14:cNvContentPartPr/>
                <p14:nvPr/>
              </p14:nvContentPartPr>
              <p14:xfrm>
                <a:off x="7766024" y="5218935"/>
                <a:ext cx="98280" cy="14760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2A97DF5A-23D3-AFF0-D6F3-4BB5442B1DF4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7748384" y="5200935"/>
                  <a:ext cx="13392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C4D47645-204D-8323-3515-4858C1089968}"/>
                    </a:ext>
                  </a:extLst>
                </p14:cNvPr>
                <p14:cNvContentPartPr/>
                <p14:nvPr/>
              </p14:nvContentPartPr>
              <p14:xfrm>
                <a:off x="7940264" y="5211015"/>
                <a:ext cx="55080" cy="7740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C4D47645-204D-8323-3515-4858C1089968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7922624" y="5193375"/>
                  <a:ext cx="9072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5E7BB6BA-AB12-3305-A868-C67ABDE9134B}"/>
                    </a:ext>
                  </a:extLst>
                </p14:cNvPr>
                <p14:cNvContentPartPr/>
                <p14:nvPr/>
              </p14:nvContentPartPr>
              <p14:xfrm>
                <a:off x="3469424" y="3494535"/>
                <a:ext cx="164880" cy="18828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5E7BB6BA-AB12-3305-A868-C67ABDE9134B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3451784" y="3476535"/>
                  <a:ext cx="20052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E4DF4B74-589A-4C92-48CA-923FB468D04D}"/>
                    </a:ext>
                  </a:extLst>
                </p14:cNvPr>
                <p14:cNvContentPartPr/>
                <p14:nvPr/>
              </p14:nvContentPartPr>
              <p14:xfrm>
                <a:off x="3685784" y="3518295"/>
                <a:ext cx="144360" cy="16236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E4DF4B74-589A-4C92-48CA-923FB468D04D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3668144" y="3500295"/>
                  <a:ext cx="18000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B0733833-B39F-E158-3686-CDAA60BAA355}"/>
                    </a:ext>
                  </a:extLst>
                </p14:cNvPr>
                <p14:cNvContentPartPr/>
                <p14:nvPr/>
              </p14:nvContentPartPr>
              <p14:xfrm>
                <a:off x="3841304" y="3502095"/>
                <a:ext cx="86400" cy="10116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B0733833-B39F-E158-3686-CDAA60BAA355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3823664" y="3484455"/>
                  <a:ext cx="12204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110A6C31-D7BB-6C01-CBC7-928AC02CFEC2}"/>
                    </a:ext>
                  </a:extLst>
                </p14:cNvPr>
                <p14:cNvContentPartPr/>
                <p14:nvPr/>
              </p14:nvContentPartPr>
              <p14:xfrm>
                <a:off x="4033904" y="3468255"/>
                <a:ext cx="135000" cy="21348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110A6C31-D7BB-6C01-CBC7-928AC02CFEC2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4016264" y="3450615"/>
                  <a:ext cx="17064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01497D97-9A40-50E2-AECB-E3B3CC455662}"/>
                    </a:ext>
                  </a:extLst>
                </p14:cNvPr>
                <p14:cNvContentPartPr/>
                <p14:nvPr/>
              </p14:nvContentPartPr>
              <p14:xfrm>
                <a:off x="3832304" y="3829335"/>
                <a:ext cx="98640" cy="19836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01497D97-9A40-50E2-AECB-E3B3CC455662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3814304" y="3811695"/>
                  <a:ext cx="13428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A49902D5-8D87-BC8C-65CC-A9D617B9B251}"/>
                    </a:ext>
                  </a:extLst>
                </p14:cNvPr>
                <p14:cNvContentPartPr/>
                <p14:nvPr/>
              </p14:nvContentPartPr>
              <p14:xfrm>
                <a:off x="4000424" y="3858135"/>
                <a:ext cx="234720" cy="8712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A49902D5-8D87-BC8C-65CC-A9D617B9B251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3982424" y="3840495"/>
                  <a:ext cx="27036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1ED4D97E-84D4-B5B1-99D9-5A8BEC2BEC8D}"/>
                    </a:ext>
                  </a:extLst>
                </p14:cNvPr>
                <p14:cNvContentPartPr/>
                <p14:nvPr/>
              </p14:nvContentPartPr>
              <p14:xfrm>
                <a:off x="4288784" y="3843375"/>
                <a:ext cx="120600" cy="8856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1ED4D97E-84D4-B5B1-99D9-5A8BEC2BEC8D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4271144" y="3825735"/>
                  <a:ext cx="15624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D9B738CF-EF7C-0791-BD6A-E6E3A25FF7C1}"/>
                    </a:ext>
                  </a:extLst>
                </p14:cNvPr>
                <p14:cNvContentPartPr/>
                <p14:nvPr/>
              </p14:nvContentPartPr>
              <p14:xfrm>
                <a:off x="4430624" y="3697935"/>
                <a:ext cx="88200" cy="15516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D9B738CF-EF7C-0791-BD6A-E6E3A25FF7C1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4412984" y="3679935"/>
                  <a:ext cx="12384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40570A30-DDE2-1193-93EB-CC2939788E51}"/>
                    </a:ext>
                  </a:extLst>
                </p14:cNvPr>
                <p14:cNvContentPartPr/>
                <p14:nvPr/>
              </p14:nvContentPartPr>
              <p14:xfrm>
                <a:off x="4543664" y="3641775"/>
                <a:ext cx="65160" cy="19044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40570A30-DDE2-1193-93EB-CC2939788E51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4526024" y="3624135"/>
                  <a:ext cx="10080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F36EC444-2D22-72C0-6C54-E00E7DDD2EE4}"/>
                    </a:ext>
                  </a:extLst>
                </p14:cNvPr>
                <p14:cNvContentPartPr/>
                <p14:nvPr/>
              </p14:nvContentPartPr>
              <p14:xfrm>
                <a:off x="3982784" y="4239015"/>
                <a:ext cx="250200" cy="15048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F36EC444-2D22-72C0-6C54-E00E7DDD2EE4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3965144" y="4221015"/>
                  <a:ext cx="28584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CF7D317B-08C4-2A1F-4492-C44191B991DD}"/>
                    </a:ext>
                  </a:extLst>
                </p14:cNvPr>
                <p14:cNvContentPartPr/>
                <p14:nvPr/>
              </p14:nvContentPartPr>
              <p14:xfrm>
                <a:off x="4204904" y="4231095"/>
                <a:ext cx="40320" cy="13608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CF7D317B-08C4-2A1F-4492-C44191B991DD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4187264" y="4213455"/>
                  <a:ext cx="7596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0A1B3985-D667-26B7-E087-893AF0CFB40F}"/>
                    </a:ext>
                  </a:extLst>
                </p14:cNvPr>
                <p14:cNvContentPartPr/>
                <p14:nvPr/>
              </p14:nvContentPartPr>
              <p14:xfrm>
                <a:off x="4320464" y="4188615"/>
                <a:ext cx="48960" cy="9180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0A1B3985-D667-26B7-E087-893AF0CFB40F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4302464" y="4170615"/>
                  <a:ext cx="8460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70C2071B-9E99-7F00-9A34-210E357340AD}"/>
                    </a:ext>
                  </a:extLst>
                </p14:cNvPr>
                <p14:cNvContentPartPr/>
                <p14:nvPr/>
              </p14:nvContentPartPr>
              <p14:xfrm>
                <a:off x="4433144" y="4113735"/>
                <a:ext cx="47880" cy="10332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70C2071B-9E99-7F00-9A34-210E357340AD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4415504" y="4096095"/>
                  <a:ext cx="8352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BC5CFBFF-1728-6422-5C8C-81832516B7C9}"/>
                    </a:ext>
                  </a:extLst>
                </p14:cNvPr>
                <p14:cNvContentPartPr/>
                <p14:nvPr/>
              </p14:nvContentPartPr>
              <p14:xfrm>
                <a:off x="4564184" y="4035615"/>
                <a:ext cx="249480" cy="12816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BC5CFBFF-1728-6422-5C8C-81832516B7C9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4546184" y="4017615"/>
                  <a:ext cx="28512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9709F257-061D-5C5A-AED8-45195F4C2C07}"/>
                    </a:ext>
                  </a:extLst>
                </p14:cNvPr>
                <p14:cNvContentPartPr/>
                <p14:nvPr/>
              </p14:nvContentPartPr>
              <p14:xfrm>
                <a:off x="4839944" y="3861015"/>
                <a:ext cx="74520" cy="14544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9709F257-061D-5C5A-AED8-45195F4C2C07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4821944" y="3843375"/>
                  <a:ext cx="11016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BED8CE64-1AA0-6D24-8A88-3A760FCB2F22}"/>
                    </a:ext>
                  </a:extLst>
                </p14:cNvPr>
                <p14:cNvContentPartPr/>
                <p14:nvPr/>
              </p14:nvContentPartPr>
              <p14:xfrm>
                <a:off x="4843184" y="3875415"/>
                <a:ext cx="104760" cy="7056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BED8CE64-1AA0-6D24-8A88-3A760FCB2F22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4825184" y="3857775"/>
                  <a:ext cx="14040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ACCFCCCC-FF08-8ED9-5204-FA3428A503CA}"/>
                    </a:ext>
                  </a:extLst>
                </p14:cNvPr>
                <p14:cNvContentPartPr/>
                <p14:nvPr/>
              </p14:nvContentPartPr>
              <p14:xfrm>
                <a:off x="5055944" y="3883335"/>
                <a:ext cx="8280" cy="972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ACCFCCCC-FF08-8ED9-5204-FA3428A503CA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5037944" y="3865695"/>
                  <a:ext cx="4392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4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3B5DD348-BF41-E374-EFAA-5D5EA5F301FB}"/>
                    </a:ext>
                  </a:extLst>
                </p14:cNvPr>
                <p14:cNvContentPartPr/>
                <p14:nvPr/>
              </p14:nvContentPartPr>
              <p14:xfrm>
                <a:off x="3756344" y="3222735"/>
                <a:ext cx="1459080" cy="132624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3B5DD348-BF41-E374-EFAA-5D5EA5F301FB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3738344" y="3205095"/>
                  <a:ext cx="1494720" cy="136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6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AB0ED7E6-1005-4DF2-2A20-E6ABA15BC563}"/>
                    </a:ext>
                  </a:extLst>
                </p14:cNvPr>
                <p14:cNvContentPartPr/>
                <p14:nvPr/>
              </p14:nvContentPartPr>
              <p14:xfrm>
                <a:off x="3227144" y="3524415"/>
                <a:ext cx="476640" cy="104292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AB0ED7E6-1005-4DF2-2A20-E6ABA15BC563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3209504" y="3506415"/>
                  <a:ext cx="512280" cy="10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8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A0E0E2CD-C606-8D0E-86DF-7F1A7EC27817}"/>
                    </a:ext>
                  </a:extLst>
                </p14:cNvPr>
                <p14:cNvContentPartPr/>
                <p14:nvPr/>
              </p14:nvContentPartPr>
              <p14:xfrm>
                <a:off x="3299504" y="3249735"/>
                <a:ext cx="1524600" cy="35496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A0E0E2CD-C606-8D0E-86DF-7F1A7EC27817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3281864" y="3231735"/>
                  <a:ext cx="1560240" cy="39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0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7311DE15-4254-C072-AAA5-8D16BDCD00C7}"/>
                    </a:ext>
                  </a:extLst>
                </p14:cNvPr>
                <p14:cNvContentPartPr/>
                <p14:nvPr/>
              </p14:nvContentPartPr>
              <p14:xfrm>
                <a:off x="4621064" y="4385895"/>
                <a:ext cx="516240" cy="48420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7311DE15-4254-C072-AAA5-8D16BDCD00C7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4603424" y="4367895"/>
                  <a:ext cx="551880" cy="51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2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6B55F338-751E-2DA0-178F-31341D64FEC5}"/>
                    </a:ext>
                  </a:extLst>
                </p14:cNvPr>
                <p14:cNvContentPartPr/>
                <p14:nvPr/>
              </p14:nvContentPartPr>
              <p14:xfrm>
                <a:off x="5073584" y="4753095"/>
                <a:ext cx="151560" cy="19548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6B55F338-751E-2DA0-178F-31341D64FEC5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5055944" y="4735455"/>
                  <a:ext cx="187200" cy="2311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8042742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E6037C-80EB-DBB1-789E-48E49D315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9F4D50-0B76-7D95-AC6F-4253BF8D72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8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77" name="Group 76">
            <a:extLst>
              <a:ext uri="{FF2B5EF4-FFF2-40B4-BE49-F238E27FC236}">
                <a16:creationId xmlns:a16="http://schemas.microsoft.com/office/drawing/2014/main" id="{C7896875-810B-E0E0-D90C-9539A6311FE2}"/>
              </a:ext>
            </a:extLst>
          </p:cNvPr>
          <p:cNvGrpSpPr/>
          <p:nvPr/>
        </p:nvGrpSpPr>
        <p:grpSpPr>
          <a:xfrm>
            <a:off x="2903144" y="1512375"/>
            <a:ext cx="5050080" cy="5220000"/>
            <a:chOff x="2903144" y="1512375"/>
            <a:chExt cx="5050080" cy="5220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ADD1E73-B8CD-C784-5A34-FBA1A922119F}"/>
                    </a:ext>
                  </a:extLst>
                </p14:cNvPr>
                <p14:cNvContentPartPr/>
                <p14:nvPr/>
              </p14:nvContentPartPr>
              <p14:xfrm>
                <a:off x="5476424" y="1531455"/>
                <a:ext cx="62280" cy="5112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ADD1E73-B8CD-C784-5A34-FBA1A922119F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458424" y="1513455"/>
                  <a:ext cx="97920" cy="54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B5DB496A-1108-AD0F-0ECA-092B45F5027A}"/>
                    </a:ext>
                  </a:extLst>
                </p14:cNvPr>
                <p14:cNvContentPartPr/>
                <p14:nvPr/>
              </p14:nvContentPartPr>
              <p14:xfrm>
                <a:off x="5499824" y="1602735"/>
                <a:ext cx="367920" cy="4197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B5DB496A-1108-AD0F-0ECA-092B45F5027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481824" y="1584735"/>
                  <a:ext cx="403560" cy="45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B918927-7760-F926-2A2E-F7273B78C9A6}"/>
                    </a:ext>
                  </a:extLst>
                </p14:cNvPr>
                <p14:cNvContentPartPr/>
                <p14:nvPr/>
              </p14:nvContentPartPr>
              <p14:xfrm>
                <a:off x="5912024" y="1512375"/>
                <a:ext cx="73800" cy="54432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B918927-7760-F926-2A2E-F7273B78C9A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894024" y="1494735"/>
                  <a:ext cx="109440" cy="57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390ACA3-F3E3-557A-2B54-99FEB46813FF}"/>
                    </a:ext>
                  </a:extLst>
                </p14:cNvPr>
                <p14:cNvContentPartPr/>
                <p14:nvPr/>
              </p14:nvContentPartPr>
              <p14:xfrm>
                <a:off x="5978624" y="1723695"/>
                <a:ext cx="898560" cy="320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390ACA3-F3E3-557A-2B54-99FEB46813F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960984" y="1705695"/>
                  <a:ext cx="93420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313EDC9C-5DB6-B277-BDB4-E4004E48CA2C}"/>
                    </a:ext>
                  </a:extLst>
                </p14:cNvPr>
                <p14:cNvContentPartPr/>
                <p14:nvPr/>
              </p14:nvContentPartPr>
              <p14:xfrm>
                <a:off x="4787024" y="1799295"/>
                <a:ext cx="720360" cy="6732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313EDC9C-5DB6-B277-BDB4-E4004E48CA2C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769024" y="1781655"/>
                  <a:ext cx="75600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4D8034E-55D0-0EFB-6FD2-06D085AC5FF5}"/>
                    </a:ext>
                  </a:extLst>
                </p14:cNvPr>
                <p14:cNvContentPartPr/>
                <p14:nvPr/>
              </p14:nvContentPartPr>
              <p14:xfrm>
                <a:off x="4769384" y="1839975"/>
                <a:ext cx="41760" cy="6346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4D8034E-55D0-0EFB-6FD2-06D085AC5FF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751384" y="1821975"/>
                  <a:ext cx="77400" cy="67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A223962-C19D-4092-9626-B63D775A7C3C}"/>
                    </a:ext>
                  </a:extLst>
                </p14:cNvPr>
                <p14:cNvContentPartPr/>
                <p14:nvPr/>
              </p14:nvContentPartPr>
              <p14:xfrm>
                <a:off x="4862264" y="2362335"/>
                <a:ext cx="12600" cy="147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A223962-C19D-4092-9626-B63D775A7C3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844264" y="2344335"/>
                  <a:ext cx="4824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76FE203-74BD-61BD-DF96-4500BDBE0CF8}"/>
                    </a:ext>
                  </a:extLst>
                </p14:cNvPr>
                <p14:cNvContentPartPr/>
                <p14:nvPr/>
              </p14:nvContentPartPr>
              <p14:xfrm>
                <a:off x="4839944" y="2387175"/>
                <a:ext cx="16560" cy="3132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76FE203-74BD-61BD-DF96-4500BDBE0CF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822304" y="2369535"/>
                  <a:ext cx="5220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B379191-5113-B909-7292-0109927C38C7}"/>
                    </a:ext>
                  </a:extLst>
                </p14:cNvPr>
                <p14:cNvContentPartPr/>
                <p14:nvPr/>
              </p14:nvContentPartPr>
              <p14:xfrm>
                <a:off x="4400024" y="2635935"/>
                <a:ext cx="878040" cy="1332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B379191-5113-B909-7292-0109927C38C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382024" y="2617935"/>
                  <a:ext cx="91368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3C93E6CF-9956-881B-C93D-F3920AEBA212}"/>
                    </a:ext>
                  </a:extLst>
                </p14:cNvPr>
                <p14:cNvContentPartPr/>
                <p14:nvPr/>
              </p14:nvContentPartPr>
              <p14:xfrm>
                <a:off x="4781624" y="2792535"/>
                <a:ext cx="210960" cy="378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3C93E6CF-9956-881B-C93D-F3920AEBA21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763624" y="2774535"/>
                  <a:ext cx="24660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D376BC48-C1C1-7F1B-9256-012CC8363708}"/>
                    </a:ext>
                  </a:extLst>
                </p14:cNvPr>
                <p14:cNvContentPartPr/>
                <p14:nvPr/>
              </p14:nvContentPartPr>
              <p14:xfrm>
                <a:off x="4860824" y="2873535"/>
                <a:ext cx="99000" cy="6714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D376BC48-C1C1-7F1B-9256-012CC8363708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842824" y="2855895"/>
                  <a:ext cx="134640" cy="70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D8104A3-EDF3-63ED-1F00-0C18DB293466}"/>
                    </a:ext>
                  </a:extLst>
                </p14:cNvPr>
                <p14:cNvContentPartPr/>
                <p14:nvPr/>
              </p14:nvContentPartPr>
              <p14:xfrm>
                <a:off x="4938944" y="3418935"/>
                <a:ext cx="2090160" cy="972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D8104A3-EDF3-63ED-1F00-0C18DB29346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920944" y="3401295"/>
                  <a:ext cx="212580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A28199A-01D2-2E81-23C5-3B2D9559FB28}"/>
                    </a:ext>
                  </a:extLst>
                </p14:cNvPr>
                <p14:cNvContentPartPr/>
                <p14:nvPr/>
              </p14:nvContentPartPr>
              <p14:xfrm>
                <a:off x="6883304" y="1679775"/>
                <a:ext cx="163800" cy="19328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A28199A-01D2-2E81-23C5-3B2D9559FB2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865304" y="1662135"/>
                  <a:ext cx="199440" cy="19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6C69723-E4CF-1A88-93E6-BBDE89958237}"/>
                    </a:ext>
                  </a:extLst>
                </p14:cNvPr>
                <p14:cNvContentPartPr/>
                <p14:nvPr/>
              </p14:nvContentPartPr>
              <p14:xfrm>
                <a:off x="4456184" y="2322375"/>
                <a:ext cx="671760" cy="10800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6C69723-E4CF-1A88-93E6-BBDE8995823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438544" y="2304375"/>
                  <a:ext cx="707400" cy="11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FA7BAF5-F5D1-360F-FE3E-D44A306EDA48}"/>
                    </a:ext>
                  </a:extLst>
                </p14:cNvPr>
                <p14:cNvContentPartPr/>
                <p14:nvPr/>
              </p14:nvContentPartPr>
              <p14:xfrm>
                <a:off x="4993664" y="2268015"/>
                <a:ext cx="192240" cy="1735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FA7BAF5-F5D1-360F-FE3E-D44A306EDA4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975664" y="2250015"/>
                  <a:ext cx="22788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5EB2E39-6DDB-161F-0C25-BD9440A33341}"/>
                    </a:ext>
                  </a:extLst>
                </p14:cNvPr>
                <p14:cNvContentPartPr/>
                <p14:nvPr/>
              </p14:nvContentPartPr>
              <p14:xfrm>
                <a:off x="2903144" y="2790015"/>
                <a:ext cx="227520" cy="2714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5EB2E39-6DDB-161F-0C25-BD9440A33341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885144" y="2772015"/>
                  <a:ext cx="26316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8AAC9F2-4B4A-8EA2-C127-65BC6FF76C8A}"/>
                    </a:ext>
                  </a:extLst>
                </p14:cNvPr>
                <p14:cNvContentPartPr/>
                <p14:nvPr/>
              </p14:nvContentPartPr>
              <p14:xfrm>
                <a:off x="3208424" y="2881815"/>
                <a:ext cx="172800" cy="1090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8AAC9F2-4B4A-8EA2-C127-65BC6FF76C8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190424" y="2864175"/>
                  <a:ext cx="20844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E3B8D55-BDB6-2F43-469F-7016E07D2CA0}"/>
                    </a:ext>
                  </a:extLst>
                </p14:cNvPr>
                <p14:cNvContentPartPr/>
                <p14:nvPr/>
              </p14:nvContentPartPr>
              <p14:xfrm>
                <a:off x="3415064" y="2762295"/>
                <a:ext cx="72000" cy="1015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E3B8D55-BDB6-2F43-469F-7016E07D2CA0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397064" y="2744295"/>
                  <a:ext cx="10764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90E0629-E307-493D-48D3-DE6A952EA83D}"/>
                    </a:ext>
                  </a:extLst>
                </p14:cNvPr>
                <p14:cNvContentPartPr/>
                <p14:nvPr/>
              </p14:nvContentPartPr>
              <p14:xfrm>
                <a:off x="3552944" y="2733855"/>
                <a:ext cx="71640" cy="849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90E0629-E307-493D-48D3-DE6A952EA83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535304" y="2716215"/>
                  <a:ext cx="10728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5609B0D-0BAB-8F41-D24B-77D945DFD5EF}"/>
                    </a:ext>
                  </a:extLst>
                </p14:cNvPr>
                <p14:cNvContentPartPr/>
                <p14:nvPr/>
              </p14:nvContentPartPr>
              <p14:xfrm>
                <a:off x="3520904" y="2597055"/>
                <a:ext cx="4680" cy="306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5609B0D-0BAB-8F41-D24B-77D945DFD5E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503264" y="2579415"/>
                  <a:ext cx="4032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0C63A70D-C38D-43AE-E0F4-34C6016703BB}"/>
                    </a:ext>
                  </a:extLst>
                </p14:cNvPr>
                <p14:cNvContentPartPr/>
                <p14:nvPr/>
              </p14:nvContentPartPr>
              <p14:xfrm>
                <a:off x="3735464" y="2507415"/>
                <a:ext cx="210600" cy="24984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0C63A70D-C38D-43AE-E0F4-34C6016703BB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717464" y="2489415"/>
                  <a:ext cx="24624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51EAD74E-2DFB-C50C-DDAC-78052D8C76BA}"/>
                    </a:ext>
                  </a:extLst>
                </p14:cNvPr>
                <p14:cNvContentPartPr/>
                <p14:nvPr/>
              </p14:nvContentPartPr>
              <p14:xfrm>
                <a:off x="3979904" y="2412015"/>
                <a:ext cx="133560" cy="1940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51EAD74E-2DFB-C50C-DDAC-78052D8C76B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961904" y="2394015"/>
                  <a:ext cx="16920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C072B74-5D15-22BD-B387-B907A402C346}"/>
                    </a:ext>
                  </a:extLst>
                </p14:cNvPr>
                <p14:cNvContentPartPr/>
                <p14:nvPr/>
              </p14:nvContentPartPr>
              <p14:xfrm>
                <a:off x="4151264" y="2406615"/>
                <a:ext cx="76320" cy="1324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C072B74-5D15-22BD-B387-B907A402C34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133624" y="2388615"/>
                  <a:ext cx="11196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E8107CC-ED7F-A6DE-5B6E-FCBCBA9D7913}"/>
                    </a:ext>
                  </a:extLst>
                </p14:cNvPr>
                <p14:cNvContentPartPr/>
                <p14:nvPr/>
              </p14:nvContentPartPr>
              <p14:xfrm>
                <a:off x="3248024" y="3272415"/>
                <a:ext cx="168840" cy="1386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E8107CC-ED7F-A6DE-5B6E-FCBCBA9D7913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230024" y="3254415"/>
                  <a:ext cx="20448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1090EDB-84D4-4DA2-484E-B21FCE8950D1}"/>
                    </a:ext>
                  </a:extLst>
                </p14:cNvPr>
                <p14:cNvContentPartPr/>
                <p14:nvPr/>
              </p14:nvContentPartPr>
              <p14:xfrm>
                <a:off x="3519824" y="3313455"/>
                <a:ext cx="79560" cy="759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1090EDB-84D4-4DA2-484E-B21FCE8950D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502184" y="3295455"/>
                  <a:ext cx="11520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5FB6CD8-8D21-68C5-37E1-5180A21E5828}"/>
                    </a:ext>
                  </a:extLst>
                </p14:cNvPr>
                <p14:cNvContentPartPr/>
                <p14:nvPr/>
              </p14:nvContentPartPr>
              <p14:xfrm>
                <a:off x="3654824" y="3166575"/>
                <a:ext cx="83520" cy="1508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5FB6CD8-8D21-68C5-37E1-5180A21E5828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636824" y="3148575"/>
                  <a:ext cx="11916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1159BF3-CDA0-0802-9A6A-43110E070647}"/>
                    </a:ext>
                  </a:extLst>
                </p14:cNvPr>
                <p14:cNvContentPartPr/>
                <p14:nvPr/>
              </p14:nvContentPartPr>
              <p14:xfrm>
                <a:off x="3836984" y="3132015"/>
                <a:ext cx="71640" cy="1342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1159BF3-CDA0-0802-9A6A-43110E07064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818984" y="3114015"/>
                  <a:ext cx="10728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215E071-B918-B227-50D5-C2A62A1B6976}"/>
                    </a:ext>
                  </a:extLst>
                </p14:cNvPr>
                <p14:cNvContentPartPr/>
                <p14:nvPr/>
              </p14:nvContentPartPr>
              <p14:xfrm>
                <a:off x="3829424" y="3130215"/>
                <a:ext cx="233280" cy="1375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215E071-B918-B227-50D5-C2A62A1B697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811784" y="3112575"/>
                  <a:ext cx="26892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3679BC3-8124-F961-FDB7-8394D3E6D4D8}"/>
                    </a:ext>
                  </a:extLst>
                </p14:cNvPr>
                <p14:cNvContentPartPr/>
                <p14:nvPr/>
              </p14:nvContentPartPr>
              <p14:xfrm>
                <a:off x="4095464" y="3073695"/>
                <a:ext cx="138960" cy="1335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3679BC3-8124-F961-FDB7-8394D3E6D4D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077824" y="3055695"/>
                  <a:ext cx="17460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178970A-30F6-81AE-1CE3-42B2DA1B4405}"/>
                    </a:ext>
                  </a:extLst>
                </p14:cNvPr>
                <p14:cNvContentPartPr/>
                <p14:nvPr/>
              </p14:nvContentPartPr>
              <p14:xfrm>
                <a:off x="4261784" y="2952375"/>
                <a:ext cx="134640" cy="1188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178970A-30F6-81AE-1CE3-42B2DA1B440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243784" y="2934375"/>
                  <a:ext cx="17028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86CDB6A-2B50-7558-BA4A-D3661DAA8F99}"/>
                    </a:ext>
                  </a:extLst>
                </p14:cNvPr>
                <p14:cNvContentPartPr/>
                <p14:nvPr/>
              </p14:nvContentPartPr>
              <p14:xfrm>
                <a:off x="3451784" y="3799455"/>
                <a:ext cx="114840" cy="1980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86CDB6A-2B50-7558-BA4A-D3661DAA8F99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433784" y="3781455"/>
                  <a:ext cx="15048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0C5973F-3A43-0002-0C77-E4D23BA2C638}"/>
                    </a:ext>
                  </a:extLst>
                </p14:cNvPr>
                <p14:cNvContentPartPr/>
                <p14:nvPr/>
              </p14:nvContentPartPr>
              <p14:xfrm>
                <a:off x="3587864" y="3814215"/>
                <a:ext cx="75600" cy="774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0C5973F-3A43-0002-0C77-E4D23BA2C638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569864" y="3796575"/>
                  <a:ext cx="11124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36C3AF5-D4DF-0CFD-E96C-21E7B235FC1C}"/>
                    </a:ext>
                  </a:extLst>
                </p14:cNvPr>
                <p14:cNvContentPartPr/>
                <p14:nvPr/>
              </p14:nvContentPartPr>
              <p14:xfrm>
                <a:off x="3712424" y="3712335"/>
                <a:ext cx="153720" cy="1040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36C3AF5-D4DF-0CFD-E96C-21E7B235FC1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694784" y="3694335"/>
                  <a:ext cx="18936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66B5C25-A137-F355-A34A-A05987D0B830}"/>
                    </a:ext>
                  </a:extLst>
                </p14:cNvPr>
                <p14:cNvContentPartPr/>
                <p14:nvPr/>
              </p14:nvContentPartPr>
              <p14:xfrm>
                <a:off x="3900344" y="3571575"/>
                <a:ext cx="52200" cy="1033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66B5C25-A137-F355-A34A-A05987D0B83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882344" y="3553935"/>
                  <a:ext cx="8784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CAC098D-FBDD-507B-A453-3C8DD5DE00A1}"/>
                    </a:ext>
                  </a:extLst>
                </p14:cNvPr>
                <p14:cNvContentPartPr/>
                <p14:nvPr/>
              </p14:nvContentPartPr>
              <p14:xfrm>
                <a:off x="4054784" y="3516495"/>
                <a:ext cx="47880" cy="1188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CAC098D-FBDD-507B-A453-3C8DD5DE00A1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036784" y="3498495"/>
                  <a:ext cx="8352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ED6CC1FF-E149-611F-840C-D586F9093020}"/>
                    </a:ext>
                  </a:extLst>
                </p14:cNvPr>
                <p14:cNvContentPartPr/>
                <p14:nvPr/>
              </p14:nvContentPartPr>
              <p14:xfrm>
                <a:off x="4168904" y="3495255"/>
                <a:ext cx="104400" cy="1249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ED6CC1FF-E149-611F-840C-D586F9093020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150904" y="3477615"/>
                  <a:ext cx="1400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8432C85C-986D-75E3-7C5C-D7001C42267B}"/>
                    </a:ext>
                  </a:extLst>
                </p14:cNvPr>
                <p14:cNvContentPartPr/>
                <p14:nvPr/>
              </p14:nvContentPartPr>
              <p14:xfrm>
                <a:off x="5582264" y="4193655"/>
                <a:ext cx="142920" cy="215604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8432C85C-986D-75E3-7C5C-D7001C42267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564264" y="4175655"/>
                  <a:ext cx="178560" cy="219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3F3DFC9-22B5-41FA-2445-488587AF9A87}"/>
                    </a:ext>
                  </a:extLst>
                </p14:cNvPr>
                <p14:cNvContentPartPr/>
                <p14:nvPr/>
              </p14:nvContentPartPr>
              <p14:xfrm>
                <a:off x="4150184" y="5733735"/>
                <a:ext cx="2798280" cy="957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3F3DFC9-22B5-41FA-2445-488587AF9A87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132184" y="5716095"/>
                  <a:ext cx="283392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581790F-9AD3-C6F6-BBFE-8D535DFCB637}"/>
                    </a:ext>
                  </a:extLst>
                </p14:cNvPr>
                <p14:cNvContentPartPr/>
                <p14:nvPr/>
              </p14:nvContentPartPr>
              <p14:xfrm>
                <a:off x="5675864" y="4218135"/>
                <a:ext cx="52560" cy="219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581790F-9AD3-C6F6-BBFE-8D535DFCB63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657864" y="4200495"/>
                  <a:ext cx="8820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D78F1D7A-F56B-EE85-A65E-A42C5E27343C}"/>
                    </a:ext>
                  </a:extLst>
                </p14:cNvPr>
                <p14:cNvContentPartPr/>
                <p14:nvPr/>
              </p14:nvContentPartPr>
              <p14:xfrm>
                <a:off x="5318024" y="3956775"/>
                <a:ext cx="77400" cy="2448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D78F1D7A-F56B-EE85-A65E-A42C5E27343C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300384" y="3939135"/>
                  <a:ext cx="11304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1567857-6EF4-AF5C-C088-C3E8143ABE4D}"/>
                    </a:ext>
                  </a:extLst>
                </p14:cNvPr>
                <p14:cNvContentPartPr/>
                <p14:nvPr/>
              </p14:nvContentPartPr>
              <p14:xfrm>
                <a:off x="5262224" y="3928335"/>
                <a:ext cx="121680" cy="500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1567857-6EF4-AF5C-C088-C3E8143ABE4D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244584" y="3910695"/>
                  <a:ext cx="15732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AD988DBC-9D0E-8A12-35E2-B7BD07059DC0}"/>
                    </a:ext>
                  </a:extLst>
                </p14:cNvPr>
                <p14:cNvContentPartPr/>
                <p14:nvPr/>
              </p14:nvContentPartPr>
              <p14:xfrm>
                <a:off x="5332064" y="4152975"/>
                <a:ext cx="118080" cy="507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AD988DBC-9D0E-8A12-35E2-B7BD07059DC0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314424" y="4135335"/>
                  <a:ext cx="15372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93D09A29-09D9-C4AA-2816-9CB46F099D13}"/>
                    </a:ext>
                  </a:extLst>
                </p14:cNvPr>
                <p14:cNvContentPartPr/>
                <p14:nvPr/>
              </p14:nvContentPartPr>
              <p14:xfrm>
                <a:off x="6149264" y="6121455"/>
                <a:ext cx="161280" cy="1922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93D09A29-09D9-C4AA-2816-9CB46F099D13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131624" y="6103815"/>
                  <a:ext cx="19692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A711F43-EC09-2A76-B9BB-BA8EC7051BD8}"/>
                    </a:ext>
                  </a:extLst>
                </p14:cNvPr>
                <p14:cNvContentPartPr/>
                <p14:nvPr/>
              </p14:nvContentPartPr>
              <p14:xfrm>
                <a:off x="6484424" y="6240975"/>
                <a:ext cx="461520" cy="1080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A711F43-EC09-2A76-B9BB-BA8EC7051BD8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466424" y="6223335"/>
                  <a:ext cx="49716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521DAE79-AFD0-F108-29B0-0FA1C83555E4}"/>
                    </a:ext>
                  </a:extLst>
                </p14:cNvPr>
                <p14:cNvContentPartPr/>
                <p14:nvPr/>
              </p14:nvContentPartPr>
              <p14:xfrm>
                <a:off x="6833984" y="6176175"/>
                <a:ext cx="104040" cy="1587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521DAE79-AFD0-F108-29B0-0FA1C83555E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816344" y="6158535"/>
                  <a:ext cx="13968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9E953454-382C-3E90-30D1-528986F54F9A}"/>
                    </a:ext>
                  </a:extLst>
                </p14:cNvPr>
                <p14:cNvContentPartPr/>
                <p14:nvPr/>
              </p14:nvContentPartPr>
              <p14:xfrm>
                <a:off x="6954944" y="5784495"/>
                <a:ext cx="27360" cy="118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9E953454-382C-3E90-30D1-528986F54F9A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937304" y="5766855"/>
                  <a:ext cx="6300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BF8AF24-831D-4404-BD08-D4050F14D64B}"/>
                    </a:ext>
                  </a:extLst>
                </p14:cNvPr>
                <p14:cNvContentPartPr/>
                <p14:nvPr/>
              </p14:nvContentPartPr>
              <p14:xfrm>
                <a:off x="6966824" y="5793855"/>
                <a:ext cx="214920" cy="126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BF8AF24-831D-4404-BD08-D4050F14D64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948824" y="5775855"/>
                  <a:ext cx="25056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25813CD-59C6-C09C-C999-87AB25749679}"/>
                    </a:ext>
                  </a:extLst>
                </p14:cNvPr>
                <p14:cNvContentPartPr/>
                <p14:nvPr/>
              </p14:nvContentPartPr>
              <p14:xfrm>
                <a:off x="6832904" y="6456975"/>
                <a:ext cx="169920" cy="2653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25813CD-59C6-C09C-C999-87AB25749679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815264" y="6439335"/>
                  <a:ext cx="20556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8852A74-FAE0-B817-029B-F5136E081939}"/>
                    </a:ext>
                  </a:extLst>
                </p14:cNvPr>
                <p14:cNvContentPartPr/>
                <p14:nvPr/>
              </p14:nvContentPartPr>
              <p14:xfrm>
                <a:off x="7100744" y="6607455"/>
                <a:ext cx="70560" cy="1249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C8852A74-FAE0-B817-029B-F5136E081939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083104" y="6589815"/>
                  <a:ext cx="10620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9B75B35A-DF5A-77D1-FAFA-6721D5802529}"/>
                    </a:ext>
                  </a:extLst>
                </p14:cNvPr>
                <p14:cNvContentPartPr/>
                <p14:nvPr/>
              </p14:nvContentPartPr>
              <p14:xfrm>
                <a:off x="7213784" y="6494055"/>
                <a:ext cx="55440" cy="1926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9B75B35A-DF5A-77D1-FAFA-6721D5802529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7195784" y="6476415"/>
                  <a:ext cx="9108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4DF27D67-8F26-F789-B15A-10EDF4B2DECB}"/>
                    </a:ext>
                  </a:extLst>
                </p14:cNvPr>
                <p14:cNvContentPartPr/>
                <p14:nvPr/>
              </p14:nvContentPartPr>
              <p14:xfrm>
                <a:off x="7352384" y="6454095"/>
                <a:ext cx="57960" cy="20448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4DF27D67-8F26-F789-B15A-10EDF4B2DECB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334744" y="6436095"/>
                  <a:ext cx="9360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A909A8F6-09CA-F6C6-9CC9-682211FFDBB5}"/>
                    </a:ext>
                  </a:extLst>
                </p14:cNvPr>
                <p14:cNvContentPartPr/>
                <p14:nvPr/>
              </p14:nvContentPartPr>
              <p14:xfrm>
                <a:off x="7348064" y="6497655"/>
                <a:ext cx="203400" cy="914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A909A8F6-09CA-F6C6-9CC9-682211FFDBB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330424" y="6479655"/>
                  <a:ext cx="23904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99746EB-C1B4-434A-A7CF-2176042E1106}"/>
                    </a:ext>
                  </a:extLst>
                </p14:cNvPr>
                <p14:cNvContentPartPr/>
                <p14:nvPr/>
              </p14:nvContentPartPr>
              <p14:xfrm>
                <a:off x="7514024" y="6495855"/>
                <a:ext cx="66960" cy="1148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99746EB-C1B4-434A-A7CF-2176042E110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496024" y="6478215"/>
                  <a:ext cx="10260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74DE37E5-D6E1-2ECE-3726-51207CFFC8C7}"/>
                    </a:ext>
                  </a:extLst>
                </p14:cNvPr>
                <p14:cNvContentPartPr/>
                <p14:nvPr/>
              </p14:nvContentPartPr>
              <p14:xfrm>
                <a:off x="7678544" y="6467775"/>
                <a:ext cx="83160" cy="2012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74DE37E5-D6E1-2ECE-3726-51207CFFC8C7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660544" y="6449775"/>
                  <a:ext cx="11880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01CC201-787E-771A-2F9D-AB162F63510E}"/>
                    </a:ext>
                  </a:extLst>
                </p14:cNvPr>
                <p14:cNvContentPartPr/>
                <p14:nvPr/>
              </p14:nvContentPartPr>
              <p14:xfrm>
                <a:off x="7817144" y="6419535"/>
                <a:ext cx="136080" cy="12600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01CC201-787E-771A-2F9D-AB162F6351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799144" y="6401535"/>
                  <a:ext cx="17172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9CF16640-0482-77B5-AF11-E424739D5B65}"/>
                    </a:ext>
                  </a:extLst>
                </p14:cNvPr>
                <p14:cNvContentPartPr/>
                <p14:nvPr/>
              </p14:nvContentPartPr>
              <p14:xfrm>
                <a:off x="5276624" y="4428030"/>
                <a:ext cx="38880" cy="6530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9CF16640-0482-77B5-AF11-E424739D5B65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5258624" y="4410030"/>
                  <a:ext cx="74520" cy="68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DCDF5F08-8103-704C-94F0-7DBCB9676FE3}"/>
                    </a:ext>
                  </a:extLst>
                </p14:cNvPr>
                <p14:cNvContentPartPr/>
                <p14:nvPr/>
              </p14:nvContentPartPr>
              <p14:xfrm>
                <a:off x="5193464" y="4426950"/>
                <a:ext cx="162360" cy="17244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DCDF5F08-8103-704C-94F0-7DBCB9676FE3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175824" y="4408950"/>
                  <a:ext cx="19800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6B11EFA0-884C-573A-2AAB-8ED964431BDF}"/>
                    </a:ext>
                  </a:extLst>
                </p14:cNvPr>
                <p14:cNvContentPartPr/>
                <p14:nvPr/>
              </p14:nvContentPartPr>
              <p14:xfrm>
                <a:off x="4209584" y="4357110"/>
                <a:ext cx="141120" cy="13572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6B11EFA0-884C-573A-2AAB-8ED964431BDF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91944" y="4339110"/>
                  <a:ext cx="17676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1918B64A-1076-F23F-96C8-56E1CAAE2426}"/>
                    </a:ext>
                  </a:extLst>
                </p14:cNvPr>
                <p14:cNvContentPartPr/>
                <p14:nvPr/>
              </p14:nvContentPartPr>
              <p14:xfrm>
                <a:off x="4357184" y="4250910"/>
                <a:ext cx="156240" cy="11412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1918B64A-1076-F23F-96C8-56E1CAAE2426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4339184" y="4232910"/>
                  <a:ext cx="19188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83F39344-542F-96A5-A680-485F63BDCF7B}"/>
                    </a:ext>
                  </a:extLst>
                </p14:cNvPr>
                <p14:cNvContentPartPr/>
                <p14:nvPr/>
              </p14:nvContentPartPr>
              <p14:xfrm>
                <a:off x="4499024" y="4106910"/>
                <a:ext cx="97920" cy="9576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83F39344-542F-96A5-A680-485F63BDCF7B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4481384" y="4089270"/>
                  <a:ext cx="13356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2306E164-8C9E-AD14-D164-BB536C1DD4AE}"/>
                    </a:ext>
                  </a:extLst>
                </p14:cNvPr>
                <p14:cNvContentPartPr/>
                <p14:nvPr/>
              </p14:nvContentPartPr>
              <p14:xfrm>
                <a:off x="4593704" y="3973710"/>
                <a:ext cx="83520" cy="13572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2306E164-8C9E-AD14-D164-BB536C1DD4AE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576064" y="3956070"/>
                  <a:ext cx="11916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9EA96C87-4B6E-C93C-02BD-908822DC9AB1}"/>
                    </a:ext>
                  </a:extLst>
                </p14:cNvPr>
                <p14:cNvContentPartPr/>
                <p14:nvPr/>
              </p14:nvContentPartPr>
              <p14:xfrm>
                <a:off x="4744184" y="3853470"/>
                <a:ext cx="284760" cy="2102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9EA96C87-4B6E-C93C-02BD-908822DC9AB1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726544" y="3835830"/>
                  <a:ext cx="32040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A4DA5F64-6D9A-0A11-2C17-5AAE054A85C6}"/>
                    </a:ext>
                  </a:extLst>
                </p14:cNvPr>
                <p14:cNvContentPartPr/>
                <p14:nvPr/>
              </p14:nvContentPartPr>
              <p14:xfrm>
                <a:off x="4991864" y="3681030"/>
                <a:ext cx="144360" cy="1785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A4DA5F64-6D9A-0A11-2C17-5AAE054A85C6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4974224" y="3663390"/>
                  <a:ext cx="18000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9E587B2-EAC0-BB6F-1101-47CB1A5D98B3}"/>
                    </a:ext>
                  </a:extLst>
                </p14:cNvPr>
                <p14:cNvContentPartPr/>
                <p14:nvPr/>
              </p14:nvContentPartPr>
              <p14:xfrm>
                <a:off x="5028224" y="3724230"/>
                <a:ext cx="52200" cy="7956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9E587B2-EAC0-BB6F-1101-47CB1A5D98B3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010224" y="3706230"/>
                  <a:ext cx="87840" cy="115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30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F7F8A44D-654F-9D61-7F7D-2A7B137D8E98}"/>
                  </a:ext>
                </a:extLst>
              </p14:cNvPr>
              <p14:cNvContentPartPr/>
              <p14:nvPr/>
            </p14:nvContentPartPr>
            <p14:xfrm>
              <a:off x="5580824" y="5710710"/>
              <a:ext cx="543600" cy="45360"/>
            </p14:xfrm>
          </p:contentPart>
        </mc:Choice>
        <mc:Fallback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F7F8A44D-654F-9D61-7F7D-2A7B137D8E98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5563184" y="5693070"/>
                <a:ext cx="579240" cy="81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2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64EE3E8B-FEE2-3031-61DE-6EFB07C85929}"/>
                  </a:ext>
                </a:extLst>
              </p14:cNvPr>
              <p14:cNvContentPartPr/>
              <p14:nvPr/>
            </p14:nvContentPartPr>
            <p14:xfrm>
              <a:off x="6144944" y="3861750"/>
              <a:ext cx="1115280" cy="1837440"/>
            </p14:xfrm>
          </p:contentPart>
        </mc:Choice>
        <mc:Fallback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64EE3E8B-FEE2-3031-61DE-6EFB07C85929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6127304" y="3844110"/>
                <a:ext cx="1150920" cy="1873080"/>
              </a:xfrm>
              <a:prstGeom prst="rect">
                <a:avLst/>
              </a:prstGeom>
            </p:spPr>
          </p:pic>
        </mc:Fallback>
      </mc:AlternateContent>
      <p:grpSp>
        <p:nvGrpSpPr>
          <p:cNvPr id="94" name="Group 93">
            <a:extLst>
              <a:ext uri="{FF2B5EF4-FFF2-40B4-BE49-F238E27FC236}">
                <a16:creationId xmlns:a16="http://schemas.microsoft.com/office/drawing/2014/main" id="{7E2C9B88-3347-C227-4E5C-880CD0C7BDB8}"/>
              </a:ext>
            </a:extLst>
          </p:cNvPr>
          <p:cNvGrpSpPr/>
          <p:nvPr/>
        </p:nvGrpSpPr>
        <p:grpSpPr>
          <a:xfrm>
            <a:off x="7200824" y="4273230"/>
            <a:ext cx="1380600" cy="954360"/>
            <a:chOff x="7200824" y="4273230"/>
            <a:chExt cx="1380600" cy="954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4334CEC9-829C-9280-7405-122E5F48AE9D}"/>
                    </a:ext>
                  </a:extLst>
                </p14:cNvPr>
                <p14:cNvContentPartPr/>
                <p14:nvPr/>
              </p14:nvContentPartPr>
              <p14:xfrm>
                <a:off x="7211624" y="4622070"/>
                <a:ext cx="50400" cy="33120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4334CEC9-829C-9280-7405-122E5F48AE9D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193624" y="4604430"/>
                  <a:ext cx="8604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2F95A02B-0000-1447-1CB9-9E1D7436FD64}"/>
                    </a:ext>
                  </a:extLst>
                </p14:cNvPr>
                <p14:cNvContentPartPr/>
                <p14:nvPr/>
              </p14:nvContentPartPr>
              <p14:xfrm>
                <a:off x="7200824" y="4599390"/>
                <a:ext cx="88200" cy="9540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2F95A02B-0000-1447-1CB9-9E1D7436FD64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183184" y="4581390"/>
                  <a:ext cx="12384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7100C944-D5D1-3A58-0D42-FF00184A0422}"/>
                    </a:ext>
                  </a:extLst>
                </p14:cNvPr>
                <p14:cNvContentPartPr/>
                <p14:nvPr/>
              </p14:nvContentPartPr>
              <p14:xfrm>
                <a:off x="7242584" y="4728630"/>
                <a:ext cx="79560" cy="5868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7100C944-D5D1-3A58-0D42-FF00184A0422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224944" y="4710990"/>
                  <a:ext cx="1152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4A37F5DC-A097-07D3-7ABE-DBD23E4B94EF}"/>
                    </a:ext>
                  </a:extLst>
                </p14:cNvPr>
                <p14:cNvContentPartPr/>
                <p14:nvPr/>
              </p14:nvContentPartPr>
              <p14:xfrm>
                <a:off x="7430864" y="4653750"/>
                <a:ext cx="109080" cy="17748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4A37F5DC-A097-07D3-7ABE-DBD23E4B94EF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412864" y="4635750"/>
                  <a:ext cx="14472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92CA865D-BF29-36E8-AD2E-9AC20331C3DC}"/>
                    </a:ext>
                  </a:extLst>
                </p14:cNvPr>
                <p14:cNvContentPartPr/>
                <p14:nvPr/>
              </p14:nvContentPartPr>
              <p14:xfrm>
                <a:off x="7570904" y="4571670"/>
                <a:ext cx="93600" cy="17568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92CA865D-BF29-36E8-AD2E-9AC20331C3DC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553264" y="4553670"/>
                  <a:ext cx="12924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B75B3E1A-4B9C-CE39-1D5E-53B760DE4ABD}"/>
                    </a:ext>
                  </a:extLst>
                </p14:cNvPr>
                <p14:cNvContentPartPr/>
                <p14:nvPr/>
              </p14:nvContentPartPr>
              <p14:xfrm>
                <a:off x="7766384" y="4533150"/>
                <a:ext cx="199080" cy="17172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B75B3E1A-4B9C-CE39-1D5E-53B760DE4ABD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748744" y="4515150"/>
                  <a:ext cx="23472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78E9A4C0-CC1B-D2CE-D85A-7F34185D93F8}"/>
                    </a:ext>
                  </a:extLst>
                </p14:cNvPr>
                <p14:cNvContentPartPr/>
                <p14:nvPr/>
              </p14:nvContentPartPr>
              <p14:xfrm>
                <a:off x="8023424" y="4488870"/>
                <a:ext cx="156240" cy="15732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78E9A4C0-CC1B-D2CE-D85A-7F34185D93F8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005424" y="4471230"/>
                  <a:ext cx="19188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35A89AE6-C75E-8ED6-75AC-096B93E5E06D}"/>
                    </a:ext>
                  </a:extLst>
                </p14:cNvPr>
                <p14:cNvContentPartPr/>
                <p14:nvPr/>
              </p14:nvContentPartPr>
              <p14:xfrm>
                <a:off x="8204144" y="4428030"/>
                <a:ext cx="105840" cy="13104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35A89AE6-C75E-8ED6-75AC-096B93E5E06D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8186144" y="4410030"/>
                  <a:ext cx="14148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27B4A111-0FA7-D911-989B-0B98752AAF97}"/>
                    </a:ext>
                  </a:extLst>
                </p14:cNvPr>
                <p14:cNvContentPartPr/>
                <p14:nvPr/>
              </p14:nvContentPartPr>
              <p14:xfrm>
                <a:off x="8434904" y="4273230"/>
                <a:ext cx="146520" cy="31536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27B4A111-0FA7-D911-989B-0B98752AAF97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8417264" y="4255230"/>
                  <a:ext cx="182160" cy="35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8145425A-F654-F9A9-A695-BFE4E75D61E5}"/>
                    </a:ext>
                  </a:extLst>
                </p14:cNvPr>
                <p14:cNvContentPartPr/>
                <p14:nvPr/>
              </p14:nvContentPartPr>
              <p14:xfrm>
                <a:off x="7739024" y="5082870"/>
                <a:ext cx="96120" cy="14472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8145425A-F654-F9A9-A695-BFE4E75D61E5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7721024" y="5064870"/>
                  <a:ext cx="13176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E82DF06B-5F52-29C0-A684-F30670C54F19}"/>
                    </a:ext>
                  </a:extLst>
                </p14:cNvPr>
                <p14:cNvContentPartPr/>
                <p14:nvPr/>
              </p14:nvContentPartPr>
              <p14:xfrm>
                <a:off x="7937744" y="5065590"/>
                <a:ext cx="11880" cy="11268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E82DF06B-5F52-29C0-A684-F30670C54F19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7920104" y="5047590"/>
                  <a:ext cx="4752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820A8C1E-9AC9-261A-33EB-E10BAC05614E}"/>
                    </a:ext>
                  </a:extLst>
                </p14:cNvPr>
                <p14:cNvContentPartPr/>
                <p14:nvPr/>
              </p14:nvContentPartPr>
              <p14:xfrm>
                <a:off x="7913264" y="4930590"/>
                <a:ext cx="14400" cy="4932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820A8C1E-9AC9-261A-33EB-E10BAC05614E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7895264" y="4912950"/>
                  <a:ext cx="5004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AAE42326-B17D-0D2E-BB3A-C7F62C474C7C}"/>
                    </a:ext>
                  </a:extLst>
                </p14:cNvPr>
                <p14:cNvContentPartPr/>
                <p14:nvPr/>
              </p14:nvContentPartPr>
              <p14:xfrm>
                <a:off x="8077064" y="5005830"/>
                <a:ext cx="118440" cy="12852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AAE42326-B17D-0D2E-BB3A-C7F62C474C7C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8059064" y="4987830"/>
                  <a:ext cx="1540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607F9E62-B851-D06E-6CBD-3D2B16E79A31}"/>
                    </a:ext>
                  </a:extLst>
                </p14:cNvPr>
                <p14:cNvContentPartPr/>
                <p14:nvPr/>
              </p14:nvContentPartPr>
              <p14:xfrm>
                <a:off x="8297024" y="4944630"/>
                <a:ext cx="106920" cy="22104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607F9E62-B851-D06E-6CBD-3D2B16E79A31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8279384" y="4926990"/>
                  <a:ext cx="142560" cy="256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423AC496-8D54-F2EA-0A2B-643F3E702B7B}"/>
              </a:ext>
            </a:extLst>
          </p:cNvPr>
          <p:cNvGrpSpPr/>
          <p:nvPr/>
        </p:nvGrpSpPr>
        <p:grpSpPr>
          <a:xfrm>
            <a:off x="3195104" y="4918710"/>
            <a:ext cx="1416600" cy="687600"/>
            <a:chOff x="3195104" y="4918710"/>
            <a:chExt cx="1416600" cy="687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ED3CD48C-0987-5EF0-E7B4-94335A30334B}"/>
                    </a:ext>
                  </a:extLst>
                </p14:cNvPr>
                <p14:cNvContentPartPr/>
                <p14:nvPr/>
              </p14:nvContentPartPr>
              <p14:xfrm>
                <a:off x="3253424" y="5118870"/>
                <a:ext cx="67320" cy="26496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ED3CD48C-0987-5EF0-E7B4-94335A30334B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3235424" y="5100870"/>
                  <a:ext cx="102960" cy="30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053007A-8673-BD32-DDFE-3FF28D773D23}"/>
                    </a:ext>
                  </a:extLst>
                </p14:cNvPr>
                <p14:cNvContentPartPr/>
                <p14:nvPr/>
              </p14:nvContentPartPr>
              <p14:xfrm>
                <a:off x="3195104" y="5015910"/>
                <a:ext cx="238680" cy="23724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053007A-8673-BD32-DDFE-3FF28D773D2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3177104" y="4998270"/>
                  <a:ext cx="27432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0DEA84E5-0FF8-6918-8851-8167FF0DACCB}"/>
                    </a:ext>
                  </a:extLst>
                </p14:cNvPr>
                <p14:cNvContentPartPr/>
                <p14:nvPr/>
              </p14:nvContentPartPr>
              <p14:xfrm>
                <a:off x="3494984" y="5146590"/>
                <a:ext cx="148320" cy="16020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0DEA84E5-0FF8-6918-8851-8167FF0DACCB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3477344" y="5128590"/>
                  <a:ext cx="18396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D094ABCE-8894-CBA0-0505-A603D58DCB8D}"/>
                    </a:ext>
                  </a:extLst>
                </p14:cNvPr>
                <p14:cNvContentPartPr/>
                <p14:nvPr/>
              </p14:nvContentPartPr>
              <p14:xfrm>
                <a:off x="3659504" y="5079990"/>
                <a:ext cx="87840" cy="12636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D094ABCE-8894-CBA0-0505-A603D58DCB8D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3641504" y="5061990"/>
                  <a:ext cx="12348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424397C-0EAA-0BB6-8EF7-BEB55AC482D7}"/>
                    </a:ext>
                  </a:extLst>
                </p14:cNvPr>
                <p14:cNvContentPartPr/>
                <p14:nvPr/>
              </p14:nvContentPartPr>
              <p14:xfrm>
                <a:off x="3836624" y="5039670"/>
                <a:ext cx="123840" cy="14796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424397C-0EAA-0BB6-8EF7-BEB55AC482D7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3818624" y="5022030"/>
                  <a:ext cx="15948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662A6461-1C81-F72A-424A-57382E6A7489}"/>
                    </a:ext>
                  </a:extLst>
                </p14:cNvPr>
                <p14:cNvContentPartPr/>
                <p14:nvPr/>
              </p14:nvContentPartPr>
              <p14:xfrm>
                <a:off x="3994304" y="4970190"/>
                <a:ext cx="62280" cy="9216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662A6461-1C81-F72A-424A-57382E6A7489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3976664" y="4952550"/>
                  <a:ext cx="9792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DB7A7AAE-1DBB-2B74-1867-08CFE1DB3285}"/>
                    </a:ext>
                  </a:extLst>
                </p14:cNvPr>
                <p14:cNvContentPartPr/>
                <p14:nvPr/>
              </p14:nvContentPartPr>
              <p14:xfrm>
                <a:off x="4185104" y="4918710"/>
                <a:ext cx="99720" cy="20808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DB7A7AAE-1DBB-2B74-1867-08CFE1DB3285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4167104" y="4900710"/>
                  <a:ext cx="13536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5610FF5C-90C2-C93A-3478-C39E395E929E}"/>
                    </a:ext>
                  </a:extLst>
                </p14:cNvPr>
                <p14:cNvContentPartPr/>
                <p14:nvPr/>
              </p14:nvContentPartPr>
              <p14:xfrm>
                <a:off x="4298144" y="4924470"/>
                <a:ext cx="211680" cy="14112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5610FF5C-90C2-C93A-3478-C39E395E929E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4280144" y="4906830"/>
                  <a:ext cx="24732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CC30543-58DF-FBD4-53D1-5D36FE3C9B3E}"/>
                    </a:ext>
                  </a:extLst>
                </p14:cNvPr>
                <p14:cNvContentPartPr/>
                <p14:nvPr/>
              </p14:nvContentPartPr>
              <p14:xfrm>
                <a:off x="4020944" y="5490750"/>
                <a:ext cx="133920" cy="11556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CC30543-58DF-FBD4-53D1-5D36FE3C9B3E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4003304" y="5472750"/>
                  <a:ext cx="1695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F43030D3-F77F-EFEF-F7C4-D4F4886CB659}"/>
                    </a:ext>
                  </a:extLst>
                </p14:cNvPr>
                <p14:cNvContentPartPr/>
                <p14:nvPr/>
              </p14:nvContentPartPr>
              <p14:xfrm>
                <a:off x="4253864" y="5490030"/>
                <a:ext cx="39960" cy="7632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F43030D3-F77F-EFEF-F7C4-D4F4886CB659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4236224" y="5472030"/>
                  <a:ext cx="7560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6F5C8642-0708-2F6F-C019-02ACC482C3BF}"/>
                    </a:ext>
                  </a:extLst>
                </p14:cNvPr>
                <p14:cNvContentPartPr/>
                <p14:nvPr/>
              </p14:nvContentPartPr>
              <p14:xfrm>
                <a:off x="4224344" y="5351070"/>
                <a:ext cx="42120" cy="3096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6F5C8642-0708-2F6F-C019-02ACC482C3BF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206344" y="5333430"/>
                  <a:ext cx="7776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48913402-FC7A-5F00-02B7-248B265FA7F8}"/>
                    </a:ext>
                  </a:extLst>
                </p14:cNvPr>
                <p14:cNvContentPartPr/>
                <p14:nvPr/>
              </p14:nvContentPartPr>
              <p14:xfrm>
                <a:off x="4353224" y="5398230"/>
                <a:ext cx="140040" cy="9000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48913402-FC7A-5F00-02B7-248B265FA7F8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4335584" y="5380590"/>
                  <a:ext cx="17568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6C2DA139-85F4-B530-12A5-A71093F58E72}"/>
                    </a:ext>
                  </a:extLst>
                </p14:cNvPr>
                <p14:cNvContentPartPr/>
                <p14:nvPr/>
              </p14:nvContentPartPr>
              <p14:xfrm>
                <a:off x="4556264" y="5315070"/>
                <a:ext cx="55440" cy="14832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6C2DA139-85F4-B530-12A5-A71093F58E72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4538264" y="5297070"/>
                  <a:ext cx="91080" cy="183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5BBB3C3A-D9E3-C7DE-2120-D84DF8199B64}"/>
              </a:ext>
            </a:extLst>
          </p:cNvPr>
          <p:cNvGrpSpPr/>
          <p:nvPr/>
        </p:nvGrpSpPr>
        <p:grpSpPr>
          <a:xfrm>
            <a:off x="3672464" y="5736270"/>
            <a:ext cx="2183040" cy="1312200"/>
            <a:chOff x="3672464" y="5736270"/>
            <a:chExt cx="2183040" cy="1312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4478F2AC-DC22-DA53-29B5-074BB740C6AD}"/>
                    </a:ext>
                  </a:extLst>
                </p14:cNvPr>
                <p14:cNvContentPartPr/>
                <p14:nvPr/>
              </p14:nvContentPartPr>
              <p14:xfrm>
                <a:off x="4406144" y="5747430"/>
                <a:ext cx="1169640" cy="6228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4478F2AC-DC22-DA53-29B5-074BB740C6AD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4388144" y="5729790"/>
                  <a:ext cx="120528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6284F697-7FC1-A6D9-F3F8-7DA295EB9DD8}"/>
                    </a:ext>
                  </a:extLst>
                </p14:cNvPr>
                <p14:cNvContentPartPr/>
                <p14:nvPr/>
              </p14:nvContentPartPr>
              <p14:xfrm>
                <a:off x="3672464" y="5736270"/>
                <a:ext cx="479160" cy="4248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6284F697-7FC1-A6D9-F3F8-7DA295EB9DD8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654824" y="5718270"/>
                  <a:ext cx="51480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7E5922D2-2686-4C41-3919-EA4951F005FA}"/>
                    </a:ext>
                  </a:extLst>
                </p14:cNvPr>
                <p14:cNvContentPartPr/>
                <p14:nvPr/>
              </p14:nvContentPartPr>
              <p14:xfrm>
                <a:off x="4208864" y="5793510"/>
                <a:ext cx="225720" cy="125496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7E5922D2-2686-4C41-3919-EA4951F005FA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4190864" y="5775510"/>
                  <a:ext cx="261360" cy="129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8C316697-8F45-2507-C81A-B65A44BE91E5}"/>
                    </a:ext>
                  </a:extLst>
                </p14:cNvPr>
                <p14:cNvContentPartPr/>
                <p14:nvPr/>
              </p14:nvContentPartPr>
              <p14:xfrm>
                <a:off x="4367984" y="6056310"/>
                <a:ext cx="221400" cy="23148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8C316697-8F45-2507-C81A-B65A44BE91E5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4350344" y="6038310"/>
                  <a:ext cx="25704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35122484-2F24-6061-0BD9-59E370205A0E}"/>
                    </a:ext>
                  </a:extLst>
                </p14:cNvPr>
                <p14:cNvContentPartPr/>
                <p14:nvPr/>
              </p14:nvContentPartPr>
              <p14:xfrm>
                <a:off x="4366184" y="5979630"/>
                <a:ext cx="104760" cy="16308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35122484-2F24-6061-0BD9-59E370205A0E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4348184" y="5961630"/>
                  <a:ext cx="14040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EABB8493-9DD5-A1E4-D2FA-31D2AC089BA2}"/>
                    </a:ext>
                  </a:extLst>
                </p14:cNvPr>
                <p14:cNvContentPartPr/>
                <p14:nvPr/>
              </p14:nvContentPartPr>
              <p14:xfrm>
                <a:off x="4621424" y="6527910"/>
                <a:ext cx="143640" cy="11952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EABB8493-9DD5-A1E4-D2FA-31D2AC089BA2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4603784" y="6510270"/>
                  <a:ext cx="17928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F430FA14-BAA5-58F9-9DF9-139CEFBE6915}"/>
                    </a:ext>
                  </a:extLst>
                </p14:cNvPr>
                <p14:cNvContentPartPr/>
                <p14:nvPr/>
              </p14:nvContentPartPr>
              <p14:xfrm>
                <a:off x="4809344" y="6460230"/>
                <a:ext cx="63720" cy="8460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F430FA14-BAA5-58F9-9DF9-139CEFBE6915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4791344" y="6442230"/>
                  <a:ext cx="9936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C349C53E-AB28-3AB7-C486-353870094BD9}"/>
                    </a:ext>
                  </a:extLst>
                </p14:cNvPr>
                <p14:cNvContentPartPr/>
                <p14:nvPr/>
              </p14:nvContentPartPr>
              <p14:xfrm>
                <a:off x="4925264" y="6376710"/>
                <a:ext cx="63360" cy="13104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C349C53E-AB28-3AB7-C486-353870094BD9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4907624" y="6358710"/>
                  <a:ext cx="9900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5BE1F2E1-16FE-8FCD-AB6E-884D07856551}"/>
                    </a:ext>
                  </a:extLst>
                </p14:cNvPr>
                <p14:cNvContentPartPr/>
                <p14:nvPr/>
              </p14:nvContentPartPr>
              <p14:xfrm>
                <a:off x="5015984" y="6350430"/>
                <a:ext cx="108720" cy="12024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5BE1F2E1-16FE-8FCD-AB6E-884D07856551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4997984" y="6332790"/>
                  <a:ext cx="14436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7009965A-852D-E173-FFAF-E165B9CFE60A}"/>
                    </a:ext>
                  </a:extLst>
                </p14:cNvPr>
                <p14:cNvContentPartPr/>
                <p14:nvPr/>
              </p14:nvContentPartPr>
              <p14:xfrm>
                <a:off x="5086184" y="6275190"/>
                <a:ext cx="110520" cy="8928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7009965A-852D-E173-FFAF-E165B9CFE60A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5068544" y="6257550"/>
                  <a:ext cx="14616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22F7085C-9A56-981E-F78C-A3D82274D3E8}"/>
                    </a:ext>
                  </a:extLst>
                </p14:cNvPr>
                <p14:cNvContentPartPr/>
                <p14:nvPr/>
              </p14:nvContentPartPr>
              <p14:xfrm>
                <a:off x="5186264" y="6241350"/>
                <a:ext cx="65880" cy="6804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22F7085C-9A56-981E-F78C-A3D82274D3E8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5168624" y="6223350"/>
                  <a:ext cx="10152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60D74746-93BD-A28F-268B-62DB40FD43CA}"/>
                    </a:ext>
                  </a:extLst>
                </p14:cNvPr>
                <p14:cNvContentPartPr/>
                <p14:nvPr/>
              </p14:nvContentPartPr>
              <p14:xfrm>
                <a:off x="5305064" y="6097710"/>
                <a:ext cx="127080" cy="17424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60D74746-93BD-A28F-268B-62DB40FD43CA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5287064" y="6080070"/>
                  <a:ext cx="16272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BA08B61-3DFE-1DDE-DC4C-2A9AC5B93BB6}"/>
                    </a:ext>
                  </a:extLst>
                </p14:cNvPr>
                <p14:cNvContentPartPr/>
                <p14:nvPr/>
              </p14:nvContentPartPr>
              <p14:xfrm>
                <a:off x="5455184" y="6073950"/>
                <a:ext cx="105840" cy="9576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BA08B61-3DFE-1DDE-DC4C-2A9AC5B93BB6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5437544" y="6055950"/>
                  <a:ext cx="14148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F2FCD09-D95E-51C2-F1AC-004732E40249}"/>
                    </a:ext>
                  </a:extLst>
                </p14:cNvPr>
                <p14:cNvContentPartPr/>
                <p14:nvPr/>
              </p14:nvContentPartPr>
              <p14:xfrm>
                <a:off x="5624384" y="5985390"/>
                <a:ext cx="106560" cy="10620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F2FCD09-D95E-51C2-F1AC-004732E40249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5606744" y="5967390"/>
                  <a:ext cx="14220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FAF22E95-754E-8E71-C659-5EB9392AEBBD}"/>
                    </a:ext>
                  </a:extLst>
                </p14:cNvPr>
                <p14:cNvContentPartPr/>
                <p14:nvPr/>
              </p14:nvContentPartPr>
              <p14:xfrm>
                <a:off x="5747504" y="5891070"/>
                <a:ext cx="108000" cy="6300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FAF22E95-754E-8E71-C659-5EB9392AEBBD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5729864" y="5873070"/>
                  <a:ext cx="143640" cy="986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0328098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78DB5-0CF3-100A-4A46-C9B3861C6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biasing a diode</a:t>
            </a:r>
          </a:p>
        </p:txBody>
      </p:sp>
      <p:pic>
        <p:nvPicPr>
          <p:cNvPr id="6" name="Content Placeholder 5" descr="A black arrow with a line&#10;&#10;Description automatically generated">
            <a:extLst>
              <a:ext uri="{FF2B5EF4-FFF2-40B4-BE49-F238E27FC236}">
                <a16:creationId xmlns:a16="http://schemas.microsoft.com/office/drawing/2014/main" id="{7E6C596D-3932-3B92-A657-6C374F1623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6638" y="2609063"/>
            <a:ext cx="2972058" cy="853514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1BB91A-0744-4D68-7BC3-05194332C2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10" name="Picture 9" descr="Diagram of a closed door&#10;&#10;Description automatically generated">
            <a:extLst>
              <a:ext uri="{FF2B5EF4-FFF2-40B4-BE49-F238E27FC236}">
                <a16:creationId xmlns:a16="http://schemas.microsoft.com/office/drawing/2014/main" id="{023F5AAF-922D-DA2A-7C01-C6F8279C5F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3025" y="1395023"/>
            <a:ext cx="5107396" cy="3892594"/>
          </a:xfrm>
          <a:prstGeom prst="rect">
            <a:avLst/>
          </a:prstGeom>
        </p:spPr>
      </p:pic>
      <p:grpSp>
        <p:nvGrpSpPr>
          <p:cNvPr id="68" name="Group 67">
            <a:extLst>
              <a:ext uri="{FF2B5EF4-FFF2-40B4-BE49-F238E27FC236}">
                <a16:creationId xmlns:a16="http://schemas.microsoft.com/office/drawing/2014/main" id="{664B1F05-04DC-B651-276F-26A1E125455D}"/>
              </a:ext>
            </a:extLst>
          </p:cNvPr>
          <p:cNvGrpSpPr/>
          <p:nvPr/>
        </p:nvGrpSpPr>
        <p:grpSpPr>
          <a:xfrm>
            <a:off x="7251573" y="3875587"/>
            <a:ext cx="3937680" cy="2972880"/>
            <a:chOff x="7251573" y="3875587"/>
            <a:chExt cx="3937680" cy="2972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E8E1063-024B-3BD5-DBBE-1ECEDAB8232F}"/>
                    </a:ext>
                  </a:extLst>
                </p14:cNvPr>
                <p14:cNvContentPartPr/>
                <p14:nvPr/>
              </p14:nvContentPartPr>
              <p14:xfrm>
                <a:off x="7746933" y="4377067"/>
                <a:ext cx="105120" cy="9889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E8E1063-024B-3BD5-DBBE-1ECEDAB8232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729293" y="4359067"/>
                  <a:ext cx="140760" cy="10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F9568792-D50B-AE73-C088-16811CBD2715}"/>
                    </a:ext>
                  </a:extLst>
                </p14:cNvPr>
                <p14:cNvContentPartPr/>
                <p14:nvPr/>
              </p14:nvContentPartPr>
              <p14:xfrm>
                <a:off x="7742253" y="4215787"/>
                <a:ext cx="2492640" cy="1724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F9568792-D50B-AE73-C088-16811CBD271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724253" y="4197787"/>
                  <a:ext cx="252828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7BE7F1C-9536-28E7-FB9E-46D27C765019}"/>
                    </a:ext>
                  </a:extLst>
                </p14:cNvPr>
                <p14:cNvContentPartPr/>
                <p14:nvPr/>
              </p14:nvContentPartPr>
              <p14:xfrm>
                <a:off x="8149413" y="4239187"/>
                <a:ext cx="2414880" cy="13168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7BE7F1C-9536-28E7-FB9E-46D27C76501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131413" y="4221547"/>
                  <a:ext cx="2450520" cy="135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96E0ED39-4AD7-402C-9225-FCB88F0B7F2F}"/>
                    </a:ext>
                  </a:extLst>
                </p14:cNvPr>
                <p14:cNvContentPartPr/>
                <p14:nvPr/>
              </p14:nvContentPartPr>
              <p14:xfrm>
                <a:off x="9020613" y="4284187"/>
                <a:ext cx="156240" cy="12726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96E0ED39-4AD7-402C-9225-FCB88F0B7F2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002973" y="4266547"/>
                  <a:ext cx="191880" cy="130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7FBE1BB-A8EE-1511-4712-30BB374BEA26}"/>
                    </a:ext>
                  </a:extLst>
                </p14:cNvPr>
                <p14:cNvContentPartPr/>
                <p14:nvPr/>
              </p14:nvContentPartPr>
              <p14:xfrm>
                <a:off x="8246613" y="4041187"/>
                <a:ext cx="63360" cy="2523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7FBE1BB-A8EE-1511-4712-30BB374BEA2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228973" y="4023547"/>
                  <a:ext cx="99000" cy="28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9841EEA-3DA5-39CC-BD80-228618A4E13E}"/>
                    </a:ext>
                  </a:extLst>
                </p14:cNvPr>
                <p14:cNvContentPartPr/>
                <p14:nvPr/>
              </p14:nvContentPartPr>
              <p14:xfrm>
                <a:off x="8232573" y="3995107"/>
                <a:ext cx="177840" cy="1198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9841EEA-3DA5-39CC-BD80-228618A4E13E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214933" y="3977107"/>
                  <a:ext cx="21348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A00DE532-BF3E-140A-4E11-CCBE38B5CC72}"/>
                    </a:ext>
                  </a:extLst>
                </p14:cNvPr>
                <p14:cNvContentPartPr/>
                <p14:nvPr/>
              </p14:nvContentPartPr>
              <p14:xfrm>
                <a:off x="9618933" y="3919867"/>
                <a:ext cx="21240" cy="2448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A00DE532-BF3E-140A-4E11-CCBE38B5CC7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600933" y="3902227"/>
                  <a:ext cx="5688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82F2467-DD6B-2D32-CD5C-A2A2ECB4BE33}"/>
                    </a:ext>
                  </a:extLst>
                </p14:cNvPr>
                <p14:cNvContentPartPr/>
                <p14:nvPr/>
              </p14:nvContentPartPr>
              <p14:xfrm>
                <a:off x="9590493" y="3875587"/>
                <a:ext cx="194040" cy="2149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82F2467-DD6B-2D32-CD5C-A2A2ECB4BE3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572493" y="3857587"/>
                  <a:ext cx="22968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5F7632F-DAF6-A043-E0B1-D82F55FA07B5}"/>
                    </a:ext>
                  </a:extLst>
                </p14:cNvPr>
                <p14:cNvContentPartPr/>
                <p14:nvPr/>
              </p14:nvContentPartPr>
              <p14:xfrm>
                <a:off x="8061573" y="4548067"/>
                <a:ext cx="172800" cy="262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5F7632F-DAF6-A043-E0B1-D82F55FA07B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043573" y="4530427"/>
                  <a:ext cx="20844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B9D9FEC-7CD5-ECA5-67D2-4A3679C78938}"/>
                    </a:ext>
                  </a:extLst>
                </p14:cNvPr>
                <p14:cNvContentPartPr/>
                <p14:nvPr/>
              </p14:nvContentPartPr>
              <p14:xfrm>
                <a:off x="8138973" y="4453387"/>
                <a:ext cx="51840" cy="1494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B9D9FEC-7CD5-ECA5-67D2-4A3679C78938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121333" y="4435747"/>
                  <a:ext cx="8748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7D23DA9-DA82-9BC6-DF52-873A01EEE5A4}"/>
                    </a:ext>
                  </a:extLst>
                </p14:cNvPr>
                <p14:cNvContentPartPr/>
                <p14:nvPr/>
              </p14:nvContentPartPr>
              <p14:xfrm>
                <a:off x="8132493" y="4772707"/>
                <a:ext cx="130680" cy="255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7D23DA9-DA82-9BC6-DF52-873A01EEE5A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114493" y="4754707"/>
                  <a:ext cx="16632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7BB2161C-C455-FB70-923E-DF657D84978B}"/>
                    </a:ext>
                  </a:extLst>
                </p14:cNvPr>
                <p14:cNvContentPartPr/>
                <p14:nvPr/>
              </p14:nvContentPartPr>
              <p14:xfrm>
                <a:off x="8174253" y="4734907"/>
                <a:ext cx="27720" cy="1036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BB2161C-C455-FB70-923E-DF657D84978B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156613" y="4716907"/>
                  <a:ext cx="6336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65C0F8B-F178-298C-5816-3E5E6967F557}"/>
                    </a:ext>
                  </a:extLst>
                </p14:cNvPr>
                <p14:cNvContentPartPr/>
                <p14:nvPr/>
              </p14:nvContentPartPr>
              <p14:xfrm>
                <a:off x="8172453" y="4968907"/>
                <a:ext cx="106200" cy="327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65C0F8B-F178-298C-5816-3E5E6967F55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154813" y="4951267"/>
                  <a:ext cx="14184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5154D23-9413-B439-8E0B-C065C83D3FE8}"/>
                    </a:ext>
                  </a:extLst>
                </p14:cNvPr>
                <p14:cNvContentPartPr/>
                <p14:nvPr/>
              </p14:nvContentPartPr>
              <p14:xfrm>
                <a:off x="8189013" y="4924987"/>
                <a:ext cx="24120" cy="950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5154D23-9413-B439-8E0B-C065C83D3FE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171013" y="4906987"/>
                  <a:ext cx="5976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C7F2C54-9B22-C2D4-5A62-E63D7ED4E034}"/>
                    </a:ext>
                  </a:extLst>
                </p14:cNvPr>
                <p14:cNvContentPartPr/>
                <p14:nvPr/>
              </p14:nvContentPartPr>
              <p14:xfrm>
                <a:off x="8187213" y="5168347"/>
                <a:ext cx="138600" cy="349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C7F2C54-9B22-C2D4-5A62-E63D7ED4E03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169213" y="5150707"/>
                  <a:ext cx="17424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5B0E547-C58C-7FA1-1A12-25E2BA091584}"/>
                    </a:ext>
                  </a:extLst>
                </p14:cNvPr>
                <p14:cNvContentPartPr/>
                <p14:nvPr/>
              </p14:nvContentPartPr>
              <p14:xfrm>
                <a:off x="8262813" y="5145667"/>
                <a:ext cx="15120" cy="1126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5B0E547-C58C-7FA1-1A12-25E2BA091584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245173" y="5128027"/>
                  <a:ext cx="5076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4DBFEF6-6C1F-DCDD-28FE-9DD97E91D6CB}"/>
                    </a:ext>
                  </a:extLst>
                </p14:cNvPr>
                <p14:cNvContentPartPr/>
                <p14:nvPr/>
              </p14:nvContentPartPr>
              <p14:xfrm>
                <a:off x="8254533" y="5365627"/>
                <a:ext cx="82440" cy="100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4DBFEF6-6C1F-DCDD-28FE-9DD97E91D6CB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236533" y="5347987"/>
                  <a:ext cx="11808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02D841F-21B4-554E-1B69-019B1FE15335}"/>
                    </a:ext>
                  </a:extLst>
                </p14:cNvPr>
                <p14:cNvContentPartPr/>
                <p14:nvPr/>
              </p14:nvContentPartPr>
              <p14:xfrm>
                <a:off x="8315013" y="5353387"/>
                <a:ext cx="16560" cy="1170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02D841F-21B4-554E-1B69-019B1FE15335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297373" y="5335747"/>
                  <a:ext cx="5220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5EC6FB18-95DE-7969-12E2-408D7CB3827E}"/>
                    </a:ext>
                  </a:extLst>
                </p14:cNvPr>
                <p14:cNvContentPartPr/>
                <p14:nvPr/>
              </p14:nvContentPartPr>
              <p14:xfrm>
                <a:off x="10078653" y="4364827"/>
                <a:ext cx="72720" cy="64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5EC6FB18-95DE-7969-12E2-408D7CB3827E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060653" y="4347187"/>
                  <a:ext cx="10836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A80775C-DE91-1C16-133B-9BDD7E06EE89}"/>
                    </a:ext>
                  </a:extLst>
                </p14:cNvPr>
                <p14:cNvContentPartPr/>
                <p14:nvPr/>
              </p14:nvContentPartPr>
              <p14:xfrm>
                <a:off x="10023933" y="4532227"/>
                <a:ext cx="95040" cy="352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A80775C-DE91-1C16-133B-9BDD7E06EE89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006293" y="4514587"/>
                  <a:ext cx="13068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F1EE8D1F-C461-0153-0A1C-B8FF4307501C}"/>
                    </a:ext>
                  </a:extLst>
                </p14:cNvPr>
                <p14:cNvContentPartPr/>
                <p14:nvPr/>
              </p14:nvContentPartPr>
              <p14:xfrm>
                <a:off x="10089813" y="4728427"/>
                <a:ext cx="63000" cy="180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F1EE8D1F-C461-0153-0A1C-B8FF4307501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072173" y="4710787"/>
                  <a:ext cx="9864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1378980-F3C8-4DF8-5423-AD47B7F7BF0B}"/>
                    </a:ext>
                  </a:extLst>
                </p14:cNvPr>
                <p14:cNvContentPartPr/>
                <p14:nvPr/>
              </p14:nvContentPartPr>
              <p14:xfrm>
                <a:off x="10110693" y="4869907"/>
                <a:ext cx="103320" cy="205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1378980-F3C8-4DF8-5423-AD47B7F7BF0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093053" y="4852267"/>
                  <a:ext cx="13896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60B2F245-232E-0B56-5141-22D46CBAC69F}"/>
                    </a:ext>
                  </a:extLst>
                </p14:cNvPr>
                <p14:cNvContentPartPr/>
                <p14:nvPr/>
              </p14:nvContentPartPr>
              <p14:xfrm>
                <a:off x="10150653" y="5004907"/>
                <a:ext cx="83520" cy="129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60B2F245-232E-0B56-5141-22D46CBAC69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133013" y="4986907"/>
                  <a:ext cx="11916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8BD51AF-BB7A-201C-2239-8C04B9F5C7BD}"/>
                    </a:ext>
                  </a:extLst>
                </p14:cNvPr>
                <p14:cNvContentPartPr/>
                <p14:nvPr/>
              </p14:nvContentPartPr>
              <p14:xfrm>
                <a:off x="10158573" y="5123707"/>
                <a:ext cx="96480" cy="345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8BD51AF-BB7A-201C-2239-8C04B9F5C7B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140573" y="5105707"/>
                  <a:ext cx="13212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77E3DDB-C7D9-64E8-4C27-CEBD0C2C3EF4}"/>
                    </a:ext>
                  </a:extLst>
                </p14:cNvPr>
                <p14:cNvContentPartPr/>
                <p14:nvPr/>
              </p14:nvContentPartPr>
              <p14:xfrm>
                <a:off x="10212933" y="5292547"/>
                <a:ext cx="50760" cy="136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77E3DDB-C7D9-64E8-4C27-CEBD0C2C3EF4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195293" y="5274547"/>
                  <a:ext cx="8640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124FEA0-7DFE-975D-C8D4-87CB79B47009}"/>
                    </a:ext>
                  </a:extLst>
                </p14:cNvPr>
                <p14:cNvContentPartPr/>
                <p14:nvPr/>
              </p14:nvContentPartPr>
              <p14:xfrm>
                <a:off x="9110613" y="4291387"/>
                <a:ext cx="270000" cy="2710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124FEA0-7DFE-975D-C8D4-87CB79B4700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092613" y="4273387"/>
                  <a:ext cx="30564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931AF6E-A1EF-8B23-B936-5987063435BD}"/>
                    </a:ext>
                  </a:extLst>
                </p14:cNvPr>
                <p14:cNvContentPartPr/>
                <p14:nvPr/>
              </p14:nvContentPartPr>
              <p14:xfrm>
                <a:off x="9160293" y="4570387"/>
                <a:ext cx="263520" cy="2613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931AF6E-A1EF-8B23-B936-5987063435BD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142293" y="4552747"/>
                  <a:ext cx="29916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519AFA0-7EB2-1D94-0C08-D0CA6CE89E86}"/>
                    </a:ext>
                  </a:extLst>
                </p14:cNvPr>
                <p14:cNvContentPartPr/>
                <p14:nvPr/>
              </p14:nvContentPartPr>
              <p14:xfrm>
                <a:off x="9196293" y="4856227"/>
                <a:ext cx="190440" cy="2955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519AFA0-7EB2-1D94-0C08-D0CA6CE89E8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178653" y="4838587"/>
                  <a:ext cx="22608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DC5F4BCF-1AA8-414B-5702-996D0EAA3896}"/>
                    </a:ext>
                  </a:extLst>
                </p14:cNvPr>
                <p14:cNvContentPartPr/>
                <p14:nvPr/>
              </p14:nvContentPartPr>
              <p14:xfrm>
                <a:off x="9248133" y="5198947"/>
                <a:ext cx="224640" cy="2185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DC5F4BCF-1AA8-414B-5702-996D0EAA389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230493" y="5181307"/>
                  <a:ext cx="26028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8DA1B30-2E1C-B1E7-4EC6-9C88DDD9FCE8}"/>
                    </a:ext>
                  </a:extLst>
                </p14:cNvPr>
                <p14:cNvContentPartPr/>
                <p14:nvPr/>
              </p14:nvContentPartPr>
              <p14:xfrm>
                <a:off x="9155253" y="4414507"/>
                <a:ext cx="109440" cy="237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8DA1B30-2E1C-B1E7-4EC6-9C88DDD9FCE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137613" y="4396507"/>
                  <a:ext cx="14508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F06A753-608D-29EC-B067-9BE92B3F238A}"/>
                    </a:ext>
                  </a:extLst>
                </p14:cNvPr>
                <p14:cNvContentPartPr/>
                <p14:nvPr/>
              </p14:nvContentPartPr>
              <p14:xfrm>
                <a:off x="9204573" y="4382827"/>
                <a:ext cx="23760" cy="738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F06A753-608D-29EC-B067-9BE92B3F238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186573" y="4365187"/>
                  <a:ext cx="5940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2C8ABC79-1C81-79FC-AA42-319D28417BB9}"/>
                    </a:ext>
                  </a:extLst>
                </p14:cNvPr>
                <p14:cNvContentPartPr/>
                <p14:nvPr/>
              </p14:nvContentPartPr>
              <p14:xfrm>
                <a:off x="9253173" y="4695667"/>
                <a:ext cx="86040" cy="79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2C8ABC79-1C81-79FC-AA42-319D28417BB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235173" y="4677667"/>
                  <a:ext cx="12168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EE561D3-B788-E724-2906-8D0084647A3B}"/>
                    </a:ext>
                  </a:extLst>
                </p14:cNvPr>
                <p14:cNvContentPartPr/>
                <p14:nvPr/>
              </p14:nvContentPartPr>
              <p14:xfrm>
                <a:off x="9299253" y="4647067"/>
                <a:ext cx="19440" cy="109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EE561D3-B788-E724-2906-8D0084647A3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281613" y="4629067"/>
                  <a:ext cx="5508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DCCA059E-C8C9-2BB3-8097-A7B573A563A7}"/>
                    </a:ext>
                  </a:extLst>
                </p14:cNvPr>
                <p14:cNvContentPartPr/>
                <p14:nvPr/>
              </p14:nvContentPartPr>
              <p14:xfrm>
                <a:off x="9269373" y="4963867"/>
                <a:ext cx="120240" cy="169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CCA059E-C8C9-2BB3-8097-A7B573A563A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251373" y="4946227"/>
                  <a:ext cx="15588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2BA8A9B-B396-B6F9-942A-0A1D4B3DA8F3}"/>
                    </a:ext>
                  </a:extLst>
                </p14:cNvPr>
                <p14:cNvContentPartPr/>
                <p14:nvPr/>
              </p14:nvContentPartPr>
              <p14:xfrm>
                <a:off x="9308253" y="4923187"/>
                <a:ext cx="12600" cy="1922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2BA8A9B-B396-B6F9-942A-0A1D4B3DA8F3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290613" y="4905547"/>
                  <a:ext cx="4824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CD707BF-8EDA-D959-4F8A-A6504FB8D94D}"/>
                    </a:ext>
                  </a:extLst>
                </p14:cNvPr>
                <p14:cNvContentPartPr/>
                <p14:nvPr/>
              </p14:nvContentPartPr>
              <p14:xfrm>
                <a:off x="9335253" y="5296507"/>
                <a:ext cx="81360" cy="20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CD707BF-8EDA-D959-4F8A-A6504FB8D94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317253" y="5278507"/>
                  <a:ext cx="11700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48DC826-2480-D111-951E-C134E9BF89C1}"/>
                    </a:ext>
                  </a:extLst>
                </p14:cNvPr>
                <p14:cNvContentPartPr/>
                <p14:nvPr/>
              </p14:nvContentPartPr>
              <p14:xfrm>
                <a:off x="9380973" y="5274187"/>
                <a:ext cx="9000" cy="1047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48DC826-2480-D111-951E-C134E9BF89C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363333" y="5256187"/>
                  <a:ext cx="4464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2C570E6-D726-D188-A467-248781AF07E8}"/>
                    </a:ext>
                  </a:extLst>
                </p14:cNvPr>
                <p14:cNvContentPartPr/>
                <p14:nvPr/>
              </p14:nvContentPartPr>
              <p14:xfrm>
                <a:off x="8728293" y="4314067"/>
                <a:ext cx="294840" cy="2617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2C570E6-D726-D188-A467-248781AF07E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710293" y="4296427"/>
                  <a:ext cx="33048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A94A045-6671-7030-95A4-03D3E8F091D2}"/>
                    </a:ext>
                  </a:extLst>
                </p14:cNvPr>
                <p14:cNvContentPartPr/>
                <p14:nvPr/>
              </p14:nvContentPartPr>
              <p14:xfrm>
                <a:off x="8818653" y="4406947"/>
                <a:ext cx="87840" cy="529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A94A045-6671-7030-95A4-03D3E8F091D2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801013" y="4388947"/>
                  <a:ext cx="12348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6464BC0-0BD1-C7B9-327A-7DC6B2AF4B57}"/>
                    </a:ext>
                  </a:extLst>
                </p14:cNvPr>
                <p14:cNvContentPartPr/>
                <p14:nvPr/>
              </p14:nvContentPartPr>
              <p14:xfrm>
                <a:off x="8895333" y="4716187"/>
                <a:ext cx="56160" cy="180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6464BC0-0BD1-C7B9-327A-7DC6B2AF4B5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877693" y="4698187"/>
                  <a:ext cx="9180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D5E797D-046B-C77E-6619-4F3C3CAC249B}"/>
                    </a:ext>
                  </a:extLst>
                </p14:cNvPr>
                <p14:cNvContentPartPr/>
                <p14:nvPr/>
              </p14:nvContentPartPr>
              <p14:xfrm>
                <a:off x="8828733" y="4620787"/>
                <a:ext cx="253080" cy="2210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D5E797D-046B-C77E-6619-4F3C3CAC249B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811093" y="4603147"/>
                  <a:ext cx="28872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1774D30-A20D-E1C4-CC2E-6C5F941D80AF}"/>
                    </a:ext>
                  </a:extLst>
                </p14:cNvPr>
                <p14:cNvContentPartPr/>
                <p14:nvPr/>
              </p14:nvContentPartPr>
              <p14:xfrm>
                <a:off x="8871573" y="4926427"/>
                <a:ext cx="198360" cy="2106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1774D30-A20D-E1C4-CC2E-6C5F941D80A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853573" y="4908427"/>
                  <a:ext cx="23400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9A18E7F9-A651-ACC6-DBA2-9A0C7AFEECBD}"/>
                    </a:ext>
                  </a:extLst>
                </p14:cNvPr>
                <p14:cNvContentPartPr/>
                <p14:nvPr/>
              </p14:nvContentPartPr>
              <p14:xfrm>
                <a:off x="8942853" y="4999867"/>
                <a:ext cx="86040" cy="58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9A18E7F9-A651-ACC6-DBA2-9A0C7AFEECB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925213" y="4982227"/>
                  <a:ext cx="12168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CBE4887F-06A6-3BA6-CFA9-5A21D1C98EB1}"/>
                    </a:ext>
                  </a:extLst>
                </p14:cNvPr>
                <p14:cNvContentPartPr/>
                <p14:nvPr/>
              </p14:nvContentPartPr>
              <p14:xfrm>
                <a:off x="8877333" y="5156107"/>
                <a:ext cx="204120" cy="2563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CBE4887F-06A6-3BA6-CFA9-5A21D1C98EB1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859693" y="5138467"/>
                  <a:ext cx="23976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97241BB-6B12-940B-9ADC-09953050A6E5}"/>
                    </a:ext>
                  </a:extLst>
                </p14:cNvPr>
                <p14:cNvContentPartPr/>
                <p14:nvPr/>
              </p14:nvContentPartPr>
              <p14:xfrm>
                <a:off x="8952213" y="5260147"/>
                <a:ext cx="51480" cy="154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97241BB-6B12-940B-9ADC-09953050A6E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934573" y="5242507"/>
                  <a:ext cx="8712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BBE0EF1C-104B-5FA4-16F3-D6BE76AF9AA2}"/>
                    </a:ext>
                  </a:extLst>
                </p14:cNvPr>
                <p14:cNvContentPartPr/>
                <p14:nvPr/>
              </p14:nvContentPartPr>
              <p14:xfrm>
                <a:off x="7275693" y="4871347"/>
                <a:ext cx="549000" cy="579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BBE0EF1C-104B-5FA4-16F3-D6BE76AF9AA2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257693" y="4853347"/>
                  <a:ext cx="58464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39EA160-4653-230C-D8AC-F4E743892802}"/>
                    </a:ext>
                  </a:extLst>
                </p14:cNvPr>
                <p14:cNvContentPartPr/>
                <p14:nvPr/>
              </p14:nvContentPartPr>
              <p14:xfrm>
                <a:off x="7251573" y="4958107"/>
                <a:ext cx="134640" cy="12445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39EA160-4653-230C-D8AC-F4E743892802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233573" y="4940467"/>
                  <a:ext cx="170280" cy="128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C740B4CB-9B25-5CF6-73CA-EB5158A5C459}"/>
                    </a:ext>
                  </a:extLst>
                </p14:cNvPr>
                <p14:cNvContentPartPr/>
                <p14:nvPr/>
              </p14:nvContentPartPr>
              <p14:xfrm>
                <a:off x="7388013" y="6161947"/>
                <a:ext cx="29880" cy="1850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C740B4CB-9B25-5CF6-73CA-EB5158A5C459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370373" y="6143947"/>
                  <a:ext cx="6552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546B29D4-B10E-1D7B-0065-ACCB0DF95631}"/>
                    </a:ext>
                  </a:extLst>
                </p14:cNvPr>
                <p14:cNvContentPartPr/>
                <p14:nvPr/>
              </p14:nvContentPartPr>
              <p14:xfrm>
                <a:off x="7421133" y="6299107"/>
                <a:ext cx="644040" cy="478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546B29D4-B10E-1D7B-0065-ACCB0DF95631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7403133" y="6281107"/>
                  <a:ext cx="67968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A3556714-DD2E-DD63-991C-23F40368D925}"/>
                    </a:ext>
                  </a:extLst>
                </p14:cNvPr>
                <p14:cNvContentPartPr/>
                <p14:nvPr/>
              </p14:nvContentPartPr>
              <p14:xfrm>
                <a:off x="8078853" y="6147187"/>
                <a:ext cx="31320" cy="2754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A3556714-DD2E-DD63-991C-23F40368D925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061213" y="6129547"/>
                  <a:ext cx="6696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8500BAEA-358C-8EA6-48AF-BF120B37A5BA}"/>
                    </a:ext>
                  </a:extLst>
                </p14:cNvPr>
                <p14:cNvContentPartPr/>
                <p14:nvPr/>
              </p14:nvContentPartPr>
              <p14:xfrm>
                <a:off x="8194053" y="5961067"/>
                <a:ext cx="105480" cy="887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8500BAEA-358C-8EA6-48AF-BF120B37A5BA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176413" y="5943067"/>
                  <a:ext cx="141120" cy="9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6FF8E4F-A7DC-B500-FDDE-9DD89BE69564}"/>
                    </a:ext>
                  </a:extLst>
                </p14:cNvPr>
                <p14:cNvContentPartPr/>
                <p14:nvPr/>
              </p14:nvContentPartPr>
              <p14:xfrm>
                <a:off x="8296653" y="6175267"/>
                <a:ext cx="2436480" cy="1497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6FF8E4F-A7DC-B500-FDDE-9DD89BE69564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8278653" y="6157627"/>
                  <a:ext cx="247212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5D0559EE-A671-3087-4D4A-9A63EA8232A3}"/>
                    </a:ext>
                  </a:extLst>
                </p14:cNvPr>
                <p14:cNvContentPartPr/>
                <p14:nvPr/>
              </p14:nvContentPartPr>
              <p14:xfrm>
                <a:off x="10445853" y="4517827"/>
                <a:ext cx="743400" cy="17820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5D0559EE-A671-3087-4D4A-9A63EA8232A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428213" y="4499827"/>
                  <a:ext cx="779040" cy="1817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343DD9A6-09B2-A23A-0A35-F794CFE96DD1}"/>
                  </a:ext>
                </a:extLst>
              </p14:cNvPr>
              <p14:cNvContentPartPr/>
              <p14:nvPr/>
            </p14:nvContentPartPr>
            <p14:xfrm>
              <a:off x="7306293" y="4027507"/>
              <a:ext cx="321840" cy="6300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343DD9A6-09B2-A23A-0A35-F794CFE96DD1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7288653" y="4009867"/>
                <a:ext cx="357480" cy="98640"/>
              </a:xfrm>
              <a:prstGeom prst="rect">
                <a:avLst/>
              </a:prstGeom>
            </p:spPr>
          </p:pic>
        </mc:Fallback>
      </mc:AlternateContent>
      <p:grpSp>
        <p:nvGrpSpPr>
          <p:cNvPr id="72" name="Group 71">
            <a:extLst>
              <a:ext uri="{FF2B5EF4-FFF2-40B4-BE49-F238E27FC236}">
                <a16:creationId xmlns:a16="http://schemas.microsoft.com/office/drawing/2014/main" id="{0293E066-3256-52A4-CA19-F7F6CEB3B115}"/>
              </a:ext>
            </a:extLst>
          </p:cNvPr>
          <p:cNvGrpSpPr/>
          <p:nvPr/>
        </p:nvGrpSpPr>
        <p:grpSpPr>
          <a:xfrm>
            <a:off x="10306893" y="3624307"/>
            <a:ext cx="432360" cy="398520"/>
            <a:chOff x="10306893" y="3624307"/>
            <a:chExt cx="432360" cy="398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37B6C176-B430-8D9C-D1C2-06DDA97EE221}"/>
                    </a:ext>
                  </a:extLst>
                </p14:cNvPr>
                <p14:cNvContentPartPr/>
                <p14:nvPr/>
              </p14:nvContentPartPr>
              <p14:xfrm>
                <a:off x="10306893" y="3848947"/>
                <a:ext cx="432360" cy="676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37B6C176-B430-8D9C-D1C2-06DDA97EE22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289253" y="3830947"/>
                  <a:ext cx="46800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B8799054-53C3-A73A-CDBB-8F602728BBF0}"/>
                    </a:ext>
                  </a:extLst>
                </p14:cNvPr>
                <p14:cNvContentPartPr/>
                <p14:nvPr/>
              </p14:nvContentPartPr>
              <p14:xfrm>
                <a:off x="10544133" y="3624307"/>
                <a:ext cx="87840" cy="3985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B8799054-53C3-A73A-CDBB-8F602728BBF0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0526493" y="3606667"/>
                  <a:ext cx="123480" cy="434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9ABF881-F8C1-4884-C1E9-B02758462431}"/>
              </a:ext>
            </a:extLst>
          </p:cNvPr>
          <p:cNvGrpSpPr/>
          <p:nvPr/>
        </p:nvGrpSpPr>
        <p:grpSpPr>
          <a:xfrm>
            <a:off x="7841973" y="4471387"/>
            <a:ext cx="316440" cy="1027440"/>
            <a:chOff x="7841973" y="4471387"/>
            <a:chExt cx="316440" cy="102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F03E3B3C-A949-7121-677D-57DE9A364542}"/>
                    </a:ext>
                  </a:extLst>
                </p14:cNvPr>
                <p14:cNvContentPartPr/>
                <p14:nvPr/>
              </p14:nvContentPartPr>
              <p14:xfrm>
                <a:off x="7841973" y="4563907"/>
                <a:ext cx="127800" cy="176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F03E3B3C-A949-7121-677D-57DE9A364542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823973" y="4545907"/>
                  <a:ext cx="16344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8BA7E1C5-CF5A-213F-7167-53515E942F71}"/>
                    </a:ext>
                  </a:extLst>
                </p14:cNvPr>
                <p14:cNvContentPartPr/>
                <p14:nvPr/>
              </p14:nvContentPartPr>
              <p14:xfrm>
                <a:off x="7904973" y="4471387"/>
                <a:ext cx="33840" cy="1544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8BA7E1C5-CF5A-213F-7167-53515E942F71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887333" y="4453747"/>
                  <a:ext cx="6948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2C1A6571-1B5D-02CC-7A37-DA4BE7A01A5B}"/>
                    </a:ext>
                  </a:extLst>
                </p14:cNvPr>
                <p14:cNvContentPartPr/>
                <p14:nvPr/>
              </p14:nvContentPartPr>
              <p14:xfrm>
                <a:off x="7905333" y="4827067"/>
                <a:ext cx="148320" cy="262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2C1A6571-1B5D-02CC-7A37-DA4BE7A01A5B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887693" y="4809067"/>
                  <a:ext cx="18396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B4385278-7BE6-FA0F-D3EF-16656A38CB21}"/>
                    </a:ext>
                  </a:extLst>
                </p14:cNvPr>
                <p14:cNvContentPartPr/>
                <p14:nvPr/>
              </p14:nvContentPartPr>
              <p14:xfrm>
                <a:off x="7984893" y="4745347"/>
                <a:ext cx="12960" cy="1659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B4385278-7BE6-FA0F-D3EF-16656A38CB21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967253" y="4727707"/>
                  <a:ext cx="4860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70E55600-CCB7-43B0-55A3-4CA91C3870E8}"/>
                    </a:ext>
                  </a:extLst>
                </p14:cNvPr>
                <p14:cNvContentPartPr/>
                <p14:nvPr/>
              </p14:nvContentPartPr>
              <p14:xfrm>
                <a:off x="7975173" y="5058187"/>
                <a:ext cx="114120" cy="165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70E55600-CCB7-43B0-55A3-4CA91C3870E8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957533" y="5040547"/>
                  <a:ext cx="14976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6B99069C-05DA-5D4E-6167-B5484C25181B}"/>
                    </a:ext>
                  </a:extLst>
                </p14:cNvPr>
                <p14:cNvContentPartPr/>
                <p14:nvPr/>
              </p14:nvContentPartPr>
              <p14:xfrm>
                <a:off x="8021613" y="5010667"/>
                <a:ext cx="29520" cy="1350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6B99069C-05DA-5D4E-6167-B5484C25181B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8003973" y="4992667"/>
                  <a:ext cx="6516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0CA66D0A-F41E-BC28-05A3-47DFD902499C}"/>
                    </a:ext>
                  </a:extLst>
                </p14:cNvPr>
                <p14:cNvContentPartPr/>
                <p14:nvPr/>
              </p14:nvContentPartPr>
              <p14:xfrm>
                <a:off x="8003253" y="5274187"/>
                <a:ext cx="107280" cy="345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0CA66D0A-F41E-BC28-05A3-47DFD902499C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985253" y="5256187"/>
                  <a:ext cx="14292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76A95B16-33CC-5126-17F7-93D64FDBB31F}"/>
                    </a:ext>
                  </a:extLst>
                </p14:cNvPr>
                <p14:cNvContentPartPr/>
                <p14:nvPr/>
              </p14:nvContentPartPr>
              <p14:xfrm>
                <a:off x="8045373" y="5256547"/>
                <a:ext cx="31320" cy="1256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76A95B16-33CC-5126-17F7-93D64FDBB31F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8027733" y="5238547"/>
                  <a:ext cx="6696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B857C26A-1DC3-2F77-FDB7-522A5F246E91}"/>
                    </a:ext>
                  </a:extLst>
                </p14:cNvPr>
                <p14:cNvContentPartPr/>
                <p14:nvPr/>
              </p14:nvContentPartPr>
              <p14:xfrm>
                <a:off x="8075973" y="5459587"/>
                <a:ext cx="82440" cy="39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B857C26A-1DC3-2F77-FDB7-522A5F246E91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057973" y="5441947"/>
                  <a:ext cx="118080" cy="74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2D5F388F-DCAE-2EB5-4B57-E96C690521F2}"/>
                  </a:ext>
                </a:extLst>
              </p14:cNvPr>
              <p14:cNvContentPartPr/>
              <p14:nvPr/>
            </p14:nvContentPartPr>
            <p14:xfrm>
              <a:off x="10251453" y="4384987"/>
              <a:ext cx="77400" cy="14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2D5F388F-DCAE-2EB5-4B57-E96C690521F2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10233813" y="4366987"/>
                <a:ext cx="113040" cy="50040"/>
              </a:xfrm>
              <a:prstGeom prst="rect">
                <a:avLst/>
              </a:prstGeom>
            </p:spPr>
          </p:pic>
        </mc:Fallback>
      </mc:AlternateContent>
      <p:grpSp>
        <p:nvGrpSpPr>
          <p:cNvPr id="86" name="Group 85">
            <a:extLst>
              <a:ext uri="{FF2B5EF4-FFF2-40B4-BE49-F238E27FC236}">
                <a16:creationId xmlns:a16="http://schemas.microsoft.com/office/drawing/2014/main" id="{0C99C074-CAC4-E286-F0DA-A40A368BF755}"/>
              </a:ext>
            </a:extLst>
          </p:cNvPr>
          <p:cNvGrpSpPr/>
          <p:nvPr/>
        </p:nvGrpSpPr>
        <p:grpSpPr>
          <a:xfrm>
            <a:off x="10273053" y="4568227"/>
            <a:ext cx="94320" cy="165600"/>
            <a:chOff x="10273053" y="4568227"/>
            <a:chExt cx="94320" cy="165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E319587C-C4A5-8D7C-EA1B-202540838CF2}"/>
                    </a:ext>
                  </a:extLst>
                </p14:cNvPr>
                <p14:cNvContentPartPr/>
                <p14:nvPr/>
              </p14:nvContentPartPr>
              <p14:xfrm>
                <a:off x="10273053" y="4568227"/>
                <a:ext cx="58680" cy="165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E319587C-C4A5-8D7C-EA1B-202540838CF2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0255053" y="4550227"/>
                  <a:ext cx="9432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148B707D-FD85-2538-6616-DE76FDE90547}"/>
                    </a:ext>
                  </a:extLst>
                </p14:cNvPr>
                <p14:cNvContentPartPr/>
                <p14:nvPr/>
              </p14:nvContentPartPr>
              <p14:xfrm>
                <a:off x="10313373" y="4714747"/>
                <a:ext cx="54000" cy="1908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148B707D-FD85-2538-6616-DE76FDE90547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0295373" y="4696747"/>
                  <a:ext cx="89640" cy="5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E02D6EC4-0CC8-79F0-07E5-481CE53F05FF}"/>
              </a:ext>
            </a:extLst>
          </p:cNvPr>
          <p:cNvGrpSpPr/>
          <p:nvPr/>
        </p:nvGrpSpPr>
        <p:grpSpPr>
          <a:xfrm>
            <a:off x="9406173" y="4278427"/>
            <a:ext cx="427320" cy="1189440"/>
            <a:chOff x="9406173" y="4278427"/>
            <a:chExt cx="427320" cy="11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8EC2853-0C94-3C6E-A7C7-8110963F6588}"/>
                    </a:ext>
                  </a:extLst>
                </p14:cNvPr>
                <p14:cNvContentPartPr/>
                <p14:nvPr/>
              </p14:nvContentPartPr>
              <p14:xfrm>
                <a:off x="9406173" y="4278427"/>
                <a:ext cx="220680" cy="2872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8EC2853-0C94-3C6E-A7C7-8110963F6588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9388173" y="4260787"/>
                  <a:ext cx="25632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671CF1AB-B41C-D913-904E-7AC6D8966CBF}"/>
                    </a:ext>
                  </a:extLst>
                </p14:cNvPr>
                <p14:cNvContentPartPr/>
                <p14:nvPr/>
              </p14:nvContentPartPr>
              <p14:xfrm>
                <a:off x="9491133" y="4402267"/>
                <a:ext cx="114840" cy="3312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671CF1AB-B41C-D913-904E-7AC6D8966CBF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473133" y="4384267"/>
                  <a:ext cx="15048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48189518-F742-2E5D-F99F-41DE8E3FC855}"/>
                    </a:ext>
                  </a:extLst>
                </p14:cNvPr>
                <p14:cNvContentPartPr/>
                <p14:nvPr/>
              </p14:nvContentPartPr>
              <p14:xfrm>
                <a:off x="9537933" y="4363747"/>
                <a:ext cx="19440" cy="1126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48189518-F742-2E5D-F99F-41DE8E3FC855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519933" y="4345747"/>
                  <a:ext cx="5508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3BC2BE6F-F535-D585-8410-F14FDC1E8971}"/>
                    </a:ext>
                  </a:extLst>
                </p14:cNvPr>
                <p14:cNvContentPartPr/>
                <p14:nvPr/>
              </p14:nvContentPartPr>
              <p14:xfrm>
                <a:off x="9457653" y="4642027"/>
                <a:ext cx="244080" cy="24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3BC2BE6F-F535-D585-8410-F14FDC1E8971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9439653" y="4624387"/>
                  <a:ext cx="27972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1853E2A5-8831-2A5D-5289-CF71F5ADC677}"/>
                    </a:ext>
                  </a:extLst>
                </p14:cNvPr>
                <p14:cNvContentPartPr/>
                <p14:nvPr/>
              </p14:nvContentPartPr>
              <p14:xfrm>
                <a:off x="9579333" y="4760107"/>
                <a:ext cx="86760" cy="36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1853E2A5-8831-2A5D-5289-CF71F5ADC677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561693" y="4742107"/>
                  <a:ext cx="12240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6DCF0F00-07AC-06F6-D280-803C5588E8FA}"/>
                    </a:ext>
                  </a:extLst>
                </p14:cNvPr>
                <p14:cNvContentPartPr/>
                <p14:nvPr/>
              </p14:nvContentPartPr>
              <p14:xfrm>
                <a:off x="9543693" y="4733827"/>
                <a:ext cx="25920" cy="4464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6DCF0F00-07AC-06F6-D280-803C5588E8FA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9525693" y="4715827"/>
                  <a:ext cx="6156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4B3B2C0B-7DE7-D228-FD95-AB9B115B019B}"/>
                    </a:ext>
                  </a:extLst>
                </p14:cNvPr>
                <p14:cNvContentPartPr/>
                <p14:nvPr/>
              </p14:nvContentPartPr>
              <p14:xfrm>
                <a:off x="9503373" y="4930387"/>
                <a:ext cx="181440" cy="2163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4B3B2C0B-7DE7-D228-FD95-AB9B115B019B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9485733" y="4912747"/>
                  <a:ext cx="21708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3D5D59C6-80EA-91DD-076B-DAC0D2358777}"/>
                    </a:ext>
                  </a:extLst>
                </p14:cNvPr>
                <p14:cNvContentPartPr/>
                <p14:nvPr/>
              </p14:nvContentPartPr>
              <p14:xfrm>
                <a:off x="9572853" y="5048827"/>
                <a:ext cx="84600" cy="4968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3D5D59C6-80EA-91DD-076B-DAC0D2358777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9555213" y="5030827"/>
                  <a:ext cx="12024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7F507FC2-77FE-475E-7EEA-1F9B00093937}"/>
                    </a:ext>
                  </a:extLst>
                </p14:cNvPr>
                <p14:cNvContentPartPr/>
                <p14:nvPr/>
              </p14:nvContentPartPr>
              <p14:xfrm>
                <a:off x="9591213" y="5038387"/>
                <a:ext cx="35280" cy="1234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7F507FC2-77FE-475E-7EEA-1F9B00093937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9573213" y="5020747"/>
                  <a:ext cx="709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FA61B488-3AE1-CD0E-FBC5-206B73AF180F}"/>
                    </a:ext>
                  </a:extLst>
                </p14:cNvPr>
                <p14:cNvContentPartPr/>
                <p14:nvPr/>
              </p14:nvContentPartPr>
              <p14:xfrm>
                <a:off x="9562413" y="5215147"/>
                <a:ext cx="271080" cy="2527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FA61B488-3AE1-CD0E-FBC5-206B73AF180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9544773" y="5197507"/>
                  <a:ext cx="30672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83D29FC1-0150-2D1C-ED36-1044B3EE501C}"/>
                    </a:ext>
                  </a:extLst>
                </p14:cNvPr>
                <p14:cNvContentPartPr/>
                <p14:nvPr/>
              </p14:nvContentPartPr>
              <p14:xfrm>
                <a:off x="9694533" y="5305867"/>
                <a:ext cx="81360" cy="3024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83D29FC1-0150-2D1C-ED36-1044B3EE501C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9676533" y="5288227"/>
                  <a:ext cx="11700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CE9E2B01-0EDD-2964-7A76-CD69E8E3EDF1}"/>
                    </a:ext>
                  </a:extLst>
                </p14:cNvPr>
                <p14:cNvContentPartPr/>
                <p14:nvPr/>
              </p14:nvContentPartPr>
              <p14:xfrm>
                <a:off x="9721173" y="5279947"/>
                <a:ext cx="21960" cy="914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CE9E2B01-0EDD-2964-7A76-CD69E8E3EDF1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9703533" y="5262307"/>
                  <a:ext cx="57600" cy="127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9708DEE8-B351-02A3-2EB3-9007769F8EB3}"/>
              </a:ext>
            </a:extLst>
          </p:cNvPr>
          <p:cNvGrpSpPr/>
          <p:nvPr/>
        </p:nvGrpSpPr>
        <p:grpSpPr>
          <a:xfrm>
            <a:off x="8459013" y="4352227"/>
            <a:ext cx="460080" cy="1141560"/>
            <a:chOff x="8459013" y="4352227"/>
            <a:chExt cx="460080" cy="1141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13BF7EFF-7CEF-8DB1-E1A7-264CF708B490}"/>
                    </a:ext>
                  </a:extLst>
                </p14:cNvPr>
                <p14:cNvContentPartPr/>
                <p14:nvPr/>
              </p14:nvContentPartPr>
              <p14:xfrm>
                <a:off x="8459013" y="4352227"/>
                <a:ext cx="240480" cy="2991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13BF7EFF-7CEF-8DB1-E1A7-264CF708B490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441373" y="4334587"/>
                  <a:ext cx="27612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2C4077B7-DDE7-FA3F-6957-9107109ED2A4}"/>
                    </a:ext>
                  </a:extLst>
                </p14:cNvPr>
                <p14:cNvContentPartPr/>
                <p14:nvPr/>
              </p14:nvContentPartPr>
              <p14:xfrm>
                <a:off x="8552613" y="4697827"/>
                <a:ext cx="238320" cy="2412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2C4077B7-DDE7-FA3F-6957-9107109ED2A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8534613" y="4679827"/>
                  <a:ext cx="27396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950F71CD-431B-6AF9-9764-7E7749A78EDE}"/>
                    </a:ext>
                  </a:extLst>
                </p14:cNvPr>
                <p14:cNvContentPartPr/>
                <p14:nvPr/>
              </p14:nvContentPartPr>
              <p14:xfrm>
                <a:off x="8620293" y="4946227"/>
                <a:ext cx="253080" cy="2383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950F71CD-431B-6AF9-9764-7E7749A78EDE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602653" y="4928227"/>
                  <a:ext cx="28872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3DC1544D-55CD-3FC7-2AF5-C898F6940ED9}"/>
                    </a:ext>
                  </a:extLst>
                </p14:cNvPr>
                <p14:cNvContentPartPr/>
                <p14:nvPr/>
              </p14:nvContentPartPr>
              <p14:xfrm>
                <a:off x="8662413" y="5204347"/>
                <a:ext cx="256680" cy="2894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3DC1544D-55CD-3FC7-2AF5-C898F6940ED9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8644413" y="5186707"/>
                  <a:ext cx="29232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8318FDCC-7CD8-6880-D3AA-18F50355CF59}"/>
                    </a:ext>
                  </a:extLst>
                </p14:cNvPr>
                <p14:cNvContentPartPr/>
                <p14:nvPr/>
              </p14:nvContentPartPr>
              <p14:xfrm>
                <a:off x="8586093" y="4481107"/>
                <a:ext cx="71280" cy="129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8318FDCC-7CD8-6880-D3AA-18F50355CF59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8568093" y="4463107"/>
                  <a:ext cx="10692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1F7E7B24-8600-4DE2-00A8-A4CD815526E6}"/>
                    </a:ext>
                  </a:extLst>
                </p14:cNvPr>
                <p14:cNvContentPartPr/>
                <p14:nvPr/>
              </p14:nvContentPartPr>
              <p14:xfrm>
                <a:off x="8686533" y="4820227"/>
                <a:ext cx="67320" cy="100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1F7E7B24-8600-4DE2-00A8-A4CD815526E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8668533" y="4802587"/>
                  <a:ext cx="10296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5447B4A8-5858-4D81-1277-431014CC32FC}"/>
                    </a:ext>
                  </a:extLst>
                </p14:cNvPr>
                <p14:cNvContentPartPr/>
                <p14:nvPr/>
              </p14:nvContentPartPr>
              <p14:xfrm>
                <a:off x="8758173" y="5052067"/>
                <a:ext cx="44640" cy="2844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5447B4A8-5858-4D81-1277-431014CC32F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8740533" y="5034427"/>
                  <a:ext cx="8028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239B0FA0-F405-64B0-2D12-64028437EBFA}"/>
                    </a:ext>
                  </a:extLst>
                </p14:cNvPr>
                <p14:cNvContentPartPr/>
                <p14:nvPr/>
              </p14:nvContentPartPr>
              <p14:xfrm>
                <a:off x="8774373" y="5341147"/>
                <a:ext cx="73080" cy="3672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239B0FA0-F405-64B0-2D12-64028437EBFA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756373" y="5323147"/>
                  <a:ext cx="108720" cy="7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6E894B69-5E4E-E0AF-3B0B-96EBC0A2CEBC}"/>
              </a:ext>
            </a:extLst>
          </p:cNvPr>
          <p:cNvGrpSpPr/>
          <p:nvPr/>
        </p:nvGrpSpPr>
        <p:grpSpPr>
          <a:xfrm>
            <a:off x="8676813" y="3498667"/>
            <a:ext cx="738000" cy="395640"/>
            <a:chOff x="8676813" y="3498667"/>
            <a:chExt cx="738000" cy="395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CC032FD4-3344-80E1-95A4-CF8BC3AD54F3}"/>
                    </a:ext>
                  </a:extLst>
                </p14:cNvPr>
                <p14:cNvContentPartPr/>
                <p14:nvPr/>
              </p14:nvContentPartPr>
              <p14:xfrm>
                <a:off x="8676813" y="3572827"/>
                <a:ext cx="279720" cy="3214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CC032FD4-3344-80E1-95A4-CF8BC3AD54F3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8658813" y="3554827"/>
                  <a:ext cx="315360" cy="35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AD76AED5-83D7-0F36-3549-A035DEB767C9}"/>
                    </a:ext>
                  </a:extLst>
                </p14:cNvPr>
                <p14:cNvContentPartPr/>
                <p14:nvPr/>
              </p14:nvContentPartPr>
              <p14:xfrm>
                <a:off x="9020613" y="3685507"/>
                <a:ext cx="160920" cy="1558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AD76AED5-83D7-0F36-3549-A035DEB767C9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9002973" y="3667507"/>
                  <a:ext cx="1965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AABB46DC-A651-5177-E11F-32187F616129}"/>
                    </a:ext>
                  </a:extLst>
                </p14:cNvPr>
                <p14:cNvContentPartPr/>
                <p14:nvPr/>
              </p14:nvContentPartPr>
              <p14:xfrm>
                <a:off x="9243813" y="3498667"/>
                <a:ext cx="94320" cy="24444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AABB46DC-A651-5177-E11F-32187F616129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9225813" y="3480667"/>
                  <a:ext cx="12996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506775D3-253E-7B05-7E86-96A526D0CE89}"/>
                    </a:ext>
                  </a:extLst>
                </p14:cNvPr>
                <p14:cNvContentPartPr/>
                <p14:nvPr/>
              </p14:nvContentPartPr>
              <p14:xfrm>
                <a:off x="9378093" y="3517387"/>
                <a:ext cx="36720" cy="1987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506775D3-253E-7B05-7E86-96A526D0CE89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9360093" y="3499747"/>
                  <a:ext cx="72360" cy="234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3943358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CB30F-89EC-B7AD-79D6-C76EDD0EB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A1F3D-7421-4CE2-4BF5-3376EB38C5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biasing a diode</a:t>
            </a:r>
          </a:p>
        </p:txBody>
      </p:sp>
      <p:pic>
        <p:nvPicPr>
          <p:cNvPr id="6" name="Content Placeholder 5" descr="A black arrow with a line&#10;&#10;Description automatically generated">
            <a:extLst>
              <a:ext uri="{FF2B5EF4-FFF2-40B4-BE49-F238E27FC236}">
                <a16:creationId xmlns:a16="http://schemas.microsoft.com/office/drawing/2014/main" id="{376FD29D-381F-4BA5-9578-16A4DFECC0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6638" y="2609063"/>
            <a:ext cx="2972058" cy="853514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52F42E-AC7D-98E8-F4CC-73BF440B55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10" name="Picture 9" descr="Diagram of a closed door&#10;&#10;Description automatically generated">
            <a:extLst>
              <a:ext uri="{FF2B5EF4-FFF2-40B4-BE49-F238E27FC236}">
                <a16:creationId xmlns:a16="http://schemas.microsoft.com/office/drawing/2014/main" id="{03CAF7B9-1919-79E9-59E6-C10681ECA3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3025" y="1395023"/>
            <a:ext cx="5107396" cy="3892594"/>
          </a:xfrm>
          <a:prstGeom prst="rect">
            <a:avLst/>
          </a:prstGeom>
        </p:spPr>
      </p:pic>
      <p:grpSp>
        <p:nvGrpSpPr>
          <p:cNvPr id="68" name="Group 67">
            <a:extLst>
              <a:ext uri="{FF2B5EF4-FFF2-40B4-BE49-F238E27FC236}">
                <a16:creationId xmlns:a16="http://schemas.microsoft.com/office/drawing/2014/main" id="{D2CF64E8-19C4-721D-9DA8-3128995F993F}"/>
              </a:ext>
            </a:extLst>
          </p:cNvPr>
          <p:cNvGrpSpPr/>
          <p:nvPr/>
        </p:nvGrpSpPr>
        <p:grpSpPr>
          <a:xfrm>
            <a:off x="7251573" y="3875587"/>
            <a:ext cx="3937680" cy="2972880"/>
            <a:chOff x="7251573" y="3875587"/>
            <a:chExt cx="3937680" cy="2972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D799755-3293-E1C7-103E-398C16F5D707}"/>
                    </a:ext>
                  </a:extLst>
                </p14:cNvPr>
                <p14:cNvContentPartPr/>
                <p14:nvPr/>
              </p14:nvContentPartPr>
              <p14:xfrm>
                <a:off x="7746933" y="4377067"/>
                <a:ext cx="105120" cy="9889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D799755-3293-E1C7-103E-398C16F5D707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728871" y="4359067"/>
                  <a:ext cx="140882" cy="10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E2E9918-0BE7-4E4F-C704-32E73098FDAA}"/>
                    </a:ext>
                  </a:extLst>
                </p14:cNvPr>
                <p14:cNvContentPartPr/>
                <p14:nvPr/>
              </p14:nvContentPartPr>
              <p14:xfrm>
                <a:off x="7742253" y="4215787"/>
                <a:ext cx="2492640" cy="1724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E2E9918-0BE7-4E4F-C704-32E73098FDA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724253" y="4197787"/>
                  <a:ext cx="252828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9C9CC88-0324-BCDF-9B34-A9CD934859DC}"/>
                    </a:ext>
                  </a:extLst>
                </p14:cNvPr>
                <p14:cNvContentPartPr/>
                <p14:nvPr/>
              </p14:nvContentPartPr>
              <p14:xfrm>
                <a:off x="8149413" y="4239187"/>
                <a:ext cx="2414880" cy="13168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9C9CC88-0324-BCDF-9B34-A9CD934859D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131416" y="4221187"/>
                  <a:ext cx="2450515" cy="135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9D4BBFEB-DA91-063B-C63B-14C8EE564009}"/>
                    </a:ext>
                  </a:extLst>
                </p14:cNvPr>
                <p14:cNvContentPartPr/>
                <p14:nvPr/>
              </p14:nvContentPartPr>
              <p14:xfrm>
                <a:off x="9020613" y="4284187"/>
                <a:ext cx="156240" cy="12726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9D4BBFEB-DA91-063B-C63B-14C8EE564009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002613" y="4266187"/>
                  <a:ext cx="191880" cy="130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3ED7B1B-D21C-BD4A-85A3-30AD4B6B7ECA}"/>
                    </a:ext>
                  </a:extLst>
                </p14:cNvPr>
                <p14:cNvContentPartPr/>
                <p14:nvPr/>
              </p14:nvContentPartPr>
              <p14:xfrm>
                <a:off x="8246613" y="4041187"/>
                <a:ext cx="63360" cy="2523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3ED7B1B-D21C-BD4A-85A3-30AD4B6B7EC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228613" y="4023187"/>
                  <a:ext cx="99000" cy="28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2B7FC79-F098-5A9E-5BD4-636C204AE139}"/>
                    </a:ext>
                  </a:extLst>
                </p14:cNvPr>
                <p14:cNvContentPartPr/>
                <p14:nvPr/>
              </p14:nvContentPartPr>
              <p14:xfrm>
                <a:off x="8232573" y="3995107"/>
                <a:ext cx="177840" cy="1198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2B7FC79-F098-5A9E-5BD4-636C204AE13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214573" y="3977107"/>
                  <a:ext cx="21348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4820E5B-E5A6-1DC8-B2FE-495C33A78D9F}"/>
                    </a:ext>
                  </a:extLst>
                </p14:cNvPr>
                <p14:cNvContentPartPr/>
                <p14:nvPr/>
              </p14:nvContentPartPr>
              <p14:xfrm>
                <a:off x="9618933" y="3919867"/>
                <a:ext cx="21240" cy="2448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4820E5B-E5A6-1DC8-B2FE-495C33A78D9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600933" y="3901867"/>
                  <a:ext cx="5688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30D5C9F5-7573-84E7-27A6-362634A0C694}"/>
                    </a:ext>
                  </a:extLst>
                </p14:cNvPr>
                <p14:cNvContentPartPr/>
                <p14:nvPr/>
              </p14:nvContentPartPr>
              <p14:xfrm>
                <a:off x="9590493" y="3875587"/>
                <a:ext cx="194040" cy="2149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30D5C9F5-7573-84E7-27A6-362634A0C694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572493" y="3857587"/>
                  <a:ext cx="22968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8134002-05F5-636B-AA8F-2CBA150BF1C8}"/>
                    </a:ext>
                  </a:extLst>
                </p14:cNvPr>
                <p14:cNvContentPartPr/>
                <p14:nvPr/>
              </p14:nvContentPartPr>
              <p14:xfrm>
                <a:off x="8061573" y="4548067"/>
                <a:ext cx="172800" cy="262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8134002-05F5-636B-AA8F-2CBA150BF1C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043573" y="4530067"/>
                  <a:ext cx="20844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F1DCEDC0-4D88-6E1D-E205-1FA9F0193E68}"/>
                    </a:ext>
                  </a:extLst>
                </p14:cNvPr>
                <p14:cNvContentPartPr/>
                <p14:nvPr/>
              </p14:nvContentPartPr>
              <p14:xfrm>
                <a:off x="8138973" y="4453387"/>
                <a:ext cx="51840" cy="1494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F1DCEDC0-4D88-6E1D-E205-1FA9F0193E68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120847" y="4435387"/>
                  <a:ext cx="87729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1C48C67-D16F-D820-062B-2627D049578A}"/>
                    </a:ext>
                  </a:extLst>
                </p14:cNvPr>
                <p14:cNvContentPartPr/>
                <p14:nvPr/>
              </p14:nvContentPartPr>
              <p14:xfrm>
                <a:off x="8132493" y="4772707"/>
                <a:ext cx="130680" cy="255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1C48C67-D16F-D820-062B-2627D049578A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114493" y="4754957"/>
                  <a:ext cx="166320" cy="607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9421336-C434-0CFF-A7B3-30D673FF3622}"/>
                    </a:ext>
                  </a:extLst>
                </p14:cNvPr>
                <p14:cNvContentPartPr/>
                <p14:nvPr/>
              </p14:nvContentPartPr>
              <p14:xfrm>
                <a:off x="8174253" y="4734907"/>
                <a:ext cx="27720" cy="1036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9421336-C434-0CFF-A7B3-30D673FF3622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156253" y="4716907"/>
                  <a:ext cx="6336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194BE05-D723-E150-16D5-EBC9389CE1E8}"/>
                    </a:ext>
                  </a:extLst>
                </p14:cNvPr>
                <p14:cNvContentPartPr/>
                <p14:nvPr/>
              </p14:nvContentPartPr>
              <p14:xfrm>
                <a:off x="8172453" y="4968907"/>
                <a:ext cx="106200" cy="327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194BE05-D723-E150-16D5-EBC9389CE1E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154392" y="4950707"/>
                  <a:ext cx="141961" cy="6879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3DBC9BD-99C6-1446-4694-015F829A9A7E}"/>
                    </a:ext>
                  </a:extLst>
                </p14:cNvPr>
                <p14:cNvContentPartPr/>
                <p14:nvPr/>
              </p14:nvContentPartPr>
              <p14:xfrm>
                <a:off x="8189013" y="4924987"/>
                <a:ext cx="24120" cy="950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3DBC9BD-99C6-1446-4694-015F829A9A7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171278" y="4907055"/>
                  <a:ext cx="59236" cy="13054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7AAB610-4D97-FCA5-5DA2-0C81FDDF3444}"/>
                    </a:ext>
                  </a:extLst>
                </p14:cNvPr>
                <p14:cNvContentPartPr/>
                <p14:nvPr/>
              </p14:nvContentPartPr>
              <p14:xfrm>
                <a:off x="8187213" y="5168347"/>
                <a:ext cx="138600" cy="349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7AAB610-4D97-FCA5-5DA2-0C81FDDF344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169213" y="5150347"/>
                  <a:ext cx="17424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8CCE42D-C2E6-A0E5-C9AE-281E3D01F701}"/>
                    </a:ext>
                  </a:extLst>
                </p14:cNvPr>
                <p14:cNvContentPartPr/>
                <p14:nvPr/>
              </p14:nvContentPartPr>
              <p14:xfrm>
                <a:off x="8262813" y="5145667"/>
                <a:ext cx="15120" cy="1126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8CCE42D-C2E6-A0E5-C9AE-281E3D01F70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244813" y="5127667"/>
                  <a:ext cx="5076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0C53535-0DAD-9E64-1C4E-9BE99F746F1C}"/>
                    </a:ext>
                  </a:extLst>
                </p14:cNvPr>
                <p14:cNvContentPartPr/>
                <p14:nvPr/>
              </p14:nvContentPartPr>
              <p14:xfrm>
                <a:off x="8254533" y="5365627"/>
                <a:ext cx="82440" cy="100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0C53535-0DAD-9E64-1C4E-9BE99F746F1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236611" y="5347627"/>
                  <a:ext cx="117925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4ACC220-E057-AD40-597C-1547610D8203}"/>
                    </a:ext>
                  </a:extLst>
                </p14:cNvPr>
                <p14:cNvContentPartPr/>
                <p14:nvPr/>
              </p14:nvContentPartPr>
              <p14:xfrm>
                <a:off x="8315013" y="5353387"/>
                <a:ext cx="16560" cy="1170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4ACC220-E057-AD40-597C-1547610D820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297013" y="5335387"/>
                  <a:ext cx="5220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11750D74-7D9D-8C33-5C73-F4654E8A0D4E}"/>
                    </a:ext>
                  </a:extLst>
                </p14:cNvPr>
                <p14:cNvContentPartPr/>
                <p14:nvPr/>
              </p14:nvContentPartPr>
              <p14:xfrm>
                <a:off x="10078653" y="4364827"/>
                <a:ext cx="72720" cy="64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11750D74-7D9D-8C33-5C73-F4654E8A0D4E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060653" y="4346827"/>
                  <a:ext cx="10836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FCC6B07-318D-72ED-CF22-9D35E8A846DD}"/>
                    </a:ext>
                  </a:extLst>
                </p14:cNvPr>
                <p14:cNvContentPartPr/>
                <p14:nvPr/>
              </p14:nvContentPartPr>
              <p14:xfrm>
                <a:off x="10023933" y="4532227"/>
                <a:ext cx="95040" cy="352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FCC6B07-318D-72ED-CF22-9D35E8A846D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005933" y="4514041"/>
                  <a:ext cx="130680" cy="7128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07D6EA58-5335-073E-1D0C-B8AF725FC6C7}"/>
                    </a:ext>
                  </a:extLst>
                </p14:cNvPr>
                <p14:cNvContentPartPr/>
                <p14:nvPr/>
              </p14:nvContentPartPr>
              <p14:xfrm>
                <a:off x="10089813" y="4728427"/>
                <a:ext cx="63000" cy="180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07D6EA58-5335-073E-1D0C-B8AF725FC6C7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071813" y="4710060"/>
                  <a:ext cx="98640" cy="54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C016E13B-52FE-0E44-1C7A-6278A804F3D9}"/>
                    </a:ext>
                  </a:extLst>
                </p14:cNvPr>
                <p14:cNvContentPartPr/>
                <p14:nvPr/>
              </p14:nvContentPartPr>
              <p14:xfrm>
                <a:off x="10110693" y="4869907"/>
                <a:ext cx="103320" cy="205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C016E13B-52FE-0E44-1C7A-6278A804F3D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092630" y="4851907"/>
                  <a:ext cx="139085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D3923041-AB44-8794-01A5-212D10A9217F}"/>
                    </a:ext>
                  </a:extLst>
                </p14:cNvPr>
                <p14:cNvContentPartPr/>
                <p14:nvPr/>
              </p14:nvContentPartPr>
              <p14:xfrm>
                <a:off x="10150653" y="5004907"/>
                <a:ext cx="83520" cy="129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D3923041-AB44-8794-01A5-212D10A9217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132653" y="4986907"/>
                  <a:ext cx="11916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1640E2C-E4DD-680D-6914-F1F09E2006CA}"/>
                    </a:ext>
                  </a:extLst>
                </p14:cNvPr>
                <p14:cNvContentPartPr/>
                <p14:nvPr/>
              </p14:nvContentPartPr>
              <p14:xfrm>
                <a:off x="10158573" y="5123707"/>
                <a:ext cx="96480" cy="345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1640E2C-E4DD-680D-6914-F1F09E2006C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140573" y="5105893"/>
                  <a:ext cx="132120" cy="6983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46984F24-9817-DC4E-BA85-6B826A636BDC}"/>
                    </a:ext>
                  </a:extLst>
                </p14:cNvPr>
                <p14:cNvContentPartPr/>
                <p14:nvPr/>
              </p14:nvContentPartPr>
              <p14:xfrm>
                <a:off x="10212933" y="5292547"/>
                <a:ext cx="50760" cy="136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46984F24-9817-DC4E-BA85-6B826A636BDC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194933" y="5274547"/>
                  <a:ext cx="8640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94635545-B570-110D-A4CF-33290E3F4EFD}"/>
                    </a:ext>
                  </a:extLst>
                </p14:cNvPr>
                <p14:cNvContentPartPr/>
                <p14:nvPr/>
              </p14:nvContentPartPr>
              <p14:xfrm>
                <a:off x="9110613" y="4291387"/>
                <a:ext cx="270000" cy="2710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94635545-B570-110D-A4CF-33290E3F4EF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092637" y="4273411"/>
                  <a:ext cx="305593" cy="30667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3F79E76-B118-51CA-C2A5-60EE39766B23}"/>
                    </a:ext>
                  </a:extLst>
                </p14:cNvPr>
                <p14:cNvContentPartPr/>
                <p14:nvPr/>
              </p14:nvContentPartPr>
              <p14:xfrm>
                <a:off x="9160293" y="4570387"/>
                <a:ext cx="263520" cy="2613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3F79E76-B118-51CA-C2A5-60EE39766B23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142293" y="4552387"/>
                  <a:ext cx="29916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2E0F2A0-2AA2-BBBD-B404-14A6FAB13581}"/>
                    </a:ext>
                  </a:extLst>
                </p14:cNvPr>
                <p14:cNvContentPartPr/>
                <p14:nvPr/>
              </p14:nvContentPartPr>
              <p14:xfrm>
                <a:off x="9196293" y="4856227"/>
                <a:ext cx="190440" cy="2955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2E0F2A0-2AA2-BBBD-B404-14A6FAB13581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178293" y="4838205"/>
                  <a:ext cx="226080" cy="33124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949C275-8043-EE7A-F359-68AFC4A23C66}"/>
                    </a:ext>
                  </a:extLst>
                </p14:cNvPr>
                <p14:cNvContentPartPr/>
                <p14:nvPr/>
              </p14:nvContentPartPr>
              <p14:xfrm>
                <a:off x="9248133" y="5198947"/>
                <a:ext cx="224640" cy="2185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949C275-8043-EE7A-F359-68AFC4A23C6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230133" y="5180917"/>
                  <a:ext cx="2602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C55E52F-396D-262F-9124-5FA5050336FD}"/>
                    </a:ext>
                  </a:extLst>
                </p14:cNvPr>
                <p14:cNvContentPartPr/>
                <p14:nvPr/>
              </p14:nvContentPartPr>
              <p14:xfrm>
                <a:off x="9155253" y="4414507"/>
                <a:ext cx="109440" cy="237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C55E52F-396D-262F-9124-5FA5050336FD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137253" y="4396776"/>
                  <a:ext cx="145080" cy="5886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D093828-B7B8-2A3B-9B9F-1B210175E6BC}"/>
                    </a:ext>
                  </a:extLst>
                </p14:cNvPr>
                <p14:cNvContentPartPr/>
                <p14:nvPr/>
              </p14:nvContentPartPr>
              <p14:xfrm>
                <a:off x="9204573" y="4382827"/>
                <a:ext cx="23760" cy="738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D093828-B7B8-2A3B-9B9F-1B210175E6B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186842" y="4364739"/>
                  <a:ext cx="58868" cy="10961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8F75D659-69A2-3FBA-3F4C-CB124BFC1487}"/>
                    </a:ext>
                  </a:extLst>
                </p14:cNvPr>
                <p14:cNvContentPartPr/>
                <p14:nvPr/>
              </p14:nvContentPartPr>
              <p14:xfrm>
                <a:off x="9253173" y="4695667"/>
                <a:ext cx="86040" cy="79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8F75D659-69A2-3FBA-3F4C-CB124BFC1487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235248" y="4677667"/>
                  <a:ext cx="121532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B791211-7A52-4EF7-249A-18CBFA285A8F}"/>
                    </a:ext>
                  </a:extLst>
                </p14:cNvPr>
                <p14:cNvContentPartPr/>
                <p14:nvPr/>
              </p14:nvContentPartPr>
              <p14:xfrm>
                <a:off x="9299253" y="4647067"/>
                <a:ext cx="19440" cy="109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B791211-7A52-4EF7-249A-18CBFA285A8F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281253" y="4629067"/>
                  <a:ext cx="5508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A7352D4-73C8-B69B-6C34-3CF5F937D05C}"/>
                    </a:ext>
                  </a:extLst>
                </p14:cNvPr>
                <p14:cNvContentPartPr/>
                <p14:nvPr/>
              </p14:nvContentPartPr>
              <p14:xfrm>
                <a:off x="9269373" y="4963867"/>
                <a:ext cx="120240" cy="169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A7352D4-73C8-B69B-6C34-3CF5F937D05C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251373" y="4945867"/>
                  <a:ext cx="15588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3266818-0167-69D1-63A2-2054646B7F7B}"/>
                    </a:ext>
                  </a:extLst>
                </p14:cNvPr>
                <p14:cNvContentPartPr/>
                <p14:nvPr/>
              </p14:nvContentPartPr>
              <p14:xfrm>
                <a:off x="9308253" y="4923187"/>
                <a:ext cx="12600" cy="1922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3266818-0167-69D1-63A2-2054646B7F7B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290253" y="4905187"/>
                  <a:ext cx="4824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EC8BF0C-AFA3-79D8-4047-FF1160C2B751}"/>
                    </a:ext>
                  </a:extLst>
                </p14:cNvPr>
                <p14:cNvContentPartPr/>
                <p14:nvPr/>
              </p14:nvContentPartPr>
              <p14:xfrm>
                <a:off x="9335253" y="5296507"/>
                <a:ext cx="81360" cy="20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EC8BF0C-AFA3-79D8-4047-FF1160C2B751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317253" y="5278507"/>
                  <a:ext cx="11700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3FC73FF-384E-9037-DF54-EB0D10C97FDC}"/>
                    </a:ext>
                  </a:extLst>
                </p14:cNvPr>
                <p14:cNvContentPartPr/>
                <p14:nvPr/>
              </p14:nvContentPartPr>
              <p14:xfrm>
                <a:off x="9380973" y="5274187"/>
                <a:ext cx="9000" cy="1047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3FC73FF-384E-9037-DF54-EB0D10C97FDC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362973" y="5256249"/>
                  <a:ext cx="44640" cy="14027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7081062-2FF8-BF9A-894D-3AE29197C589}"/>
                    </a:ext>
                  </a:extLst>
                </p14:cNvPr>
                <p14:cNvContentPartPr/>
                <p14:nvPr/>
              </p14:nvContentPartPr>
              <p14:xfrm>
                <a:off x="8728293" y="4314067"/>
                <a:ext cx="294840" cy="2617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7081062-2FF8-BF9A-894D-3AE29197C58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710293" y="4296067"/>
                  <a:ext cx="33048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B1409AA-FE0B-B831-75EB-7AA1F32E6E4E}"/>
                    </a:ext>
                  </a:extLst>
                </p14:cNvPr>
                <p14:cNvContentPartPr/>
                <p14:nvPr/>
              </p14:nvContentPartPr>
              <p14:xfrm>
                <a:off x="8818653" y="4406947"/>
                <a:ext cx="87840" cy="529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B1409AA-FE0B-B831-75EB-7AA1F32E6E4E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800579" y="4388947"/>
                  <a:ext cx="123627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DBDDC52F-37B1-B9DC-9485-0F7E66A07D5C}"/>
                    </a:ext>
                  </a:extLst>
                </p14:cNvPr>
                <p14:cNvContentPartPr/>
                <p14:nvPr/>
              </p14:nvContentPartPr>
              <p14:xfrm>
                <a:off x="8895333" y="4716187"/>
                <a:ext cx="56160" cy="180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DBDDC52F-37B1-B9DC-9485-0F7E66A07D5C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877217" y="4698187"/>
                  <a:ext cx="9203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F93C2E05-28B4-23D1-E07C-CC2217B6810C}"/>
                    </a:ext>
                  </a:extLst>
                </p14:cNvPr>
                <p14:cNvContentPartPr/>
                <p14:nvPr/>
              </p14:nvContentPartPr>
              <p14:xfrm>
                <a:off x="8828733" y="4620787"/>
                <a:ext cx="253080" cy="2210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F93C2E05-28B4-23D1-E07C-CC2217B6810C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810733" y="4602787"/>
                  <a:ext cx="28872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44DBABD-9678-C0AC-A593-31F7EA4615F9}"/>
                    </a:ext>
                  </a:extLst>
                </p14:cNvPr>
                <p14:cNvContentPartPr/>
                <p14:nvPr/>
              </p14:nvContentPartPr>
              <p14:xfrm>
                <a:off x="8871573" y="4926427"/>
                <a:ext cx="198360" cy="2106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44DBABD-9678-C0AC-A593-31F7EA4615F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853573" y="4908427"/>
                  <a:ext cx="23400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2E8B34A-8D0F-431D-67DF-C6D8A445D521}"/>
                    </a:ext>
                  </a:extLst>
                </p14:cNvPr>
                <p14:cNvContentPartPr/>
                <p14:nvPr/>
              </p14:nvContentPartPr>
              <p14:xfrm>
                <a:off x="8942853" y="4999867"/>
                <a:ext cx="86040" cy="58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2E8B34A-8D0F-431D-67DF-C6D8A445D52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924853" y="4981867"/>
                  <a:ext cx="12168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8D8CA91B-7929-393C-21FE-F059058B300E}"/>
                    </a:ext>
                  </a:extLst>
                </p14:cNvPr>
                <p14:cNvContentPartPr/>
                <p14:nvPr/>
              </p14:nvContentPartPr>
              <p14:xfrm>
                <a:off x="8877333" y="5156107"/>
                <a:ext cx="204120" cy="2563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8D8CA91B-7929-393C-21FE-F059058B300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859333" y="5138107"/>
                  <a:ext cx="23976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F82F1A55-D433-72E2-85F8-FE31B0ADAC63}"/>
                    </a:ext>
                  </a:extLst>
                </p14:cNvPr>
                <p14:cNvContentPartPr/>
                <p14:nvPr/>
              </p14:nvContentPartPr>
              <p14:xfrm>
                <a:off x="8952213" y="5260147"/>
                <a:ext cx="51480" cy="154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F82F1A55-D433-72E2-85F8-FE31B0ADAC63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934213" y="5242147"/>
                  <a:ext cx="8712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FE4670DF-FA54-FC27-ACD4-F9548BF267C5}"/>
                    </a:ext>
                  </a:extLst>
                </p14:cNvPr>
                <p14:cNvContentPartPr/>
                <p14:nvPr/>
              </p14:nvContentPartPr>
              <p14:xfrm>
                <a:off x="7275693" y="4871347"/>
                <a:ext cx="549000" cy="579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FE4670DF-FA54-FC27-ACD4-F9548BF267C5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257693" y="4853347"/>
                  <a:ext cx="58464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3312D588-7F74-137A-1482-47952AEBE5B5}"/>
                    </a:ext>
                  </a:extLst>
                </p14:cNvPr>
                <p14:cNvContentPartPr/>
                <p14:nvPr/>
              </p14:nvContentPartPr>
              <p14:xfrm>
                <a:off x="7251573" y="4958107"/>
                <a:ext cx="134640" cy="12445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3312D588-7F74-137A-1482-47952AEBE5B5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233573" y="4940107"/>
                  <a:ext cx="170280" cy="128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EE4A5AEE-469A-8543-6C13-47ECAD46DF96}"/>
                    </a:ext>
                  </a:extLst>
                </p14:cNvPr>
                <p14:cNvContentPartPr/>
                <p14:nvPr/>
              </p14:nvContentPartPr>
              <p14:xfrm>
                <a:off x="7388013" y="6161947"/>
                <a:ext cx="29880" cy="1850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EE4A5AEE-469A-8543-6C13-47ECAD46DF9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369793" y="6143947"/>
                  <a:ext cx="65955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C90F6B6-5634-1B84-F49E-490B5583C2F9}"/>
                    </a:ext>
                  </a:extLst>
                </p14:cNvPr>
                <p14:cNvContentPartPr/>
                <p14:nvPr/>
              </p14:nvContentPartPr>
              <p14:xfrm>
                <a:off x="7421133" y="6299107"/>
                <a:ext cx="644040" cy="478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C90F6B6-5634-1B84-F49E-490B5583C2F9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7403133" y="6281107"/>
                  <a:ext cx="67968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E9E9B53-7ECF-9626-2E7D-637CF5FF1A1E}"/>
                    </a:ext>
                  </a:extLst>
                </p14:cNvPr>
                <p14:cNvContentPartPr/>
                <p14:nvPr/>
              </p14:nvContentPartPr>
              <p14:xfrm>
                <a:off x="8078853" y="6147187"/>
                <a:ext cx="31320" cy="2754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E9E9B53-7ECF-9626-2E7D-637CF5FF1A1E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060853" y="6129163"/>
                  <a:ext cx="66960" cy="31108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783FBDB3-8096-8BBB-1C0D-95D0E81287AF}"/>
                    </a:ext>
                  </a:extLst>
                </p14:cNvPr>
                <p14:cNvContentPartPr/>
                <p14:nvPr/>
              </p14:nvContentPartPr>
              <p14:xfrm>
                <a:off x="8194053" y="5961067"/>
                <a:ext cx="105480" cy="887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783FBDB3-8096-8BBB-1C0D-95D0E81287AF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175991" y="5943067"/>
                  <a:ext cx="141242" cy="9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A2A75B44-4066-55D6-A977-A896CF675DB8}"/>
                    </a:ext>
                  </a:extLst>
                </p14:cNvPr>
                <p14:cNvContentPartPr/>
                <p14:nvPr/>
              </p14:nvContentPartPr>
              <p14:xfrm>
                <a:off x="8296653" y="6175267"/>
                <a:ext cx="2436480" cy="1497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A2A75B44-4066-55D6-A977-A896CF675DB8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8278653" y="6157224"/>
                  <a:ext cx="247212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EFDB2289-A94A-9679-7FF0-531EE35BA643}"/>
                    </a:ext>
                  </a:extLst>
                </p14:cNvPr>
                <p14:cNvContentPartPr/>
                <p14:nvPr/>
              </p14:nvContentPartPr>
              <p14:xfrm>
                <a:off x="10445853" y="4517827"/>
                <a:ext cx="743400" cy="17820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EFDB2289-A94A-9679-7FF0-531EE35BA64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427853" y="4499831"/>
                  <a:ext cx="779040" cy="1817633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B45E353A-B8C4-8509-4E94-11C502592E7E}"/>
                  </a:ext>
                </a:extLst>
              </p14:cNvPr>
              <p14:cNvContentPartPr/>
              <p14:nvPr/>
            </p14:nvContentPartPr>
            <p14:xfrm>
              <a:off x="7306293" y="4027507"/>
              <a:ext cx="321840" cy="6300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B45E353A-B8C4-8509-4E94-11C502592E7E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7288293" y="4009507"/>
                <a:ext cx="357480" cy="98640"/>
              </a:xfrm>
              <a:prstGeom prst="rect">
                <a:avLst/>
              </a:prstGeom>
            </p:spPr>
          </p:pic>
        </mc:Fallback>
      </mc:AlternateContent>
      <p:grpSp>
        <p:nvGrpSpPr>
          <p:cNvPr id="72" name="Group 71">
            <a:extLst>
              <a:ext uri="{FF2B5EF4-FFF2-40B4-BE49-F238E27FC236}">
                <a16:creationId xmlns:a16="http://schemas.microsoft.com/office/drawing/2014/main" id="{D2F93670-1E72-6D8C-82FC-978D1C2925A1}"/>
              </a:ext>
            </a:extLst>
          </p:cNvPr>
          <p:cNvGrpSpPr/>
          <p:nvPr/>
        </p:nvGrpSpPr>
        <p:grpSpPr>
          <a:xfrm>
            <a:off x="10306893" y="3624307"/>
            <a:ext cx="432360" cy="398520"/>
            <a:chOff x="10306893" y="3624307"/>
            <a:chExt cx="432360" cy="398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B84DE63A-8021-A4EF-BA79-4E80BA301331}"/>
                    </a:ext>
                  </a:extLst>
                </p14:cNvPr>
                <p14:cNvContentPartPr/>
                <p14:nvPr/>
              </p14:nvContentPartPr>
              <p14:xfrm>
                <a:off x="10306893" y="3848947"/>
                <a:ext cx="432360" cy="676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B84DE63A-8021-A4EF-BA79-4E80BA30133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288893" y="3831042"/>
                  <a:ext cx="468000" cy="10313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C7FACA4A-4A12-2051-2068-19887E2E976D}"/>
                    </a:ext>
                  </a:extLst>
                </p14:cNvPr>
                <p14:cNvContentPartPr/>
                <p14:nvPr/>
              </p14:nvContentPartPr>
              <p14:xfrm>
                <a:off x="10544133" y="3624307"/>
                <a:ext cx="87840" cy="3985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C7FACA4A-4A12-2051-2068-19887E2E976D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0526059" y="3606291"/>
                  <a:ext cx="123627" cy="43419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F53DD61F-BD8A-C992-68E9-3F6B1A8C0976}"/>
              </a:ext>
            </a:extLst>
          </p:cNvPr>
          <p:cNvGrpSpPr/>
          <p:nvPr/>
        </p:nvGrpSpPr>
        <p:grpSpPr>
          <a:xfrm>
            <a:off x="7841973" y="4471387"/>
            <a:ext cx="316440" cy="1027440"/>
            <a:chOff x="7841973" y="4471387"/>
            <a:chExt cx="316440" cy="102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841FB147-BDA1-AF1A-69E2-8F5A285B6FF7}"/>
                    </a:ext>
                  </a:extLst>
                </p14:cNvPr>
                <p14:cNvContentPartPr/>
                <p14:nvPr/>
              </p14:nvContentPartPr>
              <p14:xfrm>
                <a:off x="7841973" y="4563907"/>
                <a:ext cx="127800" cy="176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841FB147-BDA1-AF1A-69E2-8F5A285B6FF7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823973" y="4545907"/>
                  <a:ext cx="16344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0802B620-A49C-36C9-8CDD-66565AA1C292}"/>
                    </a:ext>
                  </a:extLst>
                </p14:cNvPr>
                <p14:cNvContentPartPr/>
                <p14:nvPr/>
              </p14:nvContentPartPr>
              <p14:xfrm>
                <a:off x="7904973" y="4471387"/>
                <a:ext cx="33840" cy="1544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0802B620-A49C-36C9-8CDD-66565AA1C292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886973" y="4453387"/>
                  <a:ext cx="6948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08450630-5F1B-B437-E98A-AE3CD5024F04}"/>
                    </a:ext>
                  </a:extLst>
                </p14:cNvPr>
                <p14:cNvContentPartPr/>
                <p14:nvPr/>
              </p14:nvContentPartPr>
              <p14:xfrm>
                <a:off x="7905333" y="4827067"/>
                <a:ext cx="148320" cy="262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08450630-5F1B-B437-E98A-AE3CD5024F0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887333" y="4809310"/>
                  <a:ext cx="183960" cy="6143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4C7416EC-910A-B573-9C4C-550651CF7BC6}"/>
                    </a:ext>
                  </a:extLst>
                </p14:cNvPr>
                <p14:cNvContentPartPr/>
                <p14:nvPr/>
              </p14:nvContentPartPr>
              <p14:xfrm>
                <a:off x="7984893" y="4745347"/>
                <a:ext cx="12960" cy="1659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4C7416EC-910A-B573-9C4C-550651CF7BC6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966893" y="4727347"/>
                  <a:ext cx="4860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C5C5D607-BDCE-F0F5-D914-FC3FE40A320D}"/>
                    </a:ext>
                  </a:extLst>
                </p14:cNvPr>
                <p14:cNvContentPartPr/>
                <p14:nvPr/>
              </p14:nvContentPartPr>
              <p14:xfrm>
                <a:off x="7975173" y="5058187"/>
                <a:ext cx="114120" cy="165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C5C5D607-BDCE-F0F5-D914-FC3FE40A320D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957173" y="5039787"/>
                  <a:ext cx="149760" cy="5299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C32631C7-D850-6355-393E-47936B62E93C}"/>
                    </a:ext>
                  </a:extLst>
                </p14:cNvPr>
                <p14:cNvContentPartPr/>
                <p14:nvPr/>
              </p14:nvContentPartPr>
              <p14:xfrm>
                <a:off x="8021613" y="5010667"/>
                <a:ext cx="29520" cy="1350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C32631C7-D850-6355-393E-47936B62E93C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8003391" y="4992667"/>
                  <a:ext cx="6560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7142E3A5-0CC3-10B0-C335-32F12343B1D7}"/>
                    </a:ext>
                  </a:extLst>
                </p14:cNvPr>
                <p14:cNvContentPartPr/>
                <p14:nvPr/>
              </p14:nvContentPartPr>
              <p14:xfrm>
                <a:off x="8003253" y="5274187"/>
                <a:ext cx="107280" cy="345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7142E3A5-0CC3-10B0-C335-32F12343B1D7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985253" y="5256187"/>
                  <a:ext cx="14292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2D47EBF6-E0DC-77E1-D739-E4C75DD89BC2}"/>
                    </a:ext>
                  </a:extLst>
                </p14:cNvPr>
                <p14:cNvContentPartPr/>
                <p14:nvPr/>
              </p14:nvContentPartPr>
              <p14:xfrm>
                <a:off x="8045373" y="5256547"/>
                <a:ext cx="31320" cy="1256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2D47EBF6-E0DC-77E1-D739-E4C75DD89BC2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8027164" y="5238547"/>
                  <a:ext cx="67374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A9337D18-1E29-94B5-F3AD-92F865B0A7BE}"/>
                    </a:ext>
                  </a:extLst>
                </p14:cNvPr>
                <p14:cNvContentPartPr/>
                <p14:nvPr/>
              </p14:nvContentPartPr>
              <p14:xfrm>
                <a:off x="8075973" y="5459587"/>
                <a:ext cx="82440" cy="39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A9337D18-1E29-94B5-F3AD-92F865B0A7BE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057973" y="5441587"/>
                  <a:ext cx="118080" cy="74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93BECB54-B399-7712-90D0-64F97A138BA0}"/>
                  </a:ext>
                </a:extLst>
              </p14:cNvPr>
              <p14:cNvContentPartPr/>
              <p14:nvPr/>
            </p14:nvContentPartPr>
            <p14:xfrm>
              <a:off x="10251453" y="4384987"/>
              <a:ext cx="77400" cy="14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93BECB54-B399-7712-90D0-64F97A138BA0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10233453" y="4366987"/>
                <a:ext cx="113040" cy="50040"/>
              </a:xfrm>
              <a:prstGeom prst="rect">
                <a:avLst/>
              </a:prstGeom>
            </p:spPr>
          </p:pic>
        </mc:Fallback>
      </mc:AlternateContent>
      <p:grpSp>
        <p:nvGrpSpPr>
          <p:cNvPr id="86" name="Group 85">
            <a:extLst>
              <a:ext uri="{FF2B5EF4-FFF2-40B4-BE49-F238E27FC236}">
                <a16:creationId xmlns:a16="http://schemas.microsoft.com/office/drawing/2014/main" id="{BC32BCB8-6B59-0B28-8B69-3B30437B1C77}"/>
              </a:ext>
            </a:extLst>
          </p:cNvPr>
          <p:cNvGrpSpPr/>
          <p:nvPr/>
        </p:nvGrpSpPr>
        <p:grpSpPr>
          <a:xfrm>
            <a:off x="10273053" y="4568227"/>
            <a:ext cx="94320" cy="165600"/>
            <a:chOff x="10273053" y="4568227"/>
            <a:chExt cx="94320" cy="165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6D77A371-7574-3C6A-8926-0EFD896189EB}"/>
                    </a:ext>
                  </a:extLst>
                </p14:cNvPr>
                <p14:cNvContentPartPr/>
                <p14:nvPr/>
              </p14:nvContentPartPr>
              <p14:xfrm>
                <a:off x="10273053" y="4568227"/>
                <a:ext cx="58680" cy="165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6D77A371-7574-3C6A-8926-0EFD896189EB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0255163" y="4550227"/>
                  <a:ext cx="94103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CE56D221-B356-7F4E-6143-A926C6FBE45D}"/>
                    </a:ext>
                  </a:extLst>
                </p14:cNvPr>
                <p14:cNvContentPartPr/>
                <p14:nvPr/>
              </p14:nvContentPartPr>
              <p14:xfrm>
                <a:off x="10313373" y="4714747"/>
                <a:ext cx="54000" cy="1908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CE56D221-B356-7F4E-6143-A926C6FBE45D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0295373" y="4696747"/>
                  <a:ext cx="89640" cy="5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A7D62831-3E4C-59F4-ADC7-925506EB694D}"/>
              </a:ext>
            </a:extLst>
          </p:cNvPr>
          <p:cNvGrpSpPr/>
          <p:nvPr/>
        </p:nvGrpSpPr>
        <p:grpSpPr>
          <a:xfrm>
            <a:off x="9406173" y="4278427"/>
            <a:ext cx="427320" cy="1189440"/>
            <a:chOff x="9406173" y="4278427"/>
            <a:chExt cx="427320" cy="11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5734084D-B777-04F8-F395-25C484B5C4DC}"/>
                    </a:ext>
                  </a:extLst>
                </p14:cNvPr>
                <p14:cNvContentPartPr/>
                <p14:nvPr/>
              </p14:nvContentPartPr>
              <p14:xfrm>
                <a:off x="9406173" y="4278427"/>
                <a:ext cx="220680" cy="2872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5734084D-B777-04F8-F395-25C484B5C4DC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9388173" y="4260427"/>
                  <a:ext cx="25632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4A0D123D-5EDA-DDC1-0587-476344E62DDE}"/>
                    </a:ext>
                  </a:extLst>
                </p14:cNvPr>
                <p14:cNvContentPartPr/>
                <p14:nvPr/>
              </p14:nvContentPartPr>
              <p14:xfrm>
                <a:off x="9491133" y="4402267"/>
                <a:ext cx="114840" cy="3312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4A0D123D-5EDA-DDC1-0587-476344E62DDE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473189" y="4384267"/>
                  <a:ext cx="150369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AEC7F2BF-0E1F-167A-2A69-83D74DECA1BF}"/>
                    </a:ext>
                  </a:extLst>
                </p14:cNvPr>
                <p14:cNvContentPartPr/>
                <p14:nvPr/>
              </p14:nvContentPartPr>
              <p14:xfrm>
                <a:off x="9537933" y="4363747"/>
                <a:ext cx="19440" cy="1126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AEC7F2BF-0E1F-167A-2A69-83D74DECA1BF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519933" y="4345747"/>
                  <a:ext cx="5508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56332B8F-AB59-B32E-FB77-1BD92458FB23}"/>
                    </a:ext>
                  </a:extLst>
                </p14:cNvPr>
                <p14:cNvContentPartPr/>
                <p14:nvPr/>
              </p14:nvContentPartPr>
              <p14:xfrm>
                <a:off x="9457653" y="4642027"/>
                <a:ext cx="244080" cy="24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56332B8F-AB59-B32E-FB77-1BD92458FB23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9439653" y="4624027"/>
                  <a:ext cx="27972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CB350421-685B-543E-A4A8-31E6DEB38ED5}"/>
                    </a:ext>
                  </a:extLst>
                </p14:cNvPr>
                <p14:cNvContentPartPr/>
                <p14:nvPr/>
              </p14:nvContentPartPr>
              <p14:xfrm>
                <a:off x="9579333" y="4760107"/>
                <a:ext cx="86760" cy="36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CB350421-685B-543E-A4A8-31E6DEB38ED5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561258" y="4742107"/>
                  <a:ext cx="122549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82811C03-7BE2-0229-14E7-38079A226D93}"/>
                    </a:ext>
                  </a:extLst>
                </p14:cNvPr>
                <p14:cNvContentPartPr/>
                <p14:nvPr/>
              </p14:nvContentPartPr>
              <p14:xfrm>
                <a:off x="9543693" y="4733827"/>
                <a:ext cx="25920" cy="4464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82811C03-7BE2-0229-14E7-38079A226D93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9525693" y="4715971"/>
                  <a:ext cx="61560" cy="799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335FC491-89BA-21C4-081D-8EC522124B54}"/>
                    </a:ext>
                  </a:extLst>
                </p14:cNvPr>
                <p14:cNvContentPartPr/>
                <p14:nvPr/>
              </p14:nvContentPartPr>
              <p14:xfrm>
                <a:off x="9503373" y="4930387"/>
                <a:ext cx="181440" cy="2163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335FC491-89BA-21C4-081D-8EC522124B54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9485337" y="4912387"/>
                  <a:ext cx="217151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7E69CADE-8D7C-2331-AA4E-6E9FC2BF8C94}"/>
                    </a:ext>
                  </a:extLst>
                </p14:cNvPr>
                <p14:cNvContentPartPr/>
                <p14:nvPr/>
              </p14:nvContentPartPr>
              <p14:xfrm>
                <a:off x="9572853" y="5048827"/>
                <a:ext cx="84600" cy="4968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7E69CADE-8D7C-2331-AA4E-6E9FC2BF8C94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9554776" y="5030827"/>
                  <a:ext cx="120392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B807A81D-0B5C-FD15-7F9E-D02469C9BADD}"/>
                    </a:ext>
                  </a:extLst>
                </p14:cNvPr>
                <p14:cNvContentPartPr/>
                <p14:nvPr/>
              </p14:nvContentPartPr>
              <p14:xfrm>
                <a:off x="9591213" y="5038387"/>
                <a:ext cx="35280" cy="1234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B807A81D-0B5C-FD15-7F9E-D02469C9BAD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9573213" y="5020387"/>
                  <a:ext cx="709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90B296EC-C305-F680-DFF8-22E0D9E06198}"/>
                    </a:ext>
                  </a:extLst>
                </p14:cNvPr>
                <p14:cNvContentPartPr/>
                <p14:nvPr/>
              </p14:nvContentPartPr>
              <p14:xfrm>
                <a:off x="9562413" y="5215147"/>
                <a:ext cx="271080" cy="2527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90B296EC-C305-F680-DFF8-22E0D9E06198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9544413" y="5197147"/>
                  <a:ext cx="30672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13BEFAA2-C1DC-05BD-B409-8EF93D46C447}"/>
                    </a:ext>
                  </a:extLst>
                </p14:cNvPr>
                <p14:cNvContentPartPr/>
                <p14:nvPr/>
              </p14:nvContentPartPr>
              <p14:xfrm>
                <a:off x="9694533" y="5305867"/>
                <a:ext cx="81360" cy="3024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13BEFAA2-C1DC-05BD-B409-8EF93D46C447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9676533" y="5287867"/>
                  <a:ext cx="11700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D9604394-7E06-0258-0694-1753657B7A8D}"/>
                    </a:ext>
                  </a:extLst>
                </p14:cNvPr>
                <p14:cNvContentPartPr/>
                <p14:nvPr/>
              </p14:nvContentPartPr>
              <p14:xfrm>
                <a:off x="9721173" y="5279947"/>
                <a:ext cx="21960" cy="914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D9604394-7E06-0258-0694-1753657B7A8D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9702873" y="5261947"/>
                  <a:ext cx="58194" cy="127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AC2E84B1-37FD-2022-0458-7FDB31958B37}"/>
              </a:ext>
            </a:extLst>
          </p:cNvPr>
          <p:cNvGrpSpPr/>
          <p:nvPr/>
        </p:nvGrpSpPr>
        <p:grpSpPr>
          <a:xfrm>
            <a:off x="8459013" y="4352227"/>
            <a:ext cx="460080" cy="1141560"/>
            <a:chOff x="8459013" y="4352227"/>
            <a:chExt cx="460080" cy="1141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9ACFD45F-1678-5C8D-0FA4-9B863C88CA31}"/>
                    </a:ext>
                  </a:extLst>
                </p14:cNvPr>
                <p14:cNvContentPartPr/>
                <p14:nvPr/>
              </p14:nvContentPartPr>
              <p14:xfrm>
                <a:off x="8459013" y="4352227"/>
                <a:ext cx="240480" cy="2991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9ACFD45F-1678-5C8D-0FA4-9B863C88CA31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441013" y="4334227"/>
                  <a:ext cx="27612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4BC75D43-DFED-E36E-82D5-6BC59BBC04B0}"/>
                    </a:ext>
                  </a:extLst>
                </p14:cNvPr>
                <p14:cNvContentPartPr/>
                <p14:nvPr/>
              </p14:nvContentPartPr>
              <p14:xfrm>
                <a:off x="8552613" y="4697827"/>
                <a:ext cx="238320" cy="2412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4BC75D43-DFED-E36E-82D5-6BC59BBC04B0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8534613" y="4679827"/>
                  <a:ext cx="27396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7B41D860-C480-F3DF-CD92-DF2E6CAFA079}"/>
                    </a:ext>
                  </a:extLst>
                </p14:cNvPr>
                <p14:cNvContentPartPr/>
                <p14:nvPr/>
              </p14:nvContentPartPr>
              <p14:xfrm>
                <a:off x="8620293" y="4946227"/>
                <a:ext cx="253080" cy="2383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7B41D860-C480-F3DF-CD92-DF2E6CAFA079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602293" y="4928227"/>
                  <a:ext cx="28872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97842127-D8CB-5DFD-8135-9D264393C14C}"/>
                    </a:ext>
                  </a:extLst>
                </p14:cNvPr>
                <p14:cNvContentPartPr/>
                <p14:nvPr/>
              </p14:nvContentPartPr>
              <p14:xfrm>
                <a:off x="8662413" y="5204347"/>
                <a:ext cx="256680" cy="2894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97842127-D8CB-5DFD-8135-9D264393C14C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8644413" y="5186347"/>
                  <a:ext cx="29232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5A3359F2-FD2E-CBCB-F494-BF4FCC8EB075}"/>
                    </a:ext>
                  </a:extLst>
                </p14:cNvPr>
                <p14:cNvContentPartPr/>
                <p14:nvPr/>
              </p14:nvContentPartPr>
              <p14:xfrm>
                <a:off x="8586093" y="4481107"/>
                <a:ext cx="71280" cy="129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5A3359F2-FD2E-CBCB-F494-BF4FCC8EB075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8568093" y="4463593"/>
                  <a:ext cx="106920" cy="4763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AC14F12B-7865-B7C2-4BF4-700DF38B8306}"/>
                    </a:ext>
                  </a:extLst>
                </p14:cNvPr>
                <p14:cNvContentPartPr/>
                <p14:nvPr/>
              </p14:nvContentPartPr>
              <p14:xfrm>
                <a:off x="8686533" y="4820227"/>
                <a:ext cx="67320" cy="100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AC14F12B-7865-B7C2-4BF4-700DF38B830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8668533" y="4802227"/>
                  <a:ext cx="10296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CA01852C-9628-8DC0-1678-141BCABB64CD}"/>
                    </a:ext>
                  </a:extLst>
                </p14:cNvPr>
                <p14:cNvContentPartPr/>
                <p14:nvPr/>
              </p14:nvContentPartPr>
              <p14:xfrm>
                <a:off x="8758173" y="5052067"/>
                <a:ext cx="44640" cy="2844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CA01852C-9628-8DC0-1678-141BCABB64CD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8740173" y="5034067"/>
                  <a:ext cx="8028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D1CF799C-9F8D-2693-B202-644ECC0F918B}"/>
                    </a:ext>
                  </a:extLst>
                </p14:cNvPr>
                <p14:cNvContentPartPr/>
                <p14:nvPr/>
              </p14:nvContentPartPr>
              <p14:xfrm>
                <a:off x="8774373" y="5341147"/>
                <a:ext cx="73080" cy="3672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D1CF799C-9F8D-2693-B202-644ECC0F918B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756461" y="5323322"/>
                  <a:ext cx="108545" cy="7201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CE95A24E-44BA-D64A-BDE6-A3C2DA055712}"/>
              </a:ext>
            </a:extLst>
          </p:cNvPr>
          <p:cNvGrpSpPr/>
          <p:nvPr/>
        </p:nvGrpSpPr>
        <p:grpSpPr>
          <a:xfrm>
            <a:off x="8676813" y="3498667"/>
            <a:ext cx="738000" cy="395640"/>
            <a:chOff x="8676813" y="3498667"/>
            <a:chExt cx="738000" cy="395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A9CA8320-0049-CFF1-68C7-74CF54510124}"/>
                    </a:ext>
                  </a:extLst>
                </p14:cNvPr>
                <p14:cNvContentPartPr/>
                <p14:nvPr/>
              </p14:nvContentPartPr>
              <p14:xfrm>
                <a:off x="8676813" y="3572827"/>
                <a:ext cx="279720" cy="3214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A9CA8320-0049-CFF1-68C7-74CF54510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8658813" y="3554827"/>
                  <a:ext cx="315360" cy="35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702A0A5C-D61D-5E9B-2E2F-CD3FE67A852A}"/>
                    </a:ext>
                  </a:extLst>
                </p14:cNvPr>
                <p14:cNvContentPartPr/>
                <p14:nvPr/>
              </p14:nvContentPartPr>
              <p14:xfrm>
                <a:off x="9020613" y="3685507"/>
                <a:ext cx="160920" cy="1558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702A0A5C-D61D-5E9B-2E2F-CD3FE67A852A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9002613" y="3667507"/>
                  <a:ext cx="1965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8DE372D-92A5-BBE0-AEA8-036CFC4C9C17}"/>
                    </a:ext>
                  </a:extLst>
                </p14:cNvPr>
                <p14:cNvContentPartPr/>
                <p14:nvPr/>
              </p14:nvContentPartPr>
              <p14:xfrm>
                <a:off x="9243813" y="3498667"/>
                <a:ext cx="94320" cy="24444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8DE372D-92A5-BBE0-AEA8-036CFC4C9C17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9225881" y="3480667"/>
                  <a:ext cx="129824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99819EEA-E735-4DD1-F823-8ABDD293DB41}"/>
                    </a:ext>
                  </a:extLst>
                </p14:cNvPr>
                <p14:cNvContentPartPr/>
                <p14:nvPr/>
              </p14:nvContentPartPr>
              <p14:xfrm>
                <a:off x="9378093" y="3517387"/>
                <a:ext cx="36720" cy="1987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99819EEA-E735-4DD1-F823-8ABDD293DB41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9360093" y="3499387"/>
                  <a:ext cx="72360" cy="234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3255849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46A569-6F6E-81A2-41A8-955FE7AD6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Diode characterization</a:t>
            </a:r>
          </a:p>
        </p:txBody>
      </p:sp>
      <p:pic>
        <p:nvPicPr>
          <p:cNvPr id="6" name="Content Placeholder 5" descr="A diagram of a voltage&#10;&#10;Description automatically generated with medium confidence">
            <a:extLst>
              <a:ext uri="{FF2B5EF4-FFF2-40B4-BE49-F238E27FC236}">
                <a16:creationId xmlns:a16="http://schemas.microsoft.com/office/drawing/2014/main" id="{0ED4D7E1-ACE2-5ABD-3D87-11DFEB9D69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3952" y="1966845"/>
            <a:ext cx="8620236" cy="322535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263A67-1C12-4F23-D4F1-BCD8DFEBEE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11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FDAC3CF-7BA5-220F-C84C-EB48FCA98821}"/>
              </a:ext>
            </a:extLst>
          </p:cNvPr>
          <p:cNvGrpSpPr/>
          <p:nvPr/>
        </p:nvGrpSpPr>
        <p:grpSpPr>
          <a:xfrm>
            <a:off x="7994984" y="4560870"/>
            <a:ext cx="160920" cy="553680"/>
            <a:chOff x="7994984" y="4560870"/>
            <a:chExt cx="160920" cy="553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580E912C-C60A-7528-89E8-EDFED2A31EB1}"/>
                    </a:ext>
                  </a:extLst>
                </p14:cNvPr>
                <p14:cNvContentPartPr/>
                <p14:nvPr/>
              </p14:nvContentPartPr>
              <p14:xfrm>
                <a:off x="8000024" y="4578870"/>
                <a:ext cx="127440" cy="5356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580E912C-C60A-7528-89E8-EDFED2A31EB1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982024" y="4560870"/>
                  <a:ext cx="163080" cy="57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CF399E7-66B0-3FE1-C003-8A1698B40DD9}"/>
                    </a:ext>
                  </a:extLst>
                </p14:cNvPr>
                <p14:cNvContentPartPr/>
                <p14:nvPr/>
              </p14:nvContentPartPr>
              <p14:xfrm>
                <a:off x="7994984" y="4560870"/>
                <a:ext cx="160920" cy="1713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CF399E7-66B0-3FE1-C003-8A1698B40DD9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976984" y="4542870"/>
                  <a:ext cx="196560" cy="20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47F44E4-62DF-67BA-A6C9-08EFD636F975}"/>
              </a:ext>
            </a:extLst>
          </p:cNvPr>
          <p:cNvGrpSpPr/>
          <p:nvPr/>
        </p:nvGrpSpPr>
        <p:grpSpPr>
          <a:xfrm>
            <a:off x="8028824" y="5310750"/>
            <a:ext cx="1736640" cy="1055160"/>
            <a:chOff x="8028824" y="5310750"/>
            <a:chExt cx="1736640" cy="1055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11A6BDE-56A0-F132-CB49-A09404702E3E}"/>
                    </a:ext>
                  </a:extLst>
                </p14:cNvPr>
                <p14:cNvContentPartPr/>
                <p14:nvPr/>
              </p14:nvContentPartPr>
              <p14:xfrm>
                <a:off x="8028824" y="5397150"/>
                <a:ext cx="200880" cy="1216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11A6BDE-56A0-F132-CB49-A09404702E3E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010824" y="5379510"/>
                  <a:ext cx="23652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43303FE-EFE5-A1A0-EE43-6C3C66A5D5CC}"/>
                    </a:ext>
                  </a:extLst>
                </p14:cNvPr>
                <p14:cNvContentPartPr/>
                <p14:nvPr/>
              </p14:nvContentPartPr>
              <p14:xfrm>
                <a:off x="8186504" y="5469870"/>
                <a:ext cx="69840" cy="2095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43303FE-EFE5-A1A0-EE43-6C3C66A5D5C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168864" y="5451870"/>
                  <a:ext cx="10548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5CA98B9-B5C5-78CB-C758-D8FF56B8EFD8}"/>
                    </a:ext>
                  </a:extLst>
                </p14:cNvPr>
                <p14:cNvContentPartPr/>
                <p14:nvPr/>
              </p14:nvContentPartPr>
              <p14:xfrm>
                <a:off x="8345624" y="5488950"/>
                <a:ext cx="181800" cy="1623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5CA98B9-B5C5-78CB-C758-D8FF56B8EFD8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327984" y="5470950"/>
                  <a:ext cx="21744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26D52FC-ABF3-A020-A637-D0D97B188A67}"/>
                    </a:ext>
                  </a:extLst>
                </p14:cNvPr>
                <p14:cNvContentPartPr/>
                <p14:nvPr/>
              </p14:nvContentPartPr>
              <p14:xfrm>
                <a:off x="8563064" y="5360790"/>
                <a:ext cx="57960" cy="1378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26D52FC-ABF3-A020-A637-D0D97B188A67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545064" y="5342790"/>
                  <a:ext cx="9360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53D6799F-5016-E6B3-0D4D-D00E2CECF130}"/>
                    </a:ext>
                  </a:extLst>
                </p14:cNvPr>
                <p14:cNvContentPartPr/>
                <p14:nvPr/>
              </p14:nvContentPartPr>
              <p14:xfrm>
                <a:off x="8729024" y="5310750"/>
                <a:ext cx="221400" cy="1515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53D6799F-5016-E6B3-0D4D-D00E2CECF130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711024" y="5293110"/>
                  <a:ext cx="25704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5027D06-3D8C-B3A1-F560-CAD980EC6E28}"/>
                    </a:ext>
                  </a:extLst>
                </p14:cNvPr>
                <p14:cNvContentPartPr/>
                <p14:nvPr/>
              </p14:nvContentPartPr>
              <p14:xfrm>
                <a:off x="8531024" y="5802150"/>
                <a:ext cx="106200" cy="1659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5027D06-3D8C-B3A1-F560-CAD980EC6E28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513024" y="5784150"/>
                  <a:ext cx="14184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BB869B4-71CF-6837-E438-5A11C87FFC1D}"/>
                    </a:ext>
                  </a:extLst>
                </p14:cNvPr>
                <p14:cNvContentPartPr/>
                <p14:nvPr/>
              </p14:nvContentPartPr>
              <p14:xfrm>
                <a:off x="8681504" y="5681910"/>
                <a:ext cx="219240" cy="1677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BB869B4-71CF-6837-E438-5A11C87FFC1D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8663504" y="5664270"/>
                  <a:ext cx="25488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88994CC-A160-1F5D-AB5F-9528E685D60C}"/>
                    </a:ext>
                  </a:extLst>
                </p14:cNvPr>
                <p14:cNvContentPartPr/>
                <p14:nvPr/>
              </p14:nvContentPartPr>
              <p14:xfrm>
                <a:off x="8628584" y="6158190"/>
                <a:ext cx="135000" cy="2077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88994CC-A160-1F5D-AB5F-9528E685D60C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8610584" y="6140190"/>
                  <a:ext cx="17064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DCB9E41D-EC92-ECFE-E174-64DE1D866183}"/>
                    </a:ext>
                  </a:extLst>
                </p14:cNvPr>
                <p14:cNvContentPartPr/>
                <p14:nvPr/>
              </p14:nvContentPartPr>
              <p14:xfrm>
                <a:off x="8834864" y="6179790"/>
                <a:ext cx="93600" cy="1447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DCB9E41D-EC92-ECFE-E174-64DE1D866183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817224" y="6161790"/>
                  <a:ext cx="12924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1BA4CF1-691C-44C2-9EEF-7A745559F39C}"/>
                    </a:ext>
                  </a:extLst>
                </p14:cNvPr>
                <p14:cNvContentPartPr/>
                <p14:nvPr/>
              </p14:nvContentPartPr>
              <p14:xfrm>
                <a:off x="8950064" y="6017430"/>
                <a:ext cx="110520" cy="2196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1BA4CF1-691C-44C2-9EEF-7A745559F39C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8932424" y="5999790"/>
                  <a:ext cx="14616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66158C7-C1C8-EA97-2473-F17359E93340}"/>
                    </a:ext>
                  </a:extLst>
                </p14:cNvPr>
                <p14:cNvContentPartPr/>
                <p14:nvPr/>
              </p14:nvContentPartPr>
              <p14:xfrm>
                <a:off x="9127184" y="5983590"/>
                <a:ext cx="75600" cy="1587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66158C7-C1C8-EA97-2473-F17359E93340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9109544" y="5965950"/>
                  <a:ext cx="11124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703AD0D6-6251-636D-448B-706049AD93A0}"/>
                    </a:ext>
                  </a:extLst>
                </p14:cNvPr>
                <p14:cNvContentPartPr/>
                <p14:nvPr/>
              </p14:nvContentPartPr>
              <p14:xfrm>
                <a:off x="9092984" y="5952630"/>
                <a:ext cx="270720" cy="1486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703AD0D6-6251-636D-448B-706049AD93A0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075344" y="5934990"/>
                  <a:ext cx="30636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86DEDC0-5B5E-0915-3196-124A1B4A9C01}"/>
                    </a:ext>
                  </a:extLst>
                </p14:cNvPr>
                <p14:cNvContentPartPr/>
                <p14:nvPr/>
              </p14:nvContentPartPr>
              <p14:xfrm>
                <a:off x="9469544" y="5875950"/>
                <a:ext cx="127440" cy="2980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86DEDC0-5B5E-0915-3196-124A1B4A9C01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451904" y="5857950"/>
                  <a:ext cx="163080" cy="3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A8E9F82-3B80-B910-CB28-94A5088D7047}"/>
                    </a:ext>
                  </a:extLst>
                </p14:cNvPr>
                <p14:cNvContentPartPr/>
                <p14:nvPr/>
              </p14:nvContentPartPr>
              <p14:xfrm>
                <a:off x="9612824" y="5772630"/>
                <a:ext cx="152640" cy="1742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A8E9F82-3B80-B910-CB28-94A5088D7047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595184" y="5754630"/>
                  <a:ext cx="188280" cy="209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5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A76F8665-346F-9DE9-8204-6458BC341062}"/>
                  </a:ext>
                </a:extLst>
              </p14:cNvPr>
              <p14:cNvContentPartPr/>
              <p14:nvPr/>
            </p14:nvContentPartPr>
            <p14:xfrm>
              <a:off x="9947984" y="5816910"/>
              <a:ext cx="21600" cy="14400"/>
            </p14:xfrm>
          </p:contentPart>
        </mc:Choice>
        <mc:Fallback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A76F8665-346F-9DE9-8204-6458BC341062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9929984" y="5798910"/>
                <a:ext cx="57240" cy="50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356071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92B31-1D96-5409-6B09-E6F1AA960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Water analogy</a:t>
            </a:r>
          </a:p>
        </p:txBody>
      </p:sp>
      <p:pic>
        <p:nvPicPr>
          <p:cNvPr id="6" name="Content Placeholder 5" descr="Diagram of a diagram of a diode&#10;&#10;Description automatically generated">
            <a:extLst>
              <a:ext uri="{FF2B5EF4-FFF2-40B4-BE49-F238E27FC236}">
                <a16:creationId xmlns:a16="http://schemas.microsoft.com/office/drawing/2014/main" id="{A2BB5761-A167-1814-8B3E-9C7997D917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3395" y="1750086"/>
            <a:ext cx="9102205" cy="303406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E47950-FE4F-483F-AC28-1207C718A2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12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E95C8B7-4DB3-A0A1-8E8A-D93A93183A4A}"/>
              </a:ext>
            </a:extLst>
          </p:cNvPr>
          <p:cNvGrpSpPr/>
          <p:nvPr/>
        </p:nvGrpSpPr>
        <p:grpSpPr>
          <a:xfrm>
            <a:off x="8522744" y="4236510"/>
            <a:ext cx="213840" cy="347040"/>
            <a:chOff x="8522744" y="4236510"/>
            <a:chExt cx="213840" cy="347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8ADC09C-783D-803B-04C2-2B75A0C93386}"/>
                    </a:ext>
                  </a:extLst>
                </p14:cNvPr>
                <p14:cNvContentPartPr/>
                <p14:nvPr/>
              </p14:nvContentPartPr>
              <p14:xfrm>
                <a:off x="8594384" y="4325790"/>
                <a:ext cx="20160" cy="25776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8ADC09C-783D-803B-04C2-2B75A0C93386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576384" y="4307790"/>
                  <a:ext cx="5580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BA84294-5FE6-7D00-FCE6-C180BC576917}"/>
                    </a:ext>
                  </a:extLst>
                </p14:cNvPr>
                <p14:cNvContentPartPr/>
                <p14:nvPr/>
              </p14:nvContentPartPr>
              <p14:xfrm>
                <a:off x="8522744" y="4236510"/>
                <a:ext cx="213840" cy="1893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BA84294-5FE6-7D00-FCE6-C180BC576917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505104" y="4218510"/>
                  <a:ext cx="249480" cy="225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30DA8C8-52FE-1DCD-63AB-49D60C6DBF3F}"/>
              </a:ext>
            </a:extLst>
          </p:cNvPr>
          <p:cNvGrpSpPr/>
          <p:nvPr/>
        </p:nvGrpSpPr>
        <p:grpSpPr>
          <a:xfrm>
            <a:off x="8498264" y="4980990"/>
            <a:ext cx="1233000" cy="445320"/>
            <a:chOff x="8498264" y="4980990"/>
            <a:chExt cx="1233000" cy="445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6706BA7-2FA7-65D5-59CE-1DA8C9AA7116}"/>
                    </a:ext>
                  </a:extLst>
                </p14:cNvPr>
                <p14:cNvContentPartPr/>
                <p14:nvPr/>
              </p14:nvContentPartPr>
              <p14:xfrm>
                <a:off x="8498264" y="5068110"/>
                <a:ext cx="41760" cy="2764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6706BA7-2FA7-65D5-59CE-1DA8C9AA7116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480264" y="5050110"/>
                  <a:ext cx="7740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18305D4-726E-BDAE-A559-25FFEA931E8E}"/>
                    </a:ext>
                  </a:extLst>
                </p14:cNvPr>
                <p14:cNvContentPartPr/>
                <p14:nvPr/>
              </p14:nvContentPartPr>
              <p14:xfrm>
                <a:off x="8506544" y="5223270"/>
                <a:ext cx="116280" cy="2030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18305D4-726E-BDAE-A559-25FFEA931E8E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488904" y="5205270"/>
                  <a:ext cx="15192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B5216AC-7E58-295F-F0B7-C5A12C845BA9}"/>
                    </a:ext>
                  </a:extLst>
                </p14:cNvPr>
                <p14:cNvContentPartPr/>
                <p14:nvPr/>
              </p14:nvContentPartPr>
              <p14:xfrm>
                <a:off x="8709224" y="5223270"/>
                <a:ext cx="70560" cy="1191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B5216AC-7E58-295F-F0B7-C5A12C845BA9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691224" y="5205630"/>
                  <a:ext cx="10620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2F166AD-4025-441D-5839-FF79A6D1D385}"/>
                    </a:ext>
                  </a:extLst>
                </p14:cNvPr>
                <p14:cNvContentPartPr/>
                <p14:nvPr/>
              </p14:nvContentPartPr>
              <p14:xfrm>
                <a:off x="8855744" y="5167110"/>
                <a:ext cx="104760" cy="1684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2F166AD-4025-441D-5839-FF79A6D1D385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838104" y="5149470"/>
                  <a:ext cx="14040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753767B-ED7B-4293-E9CE-FCD874F26A8E}"/>
                    </a:ext>
                  </a:extLst>
                </p14:cNvPr>
                <p14:cNvContentPartPr/>
                <p14:nvPr/>
              </p14:nvContentPartPr>
              <p14:xfrm>
                <a:off x="8958704" y="5182230"/>
                <a:ext cx="61560" cy="777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753767B-ED7B-4293-E9CE-FCD874F26A8E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941064" y="5164230"/>
                  <a:ext cx="9720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AEBA7C8-6BB9-CC96-327B-B6122695B1A4}"/>
                    </a:ext>
                  </a:extLst>
                </p14:cNvPr>
                <p14:cNvContentPartPr/>
                <p14:nvPr/>
              </p14:nvContentPartPr>
              <p14:xfrm>
                <a:off x="9050504" y="5026710"/>
                <a:ext cx="80280" cy="2221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AEBA7C8-6BB9-CC96-327B-B6122695B1A4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032504" y="5009070"/>
                  <a:ext cx="11592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6A74D40-DE1C-B99B-DBA4-2EF5B3E2DB2E}"/>
                    </a:ext>
                  </a:extLst>
                </p14:cNvPr>
                <p14:cNvContentPartPr/>
                <p14:nvPr/>
              </p14:nvContentPartPr>
              <p14:xfrm>
                <a:off x="9107024" y="5108430"/>
                <a:ext cx="67320" cy="673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6A74D40-DE1C-B99B-DBA4-2EF5B3E2DB2E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089384" y="5090790"/>
                  <a:ext cx="10296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C48C38A-A57D-5D43-035A-8BABF42F3BDE}"/>
                    </a:ext>
                  </a:extLst>
                </p14:cNvPr>
                <p14:cNvContentPartPr/>
                <p14:nvPr/>
              </p14:nvContentPartPr>
              <p14:xfrm>
                <a:off x="9206024" y="5023830"/>
                <a:ext cx="102960" cy="2188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C48C38A-A57D-5D43-035A-8BABF42F3BDE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188384" y="5005830"/>
                  <a:ext cx="13860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F9B0E3D-DCDA-07B7-9262-3CEE4B12AE75}"/>
                    </a:ext>
                  </a:extLst>
                </p14:cNvPr>
                <p14:cNvContentPartPr/>
                <p14:nvPr/>
              </p14:nvContentPartPr>
              <p14:xfrm>
                <a:off x="9347504" y="5031750"/>
                <a:ext cx="207720" cy="1605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F9B0E3D-DCDA-07B7-9262-3CEE4B12AE75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329864" y="5014110"/>
                  <a:ext cx="24336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8973F68-8C16-C4A3-3A3C-80AB72F15617}"/>
                    </a:ext>
                  </a:extLst>
                </p14:cNvPr>
                <p14:cNvContentPartPr/>
                <p14:nvPr/>
              </p14:nvContentPartPr>
              <p14:xfrm>
                <a:off x="9597704" y="4980990"/>
                <a:ext cx="133560" cy="813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8973F68-8C16-C4A3-3A3C-80AB72F15617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579704" y="4962990"/>
                  <a:ext cx="169200" cy="117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7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8A1AE459-E2A3-BD3A-4DFE-3B4424B38BB6}"/>
                  </a:ext>
                </a:extLst>
              </p14:cNvPr>
              <p14:cNvContentPartPr/>
              <p14:nvPr/>
            </p14:nvContentPartPr>
            <p14:xfrm>
              <a:off x="9112784" y="3841230"/>
              <a:ext cx="842760" cy="5472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8A1AE459-E2A3-BD3A-4DFE-3B4424B38BB6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9095144" y="3823230"/>
                <a:ext cx="878400" cy="9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6464657F-DF55-B083-10D1-9D5392ACD611}"/>
                  </a:ext>
                </a:extLst>
              </p14:cNvPr>
              <p14:cNvContentPartPr/>
              <p14:nvPr/>
            </p14:nvContentPartPr>
            <p14:xfrm>
              <a:off x="9088664" y="3956070"/>
              <a:ext cx="896400" cy="8640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6464657F-DF55-B083-10D1-9D5392ACD611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9070664" y="3938070"/>
                <a:ext cx="93204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CA6E32E9-D4C6-11B1-0245-20635A0BD83E}"/>
                  </a:ext>
                </a:extLst>
              </p14:cNvPr>
              <p14:cNvContentPartPr/>
              <p14:nvPr/>
            </p14:nvContentPartPr>
            <p14:xfrm>
              <a:off x="9099464" y="4154070"/>
              <a:ext cx="1069560" cy="50040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CA6E32E9-D4C6-11B1-0245-20635A0BD83E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9081824" y="4136430"/>
                <a:ext cx="1105200" cy="85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327785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B59E5-3175-5523-5CA9-A51A635BAA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Diode Current Equation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065A40-9CEB-70E6-C4AA-0E02606869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273749"/>
            <a:ext cx="10515600" cy="1454792"/>
          </a:xfrm>
        </p:spPr>
        <p:txBody>
          <a:bodyPr/>
          <a:lstStyle/>
          <a:p>
            <a:r>
              <a:rPr lang="en-US" dirty="0"/>
              <a:t>This equation partially describes the behavior of a non-ideal diode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90F462-6614-D344-B6E3-310E878E8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CCC5CB1-0089-B5A5-F66C-9123BA34DFB4}"/>
                  </a:ext>
                </a:extLst>
              </p:cNvPr>
              <p:cNvSpPr txBox="1"/>
              <p:nvPr/>
            </p:nvSpPr>
            <p:spPr>
              <a:xfrm>
                <a:off x="838200" y="2435699"/>
                <a:ext cx="4209301" cy="98655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f>
                            <m:f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𝑞𝑉</m:t>
                              </m:r>
                            </m:num>
                            <m:den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𝑛𝑘𝑇</m:t>
                              </m:r>
                            </m:den>
                          </m:f>
                        </m:sup>
                      </m:sSup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−1)</m:t>
                      </m:r>
                    </m:oMath>
                  </m:oMathPara>
                </a14:m>
                <a:endParaRPr lang="en-US" sz="1600" dirty="0">
                  <a:latin typeface="PT Sans" panose="020B0503020203020204" pitchFamily="34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CCC5CB1-0089-B5A5-F66C-9123BA34DF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435699"/>
                <a:ext cx="4209301" cy="98655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68F96496-BDF3-4C6A-B6C8-0741A0C764E8}"/>
                  </a:ext>
                </a:extLst>
              </p14:cNvPr>
              <p14:cNvContentPartPr/>
              <p14:nvPr/>
            </p14:nvContentPartPr>
            <p14:xfrm>
              <a:off x="7456424" y="1929990"/>
              <a:ext cx="91080" cy="8676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68F96496-BDF3-4C6A-B6C8-0741A0C764E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438784" y="1911990"/>
                <a:ext cx="126720" cy="122400"/>
              </a:xfrm>
              <a:prstGeom prst="rect">
                <a:avLst/>
              </a:prstGeom>
            </p:spPr>
          </p:pic>
        </mc:Fallback>
      </mc:AlternateContent>
      <p:grpSp>
        <p:nvGrpSpPr>
          <p:cNvPr id="39" name="Group 38">
            <a:extLst>
              <a:ext uri="{FF2B5EF4-FFF2-40B4-BE49-F238E27FC236}">
                <a16:creationId xmlns:a16="http://schemas.microsoft.com/office/drawing/2014/main" id="{E49CC1CD-091F-3C95-3EB8-16CACD471B5A}"/>
              </a:ext>
            </a:extLst>
          </p:cNvPr>
          <p:cNvGrpSpPr/>
          <p:nvPr/>
        </p:nvGrpSpPr>
        <p:grpSpPr>
          <a:xfrm>
            <a:off x="5557424" y="216030"/>
            <a:ext cx="2814840" cy="2522160"/>
            <a:chOff x="5557424" y="216030"/>
            <a:chExt cx="2814840" cy="2522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344A3F3-AE64-0276-C95A-67DA46CEF2EB}"/>
                    </a:ext>
                  </a:extLst>
                </p14:cNvPr>
                <p14:cNvContentPartPr/>
                <p14:nvPr/>
              </p14:nvContentPartPr>
              <p14:xfrm>
                <a:off x="6796544" y="660990"/>
                <a:ext cx="98280" cy="18036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344A3F3-AE64-0276-C95A-67DA46CEF2EB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778904" y="642990"/>
                  <a:ext cx="133920" cy="18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DE03AE4-B916-B75F-07FC-27610877C74A}"/>
                    </a:ext>
                  </a:extLst>
                </p14:cNvPr>
                <p14:cNvContentPartPr/>
                <p14:nvPr/>
              </p14:nvContentPartPr>
              <p14:xfrm>
                <a:off x="5846864" y="1585470"/>
                <a:ext cx="2053440" cy="11160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DE03AE4-B916-B75F-07FC-27610877C74A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829224" y="1567830"/>
                  <a:ext cx="208908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EEA6D4C-790B-B400-4937-0A2CEDD88CE1}"/>
                    </a:ext>
                  </a:extLst>
                </p14:cNvPr>
                <p14:cNvContentPartPr/>
                <p14:nvPr/>
              </p14:nvContentPartPr>
              <p14:xfrm>
                <a:off x="6840104" y="408990"/>
                <a:ext cx="873000" cy="118512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EEA6D4C-790B-B400-4937-0A2CEDD88CE1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822104" y="391350"/>
                  <a:ext cx="908640" cy="12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C1CC860-0792-D36D-1DB4-32D4278B8DC2}"/>
                    </a:ext>
                  </a:extLst>
                </p14:cNvPr>
                <p14:cNvContentPartPr/>
                <p14:nvPr/>
              </p14:nvContentPartPr>
              <p14:xfrm>
                <a:off x="6799424" y="1604550"/>
                <a:ext cx="47880" cy="529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C1CC860-0792-D36D-1DB4-32D4278B8DC2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781424" y="1586910"/>
                  <a:ext cx="8352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EB355E9-80F3-A5B0-A90C-E46B89F5C2AD}"/>
                    </a:ext>
                  </a:extLst>
                </p14:cNvPr>
                <p14:cNvContentPartPr/>
                <p14:nvPr/>
              </p14:nvContentPartPr>
              <p14:xfrm>
                <a:off x="6656144" y="1614630"/>
                <a:ext cx="147600" cy="237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EB355E9-80F3-A5B0-A90C-E46B89F5C2AD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638144" y="1596630"/>
                  <a:ext cx="18324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D4BE19E-FCD9-A832-DB67-12B2D858C15F}"/>
                    </a:ext>
                  </a:extLst>
                </p14:cNvPr>
                <p14:cNvContentPartPr/>
                <p14:nvPr/>
              </p14:nvContentPartPr>
              <p14:xfrm>
                <a:off x="5998784" y="1626870"/>
                <a:ext cx="842040" cy="11113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ED4BE19E-FCD9-A832-DB67-12B2D858C15F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981144" y="1609230"/>
                  <a:ext cx="877680" cy="11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EA3FC6A3-2356-1CE7-A9EA-3590306DE024}"/>
                    </a:ext>
                  </a:extLst>
                </p14:cNvPr>
                <p14:cNvContentPartPr/>
                <p14:nvPr/>
              </p14:nvContentPartPr>
              <p14:xfrm>
                <a:off x="6891584" y="2408790"/>
                <a:ext cx="13320" cy="2696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EA3FC6A3-2356-1CE7-A9EA-3590306DE024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873584" y="2390790"/>
                  <a:ext cx="48960" cy="30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B293968-9190-25AF-4498-2C63AEDF46AF}"/>
                    </a:ext>
                  </a:extLst>
                </p14:cNvPr>
                <p14:cNvContentPartPr/>
                <p14:nvPr/>
              </p14:nvContentPartPr>
              <p14:xfrm>
                <a:off x="6433664" y="713550"/>
                <a:ext cx="62280" cy="2667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B293968-9190-25AF-4498-2C63AEDF46AF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415664" y="695550"/>
                  <a:ext cx="97920" cy="3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8BDFA10-6842-29DD-4064-6C89DF44F24A}"/>
                    </a:ext>
                  </a:extLst>
                </p14:cNvPr>
                <p14:cNvContentPartPr/>
                <p14:nvPr/>
              </p14:nvContentPartPr>
              <p14:xfrm>
                <a:off x="6386144" y="731550"/>
                <a:ext cx="70560" cy="514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8BDFA10-6842-29DD-4064-6C89DF44F24A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6368504" y="713910"/>
                  <a:ext cx="10620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AB33378B-CE1A-F031-EAEB-04848F8D282C}"/>
                    </a:ext>
                  </a:extLst>
                </p14:cNvPr>
                <p14:cNvContentPartPr/>
                <p14:nvPr/>
              </p14:nvContentPartPr>
              <p14:xfrm>
                <a:off x="6434384" y="977430"/>
                <a:ext cx="92880" cy="223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AB33378B-CE1A-F031-EAEB-04848F8D282C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6416384" y="959430"/>
                  <a:ext cx="12852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CABB81D-2398-F913-E2AE-565104E395CB}"/>
                    </a:ext>
                  </a:extLst>
                </p14:cNvPr>
                <p14:cNvContentPartPr/>
                <p14:nvPr/>
              </p14:nvContentPartPr>
              <p14:xfrm>
                <a:off x="7168424" y="1848630"/>
                <a:ext cx="152280" cy="1983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CABB81D-2398-F913-E2AE-565104E395CB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150424" y="1830630"/>
                  <a:ext cx="18792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4B53458-EE70-AD55-2D90-CD6A53B0C84E}"/>
                    </a:ext>
                  </a:extLst>
                </p14:cNvPr>
                <p14:cNvContentPartPr/>
                <p14:nvPr/>
              </p14:nvContentPartPr>
              <p14:xfrm>
                <a:off x="7112624" y="1852950"/>
                <a:ext cx="69840" cy="295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4B53458-EE70-AD55-2D90-CD6A53B0C84E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7094984" y="1834950"/>
                  <a:ext cx="10548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B3F5D56-030E-0303-FFDC-EE9312B0C2DA}"/>
                    </a:ext>
                  </a:extLst>
                </p14:cNvPr>
                <p14:cNvContentPartPr/>
                <p14:nvPr/>
              </p14:nvContentPartPr>
              <p14:xfrm>
                <a:off x="7317464" y="1838550"/>
                <a:ext cx="30240" cy="64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B3F5D56-030E-0303-FFDC-EE9312B0C2DA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7299464" y="1820910"/>
                  <a:ext cx="6588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2535AD5-3697-D157-0F15-2BE220780ACF}"/>
                    </a:ext>
                  </a:extLst>
                </p14:cNvPr>
                <p14:cNvContentPartPr/>
                <p14:nvPr/>
              </p14:nvContentPartPr>
              <p14:xfrm>
                <a:off x="7645424" y="1830990"/>
                <a:ext cx="62640" cy="1976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2535AD5-3697-D157-0F15-2BE220780ACF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7627784" y="1813350"/>
                  <a:ext cx="9828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E25FA5D-5037-366C-32BC-24EAA12BA4E3}"/>
                    </a:ext>
                  </a:extLst>
                </p14:cNvPr>
                <p14:cNvContentPartPr/>
                <p14:nvPr/>
              </p14:nvContentPartPr>
              <p14:xfrm>
                <a:off x="7788344" y="1842870"/>
                <a:ext cx="80280" cy="1846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E25FA5D-5037-366C-32BC-24EAA12BA4E3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770704" y="1825230"/>
                  <a:ext cx="1159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759FFBB-42B2-7673-AA38-ABCBD8564747}"/>
                    </a:ext>
                  </a:extLst>
                </p14:cNvPr>
                <p14:cNvContentPartPr/>
                <p14:nvPr/>
              </p14:nvContentPartPr>
              <p14:xfrm>
                <a:off x="7781504" y="1882110"/>
                <a:ext cx="231120" cy="9828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759FFBB-42B2-7673-AA38-ABCBD8564747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763864" y="1864470"/>
                  <a:ext cx="26676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6255FF9B-7A20-1C5D-988F-65214B3AB015}"/>
                    </a:ext>
                  </a:extLst>
                </p14:cNvPr>
                <p14:cNvContentPartPr/>
                <p14:nvPr/>
              </p14:nvContentPartPr>
              <p14:xfrm>
                <a:off x="8092184" y="1891110"/>
                <a:ext cx="88200" cy="1684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6255FF9B-7A20-1C5D-988F-65214B3AB015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8074184" y="1873470"/>
                  <a:ext cx="12384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BDACFD5-1660-3859-7BEB-14FFCA678A0C}"/>
                    </a:ext>
                  </a:extLst>
                </p14:cNvPr>
                <p14:cNvContentPartPr/>
                <p14:nvPr/>
              </p14:nvContentPartPr>
              <p14:xfrm>
                <a:off x="8252024" y="1868430"/>
                <a:ext cx="120240" cy="896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BDACFD5-1660-3859-7BEB-14FFCA678A0C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234024" y="1850430"/>
                  <a:ext cx="15588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613F3E29-290C-111F-0936-19EDCF94BB09}"/>
                    </a:ext>
                  </a:extLst>
                </p14:cNvPr>
                <p14:cNvContentPartPr/>
                <p14:nvPr/>
              </p14:nvContentPartPr>
              <p14:xfrm>
                <a:off x="5557424" y="603750"/>
                <a:ext cx="110520" cy="1634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613F3E29-290C-111F-0936-19EDCF94BB09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5539424" y="586110"/>
                  <a:ext cx="14616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DDE471F-4BF6-5780-40EA-E7412113EBBC}"/>
                    </a:ext>
                  </a:extLst>
                </p14:cNvPr>
                <p14:cNvContentPartPr/>
                <p14:nvPr/>
              </p14:nvContentPartPr>
              <p14:xfrm>
                <a:off x="5706824" y="612030"/>
                <a:ext cx="133560" cy="730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DDE471F-4BF6-5780-40EA-E7412113EBBC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5689184" y="594030"/>
                  <a:ext cx="16920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CE158759-3E99-0C49-DDC0-6A4E1EC88E97}"/>
                    </a:ext>
                  </a:extLst>
                </p14:cNvPr>
                <p14:cNvContentPartPr/>
                <p14:nvPr/>
              </p14:nvContentPartPr>
              <p14:xfrm>
                <a:off x="5859104" y="489270"/>
                <a:ext cx="72360" cy="1069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CE158759-3E99-0C49-DDC0-6A4E1EC88E97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5841464" y="471270"/>
                  <a:ext cx="1080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2B4E1D03-5DBA-9688-09F2-FA921B9C71B5}"/>
                    </a:ext>
                  </a:extLst>
                </p14:cNvPr>
                <p14:cNvContentPartPr/>
                <p14:nvPr/>
              </p14:nvContentPartPr>
              <p14:xfrm>
                <a:off x="6009944" y="397830"/>
                <a:ext cx="93600" cy="1281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2B4E1D03-5DBA-9688-09F2-FA921B9C71B5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5991944" y="379830"/>
                  <a:ext cx="12924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62640C8-EA41-F70F-F141-A81CA65252D9}"/>
                    </a:ext>
                  </a:extLst>
                </p14:cNvPr>
                <p14:cNvContentPartPr/>
                <p14:nvPr/>
              </p14:nvContentPartPr>
              <p14:xfrm>
                <a:off x="6196784" y="362190"/>
                <a:ext cx="198360" cy="1177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62640C8-EA41-F70F-F141-A81CA65252D9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6178784" y="344550"/>
                  <a:ext cx="23400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3111F905-C744-509A-9F5B-2AA0CA85FE79}"/>
                    </a:ext>
                  </a:extLst>
                </p14:cNvPr>
                <p14:cNvContentPartPr/>
                <p14:nvPr/>
              </p14:nvContentPartPr>
              <p14:xfrm>
                <a:off x="6419264" y="216030"/>
                <a:ext cx="77760" cy="1281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3111F905-C744-509A-9F5B-2AA0CA85FE79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6401624" y="198030"/>
                  <a:ext cx="11340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00CBCF2-6FE3-E3B3-B9F7-BD0C9132A4CA}"/>
                    </a:ext>
                  </a:extLst>
                </p14:cNvPr>
                <p14:cNvContentPartPr/>
                <p14:nvPr/>
              </p14:nvContentPartPr>
              <p14:xfrm>
                <a:off x="6447704" y="227550"/>
                <a:ext cx="110160" cy="662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00CBCF2-6FE3-E3B3-B9F7-BD0C9132A4CA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6429704" y="209550"/>
                  <a:ext cx="14580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2266F20E-2ACA-BF68-BC5D-65C881E4F1AA}"/>
              </a:ext>
            </a:extLst>
          </p:cNvPr>
          <p:cNvGrpSpPr/>
          <p:nvPr/>
        </p:nvGrpSpPr>
        <p:grpSpPr>
          <a:xfrm>
            <a:off x="8670060" y="561850"/>
            <a:ext cx="3316680" cy="1333080"/>
            <a:chOff x="4916624" y="3044910"/>
            <a:chExt cx="3316680" cy="1333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0DC51C4-112B-3CF4-C423-3C5F91D1F6E7}"/>
                    </a:ext>
                  </a:extLst>
                </p14:cNvPr>
                <p14:cNvContentPartPr/>
                <p14:nvPr/>
              </p14:nvContentPartPr>
              <p14:xfrm>
                <a:off x="4976744" y="3986670"/>
                <a:ext cx="65880" cy="3157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0DC51C4-112B-3CF4-C423-3C5F91D1F6E7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4958744" y="3969030"/>
                  <a:ext cx="101520" cy="35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9C173DE-0240-BB87-4254-AD07B02A1426}"/>
                    </a:ext>
                  </a:extLst>
                </p14:cNvPr>
                <p14:cNvContentPartPr/>
                <p14:nvPr/>
              </p14:nvContentPartPr>
              <p14:xfrm>
                <a:off x="4916624" y="3961110"/>
                <a:ext cx="136080" cy="619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9C173DE-0240-BB87-4254-AD07B02A1426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4898984" y="3943470"/>
                  <a:ext cx="17172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A22BAD91-3F59-3CF9-773C-B0E89DA10330}"/>
                    </a:ext>
                  </a:extLst>
                </p14:cNvPr>
                <p14:cNvContentPartPr/>
                <p14:nvPr/>
              </p14:nvContentPartPr>
              <p14:xfrm>
                <a:off x="4990784" y="4261710"/>
                <a:ext cx="104400" cy="324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A22BAD91-3F59-3CF9-773C-B0E89DA10330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4973144" y="4243710"/>
                  <a:ext cx="14004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3C61C052-B101-B4E1-E737-38751795975F}"/>
                    </a:ext>
                  </a:extLst>
                </p14:cNvPr>
                <p14:cNvContentPartPr/>
                <p14:nvPr/>
              </p14:nvContentPartPr>
              <p14:xfrm>
                <a:off x="5310824" y="4149030"/>
                <a:ext cx="67320" cy="198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3C61C052-B101-B4E1-E737-38751795975F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5293184" y="4131390"/>
                  <a:ext cx="10296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6382C9DC-2734-D039-13FD-EFDED99828B7}"/>
                    </a:ext>
                  </a:extLst>
                </p14:cNvPr>
                <p14:cNvContentPartPr/>
                <p14:nvPr/>
              </p14:nvContentPartPr>
              <p14:xfrm>
                <a:off x="5377784" y="4237950"/>
                <a:ext cx="77040" cy="216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382C9DC-2734-D039-13FD-EFDED99828B7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5359784" y="4219950"/>
                  <a:ext cx="11268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B72F69C-527F-CC2E-FEF4-D93F9E69EC7F}"/>
                    </a:ext>
                  </a:extLst>
                </p14:cNvPr>
                <p14:cNvContentPartPr/>
                <p14:nvPr/>
              </p14:nvContentPartPr>
              <p14:xfrm>
                <a:off x="5620424" y="4022310"/>
                <a:ext cx="30960" cy="2242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B72F69C-527F-CC2E-FEF4-D93F9E69EC7F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5602784" y="4004670"/>
                  <a:ext cx="6660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9D928E2-04BC-21FE-E069-15291F2C003C}"/>
                    </a:ext>
                  </a:extLst>
                </p14:cNvPr>
                <p14:cNvContentPartPr/>
                <p14:nvPr/>
              </p14:nvContentPartPr>
              <p14:xfrm>
                <a:off x="5560664" y="4008630"/>
                <a:ext cx="108720" cy="460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9D928E2-04BC-21FE-E069-15291F2C003C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5542664" y="3990990"/>
                  <a:ext cx="14436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5C43170D-5FBE-D771-D3CE-06709C9B17BC}"/>
                    </a:ext>
                  </a:extLst>
                </p14:cNvPr>
                <p14:cNvContentPartPr/>
                <p14:nvPr/>
              </p14:nvContentPartPr>
              <p14:xfrm>
                <a:off x="5615024" y="4272150"/>
                <a:ext cx="71640" cy="558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5C43170D-5FBE-D771-D3CE-06709C9B17BC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5597384" y="4254150"/>
                  <a:ext cx="10728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0D08F1C-3819-24FA-120F-DB531B81AD16}"/>
                    </a:ext>
                  </a:extLst>
                </p14:cNvPr>
                <p14:cNvContentPartPr/>
                <p14:nvPr/>
              </p14:nvContentPartPr>
              <p14:xfrm>
                <a:off x="5843624" y="4245870"/>
                <a:ext cx="121320" cy="12708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0D08F1C-3819-24FA-120F-DB531B81AD16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5825984" y="4228230"/>
                  <a:ext cx="15696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AF73455-CFBA-B08E-B117-980F148FC788}"/>
                    </a:ext>
                  </a:extLst>
                </p14:cNvPr>
                <p14:cNvContentPartPr/>
                <p14:nvPr/>
              </p14:nvContentPartPr>
              <p14:xfrm>
                <a:off x="6273824" y="4093950"/>
                <a:ext cx="180720" cy="147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AF73455-CFBA-B08E-B117-980F148FC788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255824" y="4076310"/>
                  <a:ext cx="21636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8DD20483-8769-E936-63DB-21204C289169}"/>
                    </a:ext>
                  </a:extLst>
                </p14:cNvPr>
                <p14:cNvContentPartPr/>
                <p14:nvPr/>
              </p14:nvContentPartPr>
              <p14:xfrm>
                <a:off x="6339344" y="4038870"/>
                <a:ext cx="141480" cy="16380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8DD20483-8769-E936-63DB-21204C289169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321704" y="4020870"/>
                  <a:ext cx="17712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201E3DD-A4A1-C79F-1F9A-C5AE22145718}"/>
                    </a:ext>
                  </a:extLst>
                </p14:cNvPr>
                <p14:cNvContentPartPr/>
                <p14:nvPr/>
              </p14:nvContentPartPr>
              <p14:xfrm>
                <a:off x="6558584" y="3341910"/>
                <a:ext cx="192240" cy="1587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D201E3DD-A4A1-C79F-1F9A-C5AE22145718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6540584" y="3323910"/>
                  <a:ext cx="22788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C81FEF2C-89F6-BC07-9805-6C4B95F09034}"/>
                    </a:ext>
                  </a:extLst>
                </p14:cNvPr>
                <p14:cNvContentPartPr/>
                <p14:nvPr/>
              </p14:nvContentPartPr>
              <p14:xfrm>
                <a:off x="6837944" y="3044910"/>
                <a:ext cx="185040" cy="3204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C81FEF2C-89F6-BC07-9805-6C4B95F09034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6819944" y="3027270"/>
                  <a:ext cx="220680" cy="35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4E6C524A-8AD4-FA01-A6DD-A88591016043}"/>
                    </a:ext>
                  </a:extLst>
                </p14:cNvPr>
                <p14:cNvContentPartPr/>
                <p14:nvPr/>
              </p14:nvContentPartPr>
              <p14:xfrm>
                <a:off x="6610784" y="3446310"/>
                <a:ext cx="653040" cy="14004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4E6C524A-8AD4-FA01-A6DD-A88591016043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6593144" y="3428670"/>
                  <a:ext cx="68868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B0750B3-15FC-88DE-36D4-1A1597E41C20}"/>
                    </a:ext>
                  </a:extLst>
                </p14:cNvPr>
                <p14:cNvContentPartPr/>
                <p14:nvPr/>
              </p14:nvContentPartPr>
              <p14:xfrm>
                <a:off x="6777464" y="3685350"/>
                <a:ext cx="204840" cy="9720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B0750B3-15FC-88DE-36D4-1A1597E41C20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6759824" y="3667350"/>
                  <a:ext cx="2404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CCA526C8-8785-E4CC-AF80-5B0F10383565}"/>
                    </a:ext>
                  </a:extLst>
                </p14:cNvPr>
                <p14:cNvContentPartPr/>
                <p14:nvPr/>
              </p14:nvContentPartPr>
              <p14:xfrm>
                <a:off x="7063664" y="3614430"/>
                <a:ext cx="85680" cy="17856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CCA526C8-8785-E4CC-AF80-5B0F10383565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7045664" y="3596430"/>
                  <a:ext cx="12132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D36AFF31-81FF-AA97-80B1-9136FD72B264}"/>
                    </a:ext>
                  </a:extLst>
                </p14:cNvPr>
                <p14:cNvContentPartPr/>
                <p14:nvPr/>
              </p14:nvContentPartPr>
              <p14:xfrm>
                <a:off x="7129184" y="3633150"/>
                <a:ext cx="71640" cy="1004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D36AFF31-81FF-AA97-80B1-9136FD72B264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7111184" y="3615150"/>
                  <a:ext cx="10728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39CE05F4-4707-4552-44F6-F49F7E878D32}"/>
                    </a:ext>
                  </a:extLst>
                </p14:cNvPr>
                <p14:cNvContentPartPr/>
                <p14:nvPr/>
              </p14:nvContentPartPr>
              <p14:xfrm>
                <a:off x="7248704" y="3610110"/>
                <a:ext cx="132480" cy="421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39CE05F4-4707-4552-44F6-F49F7E878D32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7231064" y="3592470"/>
                  <a:ext cx="16812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A91C9E87-94B9-E541-5CCD-F33F608C73B2}"/>
                    </a:ext>
                  </a:extLst>
                </p14:cNvPr>
                <p14:cNvContentPartPr/>
                <p14:nvPr/>
              </p14:nvContentPartPr>
              <p14:xfrm>
                <a:off x="7331144" y="3595710"/>
                <a:ext cx="21600" cy="9936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A91C9E87-94B9-E541-5CCD-F33F608C73B2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7313504" y="3578070"/>
                  <a:ext cx="5724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9EA9D0B4-610B-471C-09FB-CFD4F21737AD}"/>
                    </a:ext>
                  </a:extLst>
                </p14:cNvPr>
                <p14:cNvContentPartPr/>
                <p14:nvPr/>
              </p14:nvContentPartPr>
              <p14:xfrm>
                <a:off x="7516904" y="4007550"/>
                <a:ext cx="121320" cy="252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9EA9D0B4-610B-471C-09FB-CFD4F21737AD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7499264" y="3989910"/>
                  <a:ext cx="15696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0BE6B94F-D6D0-7195-A49E-8525861022AB}"/>
                    </a:ext>
                  </a:extLst>
                </p14:cNvPr>
                <p14:cNvContentPartPr/>
                <p14:nvPr/>
              </p14:nvContentPartPr>
              <p14:xfrm>
                <a:off x="7866104" y="3880470"/>
                <a:ext cx="50760" cy="17100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0BE6B94F-D6D0-7195-A49E-8525861022AB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7848464" y="3862470"/>
                  <a:ext cx="8640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16D66D01-7933-0816-2EE8-E65946A861BA}"/>
                    </a:ext>
                  </a:extLst>
                </p14:cNvPr>
                <p14:cNvContentPartPr/>
                <p14:nvPr/>
              </p14:nvContentPartPr>
              <p14:xfrm>
                <a:off x="6075464" y="3804870"/>
                <a:ext cx="364680" cy="57312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16D66D01-7933-0816-2EE8-E65946A861BA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6057824" y="3787230"/>
                  <a:ext cx="400320" cy="60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D7EF9AD9-2A75-89A5-3271-EBF5A6FE0477}"/>
                    </a:ext>
                  </a:extLst>
                </p14:cNvPr>
                <p14:cNvContentPartPr/>
                <p14:nvPr/>
              </p14:nvContentPartPr>
              <p14:xfrm>
                <a:off x="7957904" y="3587070"/>
                <a:ext cx="275400" cy="56880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D7EF9AD9-2A75-89A5-3271-EBF5A6FE0477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7940264" y="3569070"/>
                  <a:ext cx="311040" cy="60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B4BC795C-0BFD-BDA4-3E21-8AAEDA8911E0}"/>
              </a:ext>
            </a:extLst>
          </p:cNvPr>
          <p:cNvGrpSpPr/>
          <p:nvPr/>
        </p:nvGrpSpPr>
        <p:grpSpPr>
          <a:xfrm>
            <a:off x="7826580" y="2573890"/>
            <a:ext cx="638280" cy="354960"/>
            <a:chOff x="5953064" y="4638990"/>
            <a:chExt cx="638280" cy="354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77E69185-0504-AEAF-20EE-B47DE17F985E}"/>
                    </a:ext>
                  </a:extLst>
                </p14:cNvPr>
                <p14:cNvContentPartPr/>
                <p14:nvPr/>
              </p14:nvContentPartPr>
              <p14:xfrm>
                <a:off x="5953064" y="4638990"/>
                <a:ext cx="87840" cy="32580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77E69185-0504-AEAF-20EE-B47DE17F985E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5935064" y="4621350"/>
                  <a:ext cx="123480" cy="36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F85CDE3E-31D9-C379-2F64-19C719F8B168}"/>
                    </a:ext>
                  </a:extLst>
                </p14:cNvPr>
                <p14:cNvContentPartPr/>
                <p14:nvPr/>
              </p14:nvContentPartPr>
              <p14:xfrm>
                <a:off x="5955224" y="4961550"/>
                <a:ext cx="93960" cy="3240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F85CDE3E-31D9-C379-2F64-19C719F8B168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5937224" y="4943550"/>
                  <a:ext cx="12960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1B273E27-4E63-9439-70BF-7240E8D5B105}"/>
                    </a:ext>
                  </a:extLst>
                </p14:cNvPr>
                <p14:cNvContentPartPr/>
                <p14:nvPr/>
              </p14:nvContentPartPr>
              <p14:xfrm>
                <a:off x="6227744" y="4876590"/>
                <a:ext cx="96120" cy="1126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1B273E27-4E63-9439-70BF-7240E8D5B105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6210104" y="4858950"/>
                  <a:ext cx="13176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94F11B7-9BBE-27D6-82D7-8C8FB8984E8C}"/>
                    </a:ext>
                  </a:extLst>
                </p14:cNvPr>
                <p14:cNvContentPartPr/>
                <p14:nvPr/>
              </p14:nvContentPartPr>
              <p14:xfrm>
                <a:off x="6489824" y="4882710"/>
                <a:ext cx="71640" cy="1404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94F11B7-9BBE-27D6-82D7-8C8FB8984E8C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6471824" y="4865070"/>
                  <a:ext cx="10728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62119C1C-4130-E19D-C2FB-BF9EE9888424}"/>
                    </a:ext>
                  </a:extLst>
                </p14:cNvPr>
                <p14:cNvContentPartPr/>
                <p14:nvPr/>
              </p14:nvContentPartPr>
              <p14:xfrm>
                <a:off x="6528704" y="4929870"/>
                <a:ext cx="62640" cy="2916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62119C1C-4130-E19D-C2FB-BF9EE9888424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6511064" y="4911870"/>
                  <a:ext cx="98280" cy="64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238BEE68-3F75-4406-2BD3-FD207ABD85F8}"/>
              </a:ext>
            </a:extLst>
          </p:cNvPr>
          <p:cNvGrpSpPr/>
          <p:nvPr/>
        </p:nvGrpSpPr>
        <p:grpSpPr>
          <a:xfrm>
            <a:off x="8739180" y="2685130"/>
            <a:ext cx="1266120" cy="197640"/>
            <a:chOff x="6865664" y="4750230"/>
            <a:chExt cx="1266120" cy="197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57A2E4B4-2DB5-2594-CE8F-7AF9C9F9E933}"/>
                    </a:ext>
                  </a:extLst>
                </p14:cNvPr>
                <p14:cNvContentPartPr/>
                <p14:nvPr/>
              </p14:nvContentPartPr>
              <p14:xfrm>
                <a:off x="6865664" y="4750230"/>
                <a:ext cx="133200" cy="19476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57A2E4B4-2DB5-2594-CE8F-7AF9C9F9E933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6848024" y="4732590"/>
                  <a:ext cx="16884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9F77379-3867-E3A4-CAB2-EC4CBA13E54F}"/>
                    </a:ext>
                  </a:extLst>
                </p14:cNvPr>
                <p14:cNvContentPartPr/>
                <p14:nvPr/>
              </p14:nvContentPartPr>
              <p14:xfrm>
                <a:off x="7065824" y="4772550"/>
                <a:ext cx="104040" cy="14400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9F77379-3867-E3A4-CAB2-EC4CBA13E54F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7047824" y="4754910"/>
                  <a:ext cx="13968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84E08F75-CD9C-175E-7140-3B51778BEFAD}"/>
                    </a:ext>
                  </a:extLst>
                </p14:cNvPr>
                <p14:cNvContentPartPr/>
                <p14:nvPr/>
              </p14:nvContentPartPr>
              <p14:xfrm>
                <a:off x="7235024" y="4775790"/>
                <a:ext cx="122040" cy="11520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84E08F75-CD9C-175E-7140-3B51778BEFAD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7217384" y="4757790"/>
                  <a:ext cx="15768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43C46AC6-3195-E1DC-6E0B-3D820A7AFBAA}"/>
                    </a:ext>
                  </a:extLst>
                </p14:cNvPr>
                <p14:cNvContentPartPr/>
                <p14:nvPr/>
              </p14:nvContentPartPr>
              <p14:xfrm>
                <a:off x="7417544" y="4764990"/>
                <a:ext cx="147960" cy="13932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43C46AC6-3195-E1DC-6E0B-3D820A7AFBAA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7399544" y="4746990"/>
                  <a:ext cx="18360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62AB8631-D3FF-763F-0304-F92B06210141}"/>
                    </a:ext>
                  </a:extLst>
                </p14:cNvPr>
                <p14:cNvContentPartPr/>
                <p14:nvPr/>
              </p14:nvContentPartPr>
              <p14:xfrm>
                <a:off x="7604024" y="4767870"/>
                <a:ext cx="130680" cy="13032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62AB8631-D3FF-763F-0304-F92B06210141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7586384" y="4750230"/>
                  <a:ext cx="16632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555012B1-2594-DF9E-FBFD-2D10B81EC2AE}"/>
                    </a:ext>
                  </a:extLst>
                </p14:cNvPr>
                <p14:cNvContentPartPr/>
                <p14:nvPr/>
              </p14:nvContentPartPr>
              <p14:xfrm>
                <a:off x="7866464" y="4807470"/>
                <a:ext cx="74160" cy="14040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555012B1-2594-DF9E-FBFD-2D10B81EC2AE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7848464" y="4789830"/>
                  <a:ext cx="10980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1335AC07-9A45-2A5D-7C52-C4575F91DEA4}"/>
                    </a:ext>
                  </a:extLst>
                </p14:cNvPr>
                <p14:cNvContentPartPr/>
                <p14:nvPr/>
              </p14:nvContentPartPr>
              <p14:xfrm>
                <a:off x="8010104" y="4805310"/>
                <a:ext cx="121680" cy="12780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1335AC07-9A45-2A5D-7C52-C4575F91DEA4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7992464" y="4787310"/>
                  <a:ext cx="157320" cy="16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05893D61-8FA7-C02F-38AD-708AD8EA1047}"/>
              </a:ext>
            </a:extLst>
          </p:cNvPr>
          <p:cNvGrpSpPr/>
          <p:nvPr/>
        </p:nvGrpSpPr>
        <p:grpSpPr>
          <a:xfrm>
            <a:off x="10416420" y="2599810"/>
            <a:ext cx="1379520" cy="284400"/>
            <a:chOff x="8542904" y="4664910"/>
            <a:chExt cx="1379520" cy="284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6C3D2DA1-1842-1722-D1FE-55DDA535D470}"/>
                    </a:ext>
                  </a:extLst>
                </p14:cNvPr>
                <p14:cNvContentPartPr/>
                <p14:nvPr/>
              </p14:nvContentPartPr>
              <p14:xfrm>
                <a:off x="8542904" y="4809630"/>
                <a:ext cx="89640" cy="13968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6C3D2DA1-1842-1722-D1FE-55DDA535D470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8524904" y="4791990"/>
                  <a:ext cx="12528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66B8D7F0-55CA-A589-0225-2D2FDE945A66}"/>
                    </a:ext>
                  </a:extLst>
                </p14:cNvPr>
                <p14:cNvContentPartPr/>
                <p14:nvPr/>
              </p14:nvContentPartPr>
              <p14:xfrm>
                <a:off x="8709224" y="4833390"/>
                <a:ext cx="136800" cy="9252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66B8D7F0-55CA-A589-0225-2D2FDE945A66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8691224" y="4815390"/>
                  <a:ext cx="17244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00D46318-49E5-A2E8-1865-E03FFFA86D15}"/>
                    </a:ext>
                  </a:extLst>
                </p14:cNvPr>
                <p14:cNvContentPartPr/>
                <p14:nvPr/>
              </p14:nvContentPartPr>
              <p14:xfrm>
                <a:off x="8925944" y="4797030"/>
                <a:ext cx="102600" cy="12240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00D46318-49E5-A2E8-1865-E03FFFA86D15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8908304" y="4779390"/>
                  <a:ext cx="13824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9A66D89B-1191-0157-F802-45FD1DEBD49A}"/>
                    </a:ext>
                  </a:extLst>
                </p14:cNvPr>
                <p14:cNvContentPartPr/>
                <p14:nvPr/>
              </p14:nvContentPartPr>
              <p14:xfrm>
                <a:off x="9152024" y="4805310"/>
                <a:ext cx="110880" cy="11628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9A66D89B-1191-0157-F802-45FD1DEBD49A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9134024" y="4787670"/>
                  <a:ext cx="14652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88BB9AA0-2D48-5692-84DF-42C2B640725E}"/>
                    </a:ext>
                  </a:extLst>
                </p14:cNvPr>
                <p14:cNvContentPartPr/>
                <p14:nvPr/>
              </p14:nvContentPartPr>
              <p14:xfrm>
                <a:off x="9348224" y="4807830"/>
                <a:ext cx="329040" cy="9216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88BB9AA0-2D48-5692-84DF-42C2B640725E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9330224" y="4789830"/>
                  <a:ext cx="36468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4B217FBE-2D91-1271-336F-7D0409327D05}"/>
                    </a:ext>
                  </a:extLst>
                </p14:cNvPr>
                <p14:cNvContentPartPr/>
                <p14:nvPr/>
              </p14:nvContentPartPr>
              <p14:xfrm>
                <a:off x="9757544" y="4664910"/>
                <a:ext cx="99720" cy="27036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4B217FBE-2D91-1271-336F-7D0409327D05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9739904" y="4646910"/>
                  <a:ext cx="13536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E627AB99-FE2C-EA7E-7DB0-54EA71237921}"/>
                    </a:ext>
                  </a:extLst>
                </p14:cNvPr>
                <p14:cNvContentPartPr/>
                <p14:nvPr/>
              </p14:nvContentPartPr>
              <p14:xfrm>
                <a:off x="9797144" y="4764270"/>
                <a:ext cx="125280" cy="4248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E627AB99-FE2C-EA7E-7DB0-54EA71237921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9779504" y="4746630"/>
                  <a:ext cx="160920" cy="78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39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DACB9DB0-32A4-D227-6A6A-60B216E1B82A}"/>
                  </a:ext>
                </a:extLst>
              </p14:cNvPr>
              <p14:cNvContentPartPr/>
              <p14:nvPr/>
            </p14:nvContentPartPr>
            <p14:xfrm>
              <a:off x="13859820" y="2295250"/>
              <a:ext cx="11880" cy="1800"/>
            </p14:xfrm>
          </p:contentPart>
        </mc:Choice>
        <mc:Fallback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DACB9DB0-32A4-D227-6A6A-60B216E1B82A}"/>
                  </a:ext>
                </a:extLst>
              </p:cNvPr>
              <p:cNvPicPr/>
              <p:nvPr/>
            </p:nvPicPr>
            <p:blipFill>
              <a:blip r:embed="rId140"/>
              <a:stretch>
                <a:fillRect/>
              </a:stretch>
            </p:blipFill>
            <p:spPr>
              <a:xfrm>
                <a:off x="13841820" y="2277250"/>
                <a:ext cx="47520" cy="3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1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24390313-B448-1A1F-4C8F-0FC80A933711}"/>
                  </a:ext>
                </a:extLst>
              </p14:cNvPr>
              <p14:cNvContentPartPr/>
              <p14:nvPr/>
            </p14:nvContentPartPr>
            <p14:xfrm>
              <a:off x="9270399" y="1293870"/>
              <a:ext cx="608400" cy="771480"/>
            </p14:xfrm>
          </p:contentPart>
        </mc:Choice>
        <mc:Fallback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24390313-B448-1A1F-4C8F-0FC80A933711}"/>
                  </a:ext>
                </a:extLst>
              </p:cNvPr>
              <p:cNvPicPr/>
              <p:nvPr/>
            </p:nvPicPr>
            <p:blipFill>
              <a:blip r:embed="rId142"/>
              <a:stretch>
                <a:fillRect/>
              </a:stretch>
            </p:blipFill>
            <p:spPr>
              <a:xfrm>
                <a:off x="9252399" y="1275870"/>
                <a:ext cx="644040" cy="807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4" name="Group 113">
            <a:extLst>
              <a:ext uri="{FF2B5EF4-FFF2-40B4-BE49-F238E27FC236}">
                <a16:creationId xmlns:a16="http://schemas.microsoft.com/office/drawing/2014/main" id="{5DEF6DA6-4C8D-A8BC-5096-1476C6138CED}"/>
              </a:ext>
            </a:extLst>
          </p:cNvPr>
          <p:cNvGrpSpPr/>
          <p:nvPr/>
        </p:nvGrpSpPr>
        <p:grpSpPr>
          <a:xfrm>
            <a:off x="7772799" y="3335790"/>
            <a:ext cx="1006560" cy="682920"/>
            <a:chOff x="7772799" y="3335790"/>
            <a:chExt cx="1006560" cy="682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F32C10A5-2556-06B7-BE46-AFE6B5E41B11}"/>
                    </a:ext>
                  </a:extLst>
                </p14:cNvPr>
                <p14:cNvContentPartPr/>
                <p14:nvPr/>
              </p14:nvContentPartPr>
              <p14:xfrm>
                <a:off x="8001759" y="3335790"/>
                <a:ext cx="213120" cy="18180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F32C10A5-2556-06B7-BE46-AFE6B5E41B11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7983759" y="3317790"/>
                  <a:ext cx="24876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1CEBE72E-99E6-7E3C-90BC-998E41AA8DD1}"/>
                    </a:ext>
                  </a:extLst>
                </p14:cNvPr>
                <p14:cNvContentPartPr/>
                <p14:nvPr/>
              </p14:nvContentPartPr>
              <p14:xfrm>
                <a:off x="7772799" y="3659430"/>
                <a:ext cx="666000" cy="12852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1CEBE72E-99E6-7E3C-90BC-998E41AA8DD1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7755159" y="3641430"/>
                  <a:ext cx="70164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6A8661EA-6A4C-B598-9090-A821616A23AE}"/>
                    </a:ext>
                  </a:extLst>
                </p14:cNvPr>
                <p14:cNvContentPartPr/>
                <p14:nvPr/>
              </p14:nvContentPartPr>
              <p14:xfrm>
                <a:off x="8051079" y="3849510"/>
                <a:ext cx="75240" cy="16920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6A8661EA-6A4C-B598-9090-A821616A23AE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8033439" y="3831510"/>
                  <a:ext cx="11088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555527D2-D2CD-98FE-C2D3-8D432E66A37E}"/>
                    </a:ext>
                  </a:extLst>
                </p14:cNvPr>
                <p14:cNvContentPartPr/>
                <p14:nvPr/>
              </p14:nvContentPartPr>
              <p14:xfrm>
                <a:off x="8110479" y="3885510"/>
                <a:ext cx="112680" cy="6588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555527D2-D2CD-98FE-C2D3-8D432E66A37E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8092839" y="3867870"/>
                  <a:ext cx="14832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38F45A0E-5070-5C81-5094-2BB9BA7F2D79}"/>
                    </a:ext>
                  </a:extLst>
                </p14:cNvPr>
                <p14:cNvContentPartPr/>
                <p14:nvPr/>
              </p14:nvContentPartPr>
              <p14:xfrm>
                <a:off x="8265279" y="3852390"/>
                <a:ext cx="165960" cy="3096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38F45A0E-5070-5C81-5094-2BB9BA7F2D79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8247639" y="3834390"/>
                  <a:ext cx="20160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AB52D75D-7AF7-FBC5-C598-B1B274ED0552}"/>
                    </a:ext>
                  </a:extLst>
                </p14:cNvPr>
                <p14:cNvContentPartPr/>
                <p14:nvPr/>
              </p14:nvContentPartPr>
              <p14:xfrm>
                <a:off x="8358519" y="3853830"/>
                <a:ext cx="47520" cy="12384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AB52D75D-7AF7-FBC5-C598-B1B274ED0552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8340519" y="3836190"/>
                  <a:ext cx="8316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5C3C9262-CA35-B05F-7872-B8D6417C257F}"/>
                    </a:ext>
                  </a:extLst>
                </p14:cNvPr>
                <p14:cNvContentPartPr/>
                <p14:nvPr/>
              </p14:nvContentPartPr>
              <p14:xfrm>
                <a:off x="8670639" y="3612990"/>
                <a:ext cx="69480" cy="1872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5C3C9262-CA35-B05F-7872-B8D6417C257F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8652639" y="3594990"/>
                  <a:ext cx="10512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15C4F183-90C3-B578-C337-B2EE63EAD89C}"/>
                    </a:ext>
                  </a:extLst>
                </p14:cNvPr>
                <p14:cNvContentPartPr/>
                <p14:nvPr/>
              </p14:nvContentPartPr>
              <p14:xfrm>
                <a:off x="8712399" y="3661230"/>
                <a:ext cx="66960" cy="1908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15C4F183-90C3-B578-C337-B2EE63EAD89C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8694399" y="3643590"/>
                  <a:ext cx="102600" cy="5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91160445-92A4-6579-4796-607D7F0681AE}"/>
              </a:ext>
            </a:extLst>
          </p:cNvPr>
          <p:cNvGrpSpPr/>
          <p:nvPr/>
        </p:nvGrpSpPr>
        <p:grpSpPr>
          <a:xfrm>
            <a:off x="9069879" y="3391230"/>
            <a:ext cx="1760040" cy="296280"/>
            <a:chOff x="9069879" y="3391230"/>
            <a:chExt cx="1760040" cy="296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AC1B1D85-BD31-C65B-0906-EA9090C45B3B}"/>
                    </a:ext>
                  </a:extLst>
                </p14:cNvPr>
                <p14:cNvContentPartPr/>
                <p14:nvPr/>
              </p14:nvContentPartPr>
              <p14:xfrm>
                <a:off x="9069879" y="3452430"/>
                <a:ext cx="70560" cy="22716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AC1B1D85-BD31-C65B-0906-EA9090C45B3B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9051879" y="3434790"/>
                  <a:ext cx="10620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C4300138-3C36-7CD2-24C3-7AA111F86C9C}"/>
                    </a:ext>
                  </a:extLst>
                </p14:cNvPr>
                <p14:cNvContentPartPr/>
                <p14:nvPr/>
              </p14:nvContentPartPr>
              <p14:xfrm>
                <a:off x="9223959" y="3554670"/>
                <a:ext cx="91440" cy="13284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C4300138-3C36-7CD2-24C3-7AA111F86C9C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9205959" y="3537030"/>
                  <a:ext cx="12708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3D1DB453-DD8B-5444-DAAD-E1B8454C73BB}"/>
                    </a:ext>
                  </a:extLst>
                </p14:cNvPr>
                <p14:cNvContentPartPr/>
                <p14:nvPr/>
              </p14:nvContentPartPr>
              <p14:xfrm>
                <a:off x="9402879" y="3572670"/>
                <a:ext cx="144000" cy="7740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3D1DB453-DD8B-5444-DAAD-E1B8454C73BB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9385239" y="3554670"/>
                  <a:ext cx="17964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88BBDCDE-B70D-8E89-A5D4-193F1257BB0C}"/>
                    </a:ext>
                  </a:extLst>
                </p14:cNvPr>
                <p14:cNvContentPartPr/>
                <p14:nvPr/>
              </p14:nvContentPartPr>
              <p14:xfrm>
                <a:off x="9680799" y="3543870"/>
                <a:ext cx="42120" cy="11232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88BBDCDE-B70D-8E89-A5D4-193F1257BB0C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9663159" y="3526230"/>
                  <a:ext cx="7776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189B7134-FBC4-15CF-7D82-D2BA4CC57EBD}"/>
                    </a:ext>
                  </a:extLst>
                </p14:cNvPr>
                <p14:cNvContentPartPr/>
                <p14:nvPr/>
              </p14:nvContentPartPr>
              <p14:xfrm>
                <a:off x="9867279" y="3451350"/>
                <a:ext cx="50400" cy="19512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189B7134-FBC4-15CF-7D82-D2BA4CC57EBD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9849279" y="3433350"/>
                  <a:ext cx="8604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27875298-FB4F-B103-4011-9D3EA5F90C5C}"/>
                    </a:ext>
                  </a:extLst>
                </p14:cNvPr>
                <p14:cNvContentPartPr/>
                <p14:nvPr/>
              </p14:nvContentPartPr>
              <p14:xfrm>
                <a:off x="9910119" y="3550350"/>
                <a:ext cx="65880" cy="2304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27875298-FB4F-B103-4011-9D3EA5F90C5C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9892479" y="3532350"/>
                  <a:ext cx="10152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14933005-FB6D-1D26-B684-218FE36CA8C9}"/>
                    </a:ext>
                  </a:extLst>
                </p14:cNvPr>
                <p14:cNvContentPartPr/>
                <p14:nvPr/>
              </p14:nvContentPartPr>
              <p14:xfrm>
                <a:off x="10087239" y="3537390"/>
                <a:ext cx="226440" cy="6804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14933005-FB6D-1D26-B684-218FE36CA8C9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10069599" y="3519750"/>
                  <a:ext cx="26208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FAE59DBA-9ECD-BA81-FCD8-4E0093155824}"/>
                    </a:ext>
                  </a:extLst>
                </p14:cNvPr>
                <p14:cNvContentPartPr/>
                <p14:nvPr/>
              </p14:nvContentPartPr>
              <p14:xfrm>
                <a:off x="10319439" y="3534150"/>
                <a:ext cx="86040" cy="8244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FAE59DBA-9ECD-BA81-FCD8-4E0093155824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0301439" y="3516150"/>
                  <a:ext cx="12168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85061534-D2F4-C457-FC91-AE9645DBC404}"/>
                    </a:ext>
                  </a:extLst>
                </p14:cNvPr>
                <p14:cNvContentPartPr/>
                <p14:nvPr/>
              </p14:nvContentPartPr>
              <p14:xfrm>
                <a:off x="10524279" y="3391230"/>
                <a:ext cx="71280" cy="16776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85061534-D2F4-C457-FC91-AE9645DBC404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10506639" y="3373590"/>
                  <a:ext cx="10692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7A8D02A0-AC2D-25F6-6A31-BBB4667A91ED}"/>
                    </a:ext>
                  </a:extLst>
                </p14:cNvPr>
                <p14:cNvContentPartPr/>
                <p14:nvPr/>
              </p14:nvContentPartPr>
              <p14:xfrm>
                <a:off x="10508079" y="3438390"/>
                <a:ext cx="129960" cy="5148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7A8D02A0-AC2D-25F6-6A31-BBB4667A91ED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10490079" y="3420750"/>
                  <a:ext cx="16560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1561FA5A-9067-4DE9-BE34-CA7F88662FCD}"/>
                    </a:ext>
                  </a:extLst>
                </p14:cNvPr>
                <p14:cNvContentPartPr/>
                <p14:nvPr/>
              </p14:nvContentPartPr>
              <p14:xfrm>
                <a:off x="10818039" y="3460710"/>
                <a:ext cx="11880" cy="324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1561FA5A-9067-4DE9-BE34-CA7F88662FCD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0800399" y="3442710"/>
                  <a:ext cx="47520" cy="3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4FA438CB-5FC8-B97D-55F7-8EEF287032DF}"/>
              </a:ext>
            </a:extLst>
          </p:cNvPr>
          <p:cNvGrpSpPr/>
          <p:nvPr/>
        </p:nvGrpSpPr>
        <p:grpSpPr>
          <a:xfrm>
            <a:off x="8216319" y="4341990"/>
            <a:ext cx="540360" cy="255600"/>
            <a:chOff x="8216319" y="4341990"/>
            <a:chExt cx="540360" cy="255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A521E5DD-3096-0F05-6A68-37B8B46C0155}"/>
                    </a:ext>
                  </a:extLst>
                </p14:cNvPr>
                <p14:cNvContentPartPr/>
                <p14:nvPr/>
              </p14:nvContentPartPr>
              <p14:xfrm>
                <a:off x="8216319" y="4341990"/>
                <a:ext cx="202320" cy="25560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A521E5DD-3096-0F05-6A68-37B8B46C0155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8198319" y="4323990"/>
                  <a:ext cx="23796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17DB6FCF-0DCA-7F32-15A9-4D34D5CAC002}"/>
                    </a:ext>
                  </a:extLst>
                </p14:cNvPr>
                <p14:cNvContentPartPr/>
                <p14:nvPr/>
              </p14:nvContentPartPr>
              <p14:xfrm>
                <a:off x="8610159" y="4437750"/>
                <a:ext cx="97560" cy="2844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17DB6FCF-0DCA-7F32-15A9-4D34D5CAC002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8592159" y="4420110"/>
                  <a:ext cx="13320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AA625C59-28AB-1792-EBAB-F533DF5957C6}"/>
                    </a:ext>
                  </a:extLst>
                </p14:cNvPr>
                <p14:cNvContentPartPr/>
                <p14:nvPr/>
              </p14:nvContentPartPr>
              <p14:xfrm>
                <a:off x="8682879" y="4506870"/>
                <a:ext cx="73800" cy="3888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AA625C59-28AB-1792-EBAB-F533DF5957C6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8664879" y="4488870"/>
                  <a:ext cx="109440" cy="7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7134DB81-3522-00E8-6AB6-D67DCD1B5E2F}"/>
              </a:ext>
            </a:extLst>
          </p:cNvPr>
          <p:cNvGrpSpPr/>
          <p:nvPr/>
        </p:nvGrpSpPr>
        <p:grpSpPr>
          <a:xfrm>
            <a:off x="9083919" y="4240110"/>
            <a:ext cx="1286280" cy="322920"/>
            <a:chOff x="9083919" y="4240110"/>
            <a:chExt cx="1286280" cy="322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2E3E7A1E-FD0B-DEF9-78EA-A25E9C8EC789}"/>
                    </a:ext>
                  </a:extLst>
                </p14:cNvPr>
                <p14:cNvContentPartPr/>
                <p14:nvPr/>
              </p14:nvContentPartPr>
              <p14:xfrm>
                <a:off x="9083919" y="4388790"/>
                <a:ext cx="164520" cy="15084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2E3E7A1E-FD0B-DEF9-78EA-A25E9C8EC789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9065919" y="4371150"/>
                  <a:ext cx="20016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69EA9D5D-858C-AA2A-6A26-1F3F61652D3E}"/>
                    </a:ext>
                  </a:extLst>
                </p14:cNvPr>
                <p14:cNvContentPartPr/>
                <p14:nvPr/>
              </p14:nvContentPartPr>
              <p14:xfrm>
                <a:off x="9303879" y="4428390"/>
                <a:ext cx="42480" cy="13464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69EA9D5D-858C-AA2A-6A26-1F3F61652D3E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9286239" y="4410390"/>
                  <a:ext cx="7812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C48C31DD-2D06-74D0-A36B-42DBE82FB78C}"/>
                    </a:ext>
                  </a:extLst>
                </p14:cNvPr>
                <p14:cNvContentPartPr/>
                <p14:nvPr/>
              </p14:nvContentPartPr>
              <p14:xfrm>
                <a:off x="9316839" y="4394910"/>
                <a:ext cx="96840" cy="8064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C48C31DD-2D06-74D0-A36B-42DBE82FB78C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9298839" y="4376910"/>
                  <a:ext cx="1324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1C36A77C-EEBA-B6D6-E040-5724615D790A}"/>
                    </a:ext>
                  </a:extLst>
                </p14:cNvPr>
                <p14:cNvContentPartPr/>
                <p14:nvPr/>
              </p14:nvContentPartPr>
              <p14:xfrm>
                <a:off x="9482439" y="4395630"/>
                <a:ext cx="36720" cy="12528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1C36A77C-EEBA-B6D6-E040-5724615D790A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9464439" y="4377990"/>
                  <a:ext cx="7236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49FB9EF0-5591-1F1C-B21D-6B22BAF08915}"/>
                    </a:ext>
                  </a:extLst>
                </p14:cNvPr>
                <p14:cNvContentPartPr/>
                <p14:nvPr/>
              </p14:nvContentPartPr>
              <p14:xfrm>
                <a:off x="9512319" y="4341990"/>
                <a:ext cx="85320" cy="7452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49FB9EF0-5591-1F1C-B21D-6B22BAF08915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9494679" y="4323990"/>
                  <a:ext cx="12096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78F06857-7D61-518E-59CB-203F952FC0CD}"/>
                    </a:ext>
                  </a:extLst>
                </p14:cNvPr>
                <p14:cNvContentPartPr/>
                <p14:nvPr/>
              </p14:nvContentPartPr>
              <p14:xfrm>
                <a:off x="9690159" y="4254870"/>
                <a:ext cx="56880" cy="19944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78F06857-7D61-518E-59CB-203F952FC0CD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9672519" y="4236870"/>
                  <a:ext cx="9252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90E3E89-799B-A573-4B1E-4F0105279A57}"/>
                    </a:ext>
                  </a:extLst>
                </p14:cNvPr>
                <p14:cNvContentPartPr/>
                <p14:nvPr/>
              </p14:nvContentPartPr>
              <p14:xfrm>
                <a:off x="9849639" y="4395270"/>
                <a:ext cx="33120" cy="6696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90E3E89-799B-A573-4B1E-4F0105279A57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9831999" y="4377630"/>
                  <a:ext cx="6876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7BDAE2E-DCFD-A082-0972-F85B81E9D084}"/>
                    </a:ext>
                  </a:extLst>
                </p14:cNvPr>
                <p14:cNvContentPartPr/>
                <p14:nvPr/>
              </p14:nvContentPartPr>
              <p14:xfrm>
                <a:off x="9864759" y="4240110"/>
                <a:ext cx="6480" cy="684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7BDAE2E-DCFD-A082-0972-F85B81E9D084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9846759" y="4222470"/>
                  <a:ext cx="4212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642F9A67-798A-BC54-0A1B-B57B44B5BBF2}"/>
                    </a:ext>
                  </a:extLst>
                </p14:cNvPr>
                <p14:cNvContentPartPr/>
                <p14:nvPr/>
              </p14:nvContentPartPr>
              <p14:xfrm>
                <a:off x="10001199" y="4349190"/>
                <a:ext cx="77760" cy="9648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642F9A67-798A-BC54-0A1B-B57B44B5BBF2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9983559" y="4331550"/>
                  <a:ext cx="11340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ACF87753-65AD-CDD1-2430-2A13EE0C7704}"/>
                    </a:ext>
                  </a:extLst>
                </p14:cNvPr>
                <p14:cNvContentPartPr/>
                <p14:nvPr/>
              </p14:nvContentPartPr>
              <p14:xfrm>
                <a:off x="10235199" y="4240470"/>
                <a:ext cx="135000" cy="19944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ACF87753-65AD-CDD1-2430-2A13EE0C7704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10217559" y="4222830"/>
                  <a:ext cx="170640" cy="23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C8681BAC-7F04-641E-7A14-47EE2FB72207}"/>
              </a:ext>
            </a:extLst>
          </p:cNvPr>
          <p:cNvGrpSpPr/>
          <p:nvPr/>
        </p:nvGrpSpPr>
        <p:grpSpPr>
          <a:xfrm>
            <a:off x="10709679" y="4137870"/>
            <a:ext cx="1384560" cy="266760"/>
            <a:chOff x="10709679" y="4137870"/>
            <a:chExt cx="1384560" cy="266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037D4A07-AA25-8343-9122-FB22BBD65C7D}"/>
                    </a:ext>
                  </a:extLst>
                </p14:cNvPr>
                <p14:cNvContentPartPr/>
                <p14:nvPr/>
              </p14:nvContentPartPr>
              <p14:xfrm>
                <a:off x="10709679" y="4263510"/>
                <a:ext cx="122760" cy="9828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037D4A07-AA25-8343-9122-FB22BBD65C7D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10691679" y="4245870"/>
                  <a:ext cx="15840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84D0930A-3D64-DD82-9274-54918C5AB32B}"/>
                    </a:ext>
                  </a:extLst>
                </p14:cNvPr>
                <p14:cNvContentPartPr/>
                <p14:nvPr/>
              </p14:nvContentPartPr>
              <p14:xfrm>
                <a:off x="10953399" y="4258110"/>
                <a:ext cx="63000" cy="10692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84D0930A-3D64-DD82-9274-54918C5AB32B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10935759" y="4240110"/>
                  <a:ext cx="9864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8E72B936-7705-B713-0D9E-8A50179E627D}"/>
                    </a:ext>
                  </a:extLst>
                </p14:cNvPr>
                <p14:cNvContentPartPr/>
                <p14:nvPr/>
              </p14:nvContentPartPr>
              <p14:xfrm>
                <a:off x="11153919" y="4151190"/>
                <a:ext cx="28080" cy="22140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8E72B936-7705-B713-0D9E-8A50179E627D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11136279" y="4133190"/>
                  <a:ext cx="6372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C3A717D2-E4D7-9500-AC9F-3CA8E7BDA6FC}"/>
                    </a:ext>
                  </a:extLst>
                </p14:cNvPr>
                <p14:cNvContentPartPr/>
                <p14:nvPr/>
              </p14:nvContentPartPr>
              <p14:xfrm>
                <a:off x="11327799" y="4137870"/>
                <a:ext cx="57600" cy="20772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C3A717D2-E4D7-9500-AC9F-3CA8E7BDA6FC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11309799" y="4119870"/>
                  <a:ext cx="9324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E4637B83-2DC8-225B-6523-04E6A893F145}"/>
                    </a:ext>
                  </a:extLst>
                </p14:cNvPr>
                <p14:cNvContentPartPr/>
                <p14:nvPr/>
              </p14:nvContentPartPr>
              <p14:xfrm>
                <a:off x="11332119" y="4247670"/>
                <a:ext cx="137160" cy="4896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E4637B83-2DC8-225B-6523-04E6A893F145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11314479" y="4230030"/>
                  <a:ext cx="17280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4F48E196-A279-CAF3-600B-9B6A3A8857D4}"/>
                    </a:ext>
                  </a:extLst>
                </p14:cNvPr>
                <p14:cNvContentPartPr/>
                <p14:nvPr/>
              </p14:nvContentPartPr>
              <p14:xfrm>
                <a:off x="11509959" y="4215990"/>
                <a:ext cx="123840" cy="9648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4F48E196-A279-CAF3-600B-9B6A3A8857D4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11491959" y="4197990"/>
                  <a:ext cx="15948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171E1B50-70A6-29D4-3BF7-24859B11DAEB}"/>
                    </a:ext>
                  </a:extLst>
                </p14:cNvPr>
                <p14:cNvContentPartPr/>
                <p14:nvPr/>
              </p14:nvContentPartPr>
              <p14:xfrm>
                <a:off x="11684919" y="4168470"/>
                <a:ext cx="107640" cy="23616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171E1B50-70A6-29D4-3BF7-24859B11DAEB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11667279" y="4150470"/>
                  <a:ext cx="14328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48FB6ECC-33E8-C5CE-B71A-E0ADD993C987}"/>
                    </a:ext>
                  </a:extLst>
                </p14:cNvPr>
                <p14:cNvContentPartPr/>
                <p14:nvPr/>
              </p14:nvContentPartPr>
              <p14:xfrm>
                <a:off x="11864199" y="4162350"/>
                <a:ext cx="79560" cy="13248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48FB6ECC-33E8-C5CE-B71A-E0ADD993C987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11846199" y="4144710"/>
                  <a:ext cx="11520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CB4848D-D079-B915-1709-BCBC511202E0}"/>
                    </a:ext>
                  </a:extLst>
                </p14:cNvPr>
                <p14:cNvContentPartPr/>
                <p14:nvPr/>
              </p14:nvContentPartPr>
              <p14:xfrm>
                <a:off x="12074079" y="4266030"/>
                <a:ext cx="20160" cy="936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CB4848D-D079-B915-1709-BCBC511202E0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2056439" y="4248030"/>
                  <a:ext cx="55800" cy="45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65BEF537-F946-B59E-24AF-1EAB3CBC42E9}"/>
              </a:ext>
            </a:extLst>
          </p:cNvPr>
          <p:cNvGrpSpPr/>
          <p:nvPr/>
        </p:nvGrpSpPr>
        <p:grpSpPr>
          <a:xfrm>
            <a:off x="8272479" y="5004390"/>
            <a:ext cx="450360" cy="138240"/>
            <a:chOff x="8272479" y="5004390"/>
            <a:chExt cx="450360" cy="138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C5D61940-34BB-443B-2B5A-31ED425B3D02}"/>
                    </a:ext>
                  </a:extLst>
                </p14:cNvPr>
                <p14:cNvContentPartPr/>
                <p14:nvPr/>
              </p14:nvContentPartPr>
              <p14:xfrm>
                <a:off x="8272479" y="5011950"/>
                <a:ext cx="190440" cy="13068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C5D61940-34BB-443B-2B5A-31ED425B3D02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8254839" y="4994310"/>
                  <a:ext cx="22608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72F20A19-9AF8-DF2F-BFA7-AD7D12DC4233}"/>
                    </a:ext>
                  </a:extLst>
                </p14:cNvPr>
                <p14:cNvContentPartPr/>
                <p14:nvPr/>
              </p14:nvContentPartPr>
              <p14:xfrm>
                <a:off x="8630319" y="5004390"/>
                <a:ext cx="92520" cy="8640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72F20A19-9AF8-DF2F-BFA7-AD7D12DC4233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8612679" y="4986750"/>
                  <a:ext cx="128160" cy="122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1" name="Group 180">
            <a:extLst>
              <a:ext uri="{FF2B5EF4-FFF2-40B4-BE49-F238E27FC236}">
                <a16:creationId xmlns:a16="http://schemas.microsoft.com/office/drawing/2014/main" id="{3081103D-472D-7A90-3983-BB642107B3CB}"/>
              </a:ext>
            </a:extLst>
          </p:cNvPr>
          <p:cNvGrpSpPr/>
          <p:nvPr/>
        </p:nvGrpSpPr>
        <p:grpSpPr>
          <a:xfrm>
            <a:off x="9068799" y="4874430"/>
            <a:ext cx="1042920" cy="255960"/>
            <a:chOff x="9068799" y="4874430"/>
            <a:chExt cx="1042920" cy="255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E8E2059F-2191-4343-F63E-BE9532CA5CA5}"/>
                    </a:ext>
                  </a:extLst>
                </p14:cNvPr>
                <p14:cNvContentPartPr/>
                <p14:nvPr/>
              </p14:nvContentPartPr>
              <p14:xfrm>
                <a:off x="9068799" y="5002230"/>
                <a:ext cx="259920" cy="11628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E8E2059F-2191-4343-F63E-BE9532CA5CA5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9050799" y="4984230"/>
                  <a:ext cx="29556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2425813E-CA66-C481-108F-AC5FDFD3DA58}"/>
                    </a:ext>
                  </a:extLst>
                </p14:cNvPr>
                <p14:cNvContentPartPr/>
                <p14:nvPr/>
              </p14:nvContentPartPr>
              <p14:xfrm>
                <a:off x="9417639" y="4986750"/>
                <a:ext cx="136080" cy="13716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2425813E-CA66-C481-108F-AC5FDFD3DA58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9399999" y="4968750"/>
                  <a:ext cx="17172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6C9952CD-39C0-DA1B-19DC-BE1060B48CE7}"/>
                    </a:ext>
                  </a:extLst>
                </p14:cNvPr>
                <p14:cNvContentPartPr/>
                <p14:nvPr/>
              </p14:nvContentPartPr>
              <p14:xfrm>
                <a:off x="9699159" y="4874430"/>
                <a:ext cx="35640" cy="25596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6C9952CD-39C0-DA1B-19DC-BE1060B48CE7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9681519" y="4856790"/>
                  <a:ext cx="7128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ED45F489-C367-77B0-0F81-98CB068BA395}"/>
                    </a:ext>
                  </a:extLst>
                </p14:cNvPr>
                <p14:cNvContentPartPr/>
                <p14:nvPr/>
              </p14:nvContentPartPr>
              <p14:xfrm>
                <a:off x="9642279" y="4980990"/>
                <a:ext cx="142200" cy="4356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ED45F489-C367-77B0-0F81-98CB068BA395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9624639" y="4963350"/>
                  <a:ext cx="17784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747C1598-7441-6D5A-3AD5-61C8F89908EC}"/>
                    </a:ext>
                  </a:extLst>
                </p14:cNvPr>
                <p14:cNvContentPartPr/>
                <p14:nvPr/>
              </p14:nvContentPartPr>
              <p14:xfrm>
                <a:off x="9866919" y="5006550"/>
                <a:ext cx="74880" cy="10980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747C1598-7441-6D5A-3AD5-61C8F89908EC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9848919" y="4988550"/>
                  <a:ext cx="11052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65FF9065-A41B-6A21-0038-47A7F09CADAF}"/>
                    </a:ext>
                  </a:extLst>
                </p14:cNvPr>
                <p14:cNvContentPartPr/>
                <p14:nvPr/>
              </p14:nvContentPartPr>
              <p14:xfrm>
                <a:off x="10035039" y="4972350"/>
                <a:ext cx="76680" cy="9324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65FF9065-A41B-6A21-0038-47A7F09CADAF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0017399" y="4954350"/>
                  <a:ext cx="112320" cy="12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74A2E33B-BB27-BF79-D790-60212DFB2460}"/>
              </a:ext>
            </a:extLst>
          </p:cNvPr>
          <p:cNvGrpSpPr/>
          <p:nvPr/>
        </p:nvGrpSpPr>
        <p:grpSpPr>
          <a:xfrm>
            <a:off x="10301799" y="4804950"/>
            <a:ext cx="392400" cy="233280"/>
            <a:chOff x="10301799" y="4804950"/>
            <a:chExt cx="392400" cy="233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46634A76-5B79-B791-BC1B-A5AFB495087F}"/>
                    </a:ext>
                  </a:extLst>
                </p14:cNvPr>
                <p14:cNvContentPartPr/>
                <p14:nvPr/>
              </p14:nvContentPartPr>
              <p14:xfrm>
                <a:off x="10311519" y="4965510"/>
                <a:ext cx="13320" cy="7272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46634A76-5B79-B791-BC1B-A5AFB495087F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0293879" y="4947510"/>
                  <a:ext cx="4896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EA80E7B2-5F2A-B7EA-2E6B-C2C0E6A808FF}"/>
                    </a:ext>
                  </a:extLst>
                </p14:cNvPr>
                <p14:cNvContentPartPr/>
                <p14:nvPr/>
              </p14:nvContentPartPr>
              <p14:xfrm>
                <a:off x="10301799" y="4848150"/>
                <a:ext cx="22680" cy="6408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EA80E7B2-5F2A-B7EA-2E6B-C2C0E6A808FF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0283799" y="4830510"/>
                  <a:ext cx="5832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136F0C28-EA37-9989-6313-24EC1CFCD977}"/>
                    </a:ext>
                  </a:extLst>
                </p14:cNvPr>
                <p14:cNvContentPartPr/>
                <p14:nvPr/>
              </p14:nvContentPartPr>
              <p14:xfrm>
                <a:off x="10472799" y="4916190"/>
                <a:ext cx="126360" cy="11916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136F0C28-EA37-9989-6313-24EC1CFCD977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10454799" y="4898550"/>
                  <a:ext cx="16200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9F9A9FD4-8CAE-0BCD-9357-143B3D0FC863}"/>
                    </a:ext>
                  </a:extLst>
                </p14:cNvPr>
                <p14:cNvContentPartPr/>
                <p14:nvPr/>
              </p14:nvContentPartPr>
              <p14:xfrm>
                <a:off x="10657479" y="4804950"/>
                <a:ext cx="36720" cy="21240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9F9A9FD4-8CAE-0BCD-9357-143B3D0FC863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10639479" y="4787310"/>
                  <a:ext cx="72360" cy="248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E092ED3C-BB36-28C5-642D-56BE7D6D8164}"/>
              </a:ext>
            </a:extLst>
          </p:cNvPr>
          <p:cNvGrpSpPr/>
          <p:nvPr/>
        </p:nvGrpSpPr>
        <p:grpSpPr>
          <a:xfrm>
            <a:off x="10987599" y="4908630"/>
            <a:ext cx="384840" cy="202680"/>
            <a:chOff x="10987599" y="4908630"/>
            <a:chExt cx="384840" cy="202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A23F2BF3-438B-CF1A-5E4A-DD33D43B35D0}"/>
                    </a:ext>
                  </a:extLst>
                </p14:cNvPr>
                <p14:cNvContentPartPr/>
                <p14:nvPr/>
              </p14:nvContentPartPr>
              <p14:xfrm>
                <a:off x="10987599" y="4908630"/>
                <a:ext cx="90720" cy="13608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A23F2BF3-438B-CF1A-5E4A-DD33D43B35D0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10969959" y="4890990"/>
                  <a:ext cx="12636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6160AEF6-7B54-D273-D66D-CFD3D085C1BC}"/>
                    </a:ext>
                  </a:extLst>
                </p14:cNvPr>
                <p14:cNvContentPartPr/>
                <p14:nvPr/>
              </p14:nvContentPartPr>
              <p14:xfrm>
                <a:off x="11173359" y="4936710"/>
                <a:ext cx="23400" cy="17460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6160AEF6-7B54-D273-D66D-CFD3D085C1BC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11155359" y="4918710"/>
                  <a:ext cx="5904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54C81B7F-8CEB-2FE0-7C24-32815BE6538F}"/>
                    </a:ext>
                  </a:extLst>
                </p14:cNvPr>
                <p14:cNvContentPartPr/>
                <p14:nvPr/>
              </p14:nvContentPartPr>
              <p14:xfrm>
                <a:off x="11162919" y="4929150"/>
                <a:ext cx="91440" cy="7524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54C81B7F-8CEB-2FE0-7C24-32815BE6538F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11144919" y="4911510"/>
                  <a:ext cx="12708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1F2E004C-3285-531A-BD32-EF8435858A3E}"/>
                    </a:ext>
                  </a:extLst>
                </p14:cNvPr>
                <p14:cNvContentPartPr/>
                <p14:nvPr/>
              </p14:nvContentPartPr>
              <p14:xfrm>
                <a:off x="11298639" y="4928430"/>
                <a:ext cx="73800" cy="8280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1F2E004C-3285-531A-BD32-EF8435858A3E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11280639" y="4910430"/>
                  <a:ext cx="109440" cy="11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064EF7DD-3EE1-5191-432C-A193E373D176}"/>
              </a:ext>
            </a:extLst>
          </p:cNvPr>
          <p:cNvGrpSpPr/>
          <p:nvPr/>
        </p:nvGrpSpPr>
        <p:grpSpPr>
          <a:xfrm>
            <a:off x="11547039" y="4734030"/>
            <a:ext cx="537480" cy="309240"/>
            <a:chOff x="11547039" y="4734030"/>
            <a:chExt cx="537480" cy="309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2B3EF304-1FB1-E9B0-C36E-80928DA2AEFE}"/>
                    </a:ext>
                  </a:extLst>
                </p14:cNvPr>
                <p14:cNvContentPartPr/>
                <p14:nvPr/>
              </p14:nvContentPartPr>
              <p14:xfrm>
                <a:off x="11547039" y="4925910"/>
                <a:ext cx="9720" cy="9036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2B3EF304-1FB1-E9B0-C36E-80928DA2AEFE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11529399" y="4907910"/>
                  <a:ext cx="4536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7BD00B46-DE56-CA38-CEF6-A828E4E938D1}"/>
                    </a:ext>
                  </a:extLst>
                </p14:cNvPr>
                <p14:cNvContentPartPr/>
                <p14:nvPr/>
              </p14:nvContentPartPr>
              <p14:xfrm>
                <a:off x="11630199" y="4960470"/>
                <a:ext cx="31680" cy="2556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7BD00B46-DE56-CA38-CEF6-A828E4E938D1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11612559" y="4942470"/>
                  <a:ext cx="6732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B4F05FF3-B64E-BFA5-FBA6-72FA70188142}"/>
                    </a:ext>
                  </a:extLst>
                </p14:cNvPr>
                <p14:cNvContentPartPr/>
                <p14:nvPr/>
              </p14:nvContentPartPr>
              <p14:xfrm>
                <a:off x="11548479" y="4893150"/>
                <a:ext cx="93600" cy="13680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B4F05FF3-B64E-BFA5-FBA6-72FA70188142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11530479" y="4875510"/>
                  <a:ext cx="12924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C563DD47-021A-67D1-DCE6-3E670EA98F7A}"/>
                    </a:ext>
                  </a:extLst>
                </p14:cNvPr>
                <p14:cNvContentPartPr/>
                <p14:nvPr/>
              </p14:nvContentPartPr>
              <p14:xfrm>
                <a:off x="11678439" y="4955070"/>
                <a:ext cx="6480" cy="5688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C563DD47-021A-67D1-DCE6-3E670EA98F7A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11660439" y="4937070"/>
                  <a:ext cx="4212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F853714A-5A95-9DC3-AC4C-34F1CAA6A788}"/>
                    </a:ext>
                  </a:extLst>
                </p14:cNvPr>
                <p14:cNvContentPartPr/>
                <p14:nvPr/>
              </p14:nvContentPartPr>
              <p14:xfrm>
                <a:off x="11715519" y="4803150"/>
                <a:ext cx="10800" cy="180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F853714A-5A95-9DC3-AC4C-34F1CAA6A788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11697519" y="4785510"/>
                  <a:ext cx="464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80E6B985-02FF-4126-979F-E1326533CC5D}"/>
                    </a:ext>
                  </a:extLst>
                </p14:cNvPr>
                <p14:cNvContentPartPr/>
                <p14:nvPr/>
              </p14:nvContentPartPr>
              <p14:xfrm>
                <a:off x="11790759" y="4734030"/>
                <a:ext cx="63720" cy="30924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80E6B985-02FF-4126-979F-E1326533CC5D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11773119" y="4716030"/>
                  <a:ext cx="9936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328E8B9C-6D01-EE22-3E26-C56EBE6F5AE3}"/>
                    </a:ext>
                  </a:extLst>
                </p14:cNvPr>
                <p14:cNvContentPartPr/>
                <p14:nvPr/>
              </p14:nvContentPartPr>
              <p14:xfrm>
                <a:off x="11757279" y="4924110"/>
                <a:ext cx="76680" cy="2808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328E8B9C-6D01-EE22-3E26-C56EBE6F5AE3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11739279" y="4906470"/>
                  <a:ext cx="11232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0087F23C-48A3-FA04-D025-534CE1818239}"/>
                    </a:ext>
                  </a:extLst>
                </p14:cNvPr>
                <p14:cNvContentPartPr/>
                <p14:nvPr/>
              </p14:nvContentPartPr>
              <p14:xfrm>
                <a:off x="11892279" y="4905390"/>
                <a:ext cx="10440" cy="9000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0087F23C-48A3-FA04-D025-534CE1818239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11874639" y="4887750"/>
                  <a:ext cx="4608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8949C5B9-BC8A-93BD-CAB5-F330FD76EA1F}"/>
                    </a:ext>
                  </a:extLst>
                </p14:cNvPr>
                <p14:cNvContentPartPr/>
                <p14:nvPr/>
              </p14:nvContentPartPr>
              <p14:xfrm>
                <a:off x="11921439" y="4798470"/>
                <a:ext cx="14400" cy="1080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8949C5B9-BC8A-93BD-CAB5-F330FD76EA1F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11903799" y="4780830"/>
                  <a:ext cx="5004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5E25676C-56D2-9EF3-F4F2-A7B6DCA33DCA}"/>
                    </a:ext>
                  </a:extLst>
                </p14:cNvPr>
                <p14:cNvContentPartPr/>
                <p14:nvPr/>
              </p14:nvContentPartPr>
              <p14:xfrm>
                <a:off x="12022959" y="4858230"/>
                <a:ext cx="61560" cy="11232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5E25676C-56D2-9EF3-F4F2-A7B6DCA33DCA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12004959" y="4840590"/>
                  <a:ext cx="97200" cy="147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77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680B637C-8C60-B52B-35DE-F6F287A24BF0}"/>
                  </a:ext>
                </a:extLst>
              </p14:cNvPr>
              <p14:cNvContentPartPr/>
              <p14:nvPr/>
            </p14:nvContentPartPr>
            <p14:xfrm>
              <a:off x="10254279" y="894630"/>
              <a:ext cx="266760" cy="122400"/>
            </p14:xfrm>
          </p:contentPart>
        </mc:Choice>
        <mc:Fallback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680B637C-8C60-B52B-35DE-F6F287A24BF0}"/>
                  </a:ext>
                </a:extLst>
              </p:cNvPr>
              <p:cNvPicPr/>
              <p:nvPr/>
            </p:nvPicPr>
            <p:blipFill>
              <a:blip r:embed="rId278"/>
              <a:stretch>
                <a:fillRect/>
              </a:stretch>
            </p:blipFill>
            <p:spPr>
              <a:xfrm>
                <a:off x="10200279" y="786990"/>
                <a:ext cx="374400" cy="33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79">
            <p14:nvContentPartPr>
              <p14:cNvPr id="184" name="Ink 183">
                <a:extLst>
                  <a:ext uri="{FF2B5EF4-FFF2-40B4-BE49-F238E27FC236}">
                    <a16:creationId xmlns:a16="http://schemas.microsoft.com/office/drawing/2014/main" id="{6891FBBB-212D-C077-5D85-32035435F974}"/>
                  </a:ext>
                </a:extLst>
              </p14:cNvPr>
              <p14:cNvContentPartPr/>
              <p14:nvPr/>
            </p14:nvContentPartPr>
            <p14:xfrm>
              <a:off x="10811919" y="1081110"/>
              <a:ext cx="332640" cy="196560"/>
            </p14:xfrm>
          </p:contentPart>
        </mc:Choice>
        <mc:Fallback>
          <p:pic>
            <p:nvPicPr>
              <p:cNvPr id="184" name="Ink 183">
                <a:extLst>
                  <a:ext uri="{FF2B5EF4-FFF2-40B4-BE49-F238E27FC236}">
                    <a16:creationId xmlns:a16="http://schemas.microsoft.com/office/drawing/2014/main" id="{6891FBBB-212D-C077-5D85-32035435F974}"/>
                  </a:ext>
                </a:extLst>
              </p:cNvPr>
              <p:cNvPicPr/>
              <p:nvPr/>
            </p:nvPicPr>
            <p:blipFill>
              <a:blip r:embed="rId280"/>
              <a:stretch>
                <a:fillRect/>
              </a:stretch>
            </p:blipFill>
            <p:spPr>
              <a:xfrm>
                <a:off x="10758279" y="973110"/>
                <a:ext cx="440280" cy="41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1">
            <p14:nvContentPartPr>
              <p14:cNvPr id="185" name="Ink 184">
                <a:extLst>
                  <a:ext uri="{FF2B5EF4-FFF2-40B4-BE49-F238E27FC236}">
                    <a16:creationId xmlns:a16="http://schemas.microsoft.com/office/drawing/2014/main" id="{1B05AB6B-F7EE-612A-B6B5-14B8D4742535}"/>
                  </a:ext>
                </a:extLst>
              </p14:cNvPr>
              <p14:cNvContentPartPr/>
              <p14:nvPr/>
            </p14:nvContentPartPr>
            <p14:xfrm>
              <a:off x="7912119" y="3296910"/>
              <a:ext cx="495720" cy="781560"/>
            </p14:xfrm>
          </p:contentPart>
        </mc:Choice>
        <mc:Fallback>
          <p:pic>
            <p:nvPicPr>
              <p:cNvPr id="185" name="Ink 184">
                <a:extLst>
                  <a:ext uri="{FF2B5EF4-FFF2-40B4-BE49-F238E27FC236}">
                    <a16:creationId xmlns:a16="http://schemas.microsoft.com/office/drawing/2014/main" id="{1B05AB6B-F7EE-612A-B6B5-14B8D4742535}"/>
                  </a:ext>
                </a:extLst>
              </p:cNvPr>
              <p:cNvPicPr/>
              <p:nvPr/>
            </p:nvPicPr>
            <p:blipFill>
              <a:blip r:embed="rId282"/>
              <a:stretch>
                <a:fillRect/>
              </a:stretch>
            </p:blipFill>
            <p:spPr>
              <a:xfrm>
                <a:off x="7858479" y="3189270"/>
                <a:ext cx="603360" cy="99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3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4EBE1550-BF3E-CB2B-2848-CFDD795EC881}"/>
                  </a:ext>
                </a:extLst>
              </p14:cNvPr>
              <p14:cNvContentPartPr/>
              <p14:nvPr/>
            </p14:nvContentPartPr>
            <p14:xfrm>
              <a:off x="10508439" y="1170390"/>
              <a:ext cx="199080" cy="241920"/>
            </p14:xfrm>
          </p:contentPart>
        </mc:Choice>
        <mc:Fallback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4EBE1550-BF3E-CB2B-2848-CFDD795EC881}"/>
                  </a:ext>
                </a:extLst>
              </p:cNvPr>
              <p:cNvPicPr/>
              <p:nvPr/>
            </p:nvPicPr>
            <p:blipFill>
              <a:blip r:embed="rId284"/>
              <a:stretch>
                <a:fillRect/>
              </a:stretch>
            </p:blipFill>
            <p:spPr>
              <a:xfrm>
                <a:off x="10454439" y="1062750"/>
                <a:ext cx="306720" cy="45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5">
            <p14:nvContentPartPr>
              <p14:cNvPr id="187" name="Ink 186">
                <a:extLst>
                  <a:ext uri="{FF2B5EF4-FFF2-40B4-BE49-F238E27FC236}">
                    <a16:creationId xmlns:a16="http://schemas.microsoft.com/office/drawing/2014/main" id="{F909E5F8-AE20-D041-7547-42C3348E411A}"/>
                  </a:ext>
                </a:extLst>
              </p14:cNvPr>
              <p14:cNvContentPartPr/>
              <p14:nvPr/>
            </p14:nvContentPartPr>
            <p14:xfrm>
              <a:off x="8175279" y="4928070"/>
              <a:ext cx="322920" cy="319680"/>
            </p14:xfrm>
          </p:contentPart>
        </mc:Choice>
        <mc:Fallback>
          <p:pic>
            <p:nvPicPr>
              <p:cNvPr id="187" name="Ink 186">
                <a:extLst>
                  <a:ext uri="{FF2B5EF4-FFF2-40B4-BE49-F238E27FC236}">
                    <a16:creationId xmlns:a16="http://schemas.microsoft.com/office/drawing/2014/main" id="{F909E5F8-AE20-D041-7547-42C3348E411A}"/>
                  </a:ext>
                </a:extLst>
              </p:cNvPr>
              <p:cNvPicPr/>
              <p:nvPr/>
            </p:nvPicPr>
            <p:blipFill>
              <a:blip r:embed="rId286"/>
              <a:stretch>
                <a:fillRect/>
              </a:stretch>
            </p:blipFill>
            <p:spPr>
              <a:xfrm>
                <a:off x="8121279" y="4820070"/>
                <a:ext cx="430560" cy="535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7">
            <p14:nvContentPartPr>
              <p14:cNvPr id="188" name="Ink 187">
                <a:extLst>
                  <a:ext uri="{FF2B5EF4-FFF2-40B4-BE49-F238E27FC236}">
                    <a16:creationId xmlns:a16="http://schemas.microsoft.com/office/drawing/2014/main" id="{B504C8FC-22E8-030E-792C-E3F647C49E06}"/>
                  </a:ext>
                </a:extLst>
              </p14:cNvPr>
              <p14:cNvContentPartPr/>
              <p14:nvPr/>
            </p14:nvContentPartPr>
            <p14:xfrm>
              <a:off x="8016519" y="4174950"/>
              <a:ext cx="560160" cy="485280"/>
            </p14:xfrm>
          </p:contentPart>
        </mc:Choice>
        <mc:Fallback>
          <p:pic>
            <p:nvPicPr>
              <p:cNvPr id="188" name="Ink 187">
                <a:extLst>
                  <a:ext uri="{FF2B5EF4-FFF2-40B4-BE49-F238E27FC236}">
                    <a16:creationId xmlns:a16="http://schemas.microsoft.com/office/drawing/2014/main" id="{B504C8FC-22E8-030E-792C-E3F647C49E06}"/>
                  </a:ext>
                </a:extLst>
              </p:cNvPr>
              <p:cNvPicPr/>
              <p:nvPr/>
            </p:nvPicPr>
            <p:blipFill>
              <a:blip r:embed="rId288"/>
              <a:stretch>
                <a:fillRect/>
              </a:stretch>
            </p:blipFill>
            <p:spPr>
              <a:xfrm>
                <a:off x="7962879" y="4066950"/>
                <a:ext cx="667800" cy="70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9">
            <p14:nvContentPartPr>
              <p14:cNvPr id="189" name="Ink 188">
                <a:extLst>
                  <a:ext uri="{FF2B5EF4-FFF2-40B4-BE49-F238E27FC236}">
                    <a16:creationId xmlns:a16="http://schemas.microsoft.com/office/drawing/2014/main" id="{4369C89B-BBA3-7BCC-1AAF-05D1C78426E2}"/>
                  </a:ext>
                </a:extLst>
              </p14:cNvPr>
              <p14:cNvContentPartPr/>
              <p14:nvPr/>
            </p14:nvContentPartPr>
            <p14:xfrm>
              <a:off x="10581519" y="467670"/>
              <a:ext cx="396360" cy="450360"/>
            </p14:xfrm>
          </p:contentPart>
        </mc:Choice>
        <mc:Fallback>
          <p:pic>
            <p:nvPicPr>
              <p:cNvPr id="189" name="Ink 188">
                <a:extLst>
                  <a:ext uri="{FF2B5EF4-FFF2-40B4-BE49-F238E27FC236}">
                    <a16:creationId xmlns:a16="http://schemas.microsoft.com/office/drawing/2014/main" id="{4369C89B-BBA3-7BCC-1AAF-05D1C78426E2}"/>
                  </a:ext>
                </a:extLst>
              </p:cNvPr>
              <p:cNvPicPr/>
              <p:nvPr/>
            </p:nvPicPr>
            <p:blipFill>
              <a:blip r:embed="rId290"/>
              <a:stretch>
                <a:fillRect/>
              </a:stretch>
            </p:blipFill>
            <p:spPr>
              <a:xfrm>
                <a:off x="10527879" y="360030"/>
                <a:ext cx="504000" cy="666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13" name="Group 212">
            <a:extLst>
              <a:ext uri="{FF2B5EF4-FFF2-40B4-BE49-F238E27FC236}">
                <a16:creationId xmlns:a16="http://schemas.microsoft.com/office/drawing/2014/main" id="{3A11CC38-F2DE-516F-4200-E50F82622AC1}"/>
              </a:ext>
            </a:extLst>
          </p:cNvPr>
          <p:cNvGrpSpPr/>
          <p:nvPr/>
        </p:nvGrpSpPr>
        <p:grpSpPr>
          <a:xfrm>
            <a:off x="8191479" y="2162550"/>
            <a:ext cx="168120" cy="276480"/>
            <a:chOff x="8191479" y="2162550"/>
            <a:chExt cx="168120" cy="276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1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647F65D3-C25F-5230-DB2C-9CF089915992}"/>
                    </a:ext>
                  </a:extLst>
                </p14:cNvPr>
                <p14:cNvContentPartPr/>
                <p14:nvPr/>
              </p14:nvContentPartPr>
              <p14:xfrm>
                <a:off x="8200119" y="2162550"/>
                <a:ext cx="85680" cy="27648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647F65D3-C25F-5230-DB2C-9CF089915992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8182119" y="2144910"/>
                  <a:ext cx="12132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3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7E12F9F5-E307-0015-754B-BCCFF64F5CB9}"/>
                    </a:ext>
                  </a:extLst>
                </p14:cNvPr>
                <p14:cNvContentPartPr/>
                <p14:nvPr/>
              </p14:nvContentPartPr>
              <p14:xfrm>
                <a:off x="8191479" y="2198190"/>
                <a:ext cx="81000" cy="7488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7E12F9F5-E307-0015-754B-BCCFF64F5CB9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8173839" y="2180550"/>
                  <a:ext cx="11664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5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47B7E9F4-E21A-D10E-C4EF-E306A3689BB5}"/>
                    </a:ext>
                  </a:extLst>
                </p14:cNvPr>
                <p14:cNvContentPartPr/>
                <p14:nvPr/>
              </p14:nvContentPartPr>
              <p14:xfrm>
                <a:off x="8256639" y="2385030"/>
                <a:ext cx="102960" cy="4212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47B7E9F4-E21A-D10E-C4EF-E306A3689BB5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8238999" y="2367030"/>
                  <a:ext cx="138600" cy="77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2" name="Group 211">
            <a:extLst>
              <a:ext uri="{FF2B5EF4-FFF2-40B4-BE49-F238E27FC236}">
                <a16:creationId xmlns:a16="http://schemas.microsoft.com/office/drawing/2014/main" id="{595E1E9E-5A6C-9CCD-B453-D0B68EFF48C4}"/>
              </a:ext>
            </a:extLst>
          </p:cNvPr>
          <p:cNvGrpSpPr/>
          <p:nvPr/>
        </p:nvGrpSpPr>
        <p:grpSpPr>
          <a:xfrm>
            <a:off x="8575239" y="2342190"/>
            <a:ext cx="74880" cy="73080"/>
            <a:chOff x="8575239" y="2342190"/>
            <a:chExt cx="74880" cy="73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7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C1622338-AF9F-F931-3EFD-00A04C3960CD}"/>
                    </a:ext>
                  </a:extLst>
                </p14:cNvPr>
                <p14:cNvContentPartPr/>
                <p14:nvPr/>
              </p14:nvContentPartPr>
              <p14:xfrm>
                <a:off x="8575239" y="2342190"/>
                <a:ext cx="29160" cy="1476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C1622338-AF9F-F931-3EFD-00A04C3960CD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8557599" y="2324550"/>
                  <a:ext cx="6480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9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9C2E1482-A01D-990B-3486-B3A0C4FB174A}"/>
                    </a:ext>
                  </a:extLst>
                </p14:cNvPr>
                <p14:cNvContentPartPr/>
                <p14:nvPr/>
              </p14:nvContentPartPr>
              <p14:xfrm>
                <a:off x="8598279" y="2404110"/>
                <a:ext cx="51840" cy="1116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9C2E1482-A01D-990B-3486-B3A0C4FB174A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8580279" y="2386470"/>
                  <a:ext cx="87480" cy="4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1" name="Group 210">
            <a:extLst>
              <a:ext uri="{FF2B5EF4-FFF2-40B4-BE49-F238E27FC236}">
                <a16:creationId xmlns:a16="http://schemas.microsoft.com/office/drawing/2014/main" id="{2B917C65-1599-FC57-B345-A1037515FB85}"/>
              </a:ext>
            </a:extLst>
          </p:cNvPr>
          <p:cNvGrpSpPr/>
          <p:nvPr/>
        </p:nvGrpSpPr>
        <p:grpSpPr>
          <a:xfrm>
            <a:off x="8879799" y="2185590"/>
            <a:ext cx="929520" cy="254520"/>
            <a:chOff x="8879799" y="2185590"/>
            <a:chExt cx="929520" cy="254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1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B52FF230-5CC9-A30D-5693-36016F39FE9A}"/>
                    </a:ext>
                  </a:extLst>
                </p14:cNvPr>
                <p14:cNvContentPartPr/>
                <p14:nvPr/>
              </p14:nvContentPartPr>
              <p14:xfrm>
                <a:off x="8879799" y="2185590"/>
                <a:ext cx="180720" cy="25452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B52FF230-5CC9-A30D-5693-36016F39FE9A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8862159" y="2167590"/>
                  <a:ext cx="21636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3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E8B8CB24-1D18-95A5-1244-3C3B143A764E}"/>
                    </a:ext>
                  </a:extLst>
                </p14:cNvPr>
                <p14:cNvContentPartPr/>
                <p14:nvPr/>
              </p14:nvContentPartPr>
              <p14:xfrm>
                <a:off x="9112359" y="2301510"/>
                <a:ext cx="34560" cy="8604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E8B8CB24-1D18-95A5-1244-3C3B143A764E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9094359" y="2283870"/>
                  <a:ext cx="7020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5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794D3252-807B-B714-EA1E-CBAC9FB940DA}"/>
                    </a:ext>
                  </a:extLst>
                </p14:cNvPr>
                <p14:cNvContentPartPr/>
                <p14:nvPr/>
              </p14:nvContentPartPr>
              <p14:xfrm>
                <a:off x="9142599" y="2208270"/>
                <a:ext cx="18720" cy="3780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794D3252-807B-B714-EA1E-CBAC9FB940DA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9124599" y="2190270"/>
                  <a:ext cx="5436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7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C9CCFAC1-CF2B-5407-D425-0B9223B4B577}"/>
                    </a:ext>
                  </a:extLst>
                </p14:cNvPr>
                <p14:cNvContentPartPr/>
                <p14:nvPr/>
              </p14:nvContentPartPr>
              <p14:xfrm>
                <a:off x="9275439" y="2305110"/>
                <a:ext cx="110880" cy="8208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C9CCFAC1-CF2B-5407-D425-0B9223B4B577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9257439" y="2287470"/>
                  <a:ext cx="14652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9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314EF14B-944E-B284-8EEB-3D2AABBF4E4C}"/>
                    </a:ext>
                  </a:extLst>
                </p14:cNvPr>
                <p14:cNvContentPartPr/>
                <p14:nvPr/>
              </p14:nvContentPartPr>
              <p14:xfrm>
                <a:off x="9484239" y="2190630"/>
                <a:ext cx="134280" cy="20196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314EF14B-944E-B284-8EEB-3D2AABBF4E4C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9466599" y="2172630"/>
                  <a:ext cx="16992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1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D8A2119A-30F1-CBF6-F2DC-BAB60978511B}"/>
                    </a:ext>
                  </a:extLst>
                </p14:cNvPr>
                <p14:cNvContentPartPr/>
                <p14:nvPr/>
              </p14:nvContentPartPr>
              <p14:xfrm>
                <a:off x="9711759" y="2264070"/>
                <a:ext cx="97560" cy="13464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D8A2119A-30F1-CBF6-F2DC-BAB60978511B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9693759" y="2246070"/>
                  <a:ext cx="133200" cy="17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0" name="Group 209">
            <a:extLst>
              <a:ext uri="{FF2B5EF4-FFF2-40B4-BE49-F238E27FC236}">
                <a16:creationId xmlns:a16="http://schemas.microsoft.com/office/drawing/2014/main" id="{E52B1D15-6793-7E36-F4A0-39AF492AD32F}"/>
              </a:ext>
            </a:extLst>
          </p:cNvPr>
          <p:cNvGrpSpPr/>
          <p:nvPr/>
        </p:nvGrpSpPr>
        <p:grpSpPr>
          <a:xfrm>
            <a:off x="10234839" y="2095950"/>
            <a:ext cx="1432080" cy="285480"/>
            <a:chOff x="10234839" y="2095950"/>
            <a:chExt cx="1432080" cy="285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3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3A0FC7BD-1A98-2F1B-51AE-CE8AAAAE9A40}"/>
                    </a:ext>
                  </a:extLst>
                </p14:cNvPr>
                <p14:cNvContentPartPr/>
                <p14:nvPr/>
              </p14:nvContentPartPr>
              <p14:xfrm>
                <a:off x="10234839" y="2234910"/>
                <a:ext cx="80640" cy="13392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3A0FC7BD-1A98-2F1B-51AE-CE8AAAAE9A40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0216839" y="2217270"/>
                  <a:ext cx="11628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5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21B53DC7-2848-F453-A7B6-7220285E7E07}"/>
                    </a:ext>
                  </a:extLst>
                </p14:cNvPr>
                <p14:cNvContentPartPr/>
                <p14:nvPr/>
              </p14:nvContentPartPr>
              <p14:xfrm>
                <a:off x="10419519" y="2266230"/>
                <a:ext cx="84600" cy="9756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21B53DC7-2848-F453-A7B6-7220285E7E07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0401519" y="2248590"/>
                  <a:ext cx="12024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7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79B1F430-1472-B6DB-8197-C2D7062AF093}"/>
                    </a:ext>
                  </a:extLst>
                </p14:cNvPr>
                <p14:cNvContentPartPr/>
                <p14:nvPr/>
              </p14:nvContentPartPr>
              <p14:xfrm>
                <a:off x="10509519" y="2245710"/>
                <a:ext cx="87480" cy="13572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79B1F430-1472-B6DB-8197-C2D7062AF093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10491519" y="2228070"/>
                  <a:ext cx="12312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9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DCDFE373-B9B4-4D38-499D-40F8F061C417}"/>
                    </a:ext>
                  </a:extLst>
                </p14:cNvPr>
                <p14:cNvContentPartPr/>
                <p14:nvPr/>
              </p14:nvContentPartPr>
              <p14:xfrm>
                <a:off x="10674759" y="2236350"/>
                <a:ext cx="102960" cy="9396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DCDFE373-B9B4-4D38-499D-40F8F061C417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10657119" y="2218350"/>
                  <a:ext cx="13860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1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BE44DE96-5E90-6B45-7351-9DBAB85DD732}"/>
                    </a:ext>
                  </a:extLst>
                </p14:cNvPr>
                <p14:cNvContentPartPr/>
                <p14:nvPr/>
              </p14:nvContentPartPr>
              <p14:xfrm>
                <a:off x="10888959" y="2211510"/>
                <a:ext cx="132120" cy="12312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BE44DE96-5E90-6B45-7351-9DBAB85DD732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10870959" y="2193870"/>
                  <a:ext cx="16776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3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14E4AE89-F926-403D-0BBF-29258FA4E5CB}"/>
                    </a:ext>
                  </a:extLst>
                </p14:cNvPr>
                <p14:cNvContentPartPr/>
                <p14:nvPr/>
              </p14:nvContentPartPr>
              <p14:xfrm>
                <a:off x="11111439" y="2215110"/>
                <a:ext cx="237600" cy="8712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14E4AE89-F926-403D-0BBF-29258FA4E5CB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11093439" y="2197110"/>
                  <a:ext cx="27324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5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D4315498-03FB-DFB2-C422-B5B2AA19916E}"/>
                    </a:ext>
                  </a:extLst>
                </p14:cNvPr>
                <p14:cNvContentPartPr/>
                <p14:nvPr/>
              </p14:nvContentPartPr>
              <p14:xfrm>
                <a:off x="11442999" y="2095950"/>
                <a:ext cx="58320" cy="21060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D4315498-03FB-DFB2-C422-B5B2AA19916E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11425359" y="2077950"/>
                  <a:ext cx="9396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7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47FD827B-CEF1-8224-8D30-82393D659DB1}"/>
                    </a:ext>
                  </a:extLst>
                </p14:cNvPr>
                <p14:cNvContentPartPr/>
                <p14:nvPr/>
              </p14:nvContentPartPr>
              <p14:xfrm>
                <a:off x="11463879" y="2188830"/>
                <a:ext cx="86040" cy="2916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47FD827B-CEF1-8224-8D30-82393D659DB1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11446239" y="2170830"/>
                  <a:ext cx="12168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9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B809BBE1-E34C-5D58-8F56-DF9FE2618E87}"/>
                    </a:ext>
                  </a:extLst>
                </p14:cNvPr>
                <p14:cNvContentPartPr/>
                <p14:nvPr/>
              </p14:nvContentPartPr>
              <p14:xfrm>
                <a:off x="11652519" y="2207910"/>
                <a:ext cx="14400" cy="144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B809BBE1-E34C-5D58-8F56-DF9FE2618E87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11634879" y="2190270"/>
                  <a:ext cx="50040" cy="37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31">
            <p14:nvContentPartPr>
              <p14:cNvPr id="214" name="Ink 213">
                <a:extLst>
                  <a:ext uri="{FF2B5EF4-FFF2-40B4-BE49-F238E27FC236}">
                    <a16:creationId xmlns:a16="http://schemas.microsoft.com/office/drawing/2014/main" id="{FE6C98BE-AF9B-3480-48CC-4F5B120E76E4}"/>
                  </a:ext>
                </a:extLst>
              </p14:cNvPr>
              <p14:cNvContentPartPr/>
              <p14:nvPr/>
            </p14:nvContentPartPr>
            <p14:xfrm>
              <a:off x="8554359" y="1272630"/>
              <a:ext cx="320760" cy="631440"/>
            </p14:xfrm>
          </p:contentPart>
        </mc:Choice>
        <mc:Fallback>
          <p:pic>
            <p:nvPicPr>
              <p:cNvPr id="214" name="Ink 213">
                <a:extLst>
                  <a:ext uri="{FF2B5EF4-FFF2-40B4-BE49-F238E27FC236}">
                    <a16:creationId xmlns:a16="http://schemas.microsoft.com/office/drawing/2014/main" id="{FE6C98BE-AF9B-3480-48CC-4F5B120E76E4}"/>
                  </a:ext>
                </a:extLst>
              </p:cNvPr>
              <p:cNvPicPr/>
              <p:nvPr/>
            </p:nvPicPr>
            <p:blipFill>
              <a:blip r:embed="rId332"/>
              <a:stretch>
                <a:fillRect/>
              </a:stretch>
            </p:blipFill>
            <p:spPr>
              <a:xfrm>
                <a:off x="8500719" y="1164630"/>
                <a:ext cx="428400" cy="847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3">
            <p14:nvContentPartPr>
              <p14:cNvPr id="215" name="Ink 214">
                <a:extLst>
                  <a:ext uri="{FF2B5EF4-FFF2-40B4-BE49-F238E27FC236}">
                    <a16:creationId xmlns:a16="http://schemas.microsoft.com/office/drawing/2014/main" id="{0AE27EB5-AB68-6374-F8DF-87BE0E908F86}"/>
                  </a:ext>
                </a:extLst>
              </p14:cNvPr>
              <p14:cNvContentPartPr/>
              <p14:nvPr/>
            </p14:nvContentPartPr>
            <p14:xfrm>
              <a:off x="8133159" y="2069310"/>
              <a:ext cx="272880" cy="496800"/>
            </p14:xfrm>
          </p:contentPart>
        </mc:Choice>
        <mc:Fallback>
          <p:pic>
            <p:nvPicPr>
              <p:cNvPr id="215" name="Ink 214">
                <a:extLst>
                  <a:ext uri="{FF2B5EF4-FFF2-40B4-BE49-F238E27FC236}">
                    <a16:creationId xmlns:a16="http://schemas.microsoft.com/office/drawing/2014/main" id="{0AE27EB5-AB68-6374-F8DF-87BE0E908F86}"/>
                  </a:ext>
                </a:extLst>
              </p:cNvPr>
              <p:cNvPicPr/>
              <p:nvPr/>
            </p:nvPicPr>
            <p:blipFill>
              <a:blip r:embed="rId334"/>
              <a:stretch>
                <a:fillRect/>
              </a:stretch>
            </p:blipFill>
            <p:spPr>
              <a:xfrm>
                <a:off x="8079159" y="1961670"/>
                <a:ext cx="380520" cy="712440"/>
              </a:xfrm>
              <a:prstGeom prst="rect">
                <a:avLst/>
              </a:prstGeom>
            </p:spPr>
          </p:pic>
        </mc:Fallback>
      </mc:AlternateContent>
      <p:grpSp>
        <p:nvGrpSpPr>
          <p:cNvPr id="218" name="Group 217">
            <a:extLst>
              <a:ext uri="{FF2B5EF4-FFF2-40B4-BE49-F238E27FC236}">
                <a16:creationId xmlns:a16="http://schemas.microsoft.com/office/drawing/2014/main" id="{D946D9DD-F768-24F4-3A7B-0A000EC0CE54}"/>
              </a:ext>
            </a:extLst>
          </p:cNvPr>
          <p:cNvGrpSpPr/>
          <p:nvPr/>
        </p:nvGrpSpPr>
        <p:grpSpPr>
          <a:xfrm>
            <a:off x="655959" y="2040870"/>
            <a:ext cx="4659120" cy="1822320"/>
            <a:chOff x="655959" y="2040870"/>
            <a:chExt cx="4659120" cy="1822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5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C4155546-E3BC-A21F-4062-EC5FF61D7DD9}"/>
                    </a:ext>
                  </a:extLst>
                </p14:cNvPr>
                <p14:cNvContentPartPr/>
                <p14:nvPr/>
              </p14:nvContentPartPr>
              <p14:xfrm>
                <a:off x="684759" y="2167590"/>
                <a:ext cx="65520" cy="169560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C4155546-E3BC-A21F-4062-EC5FF61D7DD9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667119" y="2149590"/>
                  <a:ext cx="101160" cy="173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7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9DE616A6-9941-9997-5916-A80CCBADF654}"/>
                    </a:ext>
                  </a:extLst>
                </p14:cNvPr>
                <p14:cNvContentPartPr/>
                <p14:nvPr/>
              </p14:nvContentPartPr>
              <p14:xfrm>
                <a:off x="655959" y="2040870"/>
                <a:ext cx="4659120" cy="171576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9DE616A6-9941-9997-5916-A80CCBADF654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638319" y="2023230"/>
                  <a:ext cx="4694760" cy="1751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D713612B-9E96-9A65-333E-94A42B9A2103}"/>
              </a:ext>
            </a:extLst>
          </p:cNvPr>
          <p:cNvGrpSpPr/>
          <p:nvPr/>
        </p:nvGrpSpPr>
        <p:grpSpPr>
          <a:xfrm>
            <a:off x="1167159" y="4004670"/>
            <a:ext cx="1086480" cy="381240"/>
            <a:chOff x="1167159" y="4004670"/>
            <a:chExt cx="1086480" cy="381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9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0E6ABA68-06EA-E9B7-1F86-B18B585CA219}"/>
                    </a:ext>
                  </a:extLst>
                </p14:cNvPr>
                <p14:cNvContentPartPr/>
                <p14:nvPr/>
              </p14:nvContentPartPr>
              <p14:xfrm>
                <a:off x="1167159" y="4093230"/>
                <a:ext cx="261360" cy="29268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0E6ABA68-06EA-E9B7-1F86-B18B585CA219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1149159" y="4075230"/>
                  <a:ext cx="29700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1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6BF488DA-3CC5-B3BC-F0ED-61EF4619D698}"/>
                    </a:ext>
                  </a:extLst>
                </p14:cNvPr>
                <p14:cNvContentPartPr/>
                <p14:nvPr/>
              </p14:nvContentPartPr>
              <p14:xfrm>
                <a:off x="1516359" y="4118790"/>
                <a:ext cx="220320" cy="15984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6BF488DA-3CC5-B3BC-F0ED-61EF4619D698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1498719" y="4101150"/>
                  <a:ext cx="25596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3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DCE29FCD-1C9E-B685-254E-20AC8E279ACE}"/>
                    </a:ext>
                  </a:extLst>
                </p14:cNvPr>
                <p14:cNvContentPartPr/>
                <p14:nvPr/>
              </p14:nvContentPartPr>
              <p14:xfrm>
                <a:off x="1826319" y="4084950"/>
                <a:ext cx="124200" cy="16344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DCE29FCD-1C9E-B685-254E-20AC8E279ACE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1808679" y="4067310"/>
                  <a:ext cx="15984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5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712051F3-8E80-9A80-5CF1-3E6B6C75E828}"/>
                    </a:ext>
                  </a:extLst>
                </p14:cNvPr>
                <p14:cNvContentPartPr/>
                <p14:nvPr/>
              </p14:nvContentPartPr>
              <p14:xfrm>
                <a:off x="1997679" y="4022670"/>
                <a:ext cx="103320" cy="15768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712051F3-8E80-9A80-5CF1-3E6B6C75E828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1980039" y="4005030"/>
                  <a:ext cx="13896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7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ADF5290E-7DAD-F10A-E738-66B748BA67EB}"/>
                    </a:ext>
                  </a:extLst>
                </p14:cNvPr>
                <p14:cNvContentPartPr/>
                <p14:nvPr/>
              </p14:nvContentPartPr>
              <p14:xfrm>
                <a:off x="2168679" y="4004670"/>
                <a:ext cx="84960" cy="17064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ADF5290E-7DAD-F10A-E738-66B748BA67EB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2151039" y="3986670"/>
                  <a:ext cx="120600" cy="20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47F9EC9E-3DD0-AE54-ADAC-720AFC870317}"/>
              </a:ext>
            </a:extLst>
          </p:cNvPr>
          <p:cNvGrpSpPr/>
          <p:nvPr/>
        </p:nvGrpSpPr>
        <p:grpSpPr>
          <a:xfrm>
            <a:off x="2709759" y="4026990"/>
            <a:ext cx="669600" cy="394200"/>
            <a:chOff x="2709759" y="4026990"/>
            <a:chExt cx="669600" cy="394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9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779497B0-41CB-3E0A-886D-1E6D64EFBCBC}"/>
                    </a:ext>
                  </a:extLst>
                </p14:cNvPr>
                <p14:cNvContentPartPr/>
                <p14:nvPr/>
              </p14:nvContentPartPr>
              <p14:xfrm>
                <a:off x="2709759" y="4026990"/>
                <a:ext cx="212400" cy="39420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779497B0-41CB-3E0A-886D-1E6D64EFBCBC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2691759" y="4008990"/>
                  <a:ext cx="248040" cy="42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1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C8E43853-8D30-5EB0-939C-FA6A98698E7E}"/>
                    </a:ext>
                  </a:extLst>
                </p14:cNvPr>
                <p14:cNvContentPartPr/>
                <p14:nvPr/>
              </p14:nvContentPartPr>
              <p14:xfrm>
                <a:off x="3092799" y="4075230"/>
                <a:ext cx="59400" cy="14148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C8E43853-8D30-5EB0-939C-FA6A98698E7E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3074799" y="4057590"/>
                  <a:ext cx="9504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3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1741B2FE-54E3-1182-D292-B66FAE794CA6}"/>
                    </a:ext>
                  </a:extLst>
                </p14:cNvPr>
                <p14:cNvContentPartPr/>
                <p14:nvPr/>
              </p14:nvContentPartPr>
              <p14:xfrm>
                <a:off x="3092799" y="4130310"/>
                <a:ext cx="360" cy="36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1741B2FE-54E3-1182-D292-B66FAE794CA6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3075159" y="41126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5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6DF4E551-878E-A55B-4D3C-B6C1BBDDE9DA}"/>
                    </a:ext>
                  </a:extLst>
                </p14:cNvPr>
                <p14:cNvContentPartPr/>
                <p14:nvPr/>
              </p14:nvContentPartPr>
              <p14:xfrm>
                <a:off x="3238959" y="4076670"/>
                <a:ext cx="140400" cy="7560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6DF4E551-878E-A55B-4D3C-B6C1BBDDE9DA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3221319" y="4059030"/>
                  <a:ext cx="176040" cy="11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956E28B4-FBE0-30B0-4285-DB4EF814A1A6}"/>
              </a:ext>
            </a:extLst>
          </p:cNvPr>
          <p:cNvGrpSpPr/>
          <p:nvPr/>
        </p:nvGrpSpPr>
        <p:grpSpPr>
          <a:xfrm>
            <a:off x="3808839" y="3954990"/>
            <a:ext cx="1413000" cy="392760"/>
            <a:chOff x="3808839" y="3954990"/>
            <a:chExt cx="1413000" cy="392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7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EE1B002A-2F54-6CC5-9D18-B8A65CB4CB36}"/>
                    </a:ext>
                  </a:extLst>
                </p14:cNvPr>
                <p14:cNvContentPartPr/>
                <p14:nvPr/>
              </p14:nvContentPartPr>
              <p14:xfrm>
                <a:off x="3808839" y="3954990"/>
                <a:ext cx="384480" cy="26280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EE1B002A-2F54-6CC5-9D18-B8A65CB4CB36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3790839" y="3936990"/>
                  <a:ext cx="42012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9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CAD2A0AB-D20E-B1B8-4E33-E73EB5D8A9F0}"/>
                    </a:ext>
                  </a:extLst>
                </p14:cNvPr>
                <p14:cNvContentPartPr/>
                <p14:nvPr/>
              </p14:nvContentPartPr>
              <p14:xfrm>
                <a:off x="4255239" y="4034550"/>
                <a:ext cx="161640" cy="13248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CAD2A0AB-D20E-B1B8-4E33-E73EB5D8A9F0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4237599" y="4016910"/>
                  <a:ext cx="19728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1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99428F71-7097-B6C3-583C-2271689718A8}"/>
                    </a:ext>
                  </a:extLst>
                </p14:cNvPr>
                <p14:cNvContentPartPr/>
                <p14:nvPr/>
              </p14:nvContentPartPr>
              <p14:xfrm>
                <a:off x="4484559" y="4038510"/>
                <a:ext cx="155160" cy="12024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99428F71-7097-B6C3-583C-2271689718A8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4466919" y="4020870"/>
                  <a:ext cx="19080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3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6A391D60-662F-A4A7-FF69-1212D2FE6DDB}"/>
                    </a:ext>
                  </a:extLst>
                </p14:cNvPr>
                <p14:cNvContentPartPr/>
                <p14:nvPr/>
              </p14:nvContentPartPr>
              <p14:xfrm>
                <a:off x="4746279" y="4031310"/>
                <a:ext cx="112320" cy="31644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6A391D60-662F-A4A7-FF69-1212D2FE6DDB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4728279" y="4013310"/>
                  <a:ext cx="147960" cy="35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5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732286E9-6F2B-2CD9-903F-273E90CA7FBF}"/>
                    </a:ext>
                  </a:extLst>
                </p14:cNvPr>
                <p14:cNvContentPartPr/>
                <p14:nvPr/>
              </p14:nvContentPartPr>
              <p14:xfrm>
                <a:off x="5080719" y="4026990"/>
                <a:ext cx="141120" cy="13896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732286E9-6F2B-2CD9-903F-273E90CA7FBF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5062719" y="4008990"/>
                  <a:ext cx="176760" cy="174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6" name="Group 265">
            <a:extLst>
              <a:ext uri="{FF2B5EF4-FFF2-40B4-BE49-F238E27FC236}">
                <a16:creationId xmlns:a16="http://schemas.microsoft.com/office/drawing/2014/main" id="{5543AC75-F5E2-3C71-76F3-B8D437E128F9}"/>
              </a:ext>
            </a:extLst>
          </p:cNvPr>
          <p:cNvGrpSpPr/>
          <p:nvPr/>
        </p:nvGrpSpPr>
        <p:grpSpPr>
          <a:xfrm>
            <a:off x="1383159" y="4673190"/>
            <a:ext cx="1496160" cy="411120"/>
            <a:chOff x="1383159" y="4673190"/>
            <a:chExt cx="1496160" cy="411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7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D8D1713E-AE70-9BD7-07D2-210316E13AE8}"/>
                    </a:ext>
                  </a:extLst>
                </p14:cNvPr>
                <p14:cNvContentPartPr/>
                <p14:nvPr/>
              </p14:nvContentPartPr>
              <p14:xfrm>
                <a:off x="1383159" y="4796310"/>
                <a:ext cx="175680" cy="19476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D8D1713E-AE70-9BD7-07D2-210316E13AE8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1365519" y="4778670"/>
                  <a:ext cx="21132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9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88462B22-5807-0896-089A-FB9964F70018}"/>
                    </a:ext>
                  </a:extLst>
                </p14:cNvPr>
                <p14:cNvContentPartPr/>
                <p14:nvPr/>
              </p14:nvContentPartPr>
              <p14:xfrm>
                <a:off x="1732719" y="4849590"/>
                <a:ext cx="94320" cy="11988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88462B22-5807-0896-089A-FB9964F70018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1714719" y="4831950"/>
                  <a:ext cx="12996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1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AD76014C-E36B-F747-3305-0C58EC7DB087}"/>
                    </a:ext>
                  </a:extLst>
                </p14:cNvPr>
                <p14:cNvContentPartPr/>
                <p14:nvPr/>
              </p14:nvContentPartPr>
              <p14:xfrm>
                <a:off x="1945479" y="4673190"/>
                <a:ext cx="46440" cy="39060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AD76014C-E36B-F747-3305-0C58EC7DB087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1927479" y="4655550"/>
                  <a:ext cx="82080" cy="42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3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889744A2-C23A-7187-8AE0-225950A5C17F}"/>
                    </a:ext>
                  </a:extLst>
                </p14:cNvPr>
                <p14:cNvContentPartPr/>
                <p14:nvPr/>
              </p14:nvContentPartPr>
              <p14:xfrm>
                <a:off x="2156439" y="4696950"/>
                <a:ext cx="90360" cy="29772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889744A2-C23A-7187-8AE0-225950A5C17F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2138439" y="4678950"/>
                  <a:ext cx="126000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5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28B8B81C-9AE5-4181-D7D4-0822AA1385F3}"/>
                    </a:ext>
                  </a:extLst>
                </p14:cNvPr>
                <p14:cNvContentPartPr/>
                <p14:nvPr/>
              </p14:nvContentPartPr>
              <p14:xfrm>
                <a:off x="2117559" y="4765710"/>
                <a:ext cx="361800" cy="11556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28B8B81C-9AE5-4181-D7D4-0822AA1385F3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2099919" y="4748070"/>
                  <a:ext cx="39744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7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07115B3E-AFE1-B0CB-04A1-ECDBE3411AAF}"/>
                    </a:ext>
                  </a:extLst>
                </p14:cNvPr>
                <p14:cNvContentPartPr/>
                <p14:nvPr/>
              </p14:nvContentPartPr>
              <p14:xfrm>
                <a:off x="2542359" y="4752030"/>
                <a:ext cx="132480" cy="33228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07115B3E-AFE1-B0CB-04A1-ECDBE3411AAF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2524719" y="4734030"/>
                  <a:ext cx="16812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9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EE4881B3-CD03-3323-2A93-EECA207CD6B5}"/>
                    </a:ext>
                  </a:extLst>
                </p14:cNvPr>
                <p14:cNvContentPartPr/>
                <p14:nvPr/>
              </p14:nvContentPartPr>
              <p14:xfrm>
                <a:off x="2744319" y="4788390"/>
                <a:ext cx="135000" cy="15552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EE4881B3-CD03-3323-2A93-EECA207CD6B5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2726319" y="4770390"/>
                  <a:ext cx="170640" cy="191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5" name="Group 264">
            <a:extLst>
              <a:ext uri="{FF2B5EF4-FFF2-40B4-BE49-F238E27FC236}">
                <a16:creationId xmlns:a16="http://schemas.microsoft.com/office/drawing/2014/main" id="{C2D260FE-1566-831A-1F1F-EBEFDCB488B5}"/>
              </a:ext>
            </a:extLst>
          </p:cNvPr>
          <p:cNvGrpSpPr/>
          <p:nvPr/>
        </p:nvGrpSpPr>
        <p:grpSpPr>
          <a:xfrm>
            <a:off x="3346599" y="4625310"/>
            <a:ext cx="355320" cy="324000"/>
            <a:chOff x="3346599" y="4625310"/>
            <a:chExt cx="355320" cy="324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1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0BCA4095-D8DA-721F-5910-CE440EEAAFBE}"/>
                    </a:ext>
                  </a:extLst>
                </p14:cNvPr>
                <p14:cNvContentPartPr/>
                <p14:nvPr/>
              </p14:nvContentPartPr>
              <p14:xfrm>
                <a:off x="3420399" y="4625310"/>
                <a:ext cx="41400" cy="32400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0BCA4095-D8DA-721F-5910-CE440EEAAFBE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3402399" y="4607670"/>
                  <a:ext cx="77040" cy="35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3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121B8365-7B34-AD6E-9F99-F4AB3111948F}"/>
                    </a:ext>
                  </a:extLst>
                </p14:cNvPr>
                <p14:cNvContentPartPr/>
                <p14:nvPr/>
              </p14:nvContentPartPr>
              <p14:xfrm>
                <a:off x="3346599" y="4734750"/>
                <a:ext cx="185040" cy="4680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121B8365-7B34-AD6E-9F99-F4AB3111948F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3328599" y="4716750"/>
                  <a:ext cx="22068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5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C278099A-ED7B-9A31-BE27-8D69EF90548D}"/>
                    </a:ext>
                  </a:extLst>
                </p14:cNvPr>
                <p14:cNvContentPartPr/>
                <p14:nvPr/>
              </p14:nvContentPartPr>
              <p14:xfrm>
                <a:off x="3569439" y="4726470"/>
                <a:ext cx="132480" cy="17064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C278099A-ED7B-9A31-BE27-8D69EF90548D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3551439" y="4708830"/>
                  <a:ext cx="168120" cy="20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4" name="Group 263">
            <a:extLst>
              <a:ext uri="{FF2B5EF4-FFF2-40B4-BE49-F238E27FC236}">
                <a16:creationId xmlns:a16="http://schemas.microsoft.com/office/drawing/2014/main" id="{3115D1F5-FB21-0F1E-E346-0DB58B754113}"/>
              </a:ext>
            </a:extLst>
          </p:cNvPr>
          <p:cNvGrpSpPr/>
          <p:nvPr/>
        </p:nvGrpSpPr>
        <p:grpSpPr>
          <a:xfrm>
            <a:off x="4084599" y="4549350"/>
            <a:ext cx="2428560" cy="755280"/>
            <a:chOff x="4084599" y="4549350"/>
            <a:chExt cx="2428560" cy="755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7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0FFF5603-58ED-CDA3-DF1D-54A7A4041D5B}"/>
                    </a:ext>
                  </a:extLst>
                </p14:cNvPr>
                <p14:cNvContentPartPr/>
                <p14:nvPr/>
              </p14:nvContentPartPr>
              <p14:xfrm>
                <a:off x="4129239" y="4549350"/>
                <a:ext cx="32040" cy="41364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0FFF5603-58ED-CDA3-DF1D-54A7A4041D5B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4111239" y="4531350"/>
                  <a:ext cx="67680" cy="44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9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5A418024-1C17-5C0E-B324-29F51E20B12D}"/>
                    </a:ext>
                  </a:extLst>
                </p14:cNvPr>
                <p14:cNvContentPartPr/>
                <p14:nvPr/>
              </p14:nvContentPartPr>
              <p14:xfrm>
                <a:off x="4084599" y="4765710"/>
                <a:ext cx="199080" cy="12348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5A418024-1C17-5C0E-B324-29F51E20B12D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4066599" y="4747710"/>
                  <a:ext cx="2347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1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9CB115E7-6EBD-1AFF-34CD-36BAD51A0039}"/>
                    </a:ext>
                  </a:extLst>
                </p14:cNvPr>
                <p14:cNvContentPartPr/>
                <p14:nvPr/>
              </p14:nvContentPartPr>
              <p14:xfrm>
                <a:off x="4224639" y="4632510"/>
                <a:ext cx="34200" cy="4248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9CB115E7-6EBD-1AFF-34CD-36BAD51A0039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4206999" y="4614870"/>
                  <a:ext cx="6984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3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A1778DC7-15AB-616D-CF66-511C7680EFB9}"/>
                    </a:ext>
                  </a:extLst>
                </p14:cNvPr>
                <p14:cNvContentPartPr/>
                <p14:nvPr/>
              </p14:nvContentPartPr>
              <p14:xfrm>
                <a:off x="4452159" y="4706310"/>
                <a:ext cx="149040" cy="16524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A1778DC7-15AB-616D-CF66-511C7680EFB9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4434159" y="4688670"/>
                  <a:ext cx="18468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5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5B04EA5E-20A2-86D2-C3EE-4DC9E0A28423}"/>
                    </a:ext>
                  </a:extLst>
                </p14:cNvPr>
                <p14:cNvContentPartPr/>
                <p14:nvPr/>
              </p14:nvContentPartPr>
              <p14:xfrm>
                <a:off x="4686519" y="4653390"/>
                <a:ext cx="140040" cy="22860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5B04EA5E-20A2-86D2-C3EE-4DC9E0A28423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4668519" y="4635750"/>
                  <a:ext cx="175680" cy="26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7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3C229359-276D-55B0-F4CD-A007A170BD73}"/>
                    </a:ext>
                  </a:extLst>
                </p14:cNvPr>
                <p14:cNvContentPartPr/>
                <p14:nvPr/>
              </p14:nvContentPartPr>
              <p14:xfrm>
                <a:off x="5292759" y="4604790"/>
                <a:ext cx="334800" cy="30744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3C229359-276D-55B0-F4CD-A007A170BD73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5275119" y="4586790"/>
                  <a:ext cx="37044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9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E759CE17-74E7-99FB-1316-842D3FA876CA}"/>
                    </a:ext>
                  </a:extLst>
                </p14:cNvPr>
                <p14:cNvContentPartPr/>
                <p14:nvPr/>
              </p14:nvContentPartPr>
              <p14:xfrm>
                <a:off x="5589759" y="4566990"/>
                <a:ext cx="29520" cy="2376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E759CE17-74E7-99FB-1316-842D3FA876CA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5571759" y="4549350"/>
                  <a:ext cx="6516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1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EAA787AA-A54C-1EAD-DAB6-17A9F968DDB6}"/>
                    </a:ext>
                  </a:extLst>
                </p14:cNvPr>
                <p14:cNvContentPartPr/>
                <p14:nvPr/>
              </p14:nvContentPartPr>
              <p14:xfrm>
                <a:off x="5751039" y="4675710"/>
                <a:ext cx="95040" cy="18180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EAA787AA-A54C-1EAD-DAB6-17A9F968DDB6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5733399" y="4657710"/>
                  <a:ext cx="13068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3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6058C2CF-3675-05EA-1476-39C75F5D9B58}"/>
                    </a:ext>
                  </a:extLst>
                </p14:cNvPr>
                <p14:cNvContentPartPr/>
                <p14:nvPr/>
              </p14:nvContentPartPr>
              <p14:xfrm>
                <a:off x="5899359" y="4590030"/>
                <a:ext cx="137520" cy="27900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6058C2CF-3675-05EA-1476-39C75F5D9B58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5881359" y="4572390"/>
                  <a:ext cx="17316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5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E4FF478D-63F0-CB10-A48A-DC1DEEBAE386}"/>
                    </a:ext>
                  </a:extLst>
                </p14:cNvPr>
                <p14:cNvContentPartPr/>
                <p14:nvPr/>
              </p14:nvContentPartPr>
              <p14:xfrm>
                <a:off x="6172599" y="4660230"/>
                <a:ext cx="155520" cy="21348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E4FF478D-63F0-CB10-A48A-DC1DEEBAE386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6154959" y="4642230"/>
                  <a:ext cx="19116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7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01713F5B-07EA-0EE7-33B1-20CF6B46184D}"/>
                    </a:ext>
                  </a:extLst>
                </p14:cNvPr>
                <p14:cNvContentPartPr/>
                <p14:nvPr/>
              </p14:nvContentPartPr>
              <p14:xfrm>
                <a:off x="4914039" y="5131110"/>
                <a:ext cx="113400" cy="17352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01713F5B-07EA-0EE7-33B1-20CF6B46184D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4896399" y="5113110"/>
                  <a:ext cx="14904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9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EED06D9C-C134-CD49-F679-231081B79B87}"/>
                    </a:ext>
                  </a:extLst>
                </p14:cNvPr>
                <p14:cNvContentPartPr/>
                <p14:nvPr/>
              </p14:nvContentPartPr>
              <p14:xfrm>
                <a:off x="5112039" y="5187630"/>
                <a:ext cx="152640" cy="10908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EED06D9C-C134-CD49-F679-231081B79B87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5094399" y="5169990"/>
                  <a:ext cx="18828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1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5230D6E3-C951-77C1-EC27-2134794B6CA8}"/>
                    </a:ext>
                  </a:extLst>
                </p14:cNvPr>
                <p14:cNvContentPartPr/>
                <p14:nvPr/>
              </p14:nvContentPartPr>
              <p14:xfrm>
                <a:off x="5279799" y="5121030"/>
                <a:ext cx="146520" cy="156960"/>
              </p14:xfrm>
            </p:contentPart>
          </mc:Choice>
          <mc:Fallback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5230D6E3-C951-77C1-EC27-2134794B6CA8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5261799" y="5103030"/>
                  <a:ext cx="18216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3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D9E07079-3E41-CA8D-1168-7D74E4143A44}"/>
                    </a:ext>
                  </a:extLst>
                </p14:cNvPr>
                <p14:cNvContentPartPr/>
                <p14:nvPr/>
              </p14:nvContentPartPr>
              <p14:xfrm>
                <a:off x="5537199" y="5135430"/>
                <a:ext cx="85680" cy="10188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D9E07079-3E41-CA8D-1168-7D74E4143A44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5519559" y="5117430"/>
                  <a:ext cx="12132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5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8A95041F-61A4-CCAF-8E87-50EF4A7A680F}"/>
                    </a:ext>
                  </a:extLst>
                </p14:cNvPr>
                <p14:cNvContentPartPr/>
                <p14:nvPr/>
              </p14:nvContentPartPr>
              <p14:xfrm>
                <a:off x="5725839" y="5091870"/>
                <a:ext cx="277200" cy="10944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8A95041F-61A4-CCAF-8E87-50EF4A7A680F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5707839" y="5074230"/>
                  <a:ext cx="31284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7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19E0049F-FE27-BC1D-5EA2-BED7445A6DF5}"/>
                    </a:ext>
                  </a:extLst>
                </p14:cNvPr>
                <p14:cNvContentPartPr/>
                <p14:nvPr/>
              </p14:nvContentPartPr>
              <p14:xfrm>
                <a:off x="6036879" y="4998630"/>
                <a:ext cx="114840" cy="24408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19E0049F-FE27-BC1D-5EA2-BED7445A6DF5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6019239" y="4980630"/>
                  <a:ext cx="15048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9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B2CB172E-AC18-FCA6-8F0A-EFE08B5FDFF1}"/>
                    </a:ext>
                  </a:extLst>
                </p14:cNvPr>
                <p14:cNvContentPartPr/>
                <p14:nvPr/>
              </p14:nvContentPartPr>
              <p14:xfrm>
                <a:off x="6111399" y="5097990"/>
                <a:ext cx="149400" cy="2664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B2CB172E-AC18-FCA6-8F0A-EFE08B5FDFF1}"/>
                    </a:ext>
                  </a:extLst>
                </p:cNvPr>
                <p:cNvPicPr/>
                <p:nvPr/>
              </p:nvPicPr>
              <p:blipFill>
                <a:blip r:embed="rId420"/>
                <a:stretch>
                  <a:fillRect/>
                </a:stretch>
              </p:blipFill>
              <p:spPr>
                <a:xfrm>
                  <a:off x="6093399" y="5080350"/>
                  <a:ext cx="18504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1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B2F4FE57-C508-0E6C-43B8-EDA260AFDFCB}"/>
                    </a:ext>
                  </a:extLst>
                </p14:cNvPr>
                <p14:cNvContentPartPr/>
                <p14:nvPr/>
              </p14:nvContentPartPr>
              <p14:xfrm>
                <a:off x="6494079" y="5168550"/>
                <a:ext cx="19080" cy="1224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B2F4FE57-C508-0E6C-43B8-EDA260AFDFCB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6476439" y="5150550"/>
                  <a:ext cx="54720" cy="478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9739204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8E756-2339-B07D-1B88-8F840CA43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Diode Current Equation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AA33D3-256E-9764-E714-3CEB9BCAFC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14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screenshot of a math problem&#10;&#10;AI-generated content may be incorrect.">
            <a:extLst>
              <a:ext uri="{FF2B5EF4-FFF2-40B4-BE49-F238E27FC236}">
                <a16:creationId xmlns:a16="http://schemas.microsoft.com/office/drawing/2014/main" id="{B1C9D33C-8697-A070-83B9-FDB0CA5487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320" y="924215"/>
            <a:ext cx="5788116" cy="5568660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16E5C67A-EC8F-4402-167F-A75E68BAEDF2}"/>
              </a:ext>
            </a:extLst>
          </p:cNvPr>
          <p:cNvGrpSpPr/>
          <p:nvPr/>
        </p:nvGrpSpPr>
        <p:grpSpPr>
          <a:xfrm>
            <a:off x="6757653" y="1720987"/>
            <a:ext cx="156240" cy="595800"/>
            <a:chOff x="6757653" y="1720987"/>
            <a:chExt cx="156240" cy="595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9993594C-0BCE-6172-83A6-2FA212D0C27C}"/>
                    </a:ext>
                  </a:extLst>
                </p14:cNvPr>
                <p14:cNvContentPartPr/>
                <p14:nvPr/>
              </p14:nvContentPartPr>
              <p14:xfrm>
                <a:off x="6849093" y="1720987"/>
                <a:ext cx="53280" cy="5958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9993594C-0BCE-6172-83A6-2FA212D0C27C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831453" y="1702987"/>
                  <a:ext cx="88920" cy="63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6A4D297D-F28E-4646-2C05-A92B99FAC0B1}"/>
                    </a:ext>
                  </a:extLst>
                </p14:cNvPr>
                <p14:cNvContentPartPr/>
                <p14:nvPr/>
              </p14:nvContentPartPr>
              <p14:xfrm>
                <a:off x="6761253" y="2272507"/>
                <a:ext cx="105840" cy="208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6A4D297D-F28E-4646-2C05-A92B99FAC0B1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743613" y="2254507"/>
                  <a:ext cx="14148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878080C-5435-B70D-0D88-41DC5512E576}"/>
                    </a:ext>
                  </a:extLst>
                </p14:cNvPr>
                <p14:cNvContentPartPr/>
                <p14:nvPr/>
              </p14:nvContentPartPr>
              <p14:xfrm>
                <a:off x="6757653" y="1752307"/>
                <a:ext cx="156240" cy="154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878080C-5435-B70D-0D88-41DC5512E576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739653" y="1734307"/>
                  <a:ext cx="191880" cy="5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D60795D-B586-1D41-0929-E8EB3D6FFE81}"/>
              </a:ext>
            </a:extLst>
          </p:cNvPr>
          <p:cNvGrpSpPr/>
          <p:nvPr/>
        </p:nvGrpSpPr>
        <p:grpSpPr>
          <a:xfrm>
            <a:off x="7234653" y="1949587"/>
            <a:ext cx="101520" cy="107640"/>
            <a:chOff x="7234653" y="1949587"/>
            <a:chExt cx="101520" cy="107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0851079-6806-DDCE-DC56-DBA082384E78}"/>
                    </a:ext>
                  </a:extLst>
                </p14:cNvPr>
                <p14:cNvContentPartPr/>
                <p14:nvPr/>
              </p14:nvContentPartPr>
              <p14:xfrm>
                <a:off x="7234653" y="1949587"/>
                <a:ext cx="67320" cy="194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0851079-6806-DDCE-DC56-DBA082384E78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216653" y="1931947"/>
                  <a:ext cx="10296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A47825-AC3A-C011-EF7D-35F490D5CEA1}"/>
                    </a:ext>
                  </a:extLst>
                </p14:cNvPr>
                <p14:cNvContentPartPr/>
                <p14:nvPr/>
              </p14:nvContentPartPr>
              <p14:xfrm>
                <a:off x="7283973" y="2040307"/>
                <a:ext cx="52200" cy="169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A47825-AC3A-C011-EF7D-35F490D5CEA1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266333" y="2022667"/>
                  <a:ext cx="87840" cy="5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8EB2E38-EF68-7F83-A58D-60FE32DB1AF6}"/>
              </a:ext>
            </a:extLst>
          </p:cNvPr>
          <p:cNvGrpSpPr/>
          <p:nvPr/>
        </p:nvGrpSpPr>
        <p:grpSpPr>
          <a:xfrm>
            <a:off x="7562973" y="1743307"/>
            <a:ext cx="538920" cy="581040"/>
            <a:chOff x="7562973" y="1743307"/>
            <a:chExt cx="538920" cy="581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39BFB79-F2BA-2BEF-7D89-BCB26BC7B53A}"/>
                    </a:ext>
                  </a:extLst>
                </p14:cNvPr>
                <p14:cNvContentPartPr/>
                <p14:nvPr/>
              </p14:nvContentPartPr>
              <p14:xfrm>
                <a:off x="7562973" y="1759147"/>
                <a:ext cx="297360" cy="23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39BFB79-F2BA-2BEF-7D89-BCB26BC7B53A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7544973" y="1741507"/>
                  <a:ext cx="33300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F1B88A6-34C8-E3EB-78EF-A22D4FDE17AE}"/>
                    </a:ext>
                  </a:extLst>
                </p14:cNvPr>
                <p14:cNvContentPartPr/>
                <p14:nvPr/>
              </p14:nvContentPartPr>
              <p14:xfrm>
                <a:off x="7699053" y="1743307"/>
                <a:ext cx="73440" cy="4788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F1B88A6-34C8-E3EB-78EF-A22D4FDE17AE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7681053" y="1725307"/>
                  <a:ext cx="109080" cy="51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64CACCA-7263-1F8A-71D3-F6D6D6354F73}"/>
                    </a:ext>
                  </a:extLst>
                </p14:cNvPr>
                <p14:cNvContentPartPr/>
                <p14:nvPr/>
              </p14:nvContentPartPr>
              <p14:xfrm>
                <a:off x="7641093" y="2289427"/>
                <a:ext cx="114120" cy="266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E64CACCA-7263-1F8A-71D3-F6D6D6354F73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7623453" y="2271787"/>
                  <a:ext cx="14976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75A184D-19A9-CA42-F35D-02AF0640327A}"/>
                    </a:ext>
                  </a:extLst>
                </p14:cNvPr>
                <p14:cNvContentPartPr/>
                <p14:nvPr/>
              </p14:nvContentPartPr>
              <p14:xfrm>
                <a:off x="7962213" y="2136427"/>
                <a:ext cx="139680" cy="1879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75A184D-19A9-CA42-F35D-02AF0640327A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944573" y="2118787"/>
                  <a:ext cx="175320" cy="223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B31AA9F-295C-8713-1152-83885C86A7CC}"/>
              </a:ext>
            </a:extLst>
          </p:cNvPr>
          <p:cNvGrpSpPr/>
          <p:nvPr/>
        </p:nvGrpSpPr>
        <p:grpSpPr>
          <a:xfrm>
            <a:off x="8435253" y="1157227"/>
            <a:ext cx="1410840" cy="1177560"/>
            <a:chOff x="8435253" y="1157227"/>
            <a:chExt cx="1410840" cy="1177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3253769-FEA3-51C6-1A4B-A6F8F99ED80B}"/>
                    </a:ext>
                  </a:extLst>
                </p14:cNvPr>
                <p14:cNvContentPartPr/>
                <p14:nvPr/>
              </p14:nvContentPartPr>
              <p14:xfrm>
                <a:off x="8435253" y="1642507"/>
                <a:ext cx="351360" cy="6922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3253769-FEA3-51C6-1A4B-A6F8F99ED80B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8417253" y="1624867"/>
                  <a:ext cx="387000" cy="72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EF6D53A-B679-B95B-1AED-6A63118549E2}"/>
                    </a:ext>
                  </a:extLst>
                </p14:cNvPr>
                <p14:cNvContentPartPr/>
                <p14:nvPr/>
              </p14:nvContentPartPr>
              <p14:xfrm>
                <a:off x="8846013" y="1908547"/>
                <a:ext cx="270000" cy="2019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EF6D53A-B679-B95B-1AED-6A63118549E2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828013" y="1890547"/>
                  <a:ext cx="30564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52CFAAE6-B0FD-9566-662E-7942C50C0DD6}"/>
                    </a:ext>
                  </a:extLst>
                </p14:cNvPr>
                <p14:cNvContentPartPr/>
                <p14:nvPr/>
              </p14:nvContentPartPr>
              <p14:xfrm>
                <a:off x="9220413" y="1157227"/>
                <a:ext cx="194400" cy="2487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52CFAAE6-B0FD-9566-662E-7942C50C0DD6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202413" y="1139227"/>
                  <a:ext cx="23004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E30EE75-9CD5-4AEC-B4C0-FA9E7702FE01}"/>
                    </a:ext>
                  </a:extLst>
                </p14:cNvPr>
                <p14:cNvContentPartPr/>
                <p14:nvPr/>
              </p14:nvContentPartPr>
              <p14:xfrm>
                <a:off x="9127893" y="1420387"/>
                <a:ext cx="579960" cy="943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E30EE75-9CD5-4AEC-B4C0-FA9E7702FE01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9109893" y="1402747"/>
                  <a:ext cx="61560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1A03B657-A933-8B64-2477-7FDDA5BCDB1C}"/>
                    </a:ext>
                  </a:extLst>
                </p14:cNvPr>
                <p14:cNvContentPartPr/>
                <p14:nvPr/>
              </p14:nvContentPartPr>
              <p14:xfrm>
                <a:off x="9482133" y="1503907"/>
                <a:ext cx="181080" cy="2440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1A03B657-A933-8B64-2477-7FDDA5BCDB1C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464133" y="1486267"/>
                  <a:ext cx="21672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45A9E44-5745-AABC-6DA1-167381897E7A}"/>
                    </a:ext>
                  </a:extLst>
                </p14:cNvPr>
                <p14:cNvContentPartPr/>
                <p14:nvPr/>
              </p14:nvContentPartPr>
              <p14:xfrm>
                <a:off x="9726213" y="1609387"/>
                <a:ext cx="119880" cy="496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45A9E44-5745-AABC-6DA1-167381897E7A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708213" y="1591747"/>
                  <a:ext cx="15552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D4AADBF-6AC7-2EBC-68D6-B7EAA0198C4D}"/>
                    </a:ext>
                  </a:extLst>
                </p14:cNvPr>
                <p14:cNvContentPartPr/>
                <p14:nvPr/>
              </p14:nvContentPartPr>
              <p14:xfrm>
                <a:off x="9792093" y="1642507"/>
                <a:ext cx="35640" cy="720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6D4AADBF-6AC7-2EBC-68D6-B7EAA0198C4D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774093" y="1624507"/>
                  <a:ext cx="7128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517E71FE-DC7A-EC73-B4D5-A1E29D6E0F10}"/>
                    </a:ext>
                  </a:extLst>
                </p14:cNvPr>
                <p14:cNvContentPartPr/>
                <p14:nvPr/>
              </p14:nvContentPartPr>
              <p14:xfrm>
                <a:off x="9170373" y="1667707"/>
                <a:ext cx="179640" cy="124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517E71FE-DC7A-EC73-B4D5-A1E29D6E0F10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152373" y="1650067"/>
                  <a:ext cx="215280" cy="15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6E675D60-7247-B559-FA51-D97E1F8563BA}"/>
              </a:ext>
            </a:extLst>
          </p:cNvPr>
          <p:cNvGrpSpPr/>
          <p:nvPr/>
        </p:nvGrpSpPr>
        <p:grpSpPr>
          <a:xfrm>
            <a:off x="10277733" y="1677787"/>
            <a:ext cx="610200" cy="488880"/>
            <a:chOff x="10277733" y="1677787"/>
            <a:chExt cx="610200" cy="48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AAE5F64-A000-F0E8-EF7C-E9B2591D2A2A}"/>
                    </a:ext>
                  </a:extLst>
                </p14:cNvPr>
                <p14:cNvContentPartPr/>
                <p14:nvPr/>
              </p14:nvContentPartPr>
              <p14:xfrm>
                <a:off x="10277733" y="1889827"/>
                <a:ext cx="208800" cy="43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AAE5F64-A000-F0E8-EF7C-E9B2591D2A2A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0260093" y="1872187"/>
                  <a:ext cx="24444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4F8A1C3-7D97-013C-E08C-422903BD7DFF}"/>
                    </a:ext>
                  </a:extLst>
                </p14:cNvPr>
                <p14:cNvContentPartPr/>
                <p14:nvPr/>
              </p14:nvContentPartPr>
              <p14:xfrm>
                <a:off x="10583013" y="1741147"/>
                <a:ext cx="59760" cy="2386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4F8A1C3-7D97-013C-E08C-422903BD7DFF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565373" y="1723147"/>
                  <a:ext cx="9540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0583139-7B72-1C7C-7F91-9ACAF9D079E6}"/>
                    </a:ext>
                  </a:extLst>
                </p14:cNvPr>
                <p14:cNvContentPartPr/>
                <p14:nvPr/>
              </p14:nvContentPartPr>
              <p14:xfrm>
                <a:off x="10706493" y="1677787"/>
                <a:ext cx="181440" cy="4888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0583139-7B72-1C7C-7F91-9ACAF9D079E6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688853" y="1660147"/>
                  <a:ext cx="217080" cy="52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4C2260FB-727F-34C5-8802-32795BD26DF1}"/>
              </a:ext>
            </a:extLst>
          </p:cNvPr>
          <p:cNvGrpSpPr/>
          <p:nvPr/>
        </p:nvGrpSpPr>
        <p:grpSpPr>
          <a:xfrm>
            <a:off x="7629933" y="3043987"/>
            <a:ext cx="371880" cy="309240"/>
            <a:chOff x="7629933" y="3043987"/>
            <a:chExt cx="371880" cy="309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05BAE43-D600-4088-AB06-AAFE00484E00}"/>
                    </a:ext>
                  </a:extLst>
                </p14:cNvPr>
                <p14:cNvContentPartPr/>
                <p14:nvPr/>
              </p14:nvContentPartPr>
              <p14:xfrm>
                <a:off x="7739013" y="3043987"/>
                <a:ext cx="65520" cy="2937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05BAE43-D600-4088-AB06-AAFE00484E00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7721013" y="3025987"/>
                  <a:ext cx="101160" cy="32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9C80B7F-092A-C656-5AE6-0249E8510A4B}"/>
                    </a:ext>
                  </a:extLst>
                </p14:cNvPr>
                <p14:cNvContentPartPr/>
                <p14:nvPr/>
              </p14:nvContentPartPr>
              <p14:xfrm>
                <a:off x="7755573" y="3328747"/>
                <a:ext cx="28800" cy="244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9C80B7F-092A-C656-5AE6-0249E8510A4B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7737573" y="3310747"/>
                  <a:ext cx="6444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21DCB97-7155-E45B-F923-A0DAAFCAC3E0}"/>
                    </a:ext>
                  </a:extLst>
                </p14:cNvPr>
                <p14:cNvContentPartPr/>
                <p14:nvPr/>
              </p14:nvContentPartPr>
              <p14:xfrm>
                <a:off x="7629933" y="3089707"/>
                <a:ext cx="114480" cy="360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221DCB97-7155-E45B-F923-A0DAAFCAC3E0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7612293" y="3071707"/>
                  <a:ext cx="15012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A1553674-72D7-E336-CB83-8CC0A24F7D6C}"/>
                    </a:ext>
                  </a:extLst>
                </p14:cNvPr>
                <p14:cNvContentPartPr/>
                <p14:nvPr/>
              </p14:nvContentPartPr>
              <p14:xfrm>
                <a:off x="7938093" y="3208147"/>
                <a:ext cx="63720" cy="1422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A1553674-72D7-E336-CB83-8CC0A24F7D6C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7920453" y="3190147"/>
                  <a:ext cx="99360" cy="17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FA0E7055-84EC-8F9F-AC58-8AF8924E6038}"/>
              </a:ext>
            </a:extLst>
          </p:cNvPr>
          <p:cNvGrpSpPr/>
          <p:nvPr/>
        </p:nvGrpSpPr>
        <p:grpSpPr>
          <a:xfrm>
            <a:off x="8228613" y="3019507"/>
            <a:ext cx="524160" cy="239400"/>
            <a:chOff x="8228613" y="3019507"/>
            <a:chExt cx="524160" cy="239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B18EC5C-4CCC-B7C8-A169-96AD89E7C4BF}"/>
                    </a:ext>
                  </a:extLst>
                </p14:cNvPr>
                <p14:cNvContentPartPr/>
                <p14:nvPr/>
              </p14:nvContentPartPr>
              <p14:xfrm>
                <a:off x="8228613" y="3162787"/>
                <a:ext cx="34200" cy="115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B18EC5C-4CCC-B7C8-A169-96AD89E7C4BF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210613" y="3144787"/>
                  <a:ext cx="6984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2930096-C093-29E7-69D8-28FFC90D5362}"/>
                    </a:ext>
                  </a:extLst>
                </p14:cNvPr>
                <p14:cNvContentPartPr/>
                <p14:nvPr/>
              </p14:nvContentPartPr>
              <p14:xfrm>
                <a:off x="8283693" y="3195187"/>
                <a:ext cx="55080" cy="288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2930096-C093-29E7-69D8-28FFC90D5362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265693" y="3177547"/>
                  <a:ext cx="9072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5303A81-59E0-75CA-E585-622CF743CE88}"/>
                    </a:ext>
                  </a:extLst>
                </p14:cNvPr>
                <p14:cNvContentPartPr/>
                <p14:nvPr/>
              </p14:nvContentPartPr>
              <p14:xfrm>
                <a:off x="8461173" y="3061627"/>
                <a:ext cx="33120" cy="1972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5303A81-59E0-75CA-E585-622CF743CE88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443173" y="3043627"/>
                  <a:ext cx="6876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DFCFB12-E7D7-7CEB-84BB-EE4DA3F5F520}"/>
                    </a:ext>
                  </a:extLst>
                </p14:cNvPr>
                <p14:cNvContentPartPr/>
                <p14:nvPr/>
              </p14:nvContentPartPr>
              <p14:xfrm>
                <a:off x="8584293" y="3019507"/>
                <a:ext cx="168480" cy="1710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DFCFB12-E7D7-7CEB-84BB-EE4DA3F5F520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566653" y="3001867"/>
                  <a:ext cx="204120" cy="20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DAE3B746-5618-4EF9-136E-D4DDA89CCDDE}"/>
              </a:ext>
            </a:extLst>
          </p:cNvPr>
          <p:cNvGrpSpPr/>
          <p:nvPr/>
        </p:nvGrpSpPr>
        <p:grpSpPr>
          <a:xfrm>
            <a:off x="8773653" y="2742307"/>
            <a:ext cx="444960" cy="149760"/>
            <a:chOff x="8773653" y="2742307"/>
            <a:chExt cx="444960" cy="149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727435F-ED80-122A-AC77-85161A66D436}"/>
                    </a:ext>
                  </a:extLst>
                </p14:cNvPr>
                <p14:cNvContentPartPr/>
                <p14:nvPr/>
              </p14:nvContentPartPr>
              <p14:xfrm>
                <a:off x="8773653" y="2877307"/>
                <a:ext cx="67680" cy="14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727435F-ED80-122A-AC77-85161A66D436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756013" y="2859307"/>
                  <a:ext cx="10332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020D3B1-35F5-6B70-5C90-A9FD5D9E303E}"/>
                    </a:ext>
                  </a:extLst>
                </p14:cNvPr>
                <p14:cNvContentPartPr/>
                <p14:nvPr/>
              </p14:nvContentPartPr>
              <p14:xfrm>
                <a:off x="8979213" y="2748067"/>
                <a:ext cx="10080" cy="1101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020D3B1-35F5-6B70-5C90-A9FD5D9E303E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8961573" y="2730067"/>
                  <a:ext cx="4572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B25887C-9F0E-47B6-DF2A-DF7BB91EF88B}"/>
                    </a:ext>
                  </a:extLst>
                </p14:cNvPr>
                <p14:cNvContentPartPr/>
                <p14:nvPr/>
              </p14:nvContentPartPr>
              <p14:xfrm>
                <a:off x="9068133" y="2742307"/>
                <a:ext cx="150480" cy="1306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B25887C-9F0E-47B6-DF2A-DF7BB91EF88B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9050493" y="2724667"/>
                  <a:ext cx="186120" cy="16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F74AADC1-D47D-E027-BC16-DDE37A3C1AFC}"/>
              </a:ext>
            </a:extLst>
          </p:cNvPr>
          <p:cNvGrpSpPr/>
          <p:nvPr/>
        </p:nvGrpSpPr>
        <p:grpSpPr>
          <a:xfrm>
            <a:off x="9482133" y="2740147"/>
            <a:ext cx="586080" cy="573480"/>
            <a:chOff x="9482133" y="2740147"/>
            <a:chExt cx="586080" cy="573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412A7C67-540A-6473-C00C-D856E289676C}"/>
                    </a:ext>
                  </a:extLst>
                </p14:cNvPr>
                <p14:cNvContentPartPr/>
                <p14:nvPr/>
              </p14:nvContentPartPr>
              <p14:xfrm>
                <a:off x="9482133" y="2740147"/>
                <a:ext cx="232560" cy="5734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412A7C67-540A-6473-C00C-D856E289676C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9464493" y="2722507"/>
                  <a:ext cx="268200" cy="60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50834C5-CC24-16DD-5C0A-45B6CAB4144E}"/>
                    </a:ext>
                  </a:extLst>
                </p14:cNvPr>
                <p14:cNvContentPartPr/>
                <p14:nvPr/>
              </p14:nvContentPartPr>
              <p14:xfrm>
                <a:off x="9847893" y="2935987"/>
                <a:ext cx="220320" cy="1749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50834C5-CC24-16DD-5C0A-45B6CAB4144E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9830253" y="2918347"/>
                  <a:ext cx="255960" cy="210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9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9CBC6498-9D18-9BC4-9B9A-A1C276E4CA0F}"/>
                  </a:ext>
                </a:extLst>
              </p14:cNvPr>
              <p14:cNvContentPartPr/>
              <p14:nvPr/>
            </p14:nvContentPartPr>
            <p14:xfrm>
              <a:off x="10193493" y="2651227"/>
              <a:ext cx="387720" cy="7524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9CBC6498-9D18-9BC4-9B9A-A1C276E4CA0F}"/>
                  </a:ext>
                </a:extLst>
              </p:cNvPr>
              <p:cNvPicPr/>
              <p:nvPr/>
            </p:nvPicPr>
            <p:blipFill>
              <a:blip r:embed="rId70"/>
              <a:stretch>
                <a:fillRect/>
              </a:stretch>
            </p:blipFill>
            <p:spPr>
              <a:xfrm>
                <a:off x="10175493" y="2633587"/>
                <a:ext cx="423360" cy="110880"/>
              </a:xfrm>
              <a:prstGeom prst="rect">
                <a:avLst/>
              </a:prstGeom>
            </p:spPr>
          </p:pic>
        </mc:Fallback>
      </mc:AlternateContent>
      <p:grpSp>
        <p:nvGrpSpPr>
          <p:cNvPr id="57" name="Group 56">
            <a:extLst>
              <a:ext uri="{FF2B5EF4-FFF2-40B4-BE49-F238E27FC236}">
                <a16:creationId xmlns:a16="http://schemas.microsoft.com/office/drawing/2014/main" id="{71F256EC-C3E1-F2CA-BAB8-3B3B57AB2865}"/>
              </a:ext>
            </a:extLst>
          </p:cNvPr>
          <p:cNvGrpSpPr/>
          <p:nvPr/>
        </p:nvGrpSpPr>
        <p:grpSpPr>
          <a:xfrm>
            <a:off x="10326693" y="2640427"/>
            <a:ext cx="518400" cy="281160"/>
            <a:chOff x="10326693" y="2640427"/>
            <a:chExt cx="518400" cy="281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74A0CC5F-4B73-F0AB-3AA1-21654D4EAC53}"/>
                    </a:ext>
                  </a:extLst>
                </p14:cNvPr>
                <p14:cNvContentPartPr/>
                <p14:nvPr/>
              </p14:nvContentPartPr>
              <p14:xfrm>
                <a:off x="10326693" y="2798107"/>
                <a:ext cx="3960" cy="154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74A0CC5F-4B73-F0AB-3AA1-21654D4EAC53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0308693" y="2780467"/>
                  <a:ext cx="3960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B1CBC02-6922-064D-2894-0AB0DF8063C0}"/>
                    </a:ext>
                  </a:extLst>
                </p14:cNvPr>
                <p14:cNvContentPartPr/>
                <p14:nvPr/>
              </p14:nvContentPartPr>
              <p14:xfrm>
                <a:off x="10424253" y="2781547"/>
                <a:ext cx="96840" cy="1400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B1CBC02-6922-064D-2894-0AB0DF8063C0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0406253" y="2763547"/>
                  <a:ext cx="13248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1FC7C74-DA5F-778F-F307-8FEC301D7821}"/>
                    </a:ext>
                  </a:extLst>
                </p14:cNvPr>
                <p14:cNvContentPartPr/>
                <p14:nvPr/>
              </p14:nvContentPartPr>
              <p14:xfrm>
                <a:off x="10576533" y="2779027"/>
                <a:ext cx="110880" cy="1137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1FC7C74-DA5F-778F-F307-8FEC301D7821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0558893" y="2761027"/>
                  <a:ext cx="14652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831E2B3-6828-DE12-49AE-824F2861DA49}"/>
                    </a:ext>
                  </a:extLst>
                </p14:cNvPr>
                <p14:cNvContentPartPr/>
                <p14:nvPr/>
              </p14:nvContentPartPr>
              <p14:xfrm>
                <a:off x="10741413" y="2726467"/>
                <a:ext cx="103680" cy="1504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831E2B3-6828-DE12-49AE-824F2861DA49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0723773" y="2708467"/>
                  <a:ext cx="13932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05438FA-6712-13DF-1DF9-30DD2FAF73B2}"/>
                    </a:ext>
                  </a:extLst>
                </p14:cNvPr>
                <p14:cNvContentPartPr/>
                <p14:nvPr/>
              </p14:nvContentPartPr>
              <p14:xfrm>
                <a:off x="10610373" y="2640427"/>
                <a:ext cx="159120" cy="367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05438FA-6712-13DF-1DF9-30DD2FAF73B2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0592373" y="2622427"/>
                  <a:ext cx="194760" cy="7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2E98870-FD56-2DF3-2E97-8957490595C6}"/>
              </a:ext>
            </a:extLst>
          </p:cNvPr>
          <p:cNvGrpSpPr/>
          <p:nvPr/>
        </p:nvGrpSpPr>
        <p:grpSpPr>
          <a:xfrm>
            <a:off x="10324893" y="2303467"/>
            <a:ext cx="294120" cy="204840"/>
            <a:chOff x="10324893" y="2303467"/>
            <a:chExt cx="294120" cy="204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A6F3FD4B-9EC5-F62D-CA89-17951D8191BE}"/>
                    </a:ext>
                  </a:extLst>
                </p14:cNvPr>
                <p14:cNvContentPartPr/>
                <p14:nvPr/>
              </p14:nvContentPartPr>
              <p14:xfrm>
                <a:off x="10324893" y="2448547"/>
                <a:ext cx="19080" cy="115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A6F3FD4B-9EC5-F62D-CA89-17951D8191BE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0307253" y="2430547"/>
                  <a:ext cx="5472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DB54BCC2-DD4E-C701-302C-123EB4423014}"/>
                    </a:ext>
                  </a:extLst>
                </p14:cNvPr>
                <p14:cNvContentPartPr/>
                <p14:nvPr/>
              </p14:nvContentPartPr>
              <p14:xfrm>
                <a:off x="10429653" y="2303467"/>
                <a:ext cx="128160" cy="2048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DB54BCC2-DD4E-C701-302C-123EB4423014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0411653" y="2285827"/>
                  <a:ext cx="16380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9892F971-D0BF-C95A-AA3F-DD88DF9BC070}"/>
                    </a:ext>
                  </a:extLst>
                </p14:cNvPr>
                <p14:cNvContentPartPr/>
                <p14:nvPr/>
              </p14:nvContentPartPr>
              <p14:xfrm>
                <a:off x="10485453" y="2386627"/>
                <a:ext cx="133560" cy="532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9892F971-D0BF-C95A-AA3F-DD88DF9BC070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467453" y="2368627"/>
                  <a:ext cx="169200" cy="88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647FDA6D-44EB-BBED-3D42-A8C0F2DBE3E4}"/>
              </a:ext>
            </a:extLst>
          </p:cNvPr>
          <p:cNvGrpSpPr/>
          <p:nvPr/>
        </p:nvGrpSpPr>
        <p:grpSpPr>
          <a:xfrm>
            <a:off x="11141373" y="2641507"/>
            <a:ext cx="579240" cy="491400"/>
            <a:chOff x="11141373" y="2641507"/>
            <a:chExt cx="579240" cy="491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D0EFF28-609D-4FCC-8FF7-F2C3F9CFDC44}"/>
                    </a:ext>
                  </a:extLst>
                </p14:cNvPr>
                <p14:cNvContentPartPr/>
                <p14:nvPr/>
              </p14:nvContentPartPr>
              <p14:xfrm>
                <a:off x="11141373" y="2969467"/>
                <a:ext cx="129240" cy="136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D0EFF28-609D-4FCC-8FF7-F2C3F9CFDC44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1123373" y="2951467"/>
                  <a:ext cx="16488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B5C9903-DC78-0691-4603-C8A045CDEE9B}"/>
                    </a:ext>
                  </a:extLst>
                </p14:cNvPr>
                <p14:cNvContentPartPr/>
                <p14:nvPr/>
              </p14:nvContentPartPr>
              <p14:xfrm>
                <a:off x="11402373" y="2818267"/>
                <a:ext cx="36360" cy="2088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B5C9903-DC78-0691-4603-C8A045CDEE9B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1384373" y="2800627"/>
                  <a:ext cx="7200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01538029-DF46-E7ED-CC55-93216122ED73}"/>
                    </a:ext>
                  </a:extLst>
                </p14:cNvPr>
                <p14:cNvContentPartPr/>
                <p14:nvPr/>
              </p14:nvContentPartPr>
              <p14:xfrm>
                <a:off x="11553933" y="2641507"/>
                <a:ext cx="166680" cy="491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01538029-DF46-E7ED-CC55-93216122ED73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1536293" y="2623867"/>
                  <a:ext cx="202320" cy="527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3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FABCC5AC-93A0-BCF4-351A-E0F94B061CC2}"/>
                  </a:ext>
                </a:extLst>
              </p14:cNvPr>
              <p14:cNvContentPartPr/>
              <p14:nvPr/>
            </p14:nvContentPartPr>
            <p14:xfrm>
              <a:off x="764744" y="2177670"/>
              <a:ext cx="408600" cy="1908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FABCC5AC-93A0-BCF4-351A-E0F94B061CC2}"/>
                  </a:ext>
                </a:extLst>
              </p:cNvPr>
              <p:cNvPicPr/>
              <p:nvPr/>
            </p:nvPicPr>
            <p:blipFill>
              <a:blip r:embed="rId94"/>
              <a:stretch>
                <a:fillRect/>
              </a:stretch>
            </p:blipFill>
            <p:spPr>
              <a:xfrm>
                <a:off x="746744" y="2160030"/>
                <a:ext cx="444240" cy="54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5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BEF8BBEF-A4D6-28D8-CAAD-D32D4B6C907D}"/>
                  </a:ext>
                </a:extLst>
              </p14:cNvPr>
              <p14:cNvContentPartPr/>
              <p14:nvPr/>
            </p14:nvContentPartPr>
            <p14:xfrm>
              <a:off x="3729704" y="1083990"/>
              <a:ext cx="233280" cy="31140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BEF8BBEF-A4D6-28D8-CAAD-D32D4B6C907D}"/>
                  </a:ext>
                </a:extLst>
              </p:cNvPr>
              <p:cNvPicPr/>
              <p:nvPr/>
            </p:nvPicPr>
            <p:blipFill>
              <a:blip r:embed="rId96"/>
              <a:stretch>
                <a:fillRect/>
              </a:stretch>
            </p:blipFill>
            <p:spPr>
              <a:xfrm>
                <a:off x="3676064" y="975990"/>
                <a:ext cx="340920" cy="52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7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812A631A-8F72-ACF3-A5BD-7F3DB731CDB2}"/>
                  </a:ext>
                </a:extLst>
              </p14:cNvPr>
              <p14:cNvContentPartPr/>
              <p14:nvPr/>
            </p14:nvContentPartPr>
            <p14:xfrm>
              <a:off x="829904" y="1951950"/>
              <a:ext cx="237960" cy="25164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812A631A-8F72-ACF3-A5BD-7F3DB731CDB2}"/>
                  </a:ext>
                </a:extLst>
              </p:cNvPr>
              <p:cNvPicPr/>
              <p:nvPr/>
            </p:nvPicPr>
            <p:blipFill>
              <a:blip r:embed="rId98"/>
              <a:stretch>
                <a:fillRect/>
              </a:stretch>
            </p:blipFill>
            <p:spPr>
              <a:xfrm>
                <a:off x="776264" y="1844310"/>
                <a:ext cx="345600" cy="467280"/>
              </a:xfrm>
              <a:prstGeom prst="rect">
                <a:avLst/>
              </a:prstGeom>
            </p:spPr>
          </p:pic>
        </mc:Fallback>
      </mc:AlternateContent>
      <p:grpSp>
        <p:nvGrpSpPr>
          <p:cNvPr id="88" name="Group 87">
            <a:extLst>
              <a:ext uri="{FF2B5EF4-FFF2-40B4-BE49-F238E27FC236}">
                <a16:creationId xmlns:a16="http://schemas.microsoft.com/office/drawing/2014/main" id="{6187B2F4-6DE8-7432-8B5B-B7E582B1DC88}"/>
              </a:ext>
            </a:extLst>
          </p:cNvPr>
          <p:cNvGrpSpPr/>
          <p:nvPr/>
        </p:nvGrpSpPr>
        <p:grpSpPr>
          <a:xfrm>
            <a:off x="2285024" y="1812270"/>
            <a:ext cx="987120" cy="443880"/>
            <a:chOff x="2285024" y="1812270"/>
            <a:chExt cx="987120" cy="443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EDD1DF6-98D6-757F-FFE0-FE70862FAD66}"/>
                    </a:ext>
                  </a:extLst>
                </p14:cNvPr>
                <p14:cNvContentPartPr/>
                <p14:nvPr/>
              </p14:nvContentPartPr>
              <p14:xfrm>
                <a:off x="2285024" y="1812270"/>
                <a:ext cx="169920" cy="4438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EDD1DF6-98D6-757F-FFE0-FE70862FAD66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2267384" y="1794630"/>
                  <a:ext cx="205560" cy="47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3B3F8949-2C06-A24E-7026-66FDAF464558}"/>
                    </a:ext>
                  </a:extLst>
                </p14:cNvPr>
                <p14:cNvContentPartPr/>
                <p14:nvPr/>
              </p14:nvContentPartPr>
              <p14:xfrm>
                <a:off x="2505344" y="1972110"/>
                <a:ext cx="238680" cy="16380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3B3F8949-2C06-A24E-7026-66FDAF464558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2487344" y="1954470"/>
                  <a:ext cx="27432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5CFFAE35-55CF-13E5-C59E-10065CB7A26D}"/>
                    </a:ext>
                  </a:extLst>
                </p14:cNvPr>
                <p14:cNvContentPartPr/>
                <p14:nvPr/>
              </p14:nvContentPartPr>
              <p14:xfrm>
                <a:off x="2834024" y="1952670"/>
                <a:ext cx="169920" cy="1796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5CFFAE35-55CF-13E5-C59E-10065CB7A26D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2816024" y="1934670"/>
                  <a:ext cx="20556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7649FC85-BA58-E34E-6643-8CEAF7C552D3}"/>
                    </a:ext>
                  </a:extLst>
                </p14:cNvPr>
                <p14:cNvContentPartPr/>
                <p14:nvPr/>
              </p14:nvContentPartPr>
              <p14:xfrm>
                <a:off x="3032384" y="2042670"/>
                <a:ext cx="88560" cy="6696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7649FC85-BA58-E34E-6643-8CEAF7C552D3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3014384" y="2025030"/>
                  <a:ext cx="12420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6D07A6F8-6314-B6EE-154C-E72551316CD8}"/>
                    </a:ext>
                  </a:extLst>
                </p14:cNvPr>
                <p14:cNvContentPartPr/>
                <p14:nvPr/>
              </p14:nvContentPartPr>
              <p14:xfrm>
                <a:off x="3168824" y="1942590"/>
                <a:ext cx="103320" cy="14940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6D07A6F8-6314-B6EE-154C-E72551316CD8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3150824" y="1924950"/>
                  <a:ext cx="1389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E4CB7A4A-5003-64C3-0A31-616D9275379A}"/>
                    </a:ext>
                  </a:extLst>
                </p14:cNvPr>
                <p14:cNvContentPartPr/>
                <p14:nvPr/>
              </p14:nvContentPartPr>
              <p14:xfrm>
                <a:off x="3179264" y="2001990"/>
                <a:ext cx="82800" cy="183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E4CB7A4A-5003-64C3-0A31-616D9275379A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3161624" y="1984350"/>
                  <a:ext cx="118440" cy="54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1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8726D785-E8D3-0DFD-D86C-E1D5BFC52FA5}"/>
                  </a:ext>
                </a:extLst>
              </p14:cNvPr>
              <p14:cNvContentPartPr/>
              <p14:nvPr/>
            </p14:nvContentPartPr>
            <p14:xfrm>
              <a:off x="3630704" y="1896510"/>
              <a:ext cx="32400" cy="196560"/>
            </p14:xfrm>
          </p:contentPart>
        </mc:Choice>
        <mc:Fallback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8726D785-E8D3-0DFD-D86C-E1D5BFC52FA5}"/>
                  </a:ext>
                </a:extLst>
              </p:cNvPr>
              <p:cNvPicPr/>
              <p:nvPr/>
            </p:nvPicPr>
            <p:blipFill>
              <a:blip r:embed="rId112"/>
              <a:stretch>
                <a:fillRect/>
              </a:stretch>
            </p:blipFill>
            <p:spPr>
              <a:xfrm>
                <a:off x="3613064" y="1878870"/>
                <a:ext cx="68040" cy="232200"/>
              </a:xfrm>
              <a:prstGeom prst="rect">
                <a:avLst/>
              </a:prstGeom>
            </p:spPr>
          </p:pic>
        </mc:Fallback>
      </mc:AlternateContent>
      <p:grpSp>
        <p:nvGrpSpPr>
          <p:cNvPr id="87" name="Group 86">
            <a:extLst>
              <a:ext uri="{FF2B5EF4-FFF2-40B4-BE49-F238E27FC236}">
                <a16:creationId xmlns:a16="http://schemas.microsoft.com/office/drawing/2014/main" id="{67D3E8E1-883E-9C7F-672E-50E9E2109372}"/>
              </a:ext>
            </a:extLst>
          </p:cNvPr>
          <p:cNvGrpSpPr/>
          <p:nvPr/>
        </p:nvGrpSpPr>
        <p:grpSpPr>
          <a:xfrm>
            <a:off x="3856784" y="1932870"/>
            <a:ext cx="648000" cy="240120"/>
            <a:chOff x="3856784" y="1932870"/>
            <a:chExt cx="648000" cy="240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7E3A6E49-995B-28B7-A7B3-151BA8AEB950}"/>
                    </a:ext>
                  </a:extLst>
                </p14:cNvPr>
                <p14:cNvContentPartPr/>
                <p14:nvPr/>
              </p14:nvContentPartPr>
              <p14:xfrm>
                <a:off x="3856784" y="2021070"/>
                <a:ext cx="182520" cy="15192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7E3A6E49-995B-28B7-A7B3-151BA8AEB950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3838784" y="2003430"/>
                  <a:ext cx="21816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6EDC7C5D-08D5-2566-8F4E-F9F979288009}"/>
                    </a:ext>
                  </a:extLst>
                </p14:cNvPr>
                <p14:cNvContentPartPr/>
                <p14:nvPr/>
              </p14:nvContentPartPr>
              <p14:xfrm>
                <a:off x="4060904" y="2012070"/>
                <a:ext cx="132120" cy="13896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6EDC7C5D-08D5-2566-8F4E-F9F979288009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4042904" y="1994430"/>
                  <a:ext cx="16776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659B2DC2-DF37-FC17-8602-ED71BC003719}"/>
                    </a:ext>
                  </a:extLst>
                </p14:cNvPr>
                <p14:cNvContentPartPr/>
                <p14:nvPr/>
              </p14:nvContentPartPr>
              <p14:xfrm>
                <a:off x="4228664" y="2027190"/>
                <a:ext cx="99360" cy="11556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659B2DC2-DF37-FC17-8602-ED71BC003719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4211024" y="2009190"/>
                  <a:ext cx="13500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528123F2-E16D-84CF-61A7-F2567FB573CA}"/>
                    </a:ext>
                  </a:extLst>
                </p14:cNvPr>
                <p14:cNvContentPartPr/>
                <p14:nvPr/>
              </p14:nvContentPartPr>
              <p14:xfrm>
                <a:off x="4388144" y="1932870"/>
                <a:ext cx="116640" cy="18540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528123F2-E16D-84CF-61A7-F2567FB573CA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4370504" y="1915230"/>
                  <a:ext cx="152280" cy="22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4533D5BB-DD81-9FC8-D78A-1A7E0A283387}"/>
              </a:ext>
            </a:extLst>
          </p:cNvPr>
          <p:cNvGrpSpPr/>
          <p:nvPr/>
        </p:nvGrpSpPr>
        <p:grpSpPr>
          <a:xfrm>
            <a:off x="4717544" y="1871310"/>
            <a:ext cx="275400" cy="199440"/>
            <a:chOff x="4717544" y="1871310"/>
            <a:chExt cx="275400" cy="199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1C8CA28D-EFFB-20EE-7980-49470C6059D9}"/>
                    </a:ext>
                  </a:extLst>
                </p14:cNvPr>
                <p14:cNvContentPartPr/>
                <p14:nvPr/>
              </p14:nvContentPartPr>
              <p14:xfrm>
                <a:off x="4717544" y="1871310"/>
                <a:ext cx="89280" cy="19944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1C8CA28D-EFFB-20EE-7980-49470C6059D9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4699904" y="1853310"/>
                  <a:ext cx="12492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EDB2E9EF-67C7-BA13-446F-CA4E42842BCB}"/>
                    </a:ext>
                  </a:extLst>
                </p14:cNvPr>
                <p14:cNvContentPartPr/>
                <p14:nvPr/>
              </p14:nvContentPartPr>
              <p14:xfrm>
                <a:off x="4724024" y="1971390"/>
                <a:ext cx="96840" cy="3240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EDB2E9EF-67C7-BA13-446F-CA4E42842BCB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4706024" y="1953390"/>
                  <a:ext cx="13248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736E2B9-B77E-F24E-54CE-985FF27B162D}"/>
                    </a:ext>
                  </a:extLst>
                </p14:cNvPr>
                <p14:cNvContentPartPr/>
                <p14:nvPr/>
              </p14:nvContentPartPr>
              <p14:xfrm>
                <a:off x="4905464" y="1947630"/>
                <a:ext cx="87480" cy="9144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736E2B9-B77E-F24E-54CE-985FF27B162D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4887464" y="1929630"/>
                  <a:ext cx="123120" cy="127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35921B48-3A09-BDB5-DA95-0955983D37DC}"/>
              </a:ext>
            </a:extLst>
          </p:cNvPr>
          <p:cNvGrpSpPr/>
          <p:nvPr/>
        </p:nvGrpSpPr>
        <p:grpSpPr>
          <a:xfrm>
            <a:off x="5249984" y="1759350"/>
            <a:ext cx="699120" cy="370080"/>
            <a:chOff x="5249984" y="1759350"/>
            <a:chExt cx="699120" cy="370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6A804C18-4E4E-C248-5727-4FF6DF9373E5}"/>
                    </a:ext>
                  </a:extLst>
                </p14:cNvPr>
                <p14:cNvContentPartPr/>
                <p14:nvPr/>
              </p14:nvContentPartPr>
              <p14:xfrm>
                <a:off x="5249984" y="1829550"/>
                <a:ext cx="69120" cy="29988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6A804C18-4E4E-C248-5727-4FF6DF9373E5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5232344" y="1811910"/>
                  <a:ext cx="104760" cy="33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0F8E1CC3-FD4E-A97C-1D59-F590DF64555B}"/>
                    </a:ext>
                  </a:extLst>
                </p14:cNvPr>
                <p14:cNvContentPartPr/>
                <p14:nvPr/>
              </p14:nvContentPartPr>
              <p14:xfrm>
                <a:off x="5292104" y="1948710"/>
                <a:ext cx="104040" cy="4788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0F8E1CC3-FD4E-A97C-1D59-F590DF64555B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5274104" y="1930710"/>
                  <a:ext cx="13968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80414698-7E91-CD36-555F-6221323FBB77}"/>
                    </a:ext>
                  </a:extLst>
                </p14:cNvPr>
                <p14:cNvContentPartPr/>
                <p14:nvPr/>
              </p14:nvContentPartPr>
              <p14:xfrm>
                <a:off x="5383904" y="1873110"/>
                <a:ext cx="16560" cy="576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80414698-7E91-CD36-555F-6221323FBB77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5365904" y="1855470"/>
                  <a:ext cx="5220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03CFD829-B20C-599A-56E7-B66C42A31F3B}"/>
                    </a:ext>
                  </a:extLst>
                </p14:cNvPr>
                <p14:cNvContentPartPr/>
                <p14:nvPr/>
              </p14:nvContentPartPr>
              <p14:xfrm>
                <a:off x="5484704" y="1903350"/>
                <a:ext cx="116280" cy="8604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3CFD829-B20C-599A-56E7-B66C42A31F3B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5467064" y="1885710"/>
                  <a:ext cx="15192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6339E7E2-5C3E-0F16-2955-FF724BF47A73}"/>
                    </a:ext>
                  </a:extLst>
                </p14:cNvPr>
                <p14:cNvContentPartPr/>
                <p14:nvPr/>
              </p14:nvContentPartPr>
              <p14:xfrm>
                <a:off x="5692784" y="1761150"/>
                <a:ext cx="114840" cy="28332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6339E7E2-5C3E-0F16-2955-FF724BF47A73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5674784" y="1743150"/>
                  <a:ext cx="15048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C3F1C136-FA9A-4FFE-9D10-78760CFF96C9}"/>
                    </a:ext>
                  </a:extLst>
                </p14:cNvPr>
                <p14:cNvContentPartPr/>
                <p14:nvPr/>
              </p14:nvContentPartPr>
              <p14:xfrm>
                <a:off x="5865944" y="1759350"/>
                <a:ext cx="83160" cy="34452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C3F1C136-FA9A-4FFE-9D10-78760CFF96C9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5847944" y="1741350"/>
                  <a:ext cx="118800" cy="380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39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D936C736-E1FC-536F-A2FD-96A721DB8452}"/>
                  </a:ext>
                </a:extLst>
              </p14:cNvPr>
              <p14:cNvContentPartPr/>
              <p14:nvPr/>
            </p14:nvContentPartPr>
            <p14:xfrm>
              <a:off x="4102664" y="1059150"/>
              <a:ext cx="211680" cy="381240"/>
            </p14:xfrm>
          </p:contentPart>
        </mc:Choice>
        <mc:Fallback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D936C736-E1FC-536F-A2FD-96A721DB8452}"/>
                  </a:ext>
                </a:extLst>
              </p:cNvPr>
              <p:cNvPicPr/>
              <p:nvPr/>
            </p:nvPicPr>
            <p:blipFill>
              <a:blip r:embed="rId140"/>
              <a:stretch>
                <a:fillRect/>
              </a:stretch>
            </p:blipFill>
            <p:spPr>
              <a:xfrm>
                <a:off x="4048664" y="951150"/>
                <a:ext cx="319320" cy="59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1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995F693B-D93D-3B54-C54C-60C0A6BA407F}"/>
                  </a:ext>
                </a:extLst>
              </p14:cNvPr>
              <p14:cNvContentPartPr/>
              <p14:nvPr/>
            </p14:nvContentPartPr>
            <p14:xfrm>
              <a:off x="830984" y="2245710"/>
              <a:ext cx="257760" cy="245880"/>
            </p14:xfrm>
          </p:contentPart>
        </mc:Choice>
        <mc:Fallback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995F693B-D93D-3B54-C54C-60C0A6BA407F}"/>
                  </a:ext>
                </a:extLst>
              </p:cNvPr>
              <p:cNvPicPr/>
              <p:nvPr/>
            </p:nvPicPr>
            <p:blipFill>
              <a:blip r:embed="rId142"/>
              <a:stretch>
                <a:fillRect/>
              </a:stretch>
            </p:blipFill>
            <p:spPr>
              <a:xfrm>
                <a:off x="776984" y="2137710"/>
                <a:ext cx="365400" cy="46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3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C384BBA4-ED17-5373-A622-47A510C76CC6}"/>
                  </a:ext>
                </a:extLst>
              </p14:cNvPr>
              <p14:cNvContentPartPr/>
              <p14:nvPr/>
            </p14:nvContentPartPr>
            <p14:xfrm>
              <a:off x="4276184" y="2274870"/>
              <a:ext cx="820440" cy="162720"/>
            </p14:xfrm>
          </p:contentPart>
        </mc:Choice>
        <mc:Fallback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C384BBA4-ED17-5373-A622-47A510C76CC6}"/>
                  </a:ext>
                </a:extLst>
              </p:cNvPr>
              <p:cNvPicPr/>
              <p:nvPr/>
            </p:nvPicPr>
            <p:blipFill>
              <a:blip r:embed="rId144"/>
              <a:stretch>
                <a:fillRect/>
              </a:stretch>
            </p:blipFill>
            <p:spPr>
              <a:xfrm>
                <a:off x="4222544" y="2167230"/>
                <a:ext cx="928080" cy="378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5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2486B38F-8302-2E15-7239-83E4950B4A9A}"/>
                  </a:ext>
                </a:extLst>
              </p14:cNvPr>
              <p14:cNvContentPartPr/>
              <p14:nvPr/>
            </p14:nvContentPartPr>
            <p14:xfrm>
              <a:off x="757544" y="2851950"/>
              <a:ext cx="2638440" cy="230040"/>
            </p14:xfrm>
          </p:contentPart>
        </mc:Choice>
        <mc:Fallback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2486B38F-8302-2E15-7239-83E4950B4A9A}"/>
                  </a:ext>
                </a:extLst>
              </p:cNvPr>
              <p:cNvPicPr/>
              <p:nvPr/>
            </p:nvPicPr>
            <p:blipFill>
              <a:blip r:embed="rId146"/>
              <a:stretch>
                <a:fillRect/>
              </a:stretch>
            </p:blipFill>
            <p:spPr>
              <a:xfrm>
                <a:off x="703544" y="2744310"/>
                <a:ext cx="2746080" cy="44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7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BD32BDEB-B946-9263-7C00-103FF6C93AF8}"/>
                  </a:ext>
                </a:extLst>
              </p14:cNvPr>
              <p14:cNvContentPartPr/>
              <p14:nvPr/>
            </p14:nvContentPartPr>
            <p14:xfrm>
              <a:off x="4598744" y="1302150"/>
              <a:ext cx="2520" cy="720"/>
            </p14:xfrm>
          </p:contentPart>
        </mc:Choice>
        <mc:Fallback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BD32BDEB-B946-9263-7C00-103FF6C93AF8}"/>
                  </a:ext>
                </a:extLst>
              </p:cNvPr>
              <p:cNvPicPr/>
              <p:nvPr/>
            </p:nvPicPr>
            <p:blipFill>
              <a:blip r:embed="rId148"/>
              <a:stretch>
                <a:fillRect/>
              </a:stretch>
            </p:blipFill>
            <p:spPr>
              <a:xfrm>
                <a:off x="4544744" y="1194510"/>
                <a:ext cx="110160" cy="21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9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AFF7824F-7AD3-C156-8EB1-26B6E0037B13}"/>
                  </a:ext>
                </a:extLst>
              </p14:cNvPr>
              <p14:cNvContentPartPr/>
              <p14:nvPr/>
            </p14:nvContentPartPr>
            <p14:xfrm>
              <a:off x="4541504" y="1082190"/>
              <a:ext cx="206280" cy="201960"/>
            </p14:xfrm>
          </p:contentPart>
        </mc:Choice>
        <mc:Fallback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AFF7824F-7AD3-C156-8EB1-26B6E0037B13}"/>
                  </a:ext>
                </a:extLst>
              </p:cNvPr>
              <p:cNvPicPr/>
              <p:nvPr/>
            </p:nvPicPr>
            <p:blipFill>
              <a:blip r:embed="rId150"/>
              <a:stretch>
                <a:fillRect/>
              </a:stretch>
            </p:blipFill>
            <p:spPr>
              <a:xfrm>
                <a:off x="4487504" y="974190"/>
                <a:ext cx="313920" cy="41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1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0818E9A0-CE3B-37AB-2BF3-FD986C38EEE2}"/>
                  </a:ext>
                </a:extLst>
              </p14:cNvPr>
              <p14:cNvContentPartPr/>
              <p14:nvPr/>
            </p14:nvContentPartPr>
            <p14:xfrm>
              <a:off x="886424" y="3163710"/>
              <a:ext cx="751320" cy="221400"/>
            </p14:xfrm>
          </p:contentPart>
        </mc:Choice>
        <mc:Fallback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0818E9A0-CE3B-37AB-2BF3-FD986C38EEE2}"/>
                  </a:ext>
                </a:extLst>
              </p:cNvPr>
              <p:cNvPicPr/>
              <p:nvPr/>
            </p:nvPicPr>
            <p:blipFill>
              <a:blip r:embed="rId152"/>
              <a:stretch>
                <a:fillRect/>
              </a:stretch>
            </p:blipFill>
            <p:spPr>
              <a:xfrm>
                <a:off x="832424" y="3055710"/>
                <a:ext cx="858960" cy="43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3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D44CB92B-5732-8C22-999F-CD0D296C505A}"/>
                  </a:ext>
                </a:extLst>
              </p14:cNvPr>
              <p14:cNvContentPartPr/>
              <p14:nvPr/>
            </p14:nvContentPartPr>
            <p14:xfrm>
              <a:off x="1228064" y="4883430"/>
              <a:ext cx="717480" cy="53640"/>
            </p14:xfrm>
          </p:contentPart>
        </mc:Choice>
        <mc:Fallback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D44CB92B-5732-8C22-999F-CD0D296C505A}"/>
                  </a:ext>
                </a:extLst>
              </p:cNvPr>
              <p:cNvPicPr/>
              <p:nvPr/>
            </p:nvPicPr>
            <p:blipFill>
              <a:blip r:embed="rId154"/>
              <a:stretch>
                <a:fillRect/>
              </a:stretch>
            </p:blipFill>
            <p:spPr>
              <a:xfrm>
                <a:off x="1210424" y="4865430"/>
                <a:ext cx="753120" cy="89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02" name="Group 101">
            <a:extLst>
              <a:ext uri="{FF2B5EF4-FFF2-40B4-BE49-F238E27FC236}">
                <a16:creationId xmlns:a16="http://schemas.microsoft.com/office/drawing/2014/main" id="{746F05F8-5D2D-C774-27E3-815E9E5C30DE}"/>
              </a:ext>
            </a:extLst>
          </p:cNvPr>
          <p:cNvGrpSpPr/>
          <p:nvPr/>
        </p:nvGrpSpPr>
        <p:grpSpPr>
          <a:xfrm>
            <a:off x="5101664" y="5934270"/>
            <a:ext cx="1089720" cy="592200"/>
            <a:chOff x="5101664" y="5934270"/>
            <a:chExt cx="1089720" cy="592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C8E6361C-DBFC-CCBD-FDB5-49555CA18270}"/>
                    </a:ext>
                  </a:extLst>
                </p14:cNvPr>
                <p14:cNvContentPartPr/>
                <p14:nvPr/>
              </p14:nvContentPartPr>
              <p14:xfrm>
                <a:off x="5101664" y="6435390"/>
                <a:ext cx="1002240" cy="9108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C8E6361C-DBFC-CCBD-FDB5-49555CA18270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5083664" y="6417750"/>
                  <a:ext cx="103788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E478FDD2-D7C4-BC12-4095-383C8493EC4F}"/>
                    </a:ext>
                  </a:extLst>
                </p14:cNvPr>
                <p14:cNvContentPartPr/>
                <p14:nvPr/>
              </p14:nvContentPartPr>
              <p14:xfrm>
                <a:off x="6086264" y="5934270"/>
                <a:ext cx="105120" cy="42444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E478FDD2-D7C4-BC12-4095-383C8493EC4F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6068624" y="5916630"/>
                  <a:ext cx="1407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EE6537B0-0941-BBA6-B7AD-B77F29D6FFD3}"/>
                    </a:ext>
                  </a:extLst>
                </p14:cNvPr>
                <p14:cNvContentPartPr/>
                <p14:nvPr/>
              </p14:nvContentPartPr>
              <p14:xfrm>
                <a:off x="5356544" y="5983230"/>
                <a:ext cx="767160" cy="7344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EE6537B0-0941-BBA6-B7AD-B77F29D6FFD3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5338904" y="5965230"/>
                  <a:ext cx="80280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917DCFBF-42F0-C5DB-C0BC-EEF227A03A58}"/>
                    </a:ext>
                  </a:extLst>
                </p14:cNvPr>
                <p14:cNvContentPartPr/>
                <p14:nvPr/>
              </p14:nvContentPartPr>
              <p14:xfrm>
                <a:off x="5158544" y="6037230"/>
                <a:ext cx="133560" cy="35424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917DCFBF-42F0-C5DB-C0BC-EEF227A03A58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5140544" y="6019590"/>
                  <a:ext cx="169200" cy="3898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3971273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80B73-C5A1-A0C7-4E88-23389974E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A4DF47-BF2F-7570-11E8-3EF29F7C89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15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D90A4B7-684A-2E81-D56F-AFA95C192CA3}"/>
              </a:ext>
            </a:extLst>
          </p:cNvPr>
          <p:cNvGrpSpPr/>
          <p:nvPr/>
        </p:nvGrpSpPr>
        <p:grpSpPr>
          <a:xfrm>
            <a:off x="3519824" y="1092270"/>
            <a:ext cx="5253840" cy="5104440"/>
            <a:chOff x="3519824" y="1092270"/>
            <a:chExt cx="5253840" cy="5104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AD2DD3D-09ED-3ACC-5FC8-6CD38838D233}"/>
                    </a:ext>
                  </a:extLst>
                </p14:cNvPr>
                <p14:cNvContentPartPr/>
                <p14:nvPr/>
              </p14:nvContentPartPr>
              <p14:xfrm>
                <a:off x="5621144" y="1146270"/>
                <a:ext cx="307080" cy="50504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AD2DD3D-09ED-3ACC-5FC8-6CD38838D233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603144" y="1128270"/>
                  <a:ext cx="342720" cy="508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D85EF40-8BD2-AC1C-9890-B03BB247F693}"/>
                    </a:ext>
                  </a:extLst>
                </p14:cNvPr>
                <p14:cNvContentPartPr/>
                <p14:nvPr/>
              </p14:nvContentPartPr>
              <p14:xfrm>
                <a:off x="3519824" y="4114470"/>
                <a:ext cx="5253840" cy="2030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D85EF40-8BD2-AC1C-9890-B03BB247F693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502184" y="4096470"/>
                  <a:ext cx="528948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D5D8E91-4096-240A-71B6-9571994137C6}"/>
                    </a:ext>
                  </a:extLst>
                </p14:cNvPr>
                <p14:cNvContentPartPr/>
                <p14:nvPr/>
              </p14:nvContentPartPr>
              <p14:xfrm>
                <a:off x="8585384" y="4039230"/>
                <a:ext cx="157320" cy="1810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D5D8E91-4096-240A-71B6-9571994137C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567744" y="4021230"/>
                  <a:ext cx="19296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CB5F040-0A67-6308-53CB-A04A2661E6E2}"/>
                    </a:ext>
                  </a:extLst>
                </p14:cNvPr>
                <p14:cNvContentPartPr/>
                <p14:nvPr/>
              </p14:nvContentPartPr>
              <p14:xfrm>
                <a:off x="5558144" y="1144110"/>
                <a:ext cx="130680" cy="1400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CB5F040-0A67-6308-53CB-A04A2661E6E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540144" y="1126470"/>
                  <a:ext cx="16632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6ED99A9-7D13-E1BB-4B7C-48E6949F2631}"/>
                    </a:ext>
                  </a:extLst>
                </p14:cNvPr>
                <p14:cNvContentPartPr/>
                <p14:nvPr/>
              </p14:nvContentPartPr>
              <p14:xfrm>
                <a:off x="4880984" y="1179750"/>
                <a:ext cx="132840" cy="3459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6ED99A9-7D13-E1BB-4B7C-48E6949F263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863344" y="1162110"/>
                  <a:ext cx="168480" cy="38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17EB53A-AF2F-8569-12E7-804E15438946}"/>
                    </a:ext>
                  </a:extLst>
                </p14:cNvPr>
                <p14:cNvContentPartPr/>
                <p14:nvPr/>
              </p14:nvContentPartPr>
              <p14:xfrm>
                <a:off x="4864784" y="1092270"/>
                <a:ext cx="90000" cy="954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17EB53A-AF2F-8569-12E7-804E1543894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846784" y="1074270"/>
                  <a:ext cx="12564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61678A6-ED66-C3CE-4732-CFA3DEE31864}"/>
                    </a:ext>
                  </a:extLst>
                </p14:cNvPr>
                <p14:cNvContentPartPr/>
                <p14:nvPr/>
              </p14:nvContentPartPr>
              <p14:xfrm>
                <a:off x="4905824" y="1437870"/>
                <a:ext cx="159840" cy="763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61678A6-ED66-C3CE-4732-CFA3DEE31864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887824" y="1420230"/>
                  <a:ext cx="195480" cy="111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DD7D6616-96B6-316F-919D-2CD59EC12370}"/>
                  </a:ext>
                </a:extLst>
              </p14:cNvPr>
              <p14:cNvContentPartPr/>
              <p14:nvPr/>
            </p14:nvContentPartPr>
            <p14:xfrm>
              <a:off x="9071744" y="4467270"/>
              <a:ext cx="243720" cy="28260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DD7D6616-96B6-316F-919D-2CD59EC12370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054104" y="4449270"/>
                <a:ext cx="279360" cy="318240"/>
              </a:xfrm>
              <a:prstGeom prst="rect">
                <a:avLst/>
              </a:prstGeom>
            </p:spPr>
          </p:pic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DC6A8A70-D897-AED4-B22A-43F7EB2D701C}"/>
              </a:ext>
            </a:extLst>
          </p:cNvPr>
          <p:cNvGrpSpPr/>
          <p:nvPr/>
        </p:nvGrpSpPr>
        <p:grpSpPr>
          <a:xfrm>
            <a:off x="6958904" y="4016190"/>
            <a:ext cx="38520" cy="257400"/>
            <a:chOff x="6958904" y="4016190"/>
            <a:chExt cx="38520" cy="257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389EDDFB-B781-705B-5BFF-E6BCAD947B39}"/>
                    </a:ext>
                  </a:extLst>
                </p14:cNvPr>
                <p14:cNvContentPartPr/>
                <p14:nvPr/>
              </p14:nvContentPartPr>
              <p14:xfrm>
                <a:off x="6989864" y="4066590"/>
                <a:ext cx="360" cy="3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389EDDFB-B781-705B-5BFF-E6BCAD947B3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972224" y="40485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6270E4B-06CC-965A-EAFB-241064CACF32}"/>
                    </a:ext>
                  </a:extLst>
                </p14:cNvPr>
                <p14:cNvContentPartPr/>
                <p14:nvPr/>
              </p14:nvContentPartPr>
              <p14:xfrm>
                <a:off x="6958904" y="4016190"/>
                <a:ext cx="38520" cy="2574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6270E4B-06CC-965A-EAFB-241064CACF3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940904" y="3998190"/>
                  <a:ext cx="74160" cy="293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1134103-CC8F-2A54-82DF-7DD4FB8407BA}"/>
              </a:ext>
            </a:extLst>
          </p:cNvPr>
          <p:cNvGrpSpPr/>
          <p:nvPr/>
        </p:nvGrpSpPr>
        <p:grpSpPr>
          <a:xfrm>
            <a:off x="4875224" y="1841070"/>
            <a:ext cx="892440" cy="321120"/>
            <a:chOff x="4875224" y="1841070"/>
            <a:chExt cx="892440" cy="321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76F4C2A5-86D7-0CF9-345B-33F38F52E921}"/>
                    </a:ext>
                  </a:extLst>
                </p14:cNvPr>
                <p14:cNvContentPartPr/>
                <p14:nvPr/>
              </p14:nvContentPartPr>
              <p14:xfrm>
                <a:off x="5557424" y="2074350"/>
                <a:ext cx="210240" cy="133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76F4C2A5-86D7-0CF9-345B-33F38F52E92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539784" y="2056350"/>
                  <a:ext cx="24588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609E20D-C217-5C61-2B8B-43352B41C2AE}"/>
                    </a:ext>
                  </a:extLst>
                </p14:cNvPr>
                <p14:cNvContentPartPr/>
                <p14:nvPr/>
              </p14:nvContentPartPr>
              <p14:xfrm>
                <a:off x="4875224" y="2083710"/>
                <a:ext cx="43920" cy="428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609E20D-C217-5C61-2B8B-43352B41C2A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857584" y="2066070"/>
                  <a:ext cx="7956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B43F107-FAD7-82D6-015A-19C58A1B3C1A}"/>
                    </a:ext>
                  </a:extLst>
                </p14:cNvPr>
                <p14:cNvContentPartPr/>
                <p14:nvPr/>
              </p14:nvContentPartPr>
              <p14:xfrm>
                <a:off x="5062424" y="1962750"/>
                <a:ext cx="97560" cy="687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B43F107-FAD7-82D6-015A-19C58A1B3C1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044424" y="1945110"/>
                  <a:ext cx="13320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EB1DC68-475B-C18A-D75C-7D9AE3DC13FE}"/>
                    </a:ext>
                  </a:extLst>
                </p14:cNvPr>
                <p14:cNvContentPartPr/>
                <p14:nvPr/>
              </p14:nvContentPartPr>
              <p14:xfrm>
                <a:off x="5088344" y="2031150"/>
                <a:ext cx="97920" cy="1310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EB1DC68-475B-C18A-D75C-7D9AE3DC13F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070344" y="2013510"/>
                  <a:ext cx="13356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58F569F-3DD0-B8CD-AB21-2C444DA4D8CA}"/>
                    </a:ext>
                  </a:extLst>
                </p14:cNvPr>
                <p14:cNvContentPartPr/>
                <p14:nvPr/>
              </p14:nvContentPartPr>
              <p14:xfrm>
                <a:off x="5274464" y="1931070"/>
                <a:ext cx="120960" cy="1980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58F569F-3DD0-B8CD-AB21-2C444DA4D8C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256464" y="1913430"/>
                  <a:ext cx="15660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DA7547A-2C2A-6695-6FB4-195194538484}"/>
                    </a:ext>
                  </a:extLst>
                </p14:cNvPr>
                <p14:cNvContentPartPr/>
                <p14:nvPr/>
              </p14:nvContentPartPr>
              <p14:xfrm>
                <a:off x="5475704" y="1872750"/>
                <a:ext cx="24120" cy="1468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DA7547A-2C2A-6695-6FB4-19519453848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458064" y="1855110"/>
                  <a:ext cx="5976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1015F77-1201-6EDE-84B1-F0DC937D0C39}"/>
                    </a:ext>
                  </a:extLst>
                </p14:cNvPr>
                <p14:cNvContentPartPr/>
                <p14:nvPr/>
              </p14:nvContentPartPr>
              <p14:xfrm>
                <a:off x="5465624" y="1841070"/>
                <a:ext cx="141840" cy="903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1015F77-1201-6EDE-84B1-F0DC937D0C3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447984" y="1823430"/>
                  <a:ext cx="17748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3830279A-112C-3D41-D6BC-C38899B507C3}"/>
                    </a:ext>
                  </a:extLst>
                </p14:cNvPr>
                <p14:cNvContentPartPr/>
                <p14:nvPr/>
              </p14:nvContentPartPr>
              <p14:xfrm>
                <a:off x="5479664" y="1867710"/>
                <a:ext cx="137160" cy="1123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3830279A-112C-3D41-D6BC-C38899B507C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462024" y="1850070"/>
                  <a:ext cx="172800" cy="14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E9AC4E6-DF43-EF8F-405D-47579FEFDD2E}"/>
              </a:ext>
            </a:extLst>
          </p:cNvPr>
          <p:cNvGrpSpPr/>
          <p:nvPr/>
        </p:nvGrpSpPr>
        <p:grpSpPr>
          <a:xfrm>
            <a:off x="6815984" y="4355670"/>
            <a:ext cx="493920" cy="334800"/>
            <a:chOff x="6815984" y="4355670"/>
            <a:chExt cx="493920" cy="334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17EB87C-4637-E616-5D3F-53F8157BE982}"/>
                    </a:ext>
                  </a:extLst>
                </p14:cNvPr>
                <p14:cNvContentPartPr/>
                <p14:nvPr/>
              </p14:nvContentPartPr>
              <p14:xfrm>
                <a:off x="6815984" y="4514430"/>
                <a:ext cx="26640" cy="716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17EB87C-4637-E616-5D3F-53F8157BE982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798344" y="4496790"/>
                  <a:ext cx="6228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CBB0AB1-64D2-7296-82EB-42CEDF795033}"/>
                    </a:ext>
                  </a:extLst>
                </p14:cNvPr>
                <p14:cNvContentPartPr/>
                <p14:nvPr/>
              </p14:nvContentPartPr>
              <p14:xfrm>
                <a:off x="6916784" y="4429110"/>
                <a:ext cx="133920" cy="2613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CBB0AB1-64D2-7296-82EB-42CEDF79503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899144" y="4411470"/>
                  <a:ext cx="16956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45D344B-C29A-8AAD-0D77-01ACC69C29AD}"/>
                    </a:ext>
                  </a:extLst>
                </p14:cNvPr>
                <p14:cNvContentPartPr/>
                <p14:nvPr/>
              </p14:nvContentPartPr>
              <p14:xfrm>
                <a:off x="6959624" y="4505430"/>
                <a:ext cx="147600" cy="885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45D344B-C29A-8AAD-0D77-01ACC69C29A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941624" y="4487790"/>
                  <a:ext cx="18324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52DFEB1-6442-7B3A-479F-06BFA89857F0}"/>
                    </a:ext>
                  </a:extLst>
                </p14:cNvPr>
                <p14:cNvContentPartPr/>
                <p14:nvPr/>
              </p14:nvContentPartPr>
              <p14:xfrm>
                <a:off x="7157984" y="4355670"/>
                <a:ext cx="151920" cy="2124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52DFEB1-6442-7B3A-479F-06BFA89857F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140344" y="4338030"/>
                  <a:ext cx="187560" cy="248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55468254-A25A-2F62-4212-E6B40E934144}"/>
              </a:ext>
            </a:extLst>
          </p:cNvPr>
          <p:cNvGrpSpPr/>
          <p:nvPr/>
        </p:nvGrpSpPr>
        <p:grpSpPr>
          <a:xfrm>
            <a:off x="6659744" y="1913790"/>
            <a:ext cx="315360" cy="552960"/>
            <a:chOff x="6659744" y="1913790"/>
            <a:chExt cx="315360" cy="552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2C49EFC1-B122-C912-E69F-3F3FF7DBB086}"/>
                    </a:ext>
                  </a:extLst>
                </p14:cNvPr>
                <p14:cNvContentPartPr/>
                <p14:nvPr/>
              </p14:nvContentPartPr>
              <p14:xfrm>
                <a:off x="6825344" y="2162190"/>
                <a:ext cx="15480" cy="3045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2C49EFC1-B122-C912-E69F-3F3FF7DBB08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807704" y="2144190"/>
                  <a:ext cx="51120" cy="34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93DDCCE-54E4-D2FF-01BE-C8395020B441}"/>
                    </a:ext>
                  </a:extLst>
                </p14:cNvPr>
                <p14:cNvContentPartPr/>
                <p14:nvPr/>
              </p14:nvContentPartPr>
              <p14:xfrm>
                <a:off x="6790064" y="2005230"/>
                <a:ext cx="37440" cy="468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93DDCCE-54E4-D2FF-01BE-C8395020B44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772424" y="1987230"/>
                  <a:ext cx="7308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94A2CB5-BA45-F8EC-0682-8274B772BB1A}"/>
                    </a:ext>
                  </a:extLst>
                </p14:cNvPr>
                <p14:cNvContentPartPr/>
                <p14:nvPr/>
              </p14:nvContentPartPr>
              <p14:xfrm>
                <a:off x="6659744" y="1922430"/>
                <a:ext cx="315360" cy="2181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94A2CB5-BA45-F8EC-0682-8274B772BB1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641744" y="1904430"/>
                  <a:ext cx="35100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7F248FD-2F19-D866-5CCC-037BD01E2DD0}"/>
                    </a:ext>
                  </a:extLst>
                </p14:cNvPr>
                <p14:cNvContentPartPr/>
                <p14:nvPr/>
              </p14:nvContentPartPr>
              <p14:xfrm>
                <a:off x="6697904" y="1913790"/>
                <a:ext cx="244440" cy="2739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7F248FD-2F19-D866-5CCC-037BD01E2DD0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679904" y="1895790"/>
                  <a:ext cx="28008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F2C05585-7CF9-F8C3-99DF-5BE47A4E6525}"/>
                    </a:ext>
                  </a:extLst>
                </p14:cNvPr>
                <p14:cNvContentPartPr/>
                <p14:nvPr/>
              </p14:nvContentPartPr>
              <p14:xfrm>
                <a:off x="6773504" y="1949070"/>
                <a:ext cx="91440" cy="1303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F2C05585-7CF9-F8C3-99DF-5BE47A4E652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755864" y="1931070"/>
                  <a:ext cx="127080" cy="165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5A8E30A5-2E43-0D4B-4CF8-0EABA6779C0B}"/>
                  </a:ext>
                </a:extLst>
              </p14:cNvPr>
              <p14:cNvContentPartPr/>
              <p14:nvPr/>
            </p14:nvContentPartPr>
            <p14:xfrm>
              <a:off x="6689624" y="4025190"/>
              <a:ext cx="31680" cy="23940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5A8E30A5-2E43-0D4B-4CF8-0EABA6779C0B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6671984" y="4007190"/>
                <a:ext cx="67320" cy="275040"/>
              </a:xfrm>
              <a:prstGeom prst="rect">
                <a:avLst/>
              </a:prstGeom>
            </p:spPr>
          </p:pic>
        </mc:Fallback>
      </mc:AlternateContent>
      <p:grpSp>
        <p:nvGrpSpPr>
          <p:cNvPr id="43" name="Group 42">
            <a:extLst>
              <a:ext uri="{FF2B5EF4-FFF2-40B4-BE49-F238E27FC236}">
                <a16:creationId xmlns:a16="http://schemas.microsoft.com/office/drawing/2014/main" id="{A17D6A3B-5BA5-746C-2FE0-0526D7115F19}"/>
              </a:ext>
            </a:extLst>
          </p:cNvPr>
          <p:cNvGrpSpPr/>
          <p:nvPr/>
        </p:nvGrpSpPr>
        <p:grpSpPr>
          <a:xfrm>
            <a:off x="6494144" y="4906110"/>
            <a:ext cx="425880" cy="184320"/>
            <a:chOff x="6494144" y="4906110"/>
            <a:chExt cx="425880" cy="184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0A1293F4-CA53-6EB7-CFD8-CB15AC8FBC8A}"/>
                    </a:ext>
                  </a:extLst>
                </p14:cNvPr>
                <p14:cNvContentPartPr/>
                <p14:nvPr/>
              </p14:nvContentPartPr>
              <p14:xfrm>
                <a:off x="6494144" y="4939590"/>
                <a:ext cx="5400" cy="183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0A1293F4-CA53-6EB7-CFD8-CB15AC8FBC8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476504" y="4921950"/>
                  <a:ext cx="4104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246EC6CE-F81F-949E-DD3E-62C93CA5E4C3}"/>
                    </a:ext>
                  </a:extLst>
                </p14:cNvPr>
                <p14:cNvContentPartPr/>
                <p14:nvPr/>
              </p14:nvContentPartPr>
              <p14:xfrm>
                <a:off x="6640304" y="4906110"/>
                <a:ext cx="105480" cy="1843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246EC6CE-F81F-949E-DD3E-62C93CA5E4C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622304" y="4888110"/>
                  <a:ext cx="14112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D2810F9-68D7-C2CB-73E1-B87191CCF299}"/>
                    </a:ext>
                  </a:extLst>
                </p14:cNvPr>
                <p14:cNvContentPartPr/>
                <p14:nvPr/>
              </p14:nvContentPartPr>
              <p14:xfrm>
                <a:off x="6812024" y="4906470"/>
                <a:ext cx="108000" cy="1029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D2810F9-68D7-C2CB-73E1-B87191CCF299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794384" y="4888470"/>
                  <a:ext cx="143640" cy="138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391A64AD-499A-7D30-1133-A630D63E368E}"/>
              </a:ext>
            </a:extLst>
          </p:cNvPr>
          <p:cNvGrpSpPr/>
          <p:nvPr/>
        </p:nvGrpSpPr>
        <p:grpSpPr>
          <a:xfrm>
            <a:off x="4968104" y="3025110"/>
            <a:ext cx="909360" cy="639000"/>
            <a:chOff x="4968104" y="3025110"/>
            <a:chExt cx="909360" cy="639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D3879670-BCF4-FEE8-D68C-EC0731B2CD5C}"/>
                    </a:ext>
                  </a:extLst>
                </p14:cNvPr>
                <p14:cNvContentPartPr/>
                <p14:nvPr/>
              </p14:nvContentPartPr>
              <p14:xfrm>
                <a:off x="4968104" y="3530550"/>
                <a:ext cx="58320" cy="1335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D3879670-BCF4-FEE8-D68C-EC0731B2CD5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950464" y="3512910"/>
                  <a:ext cx="9396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0A28834-6D23-9A03-199E-DDFFA453A974}"/>
                    </a:ext>
                  </a:extLst>
                </p14:cNvPr>
                <p14:cNvContentPartPr/>
                <p14:nvPr/>
              </p14:nvContentPartPr>
              <p14:xfrm>
                <a:off x="5071784" y="3520470"/>
                <a:ext cx="60840" cy="1162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0A28834-6D23-9A03-199E-DDFFA453A974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053784" y="3502830"/>
                  <a:ext cx="9648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350F278-00F1-355C-7DBB-C0D367D8BC6A}"/>
                    </a:ext>
                  </a:extLst>
                </p14:cNvPr>
                <p14:cNvContentPartPr/>
                <p14:nvPr/>
              </p14:nvContentPartPr>
              <p14:xfrm>
                <a:off x="5181224" y="3517230"/>
                <a:ext cx="102960" cy="489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350F278-00F1-355C-7DBB-C0D367D8BC6A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163224" y="3499230"/>
                  <a:ext cx="13860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5029313-3B43-890D-7EF0-1A71A46BD90A}"/>
                    </a:ext>
                  </a:extLst>
                </p14:cNvPr>
                <p14:cNvContentPartPr/>
                <p14:nvPr/>
              </p14:nvContentPartPr>
              <p14:xfrm>
                <a:off x="5257544" y="3485190"/>
                <a:ext cx="29160" cy="997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5029313-3B43-890D-7EF0-1A71A46BD90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5239544" y="3467190"/>
                  <a:ext cx="6480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B9D34A95-F6F6-10AA-455C-B5F847EE3106}"/>
                    </a:ext>
                  </a:extLst>
                </p14:cNvPr>
                <p14:cNvContentPartPr/>
                <p14:nvPr/>
              </p14:nvContentPartPr>
              <p14:xfrm>
                <a:off x="5333144" y="3439470"/>
                <a:ext cx="45360" cy="1584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B9D34A95-F6F6-10AA-455C-B5F847EE3106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315144" y="3421470"/>
                  <a:ext cx="8100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E4915BE-6631-B55E-C588-6BF214D24F5E}"/>
                    </a:ext>
                  </a:extLst>
                </p14:cNvPr>
                <p14:cNvContentPartPr/>
                <p14:nvPr/>
              </p14:nvContentPartPr>
              <p14:xfrm>
                <a:off x="5410544" y="3372510"/>
                <a:ext cx="113400" cy="15840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E4915BE-6631-B55E-C588-6BF214D24F5E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392544" y="3354870"/>
                  <a:ext cx="14904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9269161-A7FC-22EC-28BB-860BCA7651C9}"/>
                    </a:ext>
                  </a:extLst>
                </p14:cNvPr>
                <p14:cNvContentPartPr/>
                <p14:nvPr/>
              </p14:nvContentPartPr>
              <p14:xfrm>
                <a:off x="5487944" y="3173790"/>
                <a:ext cx="108000" cy="619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9269161-A7FC-22EC-28BB-860BCA7651C9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470304" y="3156150"/>
                  <a:ext cx="14364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118DF1C-8937-0F16-DE17-0D905F1CCA5B}"/>
                    </a:ext>
                  </a:extLst>
                </p14:cNvPr>
                <p14:cNvContentPartPr/>
                <p14:nvPr/>
              </p14:nvContentPartPr>
              <p14:xfrm>
                <a:off x="5593424" y="3025110"/>
                <a:ext cx="122040" cy="1483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118DF1C-8937-0F16-DE17-0D905F1CCA5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575424" y="3007470"/>
                  <a:ext cx="15768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BD588384-51BB-5CC1-4BA5-DCD7D3A9CCEB}"/>
                    </a:ext>
                  </a:extLst>
                </p14:cNvPr>
                <p14:cNvContentPartPr/>
                <p14:nvPr/>
              </p14:nvContentPartPr>
              <p14:xfrm>
                <a:off x="5734544" y="3345870"/>
                <a:ext cx="44280" cy="1242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BD588384-51BB-5CC1-4BA5-DCD7D3A9CCEB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716544" y="3327870"/>
                  <a:ext cx="7992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54DC4CB-60CF-F448-E3F3-8902A03D8788}"/>
                    </a:ext>
                  </a:extLst>
                </p14:cNvPr>
                <p14:cNvContentPartPr/>
                <p14:nvPr/>
              </p14:nvContentPartPr>
              <p14:xfrm>
                <a:off x="5737784" y="3315630"/>
                <a:ext cx="139680" cy="1130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54DC4CB-60CF-F448-E3F3-8902A03D878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719784" y="3297990"/>
                  <a:ext cx="17532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A024F64-1254-B420-FD3A-50CF041CC681}"/>
                    </a:ext>
                  </a:extLst>
                </p14:cNvPr>
                <p14:cNvContentPartPr/>
                <p14:nvPr/>
              </p14:nvContentPartPr>
              <p14:xfrm>
                <a:off x="5773784" y="3409230"/>
                <a:ext cx="99360" cy="403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A024F64-1254-B420-FD3A-50CF041CC681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756144" y="3391230"/>
                  <a:ext cx="135000" cy="75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7DB1A048-E86D-B305-BB3D-7253AD898F36}"/>
              </a:ext>
            </a:extLst>
          </p:cNvPr>
          <p:cNvGrpSpPr/>
          <p:nvPr/>
        </p:nvGrpSpPr>
        <p:grpSpPr>
          <a:xfrm>
            <a:off x="6587384" y="3421830"/>
            <a:ext cx="167760" cy="313560"/>
            <a:chOff x="6587384" y="3421830"/>
            <a:chExt cx="167760" cy="313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7E7A91E-2758-17B1-06F1-422077BC7229}"/>
                    </a:ext>
                  </a:extLst>
                </p14:cNvPr>
                <p14:cNvContentPartPr/>
                <p14:nvPr/>
              </p14:nvContentPartPr>
              <p14:xfrm>
                <a:off x="6683504" y="3723510"/>
                <a:ext cx="2520" cy="118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7E7A91E-2758-17B1-06F1-422077BC722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665504" y="3705870"/>
                  <a:ext cx="3816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1CAA1DBA-80BF-22EA-4D43-643937930044}"/>
                    </a:ext>
                  </a:extLst>
                </p14:cNvPr>
                <p14:cNvContentPartPr/>
                <p14:nvPr/>
              </p14:nvContentPartPr>
              <p14:xfrm>
                <a:off x="6649664" y="3498150"/>
                <a:ext cx="11160" cy="298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1CAA1DBA-80BF-22EA-4D43-643937930044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632024" y="3480510"/>
                  <a:ext cx="4680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2E49B5C5-6382-6B57-4046-343E9F95C9C2}"/>
                    </a:ext>
                  </a:extLst>
                </p14:cNvPr>
                <p14:cNvContentPartPr/>
                <p14:nvPr/>
              </p14:nvContentPartPr>
              <p14:xfrm>
                <a:off x="6587384" y="3479790"/>
                <a:ext cx="167760" cy="1242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2E49B5C5-6382-6B57-4046-343E9F95C9C2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569384" y="3462150"/>
                  <a:ext cx="20340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1BE67630-3346-0365-8E83-D3B85E2AF869}"/>
                    </a:ext>
                  </a:extLst>
                </p14:cNvPr>
                <p14:cNvContentPartPr/>
                <p14:nvPr/>
              </p14:nvContentPartPr>
              <p14:xfrm>
                <a:off x="6624464" y="3483030"/>
                <a:ext cx="53640" cy="11340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1BE67630-3346-0365-8E83-D3B85E2AF869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606464" y="3465030"/>
                  <a:ext cx="8928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E235B068-83F9-403B-A892-B1EF2A2F941A}"/>
                    </a:ext>
                  </a:extLst>
                </p14:cNvPr>
                <p14:cNvContentPartPr/>
                <p14:nvPr/>
              </p14:nvContentPartPr>
              <p14:xfrm>
                <a:off x="6612224" y="3421830"/>
                <a:ext cx="95760" cy="19188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E235B068-83F9-403B-A892-B1EF2A2F941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594224" y="3403830"/>
                  <a:ext cx="13140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2C9B92B-F3A5-0EC4-EEE1-55EBBC1EED34}"/>
                    </a:ext>
                  </a:extLst>
                </p14:cNvPr>
                <p14:cNvContentPartPr/>
                <p14:nvPr/>
              </p14:nvContentPartPr>
              <p14:xfrm>
                <a:off x="6642464" y="3497790"/>
                <a:ext cx="6120" cy="2088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2C9B92B-F3A5-0EC4-EEE1-55EBBC1EED34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624824" y="3479790"/>
                  <a:ext cx="41760" cy="5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4E50135B-F349-0B47-FB5E-F22BAB4FBFF5}"/>
              </a:ext>
            </a:extLst>
          </p:cNvPr>
          <p:cNvGrpSpPr/>
          <p:nvPr/>
        </p:nvGrpSpPr>
        <p:grpSpPr>
          <a:xfrm>
            <a:off x="2080904" y="4003590"/>
            <a:ext cx="1427760" cy="363240"/>
            <a:chOff x="2080904" y="4003590"/>
            <a:chExt cx="1427760" cy="363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040420E6-5B81-ECA9-22D5-931845EAE94C}"/>
                    </a:ext>
                  </a:extLst>
                </p14:cNvPr>
                <p14:cNvContentPartPr/>
                <p14:nvPr/>
              </p14:nvContentPartPr>
              <p14:xfrm>
                <a:off x="2704784" y="4324350"/>
                <a:ext cx="803880" cy="424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040420E6-5B81-ECA9-22D5-931845EAE94C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686784" y="4306350"/>
                  <a:ext cx="83952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D977A30A-422F-6057-5A9C-0876B79B3B87}"/>
                    </a:ext>
                  </a:extLst>
                </p14:cNvPr>
                <p14:cNvContentPartPr/>
                <p14:nvPr/>
              </p14:nvContentPartPr>
              <p14:xfrm>
                <a:off x="2080904" y="4154430"/>
                <a:ext cx="206280" cy="147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D977A30A-422F-6057-5A9C-0876B79B3B87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063264" y="4136790"/>
                  <a:ext cx="24192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BD60A298-1822-3156-AD6E-A1E7A6184C5D}"/>
                    </a:ext>
                  </a:extLst>
                </p14:cNvPr>
                <p14:cNvContentPartPr/>
                <p14:nvPr/>
              </p14:nvContentPartPr>
              <p14:xfrm>
                <a:off x="2348384" y="4047510"/>
                <a:ext cx="124200" cy="2268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BD60A298-1822-3156-AD6E-A1E7A6184C5D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330744" y="4029870"/>
                  <a:ext cx="15984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DB48B146-4E38-FAB4-571B-9C533F3602E9}"/>
                    </a:ext>
                  </a:extLst>
                </p14:cNvPr>
                <p14:cNvContentPartPr/>
                <p14:nvPr/>
              </p14:nvContentPartPr>
              <p14:xfrm>
                <a:off x="2408864" y="4065870"/>
                <a:ext cx="109080" cy="14904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DB48B146-4E38-FAB4-571B-9C533F3602E9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391224" y="4048230"/>
                  <a:ext cx="14472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44E7AE62-1885-0706-0051-FA38499C5AF0}"/>
                    </a:ext>
                  </a:extLst>
                </p14:cNvPr>
                <p14:cNvContentPartPr/>
                <p14:nvPr/>
              </p14:nvContentPartPr>
              <p14:xfrm>
                <a:off x="2601824" y="4003590"/>
                <a:ext cx="97920" cy="1562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44E7AE62-1885-0706-0051-FA38499C5AF0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583824" y="3985590"/>
                  <a:ext cx="133560" cy="19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1AA19CE7-7D11-1E3E-F4B9-E7CC8DC8DD26}"/>
              </a:ext>
            </a:extLst>
          </p:cNvPr>
          <p:cNvGrpSpPr/>
          <p:nvPr/>
        </p:nvGrpSpPr>
        <p:grpSpPr>
          <a:xfrm>
            <a:off x="2188904" y="4444590"/>
            <a:ext cx="887040" cy="482760"/>
            <a:chOff x="2188904" y="4444590"/>
            <a:chExt cx="887040" cy="482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64BE2643-FA64-335B-26CF-1746F0922847}"/>
                    </a:ext>
                  </a:extLst>
                </p14:cNvPr>
                <p14:cNvContentPartPr/>
                <p14:nvPr/>
              </p14:nvContentPartPr>
              <p14:xfrm>
                <a:off x="2687864" y="4444590"/>
                <a:ext cx="43200" cy="4860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64BE2643-FA64-335B-26CF-1746F0922847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669864" y="4426590"/>
                  <a:ext cx="7884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7E856844-28D8-286E-D897-700C570431CC}"/>
                    </a:ext>
                  </a:extLst>
                </p14:cNvPr>
                <p14:cNvContentPartPr/>
                <p14:nvPr/>
              </p14:nvContentPartPr>
              <p14:xfrm>
                <a:off x="2188904" y="4782630"/>
                <a:ext cx="110880" cy="1692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7E856844-28D8-286E-D897-700C570431CC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2171264" y="4764630"/>
                  <a:ext cx="14652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86ADBF7B-E49E-5C42-E575-D9640CF51F2D}"/>
                    </a:ext>
                  </a:extLst>
                </p14:cNvPr>
                <p14:cNvContentPartPr/>
                <p14:nvPr/>
              </p14:nvContentPartPr>
              <p14:xfrm>
                <a:off x="2431544" y="4726110"/>
                <a:ext cx="23400" cy="20124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86ADBF7B-E49E-5C42-E575-D9640CF51F2D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413904" y="4708110"/>
                  <a:ext cx="5904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A05825C0-0847-4340-602D-31FB5947F4A0}"/>
                    </a:ext>
                  </a:extLst>
                </p14:cNvPr>
                <p14:cNvContentPartPr/>
                <p14:nvPr/>
              </p14:nvContentPartPr>
              <p14:xfrm>
                <a:off x="2521184" y="4768230"/>
                <a:ext cx="138600" cy="15516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A05825C0-0847-4340-602D-31FB5947F4A0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2503184" y="4750590"/>
                  <a:ext cx="17424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61A76777-6284-9AC2-8B57-0ACD4D2DD546}"/>
                    </a:ext>
                  </a:extLst>
                </p14:cNvPr>
                <p14:cNvContentPartPr/>
                <p14:nvPr/>
              </p14:nvContentPartPr>
              <p14:xfrm>
                <a:off x="2677424" y="4700910"/>
                <a:ext cx="63360" cy="2088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61A76777-6284-9AC2-8B57-0ACD4D2DD546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659424" y="4682910"/>
                  <a:ext cx="9900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1B2253A1-130C-00FB-9859-C660444E9B08}"/>
                    </a:ext>
                  </a:extLst>
                </p14:cNvPr>
                <p14:cNvContentPartPr/>
                <p14:nvPr/>
              </p14:nvContentPartPr>
              <p14:xfrm>
                <a:off x="2828984" y="4602990"/>
                <a:ext cx="8280" cy="11916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1B2253A1-130C-00FB-9859-C660444E9B08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2810984" y="4584990"/>
                  <a:ext cx="4392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11B75C97-AD58-01FA-6EE3-EB957F30BA8F}"/>
                    </a:ext>
                  </a:extLst>
                </p14:cNvPr>
                <p14:cNvContentPartPr/>
                <p14:nvPr/>
              </p14:nvContentPartPr>
              <p14:xfrm>
                <a:off x="2908184" y="4597230"/>
                <a:ext cx="167760" cy="1443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11B75C97-AD58-01FA-6EE3-EB957F30BA8F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2890544" y="4579590"/>
                  <a:ext cx="20340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EF7D3121-F7A2-54EA-A743-D49C2769FAB0}"/>
              </a:ext>
            </a:extLst>
          </p:cNvPr>
          <p:cNvGrpSpPr/>
          <p:nvPr/>
        </p:nvGrpSpPr>
        <p:grpSpPr>
          <a:xfrm>
            <a:off x="6016064" y="4382670"/>
            <a:ext cx="155520" cy="155160"/>
            <a:chOff x="6016064" y="4382670"/>
            <a:chExt cx="155520" cy="155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CB96C9A3-C043-AF39-90F2-6F75A497928F}"/>
                    </a:ext>
                  </a:extLst>
                </p14:cNvPr>
                <p14:cNvContentPartPr/>
                <p14:nvPr/>
              </p14:nvContentPartPr>
              <p14:xfrm>
                <a:off x="6016064" y="4421550"/>
                <a:ext cx="5760" cy="4212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CB96C9A3-C043-AF39-90F2-6F75A497928F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5998424" y="4403910"/>
                  <a:ext cx="4140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CAF8B438-581D-0CA9-D2EC-41CF15E9924C}"/>
                    </a:ext>
                  </a:extLst>
                </p14:cNvPr>
                <p14:cNvContentPartPr/>
                <p14:nvPr/>
              </p14:nvContentPartPr>
              <p14:xfrm>
                <a:off x="6132704" y="4382670"/>
                <a:ext cx="38880" cy="1551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CAF8B438-581D-0CA9-D2EC-41CF15E9924C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114704" y="4364670"/>
                  <a:ext cx="74520" cy="190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55FCF359-A8FB-5287-4494-831ED0D27604}"/>
              </a:ext>
            </a:extLst>
          </p:cNvPr>
          <p:cNvGrpSpPr/>
          <p:nvPr/>
        </p:nvGrpSpPr>
        <p:grpSpPr>
          <a:xfrm>
            <a:off x="5189144" y="3574110"/>
            <a:ext cx="861480" cy="631440"/>
            <a:chOff x="5189144" y="3574110"/>
            <a:chExt cx="861480" cy="631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FA80D2C0-0475-0A4A-20E3-16D613D265EA}"/>
                    </a:ext>
                  </a:extLst>
                </p14:cNvPr>
                <p14:cNvContentPartPr/>
                <p14:nvPr/>
              </p14:nvContentPartPr>
              <p14:xfrm>
                <a:off x="6038024" y="4066950"/>
                <a:ext cx="10080" cy="3168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FA80D2C0-0475-0A4A-20E3-16D613D265EA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020384" y="4048950"/>
                  <a:ext cx="4572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EC27BD7A-630B-6EAC-4DA5-ED265AD58A30}"/>
                    </a:ext>
                  </a:extLst>
                </p14:cNvPr>
                <p14:cNvContentPartPr/>
                <p14:nvPr/>
              </p14:nvContentPartPr>
              <p14:xfrm>
                <a:off x="6027584" y="4026270"/>
                <a:ext cx="23040" cy="17928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EC27BD7A-630B-6EAC-4DA5-ED265AD58A30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009944" y="4008630"/>
                  <a:ext cx="5868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86613439-EA3E-A603-15E4-4F3206C2EE1C}"/>
                    </a:ext>
                  </a:extLst>
                </p14:cNvPr>
                <p14:cNvContentPartPr/>
                <p14:nvPr/>
              </p14:nvContentPartPr>
              <p14:xfrm>
                <a:off x="6027944" y="4017990"/>
                <a:ext cx="15840" cy="4284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86613439-EA3E-A603-15E4-4F3206C2EE1C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010304" y="3999990"/>
                  <a:ext cx="5148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25198807-8988-7D9F-432F-6DB81E9881BB}"/>
                    </a:ext>
                  </a:extLst>
                </p14:cNvPr>
                <p14:cNvContentPartPr/>
                <p14:nvPr/>
              </p14:nvContentPartPr>
              <p14:xfrm>
                <a:off x="5680544" y="4009710"/>
                <a:ext cx="232920" cy="468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25198807-8988-7D9F-432F-6DB81E9881BB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5662904" y="3991710"/>
                  <a:ext cx="26856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CEB0C6FA-088E-FE46-02A0-D886AEA511D5}"/>
                    </a:ext>
                  </a:extLst>
                </p14:cNvPr>
                <p14:cNvContentPartPr/>
                <p14:nvPr/>
              </p14:nvContentPartPr>
              <p14:xfrm>
                <a:off x="5189144" y="3863190"/>
                <a:ext cx="100800" cy="10728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CEB0C6FA-088E-FE46-02A0-D886AEA511D5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5171144" y="3845550"/>
                  <a:ext cx="13644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EBA727BB-EF16-5F37-61F7-2A13FF76A0E9}"/>
                    </a:ext>
                  </a:extLst>
                </p14:cNvPr>
                <p14:cNvContentPartPr/>
                <p14:nvPr/>
              </p14:nvContentPartPr>
              <p14:xfrm>
                <a:off x="5272664" y="3900630"/>
                <a:ext cx="40680" cy="9792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EBA727BB-EF16-5F37-61F7-2A13FF76A0E9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5254664" y="3882630"/>
                  <a:ext cx="7632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7A31295D-1B37-55E7-3E4A-6AE623682AA5}"/>
                    </a:ext>
                  </a:extLst>
                </p14:cNvPr>
                <p14:cNvContentPartPr/>
                <p14:nvPr/>
              </p14:nvContentPartPr>
              <p14:xfrm>
                <a:off x="5333504" y="3856350"/>
                <a:ext cx="95040" cy="644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7A31295D-1B37-55E7-3E4A-6AE623682AA5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5315864" y="3838710"/>
                  <a:ext cx="13068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D1C50671-4D3B-EDFD-7DCE-10012B64DB5D}"/>
                    </a:ext>
                  </a:extLst>
                </p14:cNvPr>
                <p14:cNvContentPartPr/>
                <p14:nvPr/>
              </p14:nvContentPartPr>
              <p14:xfrm>
                <a:off x="5414504" y="3821790"/>
                <a:ext cx="10440" cy="13320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D1C50671-4D3B-EDFD-7DCE-10012B64DB5D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5396864" y="3803790"/>
                  <a:ext cx="4608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799BE1CB-FA0B-7288-61FA-DC4A8548D5B8}"/>
                    </a:ext>
                  </a:extLst>
                </p14:cNvPr>
                <p14:cNvContentPartPr/>
                <p14:nvPr/>
              </p14:nvContentPartPr>
              <p14:xfrm>
                <a:off x="5487584" y="3799470"/>
                <a:ext cx="52560" cy="9936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799BE1CB-FA0B-7288-61FA-DC4A8548D5B8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5469584" y="3781470"/>
                  <a:ext cx="8820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09099B93-FDBA-2527-EB24-D1532739F581}"/>
                    </a:ext>
                  </a:extLst>
                </p14:cNvPr>
                <p14:cNvContentPartPr/>
                <p14:nvPr/>
              </p14:nvContentPartPr>
              <p14:xfrm>
                <a:off x="5558864" y="3779310"/>
                <a:ext cx="69840" cy="9144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09099B93-FDBA-2527-EB24-D1532739F581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541224" y="3761310"/>
                  <a:ext cx="10548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61658D04-9613-DDBA-954F-204CD60C610E}"/>
                    </a:ext>
                  </a:extLst>
                </p14:cNvPr>
                <p14:cNvContentPartPr/>
                <p14:nvPr/>
              </p14:nvContentPartPr>
              <p14:xfrm>
                <a:off x="5592344" y="3642510"/>
                <a:ext cx="57960" cy="3168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61658D04-9613-DDBA-954F-204CD60C610E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574344" y="3624510"/>
                  <a:ext cx="9360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8C893E52-F727-DF83-FBF0-7C23C7996708}"/>
                    </a:ext>
                  </a:extLst>
                </p14:cNvPr>
                <p14:cNvContentPartPr/>
                <p14:nvPr/>
              </p14:nvContentPartPr>
              <p14:xfrm>
                <a:off x="5679464" y="3574110"/>
                <a:ext cx="24840" cy="9756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8C893E52-F727-DF83-FBF0-7C23C7996708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661464" y="3556110"/>
                  <a:ext cx="6048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DDFF36D1-BC02-FBA9-B0A0-8B4CD7DE7355}"/>
                    </a:ext>
                  </a:extLst>
                </p14:cNvPr>
                <p14:cNvContentPartPr/>
                <p14:nvPr/>
              </p14:nvContentPartPr>
              <p14:xfrm>
                <a:off x="5751464" y="3578070"/>
                <a:ext cx="29520" cy="6912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DDFF36D1-BC02-FBA9-B0A0-8B4CD7DE7355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733464" y="3560430"/>
                  <a:ext cx="6516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B199E144-08EF-A834-9C7F-3C854A1BAA27}"/>
                    </a:ext>
                  </a:extLst>
                </p14:cNvPr>
                <p14:cNvContentPartPr/>
                <p14:nvPr/>
              </p14:nvContentPartPr>
              <p14:xfrm>
                <a:off x="5911664" y="3627750"/>
                <a:ext cx="23040" cy="19044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B199E144-08EF-A834-9C7F-3C854A1BAA27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894024" y="3610110"/>
                  <a:ext cx="5868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AB8E969F-3D0B-F75D-E552-F6D82A7063EC}"/>
                    </a:ext>
                  </a:extLst>
                </p14:cNvPr>
                <p14:cNvContentPartPr/>
                <p14:nvPr/>
              </p14:nvContentPartPr>
              <p14:xfrm>
                <a:off x="5939024" y="3620550"/>
                <a:ext cx="90000" cy="7668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AB8E969F-3D0B-F75D-E552-F6D82A7063EC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921024" y="3602910"/>
                  <a:ext cx="12564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12A48F24-5011-FF6D-0AB4-D9C4D362169E}"/>
                    </a:ext>
                  </a:extLst>
                </p14:cNvPr>
                <p14:cNvContentPartPr/>
                <p14:nvPr/>
              </p14:nvContentPartPr>
              <p14:xfrm>
                <a:off x="5948744" y="3693990"/>
                <a:ext cx="46440" cy="3348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12A48F24-5011-FF6D-0AB4-D9C4D362169E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931104" y="3675990"/>
                  <a:ext cx="82080" cy="69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5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224D4397-58F7-B648-6AAB-99049B2B606C}"/>
                  </a:ext>
                </a:extLst>
              </p14:cNvPr>
              <p14:cNvContentPartPr/>
              <p14:nvPr/>
            </p14:nvContentPartPr>
            <p14:xfrm>
              <a:off x="5736704" y="797430"/>
              <a:ext cx="1509840" cy="3375720"/>
            </p14:xfrm>
          </p:contentPart>
        </mc:Choice>
        <mc:Fallback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224D4397-58F7-B648-6AAB-99049B2B606C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5718704" y="779790"/>
                <a:ext cx="1545480" cy="3411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02" name="Group 101">
            <a:extLst>
              <a:ext uri="{FF2B5EF4-FFF2-40B4-BE49-F238E27FC236}">
                <a16:creationId xmlns:a16="http://schemas.microsoft.com/office/drawing/2014/main" id="{C05F52B4-57BC-54DD-9576-FA195D049BE1}"/>
              </a:ext>
            </a:extLst>
          </p:cNvPr>
          <p:cNvGrpSpPr/>
          <p:nvPr/>
        </p:nvGrpSpPr>
        <p:grpSpPr>
          <a:xfrm>
            <a:off x="2700104" y="4155510"/>
            <a:ext cx="3070080" cy="323640"/>
            <a:chOff x="2700104" y="4155510"/>
            <a:chExt cx="3070080" cy="323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DDFF7C9F-0547-EF43-FC1E-2533FF838030}"/>
                    </a:ext>
                  </a:extLst>
                </p14:cNvPr>
                <p14:cNvContentPartPr/>
                <p14:nvPr/>
              </p14:nvContentPartPr>
              <p14:xfrm>
                <a:off x="2700104" y="4155510"/>
                <a:ext cx="3070080" cy="32364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DDFF7C9F-0547-EF43-FC1E-2533FF838030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682464" y="4137870"/>
                  <a:ext cx="3105720" cy="35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DE6D75AF-CBAB-B78B-1C84-1B2DF3E6E21A}"/>
                    </a:ext>
                  </a:extLst>
                </p14:cNvPr>
                <p14:cNvContentPartPr/>
                <p14:nvPr/>
              </p14:nvContentPartPr>
              <p14:xfrm>
                <a:off x="4779104" y="4232190"/>
                <a:ext cx="402480" cy="5616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DE6D75AF-CBAB-B78B-1C84-1B2DF3E6E21A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761104" y="4214550"/>
                  <a:ext cx="438120" cy="918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606821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C33962-0BD4-9299-3BB5-0B45B9BBCC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Diode Current Equation</a:t>
            </a:r>
          </a:p>
        </p:txBody>
      </p:sp>
      <p:pic>
        <p:nvPicPr>
          <p:cNvPr id="6" name="Content Placeholder 5" descr="A math equations and numbers&#10;&#10;AI-generated content may be incorrect.">
            <a:extLst>
              <a:ext uri="{FF2B5EF4-FFF2-40B4-BE49-F238E27FC236}">
                <a16:creationId xmlns:a16="http://schemas.microsoft.com/office/drawing/2014/main" id="{693B1EEE-AD05-9F60-C272-DF837EC9F4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373" y="1114487"/>
            <a:ext cx="4629992" cy="15114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B2B3F8-12AF-F379-2B14-7706F551B0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16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math equations and numbers&#10;&#10;AI-generated content may be incorrect.">
            <a:extLst>
              <a:ext uri="{FF2B5EF4-FFF2-40B4-BE49-F238E27FC236}">
                <a16:creationId xmlns:a16="http://schemas.microsoft.com/office/drawing/2014/main" id="{19CDF6BA-E172-ED71-31A8-086DBE2505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373" y="2891743"/>
            <a:ext cx="4578368" cy="1626070"/>
          </a:xfrm>
          <a:prstGeom prst="rect">
            <a:avLst/>
          </a:prstGeom>
        </p:spPr>
      </p:pic>
      <p:pic>
        <p:nvPicPr>
          <p:cNvPr id="10" name="Picture 9" descr="A white background with black text and numbers&#10;&#10;AI-generated content may be incorrect.">
            <a:extLst>
              <a:ext uri="{FF2B5EF4-FFF2-40B4-BE49-F238E27FC236}">
                <a16:creationId xmlns:a16="http://schemas.microsoft.com/office/drawing/2014/main" id="{56007D77-624E-5CC7-7414-4952BE8B17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373" y="4599093"/>
            <a:ext cx="5250527" cy="1754294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B961CABB-34ED-AEF8-58DF-5D8AF7282048}"/>
                  </a:ext>
                </a:extLst>
              </p14:cNvPr>
              <p14:cNvContentPartPr/>
              <p14:nvPr/>
            </p14:nvContentPartPr>
            <p14:xfrm>
              <a:off x="4454384" y="2573310"/>
              <a:ext cx="600120" cy="5112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B961CABB-34ED-AEF8-58DF-5D8AF7282048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436744" y="2555670"/>
                <a:ext cx="635760" cy="8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A7EDAA26-5DBF-B288-98C7-7C4F06521721}"/>
                  </a:ext>
                </a:extLst>
              </p14:cNvPr>
              <p14:cNvContentPartPr/>
              <p14:nvPr/>
            </p14:nvContentPartPr>
            <p14:xfrm>
              <a:off x="2470784" y="3156870"/>
              <a:ext cx="401400" cy="7668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A7EDAA26-5DBF-B288-98C7-7C4F06521721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453144" y="3139230"/>
                <a:ext cx="43704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BB27156-16DA-B91D-88B5-3812B191AB86}"/>
                  </a:ext>
                </a:extLst>
              </p14:cNvPr>
              <p14:cNvContentPartPr/>
              <p14:nvPr/>
            </p14:nvContentPartPr>
            <p14:xfrm>
              <a:off x="3649784" y="4437390"/>
              <a:ext cx="762120" cy="6588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BB27156-16DA-B91D-88B5-3812B191AB86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632144" y="4419750"/>
                <a:ext cx="797760" cy="10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A3FCB6E3-5AC8-7D9A-C526-2111E46F269C}"/>
                  </a:ext>
                </a:extLst>
              </p14:cNvPr>
              <p14:cNvContentPartPr/>
              <p14:nvPr/>
            </p14:nvContentPartPr>
            <p14:xfrm>
              <a:off x="2469344" y="4847430"/>
              <a:ext cx="686160" cy="10440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A3FCB6E3-5AC8-7D9A-C526-2111E46F269C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451344" y="4829430"/>
                <a:ext cx="721800" cy="14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D493249A-3723-75D0-F110-0BD351C8637C}"/>
                  </a:ext>
                </a:extLst>
              </p14:cNvPr>
              <p14:cNvContentPartPr/>
              <p14:nvPr/>
            </p14:nvContentPartPr>
            <p14:xfrm>
              <a:off x="4414424" y="6310830"/>
              <a:ext cx="1356120" cy="6732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D493249A-3723-75D0-F110-0BD351C8637C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4396784" y="6293190"/>
                <a:ext cx="1391760" cy="102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436626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>
            <a:extLst>
              <a:ext uri="{FF2B5EF4-FFF2-40B4-BE49-F238E27FC236}">
                <a16:creationId xmlns:a16="http://schemas.microsoft.com/office/drawing/2014/main" id="{F3CF9C05-2D78-1D6A-D3E6-1EEB48317AB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-270245"/>
            <a:ext cx="7772400" cy="1143000"/>
          </a:xfrm>
        </p:spPr>
        <p:txBody>
          <a:bodyPr/>
          <a:lstStyle/>
          <a:p>
            <a:r>
              <a:rPr lang="en-US" altLang="en-US" dirty="0"/>
              <a:t>The First Transistor</a:t>
            </a:r>
          </a:p>
        </p:txBody>
      </p:sp>
      <p:pic>
        <p:nvPicPr>
          <p:cNvPr id="18435" name="Picture 4" descr="1947 First point contact transistor-1">
            <a:extLst>
              <a:ext uri="{FF2B5EF4-FFF2-40B4-BE49-F238E27FC236}">
                <a16:creationId xmlns:a16="http://schemas.microsoft.com/office/drawing/2014/main" id="{37497411-10C9-F0E1-F10B-A626BF317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1064" y="1177926"/>
            <a:ext cx="3157537" cy="4651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FAFFDD9-1CE8-1395-1FE6-1C7BCBCBB4A4}"/>
              </a:ext>
            </a:extLst>
          </p:cNvPr>
          <p:cNvSpPr txBox="1"/>
          <p:nvPr/>
        </p:nvSpPr>
        <p:spPr>
          <a:xfrm>
            <a:off x="8148319" y="1177926"/>
            <a:ext cx="391667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>
                <a:latin typeface="PT Sans" panose="020B0503020203020204" pitchFamily="34" charset="0"/>
              </a:rPr>
              <a:t>December 16, 1947</a:t>
            </a:r>
            <a:r>
              <a:rPr lang="en-US" dirty="0">
                <a:latin typeface="PT Sans" panose="020B0503020203020204" pitchFamily="34" charset="0"/>
              </a:rPr>
              <a:t>: John Bardeen and Walter Brattain successfully demonstrated the </a:t>
            </a:r>
            <a:r>
              <a:rPr lang="en-US" b="1" dirty="0">
                <a:latin typeface="PT Sans" panose="020B0503020203020204" pitchFamily="34" charset="0"/>
              </a:rPr>
              <a:t>first working transistor</a:t>
            </a:r>
            <a:r>
              <a:rPr lang="en-US" dirty="0">
                <a:latin typeface="PT Sans" panose="020B0503020203020204" pitchFamily="34" charset="0"/>
              </a:rPr>
              <a:t> at Bell Labs.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PT Sans" panose="020B0503020203020204" pitchFamily="34" charset="0"/>
              </a:rPr>
              <a:t>It was a </a:t>
            </a:r>
            <a:r>
              <a:rPr lang="en-US" b="1" dirty="0">
                <a:latin typeface="PT Sans" panose="020B0503020203020204" pitchFamily="34" charset="0"/>
              </a:rPr>
              <a:t>point-contact transistor</a:t>
            </a:r>
            <a:r>
              <a:rPr lang="en-US" dirty="0">
                <a:latin typeface="PT Sans" panose="020B0503020203020204" pitchFamily="34" charset="0"/>
              </a:rPr>
              <a:t> made of a small slab of germanium with two closely spaced gold contacts.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PT Sans" panose="020B0503020203020204" pitchFamily="34" charset="0"/>
              </a:rPr>
              <a:t>When input current was applied to one contact, it modulated the conductivity of the germanium, amplifying the signal seen at the other contact.</a:t>
            </a:r>
          </a:p>
          <a:p>
            <a:pPr>
              <a:buNone/>
            </a:pPr>
            <a:r>
              <a:rPr lang="en-US" b="1" dirty="0">
                <a:latin typeface="PT Sans" panose="020B0503020203020204" pitchFamily="34" charset="0"/>
              </a:rPr>
              <a:t>Key outcome:</a:t>
            </a:r>
            <a:r>
              <a:rPr lang="en-US" dirty="0">
                <a:latin typeface="PT Sans" panose="020B0503020203020204" pitchFamily="34" charset="0"/>
              </a:rPr>
              <a:t> It could amplify electrical signals like a vacuum tube, but in a device only a few millimeters wide.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BE58B8EE-A986-DF2A-F963-194AEB13EC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1680" y="1528862"/>
            <a:ext cx="3484880" cy="31393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</a:rPr>
              <a:t>At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</a:rPr>
              <a:t>Bell Telephone Laboratories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</a:rPr>
              <a:t>, research was focused on finding a solid-state amplifier for telephone signal processing.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</a:rPr>
              <a:t>The three key scientists were: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</a:rPr>
              <a:t>John Bardeen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</a:rPr>
              <a:t> (theorist)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</a:rPr>
              <a:t>Walter Brattain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</a:rPr>
              <a:t> (experimentalist)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</a:rPr>
              <a:t>William Shockley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</a:rPr>
              <a:t> (team leader, physicist)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ECEDE-3CAE-335B-7A50-1E821AE0D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Transistor amplification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1F0D0F-86F7-A8CE-89D0-D396DBB914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18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8FC4A26D-E4C5-2902-D129-AED33244831B}"/>
                  </a:ext>
                </a:extLst>
              </p14:cNvPr>
              <p14:cNvContentPartPr/>
              <p14:nvPr/>
            </p14:nvContentPartPr>
            <p14:xfrm>
              <a:off x="1841144" y="3043746"/>
              <a:ext cx="814680" cy="20520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8FC4A26D-E4C5-2902-D129-AED33244831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23504" y="3025746"/>
                <a:ext cx="850320" cy="24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DFB9B903-5BBA-A5B8-B01B-66FD67C106EF}"/>
                  </a:ext>
                </a:extLst>
              </p14:cNvPr>
              <p14:cNvContentPartPr/>
              <p14:nvPr/>
            </p14:nvContentPartPr>
            <p14:xfrm>
              <a:off x="5017064" y="2017746"/>
              <a:ext cx="3781080" cy="20037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DFB9B903-5BBA-A5B8-B01B-66FD67C106E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999424" y="2000106"/>
                <a:ext cx="3816720" cy="2039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36C00FC0-CAD4-C58D-B30F-B94BB7E770A5}"/>
              </a:ext>
            </a:extLst>
          </p:cNvPr>
          <p:cNvGrpSpPr/>
          <p:nvPr/>
        </p:nvGrpSpPr>
        <p:grpSpPr>
          <a:xfrm>
            <a:off x="1218704" y="2351106"/>
            <a:ext cx="713520" cy="539640"/>
            <a:chOff x="1218704" y="2351106"/>
            <a:chExt cx="713520" cy="539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2A3B569E-3DBE-642C-2359-CB7D976D48B4}"/>
                    </a:ext>
                  </a:extLst>
                </p14:cNvPr>
                <p14:cNvContentPartPr/>
                <p14:nvPr/>
              </p14:nvContentPartPr>
              <p14:xfrm>
                <a:off x="1218704" y="2700306"/>
                <a:ext cx="136440" cy="1904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2A3B569E-3DBE-642C-2359-CB7D976D48B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201064" y="2682666"/>
                  <a:ext cx="17208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ABB3E63-E83B-901A-F753-53FA0E0A1DC4}"/>
                    </a:ext>
                  </a:extLst>
                </p14:cNvPr>
                <p14:cNvContentPartPr/>
                <p14:nvPr/>
              </p14:nvContentPartPr>
              <p14:xfrm>
                <a:off x="1369184" y="2630826"/>
                <a:ext cx="219240" cy="1537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ABB3E63-E83B-901A-F753-53FA0E0A1DC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351544" y="2612826"/>
                  <a:ext cx="25488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07483B23-D805-681C-7A38-F3F39BDAD2F8}"/>
                    </a:ext>
                  </a:extLst>
                </p14:cNvPr>
                <p14:cNvContentPartPr/>
                <p14:nvPr/>
              </p14:nvContentPartPr>
              <p14:xfrm>
                <a:off x="1654304" y="2528946"/>
                <a:ext cx="123840" cy="1548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07483B23-D805-681C-7A38-F3F39BDAD2F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636664" y="2511306"/>
                  <a:ext cx="15948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6DB96A4-EE3F-D2C5-778A-B348C8FC6912}"/>
                    </a:ext>
                  </a:extLst>
                </p14:cNvPr>
                <p14:cNvContentPartPr/>
                <p14:nvPr/>
              </p14:nvContentPartPr>
              <p14:xfrm>
                <a:off x="1724864" y="2397906"/>
                <a:ext cx="100080" cy="135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6DB96A4-EE3F-D2C5-778A-B348C8FC691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707224" y="2380266"/>
                  <a:ext cx="13572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CE2F299-87CB-BEEE-C160-5DC272B63185}"/>
                    </a:ext>
                  </a:extLst>
                </p14:cNvPr>
                <p14:cNvContentPartPr/>
                <p14:nvPr/>
              </p14:nvContentPartPr>
              <p14:xfrm>
                <a:off x="1815584" y="2351106"/>
                <a:ext cx="116640" cy="2019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CE2F299-87CB-BEEE-C160-5DC272B6318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797944" y="2333106"/>
                  <a:ext cx="152280" cy="23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A840985-676A-3913-D5A3-BB5087EC5ABF}"/>
              </a:ext>
            </a:extLst>
          </p:cNvPr>
          <p:cNvGrpSpPr/>
          <p:nvPr/>
        </p:nvGrpSpPr>
        <p:grpSpPr>
          <a:xfrm>
            <a:off x="7802384" y="1600146"/>
            <a:ext cx="750240" cy="267120"/>
            <a:chOff x="7802384" y="1600146"/>
            <a:chExt cx="750240" cy="26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D9F1A24-5AE3-5EE9-DAD2-7B4C2FFE0ADC}"/>
                    </a:ext>
                  </a:extLst>
                </p14:cNvPr>
                <p14:cNvContentPartPr/>
                <p14:nvPr/>
              </p14:nvContentPartPr>
              <p14:xfrm>
                <a:off x="7802384" y="1600146"/>
                <a:ext cx="237240" cy="2671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D9F1A24-5AE3-5EE9-DAD2-7B4C2FFE0AD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784384" y="1582506"/>
                  <a:ext cx="27288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BDCEDCE-651E-C39B-18BB-37120B12A97F}"/>
                    </a:ext>
                  </a:extLst>
                </p14:cNvPr>
                <p14:cNvContentPartPr/>
                <p14:nvPr/>
              </p14:nvContentPartPr>
              <p14:xfrm>
                <a:off x="8056544" y="1744146"/>
                <a:ext cx="191880" cy="936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BDCEDCE-651E-C39B-18BB-37120B12A97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038544" y="1726146"/>
                  <a:ext cx="22752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668A57EB-2A35-5DFC-5E86-ABCA4D210E67}"/>
                    </a:ext>
                  </a:extLst>
                </p14:cNvPr>
                <p14:cNvContentPartPr/>
                <p14:nvPr/>
              </p14:nvContentPartPr>
              <p14:xfrm>
                <a:off x="8261744" y="1685466"/>
                <a:ext cx="71280" cy="694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668A57EB-2A35-5DFC-5E86-ABCA4D210E6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244104" y="1667466"/>
                  <a:ext cx="10692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B03E9D9-DB06-2979-6456-FC10C615139C}"/>
                    </a:ext>
                  </a:extLst>
                </p14:cNvPr>
                <p14:cNvContentPartPr/>
                <p14:nvPr/>
              </p14:nvContentPartPr>
              <p14:xfrm>
                <a:off x="8433824" y="1641906"/>
                <a:ext cx="118800" cy="2210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B03E9D9-DB06-2979-6456-FC10C615139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416184" y="1624266"/>
                  <a:ext cx="154440" cy="256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4F70109F-62B8-66E3-6C96-72C5E11394FE}"/>
                  </a:ext>
                </a:extLst>
              </p14:cNvPr>
              <p14:cNvContentPartPr/>
              <p14:nvPr/>
            </p14:nvContentPartPr>
            <p14:xfrm>
              <a:off x="8651264" y="1593306"/>
              <a:ext cx="130680" cy="14184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4F70109F-62B8-66E3-6C96-72C5E11394FE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8633264" y="1575666"/>
                <a:ext cx="166320" cy="177480"/>
              </a:xfrm>
              <a:prstGeom prst="rect">
                <a:avLst/>
              </a:prstGeom>
            </p:spPr>
          </p:pic>
        </mc:Fallback>
      </mc:AlternateContent>
      <p:grpSp>
        <p:nvGrpSpPr>
          <p:cNvPr id="27" name="Group 26">
            <a:extLst>
              <a:ext uri="{FF2B5EF4-FFF2-40B4-BE49-F238E27FC236}">
                <a16:creationId xmlns:a16="http://schemas.microsoft.com/office/drawing/2014/main" id="{1FDAAEDC-2F40-541C-F9E7-E0BDC13170C7}"/>
              </a:ext>
            </a:extLst>
          </p:cNvPr>
          <p:cNvGrpSpPr/>
          <p:nvPr/>
        </p:nvGrpSpPr>
        <p:grpSpPr>
          <a:xfrm>
            <a:off x="8819744" y="1837026"/>
            <a:ext cx="957240" cy="389520"/>
            <a:chOff x="8819744" y="1837026"/>
            <a:chExt cx="957240" cy="389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6A0BED32-DBA8-380E-8805-84FECC621C32}"/>
                    </a:ext>
                  </a:extLst>
                </p14:cNvPr>
                <p14:cNvContentPartPr/>
                <p14:nvPr/>
              </p14:nvContentPartPr>
              <p14:xfrm>
                <a:off x="8819744" y="1964106"/>
                <a:ext cx="234360" cy="2530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6A0BED32-DBA8-380E-8805-84FECC621C32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802104" y="1946466"/>
                  <a:ext cx="27000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433A5D0-0536-E05D-6890-2EC9FC2204A5}"/>
                    </a:ext>
                  </a:extLst>
                </p14:cNvPr>
                <p14:cNvContentPartPr/>
                <p14:nvPr/>
              </p14:nvContentPartPr>
              <p14:xfrm>
                <a:off x="9009464" y="1986786"/>
                <a:ext cx="20520" cy="478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433A5D0-0536-E05D-6890-2EC9FC2204A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991464" y="1968786"/>
                  <a:ext cx="5616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03E1BA7-5C27-03B0-296C-47AAAFFDA749}"/>
                    </a:ext>
                  </a:extLst>
                </p14:cNvPr>
                <p14:cNvContentPartPr/>
                <p14:nvPr/>
              </p14:nvContentPartPr>
              <p14:xfrm>
                <a:off x="9145184" y="2053386"/>
                <a:ext cx="102960" cy="1731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03E1BA7-5C27-03B0-296C-47AAAFFDA74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127544" y="2035386"/>
                  <a:ext cx="13860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2049172-CDEE-D8C5-A3AD-48B9B575C0CF}"/>
                    </a:ext>
                  </a:extLst>
                </p14:cNvPr>
                <p14:cNvContentPartPr/>
                <p14:nvPr/>
              </p14:nvContentPartPr>
              <p14:xfrm>
                <a:off x="9326264" y="2042226"/>
                <a:ext cx="8640" cy="10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2049172-CDEE-D8C5-A3AD-48B9B575C0C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308624" y="2024586"/>
                  <a:ext cx="4428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8D3341A3-E34B-4FF9-4DBA-8392C22182CF}"/>
                    </a:ext>
                  </a:extLst>
                </p14:cNvPr>
                <p14:cNvContentPartPr/>
                <p14:nvPr/>
              </p14:nvContentPartPr>
              <p14:xfrm>
                <a:off x="9356144" y="2020986"/>
                <a:ext cx="143640" cy="968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8D3341A3-E34B-4FF9-4DBA-8392C22182CF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338504" y="2003346"/>
                  <a:ext cx="17928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CD77723-A07B-D168-C4DB-5CCBBECE2796}"/>
                    </a:ext>
                  </a:extLst>
                </p14:cNvPr>
                <p14:cNvContentPartPr/>
                <p14:nvPr/>
              </p14:nvContentPartPr>
              <p14:xfrm>
                <a:off x="9546584" y="1837026"/>
                <a:ext cx="230400" cy="2746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CD77723-A07B-D168-C4DB-5CCBBECE279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528584" y="1819026"/>
                  <a:ext cx="266040" cy="310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928BAE01-874C-3030-62F8-4E04A5A9B4FC}"/>
                  </a:ext>
                </a:extLst>
              </p14:cNvPr>
              <p14:cNvContentPartPr/>
              <p14:nvPr/>
            </p14:nvContentPartPr>
            <p14:xfrm>
              <a:off x="9966704" y="2001906"/>
              <a:ext cx="12240" cy="1116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928BAE01-874C-3030-62F8-4E04A5A9B4FC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9948704" y="1983906"/>
                <a:ext cx="47880" cy="46800"/>
              </a:xfrm>
              <a:prstGeom prst="rect">
                <a:avLst/>
              </a:prstGeom>
            </p:spPr>
          </p:pic>
        </mc:Fallback>
      </mc:AlternateContent>
      <p:grpSp>
        <p:nvGrpSpPr>
          <p:cNvPr id="55" name="Group 54">
            <a:extLst>
              <a:ext uri="{FF2B5EF4-FFF2-40B4-BE49-F238E27FC236}">
                <a16:creationId xmlns:a16="http://schemas.microsoft.com/office/drawing/2014/main" id="{76922E47-112B-FBAF-2D16-9BA2CBBB4F5E}"/>
              </a:ext>
            </a:extLst>
          </p:cNvPr>
          <p:cNvGrpSpPr/>
          <p:nvPr/>
        </p:nvGrpSpPr>
        <p:grpSpPr>
          <a:xfrm>
            <a:off x="2956424" y="960426"/>
            <a:ext cx="2128320" cy="3963960"/>
            <a:chOff x="2956424" y="960426"/>
            <a:chExt cx="2128320" cy="3963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390A37E4-5B4F-93F9-D03D-74D6F00507F3}"/>
                    </a:ext>
                  </a:extLst>
                </p14:cNvPr>
                <p14:cNvContentPartPr/>
                <p14:nvPr/>
              </p14:nvContentPartPr>
              <p14:xfrm>
                <a:off x="4371224" y="1632906"/>
                <a:ext cx="98640" cy="10436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390A37E4-5B4F-93F9-D03D-74D6F00507F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353584" y="1614906"/>
                  <a:ext cx="134280" cy="10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2405EC1-07BA-672E-933F-27C2C133789B}"/>
                    </a:ext>
                  </a:extLst>
                </p14:cNvPr>
                <p14:cNvContentPartPr/>
                <p14:nvPr/>
              </p14:nvContentPartPr>
              <p14:xfrm>
                <a:off x="3670304" y="2582946"/>
                <a:ext cx="766080" cy="1609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2405EC1-07BA-672E-933F-27C2C133789B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652304" y="2564946"/>
                  <a:ext cx="8017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2A36A40-837D-EA5F-306D-CD1E579A8F50}"/>
                    </a:ext>
                  </a:extLst>
                </p14:cNvPr>
                <p14:cNvContentPartPr/>
                <p14:nvPr/>
              </p14:nvContentPartPr>
              <p14:xfrm>
                <a:off x="3816104" y="2724426"/>
                <a:ext cx="64080" cy="7642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2A36A40-837D-EA5F-306D-CD1E579A8F5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798464" y="2706786"/>
                  <a:ext cx="99720" cy="79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081E4BA-0BD9-34AC-D729-BEFEF363CDFA}"/>
                    </a:ext>
                  </a:extLst>
                </p14:cNvPr>
                <p14:cNvContentPartPr/>
                <p14:nvPr/>
              </p14:nvContentPartPr>
              <p14:xfrm>
                <a:off x="3838784" y="3465666"/>
                <a:ext cx="622440" cy="345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081E4BA-0BD9-34AC-D729-BEFEF363CDF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821144" y="3447666"/>
                  <a:ext cx="65808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05AC2AA2-BF96-AAA8-5AA6-0E21C7F2B731}"/>
                    </a:ext>
                  </a:extLst>
                </p14:cNvPr>
                <p14:cNvContentPartPr/>
                <p14:nvPr/>
              </p14:nvContentPartPr>
              <p14:xfrm>
                <a:off x="4481744" y="3357666"/>
                <a:ext cx="173160" cy="14266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05AC2AA2-BF96-AAA8-5AA6-0E21C7F2B73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464104" y="3339666"/>
                  <a:ext cx="208800" cy="146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34A49E6-3962-9B62-051B-700E41284424}"/>
                    </a:ext>
                  </a:extLst>
                </p14:cNvPr>
                <p14:cNvContentPartPr/>
                <p14:nvPr/>
              </p14:nvContentPartPr>
              <p14:xfrm>
                <a:off x="3492104" y="2760786"/>
                <a:ext cx="156960" cy="7344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34A49E6-3962-9B62-051B-700E4128442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474464" y="2742786"/>
                  <a:ext cx="192600" cy="77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0F6FE5CA-1AAE-CA5A-86AC-E585371DBD51}"/>
                    </a:ext>
                  </a:extLst>
                </p14:cNvPr>
                <p14:cNvContentPartPr/>
                <p14:nvPr/>
              </p14:nvContentPartPr>
              <p14:xfrm>
                <a:off x="3011864" y="3078666"/>
                <a:ext cx="568800" cy="284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0F6FE5CA-1AAE-CA5A-86AC-E585371DBD5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993864" y="3061026"/>
                  <a:ext cx="60444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A73E9C8-F539-6034-BA34-542610E613E0}"/>
                    </a:ext>
                  </a:extLst>
                </p14:cNvPr>
                <p14:cNvContentPartPr/>
                <p14:nvPr/>
              </p14:nvContentPartPr>
              <p14:xfrm>
                <a:off x="2956424" y="3071106"/>
                <a:ext cx="102240" cy="950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A73E9C8-F539-6034-BA34-542610E613E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938424" y="3053106"/>
                  <a:ext cx="13788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D5C77619-B9C6-2FBE-45AA-B6E936627F52}"/>
                    </a:ext>
                  </a:extLst>
                </p14:cNvPr>
                <p14:cNvContentPartPr/>
                <p14:nvPr/>
              </p14:nvContentPartPr>
              <p14:xfrm>
                <a:off x="2959304" y="2475306"/>
                <a:ext cx="263880" cy="2523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D5C77619-B9C6-2FBE-45AA-B6E936627F5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941304" y="2457306"/>
                  <a:ext cx="299520" cy="28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AEE6AC06-478A-109E-4C2B-71CC87377BB5}"/>
                    </a:ext>
                  </a:extLst>
                </p14:cNvPr>
                <p14:cNvContentPartPr/>
                <p14:nvPr/>
              </p14:nvContentPartPr>
              <p14:xfrm>
                <a:off x="4526384" y="1748106"/>
                <a:ext cx="150120" cy="2696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AEE6AC06-478A-109E-4C2B-71CC87377BB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508744" y="1730466"/>
                  <a:ext cx="185760" cy="30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B896DA6-9C6D-7AAE-05CE-D2C005B438C0}"/>
                    </a:ext>
                  </a:extLst>
                </p14:cNvPr>
                <p14:cNvContentPartPr/>
                <p14:nvPr/>
              </p14:nvContentPartPr>
              <p14:xfrm>
                <a:off x="4687664" y="4115106"/>
                <a:ext cx="201960" cy="993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B896DA6-9C6D-7AAE-05CE-D2C005B438C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670024" y="4097466"/>
                  <a:ext cx="23760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864FDBE-8F08-CE19-50A1-C3EAD683027A}"/>
                    </a:ext>
                  </a:extLst>
                </p14:cNvPr>
                <p14:cNvContentPartPr/>
                <p14:nvPr/>
              </p14:nvContentPartPr>
              <p14:xfrm>
                <a:off x="4679384" y="3997386"/>
                <a:ext cx="113040" cy="2761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864FDBE-8F08-CE19-50A1-C3EAD683027A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661744" y="3979746"/>
                  <a:ext cx="14868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FD08925-6FB3-70D6-5BE4-15BDA6AC3A15}"/>
                    </a:ext>
                  </a:extLst>
                </p14:cNvPr>
                <p14:cNvContentPartPr/>
                <p14:nvPr/>
              </p14:nvContentPartPr>
              <p14:xfrm>
                <a:off x="4691984" y="4052466"/>
                <a:ext cx="178200" cy="2023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FD08925-6FB3-70D6-5BE4-15BDA6AC3A1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673984" y="4034826"/>
                  <a:ext cx="21384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66ADDD1D-A6FD-B36A-E253-8C3C4E57E59A}"/>
                    </a:ext>
                  </a:extLst>
                </p14:cNvPr>
                <p14:cNvContentPartPr/>
                <p14:nvPr/>
              </p14:nvContentPartPr>
              <p14:xfrm>
                <a:off x="4865144" y="4219506"/>
                <a:ext cx="5760" cy="54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66ADDD1D-A6FD-B36A-E253-8C3C4E57E59A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847504" y="4201506"/>
                  <a:ext cx="4140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245181D-00AA-6976-CAE8-CB11A14C8875}"/>
                    </a:ext>
                  </a:extLst>
                </p14:cNvPr>
                <p14:cNvContentPartPr/>
                <p14:nvPr/>
              </p14:nvContentPartPr>
              <p14:xfrm>
                <a:off x="4254584" y="1180386"/>
                <a:ext cx="116640" cy="4813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245181D-00AA-6976-CAE8-CB11A14C887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236584" y="1162386"/>
                  <a:ext cx="152280" cy="51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FE90620-66C8-9994-8E02-F60D40D114A7}"/>
                    </a:ext>
                  </a:extLst>
                </p14:cNvPr>
                <p14:cNvContentPartPr/>
                <p14:nvPr/>
              </p14:nvContentPartPr>
              <p14:xfrm>
                <a:off x="3836624" y="960426"/>
                <a:ext cx="954720" cy="2534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FE90620-66C8-9994-8E02-F60D40D114A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818624" y="942426"/>
                  <a:ext cx="99036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E23E172-7721-937E-0F5B-D41F3E9056C5}"/>
                    </a:ext>
                  </a:extLst>
                </p14:cNvPr>
                <p14:cNvContentPartPr/>
                <p14:nvPr/>
              </p14:nvContentPartPr>
              <p14:xfrm>
                <a:off x="4676864" y="4752306"/>
                <a:ext cx="42840" cy="1720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E23E172-7721-937E-0F5B-D41F3E9056C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659224" y="4734306"/>
                  <a:ext cx="7848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EA788E93-C342-25FA-0ADC-46ECF4D2A337}"/>
                    </a:ext>
                  </a:extLst>
                </p14:cNvPr>
                <p14:cNvContentPartPr/>
                <p14:nvPr/>
              </p14:nvContentPartPr>
              <p14:xfrm>
                <a:off x="4478504" y="3366666"/>
                <a:ext cx="606240" cy="1011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EA788E93-C342-25FA-0ADC-46ECF4D2A33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460504" y="3348666"/>
                  <a:ext cx="641880" cy="13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10671994-741F-1B54-E223-02D080D66A6E}"/>
              </a:ext>
            </a:extLst>
          </p:cNvPr>
          <p:cNvGrpSpPr/>
          <p:nvPr/>
        </p:nvGrpSpPr>
        <p:grpSpPr>
          <a:xfrm>
            <a:off x="4631144" y="4858146"/>
            <a:ext cx="482760" cy="1199880"/>
            <a:chOff x="4631144" y="4858146"/>
            <a:chExt cx="482760" cy="1199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F131C5ED-7F93-6538-0193-1999D8CB8CB2}"/>
                    </a:ext>
                  </a:extLst>
                </p14:cNvPr>
                <p14:cNvContentPartPr/>
                <p14:nvPr/>
              </p14:nvContentPartPr>
              <p14:xfrm>
                <a:off x="4631144" y="4858146"/>
                <a:ext cx="156600" cy="5090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F131C5ED-7F93-6538-0193-1999D8CB8CB2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613144" y="4840506"/>
                  <a:ext cx="192240" cy="54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52CDA4B-191F-7566-B710-696D88FCC2C8}"/>
                    </a:ext>
                  </a:extLst>
                </p14:cNvPr>
                <p14:cNvContentPartPr/>
                <p14:nvPr/>
              </p14:nvContentPartPr>
              <p14:xfrm>
                <a:off x="4781624" y="5353146"/>
                <a:ext cx="105480" cy="4053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52CDA4B-191F-7566-B710-696D88FCC2C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763624" y="5335146"/>
                  <a:ext cx="141120" cy="44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2296CA5C-8700-6B77-7AEF-258396867E3C}"/>
                    </a:ext>
                  </a:extLst>
                </p14:cNvPr>
                <p14:cNvContentPartPr/>
                <p14:nvPr/>
              </p14:nvContentPartPr>
              <p14:xfrm>
                <a:off x="4724384" y="5829066"/>
                <a:ext cx="319320" cy="306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2296CA5C-8700-6B77-7AEF-258396867E3C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706384" y="5811066"/>
                  <a:ext cx="35496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CC9CAA5-577A-3994-86AD-66BBC3524E78}"/>
                    </a:ext>
                  </a:extLst>
                </p14:cNvPr>
                <p14:cNvContentPartPr/>
                <p14:nvPr/>
              </p14:nvContentPartPr>
              <p14:xfrm>
                <a:off x="4752104" y="5859306"/>
                <a:ext cx="233640" cy="1666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CCC9CAA5-577A-3994-86AD-66BBC3524E7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734464" y="5841306"/>
                  <a:ext cx="26928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E27F4CF1-7AE0-1BB1-60C4-E3ADF9D8344B}"/>
                    </a:ext>
                  </a:extLst>
                </p14:cNvPr>
                <p14:cNvContentPartPr/>
                <p14:nvPr/>
              </p14:nvContentPartPr>
              <p14:xfrm>
                <a:off x="4990784" y="5829786"/>
                <a:ext cx="123120" cy="2282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E27F4CF1-7AE0-1BB1-60C4-E3ADF9D8344B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973144" y="5812146"/>
                  <a:ext cx="158760" cy="2638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6305565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>
            <a:extLst>
              <a:ext uri="{FF2B5EF4-FFF2-40B4-BE49-F238E27FC236}">
                <a16:creationId xmlns:a16="http://schemas.microsoft.com/office/drawing/2014/main" id="{E43EECE2-2EBA-E4B9-6F2F-75A018435AB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-298893"/>
            <a:ext cx="7772400" cy="1143000"/>
          </a:xfrm>
        </p:spPr>
        <p:txBody>
          <a:bodyPr/>
          <a:lstStyle/>
          <a:p>
            <a:r>
              <a:rPr lang="en-US" altLang="en-US" dirty="0"/>
              <a:t>1956 Physics Nobel Prize</a:t>
            </a:r>
          </a:p>
        </p:txBody>
      </p:sp>
      <p:pic>
        <p:nvPicPr>
          <p:cNvPr id="19459" name="Picture 4">
            <a:extLst>
              <a:ext uri="{FF2B5EF4-FFF2-40B4-BE49-F238E27FC236}">
                <a16:creationId xmlns:a16="http://schemas.microsoft.com/office/drawing/2014/main" id="{C8DD5538-76D2-FC1E-8C10-81BF2EE45F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58" t="11806" r="42578" b="23958"/>
          <a:stretch>
            <a:fillRect/>
          </a:stretch>
        </p:blipFill>
        <p:spPr bwMode="auto">
          <a:xfrm>
            <a:off x="3644900" y="1244600"/>
            <a:ext cx="5156200" cy="4699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3" name="Text Box 3">
            <a:extLst>
              <a:ext uri="{FF2B5EF4-FFF2-40B4-BE49-F238E27FC236}">
                <a16:creationId xmlns:a16="http://schemas.microsoft.com/office/drawing/2014/main" id="{1BA4A615-D947-DC3D-C951-71ADBBBD10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6917151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dirty="0">
                <a:solidFill>
                  <a:srgbClr val="991B1E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Invention of the Field-Effect Transistor</a:t>
            </a:r>
          </a:p>
        </p:txBody>
      </p:sp>
      <p:sp>
        <p:nvSpPr>
          <p:cNvPr id="20484" name="Text Box 4">
            <a:extLst>
              <a:ext uri="{FF2B5EF4-FFF2-40B4-BE49-F238E27FC236}">
                <a16:creationId xmlns:a16="http://schemas.microsoft.com/office/drawing/2014/main" id="{DA5A3157-6C38-FDCB-2DDC-34ACFF5EFA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84943" y="5491717"/>
            <a:ext cx="6947608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 dirty="0"/>
              <a:t>In 1935, a British patent was issued to Oskar Heil. 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400" dirty="0"/>
              <a:t>A working MOSFET was not demonstrated until 1955.</a:t>
            </a:r>
          </a:p>
        </p:txBody>
      </p:sp>
      <p:pic>
        <p:nvPicPr>
          <p:cNvPr id="20485" name="Picture 5">
            <a:extLst>
              <a:ext uri="{FF2B5EF4-FFF2-40B4-BE49-F238E27FC236}">
                <a16:creationId xmlns:a16="http://schemas.microsoft.com/office/drawing/2014/main" id="{F7E4066F-8503-1554-E4DB-AF9AE9AF75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1" y="1160463"/>
            <a:ext cx="5667375" cy="3871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4">
            <a:extLst>
              <a:ext uri="{FF2B5EF4-FFF2-40B4-BE49-F238E27FC236}">
                <a16:creationId xmlns:a16="http://schemas.microsoft.com/office/drawing/2014/main" id="{31D76BB7-4D15-A550-83C1-4C341AE1CB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30"/>
          <a:stretch>
            <a:fillRect/>
          </a:stretch>
        </p:blipFill>
        <p:spPr bwMode="auto">
          <a:xfrm>
            <a:off x="502919" y="300990"/>
            <a:ext cx="9517897" cy="62560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7E9E1581-E150-5656-948A-28D3B36A3FD9}"/>
              </a:ext>
            </a:extLst>
          </p:cNvPr>
          <p:cNvGrpSpPr/>
          <p:nvPr/>
        </p:nvGrpSpPr>
        <p:grpSpPr>
          <a:xfrm>
            <a:off x="1069664" y="73169"/>
            <a:ext cx="1968840" cy="1329120"/>
            <a:chOff x="1069664" y="73169"/>
            <a:chExt cx="1968840" cy="132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9CB083B0-4474-BAAB-22E3-9219A59A7D61}"/>
                    </a:ext>
                  </a:extLst>
                </p14:cNvPr>
                <p14:cNvContentPartPr/>
                <p14:nvPr/>
              </p14:nvContentPartPr>
              <p14:xfrm>
                <a:off x="1069664" y="191609"/>
                <a:ext cx="1968840" cy="102456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9CB083B0-4474-BAAB-22E3-9219A59A7D61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052024" y="173609"/>
                  <a:ext cx="2004480" cy="10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9250ACBF-778F-3C9C-CF9C-93A9068DE692}"/>
                    </a:ext>
                  </a:extLst>
                </p14:cNvPr>
                <p14:cNvContentPartPr/>
                <p14:nvPr/>
              </p14:nvContentPartPr>
              <p14:xfrm>
                <a:off x="1603544" y="73169"/>
                <a:ext cx="1181520" cy="10983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9250ACBF-778F-3C9C-CF9C-93A9068DE692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585904" y="55169"/>
                  <a:ext cx="1217160" cy="11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8A56A2EC-E1B1-39ED-AACC-6AC707B34593}"/>
                    </a:ext>
                  </a:extLst>
                </p14:cNvPr>
                <p14:cNvContentPartPr/>
                <p14:nvPr/>
              </p14:nvContentPartPr>
              <p14:xfrm>
                <a:off x="1516424" y="150209"/>
                <a:ext cx="1307520" cy="125208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8A56A2EC-E1B1-39ED-AACC-6AC707B3459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498784" y="132209"/>
                  <a:ext cx="1343160" cy="1287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01D5D251-E2A4-EC1F-8E10-F46392506248}"/>
                  </a:ext>
                </a:extLst>
              </p14:cNvPr>
              <p14:cNvContentPartPr/>
              <p14:nvPr/>
            </p14:nvContentPartPr>
            <p14:xfrm>
              <a:off x="9605624" y="2999249"/>
              <a:ext cx="2062800" cy="24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01D5D251-E2A4-EC1F-8E10-F4639250624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9587984" y="2981609"/>
                <a:ext cx="2098440" cy="59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0DC976D9-4E01-3F9F-0F39-20F68895D9FB}"/>
              </a:ext>
            </a:extLst>
          </p:cNvPr>
          <p:cNvGrpSpPr/>
          <p:nvPr/>
        </p:nvGrpSpPr>
        <p:grpSpPr>
          <a:xfrm>
            <a:off x="10388624" y="4330169"/>
            <a:ext cx="1076400" cy="284040"/>
            <a:chOff x="10388624" y="4330169"/>
            <a:chExt cx="1076400" cy="28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E51CCB4-E642-0D1A-D54E-A10B68CBDE39}"/>
                    </a:ext>
                  </a:extLst>
                </p14:cNvPr>
                <p14:cNvContentPartPr/>
                <p14:nvPr/>
              </p14:nvContentPartPr>
              <p14:xfrm>
                <a:off x="10388624" y="4378049"/>
                <a:ext cx="116280" cy="236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E51CCB4-E642-0D1A-D54E-A10B68CBDE39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0370984" y="4360409"/>
                  <a:ext cx="15192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D676EC1-8A47-9947-5D78-30A6CCC2F581}"/>
                    </a:ext>
                  </a:extLst>
                </p14:cNvPr>
                <p14:cNvContentPartPr/>
                <p14:nvPr/>
              </p14:nvContentPartPr>
              <p14:xfrm>
                <a:off x="10585904" y="4486769"/>
                <a:ext cx="12600" cy="990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D676EC1-8A47-9947-5D78-30A6CCC2F581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0567904" y="4468769"/>
                  <a:ext cx="4824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D911E9A-5545-2348-AB73-70C9276AF53F}"/>
                    </a:ext>
                  </a:extLst>
                </p14:cNvPr>
                <p14:cNvContentPartPr/>
                <p14:nvPr/>
              </p14:nvContentPartPr>
              <p14:xfrm>
                <a:off x="10590944" y="4344569"/>
                <a:ext cx="29160" cy="158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D911E9A-5545-2348-AB73-70C9276AF53F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0572944" y="4326569"/>
                  <a:ext cx="6480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E95CF76-E99F-C920-8A12-42C9929E6EC4}"/>
                    </a:ext>
                  </a:extLst>
                </p14:cNvPr>
                <p14:cNvContentPartPr/>
                <p14:nvPr/>
              </p14:nvContentPartPr>
              <p14:xfrm>
                <a:off x="10705424" y="4330529"/>
                <a:ext cx="50760" cy="2278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E95CF76-E99F-C920-8A12-42C9929E6EC4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0687784" y="4312889"/>
                  <a:ext cx="8640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C6300F6-B460-5605-1182-B44494721DAC}"/>
                    </a:ext>
                  </a:extLst>
                </p14:cNvPr>
                <p14:cNvContentPartPr/>
                <p14:nvPr/>
              </p14:nvContentPartPr>
              <p14:xfrm>
                <a:off x="10835384" y="4460849"/>
                <a:ext cx="34920" cy="964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C6300F6-B460-5605-1182-B44494721DAC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0817744" y="4443209"/>
                  <a:ext cx="7056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C4B2531-2364-5B62-CDCB-7E407494862C}"/>
                    </a:ext>
                  </a:extLst>
                </p14:cNvPr>
                <p14:cNvContentPartPr/>
                <p14:nvPr/>
              </p14:nvContentPartPr>
              <p14:xfrm>
                <a:off x="10854104" y="4330169"/>
                <a:ext cx="25200" cy="572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C4B2531-2364-5B62-CDCB-7E407494862C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0836464" y="4312169"/>
                  <a:ext cx="6084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468F2B4-5B6A-1820-3E08-37F0035C881E}"/>
                    </a:ext>
                  </a:extLst>
                </p14:cNvPr>
                <p14:cNvContentPartPr/>
                <p14:nvPr/>
              </p14:nvContentPartPr>
              <p14:xfrm>
                <a:off x="11000264" y="4433129"/>
                <a:ext cx="41760" cy="1263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468F2B4-5B6A-1820-3E08-37F0035C881E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0982624" y="4415129"/>
                  <a:ext cx="774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2012F48-D30F-046C-7A14-B732C5E62F4D}"/>
                    </a:ext>
                  </a:extLst>
                </p14:cNvPr>
                <p14:cNvContentPartPr/>
                <p14:nvPr/>
              </p14:nvContentPartPr>
              <p14:xfrm>
                <a:off x="11146064" y="4459049"/>
                <a:ext cx="115200" cy="1209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2012F48-D30F-046C-7A14-B732C5E62F4D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1128424" y="4441049"/>
                  <a:ext cx="15084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5F337EF-6C8B-25ED-5B64-4B5E593642D8}"/>
                    </a:ext>
                  </a:extLst>
                </p14:cNvPr>
                <p14:cNvContentPartPr/>
                <p14:nvPr/>
              </p14:nvContentPartPr>
              <p14:xfrm>
                <a:off x="11309504" y="4421969"/>
                <a:ext cx="155520" cy="961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5F337EF-6C8B-25ED-5B64-4B5E593642D8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1291504" y="4404329"/>
                  <a:ext cx="191160" cy="131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935A87E-39AF-90DB-6CBD-4046E7C6A3C8}"/>
              </a:ext>
            </a:extLst>
          </p:cNvPr>
          <p:cNvGrpSpPr/>
          <p:nvPr/>
        </p:nvGrpSpPr>
        <p:grpSpPr>
          <a:xfrm>
            <a:off x="9789224" y="2248289"/>
            <a:ext cx="2363760" cy="1437480"/>
            <a:chOff x="9789224" y="2248289"/>
            <a:chExt cx="2363760" cy="1437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4715FA2-161B-C32D-5D48-83FAD11457B2}"/>
                    </a:ext>
                  </a:extLst>
                </p14:cNvPr>
                <p14:cNvContentPartPr/>
                <p14:nvPr/>
              </p14:nvContentPartPr>
              <p14:xfrm>
                <a:off x="9857984" y="3025169"/>
                <a:ext cx="407880" cy="6606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4715FA2-161B-C32D-5D48-83FAD11457B2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839984" y="3007169"/>
                  <a:ext cx="443520" cy="69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5151CE8-11E1-8EF8-C93F-9D2A544D0B7A}"/>
                    </a:ext>
                  </a:extLst>
                </p14:cNvPr>
                <p14:cNvContentPartPr/>
                <p14:nvPr/>
              </p14:nvContentPartPr>
              <p14:xfrm>
                <a:off x="9789224" y="3159809"/>
                <a:ext cx="156960" cy="2584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5151CE8-11E1-8EF8-C93F-9D2A544D0B7A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771584" y="3141809"/>
                  <a:ext cx="19260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1446C18-7B81-FFA1-DFB5-0D5080FE039A}"/>
                    </a:ext>
                  </a:extLst>
                </p14:cNvPr>
                <p14:cNvContentPartPr/>
                <p14:nvPr/>
              </p14:nvContentPartPr>
              <p14:xfrm>
                <a:off x="11125184" y="3031649"/>
                <a:ext cx="623880" cy="5436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1446C18-7B81-FFA1-DFB5-0D5080FE039A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1107544" y="3013649"/>
                  <a:ext cx="659520" cy="57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93A5CB2-72C0-51F5-314F-04BD0FD170CA}"/>
                    </a:ext>
                  </a:extLst>
                </p14:cNvPr>
                <p14:cNvContentPartPr/>
                <p14:nvPr/>
              </p14:nvContentPartPr>
              <p14:xfrm>
                <a:off x="11399504" y="3147929"/>
                <a:ext cx="98280" cy="2350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93A5CB2-72C0-51F5-314F-04BD0FD170CA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1381864" y="3129929"/>
                  <a:ext cx="13392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9FBC540-5B0A-DC06-CFDE-6C8C2817CA7E}"/>
                    </a:ext>
                  </a:extLst>
                </p14:cNvPr>
                <p14:cNvContentPartPr/>
                <p14:nvPr/>
              </p14:nvContentPartPr>
              <p14:xfrm>
                <a:off x="11450264" y="3158369"/>
                <a:ext cx="167400" cy="2008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9FBC540-5B0A-DC06-CFDE-6C8C2817CA7E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1432264" y="3140369"/>
                  <a:ext cx="20304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17F73318-64C9-8882-8120-9AA93B184708}"/>
                    </a:ext>
                  </a:extLst>
                </p14:cNvPr>
                <p14:cNvContentPartPr/>
                <p14:nvPr/>
              </p14:nvContentPartPr>
              <p14:xfrm>
                <a:off x="10220144" y="2843729"/>
                <a:ext cx="16920" cy="1861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17F73318-64C9-8882-8120-9AA93B184708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202504" y="2826089"/>
                  <a:ext cx="5256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E7C8DA72-4A9F-37AB-B4FB-6956BD47922B}"/>
                    </a:ext>
                  </a:extLst>
                </p14:cNvPr>
                <p14:cNvContentPartPr/>
                <p14:nvPr/>
              </p14:nvContentPartPr>
              <p14:xfrm>
                <a:off x="10189544" y="2832929"/>
                <a:ext cx="934200" cy="396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E7C8DA72-4A9F-37AB-B4FB-6956BD47922B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171544" y="2814929"/>
                  <a:ext cx="96984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8C065CE-82D9-E5C8-A5DA-002AF5297C65}"/>
                    </a:ext>
                  </a:extLst>
                </p14:cNvPr>
                <p14:cNvContentPartPr/>
                <p14:nvPr/>
              </p14:nvContentPartPr>
              <p14:xfrm>
                <a:off x="11092424" y="2842289"/>
                <a:ext cx="54000" cy="1630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8C065CE-82D9-E5C8-A5DA-002AF5297C65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1074784" y="2824289"/>
                  <a:ext cx="8964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51CA398-074E-514E-698B-7517C313A349}"/>
                    </a:ext>
                  </a:extLst>
                </p14:cNvPr>
                <p14:cNvContentPartPr/>
                <p14:nvPr/>
              </p14:nvContentPartPr>
              <p14:xfrm>
                <a:off x="11282144" y="2750489"/>
                <a:ext cx="279720" cy="1310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51CA398-074E-514E-698B-7517C313A349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1264504" y="2732849"/>
                  <a:ext cx="31536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EF78411B-9345-840B-0C7B-95958C073D73}"/>
                    </a:ext>
                  </a:extLst>
                </p14:cNvPr>
                <p14:cNvContentPartPr/>
                <p14:nvPr/>
              </p14:nvContentPartPr>
              <p14:xfrm>
                <a:off x="11655464" y="2593529"/>
                <a:ext cx="118080" cy="1296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EF78411B-9345-840B-0C7B-95958C073D73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1637464" y="2575889"/>
                  <a:ext cx="15372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55A544E-5FC3-F023-81C0-83AF848C305E}"/>
                    </a:ext>
                  </a:extLst>
                </p14:cNvPr>
                <p14:cNvContentPartPr/>
                <p14:nvPr/>
              </p14:nvContentPartPr>
              <p14:xfrm>
                <a:off x="11795504" y="2627369"/>
                <a:ext cx="123480" cy="262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55A544E-5FC3-F023-81C0-83AF848C305E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1777504" y="2609369"/>
                  <a:ext cx="15912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37E2CCE-B9AF-E7EA-8CBF-8B58F4390FF8}"/>
                    </a:ext>
                  </a:extLst>
                </p14:cNvPr>
                <p14:cNvContentPartPr/>
                <p14:nvPr/>
              </p14:nvContentPartPr>
              <p14:xfrm>
                <a:off x="11869664" y="2585609"/>
                <a:ext cx="14400" cy="856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37E2CCE-B9AF-E7EA-8CBF-8B58F4390FF8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1851664" y="2567609"/>
                  <a:ext cx="5004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7643538-7ED7-9536-7E57-93451BF40038}"/>
                    </a:ext>
                  </a:extLst>
                </p14:cNvPr>
                <p14:cNvContentPartPr/>
                <p14:nvPr/>
              </p14:nvContentPartPr>
              <p14:xfrm>
                <a:off x="11922224" y="2566889"/>
                <a:ext cx="41400" cy="468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7643538-7ED7-9536-7E57-93451BF40038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1904224" y="2548889"/>
                  <a:ext cx="7704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E26A4BC-15F0-D927-AD39-E0F2CE0E11D6}"/>
                    </a:ext>
                  </a:extLst>
                </p14:cNvPr>
                <p14:cNvContentPartPr/>
                <p14:nvPr/>
              </p14:nvContentPartPr>
              <p14:xfrm>
                <a:off x="11914304" y="2517209"/>
                <a:ext cx="14760" cy="9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E26A4BC-15F0-D927-AD39-E0F2CE0E11D6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1896304" y="2499569"/>
                  <a:ext cx="5040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4AC619E-4CFE-6789-A9E6-B611AF65BB1E}"/>
                    </a:ext>
                  </a:extLst>
                </p14:cNvPr>
                <p14:cNvContentPartPr/>
                <p14:nvPr/>
              </p14:nvContentPartPr>
              <p14:xfrm>
                <a:off x="12000344" y="2464289"/>
                <a:ext cx="73080" cy="1335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4AC619E-4CFE-6789-A9E6-B611AF65BB1E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1982704" y="2446649"/>
                  <a:ext cx="1087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33D6CD4-CB1E-81CD-9176-7D3AD67674CE}"/>
                    </a:ext>
                  </a:extLst>
                </p14:cNvPr>
                <p14:cNvContentPartPr/>
                <p14:nvPr/>
              </p14:nvContentPartPr>
              <p14:xfrm>
                <a:off x="12105104" y="2495249"/>
                <a:ext cx="47880" cy="817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33D6CD4-CB1E-81CD-9176-7D3AD67674CE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2087104" y="2477249"/>
                  <a:ext cx="8352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50CF6D5-C8D5-B29E-B7D6-71A1647A748B}"/>
                    </a:ext>
                  </a:extLst>
                </p14:cNvPr>
                <p14:cNvContentPartPr/>
                <p14:nvPr/>
              </p14:nvContentPartPr>
              <p14:xfrm>
                <a:off x="10180184" y="2248289"/>
                <a:ext cx="949320" cy="596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50CF6D5-C8D5-B29E-B7D6-71A1647A748B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0162544" y="2230649"/>
                  <a:ext cx="984960" cy="632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2C790097-0D14-E8CC-B5A3-EEF8A230ADA0}"/>
              </a:ext>
            </a:extLst>
          </p:cNvPr>
          <p:cNvGrpSpPr/>
          <p:nvPr/>
        </p:nvGrpSpPr>
        <p:grpSpPr>
          <a:xfrm>
            <a:off x="10180184" y="2262689"/>
            <a:ext cx="979920" cy="585000"/>
            <a:chOff x="10180184" y="2262689"/>
            <a:chExt cx="979920" cy="585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1452BC9D-C5C2-9659-C19E-ACFAAA1A7E38}"/>
                    </a:ext>
                  </a:extLst>
                </p14:cNvPr>
                <p14:cNvContentPartPr/>
                <p14:nvPr/>
              </p14:nvContentPartPr>
              <p14:xfrm>
                <a:off x="10180184" y="2369609"/>
                <a:ext cx="75240" cy="4438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1452BC9D-C5C2-9659-C19E-ACFAAA1A7E38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0162544" y="2351969"/>
                  <a:ext cx="110880" cy="47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A887D01B-794D-F9CA-BB77-06AE025373D2}"/>
                    </a:ext>
                  </a:extLst>
                </p14:cNvPr>
                <p14:cNvContentPartPr/>
                <p14:nvPr/>
              </p14:nvContentPartPr>
              <p14:xfrm>
                <a:off x="10211864" y="2262689"/>
                <a:ext cx="948240" cy="5850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A887D01B-794D-F9CA-BB77-06AE025373D2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0193864" y="2245049"/>
                  <a:ext cx="983880" cy="62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D58EE31-ED38-76FA-84BE-EF9F17DE3901}"/>
                    </a:ext>
                  </a:extLst>
                </p14:cNvPr>
                <p14:cNvContentPartPr/>
                <p14:nvPr/>
              </p14:nvContentPartPr>
              <p14:xfrm>
                <a:off x="10193144" y="2285369"/>
                <a:ext cx="138960" cy="2062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D58EE31-ED38-76FA-84BE-EF9F17DE3901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0175144" y="2267369"/>
                  <a:ext cx="17460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0142AE43-C379-BC1C-6D7C-3BE325062E9A}"/>
                    </a:ext>
                  </a:extLst>
                </p14:cNvPr>
                <p14:cNvContentPartPr/>
                <p14:nvPr/>
              </p14:nvContentPartPr>
              <p14:xfrm>
                <a:off x="10235984" y="2287889"/>
                <a:ext cx="195840" cy="2502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0142AE43-C379-BC1C-6D7C-3BE325062E9A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0218344" y="2270249"/>
                  <a:ext cx="23148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C230D47-F792-40D7-D4D0-02D449A555A1}"/>
                    </a:ext>
                  </a:extLst>
                </p14:cNvPr>
                <p14:cNvContentPartPr/>
                <p14:nvPr/>
              </p14:nvContentPartPr>
              <p14:xfrm>
                <a:off x="10276304" y="2276369"/>
                <a:ext cx="254880" cy="3369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C230D47-F792-40D7-D4D0-02D449A555A1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0258304" y="2258369"/>
                  <a:ext cx="290520" cy="37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1F85566-271B-0F92-F959-B409E56F3113}"/>
                    </a:ext>
                  </a:extLst>
                </p14:cNvPr>
                <p14:cNvContentPartPr/>
                <p14:nvPr/>
              </p14:nvContentPartPr>
              <p14:xfrm>
                <a:off x="10342184" y="2268089"/>
                <a:ext cx="293400" cy="3502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1F85566-271B-0F92-F959-B409E56F3113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0324184" y="2250449"/>
                  <a:ext cx="329040" cy="38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5E7DCB2-E78A-14BD-4785-2AD13C0A8D1B}"/>
                    </a:ext>
                  </a:extLst>
                </p14:cNvPr>
                <p14:cNvContentPartPr/>
                <p14:nvPr/>
              </p14:nvContentPartPr>
              <p14:xfrm>
                <a:off x="10412024" y="2272409"/>
                <a:ext cx="298080" cy="3776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5E7DCB2-E78A-14BD-4785-2AD13C0A8D1B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0394024" y="2254409"/>
                  <a:ext cx="333720" cy="41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0508117-3D93-D80E-2FCB-CD7C00F6597D}"/>
                    </a:ext>
                  </a:extLst>
                </p14:cNvPr>
                <p14:cNvContentPartPr/>
                <p14:nvPr/>
              </p14:nvContentPartPr>
              <p14:xfrm>
                <a:off x="10521824" y="2294009"/>
                <a:ext cx="316800" cy="4096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0508117-3D93-D80E-2FCB-CD7C00F6597D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0504184" y="2276369"/>
                  <a:ext cx="352440" cy="44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DA07A44-45A0-76A4-D618-66180E6C4D46}"/>
                    </a:ext>
                  </a:extLst>
                </p14:cNvPr>
                <p14:cNvContentPartPr/>
                <p14:nvPr/>
              </p14:nvContentPartPr>
              <p14:xfrm>
                <a:off x="10655744" y="2322809"/>
                <a:ext cx="244800" cy="3081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DA07A44-45A0-76A4-D618-66180E6C4D46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0637744" y="2305169"/>
                  <a:ext cx="280440" cy="34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23B5B433-551F-19A5-4DF2-4B2C102CA72C}"/>
                    </a:ext>
                  </a:extLst>
                </p14:cNvPr>
                <p14:cNvContentPartPr/>
                <p14:nvPr/>
              </p14:nvContentPartPr>
              <p14:xfrm>
                <a:off x="10710464" y="2399129"/>
                <a:ext cx="248400" cy="2916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23B5B433-551F-19A5-4DF2-4B2C102CA72C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0692824" y="2381129"/>
                  <a:ext cx="28404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7A85D79-5514-70F7-0B1E-5141BD58E68F}"/>
                    </a:ext>
                  </a:extLst>
                </p14:cNvPr>
                <p14:cNvContentPartPr/>
                <p14:nvPr/>
              </p14:nvContentPartPr>
              <p14:xfrm>
                <a:off x="10777064" y="2526209"/>
                <a:ext cx="176040" cy="1810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7A85D79-5514-70F7-0B1E-5141BD58E68F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0759064" y="2508569"/>
                  <a:ext cx="21168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2FC5DCC-3B99-29B9-BE23-5ABAFC82F0F5}"/>
                    </a:ext>
                  </a:extLst>
                </p14:cNvPr>
                <p14:cNvContentPartPr/>
                <p14:nvPr/>
              </p14:nvContentPartPr>
              <p14:xfrm>
                <a:off x="10906304" y="2575169"/>
                <a:ext cx="127800" cy="1461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2FC5DCC-3B99-29B9-BE23-5ABAFC82F0F5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888304" y="2557169"/>
                  <a:ext cx="16344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13A0D816-33EE-91F4-E037-5A1B5639A83F}"/>
                    </a:ext>
                  </a:extLst>
                </p14:cNvPr>
                <p14:cNvContentPartPr/>
                <p14:nvPr/>
              </p14:nvContentPartPr>
              <p14:xfrm>
                <a:off x="11002424" y="2681369"/>
                <a:ext cx="43560" cy="594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13A0D816-33EE-91F4-E037-5A1B5639A83F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0984424" y="2663369"/>
                  <a:ext cx="79200" cy="95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F438E25-A597-DF66-5ABD-CB7BC6CDEB97}"/>
              </a:ext>
            </a:extLst>
          </p:cNvPr>
          <p:cNvGrpSpPr/>
          <p:nvPr/>
        </p:nvGrpSpPr>
        <p:grpSpPr>
          <a:xfrm>
            <a:off x="10468544" y="1875329"/>
            <a:ext cx="732240" cy="240120"/>
            <a:chOff x="10468544" y="1875329"/>
            <a:chExt cx="732240" cy="240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1F44B5D-400A-47EE-6245-B6D07793D864}"/>
                    </a:ext>
                  </a:extLst>
                </p14:cNvPr>
                <p14:cNvContentPartPr/>
                <p14:nvPr/>
              </p14:nvContentPartPr>
              <p14:xfrm>
                <a:off x="10468544" y="1875329"/>
                <a:ext cx="205200" cy="2401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1F44B5D-400A-47EE-6245-B6D07793D864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0450904" y="1857689"/>
                  <a:ext cx="24084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860D8B80-360E-9D01-F92F-2BC84F33C721}"/>
                    </a:ext>
                  </a:extLst>
                </p14:cNvPr>
                <p14:cNvContentPartPr/>
                <p14:nvPr/>
              </p14:nvContentPartPr>
              <p14:xfrm>
                <a:off x="10738904" y="1991249"/>
                <a:ext cx="149760" cy="1008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860D8B80-360E-9D01-F92F-2BC84F33C721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0721264" y="1973249"/>
                  <a:ext cx="18540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B573EC7-77FF-39D9-4AE9-785358C5E741}"/>
                    </a:ext>
                  </a:extLst>
                </p14:cNvPr>
                <p14:cNvContentPartPr/>
                <p14:nvPr/>
              </p14:nvContentPartPr>
              <p14:xfrm>
                <a:off x="10947704" y="1895849"/>
                <a:ext cx="68040" cy="2106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B573EC7-77FF-39D9-4AE9-785358C5E741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0929704" y="1878209"/>
                  <a:ext cx="10368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0478445-A551-FC48-8142-7263BFABF852}"/>
                    </a:ext>
                  </a:extLst>
                </p14:cNvPr>
                <p14:cNvContentPartPr/>
                <p14:nvPr/>
              </p14:nvContentPartPr>
              <p14:xfrm>
                <a:off x="10919624" y="2005289"/>
                <a:ext cx="120240" cy="453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0478445-A551-FC48-8142-7263BFABF852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0901624" y="1987289"/>
                  <a:ext cx="15588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775BCC6B-BDF6-6F13-A381-903EC7AD8266}"/>
                    </a:ext>
                  </a:extLst>
                </p14:cNvPr>
                <p14:cNvContentPartPr/>
                <p14:nvPr/>
              </p14:nvContentPartPr>
              <p14:xfrm>
                <a:off x="11107184" y="1954889"/>
                <a:ext cx="93600" cy="1393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775BCC6B-BDF6-6F13-A381-903EC7AD8266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1089544" y="1937249"/>
                  <a:ext cx="129240" cy="174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9">
            <p14:nvContentPartPr>
              <p14:cNvPr id="21504" name="Ink 21503">
                <a:extLst>
                  <a:ext uri="{FF2B5EF4-FFF2-40B4-BE49-F238E27FC236}">
                    <a16:creationId xmlns:a16="http://schemas.microsoft.com/office/drawing/2014/main" id="{2F34935A-8AE5-DD0E-3065-9E1E3E492507}"/>
                  </a:ext>
                </a:extLst>
              </p14:cNvPr>
              <p14:cNvContentPartPr/>
              <p14:nvPr/>
            </p14:nvContentPartPr>
            <p14:xfrm>
              <a:off x="10238504" y="3096449"/>
              <a:ext cx="910440" cy="40680"/>
            </p14:xfrm>
          </p:contentPart>
        </mc:Choice>
        <mc:Fallback xmlns="">
          <p:pic>
            <p:nvPicPr>
              <p:cNvPr id="21504" name="Ink 21503">
                <a:extLst>
                  <a:ext uri="{FF2B5EF4-FFF2-40B4-BE49-F238E27FC236}">
                    <a16:creationId xmlns:a16="http://schemas.microsoft.com/office/drawing/2014/main" id="{2F34935A-8AE5-DD0E-3065-9E1E3E492507}"/>
                  </a:ext>
                </a:extLst>
              </p:cNvPr>
              <p:cNvPicPr/>
              <p:nvPr/>
            </p:nvPicPr>
            <p:blipFill>
              <a:blip r:embed="rId100"/>
              <a:stretch>
                <a:fillRect/>
              </a:stretch>
            </p:blipFill>
            <p:spPr>
              <a:xfrm>
                <a:off x="10184864" y="2988449"/>
                <a:ext cx="1018080" cy="256320"/>
              </a:xfrm>
              <a:prstGeom prst="rect">
                <a:avLst/>
              </a:prstGeom>
            </p:spPr>
          </p:pic>
        </mc:Fallback>
      </mc:AlternateContent>
      <p:grpSp>
        <p:nvGrpSpPr>
          <p:cNvPr id="21516" name="Group 21515">
            <a:extLst>
              <a:ext uri="{FF2B5EF4-FFF2-40B4-BE49-F238E27FC236}">
                <a16:creationId xmlns:a16="http://schemas.microsoft.com/office/drawing/2014/main" id="{7B14CC8B-91D3-2A21-F4BE-743A14F52300}"/>
              </a:ext>
            </a:extLst>
          </p:cNvPr>
          <p:cNvGrpSpPr/>
          <p:nvPr/>
        </p:nvGrpSpPr>
        <p:grpSpPr>
          <a:xfrm>
            <a:off x="9328064" y="3003929"/>
            <a:ext cx="2624400" cy="2587680"/>
            <a:chOff x="9328064" y="3003929"/>
            <a:chExt cx="2624400" cy="2587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5E5F7F7-2A19-0986-721F-71B7C43FC952}"/>
                    </a:ext>
                  </a:extLst>
                </p14:cNvPr>
                <p14:cNvContentPartPr/>
                <p14:nvPr/>
              </p14:nvContentPartPr>
              <p14:xfrm>
                <a:off x="9609224" y="3038849"/>
                <a:ext cx="101880" cy="12211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5E5F7F7-2A19-0986-721F-71B7C43FC952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9591584" y="3021209"/>
                  <a:ext cx="137520" cy="125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F6DE9FF8-3346-8D94-A3FD-E08CFD4E16EA}"/>
                    </a:ext>
                  </a:extLst>
                </p14:cNvPr>
                <p14:cNvContentPartPr/>
                <p14:nvPr/>
              </p14:nvContentPartPr>
              <p14:xfrm>
                <a:off x="9615704" y="4144409"/>
                <a:ext cx="2336760" cy="2066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F6DE9FF8-3346-8D94-A3FD-E08CFD4E16EA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9597704" y="4126769"/>
                  <a:ext cx="237240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9FDD47D8-2B75-AAC1-5285-73A6B65BD5A2}"/>
                    </a:ext>
                  </a:extLst>
                </p14:cNvPr>
                <p14:cNvContentPartPr/>
                <p14:nvPr/>
              </p14:nvContentPartPr>
              <p14:xfrm>
                <a:off x="11676704" y="3015089"/>
                <a:ext cx="183960" cy="93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9FDD47D8-2B75-AAC1-5285-73A6B65BD5A2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1658704" y="2997089"/>
                  <a:ext cx="21960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955D0426-AC78-A216-BB0E-BC367E1BAC11}"/>
                    </a:ext>
                  </a:extLst>
                </p14:cNvPr>
                <p14:cNvContentPartPr/>
                <p14:nvPr/>
              </p14:nvContentPartPr>
              <p14:xfrm>
                <a:off x="11773184" y="3003929"/>
                <a:ext cx="77040" cy="12240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955D0426-AC78-A216-BB0E-BC367E1BAC11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1755184" y="2986289"/>
                  <a:ext cx="112680" cy="125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21505" name="Ink 21504">
                  <a:extLst>
                    <a:ext uri="{FF2B5EF4-FFF2-40B4-BE49-F238E27FC236}">
                      <a16:creationId xmlns:a16="http://schemas.microsoft.com/office/drawing/2014/main" id="{1FC4F19A-90E9-46B0-E10C-C38872F23C66}"/>
                    </a:ext>
                  </a:extLst>
                </p14:cNvPr>
                <p14:cNvContentPartPr/>
                <p14:nvPr/>
              </p14:nvContentPartPr>
              <p14:xfrm>
                <a:off x="9558464" y="3130649"/>
                <a:ext cx="1099440" cy="1972800"/>
              </p14:xfrm>
            </p:contentPart>
          </mc:Choice>
          <mc:Fallback xmlns="">
            <p:pic>
              <p:nvPicPr>
                <p:cNvPr id="21505" name="Ink 21504">
                  <a:extLst>
                    <a:ext uri="{FF2B5EF4-FFF2-40B4-BE49-F238E27FC236}">
                      <a16:creationId xmlns:a16="http://schemas.microsoft.com/office/drawing/2014/main" id="{1FC4F19A-90E9-46B0-E10C-C38872F23C66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9540824" y="3112649"/>
                  <a:ext cx="1135080" cy="20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21507" name="Ink 21506">
                  <a:extLst>
                    <a:ext uri="{FF2B5EF4-FFF2-40B4-BE49-F238E27FC236}">
                      <a16:creationId xmlns:a16="http://schemas.microsoft.com/office/drawing/2014/main" id="{6FD3E32E-4333-8B46-CD00-22D756489985}"/>
                    </a:ext>
                  </a:extLst>
                </p14:cNvPr>
                <p14:cNvContentPartPr/>
                <p14:nvPr/>
              </p14:nvContentPartPr>
              <p14:xfrm>
                <a:off x="9328064" y="5404049"/>
                <a:ext cx="170640" cy="187560"/>
              </p14:xfrm>
            </p:contentPart>
          </mc:Choice>
          <mc:Fallback xmlns="">
            <p:pic>
              <p:nvPicPr>
                <p:cNvPr id="21507" name="Ink 21506">
                  <a:extLst>
                    <a:ext uri="{FF2B5EF4-FFF2-40B4-BE49-F238E27FC236}">
                      <a16:creationId xmlns:a16="http://schemas.microsoft.com/office/drawing/2014/main" id="{6FD3E32E-4333-8B46-CD00-22D756489985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9310064" y="5386049"/>
                  <a:ext cx="20628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21508" name="Ink 21507">
                  <a:extLst>
                    <a:ext uri="{FF2B5EF4-FFF2-40B4-BE49-F238E27FC236}">
                      <a16:creationId xmlns:a16="http://schemas.microsoft.com/office/drawing/2014/main" id="{20453EF0-3746-4DF2-EF2E-526EAD010F7B}"/>
                    </a:ext>
                  </a:extLst>
                </p14:cNvPr>
                <p14:cNvContentPartPr/>
                <p14:nvPr/>
              </p14:nvContentPartPr>
              <p14:xfrm>
                <a:off x="9522464" y="5377049"/>
                <a:ext cx="173520" cy="158760"/>
              </p14:xfrm>
            </p:contentPart>
          </mc:Choice>
          <mc:Fallback xmlns="">
            <p:pic>
              <p:nvPicPr>
                <p:cNvPr id="21508" name="Ink 21507">
                  <a:extLst>
                    <a:ext uri="{FF2B5EF4-FFF2-40B4-BE49-F238E27FC236}">
                      <a16:creationId xmlns:a16="http://schemas.microsoft.com/office/drawing/2014/main" id="{20453EF0-3746-4DF2-EF2E-526EAD010F7B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9504464" y="5359409"/>
                  <a:ext cx="20916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21509" name="Ink 21508">
                  <a:extLst>
                    <a:ext uri="{FF2B5EF4-FFF2-40B4-BE49-F238E27FC236}">
                      <a16:creationId xmlns:a16="http://schemas.microsoft.com/office/drawing/2014/main" id="{65AEDA9F-0A69-0BD6-37EE-D71B18AC9C0D}"/>
                    </a:ext>
                  </a:extLst>
                </p14:cNvPr>
                <p14:cNvContentPartPr/>
                <p14:nvPr/>
              </p14:nvContentPartPr>
              <p14:xfrm>
                <a:off x="9742784" y="5380649"/>
                <a:ext cx="127440" cy="97200"/>
              </p14:xfrm>
            </p:contentPart>
          </mc:Choice>
          <mc:Fallback xmlns="">
            <p:pic>
              <p:nvPicPr>
                <p:cNvPr id="21509" name="Ink 21508">
                  <a:extLst>
                    <a:ext uri="{FF2B5EF4-FFF2-40B4-BE49-F238E27FC236}">
                      <a16:creationId xmlns:a16="http://schemas.microsoft.com/office/drawing/2014/main" id="{65AEDA9F-0A69-0BD6-37EE-D71B18AC9C0D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9725144" y="5363009"/>
                  <a:ext cx="1630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21510" name="Ink 21509">
                  <a:extLst>
                    <a:ext uri="{FF2B5EF4-FFF2-40B4-BE49-F238E27FC236}">
                      <a16:creationId xmlns:a16="http://schemas.microsoft.com/office/drawing/2014/main" id="{EFC5D9F1-BDCA-1BBA-ECA3-62BD03A32B74}"/>
                    </a:ext>
                  </a:extLst>
                </p14:cNvPr>
                <p14:cNvContentPartPr/>
                <p14:nvPr/>
              </p14:nvContentPartPr>
              <p14:xfrm>
                <a:off x="9868424" y="5354729"/>
                <a:ext cx="145440" cy="109440"/>
              </p14:xfrm>
            </p:contentPart>
          </mc:Choice>
          <mc:Fallback xmlns="">
            <p:pic>
              <p:nvPicPr>
                <p:cNvPr id="21510" name="Ink 21509">
                  <a:extLst>
                    <a:ext uri="{FF2B5EF4-FFF2-40B4-BE49-F238E27FC236}">
                      <a16:creationId xmlns:a16="http://schemas.microsoft.com/office/drawing/2014/main" id="{EFC5D9F1-BDCA-1BBA-ECA3-62BD03A32B74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9850784" y="5336729"/>
                  <a:ext cx="18108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21511" name="Ink 21510">
                  <a:extLst>
                    <a:ext uri="{FF2B5EF4-FFF2-40B4-BE49-F238E27FC236}">
                      <a16:creationId xmlns:a16="http://schemas.microsoft.com/office/drawing/2014/main" id="{1196960F-BB2A-A58F-6379-CA03872192DA}"/>
                    </a:ext>
                  </a:extLst>
                </p14:cNvPr>
                <p14:cNvContentPartPr/>
                <p14:nvPr/>
              </p14:nvContentPartPr>
              <p14:xfrm>
                <a:off x="10052384" y="5341769"/>
                <a:ext cx="146520" cy="104400"/>
              </p14:xfrm>
            </p:contentPart>
          </mc:Choice>
          <mc:Fallback xmlns="">
            <p:pic>
              <p:nvPicPr>
                <p:cNvPr id="21511" name="Ink 21510">
                  <a:extLst>
                    <a:ext uri="{FF2B5EF4-FFF2-40B4-BE49-F238E27FC236}">
                      <a16:creationId xmlns:a16="http://schemas.microsoft.com/office/drawing/2014/main" id="{1196960F-BB2A-A58F-6379-CA03872192DA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0034384" y="5323769"/>
                  <a:ext cx="18216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21514" name="Ink 21513">
                  <a:extLst>
                    <a:ext uri="{FF2B5EF4-FFF2-40B4-BE49-F238E27FC236}">
                      <a16:creationId xmlns:a16="http://schemas.microsoft.com/office/drawing/2014/main" id="{7534B7E6-CBFB-F44C-D5BC-5BC4C200ED90}"/>
                    </a:ext>
                  </a:extLst>
                </p14:cNvPr>
                <p14:cNvContentPartPr/>
                <p14:nvPr/>
              </p14:nvContentPartPr>
              <p14:xfrm>
                <a:off x="10268744" y="5228729"/>
                <a:ext cx="193680" cy="207720"/>
              </p14:xfrm>
            </p:contentPart>
          </mc:Choice>
          <mc:Fallback xmlns="">
            <p:pic>
              <p:nvPicPr>
                <p:cNvPr id="21514" name="Ink 21513">
                  <a:extLst>
                    <a:ext uri="{FF2B5EF4-FFF2-40B4-BE49-F238E27FC236}">
                      <a16:creationId xmlns:a16="http://schemas.microsoft.com/office/drawing/2014/main" id="{7534B7E6-CBFB-F44C-D5BC-5BC4C200ED90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0250744" y="5210729"/>
                  <a:ext cx="22932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21515" name="Ink 21514">
                  <a:extLst>
                    <a:ext uri="{FF2B5EF4-FFF2-40B4-BE49-F238E27FC236}">
                      <a16:creationId xmlns:a16="http://schemas.microsoft.com/office/drawing/2014/main" id="{D321FE3A-CF0F-2D3F-66EA-53840C2DC238}"/>
                    </a:ext>
                  </a:extLst>
                </p14:cNvPr>
                <p14:cNvContentPartPr/>
                <p14:nvPr/>
              </p14:nvContentPartPr>
              <p14:xfrm>
                <a:off x="10512104" y="5390369"/>
                <a:ext cx="2520" cy="6840"/>
              </p14:xfrm>
            </p:contentPart>
          </mc:Choice>
          <mc:Fallback xmlns="">
            <p:pic>
              <p:nvPicPr>
                <p:cNvPr id="21515" name="Ink 21514">
                  <a:extLst>
                    <a:ext uri="{FF2B5EF4-FFF2-40B4-BE49-F238E27FC236}">
                      <a16:creationId xmlns:a16="http://schemas.microsoft.com/office/drawing/2014/main" id="{D321FE3A-CF0F-2D3F-66EA-53840C2DC238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0494104" y="5372729"/>
                  <a:ext cx="38160" cy="4248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FCB308-9F93-9B23-C85E-90CE08025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797B8A-D8B6-1134-3EF6-58F78FACD8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22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A65EE9B-22DF-AF3E-667D-DE60EDB9BD26}"/>
              </a:ext>
            </a:extLst>
          </p:cNvPr>
          <p:cNvGrpSpPr/>
          <p:nvPr/>
        </p:nvGrpSpPr>
        <p:grpSpPr>
          <a:xfrm>
            <a:off x="1240664" y="1946249"/>
            <a:ext cx="989280" cy="626760"/>
            <a:chOff x="1240664" y="1946249"/>
            <a:chExt cx="989280" cy="62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99FAABB-3884-C8F7-D562-A24B9F7BE0BC}"/>
                    </a:ext>
                  </a:extLst>
                </p14:cNvPr>
                <p14:cNvContentPartPr/>
                <p14:nvPr/>
              </p14:nvContentPartPr>
              <p14:xfrm>
                <a:off x="1240664" y="1946249"/>
                <a:ext cx="865080" cy="5756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99FAABB-3884-C8F7-D562-A24B9F7BE0BC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177664" y="1883249"/>
                  <a:ext cx="990720" cy="70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6A85824-E05D-52AB-E73D-A98588DC63BE}"/>
                    </a:ext>
                  </a:extLst>
                </p14:cNvPr>
                <p14:cNvContentPartPr/>
                <p14:nvPr/>
              </p14:nvContentPartPr>
              <p14:xfrm>
                <a:off x="1902344" y="2399129"/>
                <a:ext cx="327600" cy="1738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6A85824-E05D-52AB-E73D-A98588DC63B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839344" y="2336129"/>
                  <a:ext cx="453240" cy="29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69D8557-C05C-39BC-47D8-7844FF19EDAE}"/>
              </a:ext>
            </a:extLst>
          </p:cNvPr>
          <p:cNvGrpSpPr/>
          <p:nvPr/>
        </p:nvGrpSpPr>
        <p:grpSpPr>
          <a:xfrm>
            <a:off x="4411904" y="1677329"/>
            <a:ext cx="748440" cy="981000"/>
            <a:chOff x="4411904" y="1677329"/>
            <a:chExt cx="748440" cy="98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1D32BEB-A192-45FE-29B5-0A0B3C57B62E}"/>
                    </a:ext>
                  </a:extLst>
                </p14:cNvPr>
                <p14:cNvContentPartPr/>
                <p14:nvPr/>
              </p14:nvContentPartPr>
              <p14:xfrm>
                <a:off x="4411904" y="1756529"/>
                <a:ext cx="668160" cy="9018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1D32BEB-A192-45FE-29B5-0A0B3C57B62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348904" y="1693889"/>
                  <a:ext cx="793800" cy="10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EC08222-A693-7A0C-403C-FB65489504C3}"/>
                    </a:ext>
                  </a:extLst>
                </p14:cNvPr>
                <p14:cNvContentPartPr/>
                <p14:nvPr/>
              </p14:nvContentPartPr>
              <p14:xfrm>
                <a:off x="4954424" y="1677329"/>
                <a:ext cx="205920" cy="2628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EC08222-A693-7A0C-403C-FB65489504C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891784" y="1614689"/>
                  <a:ext cx="331560" cy="388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69063031-BFC5-105F-37BC-05A7D1167599}"/>
                  </a:ext>
                </a:extLst>
              </p14:cNvPr>
              <p14:cNvContentPartPr/>
              <p14:nvPr/>
            </p14:nvContentPartPr>
            <p14:xfrm>
              <a:off x="2643224" y="2593169"/>
              <a:ext cx="1326960" cy="20988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69063031-BFC5-105F-37BC-05A7D1167599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589584" y="2485529"/>
                <a:ext cx="1434600" cy="425520"/>
              </a:xfrm>
              <a:prstGeom prst="rect">
                <a:avLst/>
              </a:prstGeom>
            </p:spPr>
          </p:pic>
        </mc:Fallback>
      </mc:AlternateContent>
      <p:grpSp>
        <p:nvGrpSpPr>
          <p:cNvPr id="66" name="Group 65">
            <a:extLst>
              <a:ext uri="{FF2B5EF4-FFF2-40B4-BE49-F238E27FC236}">
                <a16:creationId xmlns:a16="http://schemas.microsoft.com/office/drawing/2014/main" id="{E7EAF3A0-B3D4-3085-3DE1-ACB609E42986}"/>
              </a:ext>
            </a:extLst>
          </p:cNvPr>
          <p:cNvGrpSpPr/>
          <p:nvPr/>
        </p:nvGrpSpPr>
        <p:grpSpPr>
          <a:xfrm>
            <a:off x="1809104" y="1383209"/>
            <a:ext cx="3095280" cy="4045680"/>
            <a:chOff x="1809104" y="1383209"/>
            <a:chExt cx="3095280" cy="4045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03B902A-C30C-AB1B-2FB7-FC99927E7B73}"/>
                    </a:ext>
                  </a:extLst>
                </p14:cNvPr>
                <p14:cNvContentPartPr/>
                <p14:nvPr/>
              </p14:nvContentPartPr>
              <p14:xfrm>
                <a:off x="1809104" y="2456729"/>
                <a:ext cx="3049920" cy="1299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03B902A-C30C-AB1B-2FB7-FC99927E7B7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791104" y="2439089"/>
                  <a:ext cx="308556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573841FB-8D7C-285C-D5A2-685E4BABDC0A}"/>
                    </a:ext>
                  </a:extLst>
                </p14:cNvPr>
                <p14:cNvContentPartPr/>
                <p14:nvPr/>
              </p14:nvContentPartPr>
              <p14:xfrm>
                <a:off x="2290784" y="2606489"/>
                <a:ext cx="398160" cy="8910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573841FB-8D7C-285C-D5A2-685E4BABDC0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272784" y="2588489"/>
                  <a:ext cx="433800" cy="9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26315E5-4C18-89AB-7F74-7565F296431A}"/>
                    </a:ext>
                  </a:extLst>
                </p14:cNvPr>
                <p14:cNvContentPartPr/>
                <p14:nvPr/>
              </p14:nvContentPartPr>
              <p14:xfrm>
                <a:off x="3978464" y="2558609"/>
                <a:ext cx="752760" cy="8330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26315E5-4C18-89AB-7F74-7565F296431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960824" y="2540609"/>
                  <a:ext cx="788400" cy="86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B7FFE8D-55EF-35EF-794F-5356F0279ED4}"/>
                    </a:ext>
                  </a:extLst>
                </p14:cNvPr>
                <p14:cNvContentPartPr/>
                <p14:nvPr/>
              </p14:nvContentPartPr>
              <p14:xfrm>
                <a:off x="2150024" y="2823929"/>
                <a:ext cx="164160" cy="3168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B7FFE8D-55EF-35EF-794F-5356F0279ED4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132384" y="2805929"/>
                  <a:ext cx="199800" cy="35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FEC2931-2421-D3B4-12B1-83092F532343}"/>
                    </a:ext>
                  </a:extLst>
                </p14:cNvPr>
                <p14:cNvContentPartPr/>
                <p14:nvPr/>
              </p14:nvContentPartPr>
              <p14:xfrm>
                <a:off x="4511984" y="2819249"/>
                <a:ext cx="68760" cy="2505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FEC2931-2421-D3B4-12B1-83092F53234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93984" y="2801609"/>
                  <a:ext cx="10440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EA6B356-3771-594B-6BF6-83CEE2CBB09C}"/>
                    </a:ext>
                  </a:extLst>
                </p14:cNvPr>
                <p14:cNvContentPartPr/>
                <p14:nvPr/>
              </p14:nvContentPartPr>
              <p14:xfrm>
                <a:off x="4526384" y="2844449"/>
                <a:ext cx="168480" cy="2160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EA6B356-3771-594B-6BF6-83CEE2CBB09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508384" y="2826809"/>
                  <a:ext cx="20412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38BB850-5954-41C4-851C-DA6E9D87A9D0}"/>
                    </a:ext>
                  </a:extLst>
                </p14:cNvPr>
                <p14:cNvContentPartPr/>
                <p14:nvPr/>
              </p14:nvContentPartPr>
              <p14:xfrm>
                <a:off x="2650784" y="2326769"/>
                <a:ext cx="28440" cy="1900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38BB850-5954-41C4-851C-DA6E9D87A9D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633144" y="2308769"/>
                  <a:ext cx="6408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27896D3-A534-B014-14CD-07CB3AF21EA7}"/>
                    </a:ext>
                  </a:extLst>
                </p14:cNvPr>
                <p14:cNvContentPartPr/>
                <p14:nvPr/>
              </p14:nvContentPartPr>
              <p14:xfrm>
                <a:off x="2638544" y="2286449"/>
                <a:ext cx="1391400" cy="568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27896D3-A534-B014-14CD-07CB3AF21EA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620544" y="2268809"/>
                  <a:ext cx="142704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DC4668B-BF19-E8B6-5603-AB2852913B81}"/>
                    </a:ext>
                  </a:extLst>
                </p14:cNvPr>
                <p14:cNvContentPartPr/>
                <p14:nvPr/>
              </p14:nvContentPartPr>
              <p14:xfrm>
                <a:off x="3997904" y="2285369"/>
                <a:ext cx="28440" cy="2016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DC4668B-BF19-E8B6-5603-AB2852913B8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979904" y="2267729"/>
                  <a:ext cx="6408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4B4119A-8CF1-6AD2-835F-CE231EACE8B2}"/>
                    </a:ext>
                  </a:extLst>
                </p14:cNvPr>
                <p14:cNvContentPartPr/>
                <p14:nvPr/>
              </p14:nvContentPartPr>
              <p14:xfrm>
                <a:off x="2555744" y="1537649"/>
                <a:ext cx="109800" cy="7606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4B4119A-8CF1-6AD2-835F-CE231EACE8B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537744" y="1519649"/>
                  <a:ext cx="145440" cy="79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7FF2144-3E7C-730C-C376-4DF0E8671BD5}"/>
                    </a:ext>
                  </a:extLst>
                </p14:cNvPr>
                <p14:cNvContentPartPr/>
                <p14:nvPr/>
              </p14:nvContentPartPr>
              <p14:xfrm>
                <a:off x="2536664" y="1383209"/>
                <a:ext cx="1574280" cy="10249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7FF2144-3E7C-730C-C376-4DF0E8671BD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519024" y="1365569"/>
                  <a:ext cx="1609920" cy="10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01463DA-36AE-76B8-EC31-2D29CB317C85}"/>
                    </a:ext>
                  </a:extLst>
                </p14:cNvPr>
                <p14:cNvContentPartPr/>
                <p14:nvPr/>
              </p14:nvContentPartPr>
              <p14:xfrm>
                <a:off x="3154064" y="1729169"/>
                <a:ext cx="321120" cy="2995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01463DA-36AE-76B8-EC31-2D29CB317C8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136424" y="1711529"/>
                  <a:ext cx="35676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DF86709-094A-9E1C-C729-3A5F7FED2A6A}"/>
                    </a:ext>
                  </a:extLst>
                </p14:cNvPr>
                <p14:cNvContentPartPr/>
                <p14:nvPr/>
              </p14:nvContentPartPr>
              <p14:xfrm>
                <a:off x="1977224" y="2732489"/>
                <a:ext cx="93600" cy="16862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DF86709-094A-9E1C-C729-3A5F7FED2A6A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959224" y="2714489"/>
                  <a:ext cx="129240" cy="172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091F91C-BF71-E087-B7BA-7AE88B70E2CF}"/>
                    </a:ext>
                  </a:extLst>
                </p14:cNvPr>
                <p14:cNvContentPartPr/>
                <p14:nvPr/>
              </p14:nvContentPartPr>
              <p14:xfrm>
                <a:off x="2090624" y="4263569"/>
                <a:ext cx="2801160" cy="1562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091F91C-BF71-E087-B7BA-7AE88B70E2C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072624" y="4245929"/>
                  <a:ext cx="283680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0A26936-40AA-3F91-AB8D-E537C41B3A99}"/>
                    </a:ext>
                  </a:extLst>
                </p14:cNvPr>
                <p14:cNvContentPartPr/>
                <p14:nvPr/>
              </p14:nvContentPartPr>
              <p14:xfrm>
                <a:off x="4721504" y="2439809"/>
                <a:ext cx="182880" cy="18885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0A26936-40AA-3F91-AB8D-E537C41B3A99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703864" y="2422169"/>
                  <a:ext cx="218520" cy="19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8835708-27CA-6CDC-B030-69BF4084801D}"/>
                    </a:ext>
                  </a:extLst>
                </p14:cNvPr>
                <p14:cNvContentPartPr/>
                <p14:nvPr/>
              </p14:nvContentPartPr>
              <p14:xfrm>
                <a:off x="4851104" y="4264649"/>
                <a:ext cx="8280" cy="136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8835708-27CA-6CDC-B030-69BF4084801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833464" y="4247009"/>
                  <a:ext cx="4392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C2B57E2A-E942-5182-9968-FDCA0EA0FB09}"/>
                    </a:ext>
                  </a:extLst>
                </p14:cNvPr>
                <p14:cNvContentPartPr/>
                <p14:nvPr/>
              </p14:nvContentPartPr>
              <p14:xfrm>
                <a:off x="2693264" y="2949209"/>
                <a:ext cx="630720" cy="22478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C2B57E2A-E942-5182-9968-FDCA0EA0FB09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675624" y="2931569"/>
                  <a:ext cx="666360" cy="228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9C666AD-CAC7-BE22-C368-E0B42866934C}"/>
                    </a:ext>
                  </a:extLst>
                </p14:cNvPr>
                <p14:cNvContentPartPr/>
                <p14:nvPr/>
              </p14:nvContentPartPr>
              <p14:xfrm>
                <a:off x="3237944" y="2937689"/>
                <a:ext cx="143640" cy="1101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9C666AD-CAC7-BE22-C368-E0B42866934C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220304" y="2920049"/>
                  <a:ext cx="17928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46250BC-D47A-2D78-260B-986EA1426D0D}"/>
                    </a:ext>
                  </a:extLst>
                </p14:cNvPr>
                <p14:cNvContentPartPr/>
                <p14:nvPr/>
              </p14:nvContentPartPr>
              <p14:xfrm>
                <a:off x="2931224" y="5220809"/>
                <a:ext cx="173160" cy="208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46250BC-D47A-2D78-260B-986EA1426D0D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913224" y="5202809"/>
                  <a:ext cx="20880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EF42274-72EE-BEFA-E134-75B56DCB1A05}"/>
                    </a:ext>
                  </a:extLst>
                </p14:cNvPr>
                <p14:cNvContentPartPr/>
                <p14:nvPr/>
              </p14:nvContentPartPr>
              <p14:xfrm>
                <a:off x="3150464" y="5242409"/>
                <a:ext cx="198000" cy="1234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EF42274-72EE-BEFA-E134-75B56DCB1A05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132464" y="5224769"/>
                  <a:ext cx="23364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CB18F49-2BAD-6AFB-45ED-1ACB7DB14706}"/>
                    </a:ext>
                  </a:extLst>
                </p14:cNvPr>
                <p14:cNvContentPartPr/>
                <p14:nvPr/>
              </p14:nvContentPartPr>
              <p14:xfrm>
                <a:off x="3357464" y="5253929"/>
                <a:ext cx="265320" cy="972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CB18F49-2BAD-6AFB-45ED-1ACB7DB1470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339464" y="5235929"/>
                  <a:ext cx="30096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8442C4D7-C9D8-C255-45C8-28C809BD60B8}"/>
                    </a:ext>
                  </a:extLst>
                </p14:cNvPr>
                <p14:cNvContentPartPr/>
                <p14:nvPr/>
              </p14:nvContentPartPr>
              <p14:xfrm>
                <a:off x="3712064" y="5211089"/>
                <a:ext cx="96840" cy="2167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8442C4D7-C9D8-C255-45C8-28C809BD60B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694064" y="5193449"/>
                  <a:ext cx="13248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9B48C6C-B840-9905-399D-4CF8A190788E}"/>
                    </a:ext>
                  </a:extLst>
                </p14:cNvPr>
                <p14:cNvContentPartPr/>
                <p14:nvPr/>
              </p14:nvContentPartPr>
              <p14:xfrm>
                <a:off x="3914744" y="5208929"/>
                <a:ext cx="115920" cy="1126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9B48C6C-B840-9905-399D-4CF8A190788E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896744" y="5191289"/>
                  <a:ext cx="15156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4B5CAAA-3541-DE5D-6396-4C007190C7A9}"/>
                    </a:ext>
                  </a:extLst>
                </p14:cNvPr>
                <p14:cNvContentPartPr/>
                <p14:nvPr/>
              </p14:nvContentPartPr>
              <p14:xfrm>
                <a:off x="4358984" y="5027129"/>
                <a:ext cx="74520" cy="2430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4B5CAAA-3541-DE5D-6396-4C007190C7A9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340984" y="5009129"/>
                  <a:ext cx="11016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23BD3634-A545-7875-3FE2-13C1B88AD20D}"/>
                    </a:ext>
                  </a:extLst>
                </p14:cNvPr>
                <p14:cNvContentPartPr/>
                <p14:nvPr/>
              </p14:nvContentPartPr>
              <p14:xfrm>
                <a:off x="4353944" y="5091929"/>
                <a:ext cx="361800" cy="1378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23BD3634-A545-7875-3FE2-13C1B88AD20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336304" y="5073929"/>
                  <a:ext cx="39744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4088F1DA-87DF-8A04-21FB-5E62D1639A4B}"/>
                    </a:ext>
                  </a:extLst>
                </p14:cNvPr>
                <p14:cNvContentPartPr/>
                <p14:nvPr/>
              </p14:nvContentPartPr>
              <p14:xfrm>
                <a:off x="4783424" y="5117129"/>
                <a:ext cx="74160" cy="1332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4088F1DA-87DF-8A04-21FB-5E62D1639A4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765784" y="5099129"/>
                  <a:ext cx="109800" cy="168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8AFAE4D-9376-1D52-DA40-818BC51067C8}"/>
              </a:ext>
            </a:extLst>
          </p:cNvPr>
          <p:cNvGrpSpPr/>
          <p:nvPr/>
        </p:nvGrpSpPr>
        <p:grpSpPr>
          <a:xfrm>
            <a:off x="3261704" y="5633729"/>
            <a:ext cx="2602800" cy="955080"/>
            <a:chOff x="3261704" y="5633729"/>
            <a:chExt cx="2602800" cy="95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0016FAF-CCB2-7BBD-AD7A-9DF5F209D8C3}"/>
                    </a:ext>
                  </a:extLst>
                </p14:cNvPr>
                <p14:cNvContentPartPr/>
                <p14:nvPr/>
              </p14:nvContentPartPr>
              <p14:xfrm>
                <a:off x="3261704" y="5780609"/>
                <a:ext cx="178560" cy="1771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0016FAF-CCB2-7BBD-AD7A-9DF5F209D8C3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244064" y="5762969"/>
                  <a:ext cx="21420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2E1B6F8C-E4E1-A646-E90D-56B9C97446CA}"/>
                    </a:ext>
                  </a:extLst>
                </p14:cNvPr>
                <p14:cNvContentPartPr/>
                <p14:nvPr/>
              </p14:nvContentPartPr>
              <p14:xfrm>
                <a:off x="3524504" y="5786009"/>
                <a:ext cx="101520" cy="1278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2E1B6F8C-E4E1-A646-E90D-56B9C97446CA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506504" y="5768369"/>
                  <a:ext cx="13716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A380855-A230-B1F4-10B3-BEDD63FE3E34}"/>
                    </a:ext>
                  </a:extLst>
                </p14:cNvPr>
                <p14:cNvContentPartPr/>
                <p14:nvPr/>
              </p14:nvContentPartPr>
              <p14:xfrm>
                <a:off x="3694784" y="5747849"/>
                <a:ext cx="89280" cy="1602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A380855-A230-B1F4-10B3-BEDD63FE3E3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677144" y="5729849"/>
                  <a:ext cx="12492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B090955-CB62-4CEF-6F7B-EA35FAB4C40B}"/>
                    </a:ext>
                  </a:extLst>
                </p14:cNvPr>
                <p14:cNvContentPartPr/>
                <p14:nvPr/>
              </p14:nvContentPartPr>
              <p14:xfrm>
                <a:off x="3827624" y="5813369"/>
                <a:ext cx="60120" cy="828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B090955-CB62-4CEF-6F7B-EA35FAB4C40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809624" y="5795369"/>
                  <a:ext cx="9576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D91AF10-9E38-3E1C-C1D9-142B40EF7682}"/>
                    </a:ext>
                  </a:extLst>
                </p14:cNvPr>
                <p14:cNvContentPartPr/>
                <p14:nvPr/>
              </p14:nvContentPartPr>
              <p14:xfrm>
                <a:off x="3844544" y="5715449"/>
                <a:ext cx="20880" cy="41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D91AF10-9E38-3E1C-C1D9-142B40EF7682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826544" y="5697449"/>
                  <a:ext cx="5652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2E7ED63-4600-6E37-7974-64DF84D1031F}"/>
                    </a:ext>
                  </a:extLst>
                </p14:cNvPr>
                <p14:cNvContentPartPr/>
                <p14:nvPr/>
              </p14:nvContentPartPr>
              <p14:xfrm>
                <a:off x="3981704" y="5729489"/>
                <a:ext cx="57600" cy="1548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2E7ED63-4600-6E37-7974-64DF84D1031F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963704" y="5711489"/>
                  <a:ext cx="9324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243238C-0602-6BA2-3C14-BCC34D55AF6B}"/>
                    </a:ext>
                  </a:extLst>
                </p14:cNvPr>
                <p14:cNvContentPartPr/>
                <p14:nvPr/>
              </p14:nvContentPartPr>
              <p14:xfrm>
                <a:off x="4081424" y="5650649"/>
                <a:ext cx="92880" cy="1908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243238C-0602-6BA2-3C14-BCC34D55AF6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063784" y="5632649"/>
                  <a:ext cx="12852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96D6EA3-BB49-EC4C-6E0A-B5F753CB5525}"/>
                    </a:ext>
                  </a:extLst>
                </p14:cNvPr>
                <p14:cNvContentPartPr/>
                <p14:nvPr/>
              </p14:nvContentPartPr>
              <p14:xfrm>
                <a:off x="4128584" y="5745689"/>
                <a:ext cx="60840" cy="108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96D6EA3-BB49-EC4C-6E0A-B5F753CB5525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110584" y="5727689"/>
                  <a:ext cx="9648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916541F-A4AE-CC46-F533-FEFCD5339A13}"/>
                    </a:ext>
                  </a:extLst>
                </p14:cNvPr>
                <p14:cNvContentPartPr/>
                <p14:nvPr/>
              </p14:nvContentPartPr>
              <p14:xfrm>
                <a:off x="4312184" y="5668289"/>
                <a:ext cx="296280" cy="1224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916541F-A4AE-CC46-F533-FEFCD5339A13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294184" y="5650649"/>
                  <a:ext cx="33192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86D3504-5B3D-32A5-AF6D-97898813A871}"/>
                    </a:ext>
                  </a:extLst>
                </p14:cNvPr>
                <p14:cNvContentPartPr/>
                <p14:nvPr/>
              </p14:nvContentPartPr>
              <p14:xfrm>
                <a:off x="4658864" y="5662889"/>
                <a:ext cx="33840" cy="817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86D3504-5B3D-32A5-AF6D-97898813A871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640864" y="5644889"/>
                  <a:ext cx="6948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1005F7E2-FA4B-DE31-3524-A7B96B794E78}"/>
                    </a:ext>
                  </a:extLst>
                </p14:cNvPr>
                <p14:cNvContentPartPr/>
                <p14:nvPr/>
              </p14:nvContentPartPr>
              <p14:xfrm>
                <a:off x="4808984" y="5633729"/>
                <a:ext cx="95040" cy="730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1005F7E2-FA4B-DE31-3524-A7B96B794E78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791344" y="5616089"/>
                  <a:ext cx="13068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B8787030-1CFE-1674-8EC5-A72B019D7428}"/>
                    </a:ext>
                  </a:extLst>
                </p14:cNvPr>
                <p14:cNvContentPartPr/>
                <p14:nvPr/>
              </p14:nvContentPartPr>
              <p14:xfrm>
                <a:off x="3922304" y="6119369"/>
                <a:ext cx="120240" cy="1573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B8787030-1CFE-1674-8EC5-A72B019D7428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904304" y="6101729"/>
                  <a:ext cx="15588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DF57F95-F725-3A25-2349-359DEB82C528}"/>
                    </a:ext>
                  </a:extLst>
                </p14:cNvPr>
                <p14:cNvContentPartPr/>
                <p14:nvPr/>
              </p14:nvContentPartPr>
              <p14:xfrm>
                <a:off x="4141544" y="6010649"/>
                <a:ext cx="111240" cy="2336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DF57F95-F725-3A25-2349-359DEB82C528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123544" y="5993009"/>
                  <a:ext cx="14688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F8E04D2-ACCF-C7BD-4BA2-96B1DEFF88E9}"/>
                    </a:ext>
                  </a:extLst>
                </p14:cNvPr>
                <p14:cNvContentPartPr/>
                <p14:nvPr/>
              </p14:nvContentPartPr>
              <p14:xfrm>
                <a:off x="4171784" y="6114329"/>
                <a:ext cx="87480" cy="622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F8E04D2-ACCF-C7BD-4BA2-96B1DEFF88E9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153784" y="6096329"/>
                  <a:ext cx="12312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8DCB07F7-74E1-BF96-BA03-7372D724CA0C}"/>
                    </a:ext>
                  </a:extLst>
                </p14:cNvPr>
                <p14:cNvContentPartPr/>
                <p14:nvPr/>
              </p14:nvContentPartPr>
              <p14:xfrm>
                <a:off x="4490744" y="5957729"/>
                <a:ext cx="57960" cy="1274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8DCB07F7-74E1-BF96-BA03-7372D724CA0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472744" y="5939729"/>
                  <a:ext cx="9360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16E7154C-34CF-63D1-2FF4-F35340741432}"/>
                    </a:ext>
                  </a:extLst>
                </p14:cNvPr>
                <p14:cNvContentPartPr/>
                <p14:nvPr/>
              </p14:nvContentPartPr>
              <p14:xfrm>
                <a:off x="4474904" y="5979329"/>
                <a:ext cx="338760" cy="1213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16E7154C-34CF-63D1-2FF4-F35340741432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456904" y="5961329"/>
                  <a:ext cx="37440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2D242945-F60A-E3AA-2565-8192FB7EC4A3}"/>
                    </a:ext>
                  </a:extLst>
                </p14:cNvPr>
                <p14:cNvContentPartPr/>
                <p14:nvPr/>
              </p14:nvContentPartPr>
              <p14:xfrm>
                <a:off x="4917704" y="5912369"/>
                <a:ext cx="98280" cy="1159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2D242945-F60A-E3AA-2565-8192FB7EC4A3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899704" y="5894369"/>
                  <a:ext cx="13392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F62B11A2-4AB0-9523-6767-E0915511A211}"/>
                    </a:ext>
                  </a:extLst>
                </p14:cNvPr>
                <p14:cNvContentPartPr/>
                <p14:nvPr/>
              </p14:nvContentPartPr>
              <p14:xfrm>
                <a:off x="4344944" y="6363089"/>
                <a:ext cx="345600" cy="2257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F62B11A2-4AB0-9523-6767-E0915511A21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327304" y="6345449"/>
                  <a:ext cx="38124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0B52D474-A7FD-A816-E3B9-6C7C2F713204}"/>
                    </a:ext>
                  </a:extLst>
                </p14:cNvPr>
                <p14:cNvContentPartPr/>
                <p14:nvPr/>
              </p14:nvContentPartPr>
              <p14:xfrm>
                <a:off x="4768664" y="6361649"/>
                <a:ext cx="159120" cy="932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0B52D474-A7FD-A816-E3B9-6C7C2F713204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750664" y="6344009"/>
                  <a:ext cx="19476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4914DFB7-FED0-2898-BB03-B45BACF344E2}"/>
                    </a:ext>
                  </a:extLst>
                </p14:cNvPr>
                <p14:cNvContentPartPr/>
                <p14:nvPr/>
              </p14:nvContentPartPr>
              <p14:xfrm>
                <a:off x="4940024" y="6296849"/>
                <a:ext cx="167400" cy="806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4914DFB7-FED0-2898-BB03-B45BACF344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922384" y="6279209"/>
                  <a:ext cx="20304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FCC78C2-6D6C-4B5A-445E-BF1AC2CB785B}"/>
                    </a:ext>
                  </a:extLst>
                </p14:cNvPr>
                <p14:cNvContentPartPr/>
                <p14:nvPr/>
              </p14:nvContentPartPr>
              <p14:xfrm>
                <a:off x="5162504" y="6251489"/>
                <a:ext cx="104400" cy="950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FCC78C2-6D6C-4B5A-445E-BF1AC2CB785B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144504" y="6233489"/>
                  <a:ext cx="14004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9CE28B6B-DC23-E560-6B43-EF0600CB1766}"/>
                    </a:ext>
                  </a:extLst>
                </p14:cNvPr>
                <p14:cNvContentPartPr/>
                <p14:nvPr/>
              </p14:nvContentPartPr>
              <p14:xfrm>
                <a:off x="5292824" y="6241409"/>
                <a:ext cx="133920" cy="72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9CE28B6B-DC23-E560-6B43-EF0600CB176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5274824" y="6223769"/>
                  <a:ext cx="16956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2B2C5CF8-AF15-544E-87B5-F7E61D8E963D}"/>
                    </a:ext>
                  </a:extLst>
                </p14:cNvPr>
                <p14:cNvContentPartPr/>
                <p14:nvPr/>
              </p14:nvContentPartPr>
              <p14:xfrm>
                <a:off x="5477504" y="6197129"/>
                <a:ext cx="74520" cy="813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2B2C5CF8-AF15-544E-87B5-F7E61D8E963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5459504" y="6179489"/>
                  <a:ext cx="11016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E2701737-15F3-9137-6D66-38CFFDC831C2}"/>
                    </a:ext>
                  </a:extLst>
                </p14:cNvPr>
                <p14:cNvContentPartPr/>
                <p14:nvPr/>
              </p14:nvContentPartPr>
              <p14:xfrm>
                <a:off x="5591264" y="6072569"/>
                <a:ext cx="74160" cy="2800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E2701737-15F3-9137-6D66-38CFFDC831C2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5573624" y="6054929"/>
                  <a:ext cx="10980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88A77430-8D4F-51EC-A6E3-FAF827F14943}"/>
                    </a:ext>
                  </a:extLst>
                </p14:cNvPr>
                <p14:cNvContentPartPr/>
                <p14:nvPr/>
              </p14:nvContentPartPr>
              <p14:xfrm>
                <a:off x="5853344" y="6175529"/>
                <a:ext cx="11160" cy="126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88A77430-8D4F-51EC-A6E3-FAF827F1494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5835344" y="6157889"/>
                  <a:ext cx="46800" cy="48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1C51B084-8219-0E10-513C-685E3B02EE11}"/>
                  </a:ext>
                </a:extLst>
              </p14:cNvPr>
              <p14:cNvContentPartPr/>
              <p14:nvPr/>
            </p14:nvContentPartPr>
            <p14:xfrm>
              <a:off x="6124424" y="2501729"/>
              <a:ext cx="1748520" cy="28548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1C51B084-8219-0E10-513C-685E3B02EE11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6070784" y="2393729"/>
                <a:ext cx="1856160" cy="501120"/>
              </a:xfrm>
              <a:prstGeom prst="rect">
                <a:avLst/>
              </a:prstGeom>
            </p:spPr>
          </p:pic>
        </mc:Fallback>
      </mc:AlternateContent>
      <p:grpSp>
        <p:nvGrpSpPr>
          <p:cNvPr id="71" name="Group 70">
            <a:extLst>
              <a:ext uri="{FF2B5EF4-FFF2-40B4-BE49-F238E27FC236}">
                <a16:creationId xmlns:a16="http://schemas.microsoft.com/office/drawing/2014/main" id="{66D27A37-A17A-A9AE-D4EF-81797A5341D1}"/>
              </a:ext>
            </a:extLst>
          </p:cNvPr>
          <p:cNvGrpSpPr/>
          <p:nvPr/>
        </p:nvGrpSpPr>
        <p:grpSpPr>
          <a:xfrm>
            <a:off x="6221984" y="2492009"/>
            <a:ext cx="1689120" cy="186120"/>
            <a:chOff x="6221984" y="2492009"/>
            <a:chExt cx="1689120" cy="186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95AA5015-4B63-EDBE-2128-BA681110E425}"/>
                    </a:ext>
                  </a:extLst>
                </p14:cNvPr>
                <p14:cNvContentPartPr/>
                <p14:nvPr/>
              </p14:nvContentPartPr>
              <p14:xfrm>
                <a:off x="6221984" y="2511449"/>
                <a:ext cx="963360" cy="1620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95AA5015-4B63-EDBE-2128-BA681110E425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203984" y="2493809"/>
                  <a:ext cx="99900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9F9CD254-3A39-BFB7-0131-5B7628750663}"/>
                    </a:ext>
                  </a:extLst>
                </p14:cNvPr>
                <p14:cNvContentPartPr/>
                <p14:nvPr/>
              </p14:nvContentPartPr>
              <p14:xfrm>
                <a:off x="7205864" y="2492009"/>
                <a:ext cx="583920" cy="1861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9F9CD254-3A39-BFB7-0131-5B7628750663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187864" y="2474369"/>
                  <a:ext cx="61956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D033947F-0343-73A4-0C52-42419FCF19E9}"/>
                    </a:ext>
                  </a:extLst>
                </p14:cNvPr>
                <p14:cNvContentPartPr/>
                <p14:nvPr/>
              </p14:nvContentPartPr>
              <p14:xfrm>
                <a:off x="7837304" y="2621969"/>
                <a:ext cx="73800" cy="72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D033947F-0343-73A4-0C52-42419FCF19E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819664" y="2603969"/>
                  <a:ext cx="109440" cy="42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5C4DFC1D-9F79-FF3A-5B8B-085DFBEF7618}"/>
              </a:ext>
            </a:extLst>
          </p:cNvPr>
          <p:cNvGrpSpPr/>
          <p:nvPr/>
        </p:nvGrpSpPr>
        <p:grpSpPr>
          <a:xfrm>
            <a:off x="6546704" y="3187889"/>
            <a:ext cx="926280" cy="353160"/>
            <a:chOff x="6546704" y="3187889"/>
            <a:chExt cx="926280" cy="353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6B33A9AE-5698-ED13-6311-DE1F79AAE21F}"/>
                    </a:ext>
                  </a:extLst>
                </p14:cNvPr>
                <p14:cNvContentPartPr/>
                <p14:nvPr/>
              </p14:nvContentPartPr>
              <p14:xfrm>
                <a:off x="6546704" y="3187889"/>
                <a:ext cx="327600" cy="3200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6B33A9AE-5698-ED13-6311-DE1F79AAE21F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528704" y="3170249"/>
                  <a:ext cx="363240" cy="35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B57599A2-27E0-E222-6125-D6A4B78C3D77}"/>
                    </a:ext>
                  </a:extLst>
                </p14:cNvPr>
                <p14:cNvContentPartPr/>
                <p14:nvPr/>
              </p14:nvContentPartPr>
              <p14:xfrm>
                <a:off x="6836504" y="3254849"/>
                <a:ext cx="28440" cy="705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B57599A2-27E0-E222-6125-D6A4B78C3D77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818504" y="3236849"/>
                  <a:ext cx="6408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979BA1AB-4C0B-8D4F-9DE2-58FE769554A9}"/>
                    </a:ext>
                  </a:extLst>
                </p14:cNvPr>
                <p14:cNvContentPartPr/>
                <p14:nvPr/>
              </p14:nvContentPartPr>
              <p14:xfrm>
                <a:off x="7016864" y="3356369"/>
                <a:ext cx="3240" cy="14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979BA1AB-4C0B-8D4F-9DE2-58FE769554A9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998864" y="3338369"/>
                  <a:ext cx="3888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39CAF52A-ED54-0D36-D8B0-D32319B9756D}"/>
                    </a:ext>
                  </a:extLst>
                </p14:cNvPr>
                <p14:cNvContentPartPr/>
                <p14:nvPr/>
              </p14:nvContentPartPr>
              <p14:xfrm>
                <a:off x="6998144" y="3361769"/>
                <a:ext cx="24120" cy="1497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39CAF52A-ED54-0D36-D8B0-D32319B9756D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980504" y="3344129"/>
                  <a:ext cx="5976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7658B82A-6EEB-7797-8B2A-22B52170B783}"/>
                    </a:ext>
                  </a:extLst>
                </p14:cNvPr>
                <p14:cNvContentPartPr/>
                <p14:nvPr/>
              </p14:nvContentPartPr>
              <p14:xfrm>
                <a:off x="7147544" y="3352769"/>
                <a:ext cx="41400" cy="4284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7658B82A-6EEB-7797-8B2A-22B52170B783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129544" y="3335129"/>
                  <a:ext cx="7704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87843367-1740-D6DB-7306-58DEE3DA1D15}"/>
                    </a:ext>
                  </a:extLst>
                </p14:cNvPr>
                <p14:cNvContentPartPr/>
                <p14:nvPr/>
              </p14:nvContentPartPr>
              <p14:xfrm>
                <a:off x="7131704" y="3257729"/>
                <a:ext cx="341280" cy="2833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87843367-1740-D6DB-7306-58DEE3DA1D1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113704" y="3239729"/>
                  <a:ext cx="376920" cy="31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842E50E8-4DA5-37D9-CC84-50A6619BA3ED}"/>
              </a:ext>
            </a:extLst>
          </p:cNvPr>
          <p:cNvGrpSpPr/>
          <p:nvPr/>
        </p:nvGrpSpPr>
        <p:grpSpPr>
          <a:xfrm>
            <a:off x="6832904" y="3678209"/>
            <a:ext cx="1763640" cy="258120"/>
            <a:chOff x="6832904" y="3678209"/>
            <a:chExt cx="1763640" cy="258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F975390-1414-DD26-5A2E-DFC04D230ED4}"/>
                    </a:ext>
                  </a:extLst>
                </p14:cNvPr>
                <p14:cNvContentPartPr/>
                <p14:nvPr/>
              </p14:nvContentPartPr>
              <p14:xfrm>
                <a:off x="6832904" y="3773249"/>
                <a:ext cx="155520" cy="1522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F975390-1414-DD26-5A2E-DFC04D230ED4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814904" y="3755609"/>
                  <a:ext cx="19116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ED24DDEA-A849-6EE2-2FFE-84F3E115B050}"/>
                    </a:ext>
                  </a:extLst>
                </p14:cNvPr>
                <p14:cNvContentPartPr/>
                <p14:nvPr/>
              </p14:nvContentPartPr>
              <p14:xfrm>
                <a:off x="7055744" y="3774689"/>
                <a:ext cx="99360" cy="936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ED24DDEA-A849-6EE2-2FFE-84F3E115B050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038104" y="3757049"/>
                  <a:ext cx="13500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ACAA5A52-0AF2-134B-0093-E416587457B9}"/>
                    </a:ext>
                  </a:extLst>
                </p14:cNvPr>
                <p14:cNvContentPartPr/>
                <p14:nvPr/>
              </p14:nvContentPartPr>
              <p14:xfrm>
                <a:off x="7247984" y="3746249"/>
                <a:ext cx="81720" cy="1900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ACAA5A52-0AF2-134B-0093-E416587457B9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229984" y="3728249"/>
                  <a:ext cx="11736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65F93A18-364F-174B-F395-F15E0A402B11}"/>
                    </a:ext>
                  </a:extLst>
                </p14:cNvPr>
                <p14:cNvContentPartPr/>
                <p14:nvPr/>
              </p14:nvContentPartPr>
              <p14:xfrm>
                <a:off x="7403864" y="3804209"/>
                <a:ext cx="56880" cy="1065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65F93A18-364F-174B-F395-F15E0A402B11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386224" y="3786209"/>
                  <a:ext cx="9252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1DB4D847-2A48-AEDD-9120-BDD3BFD6A42B}"/>
                    </a:ext>
                  </a:extLst>
                </p14:cNvPr>
                <p14:cNvContentPartPr/>
                <p14:nvPr/>
              </p14:nvContentPartPr>
              <p14:xfrm>
                <a:off x="7423304" y="3678209"/>
                <a:ext cx="2520" cy="72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1DB4D847-2A48-AEDD-9120-BDD3BFD6A42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405664" y="3660569"/>
                  <a:ext cx="3816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98964734-3F60-B5E1-F15D-8FFFF54F6ABC}"/>
                    </a:ext>
                  </a:extLst>
                </p14:cNvPr>
                <p14:cNvContentPartPr/>
                <p14:nvPr/>
              </p14:nvContentPartPr>
              <p14:xfrm>
                <a:off x="7549664" y="3741209"/>
                <a:ext cx="58680" cy="1566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98964734-3F60-B5E1-F15D-8FFFF54F6ABC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532024" y="3723209"/>
                  <a:ext cx="9432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CE5DE466-6C87-6D48-CB75-BF3B265A2A64}"/>
                    </a:ext>
                  </a:extLst>
                </p14:cNvPr>
                <p14:cNvContentPartPr/>
                <p14:nvPr/>
              </p14:nvContentPartPr>
              <p14:xfrm>
                <a:off x="7745864" y="3698009"/>
                <a:ext cx="56880" cy="1983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CE5DE466-6C87-6D48-CB75-BF3B265A2A64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727864" y="3680369"/>
                  <a:ext cx="9252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83756D2F-5E80-F123-E95C-ECA364C641E1}"/>
                    </a:ext>
                  </a:extLst>
                </p14:cNvPr>
                <p14:cNvContentPartPr/>
                <p14:nvPr/>
              </p14:nvContentPartPr>
              <p14:xfrm>
                <a:off x="7747304" y="3787289"/>
                <a:ext cx="92880" cy="345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83756D2F-5E80-F123-E95C-ECA364C641E1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7729664" y="3769289"/>
                  <a:ext cx="12852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41A14F6-5E77-928B-7CD4-BF2302B50FA5}"/>
                    </a:ext>
                  </a:extLst>
                </p14:cNvPr>
                <p14:cNvContentPartPr/>
                <p14:nvPr/>
              </p14:nvContentPartPr>
              <p14:xfrm>
                <a:off x="7926224" y="3764609"/>
                <a:ext cx="273240" cy="1191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41A14F6-5E77-928B-7CD4-BF2302B50FA5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7908584" y="3746969"/>
                  <a:ext cx="30888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DEDC414-7BB4-24A1-5442-6E170179FF4D}"/>
                    </a:ext>
                  </a:extLst>
                </p14:cNvPr>
                <p14:cNvContentPartPr/>
                <p14:nvPr/>
              </p14:nvContentPartPr>
              <p14:xfrm>
                <a:off x="8212784" y="3743009"/>
                <a:ext cx="95760" cy="788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DEDC414-7BB4-24A1-5442-6E170179FF4D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8195144" y="3725369"/>
                  <a:ext cx="13140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F11CB86D-8232-06CD-AC6F-675B786E0735}"/>
                    </a:ext>
                  </a:extLst>
                </p14:cNvPr>
                <p14:cNvContentPartPr/>
                <p14:nvPr/>
              </p14:nvContentPartPr>
              <p14:xfrm>
                <a:off x="8407544" y="3752729"/>
                <a:ext cx="46800" cy="1134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F11CB86D-8232-06CD-AC6F-675B786E0735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8389904" y="3734729"/>
                  <a:ext cx="8244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525E4B10-77F5-A06A-FA38-2FD490787C90}"/>
                    </a:ext>
                  </a:extLst>
                </p14:cNvPr>
                <p14:cNvContentPartPr/>
                <p14:nvPr/>
              </p14:nvContentPartPr>
              <p14:xfrm>
                <a:off x="8509064" y="3749129"/>
                <a:ext cx="87480" cy="982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525E4B10-77F5-A06A-FA38-2FD490787C90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8491064" y="3731489"/>
                  <a:ext cx="123120" cy="13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22D1C307-368E-063B-9E43-AECD7EA00D73}"/>
              </a:ext>
            </a:extLst>
          </p:cNvPr>
          <p:cNvGrpSpPr/>
          <p:nvPr/>
        </p:nvGrpSpPr>
        <p:grpSpPr>
          <a:xfrm>
            <a:off x="7175264" y="4190849"/>
            <a:ext cx="241200" cy="497160"/>
            <a:chOff x="7175264" y="4190849"/>
            <a:chExt cx="241200" cy="497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D927895E-B0C0-391A-8F90-94279FE44880}"/>
                    </a:ext>
                  </a:extLst>
                </p14:cNvPr>
                <p14:cNvContentPartPr/>
                <p14:nvPr/>
              </p14:nvContentPartPr>
              <p14:xfrm>
                <a:off x="7180304" y="4190849"/>
                <a:ext cx="110160" cy="36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D927895E-B0C0-391A-8F90-94279FE44880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162304" y="4173209"/>
                  <a:ext cx="145800" cy="40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CB00FDA7-B116-AA34-D01A-85AA28148DEA}"/>
                    </a:ext>
                  </a:extLst>
                </p14:cNvPr>
                <p14:cNvContentPartPr/>
                <p14:nvPr/>
              </p14:nvContentPartPr>
              <p14:xfrm>
                <a:off x="7175264" y="4556969"/>
                <a:ext cx="201240" cy="1310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CB00FDA7-B116-AA34-D01A-85AA28148DEA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7157264" y="4538969"/>
                  <a:ext cx="23688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A3A2871E-3136-A203-7A25-7E7C9590501C}"/>
                    </a:ext>
                  </a:extLst>
                </p14:cNvPr>
                <p14:cNvContentPartPr/>
                <p14:nvPr/>
              </p14:nvContentPartPr>
              <p14:xfrm>
                <a:off x="7392704" y="4471649"/>
                <a:ext cx="23760" cy="1623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A3A2871E-3136-A203-7A25-7E7C9590501C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7374704" y="4454009"/>
                  <a:ext cx="59400" cy="19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4DA73F56-ED19-F7AD-89B7-7B1CF220759A}"/>
              </a:ext>
            </a:extLst>
          </p:cNvPr>
          <p:cNvGrpSpPr/>
          <p:nvPr/>
        </p:nvGrpSpPr>
        <p:grpSpPr>
          <a:xfrm>
            <a:off x="7230704" y="4935329"/>
            <a:ext cx="409320" cy="141120"/>
            <a:chOff x="7230704" y="4935329"/>
            <a:chExt cx="409320" cy="141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FB675C39-E631-8BD9-3EAA-E39241A73243}"/>
                    </a:ext>
                  </a:extLst>
                </p14:cNvPr>
                <p14:cNvContentPartPr/>
                <p14:nvPr/>
              </p14:nvContentPartPr>
              <p14:xfrm>
                <a:off x="7230704" y="4935329"/>
                <a:ext cx="227880" cy="1411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FB675C39-E631-8BD9-3EAA-E39241A7324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7212704" y="4917329"/>
                  <a:ext cx="26352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DC80692C-2CA8-1257-4E56-BAD89843676F}"/>
                    </a:ext>
                  </a:extLst>
                </p14:cNvPr>
                <p14:cNvContentPartPr/>
                <p14:nvPr/>
              </p14:nvContentPartPr>
              <p14:xfrm>
                <a:off x="7525904" y="4939649"/>
                <a:ext cx="114120" cy="13284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DC80692C-2CA8-1257-4E56-BAD89843676F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7508264" y="4922009"/>
                  <a:ext cx="149760" cy="16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894E5210-AA7C-11DD-827D-F78A76FAD095}"/>
              </a:ext>
            </a:extLst>
          </p:cNvPr>
          <p:cNvGrpSpPr/>
          <p:nvPr/>
        </p:nvGrpSpPr>
        <p:grpSpPr>
          <a:xfrm>
            <a:off x="7319984" y="5275889"/>
            <a:ext cx="786960" cy="340200"/>
            <a:chOff x="7319984" y="5275889"/>
            <a:chExt cx="786960" cy="34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07F0C67B-9187-0939-BB27-09F35DBB750A}"/>
                    </a:ext>
                  </a:extLst>
                </p14:cNvPr>
                <p14:cNvContentPartPr/>
                <p14:nvPr/>
              </p14:nvContentPartPr>
              <p14:xfrm>
                <a:off x="7335104" y="5275889"/>
                <a:ext cx="78480" cy="3402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07F0C67B-9187-0939-BB27-09F35DBB750A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7317104" y="5258249"/>
                  <a:ext cx="114120" cy="37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DCAEB595-AC66-483C-0F89-FE8218163F12}"/>
                    </a:ext>
                  </a:extLst>
                </p14:cNvPr>
                <p14:cNvContentPartPr/>
                <p14:nvPr/>
              </p14:nvContentPartPr>
              <p14:xfrm>
                <a:off x="7319984" y="5420249"/>
                <a:ext cx="125280" cy="439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DCAEB595-AC66-483C-0F89-FE8218163F12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301984" y="5402609"/>
                  <a:ext cx="16092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7B0C7D44-A8CE-F745-EE85-8C4C286D658B}"/>
                    </a:ext>
                  </a:extLst>
                </p14:cNvPr>
                <p14:cNvContentPartPr/>
                <p14:nvPr/>
              </p14:nvContentPartPr>
              <p14:xfrm>
                <a:off x="7502504" y="5375609"/>
                <a:ext cx="28800" cy="1260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7B0C7D44-A8CE-F745-EE85-8C4C286D658B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484504" y="5357969"/>
                  <a:ext cx="6444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DBB59A73-CC84-815D-7B4A-6EAD7E34C270}"/>
                    </a:ext>
                  </a:extLst>
                </p14:cNvPr>
                <p14:cNvContentPartPr/>
                <p14:nvPr/>
              </p14:nvContentPartPr>
              <p14:xfrm>
                <a:off x="7638224" y="5373449"/>
                <a:ext cx="91440" cy="117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DBB59A73-CC84-815D-7B4A-6EAD7E34C270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620584" y="5355809"/>
                  <a:ext cx="12708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8AFA6DE5-6B3C-0649-083D-D4BF156CE389}"/>
                    </a:ext>
                  </a:extLst>
                </p14:cNvPr>
                <p14:cNvContentPartPr/>
                <p14:nvPr/>
              </p14:nvContentPartPr>
              <p14:xfrm>
                <a:off x="7827944" y="5371649"/>
                <a:ext cx="279000" cy="1191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8AFA6DE5-6B3C-0649-083D-D4BF156CE389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7810304" y="5354009"/>
                  <a:ext cx="314640" cy="154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78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C34897CD-D755-DDE6-31E2-E5FD6B5E16F5}"/>
                  </a:ext>
                </a:extLst>
              </p14:cNvPr>
              <p14:cNvContentPartPr/>
              <p14:nvPr/>
            </p14:nvContentPartPr>
            <p14:xfrm>
              <a:off x="9489344" y="2394449"/>
              <a:ext cx="1439640" cy="42336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C34897CD-D755-DDE6-31E2-E5FD6B5E16F5}"/>
                  </a:ext>
                </a:extLst>
              </p:cNvPr>
              <p:cNvPicPr/>
              <p:nvPr/>
            </p:nvPicPr>
            <p:blipFill>
              <a:blip r:embed="rId179"/>
              <a:stretch>
                <a:fillRect/>
              </a:stretch>
            </p:blipFill>
            <p:spPr>
              <a:xfrm>
                <a:off x="9435344" y="2286809"/>
                <a:ext cx="1547280" cy="63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0">
            <p14:nvContentPartPr>
              <p14:cNvPr id="107" name="Ink 106">
                <a:extLst>
                  <a:ext uri="{FF2B5EF4-FFF2-40B4-BE49-F238E27FC236}">
                    <a16:creationId xmlns:a16="http://schemas.microsoft.com/office/drawing/2014/main" id="{C98A1FB0-7F66-7664-2410-8FC98FAF7853}"/>
                  </a:ext>
                </a:extLst>
              </p14:cNvPr>
              <p14:cNvContentPartPr/>
              <p14:nvPr/>
            </p14:nvContentPartPr>
            <p14:xfrm>
              <a:off x="10730264" y="2782889"/>
              <a:ext cx="360" cy="360"/>
            </p14:xfrm>
          </p:contentPart>
        </mc:Choice>
        <mc:Fallback xmlns="">
          <p:pic>
            <p:nvPicPr>
              <p:cNvPr id="107" name="Ink 106">
                <a:extLst>
                  <a:ext uri="{FF2B5EF4-FFF2-40B4-BE49-F238E27FC236}">
                    <a16:creationId xmlns:a16="http://schemas.microsoft.com/office/drawing/2014/main" id="{C98A1FB0-7F66-7664-2410-8FC98FAF7853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10676624" y="2674889"/>
                <a:ext cx="108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2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93EE6245-A970-FE70-83FC-BB713F1FC044}"/>
                  </a:ext>
                </a:extLst>
              </p14:cNvPr>
              <p14:cNvContentPartPr/>
              <p14:nvPr/>
            </p14:nvContentPartPr>
            <p14:xfrm>
              <a:off x="9348224" y="2532689"/>
              <a:ext cx="1828080" cy="124200"/>
            </p14:xfrm>
          </p:contentPart>
        </mc:Choice>
        <mc:Fallback xmlns=""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93EE6245-A970-FE70-83FC-BB713F1FC044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9330584" y="2514689"/>
                <a:ext cx="1863720" cy="159840"/>
              </a:xfrm>
              <a:prstGeom prst="rect">
                <a:avLst/>
              </a:prstGeom>
            </p:spPr>
          </p:pic>
        </mc:Fallback>
      </mc:AlternateContent>
      <p:grpSp>
        <p:nvGrpSpPr>
          <p:cNvPr id="127" name="Group 126">
            <a:extLst>
              <a:ext uri="{FF2B5EF4-FFF2-40B4-BE49-F238E27FC236}">
                <a16:creationId xmlns:a16="http://schemas.microsoft.com/office/drawing/2014/main" id="{F2F243E5-01D2-1CAB-5585-F69A4C791304}"/>
              </a:ext>
            </a:extLst>
          </p:cNvPr>
          <p:cNvGrpSpPr/>
          <p:nvPr/>
        </p:nvGrpSpPr>
        <p:grpSpPr>
          <a:xfrm>
            <a:off x="9869864" y="3074129"/>
            <a:ext cx="469800" cy="268560"/>
            <a:chOff x="9869864" y="3074129"/>
            <a:chExt cx="469800" cy="268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DC04343F-7D46-AD32-13FB-3C69FBDF9D0C}"/>
                    </a:ext>
                  </a:extLst>
                </p14:cNvPr>
                <p14:cNvContentPartPr/>
                <p14:nvPr/>
              </p14:nvContentPartPr>
              <p14:xfrm>
                <a:off x="9869864" y="3074129"/>
                <a:ext cx="29880" cy="2685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DC04343F-7D46-AD32-13FB-3C69FBDF9D0C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9852224" y="3056489"/>
                  <a:ext cx="65520" cy="30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C64FA3D3-3028-DD44-CFE9-96B4D9BEDA30}"/>
                    </a:ext>
                  </a:extLst>
                </p14:cNvPr>
                <p14:cNvContentPartPr/>
                <p14:nvPr/>
              </p14:nvContentPartPr>
              <p14:xfrm>
                <a:off x="10008824" y="3215249"/>
                <a:ext cx="75960" cy="1094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C64FA3D3-3028-DD44-CFE9-96B4D9BEDA30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9991184" y="3197249"/>
                  <a:ext cx="11160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8BE4EE0D-D967-31EA-D73E-BF6B868BECD8}"/>
                    </a:ext>
                  </a:extLst>
                </p14:cNvPr>
                <p14:cNvContentPartPr/>
                <p14:nvPr/>
              </p14:nvContentPartPr>
              <p14:xfrm>
                <a:off x="10161824" y="3184649"/>
                <a:ext cx="177840" cy="1126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8BE4EE0D-D967-31EA-D73E-BF6B868BECD8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0144184" y="3167009"/>
                  <a:ext cx="213480" cy="14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ED22A149-168B-C6E2-600E-355D26DA4EE4}"/>
              </a:ext>
            </a:extLst>
          </p:cNvPr>
          <p:cNvGrpSpPr/>
          <p:nvPr/>
        </p:nvGrpSpPr>
        <p:grpSpPr>
          <a:xfrm>
            <a:off x="9914144" y="3532409"/>
            <a:ext cx="1490760" cy="226800"/>
            <a:chOff x="9914144" y="3532409"/>
            <a:chExt cx="1490760" cy="226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C8279F54-4488-46E6-1A75-053EDC60060F}"/>
                    </a:ext>
                  </a:extLst>
                </p14:cNvPr>
                <p14:cNvContentPartPr/>
                <p14:nvPr/>
              </p14:nvContentPartPr>
              <p14:xfrm>
                <a:off x="9914144" y="3595049"/>
                <a:ext cx="141840" cy="1393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C8279F54-4488-46E6-1A75-053EDC60060F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9896504" y="3577409"/>
                  <a:ext cx="17748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3990C463-585D-8D30-B97E-FE650A2BBEA4}"/>
                    </a:ext>
                  </a:extLst>
                </p14:cNvPr>
                <p14:cNvContentPartPr/>
                <p14:nvPr/>
              </p14:nvContentPartPr>
              <p14:xfrm>
                <a:off x="10115384" y="3583889"/>
                <a:ext cx="64440" cy="1090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3990C463-585D-8D30-B97E-FE650A2BBEA4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0097384" y="3566249"/>
                  <a:ext cx="10008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B53A876A-C659-6699-B0D3-5C9F31F821A8}"/>
                    </a:ext>
                  </a:extLst>
                </p14:cNvPr>
                <p14:cNvContentPartPr/>
                <p14:nvPr/>
              </p14:nvContentPartPr>
              <p14:xfrm>
                <a:off x="10293224" y="3601169"/>
                <a:ext cx="61920" cy="15804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B53A876A-C659-6699-B0D3-5C9F31F821A8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0275584" y="3583169"/>
                  <a:ext cx="9756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A92F0F3C-ED0E-CDAB-45DF-00E591FAB3FF}"/>
                    </a:ext>
                  </a:extLst>
                </p14:cNvPr>
                <p14:cNvContentPartPr/>
                <p14:nvPr/>
              </p14:nvContentPartPr>
              <p14:xfrm>
                <a:off x="10395104" y="3650849"/>
                <a:ext cx="37080" cy="5868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A92F0F3C-ED0E-CDAB-45DF-00E591FAB3FF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0377464" y="3632849"/>
                  <a:ext cx="7272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6DD8A35A-2E3F-2068-8B18-A4DC0760D1CC}"/>
                    </a:ext>
                  </a:extLst>
                </p14:cNvPr>
                <p14:cNvContentPartPr/>
                <p14:nvPr/>
              </p14:nvContentPartPr>
              <p14:xfrm>
                <a:off x="10453064" y="3535649"/>
                <a:ext cx="11880" cy="216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6DD8A35A-2E3F-2068-8B18-A4DC0760D1CC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0435424" y="3518009"/>
                  <a:ext cx="4752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4454257B-81DF-172D-CA72-AF7802DCEE56}"/>
                    </a:ext>
                  </a:extLst>
                </p14:cNvPr>
                <p14:cNvContentPartPr/>
                <p14:nvPr/>
              </p14:nvContentPartPr>
              <p14:xfrm>
                <a:off x="10501304" y="3586769"/>
                <a:ext cx="84600" cy="16272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4454257B-81DF-172D-CA72-AF7802DCEE56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0483304" y="3568769"/>
                  <a:ext cx="12024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84B24B18-9AA4-A2DD-F843-B88606114A6B}"/>
                    </a:ext>
                  </a:extLst>
                </p14:cNvPr>
                <p14:cNvContentPartPr/>
                <p14:nvPr/>
              </p14:nvContentPartPr>
              <p14:xfrm>
                <a:off x="10667624" y="3532409"/>
                <a:ext cx="38520" cy="1443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84B24B18-9AA4-A2DD-F843-B88606114A6B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0649624" y="3514769"/>
                  <a:ext cx="7416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B9B82999-FB99-4A93-94C4-2B993F69D593}"/>
                    </a:ext>
                  </a:extLst>
                </p14:cNvPr>
                <p14:cNvContentPartPr/>
                <p14:nvPr/>
              </p14:nvContentPartPr>
              <p14:xfrm>
                <a:off x="10662584" y="3627449"/>
                <a:ext cx="50760" cy="2232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B9B82999-FB99-4A93-94C4-2B993F69D593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0644944" y="3609449"/>
                  <a:ext cx="8640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64DE131E-0FD2-CD7E-4F69-BBF6493D5EB2}"/>
                    </a:ext>
                  </a:extLst>
                </p14:cNvPr>
                <p14:cNvContentPartPr/>
                <p14:nvPr/>
              </p14:nvContentPartPr>
              <p14:xfrm>
                <a:off x="10830704" y="3609089"/>
                <a:ext cx="245880" cy="676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64DE131E-0FD2-CD7E-4F69-BBF6493D5EB2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0812704" y="3591089"/>
                  <a:ext cx="28152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FDFB11AC-6B6A-2193-A63F-093274921BDC}"/>
                    </a:ext>
                  </a:extLst>
                </p14:cNvPr>
                <p14:cNvContentPartPr/>
                <p14:nvPr/>
              </p14:nvContentPartPr>
              <p14:xfrm>
                <a:off x="11151104" y="3573449"/>
                <a:ext cx="70560" cy="1054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FDFB11AC-6B6A-2193-A63F-093274921BDC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1133104" y="3555449"/>
                  <a:ext cx="10620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64B15119-D537-FCB7-C2F4-6640853EDE55}"/>
                    </a:ext>
                  </a:extLst>
                </p14:cNvPr>
                <p14:cNvContentPartPr/>
                <p14:nvPr/>
              </p14:nvContentPartPr>
              <p14:xfrm>
                <a:off x="11266664" y="3555809"/>
                <a:ext cx="138240" cy="9468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64B15119-D537-FCB7-C2F4-6640853EDE55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1249024" y="3537809"/>
                  <a:ext cx="173880" cy="130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633E4A0E-8FB6-5BA9-075C-D49B55BEF39E}"/>
              </a:ext>
            </a:extLst>
          </p:cNvPr>
          <p:cNvGrpSpPr/>
          <p:nvPr/>
        </p:nvGrpSpPr>
        <p:grpSpPr>
          <a:xfrm>
            <a:off x="10491224" y="4056569"/>
            <a:ext cx="148680" cy="642960"/>
            <a:chOff x="10491224" y="4056569"/>
            <a:chExt cx="148680" cy="64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27845D2C-0630-E633-60A9-799D6A52D8A3}"/>
                    </a:ext>
                  </a:extLst>
                </p14:cNvPr>
                <p14:cNvContentPartPr/>
                <p14:nvPr/>
              </p14:nvContentPartPr>
              <p14:xfrm>
                <a:off x="10491224" y="4056569"/>
                <a:ext cx="90360" cy="64296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27845D2C-0630-E633-60A9-799D6A52D8A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0473224" y="4038569"/>
                  <a:ext cx="126000" cy="67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3E9E9D32-FD91-7FB0-B595-FB4B75B16E3B}"/>
                    </a:ext>
                  </a:extLst>
                </p14:cNvPr>
                <p14:cNvContentPartPr/>
                <p14:nvPr/>
              </p14:nvContentPartPr>
              <p14:xfrm>
                <a:off x="10499144" y="4567769"/>
                <a:ext cx="140760" cy="92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3E9E9D32-FD91-7FB0-B595-FB4B75B16E3B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0481144" y="4549769"/>
                  <a:ext cx="176400" cy="12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E6E4F78A-3871-C821-4B56-40A71AE0B86E}"/>
              </a:ext>
            </a:extLst>
          </p:cNvPr>
          <p:cNvGrpSpPr/>
          <p:nvPr/>
        </p:nvGrpSpPr>
        <p:grpSpPr>
          <a:xfrm>
            <a:off x="9997664" y="4896809"/>
            <a:ext cx="766800" cy="244800"/>
            <a:chOff x="9997664" y="4896809"/>
            <a:chExt cx="766800" cy="24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03F17BC0-7F59-D665-E63B-06EFABBD182E}"/>
                    </a:ext>
                  </a:extLst>
                </p14:cNvPr>
                <p14:cNvContentPartPr/>
                <p14:nvPr/>
              </p14:nvContentPartPr>
              <p14:xfrm>
                <a:off x="9997664" y="4907969"/>
                <a:ext cx="296280" cy="2336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03F17BC0-7F59-D665-E63B-06EFABBD182E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9980024" y="4890329"/>
                  <a:ext cx="33192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63CDD902-5C80-019E-C5AB-E75CC448ED18}"/>
                    </a:ext>
                  </a:extLst>
                </p14:cNvPr>
                <p14:cNvContentPartPr/>
                <p14:nvPr/>
              </p14:nvContentPartPr>
              <p14:xfrm>
                <a:off x="10306904" y="4989689"/>
                <a:ext cx="58320" cy="1242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63CDD902-5C80-019E-C5AB-E75CC448ED18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0289264" y="4972049"/>
                  <a:ext cx="939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887C164A-48DD-68A0-3853-FBA4C7ACE3DF}"/>
                    </a:ext>
                  </a:extLst>
                </p14:cNvPr>
                <p14:cNvContentPartPr/>
                <p14:nvPr/>
              </p14:nvContentPartPr>
              <p14:xfrm>
                <a:off x="10309424" y="4898609"/>
                <a:ext cx="19080" cy="1800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887C164A-48DD-68A0-3853-FBA4C7ACE3DF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0291784" y="4880609"/>
                  <a:ext cx="5472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6C0BBFCB-24B3-0653-B75B-0187DDADF611}"/>
                    </a:ext>
                  </a:extLst>
                </p14:cNvPr>
                <p14:cNvContentPartPr/>
                <p14:nvPr/>
              </p14:nvContentPartPr>
              <p14:xfrm>
                <a:off x="10445504" y="4950449"/>
                <a:ext cx="104760" cy="18684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6C0BBFCB-24B3-0653-B75B-0187DDADF611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0427864" y="4932809"/>
                  <a:ext cx="14040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0CD077F6-5EAA-BAD8-0D9A-23EB159CB8C3}"/>
                    </a:ext>
                  </a:extLst>
                </p14:cNvPr>
                <p14:cNvContentPartPr/>
                <p14:nvPr/>
              </p14:nvContentPartPr>
              <p14:xfrm>
                <a:off x="10636304" y="4896809"/>
                <a:ext cx="128160" cy="15552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0CD077F6-5EAA-BAD8-0D9A-23EB159CB8C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0618664" y="4879169"/>
                  <a:ext cx="163800" cy="191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6AB0A118-5F2B-C931-35FC-741C324EE252}"/>
              </a:ext>
            </a:extLst>
          </p:cNvPr>
          <p:cNvGrpSpPr/>
          <p:nvPr/>
        </p:nvGrpSpPr>
        <p:grpSpPr>
          <a:xfrm>
            <a:off x="10271264" y="5457689"/>
            <a:ext cx="792720" cy="309240"/>
            <a:chOff x="10271264" y="5457689"/>
            <a:chExt cx="792720" cy="309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3983A70E-2A8B-E3EA-9855-141FED60575E}"/>
                    </a:ext>
                  </a:extLst>
                </p14:cNvPr>
                <p14:cNvContentPartPr/>
                <p14:nvPr/>
              </p14:nvContentPartPr>
              <p14:xfrm>
                <a:off x="10296464" y="5457689"/>
                <a:ext cx="87480" cy="30924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3983A70E-2A8B-E3EA-9855-141FED60575E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0278824" y="5439689"/>
                  <a:ext cx="12312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C4A15EEF-A44D-1450-9102-742E14A411B4}"/>
                    </a:ext>
                  </a:extLst>
                </p14:cNvPr>
                <p14:cNvContentPartPr/>
                <p14:nvPr/>
              </p14:nvContentPartPr>
              <p14:xfrm>
                <a:off x="10271264" y="5631929"/>
                <a:ext cx="95040" cy="3744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C4A15EEF-A44D-1450-9102-742E14A411B4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0253624" y="5613929"/>
                  <a:ext cx="13068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32578BCD-362E-9A86-355B-9AB3DC9DE5F5}"/>
                    </a:ext>
                  </a:extLst>
                </p14:cNvPr>
                <p14:cNvContentPartPr/>
                <p14:nvPr/>
              </p14:nvContentPartPr>
              <p14:xfrm>
                <a:off x="10515344" y="5494409"/>
                <a:ext cx="28440" cy="13248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32578BCD-362E-9A86-355B-9AB3DC9DE5F5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0497344" y="5476769"/>
                  <a:ext cx="6408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8F48F9C8-61DA-B5C9-4BD4-460167E7E220}"/>
                    </a:ext>
                  </a:extLst>
                </p14:cNvPr>
                <p14:cNvContentPartPr/>
                <p14:nvPr/>
              </p14:nvContentPartPr>
              <p14:xfrm>
                <a:off x="10711184" y="5587649"/>
                <a:ext cx="50760" cy="982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8F48F9C8-61DA-B5C9-4BD4-460167E7E220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0693544" y="5570009"/>
                  <a:ext cx="8640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4C835BD3-3D42-5410-2499-D9E14EAD7D9D}"/>
                    </a:ext>
                  </a:extLst>
                </p14:cNvPr>
                <p14:cNvContentPartPr/>
                <p14:nvPr/>
              </p14:nvContentPartPr>
              <p14:xfrm>
                <a:off x="10856264" y="5559929"/>
                <a:ext cx="207720" cy="10692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4C835BD3-3D42-5410-2499-D9E14EAD7D9D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0838624" y="5542289"/>
                  <a:ext cx="243360" cy="14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63138F26-0359-0B3B-D692-033161044629}"/>
              </a:ext>
            </a:extLst>
          </p:cNvPr>
          <p:cNvGrpSpPr/>
          <p:nvPr/>
        </p:nvGrpSpPr>
        <p:grpSpPr>
          <a:xfrm>
            <a:off x="6261224" y="832769"/>
            <a:ext cx="2179800" cy="509760"/>
            <a:chOff x="6261224" y="832769"/>
            <a:chExt cx="2179800" cy="509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2251B2A3-76FC-4443-9C52-9B7F7C13EED8}"/>
                    </a:ext>
                  </a:extLst>
                </p14:cNvPr>
                <p14:cNvContentPartPr/>
                <p14:nvPr/>
              </p14:nvContentPartPr>
              <p14:xfrm>
                <a:off x="6261224" y="832769"/>
                <a:ext cx="36000" cy="50976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2251B2A3-76FC-4443-9C52-9B7F7C13EED8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6243584" y="815129"/>
                  <a:ext cx="71640" cy="54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528FAEDD-0AF8-0A54-3CF9-4F32DC9FE6FA}"/>
                    </a:ext>
                  </a:extLst>
                </p14:cNvPr>
                <p14:cNvContentPartPr/>
                <p14:nvPr/>
              </p14:nvContentPartPr>
              <p14:xfrm>
                <a:off x="6281744" y="866249"/>
                <a:ext cx="457560" cy="4546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528FAEDD-0AF8-0A54-3CF9-4F32DC9FE6FA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6264104" y="848249"/>
                  <a:ext cx="493200" cy="49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D23A0E8A-427A-0031-A35F-E7A44FCFB870}"/>
                    </a:ext>
                  </a:extLst>
                </p14:cNvPr>
                <p14:cNvContentPartPr/>
                <p14:nvPr/>
              </p14:nvContentPartPr>
              <p14:xfrm>
                <a:off x="6835424" y="938249"/>
                <a:ext cx="190440" cy="3247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D23A0E8A-427A-0031-A35F-E7A44FCFB870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6817424" y="920249"/>
                  <a:ext cx="226080" cy="36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102B4FF1-E58D-BDB4-0CA4-2D1BE0E05351}"/>
                    </a:ext>
                  </a:extLst>
                </p14:cNvPr>
                <p14:cNvContentPartPr/>
                <p14:nvPr/>
              </p14:nvContentPartPr>
              <p14:xfrm>
                <a:off x="7173824" y="906929"/>
                <a:ext cx="181080" cy="34884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102B4FF1-E58D-BDB4-0CA4-2D1BE0E05351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7155824" y="888929"/>
                  <a:ext cx="216720" cy="38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ED45D1CC-1C84-40B0-D7BB-D6B1FF27B8C9}"/>
                    </a:ext>
                  </a:extLst>
                </p14:cNvPr>
                <p14:cNvContentPartPr/>
                <p14:nvPr/>
              </p14:nvContentPartPr>
              <p14:xfrm>
                <a:off x="7547864" y="964889"/>
                <a:ext cx="43560" cy="30708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ED45D1CC-1C84-40B0-D7BB-D6B1FF27B8C9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7530224" y="947249"/>
                  <a:ext cx="7920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D2A77798-2E81-508D-CC62-D6FD7C33A12D}"/>
                    </a:ext>
                  </a:extLst>
                </p14:cNvPr>
                <p14:cNvContentPartPr/>
                <p14:nvPr/>
              </p14:nvContentPartPr>
              <p14:xfrm>
                <a:off x="7507544" y="937889"/>
                <a:ext cx="139320" cy="8388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D2A77798-2E81-508D-CC62-D6FD7C33A12D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7489544" y="920249"/>
                  <a:ext cx="17496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18AAF27E-DBE2-29BF-8A5D-4011A3C431D4}"/>
                    </a:ext>
                  </a:extLst>
                </p14:cNvPr>
                <p14:cNvContentPartPr/>
                <p14:nvPr/>
              </p14:nvContentPartPr>
              <p14:xfrm>
                <a:off x="7583144" y="1039049"/>
                <a:ext cx="151920" cy="5544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18AAF27E-DBE2-29BF-8A5D-4011A3C431D4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7565504" y="1021049"/>
                  <a:ext cx="18756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73644F69-E1D6-E529-BD9A-6B2CB8D83CE7}"/>
                    </a:ext>
                  </a:extLst>
                </p14:cNvPr>
                <p14:cNvContentPartPr/>
                <p14:nvPr/>
              </p14:nvContentPartPr>
              <p14:xfrm>
                <a:off x="7875104" y="924209"/>
                <a:ext cx="34560" cy="27900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73644F69-E1D6-E529-BD9A-6B2CB8D83CE7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7857104" y="906209"/>
                  <a:ext cx="7020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B4560B54-5FF4-AA4B-BBFD-FC01A549ACEA}"/>
                    </a:ext>
                  </a:extLst>
                </p14:cNvPr>
                <p14:cNvContentPartPr/>
                <p14:nvPr/>
              </p14:nvContentPartPr>
              <p14:xfrm>
                <a:off x="7851344" y="879929"/>
                <a:ext cx="155160" cy="586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B4560B54-5FF4-AA4B-BBFD-FC01A549ACEA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7833344" y="862289"/>
                  <a:ext cx="1908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E87736D0-99D3-80C6-ED98-0BE099EB012D}"/>
                    </a:ext>
                  </a:extLst>
                </p14:cNvPr>
                <p14:cNvContentPartPr/>
                <p14:nvPr/>
              </p14:nvContentPartPr>
              <p14:xfrm>
                <a:off x="7892024" y="1013849"/>
                <a:ext cx="142200" cy="831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E87736D0-99D3-80C6-ED98-0BE099EB012D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7874384" y="996209"/>
                  <a:ext cx="17784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C5805ACC-5D87-B208-63C5-77AA64EE8E8D}"/>
                    </a:ext>
                  </a:extLst>
                </p14:cNvPr>
                <p14:cNvContentPartPr/>
                <p14:nvPr/>
              </p14:nvContentPartPr>
              <p14:xfrm>
                <a:off x="7919024" y="1159649"/>
                <a:ext cx="84960" cy="493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C5805ACC-5D87-B208-63C5-77AA64EE8E8D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7901384" y="1142009"/>
                  <a:ext cx="12060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DBBC0097-5AAC-5A14-EF1D-62BEC5DB7A00}"/>
                    </a:ext>
                  </a:extLst>
                </p14:cNvPr>
                <p14:cNvContentPartPr/>
                <p14:nvPr/>
              </p14:nvContentPartPr>
              <p14:xfrm>
                <a:off x="8191904" y="948689"/>
                <a:ext cx="249120" cy="478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DBBC0097-5AAC-5A14-EF1D-62BEC5DB7A00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8174264" y="930689"/>
                  <a:ext cx="28476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6BCC78AE-8438-D544-1BD8-2C4A87FEB801}"/>
                    </a:ext>
                  </a:extLst>
                </p14:cNvPr>
                <p14:cNvContentPartPr/>
                <p14:nvPr/>
              </p14:nvContentPartPr>
              <p14:xfrm>
                <a:off x="8307824" y="981809"/>
                <a:ext cx="39960" cy="2689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6BCC78AE-8438-D544-1BD8-2C4A87FEB801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8289824" y="964169"/>
                  <a:ext cx="75600" cy="304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80D37B44-5C0C-B90D-7BC5-BB5FA9E05369}"/>
              </a:ext>
            </a:extLst>
          </p:cNvPr>
          <p:cNvGrpSpPr/>
          <p:nvPr/>
        </p:nvGrpSpPr>
        <p:grpSpPr>
          <a:xfrm>
            <a:off x="6132704" y="1615769"/>
            <a:ext cx="894960" cy="316440"/>
            <a:chOff x="6132704" y="1615769"/>
            <a:chExt cx="894960" cy="316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0465F437-6576-E0CE-0B8A-7B3698AE4060}"/>
                    </a:ext>
                  </a:extLst>
                </p14:cNvPr>
                <p14:cNvContentPartPr/>
                <p14:nvPr/>
              </p14:nvContentPartPr>
              <p14:xfrm>
                <a:off x="6132704" y="1660409"/>
                <a:ext cx="19800" cy="27180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0465F437-6576-E0CE-0B8A-7B3698AE4060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6114704" y="1642769"/>
                  <a:ext cx="5544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E0C5797A-7752-8137-964B-DB2BACA357A8}"/>
                    </a:ext>
                  </a:extLst>
                </p14:cNvPr>
                <p14:cNvContentPartPr/>
                <p14:nvPr/>
              </p14:nvContentPartPr>
              <p14:xfrm>
                <a:off x="6143504" y="1629809"/>
                <a:ext cx="262800" cy="16992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E0C5797A-7752-8137-964B-DB2BACA357A8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6125864" y="1611809"/>
                  <a:ext cx="29844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0A6CB261-030C-9582-7A78-E18D5C03E785}"/>
                    </a:ext>
                  </a:extLst>
                </p14:cNvPr>
                <p14:cNvContentPartPr/>
                <p14:nvPr/>
              </p14:nvContentPartPr>
              <p14:xfrm>
                <a:off x="6487664" y="1711529"/>
                <a:ext cx="111960" cy="13932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0A6CB261-030C-9582-7A78-E18D5C03E785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6470024" y="1693889"/>
                  <a:ext cx="14760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96E77F50-6EE1-B53E-1AEF-9F7E4CF90F5B}"/>
                    </a:ext>
                  </a:extLst>
                </p14:cNvPr>
                <p14:cNvContentPartPr/>
                <p14:nvPr/>
              </p14:nvContentPartPr>
              <p14:xfrm>
                <a:off x="6677024" y="1615769"/>
                <a:ext cx="36360" cy="22500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96E77F50-6EE1-B53E-1AEF-9F7E4CF90F5B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6659024" y="1597769"/>
                  <a:ext cx="7200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337C07F7-A184-D628-0B9E-EF34E902A6F7}"/>
                    </a:ext>
                  </a:extLst>
                </p14:cNvPr>
                <p14:cNvContentPartPr/>
                <p14:nvPr/>
              </p14:nvContentPartPr>
              <p14:xfrm>
                <a:off x="6648224" y="1698569"/>
                <a:ext cx="213480" cy="10440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337C07F7-A184-D628-0B9E-EF34E902A6F7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6630224" y="1680929"/>
                  <a:ext cx="24912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CE9F4947-AF07-BE3A-A655-EFA27E55A7D5}"/>
                    </a:ext>
                  </a:extLst>
                </p14:cNvPr>
                <p14:cNvContentPartPr/>
                <p14:nvPr/>
              </p14:nvContentPartPr>
              <p14:xfrm>
                <a:off x="6941264" y="1622969"/>
                <a:ext cx="2880" cy="432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CE9F4947-AF07-BE3A-A655-EFA27E55A7D5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6923624" y="1604969"/>
                  <a:ext cx="3852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133DA47B-C145-F32F-8040-B45845945278}"/>
                    </a:ext>
                  </a:extLst>
                </p14:cNvPr>
                <p14:cNvContentPartPr/>
                <p14:nvPr/>
              </p14:nvContentPartPr>
              <p14:xfrm>
                <a:off x="6854144" y="1734929"/>
                <a:ext cx="55440" cy="8352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133DA47B-C145-F32F-8040-B45845945278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6836504" y="1716929"/>
                  <a:ext cx="910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8B9641C5-E2FE-0F9B-1ABF-A1721407FC20}"/>
                    </a:ext>
                  </a:extLst>
                </p14:cNvPr>
                <p14:cNvContentPartPr/>
                <p14:nvPr/>
              </p14:nvContentPartPr>
              <p14:xfrm>
                <a:off x="6998504" y="1621169"/>
                <a:ext cx="29160" cy="16524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8B9641C5-E2FE-0F9B-1ABF-A1721407FC20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6980504" y="1603529"/>
                  <a:ext cx="64800" cy="200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256EB52C-D5FD-850F-469B-F46AEAB23E6C}"/>
              </a:ext>
            </a:extLst>
          </p:cNvPr>
          <p:cNvGrpSpPr/>
          <p:nvPr/>
        </p:nvGrpSpPr>
        <p:grpSpPr>
          <a:xfrm>
            <a:off x="7298024" y="1592369"/>
            <a:ext cx="757800" cy="232920"/>
            <a:chOff x="7298024" y="1592369"/>
            <a:chExt cx="757800" cy="232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692F82FD-AE26-051A-54AB-6CBE15B4AD66}"/>
                    </a:ext>
                  </a:extLst>
                </p14:cNvPr>
                <p14:cNvContentPartPr/>
                <p14:nvPr/>
              </p14:nvContentPartPr>
              <p14:xfrm>
                <a:off x="7298024" y="1684529"/>
                <a:ext cx="126720" cy="13536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692F82FD-AE26-051A-54AB-6CBE15B4AD66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7280384" y="1666529"/>
                  <a:ext cx="16236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F24D5CEE-CB76-5712-C9DC-6D312ECC85C1}"/>
                    </a:ext>
                  </a:extLst>
                </p14:cNvPr>
                <p14:cNvContentPartPr/>
                <p14:nvPr/>
              </p14:nvContentPartPr>
              <p14:xfrm>
                <a:off x="7486304" y="1705769"/>
                <a:ext cx="88560" cy="6264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F24D5CEE-CB76-5712-C9DC-6D312ECC85C1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7468304" y="1687769"/>
                  <a:ext cx="12420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D029FCFB-FA31-194B-F3ED-895D45E1E7BC}"/>
                    </a:ext>
                  </a:extLst>
                </p14:cNvPr>
                <p14:cNvContentPartPr/>
                <p14:nvPr/>
              </p14:nvContentPartPr>
              <p14:xfrm>
                <a:off x="7511504" y="1691729"/>
                <a:ext cx="81720" cy="12816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D029FCFB-FA31-194B-F3ED-895D45E1E7BC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7493864" y="1673729"/>
                  <a:ext cx="11736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B9158A48-60A8-7E4A-F266-87410C75A7F4}"/>
                    </a:ext>
                  </a:extLst>
                </p14:cNvPr>
                <p14:cNvContentPartPr/>
                <p14:nvPr/>
              </p14:nvContentPartPr>
              <p14:xfrm>
                <a:off x="7696184" y="1702169"/>
                <a:ext cx="13680" cy="8784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B9158A48-60A8-7E4A-F266-87410C75A7F4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7678544" y="1684169"/>
                  <a:ext cx="4932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BD056EED-1868-BF32-DFA3-3BDF8CA14E5E}"/>
                    </a:ext>
                  </a:extLst>
                </p14:cNvPr>
                <p14:cNvContentPartPr/>
                <p14:nvPr/>
              </p14:nvContentPartPr>
              <p14:xfrm>
                <a:off x="7702664" y="1603169"/>
                <a:ext cx="11880" cy="3492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BD056EED-1868-BF32-DFA3-3BDF8CA14E5E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7685024" y="1585169"/>
                  <a:ext cx="4752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4064F9C9-3B78-3AE2-92D4-7D123E7324F2}"/>
                    </a:ext>
                  </a:extLst>
                </p14:cNvPr>
                <p14:cNvContentPartPr/>
                <p14:nvPr/>
              </p14:nvContentPartPr>
              <p14:xfrm>
                <a:off x="7802024" y="1592369"/>
                <a:ext cx="133920" cy="23292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4064F9C9-3B78-3AE2-92D4-7D123E7324F2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7784024" y="1574369"/>
                  <a:ext cx="16956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0FB5E4BA-DE63-B852-F58C-1B50512A886E}"/>
                    </a:ext>
                  </a:extLst>
                </p14:cNvPr>
                <p14:cNvContentPartPr/>
                <p14:nvPr/>
              </p14:nvContentPartPr>
              <p14:xfrm>
                <a:off x="7996064" y="1696049"/>
                <a:ext cx="59760" cy="12420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0FB5E4BA-DE63-B852-F58C-1B50512A886E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7978064" y="1678049"/>
                  <a:ext cx="95400" cy="15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6" name="Group 185">
            <a:extLst>
              <a:ext uri="{FF2B5EF4-FFF2-40B4-BE49-F238E27FC236}">
                <a16:creationId xmlns:a16="http://schemas.microsoft.com/office/drawing/2014/main" id="{79E300E4-6377-F20F-E72F-77FB81234983}"/>
              </a:ext>
            </a:extLst>
          </p:cNvPr>
          <p:cNvGrpSpPr/>
          <p:nvPr/>
        </p:nvGrpSpPr>
        <p:grpSpPr>
          <a:xfrm>
            <a:off x="8466944" y="1531529"/>
            <a:ext cx="2420280" cy="316800"/>
            <a:chOff x="8466944" y="1531529"/>
            <a:chExt cx="2420280" cy="316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7A638674-26DC-2CFF-11CF-E96FC10D0922}"/>
                    </a:ext>
                  </a:extLst>
                </p14:cNvPr>
                <p14:cNvContentPartPr/>
                <p14:nvPr/>
              </p14:nvContentPartPr>
              <p14:xfrm>
                <a:off x="8466944" y="1649609"/>
                <a:ext cx="94320" cy="19872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7A638674-26DC-2CFF-11CF-E96FC10D0922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8448944" y="1631969"/>
                  <a:ext cx="12996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B84B399A-914A-3E8B-8873-F629E30BE568}"/>
                    </a:ext>
                  </a:extLst>
                </p14:cNvPr>
                <p14:cNvContentPartPr/>
                <p14:nvPr/>
              </p14:nvContentPartPr>
              <p14:xfrm>
                <a:off x="8640464" y="1742849"/>
                <a:ext cx="23760" cy="241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B84B399A-914A-3E8B-8873-F629E30BE568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8622464" y="1725209"/>
                  <a:ext cx="594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F513AFA8-FA1C-9731-6B3F-CD5B2010B240}"/>
                    </a:ext>
                  </a:extLst>
                </p14:cNvPr>
                <p14:cNvContentPartPr/>
                <p14:nvPr/>
              </p14:nvContentPartPr>
              <p14:xfrm>
                <a:off x="8618504" y="1681289"/>
                <a:ext cx="539640" cy="10692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F513AFA8-FA1C-9731-6B3F-CD5B2010B240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8600504" y="1663649"/>
                  <a:ext cx="57528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644FD7A3-71C7-BD4F-DA05-8FB13A9C9358}"/>
                    </a:ext>
                  </a:extLst>
                </p14:cNvPr>
                <p14:cNvContentPartPr/>
                <p14:nvPr/>
              </p14:nvContentPartPr>
              <p14:xfrm>
                <a:off x="9186224" y="1637369"/>
                <a:ext cx="17280" cy="10620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644FD7A3-71C7-BD4F-DA05-8FB13A9C9358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9168584" y="1619369"/>
                  <a:ext cx="5292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4CEA8D13-A813-C9B4-676A-0344E9A1629B}"/>
                    </a:ext>
                  </a:extLst>
                </p14:cNvPr>
                <p14:cNvContentPartPr/>
                <p14:nvPr/>
              </p14:nvContentPartPr>
              <p14:xfrm>
                <a:off x="9190184" y="1531529"/>
                <a:ext cx="17640" cy="792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4CEA8D13-A813-C9B4-676A-0344E9A1629B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9172184" y="1513889"/>
                  <a:ext cx="5328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0EE772F1-EC1E-C7CB-A20E-701ECD1BF2D0}"/>
                    </a:ext>
                  </a:extLst>
                </p14:cNvPr>
                <p14:cNvContentPartPr/>
                <p14:nvPr/>
              </p14:nvContentPartPr>
              <p14:xfrm>
                <a:off x="9342104" y="1660769"/>
                <a:ext cx="392040" cy="12456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0EE772F1-EC1E-C7CB-A20E-701ECD1BF2D0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9324464" y="1642769"/>
                  <a:ext cx="42768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B0688C43-95CD-0461-B892-0F054B4B6D13}"/>
                    </a:ext>
                  </a:extLst>
                </p14:cNvPr>
                <p14:cNvContentPartPr/>
                <p14:nvPr/>
              </p14:nvContentPartPr>
              <p14:xfrm>
                <a:off x="9855464" y="1540529"/>
                <a:ext cx="366840" cy="18432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B0688C43-95CD-0461-B892-0F054B4B6D13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9837464" y="1522529"/>
                  <a:ext cx="40248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026E3D17-2A83-71C5-4877-FED06BA86C72}"/>
                    </a:ext>
                  </a:extLst>
                </p14:cNvPr>
                <p14:cNvContentPartPr/>
                <p14:nvPr/>
              </p14:nvContentPartPr>
              <p14:xfrm>
                <a:off x="10325984" y="1641329"/>
                <a:ext cx="41040" cy="9900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026E3D17-2A83-71C5-4877-FED06BA86C72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0307984" y="1623689"/>
                  <a:ext cx="7668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514AD275-1369-249E-CE4F-6F76212A7500}"/>
                    </a:ext>
                  </a:extLst>
                </p14:cNvPr>
                <p14:cNvContentPartPr/>
                <p14:nvPr/>
              </p14:nvContentPartPr>
              <p14:xfrm>
                <a:off x="10444064" y="1543049"/>
                <a:ext cx="54360" cy="12636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514AD275-1369-249E-CE4F-6F76212A7500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0426064" y="1525049"/>
                  <a:ext cx="900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023F4355-0104-60FE-D8A7-7D344FF1F58F}"/>
                    </a:ext>
                  </a:extLst>
                </p14:cNvPr>
                <p14:cNvContentPartPr/>
                <p14:nvPr/>
              </p14:nvContentPartPr>
              <p14:xfrm>
                <a:off x="10471784" y="1582649"/>
                <a:ext cx="183240" cy="11556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023F4355-0104-60FE-D8A7-7D344FF1F58F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0454144" y="1565009"/>
                  <a:ext cx="21888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2197676E-9A06-E81F-E79B-EEAEE3C655A8}"/>
                    </a:ext>
                  </a:extLst>
                </p14:cNvPr>
                <p14:cNvContentPartPr/>
                <p14:nvPr/>
              </p14:nvContentPartPr>
              <p14:xfrm>
                <a:off x="10766264" y="1603529"/>
                <a:ext cx="43560" cy="5724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2197676E-9A06-E81F-E79B-EEAEE3C655A8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0748624" y="1585889"/>
                  <a:ext cx="7920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42DEFBC6-22AB-5581-4E9A-0D3236B47594}"/>
                    </a:ext>
                  </a:extLst>
                </p14:cNvPr>
                <p14:cNvContentPartPr/>
                <p14:nvPr/>
              </p14:nvContentPartPr>
              <p14:xfrm>
                <a:off x="10635224" y="1590929"/>
                <a:ext cx="48960" cy="13788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42DEFBC6-22AB-5581-4E9A-0D3236B47594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10617224" y="1572929"/>
                  <a:ext cx="8460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CA6886D7-148D-DA05-B573-E763124048C2}"/>
                    </a:ext>
                  </a:extLst>
                </p14:cNvPr>
                <p14:cNvContentPartPr/>
                <p14:nvPr/>
              </p14:nvContentPartPr>
              <p14:xfrm>
                <a:off x="10787144" y="1615769"/>
                <a:ext cx="100080" cy="13140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CA6886D7-148D-DA05-B573-E763124048C2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10769504" y="1598129"/>
                  <a:ext cx="135720" cy="167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1B361791-141A-AA5F-5CE7-702C7C22C339}"/>
              </a:ext>
            </a:extLst>
          </p:cNvPr>
          <p:cNvGrpSpPr/>
          <p:nvPr/>
        </p:nvGrpSpPr>
        <p:grpSpPr>
          <a:xfrm>
            <a:off x="7363184" y="1998809"/>
            <a:ext cx="762480" cy="271440"/>
            <a:chOff x="7363184" y="1998809"/>
            <a:chExt cx="762480" cy="27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C52067E2-5627-F445-2D3E-733452EBF985}"/>
                    </a:ext>
                  </a:extLst>
                </p14:cNvPr>
                <p14:cNvContentPartPr/>
                <p14:nvPr/>
              </p14:nvContentPartPr>
              <p14:xfrm>
                <a:off x="7363184" y="1998809"/>
                <a:ext cx="58680" cy="27144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C52067E2-5627-F445-2D3E-733452EBF985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7345184" y="1980809"/>
                  <a:ext cx="9432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5A6C73E6-6048-964F-1FB4-637D7B6ADA74}"/>
                    </a:ext>
                  </a:extLst>
                </p14:cNvPr>
                <p14:cNvContentPartPr/>
                <p14:nvPr/>
              </p14:nvContentPartPr>
              <p14:xfrm>
                <a:off x="7364264" y="2163329"/>
                <a:ext cx="4680" cy="324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5A6C73E6-6048-964F-1FB4-637D7B6ADA74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7346624" y="2145329"/>
                  <a:ext cx="4032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2D328F78-45DE-4FE1-7A4B-B3C2E194DFC7}"/>
                    </a:ext>
                  </a:extLst>
                </p14:cNvPr>
                <p14:cNvContentPartPr/>
                <p14:nvPr/>
              </p14:nvContentPartPr>
              <p14:xfrm>
                <a:off x="7439144" y="2145329"/>
                <a:ext cx="360" cy="36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2D328F78-45DE-4FE1-7A4B-B3C2E194DFC7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7421504" y="2127689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75DF9D90-32A7-7E64-B637-608F12999DF4}"/>
                    </a:ext>
                  </a:extLst>
                </p14:cNvPr>
                <p14:cNvContentPartPr/>
                <p14:nvPr/>
              </p14:nvContentPartPr>
              <p14:xfrm>
                <a:off x="7561904" y="2137049"/>
                <a:ext cx="20520" cy="6480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75DF9D90-32A7-7E64-B637-608F12999DF4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7544264" y="2119049"/>
                  <a:ext cx="5616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F12643D4-F31D-650D-42BE-4613C5A91AB9}"/>
                    </a:ext>
                  </a:extLst>
                </p14:cNvPr>
                <p14:cNvContentPartPr/>
                <p14:nvPr/>
              </p14:nvContentPartPr>
              <p14:xfrm>
                <a:off x="7576304" y="2014289"/>
                <a:ext cx="11880" cy="2160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F12643D4-F31D-650D-42BE-4613C5A91AB9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7558664" y="1996289"/>
                  <a:ext cx="4752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84160678-35AD-221E-B42A-F98F6B25F5C1}"/>
                    </a:ext>
                  </a:extLst>
                </p14:cNvPr>
                <p14:cNvContentPartPr/>
                <p14:nvPr/>
              </p14:nvContentPartPr>
              <p14:xfrm>
                <a:off x="7702664" y="2105729"/>
                <a:ext cx="61920" cy="8352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84160678-35AD-221E-B42A-F98F6B25F5C1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7685024" y="2087729"/>
                  <a:ext cx="9756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C7132C01-1D6F-AFAE-235B-C23E3461A078}"/>
                    </a:ext>
                  </a:extLst>
                </p14:cNvPr>
                <p14:cNvContentPartPr/>
                <p14:nvPr/>
              </p14:nvContentPartPr>
              <p14:xfrm>
                <a:off x="7850984" y="2029049"/>
                <a:ext cx="24120" cy="1375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C7132C01-1D6F-AFAE-235B-C23E3461A078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7832984" y="2011049"/>
                  <a:ext cx="5976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605A1B20-D363-74CB-A590-67CB3A217DC5}"/>
                    </a:ext>
                  </a:extLst>
                </p14:cNvPr>
                <p14:cNvContentPartPr/>
                <p14:nvPr/>
              </p14:nvContentPartPr>
              <p14:xfrm>
                <a:off x="7968344" y="2015729"/>
                <a:ext cx="157320" cy="20952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605A1B20-D363-74CB-A590-67CB3A217DC5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7950344" y="1997729"/>
                  <a:ext cx="192960" cy="24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6" name="Group 215">
            <a:extLst>
              <a:ext uri="{FF2B5EF4-FFF2-40B4-BE49-F238E27FC236}">
                <a16:creationId xmlns:a16="http://schemas.microsoft.com/office/drawing/2014/main" id="{0C5928A4-F1B6-C624-EFA6-5C742DE88F73}"/>
              </a:ext>
            </a:extLst>
          </p:cNvPr>
          <p:cNvGrpSpPr/>
          <p:nvPr/>
        </p:nvGrpSpPr>
        <p:grpSpPr>
          <a:xfrm>
            <a:off x="8518064" y="2013209"/>
            <a:ext cx="674640" cy="242640"/>
            <a:chOff x="8518064" y="2013209"/>
            <a:chExt cx="674640" cy="24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91AC78F1-A0A6-6D09-4419-D186764B814A}"/>
                    </a:ext>
                  </a:extLst>
                </p14:cNvPr>
                <p14:cNvContentPartPr/>
                <p14:nvPr/>
              </p14:nvContentPartPr>
              <p14:xfrm>
                <a:off x="8518064" y="2086649"/>
                <a:ext cx="113400" cy="13248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91AC78F1-A0A6-6D09-4419-D186764B814A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8500064" y="2069009"/>
                  <a:ext cx="14904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B1EA46F8-41F8-28EA-14E2-0E8AA4D5D7DA}"/>
                    </a:ext>
                  </a:extLst>
                </p14:cNvPr>
                <p14:cNvContentPartPr/>
                <p14:nvPr/>
              </p14:nvContentPartPr>
              <p14:xfrm>
                <a:off x="8723264" y="2025449"/>
                <a:ext cx="72000" cy="23040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B1EA46F8-41F8-28EA-14E2-0E8AA4D5D7DA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8705624" y="2007449"/>
                  <a:ext cx="10764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15620520-CE2D-E3D8-6DF0-DB52994B21B4}"/>
                    </a:ext>
                  </a:extLst>
                </p14:cNvPr>
                <p14:cNvContentPartPr/>
                <p14:nvPr/>
              </p14:nvContentPartPr>
              <p14:xfrm>
                <a:off x="8729744" y="2150729"/>
                <a:ext cx="100440" cy="8424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15620520-CE2D-E3D8-6DF0-DB52994B21B4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8712104" y="2133089"/>
                  <a:ext cx="13608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9A5597D5-FC95-F9E9-F42B-3785F20606D5}"/>
                    </a:ext>
                  </a:extLst>
                </p14:cNvPr>
                <p14:cNvContentPartPr/>
                <p14:nvPr/>
              </p14:nvContentPartPr>
              <p14:xfrm>
                <a:off x="8930624" y="2013209"/>
                <a:ext cx="68400" cy="20520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9A5597D5-FC95-F9E9-F42B-3785F20606D5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8912984" y="1995569"/>
                  <a:ext cx="10404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A23E3F11-08E0-D5F8-64A0-FE3EE7D6C9D4}"/>
                    </a:ext>
                  </a:extLst>
                </p14:cNvPr>
                <p14:cNvContentPartPr/>
                <p14:nvPr/>
              </p14:nvContentPartPr>
              <p14:xfrm>
                <a:off x="8916944" y="2141729"/>
                <a:ext cx="57240" cy="10224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A23E3F11-08E0-D5F8-64A0-FE3EE7D6C9D4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8898944" y="2124089"/>
                  <a:ext cx="9288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85045BA7-983C-469F-9C0F-AEFF9DA5E7E5}"/>
                    </a:ext>
                  </a:extLst>
                </p14:cNvPr>
                <p14:cNvContentPartPr/>
                <p14:nvPr/>
              </p14:nvContentPartPr>
              <p14:xfrm>
                <a:off x="9115664" y="2098169"/>
                <a:ext cx="77040" cy="8424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85045BA7-983C-469F-9C0F-AEFF9DA5E7E5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9098024" y="2080529"/>
                  <a:ext cx="112680" cy="119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5" name="Group 214">
            <a:extLst>
              <a:ext uri="{FF2B5EF4-FFF2-40B4-BE49-F238E27FC236}">
                <a16:creationId xmlns:a16="http://schemas.microsoft.com/office/drawing/2014/main" id="{55F1494E-D1FE-822F-E2B7-8F3BEF3DBB17}"/>
              </a:ext>
            </a:extLst>
          </p:cNvPr>
          <p:cNvGrpSpPr/>
          <p:nvPr/>
        </p:nvGrpSpPr>
        <p:grpSpPr>
          <a:xfrm>
            <a:off x="9381704" y="1985849"/>
            <a:ext cx="235440" cy="191880"/>
            <a:chOff x="9381704" y="1985849"/>
            <a:chExt cx="235440" cy="191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C36E1235-1218-5061-82DA-004A5879E528}"/>
                    </a:ext>
                  </a:extLst>
                </p14:cNvPr>
                <p14:cNvContentPartPr/>
                <p14:nvPr/>
              </p14:nvContentPartPr>
              <p14:xfrm>
                <a:off x="9381704" y="1985849"/>
                <a:ext cx="207720" cy="19188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C36E1235-1218-5061-82DA-004A5879E528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9364064" y="1968209"/>
                  <a:ext cx="24336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682338E7-DE0C-CF64-D29A-ACA90EAFA6AB}"/>
                    </a:ext>
                  </a:extLst>
                </p14:cNvPr>
                <p14:cNvContentPartPr/>
                <p14:nvPr/>
              </p14:nvContentPartPr>
              <p14:xfrm>
                <a:off x="9540824" y="2059289"/>
                <a:ext cx="76320" cy="3168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682338E7-DE0C-CF64-D29A-ACA90EAFA6AB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9523184" y="2041289"/>
                  <a:ext cx="111960" cy="67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13922100-891C-E43C-3304-47C3480EFAFD}"/>
              </a:ext>
            </a:extLst>
          </p:cNvPr>
          <p:cNvGrpSpPr/>
          <p:nvPr/>
        </p:nvGrpSpPr>
        <p:grpSpPr>
          <a:xfrm>
            <a:off x="10162904" y="1906649"/>
            <a:ext cx="1725840" cy="280080"/>
            <a:chOff x="10162904" y="1906649"/>
            <a:chExt cx="1725840" cy="280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FF853418-130F-CE2D-8C46-B0D0C38EBA41}"/>
                    </a:ext>
                  </a:extLst>
                </p14:cNvPr>
                <p14:cNvContentPartPr/>
                <p14:nvPr/>
              </p14:nvContentPartPr>
              <p14:xfrm>
                <a:off x="10211864" y="1906649"/>
                <a:ext cx="48240" cy="24048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FF853418-130F-CE2D-8C46-B0D0C38EBA41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10194224" y="1889009"/>
                  <a:ext cx="8388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1AD92D84-12EA-621D-42AE-47D612DDB464}"/>
                    </a:ext>
                  </a:extLst>
                </p14:cNvPr>
                <p14:cNvContentPartPr/>
                <p14:nvPr/>
              </p14:nvContentPartPr>
              <p14:xfrm>
                <a:off x="10162904" y="2036969"/>
                <a:ext cx="106560" cy="6984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1AD92D84-12EA-621D-42AE-47D612DDB464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10145264" y="2018969"/>
                  <a:ext cx="14220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F4A4A475-3289-0B39-1ED4-1FE0D908128E}"/>
                    </a:ext>
                  </a:extLst>
                </p14:cNvPr>
                <p14:cNvContentPartPr/>
                <p14:nvPr/>
              </p14:nvContentPartPr>
              <p14:xfrm>
                <a:off x="10335344" y="2014289"/>
                <a:ext cx="137520" cy="11988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F4A4A475-3289-0B39-1ED4-1FE0D908128E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10317704" y="1996289"/>
                  <a:ext cx="17316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20B9FECC-395F-44A5-68B0-7B73309012AA}"/>
                    </a:ext>
                  </a:extLst>
                </p14:cNvPr>
                <p14:cNvContentPartPr/>
                <p14:nvPr/>
              </p14:nvContentPartPr>
              <p14:xfrm>
                <a:off x="10539824" y="2048489"/>
                <a:ext cx="326880" cy="9396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20B9FECC-395F-44A5-68B0-7B73309012AA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10521824" y="2030489"/>
                  <a:ext cx="36252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AA1997FB-FD7B-9481-BC14-55F121A76C8F}"/>
                    </a:ext>
                  </a:extLst>
                </p14:cNvPr>
                <p14:cNvContentPartPr/>
                <p14:nvPr/>
              </p14:nvContentPartPr>
              <p14:xfrm>
                <a:off x="10961744" y="2023649"/>
                <a:ext cx="84960" cy="16308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AA1997FB-FD7B-9481-BC14-55F121A76C8F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10943744" y="2005649"/>
                  <a:ext cx="12060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E0416EB4-25E5-E465-C51E-5851D62FDF63}"/>
                    </a:ext>
                  </a:extLst>
                </p14:cNvPr>
                <p14:cNvContentPartPr/>
                <p14:nvPr/>
              </p14:nvContentPartPr>
              <p14:xfrm>
                <a:off x="11093144" y="2043089"/>
                <a:ext cx="29520" cy="5544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E0416EB4-25E5-E465-C51E-5851D62FDF63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11075144" y="2025449"/>
                  <a:ext cx="6516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B5F02ECD-F396-8D68-9A5F-46045038E09A}"/>
                    </a:ext>
                  </a:extLst>
                </p14:cNvPr>
                <p14:cNvContentPartPr/>
                <p14:nvPr/>
              </p14:nvContentPartPr>
              <p14:xfrm>
                <a:off x="11099264" y="1913489"/>
                <a:ext cx="8640" cy="1980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B5F02ECD-F396-8D68-9A5F-46045038E09A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11081624" y="1895849"/>
                  <a:ext cx="4428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A7A540C2-F971-657A-C4EF-4A215F99B45C}"/>
                    </a:ext>
                  </a:extLst>
                </p14:cNvPr>
                <p14:cNvContentPartPr/>
                <p14:nvPr/>
              </p14:nvContentPartPr>
              <p14:xfrm>
                <a:off x="11214824" y="2016809"/>
                <a:ext cx="66960" cy="15840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A7A540C2-F971-657A-C4EF-4A215F99B45C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11197184" y="1998809"/>
                  <a:ext cx="10260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D5CA9A0E-6B19-ED09-C19A-0EF25A1175C3}"/>
                    </a:ext>
                  </a:extLst>
                </p14:cNvPr>
                <p14:cNvContentPartPr/>
                <p14:nvPr/>
              </p14:nvContentPartPr>
              <p14:xfrm>
                <a:off x="11412104" y="1972169"/>
                <a:ext cx="50040" cy="16452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D5CA9A0E-6B19-ED09-C19A-0EF25A1175C3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11394104" y="1954529"/>
                  <a:ext cx="8568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A2855A5E-3EFA-6DB1-1D73-1D7288F61638}"/>
                    </a:ext>
                  </a:extLst>
                </p14:cNvPr>
                <p14:cNvContentPartPr/>
                <p14:nvPr/>
              </p14:nvContentPartPr>
              <p14:xfrm>
                <a:off x="11428304" y="2023289"/>
                <a:ext cx="288360" cy="6444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A2855A5E-3EFA-6DB1-1D73-1D7288F61638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11410304" y="2005649"/>
                  <a:ext cx="32400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28953015-5949-F22A-4323-EA4F2203569D}"/>
                    </a:ext>
                  </a:extLst>
                </p14:cNvPr>
                <p14:cNvContentPartPr/>
                <p14:nvPr/>
              </p14:nvContentPartPr>
              <p14:xfrm>
                <a:off x="11885864" y="1988369"/>
                <a:ext cx="2880" cy="720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28953015-5949-F22A-4323-EA4F2203569D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11868224" y="1970369"/>
                  <a:ext cx="38520" cy="42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0" name="Group 219">
            <a:extLst>
              <a:ext uri="{FF2B5EF4-FFF2-40B4-BE49-F238E27FC236}">
                <a16:creationId xmlns:a16="http://schemas.microsoft.com/office/drawing/2014/main" id="{232B9F9B-F225-825D-0326-3A725A9D82C6}"/>
              </a:ext>
            </a:extLst>
          </p:cNvPr>
          <p:cNvGrpSpPr/>
          <p:nvPr/>
        </p:nvGrpSpPr>
        <p:grpSpPr>
          <a:xfrm>
            <a:off x="7170584" y="1802609"/>
            <a:ext cx="2689200" cy="696240"/>
            <a:chOff x="7170584" y="1802609"/>
            <a:chExt cx="2689200" cy="69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FB0C4E1C-B5D4-7C79-3038-362379796F4F}"/>
                    </a:ext>
                  </a:extLst>
                </p14:cNvPr>
                <p14:cNvContentPartPr/>
                <p14:nvPr/>
              </p14:nvContentPartPr>
              <p14:xfrm>
                <a:off x="7170584" y="1802609"/>
                <a:ext cx="2689200" cy="69624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FB0C4E1C-B5D4-7C79-3038-362379796F4F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7152584" y="1784969"/>
                  <a:ext cx="2724840" cy="73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EDB42065-353C-1397-B94D-DE2D52620575}"/>
                    </a:ext>
                  </a:extLst>
                </p14:cNvPr>
                <p14:cNvContentPartPr/>
                <p14:nvPr/>
              </p14:nvContentPartPr>
              <p14:xfrm>
                <a:off x="7214864" y="1970369"/>
                <a:ext cx="63360" cy="42696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EDB42065-353C-1397-B94D-DE2D52620575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7196864" y="1952729"/>
                  <a:ext cx="99000" cy="46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99B51B8D-B47B-802B-6D9C-8104D4410681}"/>
              </a:ext>
            </a:extLst>
          </p:cNvPr>
          <p:cNvGrpSpPr/>
          <p:nvPr/>
        </p:nvGrpSpPr>
        <p:grpSpPr>
          <a:xfrm>
            <a:off x="2929424" y="1578329"/>
            <a:ext cx="747360" cy="584280"/>
            <a:chOff x="2929424" y="1578329"/>
            <a:chExt cx="747360" cy="584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EA9E0BCD-9BB4-FC8C-1C22-EAE46B80D4D4}"/>
                    </a:ext>
                  </a:extLst>
                </p14:cNvPr>
                <p14:cNvContentPartPr/>
                <p14:nvPr/>
              </p14:nvContentPartPr>
              <p14:xfrm>
                <a:off x="2929424" y="1578329"/>
                <a:ext cx="747360" cy="58428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EA9E0BCD-9BB4-FC8C-1C22-EAE46B80D4D4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2911784" y="1560689"/>
                  <a:ext cx="783000" cy="61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C52343FC-1AED-814E-6E18-16B9B548ABD6}"/>
                    </a:ext>
                  </a:extLst>
                </p14:cNvPr>
                <p14:cNvContentPartPr/>
                <p14:nvPr/>
              </p14:nvContentPartPr>
              <p14:xfrm>
                <a:off x="2986304" y="1652849"/>
                <a:ext cx="78480" cy="44604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C52343FC-1AED-814E-6E18-16B9B548ABD6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2968664" y="1634849"/>
                  <a:ext cx="114120" cy="4816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0234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E5979E-6585-1DA1-D3D1-D5B177A2DB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23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F48C88F-7D04-861A-1379-5268E69917A0}"/>
              </a:ext>
            </a:extLst>
          </p:cNvPr>
          <p:cNvGrpSpPr/>
          <p:nvPr/>
        </p:nvGrpSpPr>
        <p:grpSpPr>
          <a:xfrm>
            <a:off x="2404904" y="1178946"/>
            <a:ext cx="2019960" cy="426240"/>
            <a:chOff x="2404904" y="1178946"/>
            <a:chExt cx="2019960" cy="42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1B0FDE0-1A33-94D2-33BA-F8D48790E3C2}"/>
                    </a:ext>
                  </a:extLst>
                </p14:cNvPr>
                <p14:cNvContentPartPr/>
                <p14:nvPr/>
              </p14:nvContentPartPr>
              <p14:xfrm>
                <a:off x="2407424" y="1231866"/>
                <a:ext cx="72000" cy="3733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1B0FDE0-1A33-94D2-33BA-F8D48790E3C2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389784" y="1213866"/>
                  <a:ext cx="107640" cy="40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134ACC42-4193-DAF9-0983-5F8042DEC30F}"/>
                    </a:ext>
                  </a:extLst>
                </p14:cNvPr>
                <p14:cNvContentPartPr/>
                <p14:nvPr/>
              </p14:nvContentPartPr>
              <p14:xfrm>
                <a:off x="2404904" y="1238346"/>
                <a:ext cx="143640" cy="1501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134ACC42-4193-DAF9-0983-5F8042DEC30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386904" y="1220706"/>
                  <a:ext cx="17928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B82EB6C-06BC-94DC-72AB-7EB9B4BBA5F8}"/>
                    </a:ext>
                  </a:extLst>
                </p14:cNvPr>
                <p14:cNvContentPartPr/>
                <p14:nvPr/>
              </p14:nvContentPartPr>
              <p14:xfrm>
                <a:off x="2628824" y="1416906"/>
                <a:ext cx="147960" cy="450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B82EB6C-06BC-94DC-72AB-7EB9B4BBA5F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611184" y="1399266"/>
                  <a:ext cx="18360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C392BD3-0926-BEEB-F714-3AAFB04C30A3}"/>
                    </a:ext>
                  </a:extLst>
                </p14:cNvPr>
                <p14:cNvContentPartPr/>
                <p14:nvPr/>
              </p14:nvContentPartPr>
              <p14:xfrm>
                <a:off x="2953184" y="1259946"/>
                <a:ext cx="416880" cy="2271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C392BD3-0926-BEEB-F714-3AAFB04C30A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935544" y="1241946"/>
                  <a:ext cx="45252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5F3BB8F-EFA2-EAC3-8003-487E5EE73015}"/>
                    </a:ext>
                  </a:extLst>
                </p14:cNvPr>
                <p14:cNvContentPartPr/>
                <p14:nvPr/>
              </p14:nvContentPartPr>
              <p14:xfrm>
                <a:off x="3405704" y="1293066"/>
                <a:ext cx="148680" cy="1332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5F3BB8F-EFA2-EAC3-8003-487E5EE7301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387704" y="1275066"/>
                  <a:ext cx="18432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AFC8B06-A242-0EDE-B6DA-07D74E737FE8}"/>
                    </a:ext>
                  </a:extLst>
                </p14:cNvPr>
                <p14:cNvContentPartPr/>
                <p14:nvPr/>
              </p14:nvContentPartPr>
              <p14:xfrm>
                <a:off x="3630704" y="1311426"/>
                <a:ext cx="176760" cy="1159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AFC8B06-A242-0EDE-B6DA-07D74E737FE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613064" y="1293786"/>
                  <a:ext cx="21240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920072D7-8574-B96A-C648-E8CB55D0FF37}"/>
                    </a:ext>
                  </a:extLst>
                </p14:cNvPr>
                <p14:cNvContentPartPr/>
                <p14:nvPr/>
              </p14:nvContentPartPr>
              <p14:xfrm>
                <a:off x="3850304" y="1322946"/>
                <a:ext cx="196920" cy="1303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920072D7-8574-B96A-C648-E8CB55D0FF3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832304" y="1305306"/>
                  <a:ext cx="23256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302D4A2-2C20-751F-B2BF-A3AD387653FD}"/>
                    </a:ext>
                  </a:extLst>
                </p14:cNvPr>
                <p14:cNvContentPartPr/>
                <p14:nvPr/>
              </p14:nvContentPartPr>
              <p14:xfrm>
                <a:off x="4140104" y="1178946"/>
                <a:ext cx="284760" cy="3333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302D4A2-2C20-751F-B2BF-A3AD387653F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122104" y="1161306"/>
                  <a:ext cx="320400" cy="36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EA8B64B-AF42-8C08-B164-8180D2DBE29B}"/>
              </a:ext>
            </a:extLst>
          </p:cNvPr>
          <p:cNvGrpSpPr/>
          <p:nvPr/>
        </p:nvGrpSpPr>
        <p:grpSpPr>
          <a:xfrm>
            <a:off x="7476944" y="1077786"/>
            <a:ext cx="1220760" cy="299520"/>
            <a:chOff x="7476944" y="1077786"/>
            <a:chExt cx="1220760" cy="299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C175D515-4A09-CD87-0168-D3954F7E38F2}"/>
                    </a:ext>
                  </a:extLst>
                </p14:cNvPr>
                <p14:cNvContentPartPr/>
                <p14:nvPr/>
              </p14:nvContentPartPr>
              <p14:xfrm>
                <a:off x="7476944" y="1124946"/>
                <a:ext cx="11520" cy="25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C175D515-4A09-CD87-0168-D3954F7E38F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459304" y="1106946"/>
                  <a:ext cx="47160" cy="28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40A4F6C-7D6B-9284-3A2A-BB06DF5E2B61}"/>
                    </a:ext>
                  </a:extLst>
                </p14:cNvPr>
                <p14:cNvContentPartPr/>
                <p14:nvPr/>
              </p14:nvContentPartPr>
              <p14:xfrm>
                <a:off x="7494224" y="1108746"/>
                <a:ext cx="230400" cy="2066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40A4F6C-7D6B-9284-3A2A-BB06DF5E2B6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476224" y="1091106"/>
                  <a:ext cx="26604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F4904EE-E9F0-126A-DF2B-41E912329A6C}"/>
                    </a:ext>
                  </a:extLst>
                </p14:cNvPr>
                <p14:cNvContentPartPr/>
                <p14:nvPr/>
              </p14:nvContentPartPr>
              <p14:xfrm>
                <a:off x="7809224" y="1188306"/>
                <a:ext cx="145080" cy="216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F4904EE-E9F0-126A-DF2B-41E912329A6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791224" y="1170306"/>
                  <a:ext cx="18072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8E1F607-548E-5493-DFEB-3EDB575800DC}"/>
                    </a:ext>
                  </a:extLst>
                </p14:cNvPr>
                <p14:cNvContentPartPr/>
                <p14:nvPr/>
              </p14:nvContentPartPr>
              <p14:xfrm>
                <a:off x="8176064" y="1077786"/>
                <a:ext cx="351360" cy="2077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8E1F607-548E-5493-DFEB-3EDB575800D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158064" y="1060146"/>
                  <a:ext cx="38700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C8D47C3-618C-94C8-0ADE-DEB46C9E88DA}"/>
                    </a:ext>
                  </a:extLst>
                </p14:cNvPr>
                <p14:cNvContentPartPr/>
                <p14:nvPr/>
              </p14:nvContentPartPr>
              <p14:xfrm>
                <a:off x="8587904" y="1158786"/>
                <a:ext cx="109800" cy="1130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C8D47C3-618C-94C8-0ADE-DEB46C9E88D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569904" y="1141146"/>
                  <a:ext cx="145440" cy="148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2544D50F-B3DB-B038-E546-C7037B369F34}"/>
              </a:ext>
            </a:extLst>
          </p:cNvPr>
          <p:cNvGrpSpPr/>
          <p:nvPr/>
        </p:nvGrpSpPr>
        <p:grpSpPr>
          <a:xfrm>
            <a:off x="8796704" y="1064106"/>
            <a:ext cx="775080" cy="296640"/>
            <a:chOff x="8796704" y="1064106"/>
            <a:chExt cx="775080" cy="296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9C32C6A-677F-D493-F219-1C99D469985D}"/>
                    </a:ext>
                  </a:extLst>
                </p14:cNvPr>
                <p14:cNvContentPartPr/>
                <p14:nvPr/>
              </p14:nvContentPartPr>
              <p14:xfrm>
                <a:off x="8796704" y="1161306"/>
                <a:ext cx="211680" cy="1422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9C32C6A-677F-D493-F219-1C99D469985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778704" y="1143306"/>
                  <a:ext cx="24732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47334AC-DE62-AEAB-F255-66FA7E30DDCC}"/>
                    </a:ext>
                  </a:extLst>
                </p14:cNvPr>
                <p14:cNvContentPartPr/>
                <p14:nvPr/>
              </p14:nvContentPartPr>
              <p14:xfrm>
                <a:off x="9114224" y="1193346"/>
                <a:ext cx="171720" cy="1108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47334AC-DE62-AEAB-F255-66FA7E30DDCC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096584" y="1175706"/>
                  <a:ext cx="2073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AE2BA71-A638-CAAD-3D18-7191DC96CC08}"/>
                    </a:ext>
                  </a:extLst>
                </p14:cNvPr>
                <p14:cNvContentPartPr/>
                <p14:nvPr/>
              </p14:nvContentPartPr>
              <p14:xfrm>
                <a:off x="9348584" y="1064106"/>
                <a:ext cx="223200" cy="296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AE2BA71-A638-CAAD-3D18-7191DC96CC08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330944" y="1046466"/>
                  <a:ext cx="258840" cy="33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B900D3E-D9DA-B2BD-B6C9-745E083EB56C}"/>
              </a:ext>
            </a:extLst>
          </p:cNvPr>
          <p:cNvGrpSpPr/>
          <p:nvPr/>
        </p:nvGrpSpPr>
        <p:grpSpPr>
          <a:xfrm>
            <a:off x="10011344" y="1106946"/>
            <a:ext cx="1443600" cy="244080"/>
            <a:chOff x="10011344" y="1106946"/>
            <a:chExt cx="1443600" cy="24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7445784-A0AA-E135-03E9-224CF2C43032}"/>
                    </a:ext>
                  </a:extLst>
                </p14:cNvPr>
                <p14:cNvContentPartPr/>
                <p14:nvPr/>
              </p14:nvContentPartPr>
              <p14:xfrm>
                <a:off x="10011344" y="1119546"/>
                <a:ext cx="28440" cy="1947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7445784-A0AA-E135-03E9-224CF2C4303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993344" y="1101546"/>
                  <a:ext cx="6408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FFD0614-934C-EA6D-AFCD-33A918E9EDAC}"/>
                    </a:ext>
                  </a:extLst>
                </p14:cNvPr>
                <p14:cNvContentPartPr/>
                <p14:nvPr/>
              </p14:nvContentPartPr>
              <p14:xfrm>
                <a:off x="10044824" y="1106946"/>
                <a:ext cx="190800" cy="1432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FFD0614-934C-EA6D-AFCD-33A918E9EDA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026824" y="1089306"/>
                  <a:ext cx="22644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41BCC09-4D1C-D6F9-F55D-97CEC922324D}"/>
                    </a:ext>
                  </a:extLst>
                </p14:cNvPr>
                <p14:cNvContentPartPr/>
                <p14:nvPr/>
              </p14:nvContentPartPr>
              <p14:xfrm>
                <a:off x="10353704" y="1130346"/>
                <a:ext cx="153360" cy="1652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41BCC09-4D1C-D6F9-F55D-97CEC922324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336064" y="1112346"/>
                  <a:ext cx="18900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F2D5717-CA52-074C-7A6A-C3CB70E5ED80}"/>
                    </a:ext>
                  </a:extLst>
                </p14:cNvPr>
                <p14:cNvContentPartPr/>
                <p14:nvPr/>
              </p14:nvContentPartPr>
              <p14:xfrm>
                <a:off x="10584464" y="1110546"/>
                <a:ext cx="97200" cy="1742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F2D5717-CA52-074C-7A6A-C3CB70E5ED8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566464" y="1092546"/>
                  <a:ext cx="13284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2362941-D5CA-91E8-2A70-3A63E067EA7D}"/>
                    </a:ext>
                  </a:extLst>
                </p14:cNvPr>
                <p14:cNvContentPartPr/>
                <p14:nvPr/>
              </p14:nvContentPartPr>
              <p14:xfrm>
                <a:off x="10786424" y="1157346"/>
                <a:ext cx="89640" cy="1936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2362941-D5CA-91E8-2A70-3A63E067EA7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768424" y="1139706"/>
                  <a:ext cx="12528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6262A9D-A6F1-4A98-3E95-0CE19F65DAFA}"/>
                    </a:ext>
                  </a:extLst>
                </p14:cNvPr>
                <p14:cNvContentPartPr/>
                <p14:nvPr/>
              </p14:nvContentPartPr>
              <p14:xfrm>
                <a:off x="10844744" y="1117026"/>
                <a:ext cx="107280" cy="482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6262A9D-A6F1-4A98-3E95-0CE19F65DAF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827104" y="1099026"/>
                  <a:ext cx="14292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355E5A8-4BA5-998B-3BB5-85634C547394}"/>
                    </a:ext>
                  </a:extLst>
                </p14:cNvPr>
                <p14:cNvContentPartPr/>
                <p14:nvPr/>
              </p14:nvContentPartPr>
              <p14:xfrm>
                <a:off x="10889384" y="1177146"/>
                <a:ext cx="163800" cy="554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355E5A8-4BA5-998B-3BB5-85634C54739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871744" y="1159506"/>
                  <a:ext cx="19944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23E01232-1563-A107-FA83-9432C6279684}"/>
                    </a:ext>
                  </a:extLst>
                </p14:cNvPr>
                <p14:cNvContentPartPr/>
                <p14:nvPr/>
              </p14:nvContentPartPr>
              <p14:xfrm>
                <a:off x="11087384" y="1130346"/>
                <a:ext cx="13320" cy="162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23E01232-1563-A107-FA83-9432C6279684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1069384" y="1112346"/>
                  <a:ext cx="4896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2E028C3-C4A8-B2CA-8FA3-8B9D2D0E7AE8}"/>
                    </a:ext>
                  </a:extLst>
                </p14:cNvPr>
                <p14:cNvContentPartPr/>
                <p14:nvPr/>
              </p14:nvContentPartPr>
              <p14:xfrm>
                <a:off x="11075864" y="1110906"/>
                <a:ext cx="42840" cy="860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2E028C3-C4A8-B2CA-8FA3-8B9D2D0E7AE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1058224" y="1093266"/>
                  <a:ext cx="7848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5B6B1AD-920D-9DBB-074C-86CD8404CFE6}"/>
                    </a:ext>
                  </a:extLst>
                </p14:cNvPr>
                <p14:cNvContentPartPr/>
                <p14:nvPr/>
              </p14:nvContentPartPr>
              <p14:xfrm>
                <a:off x="11108264" y="1192626"/>
                <a:ext cx="66600" cy="914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5B6B1AD-920D-9DBB-074C-86CD8404CFE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1090624" y="1174626"/>
                  <a:ext cx="10224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710EB21E-1FCD-03E6-6F3F-AF8FC2D9E31A}"/>
                    </a:ext>
                  </a:extLst>
                </p14:cNvPr>
                <p14:cNvContentPartPr/>
                <p14:nvPr/>
              </p14:nvContentPartPr>
              <p14:xfrm>
                <a:off x="11237864" y="1150146"/>
                <a:ext cx="121320" cy="450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710EB21E-1FCD-03E6-6F3F-AF8FC2D9E31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220224" y="1132146"/>
                  <a:ext cx="15696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8048433-2754-60F6-3C01-A82025291B16}"/>
                    </a:ext>
                  </a:extLst>
                </p14:cNvPr>
                <p14:cNvContentPartPr/>
                <p14:nvPr/>
              </p14:nvContentPartPr>
              <p14:xfrm>
                <a:off x="11321024" y="1172106"/>
                <a:ext cx="13320" cy="1044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8048433-2754-60F6-3C01-A82025291B1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1303024" y="1154466"/>
                  <a:ext cx="4896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AF73DEAB-C446-DB89-37C4-C24A37BE677C}"/>
                    </a:ext>
                  </a:extLst>
                </p14:cNvPr>
                <p14:cNvContentPartPr/>
                <p14:nvPr/>
              </p14:nvContentPartPr>
              <p14:xfrm>
                <a:off x="11444144" y="1304586"/>
                <a:ext cx="10800" cy="8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AF73DEAB-C446-DB89-37C4-C24A37BE677C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1426504" y="1286586"/>
                  <a:ext cx="46440" cy="44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3C9FC449-FC09-39CE-9A9F-6B0E3217FE12}"/>
                  </a:ext>
                </a:extLst>
              </p14:cNvPr>
              <p14:cNvContentPartPr/>
              <p14:nvPr/>
            </p14:nvContentPartPr>
            <p14:xfrm>
              <a:off x="1288184" y="2347506"/>
              <a:ext cx="3992400" cy="36360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3C9FC449-FC09-39CE-9A9F-6B0E3217FE12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1270544" y="2329866"/>
                <a:ext cx="4028040" cy="399240"/>
              </a:xfrm>
              <a:prstGeom prst="rect">
                <a:avLst/>
              </a:prstGeom>
            </p:spPr>
          </p:pic>
        </mc:Fallback>
      </mc:AlternateContent>
      <p:grpSp>
        <p:nvGrpSpPr>
          <p:cNvPr id="100" name="Group 99">
            <a:extLst>
              <a:ext uri="{FF2B5EF4-FFF2-40B4-BE49-F238E27FC236}">
                <a16:creationId xmlns:a16="http://schemas.microsoft.com/office/drawing/2014/main" id="{F8BA89A4-D2BE-617A-D633-38B727EBCFB0}"/>
              </a:ext>
            </a:extLst>
          </p:cNvPr>
          <p:cNvGrpSpPr/>
          <p:nvPr/>
        </p:nvGrpSpPr>
        <p:grpSpPr>
          <a:xfrm>
            <a:off x="7449584" y="2266866"/>
            <a:ext cx="3632400" cy="2345040"/>
            <a:chOff x="7449584" y="2266866"/>
            <a:chExt cx="3632400" cy="234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98653AD-3121-8EED-395F-3ADC9783536B}"/>
                    </a:ext>
                  </a:extLst>
                </p14:cNvPr>
                <p14:cNvContentPartPr/>
                <p14:nvPr/>
              </p14:nvContentPartPr>
              <p14:xfrm>
                <a:off x="7449584" y="2266866"/>
                <a:ext cx="3511440" cy="1436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98653AD-3121-8EED-395F-3ADC9783536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431944" y="2248866"/>
                  <a:ext cx="354708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DD50498-16E5-4220-329A-BE0F9497C505}"/>
                    </a:ext>
                  </a:extLst>
                </p14:cNvPr>
                <p14:cNvContentPartPr/>
                <p14:nvPr/>
              </p14:nvContentPartPr>
              <p14:xfrm>
                <a:off x="8426624" y="4027626"/>
                <a:ext cx="92520" cy="266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DD50498-16E5-4220-329A-BE0F9497C50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408984" y="4009626"/>
                  <a:ext cx="12816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F7711F9-01F0-2D8E-D5F0-6B175726B3C5}"/>
                    </a:ext>
                  </a:extLst>
                </p14:cNvPr>
                <p14:cNvContentPartPr/>
                <p14:nvPr/>
              </p14:nvContentPartPr>
              <p14:xfrm>
                <a:off x="8415824" y="3970386"/>
                <a:ext cx="145800" cy="997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F7711F9-01F0-2D8E-D5F0-6B175726B3C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398184" y="3952386"/>
                  <a:ext cx="18144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23C0EE99-B51B-B562-94A0-366628FB98D1}"/>
                    </a:ext>
                  </a:extLst>
                </p14:cNvPr>
                <p14:cNvContentPartPr/>
                <p14:nvPr/>
              </p14:nvContentPartPr>
              <p14:xfrm>
                <a:off x="8671064" y="4097106"/>
                <a:ext cx="135720" cy="248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23C0EE99-B51B-B562-94A0-366628FB98D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653064" y="4079466"/>
                  <a:ext cx="1713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306FC2DF-C278-813A-81A5-ADF545E144B0}"/>
                    </a:ext>
                  </a:extLst>
                </p14:cNvPr>
                <p14:cNvContentPartPr/>
                <p14:nvPr/>
              </p14:nvContentPartPr>
              <p14:xfrm>
                <a:off x="8942504" y="4004226"/>
                <a:ext cx="174240" cy="1864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306FC2DF-C278-813A-81A5-ADF545E144B0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924864" y="3986586"/>
                  <a:ext cx="20988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A5987FA7-A377-CFFB-99B9-FE3943584137}"/>
                    </a:ext>
                  </a:extLst>
                </p14:cNvPr>
                <p14:cNvContentPartPr/>
                <p14:nvPr/>
              </p14:nvContentPartPr>
              <p14:xfrm>
                <a:off x="9204224" y="4075506"/>
                <a:ext cx="113760" cy="932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A5987FA7-A377-CFFB-99B9-FE394358413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186584" y="4057506"/>
                  <a:ext cx="14940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3E9FDBFA-1DB7-8688-FC22-B4DC5ABCE287}"/>
                    </a:ext>
                  </a:extLst>
                </p14:cNvPr>
                <p14:cNvContentPartPr/>
                <p14:nvPr/>
              </p14:nvContentPartPr>
              <p14:xfrm>
                <a:off x="9419144" y="3929706"/>
                <a:ext cx="349920" cy="3366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3E9FDBFA-1DB7-8688-FC22-B4DC5ABCE28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401504" y="3911706"/>
                  <a:ext cx="38556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1662E724-877D-2062-4C72-ED1C356E321B}"/>
                    </a:ext>
                  </a:extLst>
                </p14:cNvPr>
                <p14:cNvContentPartPr/>
                <p14:nvPr/>
              </p14:nvContentPartPr>
              <p14:xfrm>
                <a:off x="7484504" y="4538106"/>
                <a:ext cx="3597480" cy="345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1662E724-877D-2062-4C72-ED1C356E321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466504" y="4520466"/>
                  <a:ext cx="363312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056C7553-E32A-AF74-B599-CD1FBA362D53}"/>
                    </a:ext>
                  </a:extLst>
                </p14:cNvPr>
                <p14:cNvContentPartPr/>
                <p14:nvPr/>
              </p14:nvContentPartPr>
              <p14:xfrm>
                <a:off x="7976984" y="2402946"/>
                <a:ext cx="386640" cy="5698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056C7553-E32A-AF74-B599-CD1FBA362D5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958984" y="2385306"/>
                  <a:ext cx="422280" cy="60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4FCD0D40-E62B-8A3A-CC0A-76EF625CF7C2}"/>
                    </a:ext>
                  </a:extLst>
                </p14:cNvPr>
                <p14:cNvContentPartPr/>
                <p14:nvPr/>
              </p14:nvContentPartPr>
              <p14:xfrm>
                <a:off x="7787264" y="2535426"/>
                <a:ext cx="114480" cy="2336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4FCD0D40-E62B-8A3A-CC0A-76EF625CF7C2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769624" y="2517426"/>
                  <a:ext cx="15012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83A0E7EE-D8A9-5591-0ECE-2025375C7A37}"/>
                    </a:ext>
                  </a:extLst>
                </p14:cNvPr>
                <p14:cNvContentPartPr/>
                <p14:nvPr/>
              </p14:nvContentPartPr>
              <p14:xfrm>
                <a:off x="10087664" y="2295306"/>
                <a:ext cx="495720" cy="5094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83A0E7EE-D8A9-5591-0ECE-2025375C7A3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0070024" y="2277666"/>
                  <a:ext cx="531360" cy="54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0BA2B3CC-E874-8307-54F8-29A5272C5057}"/>
                    </a:ext>
                  </a:extLst>
                </p14:cNvPr>
                <p14:cNvContentPartPr/>
                <p14:nvPr/>
              </p14:nvContentPartPr>
              <p14:xfrm>
                <a:off x="10447304" y="2398986"/>
                <a:ext cx="64800" cy="2534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0BA2B3CC-E874-8307-54F8-29A5272C5057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429304" y="2381346"/>
                  <a:ext cx="10044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AA45B8FB-B9DE-889A-EEF3-7F7C781E28D9}"/>
                    </a:ext>
                  </a:extLst>
                </p14:cNvPr>
                <p14:cNvContentPartPr/>
                <p14:nvPr/>
              </p14:nvContentPartPr>
              <p14:xfrm>
                <a:off x="10439744" y="2442186"/>
                <a:ext cx="192960" cy="1872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AA45B8FB-B9DE-889A-EEF3-7F7C781E28D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421744" y="2424546"/>
                  <a:ext cx="22860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EBBC5286-6C59-DB0D-986A-DA3B3A906E11}"/>
                    </a:ext>
                  </a:extLst>
                </p14:cNvPr>
                <p14:cNvContentPartPr/>
                <p14:nvPr/>
              </p14:nvContentPartPr>
              <p14:xfrm>
                <a:off x="8536784" y="2572506"/>
                <a:ext cx="66600" cy="140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EBBC5286-6C59-DB0D-986A-DA3B3A906E1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518784" y="2554866"/>
                  <a:ext cx="10224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E0A2116F-186A-DCB4-BD9F-2069AA39F7B1}"/>
                    </a:ext>
                  </a:extLst>
                </p14:cNvPr>
                <p14:cNvContentPartPr/>
                <p14:nvPr/>
              </p14:nvContentPartPr>
              <p14:xfrm>
                <a:off x="8801384" y="2548386"/>
                <a:ext cx="93960" cy="111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E0A2116F-186A-DCB4-BD9F-2069AA39F7B1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783384" y="2530386"/>
                  <a:ext cx="12960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B4337D17-BFE1-B9D9-1D77-97546E558746}"/>
                    </a:ext>
                  </a:extLst>
                </p14:cNvPr>
                <p14:cNvContentPartPr/>
                <p14:nvPr/>
              </p14:nvContentPartPr>
              <p14:xfrm>
                <a:off x="9095864" y="2537226"/>
                <a:ext cx="67320" cy="111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B4337D17-BFE1-B9D9-1D77-97546E558746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9078224" y="2519586"/>
                  <a:ext cx="10296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18962E1D-DA8A-A278-302A-2CC19470BA2D}"/>
                    </a:ext>
                  </a:extLst>
                </p14:cNvPr>
                <p14:cNvContentPartPr/>
                <p14:nvPr/>
              </p14:nvContentPartPr>
              <p14:xfrm>
                <a:off x="9406904" y="2528946"/>
                <a:ext cx="95040" cy="64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18962E1D-DA8A-A278-302A-2CC19470BA2D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389264" y="2510946"/>
                  <a:ext cx="13068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C4ECA216-CE77-CC65-2D80-77652A624DA8}"/>
                    </a:ext>
                  </a:extLst>
                </p14:cNvPr>
                <p14:cNvContentPartPr/>
                <p14:nvPr/>
              </p14:nvContentPartPr>
              <p14:xfrm>
                <a:off x="9737024" y="2502306"/>
                <a:ext cx="123840" cy="126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C4ECA216-CE77-CC65-2D80-77652A624DA8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719024" y="2484306"/>
                  <a:ext cx="15948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4EA1F222-AF44-A2BF-1C99-58B713CE4736}"/>
                    </a:ext>
                  </a:extLst>
                </p14:cNvPr>
                <p14:cNvContentPartPr/>
                <p14:nvPr/>
              </p14:nvContentPartPr>
              <p14:xfrm>
                <a:off x="7737224" y="2958426"/>
                <a:ext cx="219240" cy="579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4EA1F222-AF44-A2BF-1C99-58B713CE473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719584" y="2940426"/>
                  <a:ext cx="25488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CF4AA847-8868-4C37-979A-1DA6141C756B}"/>
                    </a:ext>
                  </a:extLst>
                </p14:cNvPr>
                <p14:cNvContentPartPr/>
                <p14:nvPr/>
              </p14:nvContentPartPr>
              <p14:xfrm>
                <a:off x="7667024" y="2447226"/>
                <a:ext cx="74160" cy="21574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CF4AA847-8868-4C37-979A-1DA6141C756B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7649024" y="2429586"/>
                  <a:ext cx="109800" cy="219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4BA42D94-5CC3-9BB4-3E48-F0894FBD3DCB}"/>
                    </a:ext>
                  </a:extLst>
                </p14:cNvPr>
                <p14:cNvContentPartPr/>
                <p14:nvPr/>
              </p14:nvContentPartPr>
              <p14:xfrm>
                <a:off x="10539824" y="2774826"/>
                <a:ext cx="241200" cy="565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4BA42D94-5CC3-9BB4-3E48-F0894FBD3DCB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0521824" y="2756826"/>
                  <a:ext cx="27684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53A58A55-514D-F06D-C342-4F9948513DCF}"/>
                    </a:ext>
                  </a:extLst>
                </p14:cNvPr>
                <p14:cNvContentPartPr/>
                <p14:nvPr/>
              </p14:nvContentPartPr>
              <p14:xfrm>
                <a:off x="10840064" y="2290626"/>
                <a:ext cx="51840" cy="23212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53A58A55-514D-F06D-C342-4F9948513DCF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0822064" y="2272986"/>
                  <a:ext cx="87480" cy="2356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F419E486-64C1-05E3-11F0-4F2003FA3070}"/>
              </a:ext>
            </a:extLst>
          </p:cNvPr>
          <p:cNvGrpSpPr/>
          <p:nvPr/>
        </p:nvGrpSpPr>
        <p:grpSpPr>
          <a:xfrm>
            <a:off x="1662944" y="2185146"/>
            <a:ext cx="3594240" cy="2661840"/>
            <a:chOff x="1662944" y="2185146"/>
            <a:chExt cx="3594240" cy="2661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AB9ABB0-BB3F-82FB-C92E-17D2E4A1B70D}"/>
                    </a:ext>
                  </a:extLst>
                </p14:cNvPr>
                <p14:cNvContentPartPr/>
                <p14:nvPr/>
              </p14:nvContentPartPr>
              <p14:xfrm>
                <a:off x="1779584" y="4356666"/>
                <a:ext cx="3477600" cy="3682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AB9ABB0-BB3F-82FB-C92E-17D2E4A1B70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761584" y="4338666"/>
                  <a:ext cx="3513240" cy="40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49040534-7857-D018-45AB-4F8203594B4C}"/>
                    </a:ext>
                  </a:extLst>
                </p14:cNvPr>
                <p14:cNvContentPartPr/>
                <p14:nvPr/>
              </p14:nvContentPartPr>
              <p14:xfrm>
                <a:off x="3140744" y="4120146"/>
                <a:ext cx="245880" cy="2174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49040534-7857-D018-45AB-4F8203594B4C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122744" y="4102506"/>
                  <a:ext cx="28152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AA62FF8-2F7B-E236-65EF-4F0C392DE8D4}"/>
                    </a:ext>
                  </a:extLst>
                </p14:cNvPr>
                <p14:cNvContentPartPr/>
                <p14:nvPr/>
              </p14:nvContentPartPr>
              <p14:xfrm>
                <a:off x="3494264" y="4167306"/>
                <a:ext cx="169200" cy="504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AA62FF8-2F7B-E236-65EF-4F0C392DE8D4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476264" y="4149666"/>
                  <a:ext cx="20484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6BDA6842-A9CA-FEC8-860B-7F50507EED29}"/>
                    </a:ext>
                  </a:extLst>
                </p14:cNvPr>
                <p14:cNvContentPartPr/>
                <p14:nvPr/>
              </p14:nvContentPartPr>
              <p14:xfrm>
                <a:off x="3826544" y="3935106"/>
                <a:ext cx="146160" cy="2494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BDA6842-A9CA-FEC8-860B-7F50507EED29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808544" y="3917466"/>
                  <a:ext cx="18180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A7C4F0E5-A6D8-7EBB-51BA-6A48F8B94C98}"/>
                    </a:ext>
                  </a:extLst>
                </p14:cNvPr>
                <p14:cNvContentPartPr/>
                <p14:nvPr/>
              </p14:nvContentPartPr>
              <p14:xfrm>
                <a:off x="4080704" y="4035186"/>
                <a:ext cx="68760" cy="1170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A7C4F0E5-A6D8-7EBB-51BA-6A48F8B94C98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63064" y="4017546"/>
                  <a:ext cx="10440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36C3B421-DF2D-36EF-A3DB-53E6565A22FC}"/>
                    </a:ext>
                  </a:extLst>
                </p14:cNvPr>
                <p14:cNvContentPartPr/>
                <p14:nvPr/>
              </p14:nvContentPartPr>
              <p14:xfrm>
                <a:off x="4312904" y="3907026"/>
                <a:ext cx="361440" cy="2509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6C3B421-DF2D-36EF-A3DB-53E6565A22FC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295264" y="3889026"/>
                  <a:ext cx="39708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93578EA-41BC-FE26-BDB0-76A72A2039F9}"/>
                    </a:ext>
                  </a:extLst>
                </p14:cNvPr>
                <p14:cNvContentPartPr/>
                <p14:nvPr/>
              </p14:nvContentPartPr>
              <p14:xfrm>
                <a:off x="2136704" y="2502666"/>
                <a:ext cx="442080" cy="6260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93578EA-41BC-FE26-BDB0-76A72A2039F9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2119064" y="2484666"/>
                  <a:ext cx="477720" cy="66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E2CC5304-EB9A-E40D-9570-68DCC34CB4EF}"/>
                    </a:ext>
                  </a:extLst>
                </p14:cNvPr>
                <p14:cNvContentPartPr/>
                <p14:nvPr/>
              </p14:nvContentPartPr>
              <p14:xfrm>
                <a:off x="2013224" y="2720466"/>
                <a:ext cx="113400" cy="1713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E2CC5304-EB9A-E40D-9570-68DCC34CB4EF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995584" y="2702826"/>
                  <a:ext cx="14904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88FEF9CC-24AC-A81F-1095-37D0E717DEC2}"/>
                    </a:ext>
                  </a:extLst>
                </p14:cNvPr>
                <p14:cNvContentPartPr/>
                <p14:nvPr/>
              </p14:nvContentPartPr>
              <p14:xfrm>
                <a:off x="3946424" y="2391426"/>
                <a:ext cx="564840" cy="4698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88FEF9CC-24AC-A81F-1095-37D0E717DEC2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3928424" y="2373426"/>
                  <a:ext cx="600480" cy="50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C50AABB-E5BB-91CD-D4E5-4500AFF9E9C2}"/>
                    </a:ext>
                  </a:extLst>
                </p14:cNvPr>
                <p14:cNvContentPartPr/>
                <p14:nvPr/>
              </p14:nvContentPartPr>
              <p14:xfrm>
                <a:off x="4312184" y="2501946"/>
                <a:ext cx="77400" cy="2023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C50AABB-E5BB-91CD-D4E5-4500AFF9E9C2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294544" y="2484306"/>
                  <a:ext cx="11304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117B735-1CC4-AD84-2C52-97B1E37AA33A}"/>
                    </a:ext>
                  </a:extLst>
                </p14:cNvPr>
                <p14:cNvContentPartPr/>
                <p14:nvPr/>
              </p14:nvContentPartPr>
              <p14:xfrm>
                <a:off x="4322264" y="2520666"/>
                <a:ext cx="113400" cy="1656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117B735-1CC4-AD84-2C52-97B1E37AA33A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4304264" y="2503026"/>
                  <a:ext cx="14904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BB7F5D90-5AF1-B5AF-2B2A-0D268D57706E}"/>
                    </a:ext>
                  </a:extLst>
                </p14:cNvPr>
                <p14:cNvContentPartPr/>
                <p14:nvPr/>
              </p14:nvContentPartPr>
              <p14:xfrm>
                <a:off x="2834024" y="2621106"/>
                <a:ext cx="125280" cy="104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BB7F5D90-5AF1-B5AF-2B2A-0D268D57706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2816024" y="2603106"/>
                  <a:ext cx="16092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1B157F1C-7DA2-7EC5-09EE-ADBE0619F221}"/>
                    </a:ext>
                  </a:extLst>
                </p14:cNvPr>
                <p14:cNvContentPartPr/>
                <p14:nvPr/>
              </p14:nvContentPartPr>
              <p14:xfrm>
                <a:off x="2896304" y="2556306"/>
                <a:ext cx="13680" cy="1119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1B157F1C-7DA2-7EC5-09EE-ADBE0619F221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2878664" y="2538666"/>
                  <a:ext cx="4932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7F3B5384-263F-A945-8EB3-08D5A1328840}"/>
                    </a:ext>
                  </a:extLst>
                </p14:cNvPr>
                <p14:cNvContentPartPr/>
                <p14:nvPr/>
              </p14:nvContentPartPr>
              <p14:xfrm>
                <a:off x="3057944" y="2592666"/>
                <a:ext cx="131040" cy="554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7F3B5384-263F-A945-8EB3-08D5A1328840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3039944" y="2575026"/>
                  <a:ext cx="16668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4216DD0B-8480-7BCB-ED9F-1B448CEBFF8B}"/>
                    </a:ext>
                  </a:extLst>
                </p14:cNvPr>
                <p14:cNvContentPartPr/>
                <p14:nvPr/>
              </p14:nvContentPartPr>
              <p14:xfrm>
                <a:off x="3127424" y="2544426"/>
                <a:ext cx="20880" cy="1191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4216DD0B-8480-7BCB-ED9F-1B448CEBFF8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3109424" y="2526426"/>
                  <a:ext cx="5652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9A266FA5-CC18-3CD0-CFFB-0171FB91317F}"/>
                    </a:ext>
                  </a:extLst>
                </p14:cNvPr>
                <p14:cNvContentPartPr/>
                <p14:nvPr/>
              </p14:nvContentPartPr>
              <p14:xfrm>
                <a:off x="3319664" y="2568186"/>
                <a:ext cx="104040" cy="324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9A266FA5-CC18-3CD0-CFFB-0171FB91317F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302024" y="2550186"/>
                  <a:ext cx="13968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CC24F897-6A40-6905-EA3F-CB9A6AFF2B28}"/>
                    </a:ext>
                  </a:extLst>
                </p14:cNvPr>
                <p14:cNvContentPartPr/>
                <p14:nvPr/>
              </p14:nvContentPartPr>
              <p14:xfrm>
                <a:off x="3413984" y="2491866"/>
                <a:ext cx="23400" cy="979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CC24F897-6A40-6905-EA3F-CB9A6AFF2B28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3396344" y="2473866"/>
                  <a:ext cx="5904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10510AA-9B74-8D69-B5C9-BEC16FBD3122}"/>
                    </a:ext>
                  </a:extLst>
                </p14:cNvPr>
                <p14:cNvContentPartPr/>
                <p14:nvPr/>
              </p14:nvContentPartPr>
              <p14:xfrm>
                <a:off x="3569504" y="2530746"/>
                <a:ext cx="105480" cy="388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10510AA-9B74-8D69-B5C9-BEC16FBD3122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3551504" y="2513106"/>
                  <a:ext cx="14112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1AB21242-F9B3-4ABD-2286-88E6F202D4C4}"/>
                    </a:ext>
                  </a:extLst>
                </p14:cNvPr>
                <p14:cNvContentPartPr/>
                <p14:nvPr/>
              </p14:nvContentPartPr>
              <p14:xfrm>
                <a:off x="3619184" y="2484666"/>
                <a:ext cx="43920" cy="11088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1AB21242-F9B3-4ABD-2286-88E6F202D4C4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3601544" y="2467026"/>
                  <a:ext cx="795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F5A5F219-CB15-9AE4-6264-AD88B5593167}"/>
                    </a:ext>
                  </a:extLst>
                </p14:cNvPr>
                <p14:cNvContentPartPr/>
                <p14:nvPr/>
              </p14:nvContentPartPr>
              <p14:xfrm>
                <a:off x="3755264" y="2549106"/>
                <a:ext cx="92880" cy="147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F5A5F219-CB15-9AE4-6264-AD88B5593167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3737264" y="2531466"/>
                  <a:ext cx="12852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4B5A20DF-85C5-8F7C-CDAC-74FE88668019}"/>
                    </a:ext>
                  </a:extLst>
                </p14:cNvPr>
                <p14:cNvContentPartPr/>
                <p14:nvPr/>
              </p14:nvContentPartPr>
              <p14:xfrm>
                <a:off x="3833384" y="2479266"/>
                <a:ext cx="15840" cy="1404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4B5A20DF-85C5-8F7C-CDAC-74FE88668019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3815744" y="2461626"/>
                  <a:ext cx="5148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42553CF5-5876-A566-FAB1-DFF07FA034FC}"/>
                    </a:ext>
                  </a:extLst>
                </p14:cNvPr>
                <p14:cNvContentPartPr/>
                <p14:nvPr/>
              </p14:nvContentPartPr>
              <p14:xfrm>
                <a:off x="1828184" y="3070026"/>
                <a:ext cx="371160" cy="1602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42553CF5-5876-A566-FAB1-DFF07FA034FC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810184" y="3052386"/>
                  <a:ext cx="40680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C8884738-FCEC-A36B-4AAA-CA03C3B2111C}"/>
                    </a:ext>
                  </a:extLst>
                </p14:cNvPr>
                <p14:cNvContentPartPr/>
                <p14:nvPr/>
              </p14:nvContentPartPr>
              <p14:xfrm>
                <a:off x="1662944" y="2626146"/>
                <a:ext cx="151560" cy="22208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C8884738-FCEC-A36B-4AAA-CA03C3B2111C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645304" y="2608146"/>
                  <a:ext cx="187200" cy="225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EDFC25CE-794F-5690-4ADB-A131E25A6520}"/>
                    </a:ext>
                  </a:extLst>
                </p14:cNvPr>
                <p14:cNvContentPartPr/>
                <p14:nvPr/>
              </p14:nvContentPartPr>
              <p14:xfrm>
                <a:off x="4486064" y="2845386"/>
                <a:ext cx="346680" cy="1728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EDFC25CE-794F-5690-4ADB-A131E25A6520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4468424" y="2827746"/>
                  <a:ext cx="38232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81E50D3-2B3C-D940-CF05-43111637DCE0}"/>
                    </a:ext>
                  </a:extLst>
                </p14:cNvPr>
                <p14:cNvContentPartPr/>
                <p14:nvPr/>
              </p14:nvContentPartPr>
              <p14:xfrm>
                <a:off x="4907624" y="2380266"/>
                <a:ext cx="220320" cy="20462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81E50D3-2B3C-D940-CF05-43111637DCE0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889624" y="2362266"/>
                  <a:ext cx="255960" cy="20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9B153B1-BE97-744F-2779-37210CA11E5C}"/>
                    </a:ext>
                  </a:extLst>
                </p14:cNvPr>
                <p14:cNvContentPartPr/>
                <p14:nvPr/>
              </p14:nvContentPartPr>
              <p14:xfrm>
                <a:off x="2576624" y="2370546"/>
                <a:ext cx="13680" cy="13680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9B153B1-BE97-744F-2779-37210CA11E5C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2558624" y="2352546"/>
                  <a:ext cx="4932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580206B1-2C19-7004-3E59-DA3566646001}"/>
                    </a:ext>
                  </a:extLst>
                </p14:cNvPr>
                <p14:cNvContentPartPr/>
                <p14:nvPr/>
              </p14:nvContentPartPr>
              <p14:xfrm>
                <a:off x="2546744" y="2185146"/>
                <a:ext cx="1342800" cy="2282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580206B1-2C19-7004-3E59-DA3566646001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2529104" y="2167146"/>
                  <a:ext cx="137844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EC2F797B-B0E5-0FBE-DC6C-43318DCED067}"/>
                    </a:ext>
                  </a:extLst>
                </p14:cNvPr>
                <p14:cNvContentPartPr/>
                <p14:nvPr/>
              </p14:nvContentPartPr>
              <p14:xfrm>
                <a:off x="3918704" y="2200626"/>
                <a:ext cx="36720" cy="18612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EC2F797B-B0E5-0FBE-DC6C-43318DCED067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3900704" y="2182626"/>
                  <a:ext cx="72360" cy="221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2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91A4B676-3859-BB1F-C0CF-6FE0B861FD16}"/>
                  </a:ext>
                </a:extLst>
              </p14:cNvPr>
              <p14:cNvContentPartPr/>
              <p14:nvPr/>
            </p14:nvContentPartPr>
            <p14:xfrm>
              <a:off x="2577344" y="2240226"/>
              <a:ext cx="1343520" cy="183240"/>
            </p14:xfrm>
          </p:contentPart>
        </mc:Choice>
        <mc:Fallback xmlns=""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91A4B676-3859-BB1F-C0CF-6FE0B861FD16}"/>
                  </a:ext>
                </a:extLst>
              </p:cNvPr>
              <p:cNvPicPr/>
              <p:nvPr/>
            </p:nvPicPr>
            <p:blipFill>
              <a:blip r:embed="rId163"/>
              <a:stretch>
                <a:fillRect/>
              </a:stretch>
            </p:blipFill>
            <p:spPr>
              <a:xfrm>
                <a:off x="2514704" y="2177226"/>
                <a:ext cx="1469160" cy="30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4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A785E2D-96EF-BF08-D7BA-FE3ED42707FD}"/>
                  </a:ext>
                </a:extLst>
              </p14:cNvPr>
              <p14:cNvContentPartPr/>
              <p14:nvPr/>
            </p14:nvContentPartPr>
            <p14:xfrm>
              <a:off x="8315384" y="2189466"/>
              <a:ext cx="1792800" cy="19044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A785E2D-96EF-BF08-D7BA-FE3ED42707FD}"/>
                  </a:ext>
                </a:extLst>
              </p:cNvPr>
              <p:cNvPicPr/>
              <p:nvPr/>
            </p:nvPicPr>
            <p:blipFill>
              <a:blip r:embed="rId165"/>
              <a:stretch>
                <a:fillRect/>
              </a:stretch>
            </p:blipFill>
            <p:spPr>
              <a:xfrm>
                <a:off x="8252744" y="2126826"/>
                <a:ext cx="1918440" cy="316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26" name="Group 125">
            <a:extLst>
              <a:ext uri="{FF2B5EF4-FFF2-40B4-BE49-F238E27FC236}">
                <a16:creationId xmlns:a16="http://schemas.microsoft.com/office/drawing/2014/main" id="{3EA8B3AE-197B-B9EE-2386-A3B0FFC0D150}"/>
              </a:ext>
            </a:extLst>
          </p:cNvPr>
          <p:cNvGrpSpPr/>
          <p:nvPr/>
        </p:nvGrpSpPr>
        <p:grpSpPr>
          <a:xfrm>
            <a:off x="4271864" y="1739106"/>
            <a:ext cx="1529640" cy="529200"/>
            <a:chOff x="4271864" y="1739106"/>
            <a:chExt cx="1529640" cy="529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201F2D8D-63D0-76AC-91EE-7A75500202C7}"/>
                    </a:ext>
                  </a:extLst>
                </p14:cNvPr>
                <p14:cNvContentPartPr/>
                <p14:nvPr/>
              </p14:nvContentPartPr>
              <p14:xfrm>
                <a:off x="4271864" y="1991466"/>
                <a:ext cx="548280" cy="189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201F2D8D-63D0-76AC-91EE-7A75500202C7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253864" y="1973466"/>
                  <a:ext cx="58392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E7151183-41E3-2F2F-BE2E-5C85AAD3ACE5}"/>
                    </a:ext>
                  </a:extLst>
                </p14:cNvPr>
                <p14:cNvContentPartPr/>
                <p14:nvPr/>
              </p14:nvContentPartPr>
              <p14:xfrm>
                <a:off x="4334144" y="2074266"/>
                <a:ext cx="96480" cy="1940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E7151183-41E3-2F2F-BE2E-5C85AAD3ACE5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316144" y="2056626"/>
                  <a:ext cx="13212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A51AF48C-103A-AA53-1E41-90F366E419B7}"/>
                    </a:ext>
                  </a:extLst>
                </p14:cNvPr>
                <p14:cNvContentPartPr/>
                <p14:nvPr/>
              </p14:nvContentPartPr>
              <p14:xfrm>
                <a:off x="4905104" y="1968066"/>
                <a:ext cx="166680" cy="1087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A51AF48C-103A-AA53-1E41-90F366E419B7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4887464" y="1950426"/>
                  <a:ext cx="20232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91C20170-B9FA-1043-58BA-D4C9BDAB640B}"/>
                    </a:ext>
                  </a:extLst>
                </p14:cNvPr>
                <p14:cNvContentPartPr/>
                <p14:nvPr/>
              </p14:nvContentPartPr>
              <p14:xfrm>
                <a:off x="5080784" y="1948266"/>
                <a:ext cx="137880" cy="730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91C20170-B9FA-1043-58BA-D4C9BDAB640B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062784" y="1930626"/>
                  <a:ext cx="17352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6980C101-B63E-AE30-87B7-97A8CC6222A1}"/>
                    </a:ext>
                  </a:extLst>
                </p14:cNvPr>
                <p14:cNvContentPartPr/>
                <p14:nvPr/>
              </p14:nvContentPartPr>
              <p14:xfrm>
                <a:off x="5181944" y="1935666"/>
                <a:ext cx="57960" cy="1263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6980C101-B63E-AE30-87B7-97A8CC6222A1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164304" y="1918026"/>
                  <a:ext cx="936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278DD23-C834-0361-85CE-BF9EC4F0189B}"/>
                    </a:ext>
                  </a:extLst>
                </p14:cNvPr>
                <p14:cNvContentPartPr/>
                <p14:nvPr/>
              </p14:nvContentPartPr>
              <p14:xfrm>
                <a:off x="5301104" y="1921986"/>
                <a:ext cx="69120" cy="1123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278DD23-C834-0361-85CE-BF9EC4F0189B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283104" y="1904346"/>
                  <a:ext cx="10476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0826DBD0-E92D-7D3D-3A5B-EEDB27C58EE8}"/>
                    </a:ext>
                  </a:extLst>
                </p14:cNvPr>
                <p14:cNvContentPartPr/>
                <p14:nvPr/>
              </p14:nvContentPartPr>
              <p14:xfrm>
                <a:off x="5342864" y="1819746"/>
                <a:ext cx="34200" cy="4536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0826DBD0-E92D-7D3D-3A5B-EEDB27C58EE8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325224" y="1802106"/>
                  <a:ext cx="6984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EE44E447-E18F-2920-E134-D25D6C4A3D82}"/>
                    </a:ext>
                  </a:extLst>
                </p14:cNvPr>
                <p14:cNvContentPartPr/>
                <p14:nvPr/>
              </p14:nvContentPartPr>
              <p14:xfrm>
                <a:off x="5453384" y="1739106"/>
                <a:ext cx="168480" cy="23220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EE44E447-E18F-2920-E134-D25D6C4A3D82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435744" y="1721106"/>
                  <a:ext cx="20412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CF1CD457-D6D2-A9E7-BAF4-0B1C2EDD930B}"/>
                    </a:ext>
                  </a:extLst>
                </p14:cNvPr>
                <p14:cNvContentPartPr/>
                <p14:nvPr/>
              </p14:nvContentPartPr>
              <p14:xfrm>
                <a:off x="5719784" y="1799586"/>
                <a:ext cx="81720" cy="1584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CF1CD457-D6D2-A9E7-BAF4-0B1C2EDD930B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702144" y="1781586"/>
                  <a:ext cx="117360" cy="194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053C7509-E038-92CA-1B80-DFD6F77ADFE8}"/>
              </a:ext>
            </a:extLst>
          </p:cNvPr>
          <p:cNvGrpSpPr/>
          <p:nvPr/>
        </p:nvGrpSpPr>
        <p:grpSpPr>
          <a:xfrm>
            <a:off x="10440464" y="1771506"/>
            <a:ext cx="1419840" cy="345240"/>
            <a:chOff x="10440464" y="1771506"/>
            <a:chExt cx="1419840" cy="34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8329D1C1-54F0-B5DE-C5D8-18CC57BA369C}"/>
                    </a:ext>
                  </a:extLst>
                </p14:cNvPr>
                <p14:cNvContentPartPr/>
                <p14:nvPr/>
              </p14:nvContentPartPr>
              <p14:xfrm>
                <a:off x="10440464" y="1941426"/>
                <a:ext cx="484920" cy="14868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8329D1C1-54F0-B5DE-C5D8-18CC57BA369C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0422824" y="1923786"/>
                  <a:ext cx="52056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27424E76-1DEE-578B-A920-ABA7E4915DF1}"/>
                    </a:ext>
                  </a:extLst>
                </p14:cNvPr>
                <p14:cNvContentPartPr/>
                <p14:nvPr/>
              </p14:nvContentPartPr>
              <p14:xfrm>
                <a:off x="10454504" y="1988946"/>
                <a:ext cx="59400" cy="1278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27424E76-1DEE-578B-A920-ABA7E4915DF1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0436504" y="1971306"/>
                  <a:ext cx="9504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CD8193EC-D3BA-034A-6004-D145F928C6CF}"/>
                    </a:ext>
                  </a:extLst>
                </p14:cNvPr>
                <p14:cNvContentPartPr/>
                <p14:nvPr/>
              </p14:nvContentPartPr>
              <p14:xfrm>
                <a:off x="11036624" y="1910826"/>
                <a:ext cx="155160" cy="12600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CD8193EC-D3BA-034A-6004-D145F928C6CF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1018624" y="1892826"/>
                  <a:ext cx="19080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8D908D68-B60D-00E5-3B9F-485CDE947339}"/>
                    </a:ext>
                  </a:extLst>
                </p14:cNvPr>
                <p14:cNvContentPartPr/>
                <p14:nvPr/>
              </p14:nvContentPartPr>
              <p14:xfrm>
                <a:off x="11254784" y="1897506"/>
                <a:ext cx="151560" cy="8460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8D908D68-B60D-00E5-3B9F-485CDE947339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1237144" y="1879506"/>
                  <a:ext cx="18720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3BA05694-7F38-A8AD-763C-BFD602CF1250}"/>
                    </a:ext>
                  </a:extLst>
                </p14:cNvPr>
                <p14:cNvContentPartPr/>
                <p14:nvPr/>
              </p14:nvContentPartPr>
              <p14:xfrm>
                <a:off x="11289704" y="1898226"/>
                <a:ext cx="83520" cy="1242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3BA05694-7F38-A8AD-763C-BFD602CF1250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1271704" y="1880586"/>
                  <a:ext cx="1191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314E57F3-347A-249F-6436-A24F4CFF21D7}"/>
                    </a:ext>
                  </a:extLst>
                </p14:cNvPr>
                <p14:cNvContentPartPr/>
                <p14:nvPr/>
              </p14:nvContentPartPr>
              <p14:xfrm>
                <a:off x="11428304" y="1918746"/>
                <a:ext cx="35640" cy="594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314E57F3-347A-249F-6436-A24F4CFF21D7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1410664" y="1900746"/>
                  <a:ext cx="7128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9603A49F-8C0A-D309-BA61-0FA4B1DB030D}"/>
                    </a:ext>
                  </a:extLst>
                </p14:cNvPr>
                <p14:cNvContentPartPr/>
                <p14:nvPr/>
              </p14:nvContentPartPr>
              <p14:xfrm>
                <a:off x="11449184" y="1839906"/>
                <a:ext cx="23040" cy="252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9603A49F-8C0A-D309-BA61-0FA4B1DB030D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1431184" y="1822266"/>
                  <a:ext cx="5868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4B0C9CD7-E484-A177-CC2F-C656158CE9DD}"/>
                    </a:ext>
                  </a:extLst>
                </p14:cNvPr>
                <p14:cNvContentPartPr/>
                <p14:nvPr/>
              </p14:nvContentPartPr>
              <p14:xfrm>
                <a:off x="11525864" y="1771506"/>
                <a:ext cx="119880" cy="19440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4B0C9CD7-E484-A177-CC2F-C656158CE9DD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1507864" y="1753866"/>
                  <a:ext cx="15552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41E2CD0D-4AED-72BA-2256-8AFBEC71B043}"/>
                    </a:ext>
                  </a:extLst>
                </p14:cNvPr>
                <p14:cNvContentPartPr/>
                <p14:nvPr/>
              </p14:nvContentPartPr>
              <p14:xfrm>
                <a:off x="11751224" y="1844586"/>
                <a:ext cx="109080" cy="12996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41E2CD0D-4AED-72BA-2256-8AFBEC71B043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1733224" y="1826586"/>
                  <a:ext cx="144720" cy="165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27" name="Ink 126">
                <a:extLst>
                  <a:ext uri="{FF2B5EF4-FFF2-40B4-BE49-F238E27FC236}">
                    <a16:creationId xmlns:a16="http://schemas.microsoft.com/office/drawing/2014/main" id="{B0F3EF92-8F44-E403-46F7-5DA7D6082CF3}"/>
                  </a:ext>
                </a:extLst>
              </p14:cNvPr>
              <p14:cNvContentPartPr/>
              <p14:nvPr/>
            </p14:nvContentPartPr>
            <p14:xfrm>
              <a:off x="2567624" y="1542186"/>
              <a:ext cx="1408320" cy="777240"/>
            </p14:xfrm>
          </p:contentPart>
        </mc:Choice>
        <mc:Fallback xmlns="">
          <p:pic>
            <p:nvPicPr>
              <p:cNvPr id="127" name="Ink 126">
                <a:extLst>
                  <a:ext uri="{FF2B5EF4-FFF2-40B4-BE49-F238E27FC236}">
                    <a16:creationId xmlns:a16="http://schemas.microsoft.com/office/drawing/2014/main" id="{B0F3EF92-8F44-E403-46F7-5DA7D6082CF3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2549624" y="1524546"/>
                <a:ext cx="1443960" cy="812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42" name="Group 141">
            <a:extLst>
              <a:ext uri="{FF2B5EF4-FFF2-40B4-BE49-F238E27FC236}">
                <a16:creationId xmlns:a16="http://schemas.microsoft.com/office/drawing/2014/main" id="{51310BED-AE5D-3253-4371-CD50D92B7CD2}"/>
              </a:ext>
            </a:extLst>
          </p:cNvPr>
          <p:cNvGrpSpPr/>
          <p:nvPr/>
        </p:nvGrpSpPr>
        <p:grpSpPr>
          <a:xfrm>
            <a:off x="2945984" y="1736946"/>
            <a:ext cx="665640" cy="294480"/>
            <a:chOff x="2945984" y="1736946"/>
            <a:chExt cx="665640" cy="294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01CFFA81-2EB9-F88D-5B86-3AFDA932AB77}"/>
                    </a:ext>
                  </a:extLst>
                </p14:cNvPr>
                <p14:cNvContentPartPr/>
                <p14:nvPr/>
              </p14:nvContentPartPr>
              <p14:xfrm>
                <a:off x="2945984" y="1844946"/>
                <a:ext cx="249840" cy="18648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01CFFA81-2EB9-F88D-5B86-3AFDA932AB77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928344" y="1826946"/>
                  <a:ext cx="28548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6DB92926-E632-04D1-5268-CC76D2C62163}"/>
                    </a:ext>
                  </a:extLst>
                </p14:cNvPr>
                <p14:cNvContentPartPr/>
                <p14:nvPr/>
              </p14:nvContentPartPr>
              <p14:xfrm>
                <a:off x="3264584" y="1847466"/>
                <a:ext cx="112320" cy="1040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6DB92926-E632-04D1-5268-CC76D2C62163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3246584" y="1829466"/>
                  <a:ext cx="14796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FB5CAD76-9445-2022-98A3-DD36647BB7E7}"/>
                    </a:ext>
                  </a:extLst>
                </p14:cNvPr>
                <p14:cNvContentPartPr/>
                <p14:nvPr/>
              </p14:nvContentPartPr>
              <p14:xfrm>
                <a:off x="3414344" y="1736946"/>
                <a:ext cx="68040" cy="15984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FB5CAD76-9445-2022-98A3-DD36647BB7E7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3396704" y="1718946"/>
                  <a:ext cx="10368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008DBE5C-D06A-CCE8-5BF3-6245062C8675}"/>
                    </a:ext>
                  </a:extLst>
                </p14:cNvPr>
                <p14:cNvContentPartPr/>
                <p14:nvPr/>
              </p14:nvContentPartPr>
              <p14:xfrm>
                <a:off x="3377984" y="1834506"/>
                <a:ext cx="104400" cy="7920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008DBE5C-D06A-CCE8-5BF3-6245062C8675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3359984" y="1816506"/>
                  <a:ext cx="14004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D3BDB879-F240-7388-4C8D-42B29A06C576}"/>
                    </a:ext>
                  </a:extLst>
                </p14:cNvPr>
                <p14:cNvContentPartPr/>
                <p14:nvPr/>
              </p14:nvContentPartPr>
              <p14:xfrm>
                <a:off x="3513344" y="1788426"/>
                <a:ext cx="98280" cy="12636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D3BDB879-F240-7388-4C8D-42B29A06C576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3495704" y="1770786"/>
                  <a:ext cx="133920" cy="16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4603E7E4-49B2-C2DC-99F1-12E296B436B0}"/>
              </a:ext>
            </a:extLst>
          </p:cNvPr>
          <p:cNvGrpSpPr/>
          <p:nvPr/>
        </p:nvGrpSpPr>
        <p:grpSpPr>
          <a:xfrm>
            <a:off x="8326904" y="1497186"/>
            <a:ext cx="1841400" cy="766080"/>
            <a:chOff x="8326904" y="1497186"/>
            <a:chExt cx="1841400" cy="766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CCF35A0F-E922-7655-D4C9-5C17462D8D81}"/>
                    </a:ext>
                  </a:extLst>
                </p14:cNvPr>
                <p14:cNvContentPartPr/>
                <p14:nvPr/>
              </p14:nvContentPartPr>
              <p14:xfrm>
                <a:off x="8358224" y="1758186"/>
                <a:ext cx="18000" cy="50508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CCF35A0F-E922-7655-D4C9-5C17462D8D81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8340584" y="1740546"/>
                  <a:ext cx="53640" cy="54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B2DC44EE-9BA3-FEA0-3787-A29AAF54F657}"/>
                    </a:ext>
                  </a:extLst>
                </p14:cNvPr>
                <p14:cNvContentPartPr/>
                <p14:nvPr/>
              </p14:nvContentPartPr>
              <p14:xfrm>
                <a:off x="8326904" y="1497186"/>
                <a:ext cx="1841400" cy="32364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B2DC44EE-9BA3-FEA0-3787-A29AAF54F65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8308904" y="1479546"/>
                  <a:ext cx="1877040" cy="35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B9726F01-235E-849C-6F6F-B6A2AB9CD897}"/>
                    </a:ext>
                  </a:extLst>
                </p14:cNvPr>
                <p14:cNvContentPartPr/>
                <p14:nvPr/>
              </p14:nvContentPartPr>
              <p14:xfrm>
                <a:off x="10046624" y="1563426"/>
                <a:ext cx="76320" cy="6177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B9726F01-235E-849C-6F6F-B6A2AB9CD897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0028624" y="1545786"/>
                  <a:ext cx="111960" cy="65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E4DDA30D-C890-98CA-3AD9-8E226FC5DA26}"/>
                    </a:ext>
                  </a:extLst>
                </p14:cNvPr>
                <p14:cNvContentPartPr/>
                <p14:nvPr/>
              </p14:nvContentPartPr>
              <p14:xfrm>
                <a:off x="8721464" y="1716786"/>
                <a:ext cx="221760" cy="2494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E4DDA30D-C890-98CA-3AD9-8E226FC5DA26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8703824" y="1698786"/>
                  <a:ext cx="25740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11B97DA-10C8-D89A-D449-77475EFA48A3}"/>
                    </a:ext>
                  </a:extLst>
                </p14:cNvPr>
                <p14:cNvContentPartPr/>
                <p14:nvPr/>
              </p14:nvContentPartPr>
              <p14:xfrm>
                <a:off x="9002624" y="1848546"/>
                <a:ext cx="182880" cy="705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11B97DA-10C8-D89A-D449-77475EFA48A3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8984984" y="1830546"/>
                  <a:ext cx="21852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20719F12-46F4-9743-7526-BBBE7D3E49B1}"/>
                    </a:ext>
                  </a:extLst>
                </p14:cNvPr>
                <p14:cNvContentPartPr/>
                <p14:nvPr/>
              </p14:nvContentPartPr>
              <p14:xfrm>
                <a:off x="9238424" y="1702746"/>
                <a:ext cx="83880" cy="1764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20719F12-46F4-9743-7526-BBBE7D3E49B1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9220424" y="1684746"/>
                  <a:ext cx="11952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BA0AC754-6E47-231A-0B5C-525E2A5A3198}"/>
                    </a:ext>
                  </a:extLst>
                </p14:cNvPr>
                <p14:cNvContentPartPr/>
                <p14:nvPr/>
              </p14:nvContentPartPr>
              <p14:xfrm>
                <a:off x="9231224" y="1797786"/>
                <a:ext cx="93600" cy="6192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BA0AC754-6E47-231A-0B5C-525E2A5A3198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9213224" y="1780146"/>
                  <a:ext cx="12924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28E9945A-D506-9A9E-1FF4-20EDF4FC7857}"/>
                    </a:ext>
                  </a:extLst>
                </p14:cNvPr>
                <p14:cNvContentPartPr/>
                <p14:nvPr/>
              </p14:nvContentPartPr>
              <p14:xfrm>
                <a:off x="9430304" y="1736946"/>
                <a:ext cx="148320" cy="14040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28E9945A-D506-9A9E-1FF4-20EDF4FC7857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9412304" y="1719306"/>
                  <a:ext cx="183960" cy="176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55D959F3-DF41-AF8D-0F82-D2A279F9866F}"/>
              </a:ext>
            </a:extLst>
          </p:cNvPr>
          <p:cNvGrpSpPr/>
          <p:nvPr/>
        </p:nvGrpSpPr>
        <p:grpSpPr>
          <a:xfrm>
            <a:off x="2981624" y="130695"/>
            <a:ext cx="2479320" cy="1112040"/>
            <a:chOff x="2981624" y="130695"/>
            <a:chExt cx="2479320" cy="111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52FC271C-52F9-C0A1-9C37-EDC3E55DED61}"/>
                    </a:ext>
                  </a:extLst>
                </p14:cNvPr>
                <p14:cNvContentPartPr/>
                <p14:nvPr/>
              </p14:nvContentPartPr>
              <p14:xfrm>
                <a:off x="2981624" y="907506"/>
                <a:ext cx="320400" cy="9648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52FC271C-52F9-C0A1-9C37-EDC3E55DED61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2963984" y="889506"/>
                  <a:ext cx="35604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FD8FDF70-A6AE-18F2-FAD2-70C4B65193B5}"/>
                    </a:ext>
                  </a:extLst>
                </p14:cNvPr>
                <p14:cNvContentPartPr/>
                <p14:nvPr/>
              </p14:nvContentPartPr>
              <p14:xfrm>
                <a:off x="3463664" y="520506"/>
                <a:ext cx="322560" cy="5619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FD8FDF70-A6AE-18F2-FAD2-70C4B65193B5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3446024" y="502866"/>
                  <a:ext cx="358200" cy="59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D2BC8147-E3CA-1378-E85B-6EDC00294C92}"/>
                    </a:ext>
                  </a:extLst>
                </p14:cNvPr>
                <p14:cNvContentPartPr/>
                <p14:nvPr/>
              </p14:nvContentPartPr>
              <p14:xfrm>
                <a:off x="3749504" y="708066"/>
                <a:ext cx="109080" cy="29160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D2BC8147-E3CA-1378-E85B-6EDC00294C92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3731864" y="690426"/>
                  <a:ext cx="14472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827E08E6-35AB-6944-B348-8AF6679A56FD}"/>
                    </a:ext>
                  </a:extLst>
                </p14:cNvPr>
                <p14:cNvContentPartPr/>
                <p14:nvPr/>
              </p14:nvContentPartPr>
              <p14:xfrm>
                <a:off x="3804944" y="598266"/>
                <a:ext cx="169920" cy="1879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827E08E6-35AB-6944-B348-8AF6679A56FD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3787304" y="580266"/>
                  <a:ext cx="20556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FC41FEDE-39A8-0DF3-7F21-23CE96453280}"/>
                    </a:ext>
                  </a:extLst>
                </p14:cNvPr>
                <p14:cNvContentPartPr/>
                <p14:nvPr/>
              </p14:nvContentPartPr>
              <p14:xfrm>
                <a:off x="4067024" y="633186"/>
                <a:ext cx="116280" cy="13500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FC41FEDE-39A8-0DF3-7F21-23CE96453280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4049384" y="615186"/>
                  <a:ext cx="15192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202D3C2B-D075-4501-8B4F-861DAAE310AB}"/>
                    </a:ext>
                  </a:extLst>
                </p14:cNvPr>
                <p14:cNvContentPartPr/>
                <p14:nvPr/>
              </p14:nvContentPartPr>
              <p14:xfrm>
                <a:off x="4232624" y="596826"/>
                <a:ext cx="114840" cy="17244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202D3C2B-D075-4501-8B4F-861DAAE310AB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4214624" y="579186"/>
                  <a:ext cx="15048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F8A1BFB3-A016-4BA8-F4B6-9E40EB43227C}"/>
                    </a:ext>
                  </a:extLst>
                </p14:cNvPr>
                <p14:cNvContentPartPr/>
                <p14:nvPr/>
              </p14:nvContentPartPr>
              <p14:xfrm>
                <a:off x="4412984" y="578466"/>
                <a:ext cx="146880" cy="16272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F8A1BFB3-A016-4BA8-F4B6-9E40EB43227C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4394984" y="560826"/>
                  <a:ext cx="18252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8BC348F1-4590-50C7-1E60-1EEAE4C081FD}"/>
                    </a:ext>
                  </a:extLst>
                </p14:cNvPr>
                <p14:cNvContentPartPr/>
                <p14:nvPr/>
              </p14:nvContentPartPr>
              <p14:xfrm>
                <a:off x="4608464" y="451746"/>
                <a:ext cx="88200" cy="16020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8BC348F1-4590-50C7-1E60-1EEAE4C081FD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4590824" y="433746"/>
                  <a:ext cx="12384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9DD299E7-7468-2CF7-2653-36F1184EF2E9}"/>
                    </a:ext>
                  </a:extLst>
                </p14:cNvPr>
                <p14:cNvContentPartPr/>
                <p14:nvPr/>
              </p14:nvContentPartPr>
              <p14:xfrm>
                <a:off x="4769024" y="353826"/>
                <a:ext cx="16560" cy="3780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9DD299E7-7468-2CF7-2653-36F1184EF2E9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4751384" y="336186"/>
                  <a:ext cx="5220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B78095E9-FB32-74F9-9EF7-5023AE9F16F7}"/>
                    </a:ext>
                  </a:extLst>
                </p14:cNvPr>
                <p14:cNvContentPartPr/>
                <p14:nvPr/>
              </p14:nvContentPartPr>
              <p14:xfrm>
                <a:off x="4609184" y="537855"/>
                <a:ext cx="94680" cy="4320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B78095E9-FB32-74F9-9EF7-5023AE9F16F7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4591544" y="519855"/>
                  <a:ext cx="13032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CF1C188B-C4A1-230E-6CCB-5D516275A5DB}"/>
                    </a:ext>
                  </a:extLst>
                </p14:cNvPr>
                <p14:cNvContentPartPr/>
                <p14:nvPr/>
              </p14:nvContentPartPr>
              <p14:xfrm>
                <a:off x="4889984" y="470535"/>
                <a:ext cx="2520" cy="144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CF1C188B-C4A1-230E-6CCB-5D516275A5DB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4871984" y="452535"/>
                  <a:ext cx="381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DAD015EA-AA9E-DAA4-9CE1-265A4BC4320F}"/>
                    </a:ext>
                  </a:extLst>
                </p14:cNvPr>
                <p14:cNvContentPartPr/>
                <p14:nvPr/>
              </p14:nvContentPartPr>
              <p14:xfrm>
                <a:off x="4861544" y="484935"/>
                <a:ext cx="32040" cy="8352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DAD015EA-AA9E-DAA4-9CE1-265A4BC4320F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4843904" y="466935"/>
                  <a:ext cx="676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C448A51C-BC2F-BBB9-89AB-18C19E5258FD}"/>
                    </a:ext>
                  </a:extLst>
                </p14:cNvPr>
                <p14:cNvContentPartPr/>
                <p14:nvPr/>
              </p14:nvContentPartPr>
              <p14:xfrm>
                <a:off x="4945784" y="399975"/>
                <a:ext cx="108720" cy="12024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C448A51C-BC2F-BBB9-89AB-18C19E5258FD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4928144" y="382335"/>
                  <a:ext cx="14436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80655C17-826B-F22E-9C22-C758C5156C99}"/>
                    </a:ext>
                  </a:extLst>
                </p14:cNvPr>
                <p14:cNvContentPartPr/>
                <p14:nvPr/>
              </p14:nvContentPartPr>
              <p14:xfrm>
                <a:off x="5153504" y="368295"/>
                <a:ext cx="68040" cy="5364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80655C17-826B-F22E-9C22-C758C5156C99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5135864" y="350655"/>
                  <a:ext cx="10368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06CE9B8D-77B7-D95D-7B31-0D54A95473E2}"/>
                    </a:ext>
                  </a:extLst>
                </p14:cNvPr>
                <p14:cNvContentPartPr/>
                <p14:nvPr/>
              </p14:nvContentPartPr>
              <p14:xfrm>
                <a:off x="5277344" y="130695"/>
                <a:ext cx="150840" cy="3189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06CE9B8D-77B7-D95D-7B31-0D54A95473E2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5259344" y="112695"/>
                  <a:ext cx="186480" cy="35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1C7714AD-8587-ADAE-8620-7BF979C5399B}"/>
                    </a:ext>
                  </a:extLst>
                </p14:cNvPr>
                <p14:cNvContentPartPr/>
                <p14:nvPr/>
              </p14:nvContentPartPr>
              <p14:xfrm>
                <a:off x="4500104" y="921975"/>
                <a:ext cx="125640" cy="23868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1C7714AD-8587-ADAE-8620-7BF979C5399B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4482464" y="904335"/>
                  <a:ext cx="16128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E8E50710-7F62-8A1E-7D13-D6F5764F8096}"/>
                    </a:ext>
                  </a:extLst>
                </p14:cNvPr>
                <p14:cNvContentPartPr/>
                <p14:nvPr/>
              </p14:nvContentPartPr>
              <p14:xfrm>
                <a:off x="4528904" y="1020255"/>
                <a:ext cx="81000" cy="554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E8E50710-7F62-8A1E-7D13-D6F5764F8096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4510904" y="1002255"/>
                  <a:ext cx="11664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9F35D819-DD72-E5C4-1CDF-AAC84196481B}"/>
                    </a:ext>
                  </a:extLst>
                </p14:cNvPr>
                <p14:cNvContentPartPr/>
                <p14:nvPr/>
              </p14:nvContentPartPr>
              <p14:xfrm>
                <a:off x="4705664" y="915135"/>
                <a:ext cx="160920" cy="12960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9F35D819-DD72-E5C4-1CDF-AAC84196481B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4687664" y="897135"/>
                  <a:ext cx="19656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E7D073BA-11F7-DC2B-BF3E-F9F0C17F9890}"/>
                    </a:ext>
                  </a:extLst>
                </p14:cNvPr>
                <p14:cNvContentPartPr/>
                <p14:nvPr/>
              </p14:nvContentPartPr>
              <p14:xfrm>
                <a:off x="4940024" y="778335"/>
                <a:ext cx="73800" cy="14508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E7D073BA-11F7-DC2B-BF3E-F9F0C17F9890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4922024" y="760695"/>
                  <a:ext cx="10944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C9B17E77-B0E6-9A17-5B1D-E5FDE43F8EAA}"/>
                    </a:ext>
                  </a:extLst>
                </p14:cNvPr>
                <p14:cNvContentPartPr/>
                <p14:nvPr/>
              </p14:nvContentPartPr>
              <p14:xfrm>
                <a:off x="5109944" y="750975"/>
                <a:ext cx="144000" cy="8820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C9B17E77-B0E6-9A17-5B1D-E5FDE43F8EAA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5091944" y="732975"/>
                  <a:ext cx="17964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381FE0A9-E46C-270E-B3CC-63FB178900E0}"/>
                    </a:ext>
                  </a:extLst>
                </p14:cNvPr>
                <p14:cNvContentPartPr/>
                <p14:nvPr/>
              </p14:nvContentPartPr>
              <p14:xfrm>
                <a:off x="5116064" y="1076415"/>
                <a:ext cx="137880" cy="16632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381FE0A9-E46C-270E-B3CC-63FB178900E0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5098064" y="1058415"/>
                  <a:ext cx="17352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134A7435-A6F8-25EA-5B82-419FD1ED4891}"/>
                    </a:ext>
                  </a:extLst>
                </p14:cNvPr>
                <p14:cNvContentPartPr/>
                <p14:nvPr/>
              </p14:nvContentPartPr>
              <p14:xfrm>
                <a:off x="5341064" y="939975"/>
                <a:ext cx="119880" cy="20160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134A7435-A6F8-25EA-5B82-419FD1ED4891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5323424" y="921975"/>
                  <a:ext cx="155520" cy="23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B5E61C11-5284-F744-79DE-EDE19EAA238F}"/>
              </a:ext>
            </a:extLst>
          </p:cNvPr>
          <p:cNvGrpSpPr/>
          <p:nvPr/>
        </p:nvGrpSpPr>
        <p:grpSpPr>
          <a:xfrm>
            <a:off x="8584304" y="75255"/>
            <a:ext cx="2102040" cy="891720"/>
            <a:chOff x="8584304" y="75255"/>
            <a:chExt cx="2102040" cy="891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800490EF-171A-ACD0-0252-1197A05FD2B0}"/>
                    </a:ext>
                  </a:extLst>
                </p14:cNvPr>
                <p14:cNvContentPartPr/>
                <p14:nvPr/>
              </p14:nvContentPartPr>
              <p14:xfrm>
                <a:off x="8584304" y="555855"/>
                <a:ext cx="312120" cy="11772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800490EF-171A-ACD0-0252-1197A05FD2B0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8566304" y="537855"/>
                  <a:ext cx="34776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D8AE1582-7791-AEE6-4D04-6B206A12591B}"/>
                    </a:ext>
                  </a:extLst>
                </p14:cNvPr>
                <p14:cNvContentPartPr/>
                <p14:nvPr/>
              </p14:nvContentPartPr>
              <p14:xfrm>
                <a:off x="8694824" y="483495"/>
                <a:ext cx="96480" cy="25632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D8AE1582-7791-AEE6-4D04-6B206A12591B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8676824" y="465855"/>
                  <a:ext cx="13212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06C6F094-562F-D066-84C0-519CCA3D11E9}"/>
                    </a:ext>
                  </a:extLst>
                </p14:cNvPr>
                <p14:cNvContentPartPr/>
                <p14:nvPr/>
              </p14:nvContentPartPr>
              <p14:xfrm>
                <a:off x="9026744" y="253455"/>
                <a:ext cx="300960" cy="50184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06C6F094-562F-D066-84C0-519CCA3D11E9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9008744" y="235455"/>
                  <a:ext cx="336600" cy="53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981B8B39-0D5A-1395-DDF7-A990D6B9348A}"/>
                    </a:ext>
                  </a:extLst>
                </p14:cNvPr>
                <p14:cNvContentPartPr/>
                <p14:nvPr/>
              </p14:nvContentPartPr>
              <p14:xfrm>
                <a:off x="9292424" y="406095"/>
                <a:ext cx="116280" cy="22320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981B8B39-0D5A-1395-DDF7-A990D6B9348A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9274784" y="388455"/>
                  <a:ext cx="15192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C165556E-35C6-0858-9B81-18760BA8CDE9}"/>
                    </a:ext>
                  </a:extLst>
                </p14:cNvPr>
                <p14:cNvContentPartPr/>
                <p14:nvPr/>
              </p14:nvContentPartPr>
              <p14:xfrm>
                <a:off x="9325904" y="311775"/>
                <a:ext cx="99360" cy="16596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C165556E-35C6-0858-9B81-18760BA8CDE9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9307904" y="293775"/>
                  <a:ext cx="13500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4AAB7257-F65C-B0D8-2BAA-82688DDBC570}"/>
                    </a:ext>
                  </a:extLst>
                </p14:cNvPr>
                <p14:cNvContentPartPr/>
                <p14:nvPr/>
              </p14:nvContentPartPr>
              <p14:xfrm>
                <a:off x="9517064" y="394575"/>
                <a:ext cx="100080" cy="13392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4AAB7257-F65C-B0D8-2BAA-82688DDBC570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9499064" y="376935"/>
                  <a:ext cx="13572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5264D034-2F49-201F-288A-A76D9FAABE91}"/>
                    </a:ext>
                  </a:extLst>
                </p14:cNvPr>
                <p14:cNvContentPartPr/>
                <p14:nvPr/>
              </p14:nvContentPartPr>
              <p14:xfrm>
                <a:off x="9671504" y="347055"/>
                <a:ext cx="89640" cy="1508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5264D034-2F49-201F-288A-A76D9FAABE91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9653864" y="329415"/>
                  <a:ext cx="12528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7865D208-664C-B661-68F5-5461C8B97215}"/>
                    </a:ext>
                  </a:extLst>
                </p14:cNvPr>
                <p14:cNvContentPartPr/>
                <p14:nvPr/>
              </p14:nvContentPartPr>
              <p14:xfrm>
                <a:off x="9829904" y="376215"/>
                <a:ext cx="48960" cy="8964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7865D208-664C-B661-68F5-5461C8B97215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9812264" y="358575"/>
                  <a:ext cx="8460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0F1E962E-A65B-2F67-9EC7-46FB32C281E8}"/>
                    </a:ext>
                  </a:extLst>
                </p14:cNvPr>
                <p14:cNvContentPartPr/>
                <p14:nvPr/>
              </p14:nvContentPartPr>
              <p14:xfrm>
                <a:off x="9829184" y="292695"/>
                <a:ext cx="15120" cy="2520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0F1E962E-A65B-2F67-9EC7-46FB32C281E8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9811184" y="274695"/>
                  <a:ext cx="5076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E8138390-001E-6587-110D-C452869B5F01}"/>
                    </a:ext>
                  </a:extLst>
                </p14:cNvPr>
                <p14:cNvContentPartPr/>
                <p14:nvPr/>
              </p14:nvContentPartPr>
              <p14:xfrm>
                <a:off x="9933944" y="232215"/>
                <a:ext cx="61920" cy="18216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E8138390-001E-6587-110D-C452869B5F01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9916304" y="214215"/>
                  <a:ext cx="9756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9D01B758-A91D-9393-E30D-216118621CB2}"/>
                    </a:ext>
                  </a:extLst>
                </p14:cNvPr>
                <p14:cNvContentPartPr/>
                <p14:nvPr/>
              </p14:nvContentPartPr>
              <p14:xfrm>
                <a:off x="9959504" y="335535"/>
                <a:ext cx="190080" cy="5904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9D01B758-A91D-9393-E30D-216118621CB2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9941864" y="317535"/>
                  <a:ext cx="22572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7FDA9A0B-2156-4E0B-94C7-E5DB879D5E8D}"/>
                    </a:ext>
                  </a:extLst>
                </p14:cNvPr>
                <p14:cNvContentPartPr/>
                <p14:nvPr/>
              </p14:nvContentPartPr>
              <p14:xfrm>
                <a:off x="10086584" y="217095"/>
                <a:ext cx="19440" cy="3528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7FDA9A0B-2156-4E0B-94C7-E5DB879D5E8D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0068944" y="199455"/>
                  <a:ext cx="5508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9CF2009C-051A-481F-001F-7F0A20A9DE45}"/>
                    </a:ext>
                  </a:extLst>
                </p14:cNvPr>
                <p14:cNvContentPartPr/>
                <p14:nvPr/>
              </p14:nvContentPartPr>
              <p14:xfrm>
                <a:off x="10201424" y="221775"/>
                <a:ext cx="100800" cy="10548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9CF2009C-051A-481F-001F-7F0A20A9DE45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10183784" y="204135"/>
                  <a:ext cx="13644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A6D07775-B712-5B78-B681-35CF396A5F00}"/>
                    </a:ext>
                  </a:extLst>
                </p14:cNvPr>
                <p14:cNvContentPartPr/>
                <p14:nvPr/>
              </p14:nvContentPartPr>
              <p14:xfrm>
                <a:off x="10348664" y="222135"/>
                <a:ext cx="46800" cy="7092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A6D07775-B712-5B78-B681-35CF396A5F00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10330664" y="204495"/>
                  <a:ext cx="8244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6CFBA27C-45AA-D9B0-665F-8E724839295F}"/>
                    </a:ext>
                  </a:extLst>
                </p14:cNvPr>
                <p14:cNvContentPartPr/>
                <p14:nvPr/>
              </p14:nvContentPartPr>
              <p14:xfrm>
                <a:off x="10451624" y="75255"/>
                <a:ext cx="162720" cy="30132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6CFBA27C-45AA-D9B0-665F-8E724839295F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0433624" y="57615"/>
                  <a:ext cx="198360" cy="33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5801861D-C353-76F3-B6EC-9AAB99CBA0FD}"/>
                    </a:ext>
                  </a:extLst>
                </p14:cNvPr>
                <p14:cNvContentPartPr/>
                <p14:nvPr/>
              </p14:nvContentPartPr>
              <p14:xfrm>
                <a:off x="9747824" y="685815"/>
                <a:ext cx="100080" cy="18900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5801861D-C353-76F3-B6EC-9AAB99CBA0FD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9730184" y="667815"/>
                  <a:ext cx="13572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AA15E87C-55EE-EC08-1E0F-51A7F871067F}"/>
                    </a:ext>
                  </a:extLst>
                </p14:cNvPr>
                <p14:cNvContentPartPr/>
                <p14:nvPr/>
              </p14:nvContentPartPr>
              <p14:xfrm>
                <a:off x="9740264" y="710655"/>
                <a:ext cx="348480" cy="10836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AA15E87C-55EE-EC08-1E0F-51A7F871067F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9722624" y="693015"/>
                  <a:ext cx="38412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0C61DFFD-7778-15A5-8CD2-7E3767E8F2D8}"/>
                    </a:ext>
                  </a:extLst>
                </p14:cNvPr>
                <p14:cNvContentPartPr/>
                <p14:nvPr/>
              </p14:nvContentPartPr>
              <p14:xfrm>
                <a:off x="10162904" y="615615"/>
                <a:ext cx="68040" cy="9864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0C61DFFD-7778-15A5-8CD2-7E3767E8F2D8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0144904" y="597615"/>
                  <a:ext cx="10368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65BE90A8-73D4-BDCB-5219-0D6AA6630CC5}"/>
                    </a:ext>
                  </a:extLst>
                </p14:cNvPr>
                <p14:cNvContentPartPr/>
                <p14:nvPr/>
              </p14:nvContentPartPr>
              <p14:xfrm>
                <a:off x="10301144" y="573495"/>
                <a:ext cx="162000" cy="7740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65BE90A8-73D4-BDCB-5219-0D6AA6630CC5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0283144" y="555855"/>
                  <a:ext cx="19764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43EA469B-9F0C-3B05-D68E-8C0E7B3C02F4}"/>
                    </a:ext>
                  </a:extLst>
                </p14:cNvPr>
                <p14:cNvContentPartPr/>
                <p14:nvPr/>
              </p14:nvContentPartPr>
              <p14:xfrm>
                <a:off x="10333544" y="853935"/>
                <a:ext cx="143640" cy="11304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43EA469B-9F0C-3B05-D68E-8C0E7B3C02F4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0315544" y="835935"/>
                  <a:ext cx="17928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0234C7DD-D7AC-BA35-2093-73CD25F80EA6}"/>
                    </a:ext>
                  </a:extLst>
                </p14:cNvPr>
                <p14:cNvContentPartPr/>
                <p14:nvPr/>
              </p14:nvContentPartPr>
              <p14:xfrm>
                <a:off x="10520024" y="786975"/>
                <a:ext cx="166320" cy="11592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0234C7DD-D7AC-BA35-2093-73CD25F80EA6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10502024" y="768975"/>
                  <a:ext cx="201960" cy="1515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026947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5" name="Text Box 3">
            <a:extLst>
              <a:ext uri="{FF2B5EF4-FFF2-40B4-BE49-F238E27FC236}">
                <a16:creationId xmlns:a16="http://schemas.microsoft.com/office/drawing/2014/main" id="{DC8AD9EB-4D16-F2D8-DB3F-E5A8846C20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838200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dirty="0">
                <a:solidFill>
                  <a:srgbClr val="991B1E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Introduction to the MOSFET</a:t>
            </a:r>
          </a:p>
        </p:txBody>
      </p:sp>
      <p:sp>
        <p:nvSpPr>
          <p:cNvPr id="23556" name="Text Box 4">
            <a:extLst>
              <a:ext uri="{FF2B5EF4-FFF2-40B4-BE49-F238E27FC236}">
                <a16:creationId xmlns:a16="http://schemas.microsoft.com/office/drawing/2014/main" id="{674EDF4A-9065-C7BA-2217-E57281048C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65926" y="1585913"/>
            <a:ext cx="473075" cy="3365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1600" b="1" i="1"/>
          </a:p>
        </p:txBody>
      </p:sp>
      <p:sp>
        <p:nvSpPr>
          <p:cNvPr id="23557" name="Text Box 5">
            <a:extLst>
              <a:ext uri="{FF2B5EF4-FFF2-40B4-BE49-F238E27FC236}">
                <a16:creationId xmlns:a16="http://schemas.microsoft.com/office/drawing/2014/main" id="{3EC43C70-5ED6-9F50-A524-283C93951F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99125" y="1233489"/>
            <a:ext cx="184150" cy="3968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000" b="1" i="1"/>
          </a:p>
        </p:txBody>
      </p:sp>
      <p:sp>
        <p:nvSpPr>
          <p:cNvPr id="23558" name="Text Box 6">
            <a:extLst>
              <a:ext uri="{FF2B5EF4-FFF2-40B4-BE49-F238E27FC236}">
                <a16:creationId xmlns:a16="http://schemas.microsoft.com/office/drawing/2014/main" id="{079F5BF2-25BD-8CCC-5138-F7AA78DCB9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29000" y="1219201"/>
            <a:ext cx="184150" cy="3968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000" b="1" i="1"/>
          </a:p>
        </p:txBody>
      </p:sp>
      <p:graphicFrame>
        <p:nvGraphicFramePr>
          <p:cNvPr id="23559" name="Object 7">
            <a:extLst>
              <a:ext uri="{FF2B5EF4-FFF2-40B4-BE49-F238E27FC236}">
                <a16:creationId xmlns:a16="http://schemas.microsoft.com/office/drawing/2014/main" id="{0E8791F0-FDAC-FA8B-C5CC-C5956252240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667001" y="2057401"/>
          <a:ext cx="6881813" cy="3559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Bitmap Image" r:id="rId2" imgW="6881456" imgH="3558848" progId="Paint.Picture">
                  <p:embed/>
                </p:oleObj>
              </mc:Choice>
              <mc:Fallback>
                <p:oleObj name="Bitmap Image" r:id="rId2" imgW="6881456" imgH="3558848" progId="Paint.Picture">
                  <p:embed/>
                  <p:pic>
                    <p:nvPicPr>
                      <p:cNvPr id="23559" name="Object 7">
                        <a:extLst>
                          <a:ext uri="{FF2B5EF4-FFF2-40B4-BE49-F238E27FC236}">
                            <a16:creationId xmlns:a16="http://schemas.microsoft.com/office/drawing/2014/main" id="{0E8791F0-FDAC-FA8B-C5CC-C5956252240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67001" y="2057401"/>
                        <a:ext cx="6881813" cy="35591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560" name="Text Box 8">
            <a:extLst>
              <a:ext uri="{FF2B5EF4-FFF2-40B4-BE49-F238E27FC236}">
                <a16:creationId xmlns:a16="http://schemas.microsoft.com/office/drawing/2014/main" id="{D774AE73-944C-9541-8B9F-841DC6E2C1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371600"/>
            <a:ext cx="8382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/>
              <a:t>Basic MOSFET structure and IV characteristics</a:t>
            </a:r>
            <a:endParaRPr lang="en-US" altLang="en-US" sz="2400" i="1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5A30ABB-5EFC-2EA8-3B1E-5E71BBB0B89F}"/>
              </a:ext>
            </a:extLst>
          </p:cNvPr>
          <p:cNvGrpSpPr/>
          <p:nvPr/>
        </p:nvGrpSpPr>
        <p:grpSpPr>
          <a:xfrm>
            <a:off x="10016744" y="1895346"/>
            <a:ext cx="1634040" cy="1974960"/>
            <a:chOff x="10016744" y="1895346"/>
            <a:chExt cx="1634040" cy="1974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B458A031-86BC-99C4-7523-E82C5927A41F}"/>
                    </a:ext>
                  </a:extLst>
                </p14:cNvPr>
                <p14:cNvContentPartPr/>
                <p14:nvPr/>
              </p14:nvContentPartPr>
              <p14:xfrm>
                <a:off x="10094144" y="2321946"/>
                <a:ext cx="84240" cy="145980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B458A031-86BC-99C4-7523-E82C5927A41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076144" y="2303946"/>
                  <a:ext cx="119880" cy="149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D133CC6D-58CB-A2AF-DF87-7ABF5399904A}"/>
                    </a:ext>
                  </a:extLst>
                </p14:cNvPr>
                <p14:cNvContentPartPr/>
                <p14:nvPr/>
              </p14:nvContentPartPr>
              <p14:xfrm>
                <a:off x="10082264" y="3727386"/>
                <a:ext cx="1563840" cy="550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D133CC6D-58CB-A2AF-DF87-7ABF5399904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064624" y="3709386"/>
                  <a:ext cx="159948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6D8F8878-A0C0-2D69-030F-8F7E82B4CDE1}"/>
                    </a:ext>
                  </a:extLst>
                </p14:cNvPr>
                <p14:cNvContentPartPr/>
                <p14:nvPr/>
              </p14:nvContentPartPr>
              <p14:xfrm>
                <a:off x="11556104" y="3667986"/>
                <a:ext cx="94680" cy="2023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6D8F8878-A0C0-2D69-030F-8F7E82B4CDE1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1538464" y="3649986"/>
                  <a:ext cx="13032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B2AA5BD3-C7BE-5AF5-A376-C06051312195}"/>
                    </a:ext>
                  </a:extLst>
                </p14:cNvPr>
                <p14:cNvContentPartPr/>
                <p14:nvPr/>
              </p14:nvContentPartPr>
              <p14:xfrm>
                <a:off x="10102424" y="1955106"/>
                <a:ext cx="16560" cy="3920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B2AA5BD3-C7BE-5AF5-A376-C0605131219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084784" y="1937106"/>
                  <a:ext cx="52200" cy="42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06A4BB3-0552-49FF-F937-051E1F3F648E}"/>
                    </a:ext>
                  </a:extLst>
                </p14:cNvPr>
                <p14:cNvContentPartPr/>
                <p14:nvPr/>
              </p14:nvContentPartPr>
              <p14:xfrm>
                <a:off x="10016744" y="1895346"/>
                <a:ext cx="159840" cy="1220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06A4BB3-0552-49FF-F937-051E1F3F648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999104" y="1877706"/>
                  <a:ext cx="195480" cy="15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324CCA3-CD2F-A8EE-F50C-66A7D3A619B6}"/>
              </a:ext>
            </a:extLst>
          </p:cNvPr>
          <p:cNvGrpSpPr/>
          <p:nvPr/>
        </p:nvGrpSpPr>
        <p:grpSpPr>
          <a:xfrm>
            <a:off x="10584104" y="3980826"/>
            <a:ext cx="626040" cy="526680"/>
            <a:chOff x="10584104" y="3980826"/>
            <a:chExt cx="626040" cy="526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55B47BD-57C6-B949-5804-4E3B409DCB2D}"/>
                    </a:ext>
                  </a:extLst>
                </p14:cNvPr>
                <p14:cNvContentPartPr/>
                <p14:nvPr/>
              </p14:nvContentPartPr>
              <p14:xfrm>
                <a:off x="10584104" y="3980826"/>
                <a:ext cx="214920" cy="2818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55B47BD-57C6-B949-5804-4E3B409DCB2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0566464" y="3963186"/>
                  <a:ext cx="25056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685AC3F-8923-E689-7267-4DD514E68523}"/>
                    </a:ext>
                  </a:extLst>
                </p14:cNvPr>
                <p14:cNvContentPartPr/>
                <p14:nvPr/>
              </p14:nvContentPartPr>
              <p14:xfrm>
                <a:off x="10866704" y="4313826"/>
                <a:ext cx="47880" cy="1936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685AC3F-8923-E689-7267-4DD514E6852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849064" y="4296186"/>
                  <a:ext cx="8352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D2C2BA9-B2FD-5859-00EA-315E74BE97D2}"/>
                    </a:ext>
                  </a:extLst>
                </p14:cNvPr>
                <p14:cNvContentPartPr/>
                <p14:nvPr/>
              </p14:nvContentPartPr>
              <p14:xfrm>
                <a:off x="10849784" y="4310586"/>
                <a:ext cx="186120" cy="1774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D2C2BA9-B2FD-5859-00EA-315E74BE97D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832144" y="4292946"/>
                  <a:ext cx="22176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92B70E6-A32E-0D0D-9530-5CE2BC2F549E}"/>
                    </a:ext>
                  </a:extLst>
                </p14:cNvPr>
                <p14:cNvContentPartPr/>
                <p14:nvPr/>
              </p14:nvContentPartPr>
              <p14:xfrm>
                <a:off x="11107544" y="4288266"/>
                <a:ext cx="102600" cy="1807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92B70E6-A32E-0D0D-9530-5CE2BC2F549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1089904" y="4270266"/>
                  <a:ext cx="138240" cy="21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A9497B8-E434-6C10-51B0-1037B201463D}"/>
              </a:ext>
            </a:extLst>
          </p:cNvPr>
          <p:cNvGrpSpPr/>
          <p:nvPr/>
        </p:nvGrpSpPr>
        <p:grpSpPr>
          <a:xfrm>
            <a:off x="9449024" y="2703906"/>
            <a:ext cx="624960" cy="343800"/>
            <a:chOff x="9449024" y="2703906"/>
            <a:chExt cx="624960" cy="34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6EB9543-8023-0D65-6240-36389146F36D}"/>
                    </a:ext>
                  </a:extLst>
                </p14:cNvPr>
                <p14:cNvContentPartPr/>
                <p14:nvPr/>
              </p14:nvContentPartPr>
              <p14:xfrm>
                <a:off x="9513824" y="2710026"/>
                <a:ext cx="141480" cy="3196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6EB9543-8023-0D65-6240-36389146F36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496184" y="2692386"/>
                  <a:ext cx="177120" cy="35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9007A05-604B-3450-4FA3-F329076AEF13}"/>
                    </a:ext>
                  </a:extLst>
                </p14:cNvPr>
                <p14:cNvContentPartPr/>
                <p14:nvPr/>
              </p14:nvContentPartPr>
              <p14:xfrm>
                <a:off x="9579344" y="2978226"/>
                <a:ext cx="90000" cy="244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9007A05-604B-3450-4FA3-F329076AEF13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561344" y="2960226"/>
                  <a:ext cx="12564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053E7A1-793D-1003-AC66-A06B3ED68285}"/>
                    </a:ext>
                  </a:extLst>
                </p14:cNvPr>
                <p14:cNvContentPartPr/>
                <p14:nvPr/>
              </p14:nvContentPartPr>
              <p14:xfrm>
                <a:off x="9755384" y="2892906"/>
                <a:ext cx="120960" cy="1548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053E7A1-793D-1003-AC66-A06B3ED6828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737384" y="2875266"/>
                  <a:ext cx="15660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2CA8B03D-B398-FC4C-04A8-7BE3EB6FB2D0}"/>
                    </a:ext>
                  </a:extLst>
                </p14:cNvPr>
                <p14:cNvContentPartPr/>
                <p14:nvPr/>
              </p14:nvContentPartPr>
              <p14:xfrm>
                <a:off x="9821984" y="2902986"/>
                <a:ext cx="90720" cy="1198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2CA8B03D-B398-FC4C-04A8-7BE3EB6FB2D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9803984" y="2884986"/>
                  <a:ext cx="12636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E1F413C-4D8D-7624-04D0-8B9970F83085}"/>
                    </a:ext>
                  </a:extLst>
                </p14:cNvPr>
                <p14:cNvContentPartPr/>
                <p14:nvPr/>
              </p14:nvContentPartPr>
              <p14:xfrm>
                <a:off x="9961304" y="2855826"/>
                <a:ext cx="112680" cy="1429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E1F413C-4D8D-7624-04D0-8B9970F8308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943304" y="2837826"/>
                  <a:ext cx="14832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4F1A58E-4286-CB9C-F42E-FA1E55FF811D}"/>
                    </a:ext>
                  </a:extLst>
                </p14:cNvPr>
                <p14:cNvContentPartPr/>
                <p14:nvPr/>
              </p14:nvContentPartPr>
              <p14:xfrm>
                <a:off x="9449024" y="2703906"/>
                <a:ext cx="115560" cy="42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4F1A58E-4286-CB9C-F42E-FA1E55FF811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431384" y="2685906"/>
                  <a:ext cx="151200" cy="7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069E2089-601F-9FE0-2978-DE117E28C0A8}"/>
              </a:ext>
            </a:extLst>
          </p:cNvPr>
          <p:cNvGrpSpPr/>
          <p:nvPr/>
        </p:nvGrpSpPr>
        <p:grpSpPr>
          <a:xfrm>
            <a:off x="817664" y="1039626"/>
            <a:ext cx="599040" cy="651240"/>
            <a:chOff x="817664" y="1039626"/>
            <a:chExt cx="599040" cy="651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EF686044-68C9-A44E-4DD7-14D167B3B4A8}"/>
                    </a:ext>
                  </a:extLst>
                </p14:cNvPr>
                <p14:cNvContentPartPr/>
                <p14:nvPr/>
              </p14:nvContentPartPr>
              <p14:xfrm>
                <a:off x="909464" y="1054026"/>
                <a:ext cx="58320" cy="5119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EF686044-68C9-A44E-4DD7-14D167B3B4A8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91464" y="1036386"/>
                  <a:ext cx="93960" cy="54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1B1CC27-1AA2-84AE-C35C-DAE4C48E2C0B}"/>
                    </a:ext>
                  </a:extLst>
                </p14:cNvPr>
                <p14:cNvContentPartPr/>
                <p14:nvPr/>
              </p14:nvContentPartPr>
              <p14:xfrm>
                <a:off x="817664" y="1573866"/>
                <a:ext cx="218880" cy="262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1B1CC27-1AA2-84AE-C35C-DAE4C48E2C0B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99664" y="1556226"/>
                  <a:ext cx="25452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8588435E-7AD3-37DD-7BB6-86088F41B1DA}"/>
                    </a:ext>
                  </a:extLst>
                </p14:cNvPr>
                <p14:cNvContentPartPr/>
                <p14:nvPr/>
              </p14:nvContentPartPr>
              <p14:xfrm>
                <a:off x="1116824" y="1528506"/>
                <a:ext cx="25200" cy="1623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8588435E-7AD3-37DD-7BB6-86088F41B1D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98824" y="1510506"/>
                  <a:ext cx="6084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E319D86-CF52-4030-8645-244C5FCA56D6}"/>
                    </a:ext>
                  </a:extLst>
                </p14:cNvPr>
                <p14:cNvContentPartPr/>
                <p14:nvPr/>
              </p14:nvContentPartPr>
              <p14:xfrm>
                <a:off x="1139864" y="1535706"/>
                <a:ext cx="90720" cy="1299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E319D86-CF52-4030-8645-244C5FCA56D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122224" y="1518066"/>
                  <a:ext cx="12636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D81C1858-D4FD-12DB-6522-B3E0457C8710}"/>
                    </a:ext>
                  </a:extLst>
                </p14:cNvPr>
                <p14:cNvContentPartPr/>
                <p14:nvPr/>
              </p14:nvContentPartPr>
              <p14:xfrm>
                <a:off x="1337504" y="1538226"/>
                <a:ext cx="79200" cy="1339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D81C1858-D4FD-12DB-6522-B3E0457C871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319864" y="1520586"/>
                  <a:ext cx="11484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2DBE1A8-3FC6-EBC1-219A-0561E751E1AF}"/>
                    </a:ext>
                  </a:extLst>
                </p14:cNvPr>
                <p14:cNvContentPartPr/>
                <p14:nvPr/>
              </p14:nvContentPartPr>
              <p14:xfrm>
                <a:off x="855464" y="1039626"/>
                <a:ext cx="114120" cy="428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2DBE1A8-3FC6-EBC1-219A-0561E751E1AF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37464" y="1021626"/>
                  <a:ext cx="149760" cy="7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D7B6277-6FD7-AC4E-5812-F9343A46A214}"/>
              </a:ext>
            </a:extLst>
          </p:cNvPr>
          <p:cNvGrpSpPr/>
          <p:nvPr/>
        </p:nvGrpSpPr>
        <p:grpSpPr>
          <a:xfrm>
            <a:off x="405824" y="2009466"/>
            <a:ext cx="1137960" cy="456480"/>
            <a:chOff x="405824" y="2009466"/>
            <a:chExt cx="1137960" cy="45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7FA608D-812D-D0F4-DABF-5271FC636BB4}"/>
                    </a:ext>
                  </a:extLst>
                </p14:cNvPr>
                <p14:cNvContentPartPr/>
                <p14:nvPr/>
              </p14:nvContentPartPr>
              <p14:xfrm>
                <a:off x="405824" y="2270826"/>
                <a:ext cx="122400" cy="1951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7FA608D-812D-D0F4-DABF-5271FC636BB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88184" y="2252826"/>
                  <a:ext cx="15804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973FCB9-318C-DC59-805F-F03430E0AE45}"/>
                    </a:ext>
                  </a:extLst>
                </p14:cNvPr>
                <p14:cNvContentPartPr/>
                <p14:nvPr/>
              </p14:nvContentPartPr>
              <p14:xfrm>
                <a:off x="597344" y="2306826"/>
                <a:ext cx="62640" cy="1303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973FCB9-318C-DC59-805F-F03430E0AE4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79344" y="2288826"/>
                  <a:ext cx="9828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6FE9722-11E4-DBC8-66D0-06E00CBE0233}"/>
                    </a:ext>
                  </a:extLst>
                </p14:cNvPr>
                <p14:cNvContentPartPr/>
                <p14:nvPr/>
              </p14:nvContentPartPr>
              <p14:xfrm>
                <a:off x="707504" y="2324826"/>
                <a:ext cx="5760" cy="3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6FE9722-11E4-DBC8-66D0-06E00CBE0233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89864" y="2307186"/>
                  <a:ext cx="414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94198B4-F52F-AB1B-0F52-B77304C64E0C}"/>
                    </a:ext>
                  </a:extLst>
                </p14:cNvPr>
                <p14:cNvContentPartPr/>
                <p14:nvPr/>
              </p14:nvContentPartPr>
              <p14:xfrm>
                <a:off x="669344" y="2336346"/>
                <a:ext cx="56520" cy="590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94198B4-F52F-AB1B-0F52-B77304C64E0C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51704" y="2318346"/>
                  <a:ext cx="9216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6E3CC7E-1B07-62A9-7644-CEF1C73F1481}"/>
                    </a:ext>
                  </a:extLst>
                </p14:cNvPr>
                <p14:cNvContentPartPr/>
                <p14:nvPr/>
              </p14:nvContentPartPr>
              <p14:xfrm>
                <a:off x="719744" y="2305386"/>
                <a:ext cx="24840" cy="972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6E3CC7E-1B07-62A9-7644-CEF1C73F148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02104" y="2287746"/>
                  <a:ext cx="604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BCEA308-3334-6881-A970-198230FB729E}"/>
                    </a:ext>
                  </a:extLst>
                </p14:cNvPr>
                <p14:cNvContentPartPr/>
                <p14:nvPr/>
              </p14:nvContentPartPr>
              <p14:xfrm>
                <a:off x="803264" y="2243466"/>
                <a:ext cx="101880" cy="1260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BCEA308-3334-6881-A970-198230FB729E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85264" y="2225826"/>
                  <a:ext cx="13752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12FD586-06C3-0899-54B4-4EFB25034E85}"/>
                    </a:ext>
                  </a:extLst>
                </p14:cNvPr>
                <p14:cNvContentPartPr/>
                <p14:nvPr/>
              </p14:nvContentPartPr>
              <p14:xfrm>
                <a:off x="954824" y="2248506"/>
                <a:ext cx="76680" cy="939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12FD586-06C3-0899-54B4-4EFB25034E8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36824" y="2230866"/>
                  <a:ext cx="11232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02433DD-CC50-739F-8EAF-C0FAD47DC3D2}"/>
                    </a:ext>
                  </a:extLst>
                </p14:cNvPr>
                <p14:cNvContentPartPr/>
                <p14:nvPr/>
              </p14:nvContentPartPr>
              <p14:xfrm>
                <a:off x="1046984" y="2221146"/>
                <a:ext cx="360" cy="3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02433DD-CC50-739F-8EAF-C0FAD47DC3D2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28984" y="2203506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9202C5C0-2163-DF0E-821D-FB26B5B1803C}"/>
                    </a:ext>
                  </a:extLst>
                </p14:cNvPr>
                <p14:cNvContentPartPr/>
                <p14:nvPr/>
              </p14:nvContentPartPr>
              <p14:xfrm>
                <a:off x="1106024" y="2148066"/>
                <a:ext cx="254880" cy="1346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9202C5C0-2163-DF0E-821D-FB26B5B1803C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88024" y="2130066"/>
                  <a:ext cx="29052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10C14251-A811-9CDD-8817-EA52D7F4EE3F}"/>
                    </a:ext>
                  </a:extLst>
                </p14:cNvPr>
                <p14:cNvContentPartPr/>
                <p14:nvPr/>
              </p14:nvContentPartPr>
              <p14:xfrm>
                <a:off x="1440104" y="2009466"/>
                <a:ext cx="81000" cy="1724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10C14251-A811-9CDD-8817-EA52D7F4EE3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422464" y="1991826"/>
                  <a:ext cx="11664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A51EFADB-A2BA-B23C-9ACB-844941A2FA66}"/>
                    </a:ext>
                  </a:extLst>
                </p14:cNvPr>
                <p14:cNvContentPartPr/>
                <p14:nvPr/>
              </p14:nvContentPartPr>
              <p14:xfrm>
                <a:off x="1467104" y="2101986"/>
                <a:ext cx="76680" cy="414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A51EFADB-A2BA-B23C-9ACB-844941A2FA6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449104" y="2083986"/>
                  <a:ext cx="112320" cy="77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D798123F-6A8A-E4F7-8101-B8A8C8A5A025}"/>
              </a:ext>
            </a:extLst>
          </p:cNvPr>
          <p:cNvGrpSpPr/>
          <p:nvPr/>
        </p:nvGrpSpPr>
        <p:grpSpPr>
          <a:xfrm>
            <a:off x="1814504" y="1886346"/>
            <a:ext cx="739440" cy="300600"/>
            <a:chOff x="1814504" y="1886346"/>
            <a:chExt cx="739440" cy="300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64F715E-F988-8F1A-3A95-881C9BA7A9AB}"/>
                    </a:ext>
                  </a:extLst>
                </p14:cNvPr>
                <p14:cNvContentPartPr/>
                <p14:nvPr/>
              </p14:nvContentPartPr>
              <p14:xfrm>
                <a:off x="1814504" y="2014866"/>
                <a:ext cx="113400" cy="1720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64F715E-F988-8F1A-3A95-881C9BA7A9A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796504" y="1997226"/>
                  <a:ext cx="14904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8456E5C-C65A-623E-72D1-689AE075C4D5}"/>
                    </a:ext>
                  </a:extLst>
                </p14:cNvPr>
                <p14:cNvContentPartPr/>
                <p14:nvPr/>
              </p14:nvContentPartPr>
              <p14:xfrm>
                <a:off x="2001344" y="2002266"/>
                <a:ext cx="73800" cy="1054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8456E5C-C65A-623E-72D1-689AE075C4D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983344" y="1984266"/>
                  <a:ext cx="10944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47FCA57-6FCC-C076-5DF7-1348404AE079}"/>
                    </a:ext>
                  </a:extLst>
                </p14:cNvPr>
                <p14:cNvContentPartPr/>
                <p14:nvPr/>
              </p14:nvContentPartPr>
              <p14:xfrm>
                <a:off x="2140664" y="1995786"/>
                <a:ext cx="27360" cy="561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47FCA57-6FCC-C076-5DF7-1348404AE07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122664" y="1978146"/>
                  <a:ext cx="6300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01F3BDAF-6C82-DF63-6CF6-E6B69A83D3C3}"/>
                    </a:ext>
                  </a:extLst>
                </p14:cNvPr>
                <p14:cNvContentPartPr/>
                <p14:nvPr/>
              </p14:nvContentPartPr>
              <p14:xfrm>
                <a:off x="2112944" y="1886346"/>
                <a:ext cx="6840" cy="93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01F3BDAF-6C82-DF63-6CF6-E6B69A83D3C3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094944" y="1868706"/>
                  <a:ext cx="4248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7AF0654-0659-145C-B75B-F49F8C9F0FA8}"/>
                    </a:ext>
                  </a:extLst>
                </p14:cNvPr>
                <p14:cNvContentPartPr/>
                <p14:nvPr/>
              </p14:nvContentPartPr>
              <p14:xfrm>
                <a:off x="2268824" y="1927026"/>
                <a:ext cx="92520" cy="853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7AF0654-0659-145C-B75B-F49F8C9F0FA8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250824" y="1909386"/>
                  <a:ext cx="12816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41244FC-1858-E955-A78A-0A864BC16442}"/>
                    </a:ext>
                  </a:extLst>
                </p14:cNvPr>
                <p14:cNvContentPartPr/>
                <p14:nvPr/>
              </p14:nvContentPartPr>
              <p14:xfrm>
                <a:off x="2439464" y="1888146"/>
                <a:ext cx="114480" cy="2520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41244FC-1858-E955-A78A-0A864BC16442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421464" y="1870146"/>
                  <a:ext cx="150120" cy="287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17B5FA0-DA46-9EF8-FEEA-66122047B52D}"/>
              </a:ext>
            </a:extLst>
          </p:cNvPr>
          <p:cNvGrpSpPr/>
          <p:nvPr/>
        </p:nvGrpSpPr>
        <p:grpSpPr>
          <a:xfrm>
            <a:off x="811184" y="2685906"/>
            <a:ext cx="638640" cy="243360"/>
            <a:chOff x="811184" y="2685906"/>
            <a:chExt cx="638640" cy="243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7A7990E-C7A3-8D46-E9BC-86C3BFE3FA88}"/>
                    </a:ext>
                  </a:extLst>
                </p14:cNvPr>
                <p14:cNvContentPartPr/>
                <p14:nvPr/>
              </p14:nvContentPartPr>
              <p14:xfrm>
                <a:off x="811184" y="2697426"/>
                <a:ext cx="101880" cy="2318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7A7990E-C7A3-8D46-E9BC-86C3BFE3FA8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93544" y="2679426"/>
                  <a:ext cx="13752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4EA3FAE-BB51-9565-7434-18E487CE9261}"/>
                    </a:ext>
                  </a:extLst>
                </p14:cNvPr>
                <p14:cNvContentPartPr/>
                <p14:nvPr/>
              </p14:nvContentPartPr>
              <p14:xfrm>
                <a:off x="828464" y="2791026"/>
                <a:ext cx="125280" cy="903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4EA3FAE-BB51-9565-7434-18E487CE9261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10824" y="2773026"/>
                  <a:ext cx="1609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5FE4E501-E71C-E1AC-BAC0-2AEA77C6EED5}"/>
                    </a:ext>
                  </a:extLst>
                </p14:cNvPr>
                <p14:cNvContentPartPr/>
                <p14:nvPr/>
              </p14:nvContentPartPr>
              <p14:xfrm>
                <a:off x="983264" y="2787426"/>
                <a:ext cx="49320" cy="84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5FE4E501-E71C-E1AC-BAC0-2AEA77C6EED5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65264" y="2769786"/>
                  <a:ext cx="8496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B15F8F2D-39AE-B426-6324-C92600F0543A}"/>
                    </a:ext>
                  </a:extLst>
                </p14:cNvPr>
                <p14:cNvContentPartPr/>
                <p14:nvPr/>
              </p14:nvContentPartPr>
              <p14:xfrm>
                <a:off x="1077584" y="2774106"/>
                <a:ext cx="19800" cy="82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B15F8F2D-39AE-B426-6324-C92600F0543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59944" y="2756466"/>
                  <a:ext cx="5544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0E2D7B0-0352-405C-B81E-8513587370AA}"/>
                    </a:ext>
                  </a:extLst>
                </p14:cNvPr>
                <p14:cNvContentPartPr/>
                <p14:nvPr/>
              </p14:nvContentPartPr>
              <p14:xfrm>
                <a:off x="991184" y="2737386"/>
                <a:ext cx="130320" cy="1501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0E2D7B0-0352-405C-B81E-8513587370A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73544" y="2719746"/>
                  <a:ext cx="16596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A6C12EA9-8E91-98C3-DE6D-5D903C45242B}"/>
                    </a:ext>
                  </a:extLst>
                </p14:cNvPr>
                <p14:cNvContentPartPr/>
                <p14:nvPr/>
              </p14:nvContentPartPr>
              <p14:xfrm>
                <a:off x="1176584" y="2741706"/>
                <a:ext cx="50400" cy="536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A6C12EA9-8E91-98C3-DE6D-5D903C45242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158944" y="2724066"/>
                  <a:ext cx="8604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82CF1B51-C519-F1A2-10A7-DB796D2ACCB9}"/>
                    </a:ext>
                  </a:extLst>
                </p14:cNvPr>
                <p14:cNvContentPartPr/>
                <p14:nvPr/>
              </p14:nvContentPartPr>
              <p14:xfrm>
                <a:off x="1267304" y="2685906"/>
                <a:ext cx="182520" cy="921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82CF1B51-C519-F1A2-10A7-DB796D2ACCB9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249664" y="2667906"/>
                  <a:ext cx="218160" cy="12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564" name="Group 23563">
            <a:extLst>
              <a:ext uri="{FF2B5EF4-FFF2-40B4-BE49-F238E27FC236}">
                <a16:creationId xmlns:a16="http://schemas.microsoft.com/office/drawing/2014/main" id="{B69F563C-76A2-68CB-5F81-ADF33C6BA62E}"/>
              </a:ext>
            </a:extLst>
          </p:cNvPr>
          <p:cNvGrpSpPr/>
          <p:nvPr/>
        </p:nvGrpSpPr>
        <p:grpSpPr>
          <a:xfrm>
            <a:off x="1718384" y="2384946"/>
            <a:ext cx="765360" cy="306360"/>
            <a:chOff x="1718384" y="2384946"/>
            <a:chExt cx="765360" cy="306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F70295A8-E852-871E-E9BB-EB49E37F5BD2}"/>
                    </a:ext>
                  </a:extLst>
                </p14:cNvPr>
                <p14:cNvContentPartPr/>
                <p14:nvPr/>
              </p14:nvContentPartPr>
              <p14:xfrm>
                <a:off x="1718384" y="2480346"/>
                <a:ext cx="138960" cy="2109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F70295A8-E852-871E-E9BB-EB49E37F5BD2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700744" y="2462346"/>
                  <a:ext cx="17460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F803034-9839-325A-1D5D-FE40AEC7E1BB}"/>
                    </a:ext>
                  </a:extLst>
                </p14:cNvPr>
                <p14:cNvContentPartPr/>
                <p14:nvPr/>
              </p14:nvContentPartPr>
              <p14:xfrm>
                <a:off x="1915664" y="2514906"/>
                <a:ext cx="54720" cy="874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F803034-9839-325A-1D5D-FE40AEC7E1BB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898024" y="2497266"/>
                  <a:ext cx="9036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721C1C9E-FD07-9EBF-7ED8-6FF5572FE079}"/>
                    </a:ext>
                  </a:extLst>
                </p14:cNvPr>
                <p14:cNvContentPartPr/>
                <p14:nvPr/>
              </p14:nvContentPartPr>
              <p14:xfrm>
                <a:off x="2069744" y="2477466"/>
                <a:ext cx="168840" cy="828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721C1C9E-FD07-9EBF-7ED8-6FF5572FE079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051744" y="2459466"/>
                  <a:ext cx="20448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9D41A62-67A3-1812-E78A-18AA37E90E51}"/>
                    </a:ext>
                  </a:extLst>
                </p14:cNvPr>
                <p14:cNvContentPartPr/>
                <p14:nvPr/>
              </p14:nvContentPartPr>
              <p14:xfrm>
                <a:off x="2169104" y="2384946"/>
                <a:ext cx="23040" cy="68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C9D41A62-67A3-1812-E78A-18AA37E90E51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151464" y="2366946"/>
                  <a:ext cx="5868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A80BEB99-02FB-657F-0E4C-915FA80CB5F6}"/>
                    </a:ext>
                  </a:extLst>
                </p14:cNvPr>
                <p14:cNvContentPartPr/>
                <p14:nvPr/>
              </p14:nvContentPartPr>
              <p14:xfrm>
                <a:off x="2310584" y="2401146"/>
                <a:ext cx="173160" cy="871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A80BEB99-02FB-657F-0E4C-915FA80CB5F6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292584" y="2383146"/>
                  <a:ext cx="208800" cy="12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563" name="Group 23562">
            <a:extLst>
              <a:ext uri="{FF2B5EF4-FFF2-40B4-BE49-F238E27FC236}">
                <a16:creationId xmlns:a16="http://schemas.microsoft.com/office/drawing/2014/main" id="{C56D56D5-BAC7-BAF2-616B-56014A41B3F5}"/>
              </a:ext>
            </a:extLst>
          </p:cNvPr>
          <p:cNvGrpSpPr/>
          <p:nvPr/>
        </p:nvGrpSpPr>
        <p:grpSpPr>
          <a:xfrm>
            <a:off x="1199984" y="3084066"/>
            <a:ext cx="217080" cy="172080"/>
            <a:chOff x="1199984" y="3084066"/>
            <a:chExt cx="217080" cy="172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A37B89E-8238-34DF-BE47-CC150887ADA5}"/>
                    </a:ext>
                  </a:extLst>
                </p14:cNvPr>
                <p14:cNvContentPartPr/>
                <p14:nvPr/>
              </p14:nvContentPartPr>
              <p14:xfrm>
                <a:off x="1199984" y="3104946"/>
                <a:ext cx="27000" cy="478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A37B89E-8238-34DF-BE47-CC150887ADA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181984" y="3086946"/>
                  <a:ext cx="6264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152926FF-5CB6-EAE6-F64E-5964A5B90395}"/>
                    </a:ext>
                  </a:extLst>
                </p14:cNvPr>
                <p14:cNvContentPartPr/>
                <p14:nvPr/>
              </p14:nvContentPartPr>
              <p14:xfrm>
                <a:off x="1212944" y="3084066"/>
                <a:ext cx="75960" cy="1720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152926FF-5CB6-EAE6-F64E-5964A5B9039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194944" y="3066066"/>
                  <a:ext cx="11160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653FADE-A487-DB47-A616-3EB6EBA17054}"/>
                    </a:ext>
                  </a:extLst>
                </p14:cNvPr>
                <p14:cNvContentPartPr/>
                <p14:nvPr/>
              </p14:nvContentPartPr>
              <p14:xfrm>
                <a:off x="1206824" y="3109986"/>
                <a:ext cx="210240" cy="914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653FADE-A487-DB47-A616-3EB6EBA17054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188824" y="3092346"/>
                  <a:ext cx="245880" cy="127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23566" name="Ink 23565">
                <a:extLst>
                  <a:ext uri="{FF2B5EF4-FFF2-40B4-BE49-F238E27FC236}">
                    <a16:creationId xmlns:a16="http://schemas.microsoft.com/office/drawing/2014/main" id="{52D823BB-6A02-7D8C-E809-FC45B1631EE2}"/>
                  </a:ext>
                </a:extLst>
              </p14:cNvPr>
              <p14:cNvContentPartPr/>
              <p14:nvPr/>
            </p14:nvContentPartPr>
            <p14:xfrm>
              <a:off x="2552144" y="2747466"/>
              <a:ext cx="4320" cy="5400"/>
            </p14:xfrm>
          </p:contentPart>
        </mc:Choice>
        <mc:Fallback xmlns="">
          <p:pic>
            <p:nvPicPr>
              <p:cNvPr id="23566" name="Ink 23565">
                <a:extLst>
                  <a:ext uri="{FF2B5EF4-FFF2-40B4-BE49-F238E27FC236}">
                    <a16:creationId xmlns:a16="http://schemas.microsoft.com/office/drawing/2014/main" id="{52D823BB-6A02-7D8C-E809-FC45B1631EE2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2534144" y="2729466"/>
                <a:ext cx="39960" cy="41040"/>
              </a:xfrm>
              <a:prstGeom prst="rect">
                <a:avLst/>
              </a:prstGeom>
            </p:spPr>
          </p:pic>
        </mc:Fallback>
      </mc:AlternateContent>
      <p:grpSp>
        <p:nvGrpSpPr>
          <p:cNvPr id="23599" name="Group 23598">
            <a:extLst>
              <a:ext uri="{FF2B5EF4-FFF2-40B4-BE49-F238E27FC236}">
                <a16:creationId xmlns:a16="http://schemas.microsoft.com/office/drawing/2014/main" id="{E21E410A-364E-8681-9522-82C90DC0F6C6}"/>
              </a:ext>
            </a:extLst>
          </p:cNvPr>
          <p:cNvGrpSpPr/>
          <p:nvPr/>
        </p:nvGrpSpPr>
        <p:grpSpPr>
          <a:xfrm>
            <a:off x="1633424" y="2737746"/>
            <a:ext cx="972000" cy="378360"/>
            <a:chOff x="1633424" y="2737746"/>
            <a:chExt cx="972000" cy="378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23568" name="Ink 23567">
                  <a:extLst>
                    <a:ext uri="{FF2B5EF4-FFF2-40B4-BE49-F238E27FC236}">
                      <a16:creationId xmlns:a16="http://schemas.microsoft.com/office/drawing/2014/main" id="{467125A6-883D-5E35-8725-566CE51003F7}"/>
                    </a:ext>
                  </a:extLst>
                </p14:cNvPr>
                <p14:cNvContentPartPr/>
                <p14:nvPr/>
              </p14:nvContentPartPr>
              <p14:xfrm>
                <a:off x="1633424" y="2925306"/>
                <a:ext cx="120600" cy="190800"/>
              </p14:xfrm>
            </p:contentPart>
          </mc:Choice>
          <mc:Fallback xmlns="">
            <p:pic>
              <p:nvPicPr>
                <p:cNvPr id="23568" name="Ink 23567">
                  <a:extLst>
                    <a:ext uri="{FF2B5EF4-FFF2-40B4-BE49-F238E27FC236}">
                      <a16:creationId xmlns:a16="http://schemas.microsoft.com/office/drawing/2014/main" id="{467125A6-883D-5E35-8725-566CE51003F7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615424" y="2907306"/>
                  <a:ext cx="15624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23569" name="Ink 23568">
                  <a:extLst>
                    <a:ext uri="{FF2B5EF4-FFF2-40B4-BE49-F238E27FC236}">
                      <a16:creationId xmlns:a16="http://schemas.microsoft.com/office/drawing/2014/main" id="{0C9CDD69-A7DF-E223-BE62-1F195D4E6F28}"/>
                    </a:ext>
                  </a:extLst>
                </p14:cNvPr>
                <p14:cNvContentPartPr/>
                <p14:nvPr/>
              </p14:nvContentPartPr>
              <p14:xfrm>
                <a:off x="1827464" y="2975346"/>
                <a:ext cx="113400" cy="101880"/>
              </p14:xfrm>
            </p:contentPart>
          </mc:Choice>
          <mc:Fallback xmlns="">
            <p:pic>
              <p:nvPicPr>
                <p:cNvPr id="23569" name="Ink 23568">
                  <a:extLst>
                    <a:ext uri="{FF2B5EF4-FFF2-40B4-BE49-F238E27FC236}">
                      <a16:creationId xmlns:a16="http://schemas.microsoft.com/office/drawing/2014/main" id="{0C9CDD69-A7DF-E223-BE62-1F195D4E6F28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809824" y="2957706"/>
                  <a:ext cx="14904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23570" name="Ink 23569">
                  <a:extLst>
                    <a:ext uri="{FF2B5EF4-FFF2-40B4-BE49-F238E27FC236}">
                      <a16:creationId xmlns:a16="http://schemas.microsoft.com/office/drawing/2014/main" id="{FD6A87CE-EB3D-0121-2D1A-0FCD7FC6DCE8}"/>
                    </a:ext>
                  </a:extLst>
                </p14:cNvPr>
                <p14:cNvContentPartPr/>
                <p14:nvPr/>
              </p14:nvContentPartPr>
              <p14:xfrm>
                <a:off x="1997024" y="2908386"/>
                <a:ext cx="165240" cy="95400"/>
              </p14:xfrm>
            </p:contentPart>
          </mc:Choice>
          <mc:Fallback xmlns="">
            <p:pic>
              <p:nvPicPr>
                <p:cNvPr id="23570" name="Ink 23569">
                  <a:extLst>
                    <a:ext uri="{FF2B5EF4-FFF2-40B4-BE49-F238E27FC236}">
                      <a16:creationId xmlns:a16="http://schemas.microsoft.com/office/drawing/2014/main" id="{FD6A87CE-EB3D-0121-2D1A-0FCD7FC6DCE8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979024" y="2890386"/>
                  <a:ext cx="20088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23572" name="Ink 23571">
                  <a:extLst>
                    <a:ext uri="{FF2B5EF4-FFF2-40B4-BE49-F238E27FC236}">
                      <a16:creationId xmlns:a16="http://schemas.microsoft.com/office/drawing/2014/main" id="{BBF366AC-0CB1-B9F0-59B3-63F029F60406}"/>
                    </a:ext>
                  </a:extLst>
                </p14:cNvPr>
                <p14:cNvContentPartPr/>
                <p14:nvPr/>
              </p14:nvContentPartPr>
              <p14:xfrm>
                <a:off x="2224184" y="2829546"/>
                <a:ext cx="66960" cy="81360"/>
              </p14:xfrm>
            </p:contentPart>
          </mc:Choice>
          <mc:Fallback xmlns="">
            <p:pic>
              <p:nvPicPr>
                <p:cNvPr id="23572" name="Ink 23571">
                  <a:extLst>
                    <a:ext uri="{FF2B5EF4-FFF2-40B4-BE49-F238E27FC236}">
                      <a16:creationId xmlns:a16="http://schemas.microsoft.com/office/drawing/2014/main" id="{BBF366AC-0CB1-B9F0-59B3-63F029F60406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2206184" y="2811546"/>
                  <a:ext cx="10260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23573" name="Ink 23572">
                  <a:extLst>
                    <a:ext uri="{FF2B5EF4-FFF2-40B4-BE49-F238E27FC236}">
                      <a16:creationId xmlns:a16="http://schemas.microsoft.com/office/drawing/2014/main" id="{2E2CEA6C-1596-43EE-F590-5699C87EC2F4}"/>
                    </a:ext>
                  </a:extLst>
                </p14:cNvPr>
                <p14:cNvContentPartPr/>
                <p14:nvPr/>
              </p14:nvContentPartPr>
              <p14:xfrm>
                <a:off x="2363864" y="2772306"/>
                <a:ext cx="68040" cy="111960"/>
              </p14:xfrm>
            </p:contentPart>
          </mc:Choice>
          <mc:Fallback xmlns="">
            <p:pic>
              <p:nvPicPr>
                <p:cNvPr id="23573" name="Ink 23572">
                  <a:extLst>
                    <a:ext uri="{FF2B5EF4-FFF2-40B4-BE49-F238E27FC236}">
                      <a16:creationId xmlns:a16="http://schemas.microsoft.com/office/drawing/2014/main" id="{2E2CEA6C-1596-43EE-F590-5699C87EC2F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2345864" y="2754666"/>
                  <a:ext cx="10368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23574" name="Ink 23573">
                  <a:extLst>
                    <a:ext uri="{FF2B5EF4-FFF2-40B4-BE49-F238E27FC236}">
                      <a16:creationId xmlns:a16="http://schemas.microsoft.com/office/drawing/2014/main" id="{18F190AE-5AE5-9100-F690-A808F7FDCE17}"/>
                    </a:ext>
                  </a:extLst>
                </p14:cNvPr>
                <p14:cNvContentPartPr/>
                <p14:nvPr/>
              </p14:nvContentPartPr>
              <p14:xfrm>
                <a:off x="2503544" y="2737746"/>
                <a:ext cx="101880" cy="122040"/>
              </p14:xfrm>
            </p:contentPart>
          </mc:Choice>
          <mc:Fallback xmlns="">
            <p:pic>
              <p:nvPicPr>
                <p:cNvPr id="23574" name="Ink 23573">
                  <a:extLst>
                    <a:ext uri="{FF2B5EF4-FFF2-40B4-BE49-F238E27FC236}">
                      <a16:creationId xmlns:a16="http://schemas.microsoft.com/office/drawing/2014/main" id="{18F190AE-5AE5-9100-F690-A808F7FDCE17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2485904" y="2719746"/>
                  <a:ext cx="137520" cy="157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23575" name="Ink 23574">
                <a:extLst>
                  <a:ext uri="{FF2B5EF4-FFF2-40B4-BE49-F238E27FC236}">
                    <a16:creationId xmlns:a16="http://schemas.microsoft.com/office/drawing/2014/main" id="{C54B6CAD-88C2-C613-0E7B-F5AB9E6B8137}"/>
                  </a:ext>
                </a:extLst>
              </p14:cNvPr>
              <p14:cNvContentPartPr/>
              <p14:nvPr/>
            </p14:nvContentPartPr>
            <p14:xfrm>
              <a:off x="632264" y="3814146"/>
              <a:ext cx="282240" cy="432000"/>
            </p14:xfrm>
          </p:contentPart>
        </mc:Choice>
        <mc:Fallback xmlns="">
          <p:pic>
            <p:nvPicPr>
              <p:cNvPr id="23575" name="Ink 23574">
                <a:extLst>
                  <a:ext uri="{FF2B5EF4-FFF2-40B4-BE49-F238E27FC236}">
                    <a16:creationId xmlns:a16="http://schemas.microsoft.com/office/drawing/2014/main" id="{C54B6CAD-88C2-C613-0E7B-F5AB9E6B8137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614624" y="3796506"/>
                <a:ext cx="317880" cy="467640"/>
              </a:xfrm>
              <a:prstGeom prst="rect">
                <a:avLst/>
              </a:prstGeom>
            </p:spPr>
          </p:pic>
        </mc:Fallback>
      </mc:AlternateContent>
      <p:grpSp>
        <p:nvGrpSpPr>
          <p:cNvPr id="23598" name="Group 23597">
            <a:extLst>
              <a:ext uri="{FF2B5EF4-FFF2-40B4-BE49-F238E27FC236}">
                <a16:creationId xmlns:a16="http://schemas.microsoft.com/office/drawing/2014/main" id="{A4208EC4-6999-681C-A203-1A767517599C}"/>
              </a:ext>
            </a:extLst>
          </p:cNvPr>
          <p:cNvGrpSpPr/>
          <p:nvPr/>
        </p:nvGrpSpPr>
        <p:grpSpPr>
          <a:xfrm>
            <a:off x="1105304" y="4122666"/>
            <a:ext cx="292680" cy="205200"/>
            <a:chOff x="1105304" y="4122666"/>
            <a:chExt cx="292680" cy="20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23576" name="Ink 23575">
                  <a:extLst>
                    <a:ext uri="{FF2B5EF4-FFF2-40B4-BE49-F238E27FC236}">
                      <a16:creationId xmlns:a16="http://schemas.microsoft.com/office/drawing/2014/main" id="{27375FAC-4620-E48E-AD30-D8CDD7CAE697}"/>
                    </a:ext>
                  </a:extLst>
                </p14:cNvPr>
                <p14:cNvContentPartPr/>
                <p14:nvPr/>
              </p14:nvContentPartPr>
              <p14:xfrm>
                <a:off x="1105304" y="4151466"/>
                <a:ext cx="45360" cy="164160"/>
              </p14:xfrm>
            </p:contentPart>
          </mc:Choice>
          <mc:Fallback xmlns="">
            <p:pic>
              <p:nvPicPr>
                <p:cNvPr id="23576" name="Ink 23575">
                  <a:extLst>
                    <a:ext uri="{FF2B5EF4-FFF2-40B4-BE49-F238E27FC236}">
                      <a16:creationId xmlns:a16="http://schemas.microsoft.com/office/drawing/2014/main" id="{27375FAC-4620-E48E-AD30-D8CDD7CAE697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087304" y="4133466"/>
                  <a:ext cx="8100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23577" name="Ink 23576">
                  <a:extLst>
                    <a:ext uri="{FF2B5EF4-FFF2-40B4-BE49-F238E27FC236}">
                      <a16:creationId xmlns:a16="http://schemas.microsoft.com/office/drawing/2014/main" id="{F46020A6-A617-D338-7815-86ED27EA6CE5}"/>
                    </a:ext>
                  </a:extLst>
                </p14:cNvPr>
                <p14:cNvContentPartPr/>
                <p14:nvPr/>
              </p14:nvContentPartPr>
              <p14:xfrm>
                <a:off x="1109264" y="4140306"/>
                <a:ext cx="137880" cy="161280"/>
              </p14:xfrm>
            </p:contentPart>
          </mc:Choice>
          <mc:Fallback xmlns="">
            <p:pic>
              <p:nvPicPr>
                <p:cNvPr id="23577" name="Ink 23576">
                  <a:extLst>
                    <a:ext uri="{FF2B5EF4-FFF2-40B4-BE49-F238E27FC236}">
                      <a16:creationId xmlns:a16="http://schemas.microsoft.com/office/drawing/2014/main" id="{F46020A6-A617-D338-7815-86ED27EA6CE5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091624" y="4122306"/>
                  <a:ext cx="17352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23578" name="Ink 23577">
                  <a:extLst>
                    <a:ext uri="{FF2B5EF4-FFF2-40B4-BE49-F238E27FC236}">
                      <a16:creationId xmlns:a16="http://schemas.microsoft.com/office/drawing/2014/main" id="{BFF8B162-819D-2229-DEBC-055CC968B08B}"/>
                    </a:ext>
                  </a:extLst>
                </p14:cNvPr>
                <p14:cNvContentPartPr/>
                <p14:nvPr/>
              </p14:nvContentPartPr>
              <p14:xfrm>
                <a:off x="1295024" y="4122666"/>
                <a:ext cx="102960" cy="205200"/>
              </p14:xfrm>
            </p:contentPart>
          </mc:Choice>
          <mc:Fallback xmlns="">
            <p:pic>
              <p:nvPicPr>
                <p:cNvPr id="23578" name="Ink 23577">
                  <a:extLst>
                    <a:ext uri="{FF2B5EF4-FFF2-40B4-BE49-F238E27FC236}">
                      <a16:creationId xmlns:a16="http://schemas.microsoft.com/office/drawing/2014/main" id="{BFF8B162-819D-2229-DEBC-055CC968B08B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277384" y="4105026"/>
                  <a:ext cx="138600" cy="24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597" name="Group 23596">
            <a:extLst>
              <a:ext uri="{FF2B5EF4-FFF2-40B4-BE49-F238E27FC236}">
                <a16:creationId xmlns:a16="http://schemas.microsoft.com/office/drawing/2014/main" id="{14734090-0745-D6C6-2C03-F559769F5FF9}"/>
              </a:ext>
            </a:extLst>
          </p:cNvPr>
          <p:cNvGrpSpPr/>
          <p:nvPr/>
        </p:nvGrpSpPr>
        <p:grpSpPr>
          <a:xfrm>
            <a:off x="303224" y="4934106"/>
            <a:ext cx="1283040" cy="276120"/>
            <a:chOff x="303224" y="4934106"/>
            <a:chExt cx="1283040" cy="276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23579" name="Ink 23578">
                  <a:extLst>
                    <a:ext uri="{FF2B5EF4-FFF2-40B4-BE49-F238E27FC236}">
                      <a16:creationId xmlns:a16="http://schemas.microsoft.com/office/drawing/2014/main" id="{76A61428-426C-D098-8C7D-2281FC48A912}"/>
                    </a:ext>
                  </a:extLst>
                </p14:cNvPr>
                <p14:cNvContentPartPr/>
                <p14:nvPr/>
              </p14:nvContentPartPr>
              <p14:xfrm>
                <a:off x="303224" y="4934106"/>
                <a:ext cx="217800" cy="276120"/>
              </p14:xfrm>
            </p:contentPart>
          </mc:Choice>
          <mc:Fallback xmlns="">
            <p:pic>
              <p:nvPicPr>
                <p:cNvPr id="23579" name="Ink 23578">
                  <a:extLst>
                    <a:ext uri="{FF2B5EF4-FFF2-40B4-BE49-F238E27FC236}">
                      <a16:creationId xmlns:a16="http://schemas.microsoft.com/office/drawing/2014/main" id="{76A61428-426C-D098-8C7D-2281FC48A91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285224" y="4916466"/>
                  <a:ext cx="25344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23580" name="Ink 23579">
                  <a:extLst>
                    <a:ext uri="{FF2B5EF4-FFF2-40B4-BE49-F238E27FC236}">
                      <a16:creationId xmlns:a16="http://schemas.microsoft.com/office/drawing/2014/main" id="{AEC8E2A7-2C0C-B1B1-F98B-D653B0730031}"/>
                    </a:ext>
                  </a:extLst>
                </p14:cNvPr>
                <p14:cNvContentPartPr/>
                <p14:nvPr/>
              </p14:nvContentPartPr>
              <p14:xfrm>
                <a:off x="656024" y="5101146"/>
                <a:ext cx="68400" cy="91080"/>
              </p14:xfrm>
            </p:contentPart>
          </mc:Choice>
          <mc:Fallback xmlns="">
            <p:pic>
              <p:nvPicPr>
                <p:cNvPr id="23580" name="Ink 23579">
                  <a:extLst>
                    <a:ext uri="{FF2B5EF4-FFF2-40B4-BE49-F238E27FC236}">
                      <a16:creationId xmlns:a16="http://schemas.microsoft.com/office/drawing/2014/main" id="{AEC8E2A7-2C0C-B1B1-F98B-D653B0730031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38384" y="5083146"/>
                  <a:ext cx="10404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23581" name="Ink 23580">
                  <a:extLst>
                    <a:ext uri="{FF2B5EF4-FFF2-40B4-BE49-F238E27FC236}">
                      <a16:creationId xmlns:a16="http://schemas.microsoft.com/office/drawing/2014/main" id="{FECF34FD-3FDA-686C-6829-6B27FE682EF1}"/>
                    </a:ext>
                  </a:extLst>
                </p14:cNvPr>
                <p14:cNvContentPartPr/>
                <p14:nvPr/>
              </p14:nvContentPartPr>
              <p14:xfrm>
                <a:off x="805784" y="4991346"/>
                <a:ext cx="42840" cy="140400"/>
              </p14:xfrm>
            </p:contentPart>
          </mc:Choice>
          <mc:Fallback xmlns="">
            <p:pic>
              <p:nvPicPr>
                <p:cNvPr id="23581" name="Ink 23580">
                  <a:extLst>
                    <a:ext uri="{FF2B5EF4-FFF2-40B4-BE49-F238E27FC236}">
                      <a16:creationId xmlns:a16="http://schemas.microsoft.com/office/drawing/2014/main" id="{FECF34FD-3FDA-686C-6829-6B27FE682EF1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87784" y="4973346"/>
                  <a:ext cx="7848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23582" name="Ink 23581">
                  <a:extLst>
                    <a:ext uri="{FF2B5EF4-FFF2-40B4-BE49-F238E27FC236}">
                      <a16:creationId xmlns:a16="http://schemas.microsoft.com/office/drawing/2014/main" id="{ED0EEEA8-A79B-578B-2E3A-ED4A3F7EF563}"/>
                    </a:ext>
                  </a:extLst>
                </p14:cNvPr>
                <p14:cNvContentPartPr/>
                <p14:nvPr/>
              </p14:nvContentPartPr>
              <p14:xfrm>
                <a:off x="975704" y="4970466"/>
                <a:ext cx="75960" cy="139320"/>
              </p14:xfrm>
            </p:contentPart>
          </mc:Choice>
          <mc:Fallback xmlns="">
            <p:pic>
              <p:nvPicPr>
                <p:cNvPr id="23582" name="Ink 23581">
                  <a:extLst>
                    <a:ext uri="{FF2B5EF4-FFF2-40B4-BE49-F238E27FC236}">
                      <a16:creationId xmlns:a16="http://schemas.microsoft.com/office/drawing/2014/main" id="{ED0EEEA8-A79B-578B-2E3A-ED4A3F7EF563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957704" y="4952466"/>
                  <a:ext cx="11160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23583" name="Ink 23582">
                  <a:extLst>
                    <a:ext uri="{FF2B5EF4-FFF2-40B4-BE49-F238E27FC236}">
                      <a16:creationId xmlns:a16="http://schemas.microsoft.com/office/drawing/2014/main" id="{4A5ECFDE-2AC9-DD02-7E72-2A96344B8108}"/>
                    </a:ext>
                  </a:extLst>
                </p14:cNvPr>
                <p14:cNvContentPartPr/>
                <p14:nvPr/>
              </p14:nvContentPartPr>
              <p14:xfrm>
                <a:off x="970304" y="4987026"/>
                <a:ext cx="307800" cy="117000"/>
              </p14:xfrm>
            </p:contentPart>
          </mc:Choice>
          <mc:Fallback xmlns="">
            <p:pic>
              <p:nvPicPr>
                <p:cNvPr id="23583" name="Ink 23582">
                  <a:extLst>
                    <a:ext uri="{FF2B5EF4-FFF2-40B4-BE49-F238E27FC236}">
                      <a16:creationId xmlns:a16="http://schemas.microsoft.com/office/drawing/2014/main" id="{4A5ECFDE-2AC9-DD02-7E72-2A96344B8108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952304" y="4969386"/>
                  <a:ext cx="34344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23584" name="Ink 23583">
                  <a:extLst>
                    <a:ext uri="{FF2B5EF4-FFF2-40B4-BE49-F238E27FC236}">
                      <a16:creationId xmlns:a16="http://schemas.microsoft.com/office/drawing/2014/main" id="{126A1D2C-B9FA-9739-35A7-4652AD352AB3}"/>
                    </a:ext>
                  </a:extLst>
                </p14:cNvPr>
                <p14:cNvContentPartPr/>
                <p14:nvPr/>
              </p14:nvContentPartPr>
              <p14:xfrm>
                <a:off x="1325264" y="4971906"/>
                <a:ext cx="98280" cy="234720"/>
              </p14:xfrm>
            </p:contentPart>
          </mc:Choice>
          <mc:Fallback xmlns="">
            <p:pic>
              <p:nvPicPr>
                <p:cNvPr id="23584" name="Ink 23583">
                  <a:extLst>
                    <a:ext uri="{FF2B5EF4-FFF2-40B4-BE49-F238E27FC236}">
                      <a16:creationId xmlns:a16="http://schemas.microsoft.com/office/drawing/2014/main" id="{126A1D2C-B9FA-9739-35A7-4652AD352AB3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307264" y="4954266"/>
                  <a:ext cx="13392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23585" name="Ink 23584">
                  <a:extLst>
                    <a:ext uri="{FF2B5EF4-FFF2-40B4-BE49-F238E27FC236}">
                      <a16:creationId xmlns:a16="http://schemas.microsoft.com/office/drawing/2014/main" id="{73026525-74F9-CB71-739C-4A78DF12164E}"/>
                    </a:ext>
                  </a:extLst>
                </p14:cNvPr>
                <p14:cNvContentPartPr/>
                <p14:nvPr/>
              </p14:nvContentPartPr>
              <p14:xfrm>
                <a:off x="1489784" y="4943466"/>
                <a:ext cx="96480" cy="120240"/>
              </p14:xfrm>
            </p:contentPart>
          </mc:Choice>
          <mc:Fallback xmlns="">
            <p:pic>
              <p:nvPicPr>
                <p:cNvPr id="23585" name="Ink 23584">
                  <a:extLst>
                    <a:ext uri="{FF2B5EF4-FFF2-40B4-BE49-F238E27FC236}">
                      <a16:creationId xmlns:a16="http://schemas.microsoft.com/office/drawing/2014/main" id="{73026525-74F9-CB71-739C-4A78DF12164E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471784" y="4925826"/>
                  <a:ext cx="132120" cy="15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596" name="Group 23595">
            <a:extLst>
              <a:ext uri="{FF2B5EF4-FFF2-40B4-BE49-F238E27FC236}">
                <a16:creationId xmlns:a16="http://schemas.microsoft.com/office/drawing/2014/main" id="{D66F0E12-4091-1DFC-2F76-2265C72F5CE4}"/>
              </a:ext>
            </a:extLst>
          </p:cNvPr>
          <p:cNvGrpSpPr/>
          <p:nvPr/>
        </p:nvGrpSpPr>
        <p:grpSpPr>
          <a:xfrm>
            <a:off x="1828544" y="4663746"/>
            <a:ext cx="1170720" cy="351720"/>
            <a:chOff x="1828544" y="4663746"/>
            <a:chExt cx="1170720" cy="351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23586" name="Ink 23585">
                  <a:extLst>
                    <a:ext uri="{FF2B5EF4-FFF2-40B4-BE49-F238E27FC236}">
                      <a16:creationId xmlns:a16="http://schemas.microsoft.com/office/drawing/2014/main" id="{D45D4E4D-ECCB-34A1-8C5A-988265B1004C}"/>
                    </a:ext>
                  </a:extLst>
                </p14:cNvPr>
                <p14:cNvContentPartPr/>
                <p14:nvPr/>
              </p14:nvContentPartPr>
              <p14:xfrm>
                <a:off x="1828544" y="4827186"/>
                <a:ext cx="107280" cy="188280"/>
              </p14:xfrm>
            </p:contentPart>
          </mc:Choice>
          <mc:Fallback xmlns="">
            <p:pic>
              <p:nvPicPr>
                <p:cNvPr id="23586" name="Ink 23585">
                  <a:extLst>
                    <a:ext uri="{FF2B5EF4-FFF2-40B4-BE49-F238E27FC236}">
                      <a16:creationId xmlns:a16="http://schemas.microsoft.com/office/drawing/2014/main" id="{D45D4E4D-ECCB-34A1-8C5A-988265B1004C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810544" y="4809186"/>
                  <a:ext cx="14292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23587" name="Ink 23586">
                  <a:extLst>
                    <a:ext uri="{FF2B5EF4-FFF2-40B4-BE49-F238E27FC236}">
                      <a16:creationId xmlns:a16="http://schemas.microsoft.com/office/drawing/2014/main" id="{71EA29B8-3DBC-6449-6FAD-D3C36356F4BF}"/>
                    </a:ext>
                  </a:extLst>
                </p14:cNvPr>
                <p14:cNvContentPartPr/>
                <p14:nvPr/>
              </p14:nvContentPartPr>
              <p14:xfrm>
                <a:off x="2006744" y="4877586"/>
                <a:ext cx="76680" cy="79920"/>
              </p14:xfrm>
            </p:contentPart>
          </mc:Choice>
          <mc:Fallback xmlns="">
            <p:pic>
              <p:nvPicPr>
                <p:cNvPr id="23587" name="Ink 23586">
                  <a:extLst>
                    <a:ext uri="{FF2B5EF4-FFF2-40B4-BE49-F238E27FC236}">
                      <a16:creationId xmlns:a16="http://schemas.microsoft.com/office/drawing/2014/main" id="{71EA29B8-3DBC-6449-6FAD-D3C36356F4BF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989104" y="4859946"/>
                  <a:ext cx="11232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23588" name="Ink 23587">
                  <a:extLst>
                    <a:ext uri="{FF2B5EF4-FFF2-40B4-BE49-F238E27FC236}">
                      <a16:creationId xmlns:a16="http://schemas.microsoft.com/office/drawing/2014/main" id="{E2949283-9D08-03D6-F379-64CC776E5683}"/>
                    </a:ext>
                  </a:extLst>
                </p14:cNvPr>
                <p14:cNvContentPartPr/>
                <p14:nvPr/>
              </p14:nvContentPartPr>
              <p14:xfrm>
                <a:off x="2122304" y="4729986"/>
                <a:ext cx="27720" cy="7200"/>
              </p14:xfrm>
            </p:contentPart>
          </mc:Choice>
          <mc:Fallback xmlns="">
            <p:pic>
              <p:nvPicPr>
                <p:cNvPr id="23588" name="Ink 23587">
                  <a:extLst>
                    <a:ext uri="{FF2B5EF4-FFF2-40B4-BE49-F238E27FC236}">
                      <a16:creationId xmlns:a16="http://schemas.microsoft.com/office/drawing/2014/main" id="{E2949283-9D08-03D6-F379-64CC776E5683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2104664" y="4711986"/>
                  <a:ext cx="6336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23589" name="Ink 23588">
                  <a:extLst>
                    <a:ext uri="{FF2B5EF4-FFF2-40B4-BE49-F238E27FC236}">
                      <a16:creationId xmlns:a16="http://schemas.microsoft.com/office/drawing/2014/main" id="{E3CA1DF0-102C-CF39-87C6-7145A82A111D}"/>
                    </a:ext>
                  </a:extLst>
                </p14:cNvPr>
                <p14:cNvContentPartPr/>
                <p14:nvPr/>
              </p14:nvContentPartPr>
              <p14:xfrm>
                <a:off x="2120504" y="4701906"/>
                <a:ext cx="60480" cy="194040"/>
              </p14:xfrm>
            </p:contentPart>
          </mc:Choice>
          <mc:Fallback xmlns="">
            <p:pic>
              <p:nvPicPr>
                <p:cNvPr id="23589" name="Ink 23588">
                  <a:extLst>
                    <a:ext uri="{FF2B5EF4-FFF2-40B4-BE49-F238E27FC236}">
                      <a16:creationId xmlns:a16="http://schemas.microsoft.com/office/drawing/2014/main" id="{E3CA1DF0-102C-CF39-87C6-7145A82A111D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2102504" y="4684266"/>
                  <a:ext cx="9612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23590" name="Ink 23589">
                  <a:extLst>
                    <a:ext uri="{FF2B5EF4-FFF2-40B4-BE49-F238E27FC236}">
                      <a16:creationId xmlns:a16="http://schemas.microsoft.com/office/drawing/2014/main" id="{C15FA1F1-3E88-E915-54FD-969EEE70E1EC}"/>
                    </a:ext>
                  </a:extLst>
                </p14:cNvPr>
                <p14:cNvContentPartPr/>
                <p14:nvPr/>
              </p14:nvContentPartPr>
              <p14:xfrm>
                <a:off x="2108264" y="4804146"/>
                <a:ext cx="98280" cy="59760"/>
              </p14:xfrm>
            </p:contentPart>
          </mc:Choice>
          <mc:Fallback xmlns="">
            <p:pic>
              <p:nvPicPr>
                <p:cNvPr id="23590" name="Ink 23589">
                  <a:extLst>
                    <a:ext uri="{FF2B5EF4-FFF2-40B4-BE49-F238E27FC236}">
                      <a16:creationId xmlns:a16="http://schemas.microsoft.com/office/drawing/2014/main" id="{C15FA1F1-3E88-E915-54FD-969EEE70E1EC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2090624" y="4786506"/>
                  <a:ext cx="13392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23591" name="Ink 23590">
                  <a:extLst>
                    <a:ext uri="{FF2B5EF4-FFF2-40B4-BE49-F238E27FC236}">
                      <a16:creationId xmlns:a16="http://schemas.microsoft.com/office/drawing/2014/main" id="{D420124A-027A-42AD-8857-B8AA1DF10B5C}"/>
                    </a:ext>
                  </a:extLst>
                </p14:cNvPr>
                <p14:cNvContentPartPr/>
                <p14:nvPr/>
              </p14:nvContentPartPr>
              <p14:xfrm>
                <a:off x="2283224" y="4744026"/>
                <a:ext cx="158400" cy="142200"/>
              </p14:xfrm>
            </p:contentPart>
          </mc:Choice>
          <mc:Fallback xmlns="">
            <p:pic>
              <p:nvPicPr>
                <p:cNvPr id="23591" name="Ink 23590">
                  <a:extLst>
                    <a:ext uri="{FF2B5EF4-FFF2-40B4-BE49-F238E27FC236}">
                      <a16:creationId xmlns:a16="http://schemas.microsoft.com/office/drawing/2014/main" id="{D420124A-027A-42AD-8857-B8AA1DF10B5C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2265584" y="4726026"/>
                  <a:ext cx="19404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23592" name="Ink 23591">
                  <a:extLst>
                    <a:ext uri="{FF2B5EF4-FFF2-40B4-BE49-F238E27FC236}">
                      <a16:creationId xmlns:a16="http://schemas.microsoft.com/office/drawing/2014/main" id="{3E6519EA-EF76-DE2C-1F88-7996FEFA3F7C}"/>
                    </a:ext>
                  </a:extLst>
                </p14:cNvPr>
                <p14:cNvContentPartPr/>
                <p14:nvPr/>
              </p14:nvContentPartPr>
              <p14:xfrm>
                <a:off x="2512904" y="4713066"/>
                <a:ext cx="137520" cy="72720"/>
              </p14:xfrm>
            </p:contentPart>
          </mc:Choice>
          <mc:Fallback xmlns="">
            <p:pic>
              <p:nvPicPr>
                <p:cNvPr id="23592" name="Ink 23591">
                  <a:extLst>
                    <a:ext uri="{FF2B5EF4-FFF2-40B4-BE49-F238E27FC236}">
                      <a16:creationId xmlns:a16="http://schemas.microsoft.com/office/drawing/2014/main" id="{3E6519EA-EF76-DE2C-1F88-7996FEFA3F7C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2495264" y="4695426"/>
                  <a:ext cx="17316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23593" name="Ink 23592">
                  <a:extLst>
                    <a:ext uri="{FF2B5EF4-FFF2-40B4-BE49-F238E27FC236}">
                      <a16:creationId xmlns:a16="http://schemas.microsoft.com/office/drawing/2014/main" id="{05AFC151-00FF-3693-F630-6820C68DA483}"/>
                    </a:ext>
                  </a:extLst>
                </p14:cNvPr>
                <p14:cNvContentPartPr/>
                <p14:nvPr/>
              </p14:nvContentPartPr>
              <p14:xfrm>
                <a:off x="2660144" y="4676706"/>
                <a:ext cx="77400" cy="84960"/>
              </p14:xfrm>
            </p:contentPart>
          </mc:Choice>
          <mc:Fallback xmlns="">
            <p:pic>
              <p:nvPicPr>
                <p:cNvPr id="23593" name="Ink 23592">
                  <a:extLst>
                    <a:ext uri="{FF2B5EF4-FFF2-40B4-BE49-F238E27FC236}">
                      <a16:creationId xmlns:a16="http://schemas.microsoft.com/office/drawing/2014/main" id="{05AFC151-00FF-3693-F630-6820C68DA483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642504" y="4659066"/>
                  <a:ext cx="11304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23594" name="Ink 23593">
                  <a:extLst>
                    <a:ext uri="{FF2B5EF4-FFF2-40B4-BE49-F238E27FC236}">
                      <a16:creationId xmlns:a16="http://schemas.microsoft.com/office/drawing/2014/main" id="{57EB776F-5E40-6415-66D0-B487E2F90047}"/>
                    </a:ext>
                  </a:extLst>
                </p14:cNvPr>
                <p14:cNvContentPartPr/>
                <p14:nvPr/>
              </p14:nvContentPartPr>
              <p14:xfrm>
                <a:off x="2775344" y="4663746"/>
                <a:ext cx="223920" cy="75240"/>
              </p14:xfrm>
            </p:contentPart>
          </mc:Choice>
          <mc:Fallback xmlns="">
            <p:pic>
              <p:nvPicPr>
                <p:cNvPr id="23594" name="Ink 23593">
                  <a:extLst>
                    <a:ext uri="{FF2B5EF4-FFF2-40B4-BE49-F238E27FC236}">
                      <a16:creationId xmlns:a16="http://schemas.microsoft.com/office/drawing/2014/main" id="{57EB776F-5E40-6415-66D0-B487E2F90047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2757704" y="4645746"/>
                  <a:ext cx="25956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23595" name="Ink 23594">
                  <a:extLst>
                    <a:ext uri="{FF2B5EF4-FFF2-40B4-BE49-F238E27FC236}">
                      <a16:creationId xmlns:a16="http://schemas.microsoft.com/office/drawing/2014/main" id="{EAC47282-81B4-6522-29E5-F3CFB33DFDF2}"/>
                    </a:ext>
                  </a:extLst>
                </p14:cNvPr>
                <p14:cNvContentPartPr/>
                <p14:nvPr/>
              </p14:nvContentPartPr>
              <p14:xfrm>
                <a:off x="1939064" y="4916826"/>
                <a:ext cx="44280" cy="78120"/>
              </p14:xfrm>
            </p:contentPart>
          </mc:Choice>
          <mc:Fallback xmlns="">
            <p:pic>
              <p:nvPicPr>
                <p:cNvPr id="23595" name="Ink 23594">
                  <a:extLst>
                    <a:ext uri="{FF2B5EF4-FFF2-40B4-BE49-F238E27FC236}">
                      <a16:creationId xmlns:a16="http://schemas.microsoft.com/office/drawing/2014/main" id="{EAC47282-81B4-6522-29E5-F3CFB33DFDF2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921064" y="4898826"/>
                  <a:ext cx="79920" cy="11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14" name="Group 23613">
            <a:extLst>
              <a:ext uri="{FF2B5EF4-FFF2-40B4-BE49-F238E27FC236}">
                <a16:creationId xmlns:a16="http://schemas.microsoft.com/office/drawing/2014/main" id="{082BD6ED-F582-3A11-137F-49EBE920404C}"/>
              </a:ext>
            </a:extLst>
          </p:cNvPr>
          <p:cNvGrpSpPr/>
          <p:nvPr/>
        </p:nvGrpSpPr>
        <p:grpSpPr>
          <a:xfrm>
            <a:off x="774104" y="5635386"/>
            <a:ext cx="851400" cy="324720"/>
            <a:chOff x="774104" y="5635386"/>
            <a:chExt cx="851400" cy="324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23600" name="Ink 23599">
                  <a:extLst>
                    <a:ext uri="{FF2B5EF4-FFF2-40B4-BE49-F238E27FC236}">
                      <a16:creationId xmlns:a16="http://schemas.microsoft.com/office/drawing/2014/main" id="{0D8E3446-1C2F-93C7-63FF-BF9CC56E0BE0}"/>
                    </a:ext>
                  </a:extLst>
                </p14:cNvPr>
                <p14:cNvContentPartPr/>
                <p14:nvPr/>
              </p14:nvContentPartPr>
              <p14:xfrm>
                <a:off x="774104" y="5665266"/>
                <a:ext cx="212760" cy="294840"/>
              </p14:xfrm>
            </p:contentPart>
          </mc:Choice>
          <mc:Fallback xmlns="">
            <p:pic>
              <p:nvPicPr>
                <p:cNvPr id="23600" name="Ink 23599">
                  <a:extLst>
                    <a:ext uri="{FF2B5EF4-FFF2-40B4-BE49-F238E27FC236}">
                      <a16:creationId xmlns:a16="http://schemas.microsoft.com/office/drawing/2014/main" id="{0D8E3446-1C2F-93C7-63FF-BF9CC56E0BE0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756104" y="5647266"/>
                  <a:ext cx="248400" cy="33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23601" name="Ink 23600">
                  <a:extLst>
                    <a:ext uri="{FF2B5EF4-FFF2-40B4-BE49-F238E27FC236}">
                      <a16:creationId xmlns:a16="http://schemas.microsoft.com/office/drawing/2014/main" id="{20351273-CE18-E4D1-6D44-B978031E6CAA}"/>
                    </a:ext>
                  </a:extLst>
                </p14:cNvPr>
                <p14:cNvContentPartPr/>
                <p14:nvPr/>
              </p14:nvContentPartPr>
              <p14:xfrm>
                <a:off x="995864" y="5807826"/>
                <a:ext cx="96120" cy="79560"/>
              </p14:xfrm>
            </p:contentPart>
          </mc:Choice>
          <mc:Fallback xmlns="">
            <p:pic>
              <p:nvPicPr>
                <p:cNvPr id="23601" name="Ink 23600">
                  <a:extLst>
                    <a:ext uri="{FF2B5EF4-FFF2-40B4-BE49-F238E27FC236}">
                      <a16:creationId xmlns:a16="http://schemas.microsoft.com/office/drawing/2014/main" id="{20351273-CE18-E4D1-6D44-B978031E6CAA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977864" y="5789826"/>
                  <a:ext cx="13176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23602" name="Ink 23601">
                  <a:extLst>
                    <a:ext uri="{FF2B5EF4-FFF2-40B4-BE49-F238E27FC236}">
                      <a16:creationId xmlns:a16="http://schemas.microsoft.com/office/drawing/2014/main" id="{FA323928-EAE1-A794-F193-B0C7266AA4FF}"/>
                    </a:ext>
                  </a:extLst>
                </p14:cNvPr>
                <p14:cNvContentPartPr/>
                <p14:nvPr/>
              </p14:nvContentPartPr>
              <p14:xfrm>
                <a:off x="1192424" y="5729706"/>
                <a:ext cx="160920" cy="142920"/>
              </p14:xfrm>
            </p:contentPart>
          </mc:Choice>
          <mc:Fallback xmlns="">
            <p:pic>
              <p:nvPicPr>
                <p:cNvPr id="23602" name="Ink 23601">
                  <a:extLst>
                    <a:ext uri="{FF2B5EF4-FFF2-40B4-BE49-F238E27FC236}">
                      <a16:creationId xmlns:a16="http://schemas.microsoft.com/office/drawing/2014/main" id="{FA323928-EAE1-A794-F193-B0C7266AA4F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174424" y="5712066"/>
                  <a:ext cx="19656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23603" name="Ink 23602">
                  <a:extLst>
                    <a:ext uri="{FF2B5EF4-FFF2-40B4-BE49-F238E27FC236}">
                      <a16:creationId xmlns:a16="http://schemas.microsoft.com/office/drawing/2014/main" id="{B1ECD9AF-63B9-4DE2-3CF8-BC1E9B5BEC7A}"/>
                    </a:ext>
                  </a:extLst>
                </p14:cNvPr>
                <p14:cNvContentPartPr/>
                <p14:nvPr/>
              </p14:nvContentPartPr>
              <p14:xfrm>
                <a:off x="1389344" y="5723586"/>
                <a:ext cx="56880" cy="123840"/>
              </p14:xfrm>
            </p:contentPart>
          </mc:Choice>
          <mc:Fallback xmlns="">
            <p:pic>
              <p:nvPicPr>
                <p:cNvPr id="23603" name="Ink 23602">
                  <a:extLst>
                    <a:ext uri="{FF2B5EF4-FFF2-40B4-BE49-F238E27FC236}">
                      <a16:creationId xmlns:a16="http://schemas.microsoft.com/office/drawing/2014/main" id="{B1ECD9AF-63B9-4DE2-3CF8-BC1E9B5BEC7A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371344" y="5705586"/>
                  <a:ext cx="9252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23604" name="Ink 23603">
                  <a:extLst>
                    <a:ext uri="{FF2B5EF4-FFF2-40B4-BE49-F238E27FC236}">
                      <a16:creationId xmlns:a16="http://schemas.microsoft.com/office/drawing/2014/main" id="{901789BC-C5EA-DAE7-1958-C442E5A51EC2}"/>
                    </a:ext>
                  </a:extLst>
                </p14:cNvPr>
                <p14:cNvContentPartPr/>
                <p14:nvPr/>
              </p14:nvContentPartPr>
              <p14:xfrm>
                <a:off x="1375664" y="5635386"/>
                <a:ext cx="19080" cy="24480"/>
              </p14:xfrm>
            </p:contentPart>
          </mc:Choice>
          <mc:Fallback xmlns="">
            <p:pic>
              <p:nvPicPr>
                <p:cNvPr id="23604" name="Ink 23603">
                  <a:extLst>
                    <a:ext uri="{FF2B5EF4-FFF2-40B4-BE49-F238E27FC236}">
                      <a16:creationId xmlns:a16="http://schemas.microsoft.com/office/drawing/2014/main" id="{901789BC-C5EA-DAE7-1958-C442E5A51EC2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358024" y="5617746"/>
                  <a:ext cx="5472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23605" name="Ink 23604">
                  <a:extLst>
                    <a:ext uri="{FF2B5EF4-FFF2-40B4-BE49-F238E27FC236}">
                      <a16:creationId xmlns:a16="http://schemas.microsoft.com/office/drawing/2014/main" id="{EDF91490-5436-8703-F064-CA9C99DDA5BC}"/>
                    </a:ext>
                  </a:extLst>
                </p14:cNvPr>
                <p14:cNvContentPartPr/>
                <p14:nvPr/>
              </p14:nvContentPartPr>
              <p14:xfrm>
                <a:off x="1479344" y="5671386"/>
                <a:ext cx="146160" cy="73440"/>
              </p14:xfrm>
            </p:contentPart>
          </mc:Choice>
          <mc:Fallback xmlns="">
            <p:pic>
              <p:nvPicPr>
                <p:cNvPr id="23605" name="Ink 23604">
                  <a:extLst>
                    <a:ext uri="{FF2B5EF4-FFF2-40B4-BE49-F238E27FC236}">
                      <a16:creationId xmlns:a16="http://schemas.microsoft.com/office/drawing/2014/main" id="{EDF91490-5436-8703-F064-CA9C99DDA5B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461704" y="5653386"/>
                  <a:ext cx="181800" cy="109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17" name="Group 23616">
            <a:extLst>
              <a:ext uri="{FF2B5EF4-FFF2-40B4-BE49-F238E27FC236}">
                <a16:creationId xmlns:a16="http://schemas.microsoft.com/office/drawing/2014/main" id="{AF4B3BE8-74FE-2561-5E61-52833EEAD7B1}"/>
              </a:ext>
            </a:extLst>
          </p:cNvPr>
          <p:cNvGrpSpPr/>
          <p:nvPr/>
        </p:nvGrpSpPr>
        <p:grpSpPr>
          <a:xfrm>
            <a:off x="1826024" y="5277546"/>
            <a:ext cx="1140840" cy="820800"/>
            <a:chOff x="1826024" y="5277546"/>
            <a:chExt cx="1140840" cy="820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23606" name="Ink 23605">
                  <a:extLst>
                    <a:ext uri="{FF2B5EF4-FFF2-40B4-BE49-F238E27FC236}">
                      <a16:creationId xmlns:a16="http://schemas.microsoft.com/office/drawing/2014/main" id="{7B1ED480-546F-75D8-4502-92A934D2A708}"/>
                    </a:ext>
                  </a:extLst>
                </p14:cNvPr>
                <p14:cNvContentPartPr/>
                <p14:nvPr/>
              </p14:nvContentPartPr>
              <p14:xfrm>
                <a:off x="1826024" y="5497506"/>
                <a:ext cx="318240" cy="186840"/>
              </p14:xfrm>
            </p:contentPart>
          </mc:Choice>
          <mc:Fallback xmlns="">
            <p:pic>
              <p:nvPicPr>
                <p:cNvPr id="23606" name="Ink 23605">
                  <a:extLst>
                    <a:ext uri="{FF2B5EF4-FFF2-40B4-BE49-F238E27FC236}">
                      <a16:creationId xmlns:a16="http://schemas.microsoft.com/office/drawing/2014/main" id="{7B1ED480-546F-75D8-4502-92A934D2A708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808384" y="5479866"/>
                  <a:ext cx="35388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23607" name="Ink 23606">
                  <a:extLst>
                    <a:ext uri="{FF2B5EF4-FFF2-40B4-BE49-F238E27FC236}">
                      <a16:creationId xmlns:a16="http://schemas.microsoft.com/office/drawing/2014/main" id="{9E515FEE-39E7-69DA-FF79-85E87E6930C4}"/>
                    </a:ext>
                  </a:extLst>
                </p14:cNvPr>
                <p14:cNvContentPartPr/>
                <p14:nvPr/>
              </p14:nvContentPartPr>
              <p14:xfrm>
                <a:off x="2221304" y="5277546"/>
                <a:ext cx="113400" cy="256680"/>
              </p14:xfrm>
            </p:contentPart>
          </mc:Choice>
          <mc:Fallback xmlns="">
            <p:pic>
              <p:nvPicPr>
                <p:cNvPr id="23607" name="Ink 23606">
                  <a:extLst>
                    <a:ext uri="{FF2B5EF4-FFF2-40B4-BE49-F238E27FC236}">
                      <a16:creationId xmlns:a16="http://schemas.microsoft.com/office/drawing/2014/main" id="{9E515FEE-39E7-69DA-FF79-85E87E6930C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2203304" y="5259906"/>
                  <a:ext cx="14904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23608" name="Ink 23607">
                  <a:extLst>
                    <a:ext uri="{FF2B5EF4-FFF2-40B4-BE49-F238E27FC236}">
                      <a16:creationId xmlns:a16="http://schemas.microsoft.com/office/drawing/2014/main" id="{AA10FBF2-0700-ED1D-C868-5E14E9B58048}"/>
                    </a:ext>
                  </a:extLst>
                </p14:cNvPr>
                <p14:cNvContentPartPr/>
                <p14:nvPr/>
              </p14:nvContentPartPr>
              <p14:xfrm>
                <a:off x="1978304" y="5851746"/>
                <a:ext cx="125640" cy="246600"/>
              </p14:xfrm>
            </p:contentPart>
          </mc:Choice>
          <mc:Fallback xmlns="">
            <p:pic>
              <p:nvPicPr>
                <p:cNvPr id="23608" name="Ink 23607">
                  <a:extLst>
                    <a:ext uri="{FF2B5EF4-FFF2-40B4-BE49-F238E27FC236}">
                      <a16:creationId xmlns:a16="http://schemas.microsoft.com/office/drawing/2014/main" id="{AA10FBF2-0700-ED1D-C868-5E14E9B58048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960304" y="5834106"/>
                  <a:ext cx="16128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23609" name="Ink 23608">
                  <a:extLst>
                    <a:ext uri="{FF2B5EF4-FFF2-40B4-BE49-F238E27FC236}">
                      <a16:creationId xmlns:a16="http://schemas.microsoft.com/office/drawing/2014/main" id="{1888C5D3-327C-20A9-1719-91CD9E490C95}"/>
                    </a:ext>
                  </a:extLst>
                </p14:cNvPr>
                <p14:cNvContentPartPr/>
                <p14:nvPr/>
              </p14:nvContentPartPr>
              <p14:xfrm>
                <a:off x="2205824" y="5896026"/>
                <a:ext cx="69480" cy="106200"/>
              </p14:xfrm>
            </p:contentPart>
          </mc:Choice>
          <mc:Fallback xmlns="">
            <p:pic>
              <p:nvPicPr>
                <p:cNvPr id="23609" name="Ink 23608">
                  <a:extLst>
                    <a:ext uri="{FF2B5EF4-FFF2-40B4-BE49-F238E27FC236}">
                      <a16:creationId xmlns:a16="http://schemas.microsoft.com/office/drawing/2014/main" id="{1888C5D3-327C-20A9-1719-91CD9E490C95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2188184" y="5878386"/>
                  <a:ext cx="10512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23610" name="Ink 23609">
                  <a:extLst>
                    <a:ext uri="{FF2B5EF4-FFF2-40B4-BE49-F238E27FC236}">
                      <a16:creationId xmlns:a16="http://schemas.microsoft.com/office/drawing/2014/main" id="{199FF7A7-284B-DC3F-6E22-BFECF60D5ADD}"/>
                    </a:ext>
                  </a:extLst>
                </p14:cNvPr>
                <p14:cNvContentPartPr/>
                <p14:nvPr/>
              </p14:nvContentPartPr>
              <p14:xfrm>
                <a:off x="2333264" y="5853906"/>
                <a:ext cx="155880" cy="112320"/>
              </p14:xfrm>
            </p:contentPart>
          </mc:Choice>
          <mc:Fallback xmlns="">
            <p:pic>
              <p:nvPicPr>
                <p:cNvPr id="23610" name="Ink 23609">
                  <a:extLst>
                    <a:ext uri="{FF2B5EF4-FFF2-40B4-BE49-F238E27FC236}">
                      <a16:creationId xmlns:a16="http://schemas.microsoft.com/office/drawing/2014/main" id="{199FF7A7-284B-DC3F-6E22-BFECF60D5ADD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2315264" y="5835906"/>
                  <a:ext cx="19152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23611" name="Ink 23610">
                  <a:extLst>
                    <a:ext uri="{FF2B5EF4-FFF2-40B4-BE49-F238E27FC236}">
                      <a16:creationId xmlns:a16="http://schemas.microsoft.com/office/drawing/2014/main" id="{B1B541F4-3E1F-A005-F749-59CE75A7709E}"/>
                    </a:ext>
                  </a:extLst>
                </p14:cNvPr>
                <p14:cNvContentPartPr/>
                <p14:nvPr/>
              </p14:nvContentPartPr>
              <p14:xfrm>
                <a:off x="2540624" y="5803146"/>
                <a:ext cx="85320" cy="110880"/>
              </p14:xfrm>
            </p:contentPart>
          </mc:Choice>
          <mc:Fallback xmlns="">
            <p:pic>
              <p:nvPicPr>
                <p:cNvPr id="23611" name="Ink 23610">
                  <a:extLst>
                    <a:ext uri="{FF2B5EF4-FFF2-40B4-BE49-F238E27FC236}">
                      <a16:creationId xmlns:a16="http://schemas.microsoft.com/office/drawing/2014/main" id="{B1B541F4-3E1F-A005-F749-59CE75A7709E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2522984" y="5785506"/>
                  <a:ext cx="1209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23615" name="Ink 23614">
                  <a:extLst>
                    <a:ext uri="{FF2B5EF4-FFF2-40B4-BE49-F238E27FC236}">
                      <a16:creationId xmlns:a16="http://schemas.microsoft.com/office/drawing/2014/main" id="{DE9DD95D-1DE8-05A2-A9B6-6CC8C76CFDF1}"/>
                    </a:ext>
                  </a:extLst>
                </p14:cNvPr>
                <p14:cNvContentPartPr/>
                <p14:nvPr/>
              </p14:nvContentPartPr>
              <p14:xfrm>
                <a:off x="2732144" y="5762106"/>
                <a:ext cx="107280" cy="119880"/>
              </p14:xfrm>
            </p:contentPart>
          </mc:Choice>
          <mc:Fallback xmlns="">
            <p:pic>
              <p:nvPicPr>
                <p:cNvPr id="23615" name="Ink 23614">
                  <a:extLst>
                    <a:ext uri="{FF2B5EF4-FFF2-40B4-BE49-F238E27FC236}">
                      <a16:creationId xmlns:a16="http://schemas.microsoft.com/office/drawing/2014/main" id="{DE9DD95D-1DE8-05A2-A9B6-6CC8C76CFDF1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2714144" y="5744106"/>
                  <a:ext cx="14292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23616" name="Ink 23615">
                  <a:extLst>
                    <a:ext uri="{FF2B5EF4-FFF2-40B4-BE49-F238E27FC236}">
                      <a16:creationId xmlns:a16="http://schemas.microsoft.com/office/drawing/2014/main" id="{337A0F0D-BA21-4F34-6A3A-F0AC401A1A64}"/>
                    </a:ext>
                  </a:extLst>
                </p14:cNvPr>
                <p14:cNvContentPartPr/>
                <p14:nvPr/>
              </p14:nvContentPartPr>
              <p14:xfrm>
                <a:off x="2867504" y="5690826"/>
                <a:ext cx="99360" cy="168840"/>
              </p14:xfrm>
            </p:contentPart>
          </mc:Choice>
          <mc:Fallback xmlns="">
            <p:pic>
              <p:nvPicPr>
                <p:cNvPr id="23616" name="Ink 23615">
                  <a:extLst>
                    <a:ext uri="{FF2B5EF4-FFF2-40B4-BE49-F238E27FC236}">
                      <a16:creationId xmlns:a16="http://schemas.microsoft.com/office/drawing/2014/main" id="{337A0F0D-BA21-4F34-6A3A-F0AC401A1A64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2849864" y="5673186"/>
                  <a:ext cx="135000" cy="204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40" name="Group 23639">
            <a:extLst>
              <a:ext uri="{FF2B5EF4-FFF2-40B4-BE49-F238E27FC236}">
                <a16:creationId xmlns:a16="http://schemas.microsoft.com/office/drawing/2014/main" id="{E8D037FF-9678-3F96-CC2F-7515DD317F0B}"/>
              </a:ext>
            </a:extLst>
          </p:cNvPr>
          <p:cNvGrpSpPr/>
          <p:nvPr/>
        </p:nvGrpSpPr>
        <p:grpSpPr>
          <a:xfrm>
            <a:off x="10212224" y="5586786"/>
            <a:ext cx="1074960" cy="388440"/>
            <a:chOff x="10212224" y="5586786"/>
            <a:chExt cx="1074960" cy="38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23629" name="Ink 23628">
                  <a:extLst>
                    <a:ext uri="{FF2B5EF4-FFF2-40B4-BE49-F238E27FC236}">
                      <a16:creationId xmlns:a16="http://schemas.microsoft.com/office/drawing/2014/main" id="{2599D8B7-9E3A-4813-237A-7A8429B14F09}"/>
                    </a:ext>
                  </a:extLst>
                </p14:cNvPr>
                <p14:cNvContentPartPr/>
                <p14:nvPr/>
              </p14:nvContentPartPr>
              <p14:xfrm>
                <a:off x="10280984" y="5622426"/>
                <a:ext cx="41760" cy="255240"/>
              </p14:xfrm>
            </p:contentPart>
          </mc:Choice>
          <mc:Fallback xmlns="">
            <p:pic>
              <p:nvPicPr>
                <p:cNvPr id="23629" name="Ink 23628">
                  <a:extLst>
                    <a:ext uri="{FF2B5EF4-FFF2-40B4-BE49-F238E27FC236}">
                      <a16:creationId xmlns:a16="http://schemas.microsoft.com/office/drawing/2014/main" id="{2599D8B7-9E3A-4813-237A-7A8429B14F09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0262984" y="5604426"/>
                  <a:ext cx="7740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23630" name="Ink 23629">
                  <a:extLst>
                    <a:ext uri="{FF2B5EF4-FFF2-40B4-BE49-F238E27FC236}">
                      <a16:creationId xmlns:a16="http://schemas.microsoft.com/office/drawing/2014/main" id="{B25DA65B-DB15-A02D-626B-BF7D892C90A3}"/>
                    </a:ext>
                  </a:extLst>
                </p14:cNvPr>
                <p14:cNvContentPartPr/>
                <p14:nvPr/>
              </p14:nvContentPartPr>
              <p14:xfrm>
                <a:off x="10212224" y="5614506"/>
                <a:ext cx="91080" cy="37080"/>
              </p14:xfrm>
            </p:contentPart>
          </mc:Choice>
          <mc:Fallback xmlns="">
            <p:pic>
              <p:nvPicPr>
                <p:cNvPr id="23630" name="Ink 23629">
                  <a:extLst>
                    <a:ext uri="{FF2B5EF4-FFF2-40B4-BE49-F238E27FC236}">
                      <a16:creationId xmlns:a16="http://schemas.microsoft.com/office/drawing/2014/main" id="{B25DA65B-DB15-A02D-626B-BF7D892C90A3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0194584" y="5596866"/>
                  <a:ext cx="12672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23631" name="Ink 23630">
                  <a:extLst>
                    <a:ext uri="{FF2B5EF4-FFF2-40B4-BE49-F238E27FC236}">
                      <a16:creationId xmlns:a16="http://schemas.microsoft.com/office/drawing/2014/main" id="{FF985E95-AB40-4F78-4FDE-DC42CE5AC7C8}"/>
                    </a:ext>
                  </a:extLst>
                </p14:cNvPr>
                <p14:cNvContentPartPr/>
                <p14:nvPr/>
              </p14:nvContentPartPr>
              <p14:xfrm>
                <a:off x="10255424" y="5815026"/>
                <a:ext cx="89280" cy="33840"/>
              </p14:xfrm>
            </p:contentPart>
          </mc:Choice>
          <mc:Fallback xmlns="">
            <p:pic>
              <p:nvPicPr>
                <p:cNvPr id="23631" name="Ink 23630">
                  <a:extLst>
                    <a:ext uri="{FF2B5EF4-FFF2-40B4-BE49-F238E27FC236}">
                      <a16:creationId xmlns:a16="http://schemas.microsoft.com/office/drawing/2014/main" id="{FF985E95-AB40-4F78-4FDE-DC42CE5AC7C8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0237784" y="5797386"/>
                  <a:ext cx="12492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23633" name="Ink 23632">
                  <a:extLst>
                    <a:ext uri="{FF2B5EF4-FFF2-40B4-BE49-F238E27FC236}">
                      <a16:creationId xmlns:a16="http://schemas.microsoft.com/office/drawing/2014/main" id="{D87627BC-2060-C572-9141-A097865917E6}"/>
                    </a:ext>
                  </a:extLst>
                </p14:cNvPr>
                <p14:cNvContentPartPr/>
                <p14:nvPr/>
              </p14:nvContentPartPr>
              <p14:xfrm>
                <a:off x="10475384" y="5807826"/>
                <a:ext cx="7920" cy="36000"/>
              </p14:xfrm>
            </p:contentPart>
          </mc:Choice>
          <mc:Fallback xmlns="">
            <p:pic>
              <p:nvPicPr>
                <p:cNvPr id="23633" name="Ink 23632">
                  <a:extLst>
                    <a:ext uri="{FF2B5EF4-FFF2-40B4-BE49-F238E27FC236}">
                      <a16:creationId xmlns:a16="http://schemas.microsoft.com/office/drawing/2014/main" id="{D87627BC-2060-C572-9141-A097865917E6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0457384" y="5789826"/>
                  <a:ext cx="4356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23634" name="Ink 23633">
                  <a:extLst>
                    <a:ext uri="{FF2B5EF4-FFF2-40B4-BE49-F238E27FC236}">
                      <a16:creationId xmlns:a16="http://schemas.microsoft.com/office/drawing/2014/main" id="{CF173E36-E85A-E5FC-9295-5614E7924BE9}"/>
                    </a:ext>
                  </a:extLst>
                </p14:cNvPr>
                <p14:cNvContentPartPr/>
                <p14:nvPr/>
              </p14:nvContentPartPr>
              <p14:xfrm>
                <a:off x="10493024" y="5792346"/>
                <a:ext cx="32760" cy="182880"/>
              </p14:xfrm>
            </p:contentPart>
          </mc:Choice>
          <mc:Fallback xmlns="">
            <p:pic>
              <p:nvPicPr>
                <p:cNvPr id="23634" name="Ink 23633">
                  <a:extLst>
                    <a:ext uri="{FF2B5EF4-FFF2-40B4-BE49-F238E27FC236}">
                      <a16:creationId xmlns:a16="http://schemas.microsoft.com/office/drawing/2014/main" id="{CF173E36-E85A-E5FC-9295-5614E7924BE9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0475384" y="5774706"/>
                  <a:ext cx="6840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23635" name="Ink 23634">
                  <a:extLst>
                    <a:ext uri="{FF2B5EF4-FFF2-40B4-BE49-F238E27FC236}">
                      <a16:creationId xmlns:a16="http://schemas.microsoft.com/office/drawing/2014/main" id="{1E4A051E-F5CA-D61A-2753-342CFA923260}"/>
                    </a:ext>
                  </a:extLst>
                </p14:cNvPr>
                <p14:cNvContentPartPr/>
                <p14:nvPr/>
              </p14:nvContentPartPr>
              <p14:xfrm>
                <a:off x="10503104" y="5802426"/>
                <a:ext cx="80280" cy="138960"/>
              </p14:xfrm>
            </p:contentPart>
          </mc:Choice>
          <mc:Fallback xmlns="">
            <p:pic>
              <p:nvPicPr>
                <p:cNvPr id="23635" name="Ink 23634">
                  <a:extLst>
                    <a:ext uri="{FF2B5EF4-FFF2-40B4-BE49-F238E27FC236}">
                      <a16:creationId xmlns:a16="http://schemas.microsoft.com/office/drawing/2014/main" id="{1E4A051E-F5CA-D61A-2753-342CFA923260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0485104" y="5784426"/>
                  <a:ext cx="11592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23636" name="Ink 23635">
                  <a:extLst>
                    <a:ext uri="{FF2B5EF4-FFF2-40B4-BE49-F238E27FC236}">
                      <a16:creationId xmlns:a16="http://schemas.microsoft.com/office/drawing/2014/main" id="{7B2B4054-0BF8-30BF-62A6-5FC6761BC10F}"/>
                    </a:ext>
                  </a:extLst>
                </p14:cNvPr>
                <p14:cNvContentPartPr/>
                <p14:nvPr/>
              </p14:nvContentPartPr>
              <p14:xfrm>
                <a:off x="10671944" y="5750226"/>
                <a:ext cx="83160" cy="176400"/>
              </p14:xfrm>
            </p:contentPart>
          </mc:Choice>
          <mc:Fallback xmlns="">
            <p:pic>
              <p:nvPicPr>
                <p:cNvPr id="23636" name="Ink 23635">
                  <a:extLst>
                    <a:ext uri="{FF2B5EF4-FFF2-40B4-BE49-F238E27FC236}">
                      <a16:creationId xmlns:a16="http://schemas.microsoft.com/office/drawing/2014/main" id="{7B2B4054-0BF8-30BF-62A6-5FC6761BC10F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0654304" y="5732586"/>
                  <a:ext cx="11880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23637" name="Ink 23636">
                  <a:extLst>
                    <a:ext uri="{FF2B5EF4-FFF2-40B4-BE49-F238E27FC236}">
                      <a16:creationId xmlns:a16="http://schemas.microsoft.com/office/drawing/2014/main" id="{05EF0AE8-5527-CBE3-83DD-BA03110B4820}"/>
                    </a:ext>
                  </a:extLst>
                </p14:cNvPr>
                <p14:cNvContentPartPr/>
                <p14:nvPr/>
              </p14:nvContentPartPr>
              <p14:xfrm>
                <a:off x="10891544" y="5700186"/>
                <a:ext cx="29520" cy="33480"/>
              </p14:xfrm>
            </p:contentPart>
          </mc:Choice>
          <mc:Fallback xmlns="">
            <p:pic>
              <p:nvPicPr>
                <p:cNvPr id="23637" name="Ink 23636">
                  <a:extLst>
                    <a:ext uri="{FF2B5EF4-FFF2-40B4-BE49-F238E27FC236}">
                      <a16:creationId xmlns:a16="http://schemas.microsoft.com/office/drawing/2014/main" id="{05EF0AE8-5527-CBE3-83DD-BA03110B4820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0873544" y="5682546"/>
                  <a:ext cx="6516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23638" name="Ink 23637">
                  <a:extLst>
                    <a:ext uri="{FF2B5EF4-FFF2-40B4-BE49-F238E27FC236}">
                      <a16:creationId xmlns:a16="http://schemas.microsoft.com/office/drawing/2014/main" id="{7AB10090-53E4-5FC4-47B4-CF1DCE4A1293}"/>
                    </a:ext>
                  </a:extLst>
                </p14:cNvPr>
                <p14:cNvContentPartPr/>
                <p14:nvPr/>
              </p14:nvContentPartPr>
              <p14:xfrm>
                <a:off x="10941944" y="5732586"/>
                <a:ext cx="49320" cy="33840"/>
              </p14:xfrm>
            </p:contentPart>
          </mc:Choice>
          <mc:Fallback xmlns="">
            <p:pic>
              <p:nvPicPr>
                <p:cNvPr id="23638" name="Ink 23637">
                  <a:extLst>
                    <a:ext uri="{FF2B5EF4-FFF2-40B4-BE49-F238E27FC236}">
                      <a16:creationId xmlns:a16="http://schemas.microsoft.com/office/drawing/2014/main" id="{7AB10090-53E4-5FC4-47B4-CF1DCE4A1293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0924304" y="5714586"/>
                  <a:ext cx="8496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23639" name="Ink 23638">
                  <a:extLst>
                    <a:ext uri="{FF2B5EF4-FFF2-40B4-BE49-F238E27FC236}">
                      <a16:creationId xmlns:a16="http://schemas.microsoft.com/office/drawing/2014/main" id="{788D78F7-5560-0715-FA4A-A77FB20EACEF}"/>
                    </a:ext>
                  </a:extLst>
                </p14:cNvPr>
                <p14:cNvContentPartPr/>
                <p14:nvPr/>
              </p14:nvContentPartPr>
              <p14:xfrm>
                <a:off x="11108984" y="5586786"/>
                <a:ext cx="178200" cy="231840"/>
              </p14:xfrm>
            </p:contentPart>
          </mc:Choice>
          <mc:Fallback xmlns="">
            <p:pic>
              <p:nvPicPr>
                <p:cNvPr id="23639" name="Ink 23638">
                  <a:extLst>
                    <a:ext uri="{FF2B5EF4-FFF2-40B4-BE49-F238E27FC236}">
                      <a16:creationId xmlns:a16="http://schemas.microsoft.com/office/drawing/2014/main" id="{788D78F7-5560-0715-FA4A-A77FB20EACEF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1090984" y="5569146"/>
                  <a:ext cx="213840" cy="26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43" name="Group 23642">
            <a:extLst>
              <a:ext uri="{FF2B5EF4-FFF2-40B4-BE49-F238E27FC236}">
                <a16:creationId xmlns:a16="http://schemas.microsoft.com/office/drawing/2014/main" id="{984DA83F-C18A-0093-F589-79F73B0AE7B8}"/>
              </a:ext>
            </a:extLst>
          </p:cNvPr>
          <p:cNvGrpSpPr/>
          <p:nvPr/>
        </p:nvGrpSpPr>
        <p:grpSpPr>
          <a:xfrm>
            <a:off x="9964904" y="4938066"/>
            <a:ext cx="943200" cy="469800"/>
            <a:chOff x="9964904" y="4938066"/>
            <a:chExt cx="943200" cy="469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23623" name="Ink 23622">
                  <a:extLst>
                    <a:ext uri="{FF2B5EF4-FFF2-40B4-BE49-F238E27FC236}">
                      <a16:creationId xmlns:a16="http://schemas.microsoft.com/office/drawing/2014/main" id="{F3C62A57-6CC4-EAFE-C349-D7FFA611E24C}"/>
                    </a:ext>
                  </a:extLst>
                </p14:cNvPr>
                <p14:cNvContentPartPr/>
                <p14:nvPr/>
              </p14:nvContentPartPr>
              <p14:xfrm>
                <a:off x="9964904" y="4938066"/>
                <a:ext cx="209160" cy="257760"/>
              </p14:xfrm>
            </p:contentPart>
          </mc:Choice>
          <mc:Fallback xmlns="">
            <p:pic>
              <p:nvPicPr>
                <p:cNvPr id="23623" name="Ink 23622">
                  <a:extLst>
                    <a:ext uri="{FF2B5EF4-FFF2-40B4-BE49-F238E27FC236}">
                      <a16:creationId xmlns:a16="http://schemas.microsoft.com/office/drawing/2014/main" id="{F3C62A57-6CC4-EAFE-C349-D7FFA611E24C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946904" y="4920066"/>
                  <a:ext cx="24480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23625" name="Ink 23624">
                  <a:extLst>
                    <a:ext uri="{FF2B5EF4-FFF2-40B4-BE49-F238E27FC236}">
                      <a16:creationId xmlns:a16="http://schemas.microsoft.com/office/drawing/2014/main" id="{590E5AE3-CAE0-4EA2-444C-E0E23D11BBAC}"/>
                    </a:ext>
                  </a:extLst>
                </p14:cNvPr>
                <p14:cNvContentPartPr/>
                <p14:nvPr/>
              </p14:nvContentPartPr>
              <p14:xfrm>
                <a:off x="10523264" y="5053986"/>
                <a:ext cx="65880" cy="22320"/>
              </p14:xfrm>
            </p:contentPart>
          </mc:Choice>
          <mc:Fallback xmlns="">
            <p:pic>
              <p:nvPicPr>
                <p:cNvPr id="23625" name="Ink 23624">
                  <a:extLst>
                    <a:ext uri="{FF2B5EF4-FFF2-40B4-BE49-F238E27FC236}">
                      <a16:creationId xmlns:a16="http://schemas.microsoft.com/office/drawing/2014/main" id="{590E5AE3-CAE0-4EA2-444C-E0E23D11BBAC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0505624" y="5035986"/>
                  <a:ext cx="10152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23626" name="Ink 23625">
                  <a:extLst>
                    <a:ext uri="{FF2B5EF4-FFF2-40B4-BE49-F238E27FC236}">
                      <a16:creationId xmlns:a16="http://schemas.microsoft.com/office/drawing/2014/main" id="{37FE5BB6-1D5B-268E-C20C-9F925212B420}"/>
                    </a:ext>
                  </a:extLst>
                </p14:cNvPr>
                <p14:cNvContentPartPr/>
                <p14:nvPr/>
              </p14:nvContentPartPr>
              <p14:xfrm>
                <a:off x="10580864" y="5099346"/>
                <a:ext cx="34560" cy="22320"/>
              </p14:xfrm>
            </p:contentPart>
          </mc:Choice>
          <mc:Fallback xmlns="">
            <p:pic>
              <p:nvPicPr>
                <p:cNvPr id="23626" name="Ink 23625">
                  <a:extLst>
                    <a:ext uri="{FF2B5EF4-FFF2-40B4-BE49-F238E27FC236}">
                      <a16:creationId xmlns:a16="http://schemas.microsoft.com/office/drawing/2014/main" id="{37FE5BB6-1D5B-268E-C20C-9F925212B420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0562864" y="5081706"/>
                  <a:ext cx="7020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23627" name="Ink 23626">
                  <a:extLst>
                    <a:ext uri="{FF2B5EF4-FFF2-40B4-BE49-F238E27FC236}">
                      <a16:creationId xmlns:a16="http://schemas.microsoft.com/office/drawing/2014/main" id="{1DC0B414-0C0A-D03D-0458-C18E7D0E63C5}"/>
                    </a:ext>
                  </a:extLst>
                </p14:cNvPr>
                <p14:cNvContentPartPr/>
                <p14:nvPr/>
              </p14:nvContentPartPr>
              <p14:xfrm>
                <a:off x="10765904" y="4967226"/>
                <a:ext cx="142200" cy="198360"/>
              </p14:xfrm>
            </p:contentPart>
          </mc:Choice>
          <mc:Fallback xmlns="">
            <p:pic>
              <p:nvPicPr>
                <p:cNvPr id="23627" name="Ink 23626">
                  <a:extLst>
                    <a:ext uri="{FF2B5EF4-FFF2-40B4-BE49-F238E27FC236}">
                      <a16:creationId xmlns:a16="http://schemas.microsoft.com/office/drawing/2014/main" id="{1DC0B414-0C0A-D03D-0458-C18E7D0E63C5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0748264" y="4949226"/>
                  <a:ext cx="17784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23641" name="Ink 23640">
                  <a:extLst>
                    <a:ext uri="{FF2B5EF4-FFF2-40B4-BE49-F238E27FC236}">
                      <a16:creationId xmlns:a16="http://schemas.microsoft.com/office/drawing/2014/main" id="{EFEAFF50-004C-2D79-3B3E-E002947E3B23}"/>
                    </a:ext>
                  </a:extLst>
                </p14:cNvPr>
                <p14:cNvContentPartPr/>
                <p14:nvPr/>
              </p14:nvContentPartPr>
              <p14:xfrm>
                <a:off x="10158584" y="5226786"/>
                <a:ext cx="188640" cy="181080"/>
              </p14:xfrm>
            </p:contentPart>
          </mc:Choice>
          <mc:Fallback xmlns="">
            <p:pic>
              <p:nvPicPr>
                <p:cNvPr id="23641" name="Ink 23640">
                  <a:extLst>
                    <a:ext uri="{FF2B5EF4-FFF2-40B4-BE49-F238E27FC236}">
                      <a16:creationId xmlns:a16="http://schemas.microsoft.com/office/drawing/2014/main" id="{EFEAFF50-004C-2D79-3B3E-E002947E3B23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0140944" y="5209146"/>
                  <a:ext cx="22428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23642" name="Ink 23641">
                  <a:extLst>
                    <a:ext uri="{FF2B5EF4-FFF2-40B4-BE49-F238E27FC236}">
                      <a16:creationId xmlns:a16="http://schemas.microsoft.com/office/drawing/2014/main" id="{629B1AE3-1944-3E54-E50E-E48A8FE55C27}"/>
                    </a:ext>
                  </a:extLst>
                </p14:cNvPr>
                <p14:cNvContentPartPr/>
                <p14:nvPr/>
              </p14:nvContentPartPr>
              <p14:xfrm>
                <a:off x="10406264" y="5223186"/>
                <a:ext cx="78480" cy="150840"/>
              </p14:xfrm>
            </p:contentPart>
          </mc:Choice>
          <mc:Fallback xmlns="">
            <p:pic>
              <p:nvPicPr>
                <p:cNvPr id="23642" name="Ink 23641">
                  <a:extLst>
                    <a:ext uri="{FF2B5EF4-FFF2-40B4-BE49-F238E27FC236}">
                      <a16:creationId xmlns:a16="http://schemas.microsoft.com/office/drawing/2014/main" id="{629B1AE3-1944-3E54-E50E-E48A8FE55C27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0388264" y="5205186"/>
                  <a:ext cx="114120" cy="186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58" name="Group 23657">
            <a:extLst>
              <a:ext uri="{FF2B5EF4-FFF2-40B4-BE49-F238E27FC236}">
                <a16:creationId xmlns:a16="http://schemas.microsoft.com/office/drawing/2014/main" id="{BDC1134E-32E2-2295-BD58-1FF318A1EDE1}"/>
              </a:ext>
            </a:extLst>
          </p:cNvPr>
          <p:cNvGrpSpPr/>
          <p:nvPr/>
        </p:nvGrpSpPr>
        <p:grpSpPr>
          <a:xfrm>
            <a:off x="10429664" y="6109866"/>
            <a:ext cx="1560960" cy="408960"/>
            <a:chOff x="10429664" y="6109866"/>
            <a:chExt cx="1560960" cy="40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23644" name="Ink 23643">
                  <a:extLst>
                    <a:ext uri="{FF2B5EF4-FFF2-40B4-BE49-F238E27FC236}">
                      <a16:creationId xmlns:a16="http://schemas.microsoft.com/office/drawing/2014/main" id="{C9CF6CD5-4D37-4426-D069-A802FF8D13AA}"/>
                    </a:ext>
                  </a:extLst>
                </p14:cNvPr>
                <p14:cNvContentPartPr/>
                <p14:nvPr/>
              </p14:nvContentPartPr>
              <p14:xfrm>
                <a:off x="10429664" y="6312546"/>
                <a:ext cx="143280" cy="193680"/>
              </p14:xfrm>
            </p:contentPart>
          </mc:Choice>
          <mc:Fallback xmlns="">
            <p:pic>
              <p:nvPicPr>
                <p:cNvPr id="23644" name="Ink 23643">
                  <a:extLst>
                    <a:ext uri="{FF2B5EF4-FFF2-40B4-BE49-F238E27FC236}">
                      <a16:creationId xmlns:a16="http://schemas.microsoft.com/office/drawing/2014/main" id="{C9CF6CD5-4D37-4426-D069-A802FF8D13AA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0411664" y="6294546"/>
                  <a:ext cx="17892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23645" name="Ink 23644">
                  <a:extLst>
                    <a:ext uri="{FF2B5EF4-FFF2-40B4-BE49-F238E27FC236}">
                      <a16:creationId xmlns:a16="http://schemas.microsoft.com/office/drawing/2014/main" id="{FDFF1C65-03F5-3E4D-7102-CA319083CFCA}"/>
                    </a:ext>
                  </a:extLst>
                </p14:cNvPr>
                <p14:cNvContentPartPr/>
                <p14:nvPr/>
              </p14:nvContentPartPr>
              <p14:xfrm>
                <a:off x="10687424" y="6285186"/>
                <a:ext cx="62280" cy="233640"/>
              </p14:xfrm>
            </p:contentPart>
          </mc:Choice>
          <mc:Fallback xmlns="">
            <p:pic>
              <p:nvPicPr>
                <p:cNvPr id="23645" name="Ink 23644">
                  <a:extLst>
                    <a:ext uri="{FF2B5EF4-FFF2-40B4-BE49-F238E27FC236}">
                      <a16:creationId xmlns:a16="http://schemas.microsoft.com/office/drawing/2014/main" id="{FDFF1C65-03F5-3E4D-7102-CA319083CFCA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0669424" y="6267546"/>
                  <a:ext cx="9792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23646" name="Ink 23645">
                  <a:extLst>
                    <a:ext uri="{FF2B5EF4-FFF2-40B4-BE49-F238E27FC236}">
                      <a16:creationId xmlns:a16="http://schemas.microsoft.com/office/drawing/2014/main" id="{0C2DF4A7-013C-BAB4-BAAB-4802267BB380}"/>
                    </a:ext>
                  </a:extLst>
                </p14:cNvPr>
                <p14:cNvContentPartPr/>
                <p14:nvPr/>
              </p14:nvContentPartPr>
              <p14:xfrm>
                <a:off x="10707944" y="6250986"/>
                <a:ext cx="51840" cy="65160"/>
              </p14:xfrm>
            </p:contentPart>
          </mc:Choice>
          <mc:Fallback xmlns="">
            <p:pic>
              <p:nvPicPr>
                <p:cNvPr id="23646" name="Ink 23645">
                  <a:extLst>
                    <a:ext uri="{FF2B5EF4-FFF2-40B4-BE49-F238E27FC236}">
                      <a16:creationId xmlns:a16="http://schemas.microsoft.com/office/drawing/2014/main" id="{0C2DF4A7-013C-BAB4-BAAB-4802267BB380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0690304" y="6233346"/>
                  <a:ext cx="8748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23647" name="Ink 23646">
                  <a:extLst>
                    <a:ext uri="{FF2B5EF4-FFF2-40B4-BE49-F238E27FC236}">
                      <a16:creationId xmlns:a16="http://schemas.microsoft.com/office/drawing/2014/main" id="{1E75C8DC-82DD-E7D2-260B-4D5F569FCFFF}"/>
                    </a:ext>
                  </a:extLst>
                </p14:cNvPr>
                <p14:cNvContentPartPr/>
                <p14:nvPr/>
              </p14:nvContentPartPr>
              <p14:xfrm>
                <a:off x="10737824" y="6341706"/>
                <a:ext cx="90360" cy="57960"/>
              </p14:xfrm>
            </p:contentPart>
          </mc:Choice>
          <mc:Fallback xmlns="">
            <p:pic>
              <p:nvPicPr>
                <p:cNvPr id="23647" name="Ink 23646">
                  <a:extLst>
                    <a:ext uri="{FF2B5EF4-FFF2-40B4-BE49-F238E27FC236}">
                      <a16:creationId xmlns:a16="http://schemas.microsoft.com/office/drawing/2014/main" id="{1E75C8DC-82DD-E7D2-260B-4D5F569FCFFF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0720184" y="6323706"/>
                  <a:ext cx="12600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23648" name="Ink 23647">
                  <a:extLst>
                    <a:ext uri="{FF2B5EF4-FFF2-40B4-BE49-F238E27FC236}">
                      <a16:creationId xmlns:a16="http://schemas.microsoft.com/office/drawing/2014/main" id="{CBA542E7-41EF-AD6E-48F0-7923BBFAC661}"/>
                    </a:ext>
                  </a:extLst>
                </p14:cNvPr>
                <p14:cNvContentPartPr/>
                <p14:nvPr/>
              </p14:nvContentPartPr>
              <p14:xfrm>
                <a:off x="10904504" y="6244146"/>
                <a:ext cx="30960" cy="186840"/>
              </p14:xfrm>
            </p:contentPart>
          </mc:Choice>
          <mc:Fallback xmlns="">
            <p:pic>
              <p:nvPicPr>
                <p:cNvPr id="23648" name="Ink 23647">
                  <a:extLst>
                    <a:ext uri="{FF2B5EF4-FFF2-40B4-BE49-F238E27FC236}">
                      <a16:creationId xmlns:a16="http://schemas.microsoft.com/office/drawing/2014/main" id="{CBA542E7-41EF-AD6E-48F0-7923BBFAC661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0886864" y="6226146"/>
                  <a:ext cx="6660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23649" name="Ink 23648">
                  <a:extLst>
                    <a:ext uri="{FF2B5EF4-FFF2-40B4-BE49-F238E27FC236}">
                      <a16:creationId xmlns:a16="http://schemas.microsoft.com/office/drawing/2014/main" id="{B4AEF33A-E394-E8EC-142C-0FFEB4A69C59}"/>
                    </a:ext>
                  </a:extLst>
                </p14:cNvPr>
                <p14:cNvContentPartPr/>
                <p14:nvPr/>
              </p14:nvContentPartPr>
              <p14:xfrm>
                <a:off x="10894784" y="6208506"/>
                <a:ext cx="83520" cy="83520"/>
              </p14:xfrm>
            </p:contentPart>
          </mc:Choice>
          <mc:Fallback xmlns="">
            <p:pic>
              <p:nvPicPr>
                <p:cNvPr id="23649" name="Ink 23648">
                  <a:extLst>
                    <a:ext uri="{FF2B5EF4-FFF2-40B4-BE49-F238E27FC236}">
                      <a16:creationId xmlns:a16="http://schemas.microsoft.com/office/drawing/2014/main" id="{B4AEF33A-E394-E8EC-142C-0FFEB4A69C59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0877144" y="6190866"/>
                  <a:ext cx="11916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23650" name="Ink 23649">
                  <a:extLst>
                    <a:ext uri="{FF2B5EF4-FFF2-40B4-BE49-F238E27FC236}">
                      <a16:creationId xmlns:a16="http://schemas.microsoft.com/office/drawing/2014/main" id="{072702B5-D77A-2595-0B9F-65BDE73EBC4A}"/>
                    </a:ext>
                  </a:extLst>
                </p14:cNvPr>
                <p14:cNvContentPartPr/>
                <p14:nvPr/>
              </p14:nvContentPartPr>
              <p14:xfrm>
                <a:off x="10920704" y="6288786"/>
                <a:ext cx="125280" cy="79560"/>
              </p14:xfrm>
            </p:contentPart>
          </mc:Choice>
          <mc:Fallback xmlns="">
            <p:pic>
              <p:nvPicPr>
                <p:cNvPr id="23650" name="Ink 23649">
                  <a:extLst>
                    <a:ext uri="{FF2B5EF4-FFF2-40B4-BE49-F238E27FC236}">
                      <a16:creationId xmlns:a16="http://schemas.microsoft.com/office/drawing/2014/main" id="{072702B5-D77A-2595-0B9F-65BDE73EBC4A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0902704" y="6270786"/>
                  <a:ext cx="16092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23651" name="Ink 23650">
                  <a:extLst>
                    <a:ext uri="{FF2B5EF4-FFF2-40B4-BE49-F238E27FC236}">
                      <a16:creationId xmlns:a16="http://schemas.microsoft.com/office/drawing/2014/main" id="{A04FE623-B917-5C48-B2E5-E5F12A4D248A}"/>
                    </a:ext>
                  </a:extLst>
                </p14:cNvPr>
                <p14:cNvContentPartPr/>
                <p14:nvPr/>
              </p14:nvContentPartPr>
              <p14:xfrm>
                <a:off x="11200784" y="6229746"/>
                <a:ext cx="80640" cy="188280"/>
              </p14:xfrm>
            </p:contentPart>
          </mc:Choice>
          <mc:Fallback xmlns="">
            <p:pic>
              <p:nvPicPr>
                <p:cNvPr id="23651" name="Ink 23650">
                  <a:extLst>
                    <a:ext uri="{FF2B5EF4-FFF2-40B4-BE49-F238E27FC236}">
                      <a16:creationId xmlns:a16="http://schemas.microsoft.com/office/drawing/2014/main" id="{A04FE623-B917-5C48-B2E5-E5F12A4D248A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1183144" y="6211746"/>
                  <a:ext cx="11628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23652" name="Ink 23651">
                  <a:extLst>
                    <a:ext uri="{FF2B5EF4-FFF2-40B4-BE49-F238E27FC236}">
                      <a16:creationId xmlns:a16="http://schemas.microsoft.com/office/drawing/2014/main" id="{084FFAC0-A848-6E65-AE93-DD93F7161E31}"/>
                    </a:ext>
                  </a:extLst>
                </p14:cNvPr>
                <p14:cNvContentPartPr/>
                <p14:nvPr/>
              </p14:nvContentPartPr>
              <p14:xfrm>
                <a:off x="11389064" y="6145146"/>
                <a:ext cx="25920" cy="196200"/>
              </p14:xfrm>
            </p:contentPart>
          </mc:Choice>
          <mc:Fallback xmlns="">
            <p:pic>
              <p:nvPicPr>
                <p:cNvPr id="23652" name="Ink 23651">
                  <a:extLst>
                    <a:ext uri="{FF2B5EF4-FFF2-40B4-BE49-F238E27FC236}">
                      <a16:creationId xmlns:a16="http://schemas.microsoft.com/office/drawing/2014/main" id="{084FFAC0-A848-6E65-AE93-DD93F7161E31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1371424" y="6127146"/>
                  <a:ext cx="6156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23653" name="Ink 23652">
                  <a:extLst>
                    <a:ext uri="{FF2B5EF4-FFF2-40B4-BE49-F238E27FC236}">
                      <a16:creationId xmlns:a16="http://schemas.microsoft.com/office/drawing/2014/main" id="{23E99419-94BB-80F4-99EE-C8A0CECCA329}"/>
                    </a:ext>
                  </a:extLst>
                </p14:cNvPr>
                <p14:cNvContentPartPr/>
                <p14:nvPr/>
              </p14:nvContentPartPr>
              <p14:xfrm>
                <a:off x="11349104" y="6202746"/>
                <a:ext cx="297000" cy="146160"/>
              </p14:xfrm>
            </p:contentPart>
          </mc:Choice>
          <mc:Fallback xmlns="">
            <p:pic>
              <p:nvPicPr>
                <p:cNvPr id="23653" name="Ink 23652">
                  <a:extLst>
                    <a:ext uri="{FF2B5EF4-FFF2-40B4-BE49-F238E27FC236}">
                      <a16:creationId xmlns:a16="http://schemas.microsoft.com/office/drawing/2014/main" id="{23E99419-94BB-80F4-99EE-C8A0CECCA329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1331104" y="6184746"/>
                  <a:ext cx="33264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23654" name="Ink 23653">
                  <a:extLst>
                    <a:ext uri="{FF2B5EF4-FFF2-40B4-BE49-F238E27FC236}">
                      <a16:creationId xmlns:a16="http://schemas.microsoft.com/office/drawing/2014/main" id="{82C87D36-4DAE-E801-D3E1-4C16EADDBBF8}"/>
                    </a:ext>
                  </a:extLst>
                </p14:cNvPr>
                <p14:cNvContentPartPr/>
                <p14:nvPr/>
              </p14:nvContentPartPr>
              <p14:xfrm>
                <a:off x="11683184" y="6109866"/>
                <a:ext cx="78480" cy="203760"/>
              </p14:xfrm>
            </p:contentPart>
          </mc:Choice>
          <mc:Fallback xmlns="">
            <p:pic>
              <p:nvPicPr>
                <p:cNvPr id="23654" name="Ink 23653">
                  <a:extLst>
                    <a:ext uri="{FF2B5EF4-FFF2-40B4-BE49-F238E27FC236}">
                      <a16:creationId xmlns:a16="http://schemas.microsoft.com/office/drawing/2014/main" id="{82C87D36-4DAE-E801-D3E1-4C16EADDBBF8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1665544" y="6092226"/>
                  <a:ext cx="11412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23655" name="Ink 23654">
                  <a:extLst>
                    <a:ext uri="{FF2B5EF4-FFF2-40B4-BE49-F238E27FC236}">
                      <a16:creationId xmlns:a16="http://schemas.microsoft.com/office/drawing/2014/main" id="{29D50E2C-00B3-3565-7E09-EAE44F525FF7}"/>
                    </a:ext>
                  </a:extLst>
                </p14:cNvPr>
                <p14:cNvContentPartPr/>
                <p14:nvPr/>
              </p14:nvContentPartPr>
              <p14:xfrm>
                <a:off x="11676344" y="6200586"/>
                <a:ext cx="82080" cy="54360"/>
              </p14:xfrm>
            </p:contentPart>
          </mc:Choice>
          <mc:Fallback xmlns="">
            <p:pic>
              <p:nvPicPr>
                <p:cNvPr id="23655" name="Ink 23654">
                  <a:extLst>
                    <a:ext uri="{FF2B5EF4-FFF2-40B4-BE49-F238E27FC236}">
                      <a16:creationId xmlns:a16="http://schemas.microsoft.com/office/drawing/2014/main" id="{29D50E2C-00B3-3565-7E09-EAE44F525FF7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1658704" y="6182586"/>
                  <a:ext cx="11772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23656" name="Ink 23655">
                  <a:extLst>
                    <a:ext uri="{FF2B5EF4-FFF2-40B4-BE49-F238E27FC236}">
                      <a16:creationId xmlns:a16="http://schemas.microsoft.com/office/drawing/2014/main" id="{E68505E4-FE3B-3BFC-F56B-F1E8781CA6D2}"/>
                    </a:ext>
                  </a:extLst>
                </p14:cNvPr>
                <p14:cNvContentPartPr/>
                <p14:nvPr/>
              </p14:nvContentPartPr>
              <p14:xfrm>
                <a:off x="11861024" y="6214986"/>
                <a:ext cx="129600" cy="86400"/>
              </p14:xfrm>
            </p:contentPart>
          </mc:Choice>
          <mc:Fallback xmlns="">
            <p:pic>
              <p:nvPicPr>
                <p:cNvPr id="23656" name="Ink 23655">
                  <a:extLst>
                    <a:ext uri="{FF2B5EF4-FFF2-40B4-BE49-F238E27FC236}">
                      <a16:creationId xmlns:a16="http://schemas.microsoft.com/office/drawing/2014/main" id="{E68505E4-FE3B-3BFC-F56B-F1E8781CA6D2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1843024" y="6196986"/>
                  <a:ext cx="16524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23657" name="Ink 23656">
                  <a:extLst>
                    <a:ext uri="{FF2B5EF4-FFF2-40B4-BE49-F238E27FC236}">
                      <a16:creationId xmlns:a16="http://schemas.microsoft.com/office/drawing/2014/main" id="{B8A5D7B7-D5B5-4592-D40D-1FDFF1761C90}"/>
                    </a:ext>
                  </a:extLst>
                </p14:cNvPr>
                <p14:cNvContentPartPr/>
                <p14:nvPr/>
              </p14:nvContentPartPr>
              <p14:xfrm>
                <a:off x="11873264" y="6153066"/>
                <a:ext cx="109440" cy="140400"/>
              </p14:xfrm>
            </p:contentPart>
          </mc:Choice>
          <mc:Fallback xmlns="">
            <p:pic>
              <p:nvPicPr>
                <p:cNvPr id="23657" name="Ink 23656">
                  <a:extLst>
                    <a:ext uri="{FF2B5EF4-FFF2-40B4-BE49-F238E27FC236}">
                      <a16:creationId xmlns:a16="http://schemas.microsoft.com/office/drawing/2014/main" id="{B8A5D7B7-D5B5-4592-D40D-1FDFF1761C90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1855264" y="6135426"/>
                  <a:ext cx="145080" cy="176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64" name="Group 23663">
            <a:extLst>
              <a:ext uri="{FF2B5EF4-FFF2-40B4-BE49-F238E27FC236}">
                <a16:creationId xmlns:a16="http://schemas.microsoft.com/office/drawing/2014/main" id="{ADB63C3A-7125-33FC-B987-04AFC2507DB3}"/>
              </a:ext>
            </a:extLst>
          </p:cNvPr>
          <p:cNvGrpSpPr/>
          <p:nvPr/>
        </p:nvGrpSpPr>
        <p:grpSpPr>
          <a:xfrm>
            <a:off x="10076504" y="3603906"/>
            <a:ext cx="1430280" cy="981360"/>
            <a:chOff x="10076504" y="3603906"/>
            <a:chExt cx="1430280" cy="981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23618" name="Ink 23617">
                  <a:extLst>
                    <a:ext uri="{FF2B5EF4-FFF2-40B4-BE49-F238E27FC236}">
                      <a16:creationId xmlns:a16="http://schemas.microsoft.com/office/drawing/2014/main" id="{A48105C8-6FC8-FF6A-25EE-D15C6E8761B0}"/>
                    </a:ext>
                  </a:extLst>
                </p14:cNvPr>
                <p14:cNvContentPartPr/>
                <p14:nvPr/>
              </p14:nvContentPartPr>
              <p14:xfrm>
                <a:off x="10178024" y="3671226"/>
                <a:ext cx="1328760" cy="83520"/>
              </p14:xfrm>
            </p:contentPart>
          </mc:Choice>
          <mc:Fallback xmlns="">
            <p:pic>
              <p:nvPicPr>
                <p:cNvPr id="23618" name="Ink 23617">
                  <a:extLst>
                    <a:ext uri="{FF2B5EF4-FFF2-40B4-BE49-F238E27FC236}">
                      <a16:creationId xmlns:a16="http://schemas.microsoft.com/office/drawing/2014/main" id="{A48105C8-6FC8-FF6A-25EE-D15C6E8761B0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0160024" y="3653226"/>
                  <a:ext cx="136440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23619" name="Ink 23618">
                  <a:extLst>
                    <a:ext uri="{FF2B5EF4-FFF2-40B4-BE49-F238E27FC236}">
                      <a16:creationId xmlns:a16="http://schemas.microsoft.com/office/drawing/2014/main" id="{490456AD-2620-E2E0-11AE-5157DFA62D29}"/>
                    </a:ext>
                  </a:extLst>
                </p14:cNvPr>
                <p14:cNvContentPartPr/>
                <p14:nvPr/>
              </p14:nvContentPartPr>
              <p14:xfrm>
                <a:off x="11310944" y="3603906"/>
                <a:ext cx="129960" cy="220320"/>
              </p14:xfrm>
            </p:contentPart>
          </mc:Choice>
          <mc:Fallback xmlns="">
            <p:pic>
              <p:nvPicPr>
                <p:cNvPr id="23619" name="Ink 23618">
                  <a:extLst>
                    <a:ext uri="{FF2B5EF4-FFF2-40B4-BE49-F238E27FC236}">
                      <a16:creationId xmlns:a16="http://schemas.microsoft.com/office/drawing/2014/main" id="{490456AD-2620-E2E0-11AE-5157DFA62D29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11293304" y="3585906"/>
                  <a:ext cx="16560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23620" name="Ink 23619">
                  <a:extLst>
                    <a:ext uri="{FF2B5EF4-FFF2-40B4-BE49-F238E27FC236}">
                      <a16:creationId xmlns:a16="http://schemas.microsoft.com/office/drawing/2014/main" id="{5EAE4FA7-1FA5-C17A-03F4-AE5ACB558A41}"/>
                    </a:ext>
                  </a:extLst>
                </p14:cNvPr>
                <p14:cNvContentPartPr/>
                <p14:nvPr/>
              </p14:nvContentPartPr>
              <p14:xfrm>
                <a:off x="10125824" y="3864186"/>
                <a:ext cx="548280" cy="680400"/>
              </p14:xfrm>
            </p:contentPart>
          </mc:Choice>
          <mc:Fallback xmlns="">
            <p:pic>
              <p:nvPicPr>
                <p:cNvPr id="23620" name="Ink 23619">
                  <a:extLst>
                    <a:ext uri="{FF2B5EF4-FFF2-40B4-BE49-F238E27FC236}">
                      <a16:creationId xmlns:a16="http://schemas.microsoft.com/office/drawing/2014/main" id="{5EAE4FA7-1FA5-C17A-03F4-AE5ACB558A41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0107824" y="3846546"/>
                  <a:ext cx="583920" cy="71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23621" name="Ink 23620">
                  <a:extLst>
                    <a:ext uri="{FF2B5EF4-FFF2-40B4-BE49-F238E27FC236}">
                      <a16:creationId xmlns:a16="http://schemas.microsoft.com/office/drawing/2014/main" id="{75797E10-F9B8-2A42-7772-AF6742E4B90D}"/>
                    </a:ext>
                  </a:extLst>
                </p14:cNvPr>
                <p14:cNvContentPartPr/>
                <p14:nvPr/>
              </p14:nvContentPartPr>
              <p14:xfrm>
                <a:off x="10076504" y="4416426"/>
                <a:ext cx="227520" cy="168840"/>
              </p14:xfrm>
            </p:contentPart>
          </mc:Choice>
          <mc:Fallback xmlns="">
            <p:pic>
              <p:nvPicPr>
                <p:cNvPr id="23621" name="Ink 23620">
                  <a:extLst>
                    <a:ext uri="{FF2B5EF4-FFF2-40B4-BE49-F238E27FC236}">
                      <a16:creationId xmlns:a16="http://schemas.microsoft.com/office/drawing/2014/main" id="{75797E10-F9B8-2A42-7772-AF6742E4B90D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0058864" y="4398786"/>
                  <a:ext cx="2631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23659" name="Ink 23658">
                  <a:extLst>
                    <a:ext uri="{FF2B5EF4-FFF2-40B4-BE49-F238E27FC236}">
                      <a16:creationId xmlns:a16="http://schemas.microsoft.com/office/drawing/2014/main" id="{301290F3-9BDE-D9DA-D066-3F922FDF31CA}"/>
                    </a:ext>
                  </a:extLst>
                </p14:cNvPr>
                <p14:cNvContentPartPr/>
                <p14:nvPr/>
              </p14:nvContentPartPr>
              <p14:xfrm>
                <a:off x="10174784" y="3730626"/>
                <a:ext cx="10800" cy="8280"/>
              </p14:xfrm>
            </p:contentPart>
          </mc:Choice>
          <mc:Fallback xmlns="">
            <p:pic>
              <p:nvPicPr>
                <p:cNvPr id="23659" name="Ink 23658">
                  <a:extLst>
                    <a:ext uri="{FF2B5EF4-FFF2-40B4-BE49-F238E27FC236}">
                      <a16:creationId xmlns:a16="http://schemas.microsoft.com/office/drawing/2014/main" id="{301290F3-9BDE-D9DA-D066-3F922FDF31CA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0156784" y="3712626"/>
                  <a:ext cx="46440" cy="4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79" name="Group 23678">
            <a:extLst>
              <a:ext uri="{FF2B5EF4-FFF2-40B4-BE49-F238E27FC236}">
                <a16:creationId xmlns:a16="http://schemas.microsoft.com/office/drawing/2014/main" id="{C6A69C22-85FA-7CC4-D794-3A504B0D0AF5}"/>
              </a:ext>
            </a:extLst>
          </p:cNvPr>
          <p:cNvGrpSpPr/>
          <p:nvPr/>
        </p:nvGrpSpPr>
        <p:grpSpPr>
          <a:xfrm>
            <a:off x="10183784" y="1863306"/>
            <a:ext cx="1557720" cy="1885320"/>
            <a:chOff x="10183784" y="1863306"/>
            <a:chExt cx="1557720" cy="1885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23665" name="Ink 23664">
                  <a:extLst>
                    <a:ext uri="{FF2B5EF4-FFF2-40B4-BE49-F238E27FC236}">
                      <a16:creationId xmlns:a16="http://schemas.microsoft.com/office/drawing/2014/main" id="{8155C0B2-9B18-C995-BF1A-5B7E3987C0BD}"/>
                    </a:ext>
                  </a:extLst>
                </p14:cNvPr>
                <p14:cNvContentPartPr/>
                <p14:nvPr/>
              </p14:nvContentPartPr>
              <p14:xfrm>
                <a:off x="10183784" y="2321226"/>
                <a:ext cx="1548000" cy="1427400"/>
              </p14:xfrm>
            </p:contentPart>
          </mc:Choice>
          <mc:Fallback xmlns="">
            <p:pic>
              <p:nvPicPr>
                <p:cNvPr id="23665" name="Ink 23664">
                  <a:extLst>
                    <a:ext uri="{FF2B5EF4-FFF2-40B4-BE49-F238E27FC236}">
                      <a16:creationId xmlns:a16="http://schemas.microsoft.com/office/drawing/2014/main" id="{8155C0B2-9B18-C995-BF1A-5B7E3987C0BD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0166144" y="2303586"/>
                  <a:ext cx="1583640" cy="146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23666" name="Ink 23665">
                  <a:extLst>
                    <a:ext uri="{FF2B5EF4-FFF2-40B4-BE49-F238E27FC236}">
                      <a16:creationId xmlns:a16="http://schemas.microsoft.com/office/drawing/2014/main" id="{C0864A8B-B86C-ADAB-37A3-C3AD2ABB4CF5}"/>
                    </a:ext>
                  </a:extLst>
                </p14:cNvPr>
                <p14:cNvContentPartPr/>
                <p14:nvPr/>
              </p14:nvContentPartPr>
              <p14:xfrm>
                <a:off x="10486184" y="2107386"/>
                <a:ext cx="171720" cy="203400"/>
              </p14:xfrm>
            </p:contentPart>
          </mc:Choice>
          <mc:Fallback xmlns="">
            <p:pic>
              <p:nvPicPr>
                <p:cNvPr id="23666" name="Ink 23665">
                  <a:extLst>
                    <a:ext uri="{FF2B5EF4-FFF2-40B4-BE49-F238E27FC236}">
                      <a16:creationId xmlns:a16="http://schemas.microsoft.com/office/drawing/2014/main" id="{C0864A8B-B86C-ADAB-37A3-C3AD2ABB4CF5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0468544" y="2089746"/>
                  <a:ext cx="20736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23667" name="Ink 23666">
                  <a:extLst>
                    <a:ext uri="{FF2B5EF4-FFF2-40B4-BE49-F238E27FC236}">
                      <a16:creationId xmlns:a16="http://schemas.microsoft.com/office/drawing/2014/main" id="{11B83727-D3C9-90CC-6A8B-FB1B80CBDEE3}"/>
                    </a:ext>
                  </a:extLst>
                </p14:cNvPr>
                <p14:cNvContentPartPr/>
                <p14:nvPr/>
              </p14:nvContentPartPr>
              <p14:xfrm>
                <a:off x="10740344" y="2208906"/>
                <a:ext cx="167760" cy="149400"/>
              </p14:xfrm>
            </p:contentPart>
          </mc:Choice>
          <mc:Fallback xmlns="">
            <p:pic>
              <p:nvPicPr>
                <p:cNvPr id="23667" name="Ink 23666">
                  <a:extLst>
                    <a:ext uri="{FF2B5EF4-FFF2-40B4-BE49-F238E27FC236}">
                      <a16:creationId xmlns:a16="http://schemas.microsoft.com/office/drawing/2014/main" id="{11B83727-D3C9-90CC-6A8B-FB1B80CBDEE3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0722704" y="2190906"/>
                  <a:ext cx="20340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23668" name="Ink 23667">
                  <a:extLst>
                    <a:ext uri="{FF2B5EF4-FFF2-40B4-BE49-F238E27FC236}">
                      <a16:creationId xmlns:a16="http://schemas.microsoft.com/office/drawing/2014/main" id="{CF1AA903-CBDD-DB08-C862-5D3B50FD920B}"/>
                    </a:ext>
                  </a:extLst>
                </p14:cNvPr>
                <p14:cNvContentPartPr/>
                <p14:nvPr/>
              </p14:nvContentPartPr>
              <p14:xfrm>
                <a:off x="10954544" y="2170386"/>
                <a:ext cx="104760" cy="149400"/>
              </p14:xfrm>
            </p:contentPart>
          </mc:Choice>
          <mc:Fallback xmlns="">
            <p:pic>
              <p:nvPicPr>
                <p:cNvPr id="23668" name="Ink 23667">
                  <a:extLst>
                    <a:ext uri="{FF2B5EF4-FFF2-40B4-BE49-F238E27FC236}">
                      <a16:creationId xmlns:a16="http://schemas.microsoft.com/office/drawing/2014/main" id="{CF1AA903-CBDD-DB08-C862-5D3B50FD920B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936904" y="2152386"/>
                  <a:ext cx="14040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23669" name="Ink 23668">
                  <a:extLst>
                    <a:ext uri="{FF2B5EF4-FFF2-40B4-BE49-F238E27FC236}">
                      <a16:creationId xmlns:a16="http://schemas.microsoft.com/office/drawing/2014/main" id="{CB6B5902-D54D-19A5-43AC-3BE840F705E8}"/>
                    </a:ext>
                  </a:extLst>
                </p14:cNvPr>
                <p14:cNvContentPartPr/>
                <p14:nvPr/>
              </p14:nvContentPartPr>
              <p14:xfrm>
                <a:off x="11087384" y="2128266"/>
                <a:ext cx="34560" cy="26640"/>
              </p14:xfrm>
            </p:contentPart>
          </mc:Choice>
          <mc:Fallback xmlns="">
            <p:pic>
              <p:nvPicPr>
                <p:cNvPr id="23669" name="Ink 23668">
                  <a:extLst>
                    <a:ext uri="{FF2B5EF4-FFF2-40B4-BE49-F238E27FC236}">
                      <a16:creationId xmlns:a16="http://schemas.microsoft.com/office/drawing/2014/main" id="{CB6B5902-D54D-19A5-43AC-3BE840F705E8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1069744" y="2110266"/>
                  <a:ext cx="7020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23670" name="Ink 23669">
                  <a:extLst>
                    <a:ext uri="{FF2B5EF4-FFF2-40B4-BE49-F238E27FC236}">
                      <a16:creationId xmlns:a16="http://schemas.microsoft.com/office/drawing/2014/main" id="{7C32E400-8942-56B8-16E6-C010D4AB4CB8}"/>
                    </a:ext>
                  </a:extLst>
                </p14:cNvPr>
                <p14:cNvContentPartPr/>
                <p14:nvPr/>
              </p14:nvContentPartPr>
              <p14:xfrm>
                <a:off x="11124464" y="2173626"/>
                <a:ext cx="50040" cy="30240"/>
              </p14:xfrm>
            </p:contentPart>
          </mc:Choice>
          <mc:Fallback xmlns="">
            <p:pic>
              <p:nvPicPr>
                <p:cNvPr id="23670" name="Ink 23669">
                  <a:extLst>
                    <a:ext uri="{FF2B5EF4-FFF2-40B4-BE49-F238E27FC236}">
                      <a16:creationId xmlns:a16="http://schemas.microsoft.com/office/drawing/2014/main" id="{7C32E400-8942-56B8-16E6-C010D4AB4CB8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1106824" y="2155986"/>
                  <a:ext cx="8568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23671" name="Ink 23670">
                  <a:extLst>
                    <a:ext uri="{FF2B5EF4-FFF2-40B4-BE49-F238E27FC236}">
                      <a16:creationId xmlns:a16="http://schemas.microsoft.com/office/drawing/2014/main" id="{9EA25BB7-39C9-6686-1C46-C24320C04B4F}"/>
                    </a:ext>
                  </a:extLst>
                </p14:cNvPr>
                <p14:cNvContentPartPr/>
                <p14:nvPr/>
              </p14:nvContentPartPr>
              <p14:xfrm>
                <a:off x="11259824" y="1995066"/>
                <a:ext cx="46440" cy="180720"/>
              </p14:xfrm>
            </p:contentPart>
          </mc:Choice>
          <mc:Fallback xmlns="">
            <p:pic>
              <p:nvPicPr>
                <p:cNvPr id="23671" name="Ink 23670">
                  <a:extLst>
                    <a:ext uri="{FF2B5EF4-FFF2-40B4-BE49-F238E27FC236}">
                      <a16:creationId xmlns:a16="http://schemas.microsoft.com/office/drawing/2014/main" id="{9EA25BB7-39C9-6686-1C46-C24320C04B4F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1242184" y="1977066"/>
                  <a:ext cx="8208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23672" name="Ink 23671">
                  <a:extLst>
                    <a:ext uri="{FF2B5EF4-FFF2-40B4-BE49-F238E27FC236}">
                      <a16:creationId xmlns:a16="http://schemas.microsoft.com/office/drawing/2014/main" id="{DD6015D1-1EB3-6D17-48C5-277BD653BF58}"/>
                    </a:ext>
                  </a:extLst>
                </p14:cNvPr>
                <p14:cNvContentPartPr/>
                <p14:nvPr/>
              </p14:nvContentPartPr>
              <p14:xfrm>
                <a:off x="11390144" y="2033586"/>
                <a:ext cx="16920" cy="10800"/>
              </p14:xfrm>
            </p:contentPart>
          </mc:Choice>
          <mc:Fallback xmlns="">
            <p:pic>
              <p:nvPicPr>
                <p:cNvPr id="23672" name="Ink 23671">
                  <a:extLst>
                    <a:ext uri="{FF2B5EF4-FFF2-40B4-BE49-F238E27FC236}">
                      <a16:creationId xmlns:a16="http://schemas.microsoft.com/office/drawing/2014/main" id="{DD6015D1-1EB3-6D17-48C5-277BD653BF58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1372144" y="2015586"/>
                  <a:ext cx="5256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23673" name="Ink 23672">
                  <a:extLst>
                    <a:ext uri="{FF2B5EF4-FFF2-40B4-BE49-F238E27FC236}">
                      <a16:creationId xmlns:a16="http://schemas.microsoft.com/office/drawing/2014/main" id="{80792861-EFFF-DD35-D5FE-C347EF39393D}"/>
                    </a:ext>
                  </a:extLst>
                </p14:cNvPr>
                <p14:cNvContentPartPr/>
                <p14:nvPr/>
              </p14:nvContentPartPr>
              <p14:xfrm>
                <a:off x="11472944" y="1926306"/>
                <a:ext cx="118800" cy="167040"/>
              </p14:xfrm>
            </p:contentPart>
          </mc:Choice>
          <mc:Fallback xmlns="">
            <p:pic>
              <p:nvPicPr>
                <p:cNvPr id="23673" name="Ink 23672">
                  <a:extLst>
                    <a:ext uri="{FF2B5EF4-FFF2-40B4-BE49-F238E27FC236}">
                      <a16:creationId xmlns:a16="http://schemas.microsoft.com/office/drawing/2014/main" id="{80792861-EFFF-DD35-D5FE-C347EF39393D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1454944" y="1908666"/>
                  <a:ext cx="15444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23674" name="Ink 23673">
                  <a:extLst>
                    <a:ext uri="{FF2B5EF4-FFF2-40B4-BE49-F238E27FC236}">
                      <a16:creationId xmlns:a16="http://schemas.microsoft.com/office/drawing/2014/main" id="{3AD7D53A-466D-0494-B4FB-9AF7DACF3AC0}"/>
                    </a:ext>
                  </a:extLst>
                </p14:cNvPr>
                <p14:cNvContentPartPr/>
                <p14:nvPr/>
              </p14:nvContentPartPr>
              <p14:xfrm>
                <a:off x="11661584" y="1863306"/>
                <a:ext cx="79920" cy="128880"/>
              </p14:xfrm>
            </p:contentPart>
          </mc:Choice>
          <mc:Fallback xmlns="">
            <p:pic>
              <p:nvPicPr>
                <p:cNvPr id="23674" name="Ink 23673">
                  <a:extLst>
                    <a:ext uri="{FF2B5EF4-FFF2-40B4-BE49-F238E27FC236}">
                      <a16:creationId xmlns:a16="http://schemas.microsoft.com/office/drawing/2014/main" id="{3AD7D53A-466D-0494-B4FB-9AF7DACF3AC0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1643944" y="1845306"/>
                  <a:ext cx="11556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23676" name="Ink 23675">
                  <a:extLst>
                    <a:ext uri="{FF2B5EF4-FFF2-40B4-BE49-F238E27FC236}">
                      <a16:creationId xmlns:a16="http://schemas.microsoft.com/office/drawing/2014/main" id="{71A09F9B-9DAB-539E-A4C9-998E506BDFD5}"/>
                    </a:ext>
                  </a:extLst>
                </p14:cNvPr>
                <p14:cNvContentPartPr/>
                <p14:nvPr/>
              </p14:nvContentPartPr>
              <p14:xfrm>
                <a:off x="11024744" y="2575026"/>
                <a:ext cx="128880" cy="149400"/>
              </p14:xfrm>
            </p:contentPart>
          </mc:Choice>
          <mc:Fallback xmlns="">
            <p:pic>
              <p:nvPicPr>
                <p:cNvPr id="23676" name="Ink 23675">
                  <a:extLst>
                    <a:ext uri="{FF2B5EF4-FFF2-40B4-BE49-F238E27FC236}">
                      <a16:creationId xmlns:a16="http://schemas.microsoft.com/office/drawing/2014/main" id="{71A09F9B-9DAB-539E-A4C9-998E506BDFD5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1006744" y="2557026"/>
                  <a:ext cx="1645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23677" name="Ink 23676">
                  <a:extLst>
                    <a:ext uri="{FF2B5EF4-FFF2-40B4-BE49-F238E27FC236}">
                      <a16:creationId xmlns:a16="http://schemas.microsoft.com/office/drawing/2014/main" id="{C489D00A-B5A2-B152-0142-AF927204BBE2}"/>
                    </a:ext>
                  </a:extLst>
                </p14:cNvPr>
                <p14:cNvContentPartPr/>
                <p14:nvPr/>
              </p14:nvContentPartPr>
              <p14:xfrm>
                <a:off x="11283584" y="2531826"/>
                <a:ext cx="14760" cy="138960"/>
              </p14:xfrm>
            </p:contentPart>
          </mc:Choice>
          <mc:Fallback xmlns="">
            <p:pic>
              <p:nvPicPr>
                <p:cNvPr id="23677" name="Ink 23676">
                  <a:extLst>
                    <a:ext uri="{FF2B5EF4-FFF2-40B4-BE49-F238E27FC236}">
                      <a16:creationId xmlns:a16="http://schemas.microsoft.com/office/drawing/2014/main" id="{C489D00A-B5A2-B152-0142-AF927204BBE2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11265584" y="2514186"/>
                  <a:ext cx="5040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23678" name="Ink 23677">
                  <a:extLst>
                    <a:ext uri="{FF2B5EF4-FFF2-40B4-BE49-F238E27FC236}">
                      <a16:creationId xmlns:a16="http://schemas.microsoft.com/office/drawing/2014/main" id="{C99D1F1D-5857-3A1F-842D-11F5F67147E2}"/>
                    </a:ext>
                  </a:extLst>
                </p14:cNvPr>
                <p14:cNvContentPartPr/>
                <p14:nvPr/>
              </p14:nvContentPartPr>
              <p14:xfrm>
                <a:off x="11264504" y="2447586"/>
                <a:ext cx="159120" cy="149760"/>
              </p14:xfrm>
            </p:contentPart>
          </mc:Choice>
          <mc:Fallback xmlns="">
            <p:pic>
              <p:nvPicPr>
                <p:cNvPr id="23678" name="Ink 23677">
                  <a:extLst>
                    <a:ext uri="{FF2B5EF4-FFF2-40B4-BE49-F238E27FC236}">
                      <a16:creationId xmlns:a16="http://schemas.microsoft.com/office/drawing/2014/main" id="{C99D1F1D-5857-3A1F-842D-11F5F67147E2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11246504" y="2429946"/>
                  <a:ext cx="194760" cy="18540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9" name="Text Box 3">
            <a:extLst>
              <a:ext uri="{FF2B5EF4-FFF2-40B4-BE49-F238E27FC236}">
                <a16:creationId xmlns:a16="http://schemas.microsoft.com/office/drawing/2014/main" id="{88FB30F5-A417-A902-6007-9FC26C9FEB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38400" y="457200"/>
            <a:ext cx="6858000" cy="2945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lnSpc>
                <a:spcPct val="120000"/>
              </a:lnSpc>
              <a:spcBef>
                <a:spcPct val="50000"/>
              </a:spcBef>
              <a:buFontTx/>
              <a:buNone/>
            </a:pPr>
            <a:endParaRPr lang="en-US" altLang="en-US" sz="1200"/>
          </a:p>
        </p:txBody>
      </p:sp>
      <p:graphicFrame>
        <p:nvGraphicFramePr>
          <p:cNvPr id="24580" name="Object 4">
            <a:extLst>
              <a:ext uri="{FF2B5EF4-FFF2-40B4-BE49-F238E27FC236}">
                <a16:creationId xmlns:a16="http://schemas.microsoft.com/office/drawing/2014/main" id="{1409F64A-D6F9-800A-F2AB-FCF6B869524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505201" y="2057401"/>
          <a:ext cx="4945063" cy="3268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Bitmap Image" r:id="rId2" imgW="4945809" imgH="3269263" progId="Paint.Picture">
                  <p:embed/>
                </p:oleObj>
              </mc:Choice>
              <mc:Fallback>
                <p:oleObj name="Bitmap Image" r:id="rId2" imgW="4945809" imgH="3269263" progId="Paint.Picture">
                  <p:embed/>
                  <p:pic>
                    <p:nvPicPr>
                      <p:cNvPr id="24580" name="Object 4">
                        <a:extLst>
                          <a:ext uri="{FF2B5EF4-FFF2-40B4-BE49-F238E27FC236}">
                            <a16:creationId xmlns:a16="http://schemas.microsoft.com/office/drawing/2014/main" id="{1409F64A-D6F9-800A-F2AB-FCF6B869524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05201" y="2057401"/>
                        <a:ext cx="4945063" cy="32686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581" name="Text Box 5">
            <a:extLst>
              <a:ext uri="{FF2B5EF4-FFF2-40B4-BE49-F238E27FC236}">
                <a16:creationId xmlns:a16="http://schemas.microsoft.com/office/drawing/2014/main" id="{443512B4-D599-35EA-B29B-B9080A0F9C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1678836" y="-63789"/>
            <a:ext cx="838200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dirty="0">
                <a:solidFill>
                  <a:srgbClr val="991B1E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Introduction to the MOSFET</a:t>
            </a:r>
          </a:p>
        </p:txBody>
      </p:sp>
      <p:sp>
        <p:nvSpPr>
          <p:cNvPr id="24582" name="Text Box 6">
            <a:extLst>
              <a:ext uri="{FF2B5EF4-FFF2-40B4-BE49-F238E27FC236}">
                <a16:creationId xmlns:a16="http://schemas.microsoft.com/office/drawing/2014/main" id="{95C0E4D3-9900-C677-5784-9BC3743971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371600"/>
            <a:ext cx="8382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/>
              <a:t>Two ways of representing a MOSFET:</a:t>
            </a:r>
            <a:endParaRPr lang="en-US" altLang="en-US" sz="2400" i="1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7FB668C-1384-45DF-91F3-C804397B7396}"/>
              </a:ext>
            </a:extLst>
          </p:cNvPr>
          <p:cNvGrpSpPr/>
          <p:nvPr/>
        </p:nvGrpSpPr>
        <p:grpSpPr>
          <a:xfrm>
            <a:off x="9073820" y="1469216"/>
            <a:ext cx="1733760" cy="612720"/>
            <a:chOff x="9073820" y="1469216"/>
            <a:chExt cx="1733760" cy="612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43077472-10E5-CE63-4129-E7F4D157BB5F}"/>
                    </a:ext>
                  </a:extLst>
                </p14:cNvPr>
                <p14:cNvContentPartPr/>
                <p14:nvPr/>
              </p14:nvContentPartPr>
              <p14:xfrm>
                <a:off x="9748820" y="1469216"/>
                <a:ext cx="58680" cy="50472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43077472-10E5-CE63-4129-E7F4D157BB5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731180" y="1451216"/>
                  <a:ext cx="94320" cy="54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FF06D55-DECA-425A-2F1C-B67C1A1985E4}"/>
                    </a:ext>
                  </a:extLst>
                </p14:cNvPr>
                <p14:cNvContentPartPr/>
                <p14:nvPr/>
              </p14:nvContentPartPr>
              <p14:xfrm>
                <a:off x="9717860" y="1585496"/>
                <a:ext cx="395640" cy="4183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FF06D55-DECA-425A-2F1C-B67C1A1985E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700220" y="1567856"/>
                  <a:ext cx="431280" cy="45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0AD05A7F-5A89-A1FB-6AB5-230599A1E6D1}"/>
                    </a:ext>
                  </a:extLst>
                </p14:cNvPr>
                <p14:cNvContentPartPr/>
                <p14:nvPr/>
              </p14:nvContentPartPr>
              <p14:xfrm>
                <a:off x="10055540" y="1475696"/>
                <a:ext cx="163800" cy="6062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0AD05A7F-5A89-A1FB-6AB5-230599A1E6D1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037540" y="1457696"/>
                  <a:ext cx="199440" cy="64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3631FDC-A5D1-EF23-D1B9-DA599BCC3BF2}"/>
                    </a:ext>
                  </a:extLst>
                </p14:cNvPr>
                <p14:cNvContentPartPr/>
                <p14:nvPr/>
              </p14:nvContentPartPr>
              <p14:xfrm>
                <a:off x="10145180" y="1747496"/>
                <a:ext cx="662400" cy="385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3631FDC-A5D1-EF23-D1B9-DA599BCC3BF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127540" y="1729496"/>
                  <a:ext cx="69804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256296B-3FC9-7055-6801-51F4CF33C0C2}"/>
                    </a:ext>
                  </a:extLst>
                </p14:cNvPr>
                <p14:cNvContentPartPr/>
                <p14:nvPr/>
              </p14:nvContentPartPr>
              <p14:xfrm>
                <a:off x="9073820" y="1828856"/>
                <a:ext cx="658800" cy="511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256296B-3FC9-7055-6801-51F4CF33C0C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056180" y="1811216"/>
                  <a:ext cx="694440" cy="86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413AE0D-1F91-65CF-CCD3-4182B60C3A78}"/>
              </a:ext>
            </a:extLst>
          </p:cNvPr>
          <p:cNvGrpSpPr/>
          <p:nvPr/>
        </p:nvGrpSpPr>
        <p:grpSpPr>
          <a:xfrm>
            <a:off x="9349220" y="908696"/>
            <a:ext cx="941760" cy="378360"/>
            <a:chOff x="9349220" y="908696"/>
            <a:chExt cx="941760" cy="378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70AB494-C90D-B79A-0BFB-1E1217F6C911}"/>
                    </a:ext>
                  </a:extLst>
                </p14:cNvPr>
                <p14:cNvContentPartPr/>
                <p14:nvPr/>
              </p14:nvContentPartPr>
              <p14:xfrm>
                <a:off x="9349220" y="967736"/>
                <a:ext cx="72720" cy="3193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70AB494-C90D-B79A-0BFB-1E1217F6C91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331220" y="950096"/>
                  <a:ext cx="108360" cy="35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CB27C0F-CB49-A881-482D-CA1B8A75C5E3}"/>
                    </a:ext>
                  </a:extLst>
                </p14:cNvPr>
                <p14:cNvContentPartPr/>
                <p14:nvPr/>
              </p14:nvContentPartPr>
              <p14:xfrm>
                <a:off x="9361100" y="1016336"/>
                <a:ext cx="154800" cy="2354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CB27C0F-CB49-A881-482D-CA1B8A75C5E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343100" y="998696"/>
                  <a:ext cx="19044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ED8781F-A9A9-9D5E-8D0B-C57B013B5509}"/>
                    </a:ext>
                  </a:extLst>
                </p14:cNvPr>
                <p14:cNvContentPartPr/>
                <p14:nvPr/>
              </p14:nvContentPartPr>
              <p14:xfrm>
                <a:off x="9609860" y="1127216"/>
                <a:ext cx="42120" cy="1342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ED8781F-A9A9-9D5E-8D0B-C57B013B550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592220" y="1109216"/>
                  <a:ext cx="7776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F045BF0D-99D3-49F5-265D-24E38040BD7C}"/>
                    </a:ext>
                  </a:extLst>
                </p14:cNvPr>
                <p14:cNvContentPartPr/>
                <p14:nvPr/>
              </p14:nvContentPartPr>
              <p14:xfrm>
                <a:off x="9572780" y="1020296"/>
                <a:ext cx="10440" cy="241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F045BF0D-99D3-49F5-265D-24E38040BD7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554780" y="1002296"/>
                  <a:ext cx="4608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2CAD1A7-08C6-7CA4-7AC8-DE364840CFB8}"/>
                    </a:ext>
                  </a:extLst>
                </p14:cNvPr>
                <p14:cNvContentPartPr/>
                <p14:nvPr/>
              </p14:nvContentPartPr>
              <p14:xfrm>
                <a:off x="9737300" y="1061696"/>
                <a:ext cx="109440" cy="1101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2CAD1A7-08C6-7CA4-7AC8-DE364840CFB8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719300" y="1043696"/>
                  <a:ext cx="14508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CF51716-AC87-DD35-647C-138BCD13EDC2}"/>
                    </a:ext>
                  </a:extLst>
                </p14:cNvPr>
                <p14:cNvContentPartPr/>
                <p14:nvPr/>
              </p14:nvContentPartPr>
              <p14:xfrm>
                <a:off x="9939620" y="908696"/>
                <a:ext cx="115200" cy="2314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CF51716-AC87-DD35-647C-138BCD13EDC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921620" y="890696"/>
                  <a:ext cx="15084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072C9E6-B24F-E9D7-8E70-24B4B48EF71D}"/>
                    </a:ext>
                  </a:extLst>
                </p14:cNvPr>
                <p14:cNvContentPartPr/>
                <p14:nvPr/>
              </p14:nvContentPartPr>
              <p14:xfrm>
                <a:off x="10175060" y="953696"/>
                <a:ext cx="115920" cy="1785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072C9E6-B24F-E9D7-8E70-24B4B48EF71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0157420" y="936056"/>
                  <a:ext cx="151560" cy="21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67EB22C-E060-570E-61A2-076D07433BD7}"/>
              </a:ext>
            </a:extLst>
          </p:cNvPr>
          <p:cNvGrpSpPr/>
          <p:nvPr/>
        </p:nvGrpSpPr>
        <p:grpSpPr>
          <a:xfrm>
            <a:off x="8928020" y="2580536"/>
            <a:ext cx="1479960" cy="1302480"/>
            <a:chOff x="8928020" y="2580536"/>
            <a:chExt cx="1479960" cy="1302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4ADBE33-973E-C5C9-8603-89CE798479E4}"/>
                    </a:ext>
                  </a:extLst>
                </p14:cNvPr>
                <p14:cNvContentPartPr/>
                <p14:nvPr/>
              </p14:nvContentPartPr>
              <p14:xfrm>
                <a:off x="9863300" y="2580536"/>
                <a:ext cx="384480" cy="3232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4ADBE33-973E-C5C9-8603-89CE798479E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9845300" y="2562896"/>
                  <a:ext cx="420120" cy="35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EB612616-934B-6A39-D287-DEF1AA5459FA}"/>
                    </a:ext>
                  </a:extLst>
                </p14:cNvPr>
                <p14:cNvContentPartPr/>
                <p14:nvPr/>
              </p14:nvContentPartPr>
              <p14:xfrm>
                <a:off x="9882380" y="2894096"/>
                <a:ext cx="394200" cy="5281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EB612616-934B-6A39-D287-DEF1AA5459F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864380" y="2876456"/>
                  <a:ext cx="429840" cy="56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83EC03B-B87E-A0BD-EC19-BC16EB3BCC94}"/>
                    </a:ext>
                  </a:extLst>
                </p14:cNvPr>
                <p14:cNvContentPartPr/>
                <p14:nvPr/>
              </p14:nvContentPartPr>
              <p14:xfrm>
                <a:off x="10323740" y="3353096"/>
                <a:ext cx="84240" cy="5299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83EC03B-B87E-A0BD-EC19-BC16EB3BCC9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306100" y="3335096"/>
                  <a:ext cx="119880" cy="56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5F5C789-1709-1F4B-2DED-8D6E70C7FF1E}"/>
                    </a:ext>
                  </a:extLst>
                </p14:cNvPr>
                <p14:cNvContentPartPr/>
                <p14:nvPr/>
              </p14:nvContentPartPr>
              <p14:xfrm>
                <a:off x="9662420" y="2995616"/>
                <a:ext cx="97200" cy="3636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5F5C789-1709-1F4B-2DED-8D6E70C7FF1E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644420" y="2977616"/>
                  <a:ext cx="132840" cy="39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93DE9D36-6594-07BC-FE07-90F277F4C9A8}"/>
                    </a:ext>
                  </a:extLst>
                </p14:cNvPr>
                <p14:cNvContentPartPr/>
                <p14:nvPr/>
              </p14:nvContentPartPr>
              <p14:xfrm>
                <a:off x="8928020" y="3151496"/>
                <a:ext cx="866880" cy="252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93DE9D36-6594-07BC-FE07-90F277F4C9A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910380" y="3133496"/>
                  <a:ext cx="902520" cy="6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CC566A18-5944-EC1A-8D20-0EE1FE0F99D5}"/>
              </a:ext>
            </a:extLst>
          </p:cNvPr>
          <p:cNvGrpSpPr/>
          <p:nvPr/>
        </p:nvGrpSpPr>
        <p:grpSpPr>
          <a:xfrm>
            <a:off x="9281540" y="2142416"/>
            <a:ext cx="1744920" cy="356760"/>
            <a:chOff x="9281540" y="2142416"/>
            <a:chExt cx="1744920" cy="35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2C1A118-C64C-B9CB-667D-F906CBA5A998}"/>
                    </a:ext>
                  </a:extLst>
                </p14:cNvPr>
                <p14:cNvContentPartPr/>
                <p14:nvPr/>
              </p14:nvContentPartPr>
              <p14:xfrm>
                <a:off x="9281540" y="2293976"/>
                <a:ext cx="225360" cy="522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2C1A118-C64C-B9CB-667D-F906CBA5A99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263540" y="2275976"/>
                  <a:ext cx="26100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522D8A6D-DCD6-D659-966F-60D8ABCCD27F}"/>
                    </a:ext>
                  </a:extLst>
                </p14:cNvPr>
                <p14:cNvContentPartPr/>
                <p14:nvPr/>
              </p14:nvContentPartPr>
              <p14:xfrm>
                <a:off x="9422660" y="2304416"/>
                <a:ext cx="77400" cy="1947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522D8A6D-DCD6-D659-966F-60D8ABCCD27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404660" y="2286776"/>
                  <a:ext cx="11304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9E3FDA5-2BD0-1AD1-EE50-256CBAE87DA9}"/>
                    </a:ext>
                  </a:extLst>
                </p14:cNvPr>
                <p14:cNvContentPartPr/>
                <p14:nvPr/>
              </p14:nvContentPartPr>
              <p14:xfrm>
                <a:off x="9545420" y="2387576"/>
                <a:ext cx="87480" cy="1094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9E3FDA5-2BD0-1AD1-EE50-256CBAE87DA9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9527420" y="2369576"/>
                  <a:ext cx="12312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7032E8F-6231-C999-BC70-E5572A3C13ED}"/>
                    </a:ext>
                  </a:extLst>
                </p14:cNvPr>
                <p14:cNvContentPartPr/>
                <p14:nvPr/>
              </p14:nvContentPartPr>
              <p14:xfrm>
                <a:off x="9718940" y="2342576"/>
                <a:ext cx="315720" cy="1231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7032E8F-6231-C999-BC70-E5572A3C13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700940" y="2324936"/>
                  <a:ext cx="35136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B8D8B10-91BC-2BB9-7F61-7243DE3F68BC}"/>
                    </a:ext>
                  </a:extLst>
                </p14:cNvPr>
                <p14:cNvContentPartPr/>
                <p14:nvPr/>
              </p14:nvContentPartPr>
              <p14:xfrm>
                <a:off x="10104860" y="2324936"/>
                <a:ext cx="75600" cy="1105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B8D8B10-91BC-2BB9-7F61-7243DE3F68BC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087220" y="2306936"/>
                  <a:ext cx="11124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94DF879-CFFA-6DAE-F62D-2A28630A7A2F}"/>
                    </a:ext>
                  </a:extLst>
                </p14:cNvPr>
                <p14:cNvContentPartPr/>
                <p14:nvPr/>
              </p14:nvContentPartPr>
              <p14:xfrm>
                <a:off x="10245980" y="2261216"/>
                <a:ext cx="74880" cy="1346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94DF879-CFFA-6DAE-F62D-2A28630A7A2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228340" y="2243576"/>
                  <a:ext cx="11052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8C4ABAE-FE6D-E8DB-B0B3-EA105D9A5710}"/>
                    </a:ext>
                  </a:extLst>
                </p14:cNvPr>
                <p14:cNvContentPartPr/>
                <p14:nvPr/>
              </p14:nvContentPartPr>
              <p14:xfrm>
                <a:off x="10281620" y="2174816"/>
                <a:ext cx="12600" cy="201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8C4ABAE-FE6D-E8DB-B0B3-EA105D9A5710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263980" y="2156816"/>
                  <a:ext cx="4824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69D99696-2BBE-5341-D4F5-D7E44B94E54D}"/>
                    </a:ext>
                  </a:extLst>
                </p14:cNvPr>
                <p14:cNvContentPartPr/>
                <p14:nvPr/>
              </p14:nvContentPartPr>
              <p14:xfrm>
                <a:off x="10402940" y="2226656"/>
                <a:ext cx="38880" cy="1198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69D99696-2BBE-5341-D4F5-D7E44B94E54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384940" y="2208656"/>
                  <a:ext cx="7452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0CD823D-FF73-58A8-E48F-07A3100F46EB}"/>
                    </a:ext>
                  </a:extLst>
                </p14:cNvPr>
                <p14:cNvContentPartPr/>
                <p14:nvPr/>
              </p14:nvContentPartPr>
              <p14:xfrm>
                <a:off x="10487540" y="2142416"/>
                <a:ext cx="74880" cy="2131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0CD823D-FF73-58A8-E48F-07A3100F46E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469540" y="2124776"/>
                  <a:ext cx="11052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2ECF431-E31E-B9B1-5E91-EF86FD11C154}"/>
                    </a:ext>
                  </a:extLst>
                </p14:cNvPr>
                <p14:cNvContentPartPr/>
                <p14:nvPr/>
              </p14:nvContentPartPr>
              <p14:xfrm>
                <a:off x="10529300" y="2252576"/>
                <a:ext cx="118800" cy="266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2ECF431-E31E-B9B1-5E91-EF86FD11C154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511660" y="2234936"/>
                  <a:ext cx="15444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0F5BA39D-A044-C9D1-A4AF-D2E4E5A88DC8}"/>
                    </a:ext>
                  </a:extLst>
                </p14:cNvPr>
                <p14:cNvContentPartPr/>
                <p14:nvPr/>
              </p14:nvContentPartPr>
              <p14:xfrm>
                <a:off x="10689140" y="2242496"/>
                <a:ext cx="82800" cy="428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0F5BA39D-A044-C9D1-A4AF-D2E4E5A88DC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671140" y="2224856"/>
                  <a:ext cx="11844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8F96E34-4B22-55D0-603F-2575A8C3DC7E}"/>
                    </a:ext>
                  </a:extLst>
                </p14:cNvPr>
                <p14:cNvContentPartPr/>
                <p14:nvPr/>
              </p14:nvContentPartPr>
              <p14:xfrm>
                <a:off x="10836740" y="2149256"/>
                <a:ext cx="62640" cy="997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8F96E34-4B22-55D0-603F-2575A8C3DC7E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818740" y="2131256"/>
                  <a:ext cx="9828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D6CBB48-0744-1347-8C32-0EE1AE999DDE}"/>
                    </a:ext>
                  </a:extLst>
                </p14:cNvPr>
                <p14:cNvContentPartPr/>
                <p14:nvPr/>
              </p14:nvContentPartPr>
              <p14:xfrm>
                <a:off x="11021420" y="2201096"/>
                <a:ext cx="5040" cy="86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D6CBB48-0744-1347-8C32-0EE1AE999DDE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1003780" y="2183456"/>
                  <a:ext cx="40680" cy="44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ECDF69A2-8AB6-2306-76BB-4CB641A9A549}"/>
                  </a:ext>
                </a:extLst>
              </p14:cNvPr>
              <p14:cNvContentPartPr/>
              <p14:nvPr/>
            </p14:nvContentPartPr>
            <p14:xfrm>
              <a:off x="4693700" y="3535256"/>
              <a:ext cx="187920" cy="113904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ECDF69A2-8AB6-2306-76BB-4CB641A9A549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4639700" y="3427256"/>
                <a:ext cx="295560" cy="135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6C3A2BFE-B06D-5878-004F-DCBE37B8C9F0}"/>
                  </a:ext>
                </a:extLst>
              </p14:cNvPr>
              <p14:cNvContentPartPr/>
              <p14:nvPr/>
            </p14:nvContentPartPr>
            <p14:xfrm>
              <a:off x="4805300" y="4429136"/>
              <a:ext cx="17640" cy="644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6C3A2BFE-B06D-5878-004F-DCBE37B8C9F0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4751300" y="4321136"/>
                <a:ext cx="125280" cy="280080"/>
              </a:xfrm>
              <a:prstGeom prst="rect">
                <a:avLst/>
              </a:prstGeom>
            </p:spPr>
          </p:pic>
        </mc:Fallback>
      </mc:AlternateContent>
      <p:grpSp>
        <p:nvGrpSpPr>
          <p:cNvPr id="61" name="Group 60">
            <a:extLst>
              <a:ext uri="{FF2B5EF4-FFF2-40B4-BE49-F238E27FC236}">
                <a16:creationId xmlns:a16="http://schemas.microsoft.com/office/drawing/2014/main" id="{14F50446-1075-E3B1-1DBF-AAF30798D793}"/>
              </a:ext>
            </a:extLst>
          </p:cNvPr>
          <p:cNvGrpSpPr/>
          <p:nvPr/>
        </p:nvGrpSpPr>
        <p:grpSpPr>
          <a:xfrm>
            <a:off x="4886660" y="3163016"/>
            <a:ext cx="1765440" cy="1451520"/>
            <a:chOff x="4886660" y="3163016"/>
            <a:chExt cx="1765440" cy="145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78D64E6-1A29-9857-DBED-21A52F0322C6}"/>
                    </a:ext>
                  </a:extLst>
                </p14:cNvPr>
                <p14:cNvContentPartPr/>
                <p14:nvPr/>
              </p14:nvContentPartPr>
              <p14:xfrm>
                <a:off x="4886660" y="3933416"/>
                <a:ext cx="385200" cy="1573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78D64E6-1A29-9857-DBED-21A52F0322C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869020" y="3915776"/>
                  <a:ext cx="42084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150CA80-AA91-DAEB-6394-4551D116024C}"/>
                    </a:ext>
                  </a:extLst>
                </p14:cNvPr>
                <p14:cNvContentPartPr/>
                <p14:nvPr/>
              </p14:nvContentPartPr>
              <p14:xfrm>
                <a:off x="5225420" y="3879056"/>
                <a:ext cx="96480" cy="1562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150CA80-AA91-DAEB-6394-4551D116024C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5207780" y="3861416"/>
                  <a:ext cx="13212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E351074-71C6-EFE3-A027-208EC4F1810C}"/>
                    </a:ext>
                  </a:extLst>
                </p14:cNvPr>
                <p14:cNvContentPartPr/>
                <p14:nvPr/>
              </p14:nvContentPartPr>
              <p14:xfrm>
                <a:off x="5386340" y="3756296"/>
                <a:ext cx="105840" cy="168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E351074-71C6-EFE3-A027-208EC4F1810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368340" y="3738656"/>
                  <a:ext cx="14148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106C7DC-A5B6-6163-FEB5-3C0E724DBF74}"/>
                    </a:ext>
                  </a:extLst>
                </p14:cNvPr>
                <p14:cNvContentPartPr/>
                <p14:nvPr/>
              </p14:nvContentPartPr>
              <p14:xfrm>
                <a:off x="5541140" y="3766016"/>
                <a:ext cx="81720" cy="885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106C7DC-A5B6-6163-FEB5-3C0E724DBF7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523140" y="3748016"/>
                  <a:ext cx="11736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A5C3F6E5-470E-DBE4-D153-B27D0E2FADF5}"/>
                    </a:ext>
                  </a:extLst>
                </p14:cNvPr>
                <p14:cNvContentPartPr/>
                <p14:nvPr/>
              </p14:nvContentPartPr>
              <p14:xfrm>
                <a:off x="5637260" y="3698336"/>
                <a:ext cx="132840" cy="972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A5C3F6E5-470E-DBE4-D153-B27D0E2FADF5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619620" y="3680336"/>
                  <a:ext cx="1684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92E33DC-546B-DD86-D9BB-BFAD8707159C}"/>
                    </a:ext>
                  </a:extLst>
                </p14:cNvPr>
                <p14:cNvContentPartPr/>
                <p14:nvPr/>
              </p14:nvContentPartPr>
              <p14:xfrm>
                <a:off x="5803220" y="3582776"/>
                <a:ext cx="100440" cy="1638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92E33DC-546B-DD86-D9BB-BFAD8707159C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785220" y="3564776"/>
                  <a:ext cx="13608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49A85B4-E94E-651B-D488-F0676F9533CA}"/>
                    </a:ext>
                  </a:extLst>
                </p14:cNvPr>
                <p14:cNvContentPartPr/>
                <p14:nvPr/>
              </p14:nvContentPartPr>
              <p14:xfrm>
                <a:off x="5843540" y="3619856"/>
                <a:ext cx="68400" cy="756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F49A85B4-E94E-651B-D488-F0676F9533CA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825900" y="3602216"/>
                  <a:ext cx="10404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2CF8C79-2A68-9C11-3CC0-4EF6262A029A}"/>
                    </a:ext>
                  </a:extLst>
                </p14:cNvPr>
                <p14:cNvContentPartPr/>
                <p14:nvPr/>
              </p14:nvContentPartPr>
              <p14:xfrm>
                <a:off x="5958380" y="3597536"/>
                <a:ext cx="77760" cy="676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2CF8C79-2A68-9C11-3CC0-4EF6262A029A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940380" y="3579536"/>
                  <a:ext cx="11340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20CC5BBA-2C0D-A674-ED2D-DFF619DAC8E7}"/>
                    </a:ext>
                  </a:extLst>
                </p14:cNvPr>
                <p14:cNvContentPartPr/>
                <p14:nvPr/>
              </p14:nvContentPartPr>
              <p14:xfrm>
                <a:off x="6090140" y="3510416"/>
                <a:ext cx="66600" cy="997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20CC5BBA-2C0D-A674-ED2D-DFF619DAC8E7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072140" y="3492776"/>
                  <a:ext cx="10224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D157EE20-6224-8134-4E03-FE3F0DD358D7}"/>
                    </a:ext>
                  </a:extLst>
                </p14:cNvPr>
                <p14:cNvContentPartPr/>
                <p14:nvPr/>
              </p14:nvContentPartPr>
              <p14:xfrm>
                <a:off x="6188420" y="3389456"/>
                <a:ext cx="74160" cy="1346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D157EE20-6224-8134-4E03-FE3F0DD358D7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170420" y="3371456"/>
                  <a:ext cx="10980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2E17014-9A69-F8B6-E08D-19A402C66011}"/>
                    </a:ext>
                  </a:extLst>
                </p14:cNvPr>
                <p14:cNvContentPartPr/>
                <p14:nvPr/>
              </p14:nvContentPartPr>
              <p14:xfrm>
                <a:off x="6266180" y="3367496"/>
                <a:ext cx="91440" cy="1083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2E17014-9A69-F8B6-E08D-19A402C6601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248540" y="3349496"/>
                  <a:ext cx="12708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F5A5947E-F002-326F-76A2-B1E6961C4C16}"/>
                    </a:ext>
                  </a:extLst>
                </p14:cNvPr>
                <p14:cNvContentPartPr/>
                <p14:nvPr/>
              </p14:nvContentPartPr>
              <p14:xfrm>
                <a:off x="6390380" y="3336896"/>
                <a:ext cx="55440" cy="1173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F5A5947E-F002-326F-76A2-B1E6961C4C16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372740" y="3319256"/>
                  <a:ext cx="9108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23FA20B-A670-6FA5-9051-05268DDF9D0D}"/>
                    </a:ext>
                  </a:extLst>
                </p14:cNvPr>
                <p14:cNvContentPartPr/>
                <p14:nvPr/>
              </p14:nvContentPartPr>
              <p14:xfrm>
                <a:off x="6499820" y="3163016"/>
                <a:ext cx="152280" cy="2232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23FA20B-A670-6FA5-9051-05268DDF9D0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481820" y="3145376"/>
                  <a:ext cx="18792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8E0EAD3-5C31-94FA-BD21-3646C0E8D521}"/>
                    </a:ext>
                  </a:extLst>
                </p14:cNvPr>
                <p14:cNvContentPartPr/>
                <p14:nvPr/>
              </p14:nvContentPartPr>
              <p14:xfrm>
                <a:off x="5298500" y="4368656"/>
                <a:ext cx="132120" cy="997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8E0EAD3-5C31-94FA-BD21-3646C0E8D521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280500" y="4350656"/>
                  <a:ext cx="16776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380E6565-585C-5666-3D24-E18198494143}"/>
                    </a:ext>
                  </a:extLst>
                </p14:cNvPr>
                <p14:cNvContentPartPr/>
                <p14:nvPr/>
              </p14:nvContentPartPr>
              <p14:xfrm>
                <a:off x="5458700" y="4325096"/>
                <a:ext cx="144360" cy="1116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380E6565-585C-5666-3D24-E18198494143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5440700" y="4307096"/>
                  <a:ext cx="18000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FAA962A7-2845-9D1E-E16C-B08F5BEAD041}"/>
                    </a:ext>
                  </a:extLst>
                </p14:cNvPr>
                <p14:cNvContentPartPr/>
                <p14:nvPr/>
              </p14:nvContentPartPr>
              <p14:xfrm>
                <a:off x="5711780" y="4062296"/>
                <a:ext cx="151920" cy="1994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FAA962A7-2845-9D1E-E16C-B08F5BEAD04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693780" y="4044656"/>
                  <a:ext cx="18756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B763D016-0968-5497-3FFD-FB311F20B769}"/>
                    </a:ext>
                  </a:extLst>
                </p14:cNvPr>
                <p14:cNvContentPartPr/>
                <p14:nvPr/>
              </p14:nvContentPartPr>
              <p14:xfrm>
                <a:off x="5766860" y="4014416"/>
                <a:ext cx="330120" cy="1710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B763D016-0968-5497-3FFD-FB311F20B769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749220" y="3996416"/>
                  <a:ext cx="36576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14B2AF4-FD1B-E1A1-1F9F-42D59F0C2F16}"/>
                    </a:ext>
                  </a:extLst>
                </p14:cNvPr>
                <p14:cNvContentPartPr/>
                <p14:nvPr/>
              </p14:nvContentPartPr>
              <p14:xfrm>
                <a:off x="6121100" y="3893096"/>
                <a:ext cx="114840" cy="1267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14B2AF4-FD1B-E1A1-1F9F-42D59F0C2F16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103460" y="3875096"/>
                  <a:ext cx="15048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57C47E2-2780-BAE5-2EDB-A86C301574D8}"/>
                    </a:ext>
                  </a:extLst>
                </p14:cNvPr>
                <p14:cNvContentPartPr/>
                <p14:nvPr/>
              </p14:nvContentPartPr>
              <p14:xfrm>
                <a:off x="5847140" y="4452896"/>
                <a:ext cx="156240" cy="1616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57C47E2-2780-BAE5-2EDB-A86C301574D8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829140" y="4435256"/>
                  <a:ext cx="19188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E0B24822-1ACF-5328-F485-EE35BD2220BA}"/>
                    </a:ext>
                  </a:extLst>
                </p14:cNvPr>
                <p14:cNvContentPartPr/>
                <p14:nvPr/>
              </p14:nvContentPartPr>
              <p14:xfrm>
                <a:off x="6034340" y="4380896"/>
                <a:ext cx="121680" cy="907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E0B24822-1ACF-5328-F485-EE35BD2220BA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016340" y="4363256"/>
                  <a:ext cx="15732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F3706BDA-D401-4377-F175-63D59C7DDDE8}"/>
                    </a:ext>
                  </a:extLst>
                </p14:cNvPr>
                <p14:cNvContentPartPr/>
                <p14:nvPr/>
              </p14:nvContentPartPr>
              <p14:xfrm>
                <a:off x="6125420" y="4264256"/>
                <a:ext cx="133920" cy="1044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F3706BDA-D401-4377-F175-63D59C7DDDE8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107420" y="4246256"/>
                  <a:ext cx="16956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D5E99CAF-9329-9795-D759-64F03850BDA7}"/>
                    </a:ext>
                  </a:extLst>
                </p14:cNvPr>
                <p14:cNvContentPartPr/>
                <p14:nvPr/>
              </p14:nvContentPartPr>
              <p14:xfrm>
                <a:off x="6136220" y="4285496"/>
                <a:ext cx="63000" cy="601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D5E99CAF-9329-9795-D759-64F03850BDA7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118580" y="4267856"/>
                  <a:ext cx="9864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0CBAD4EE-CAB5-420C-C453-911999C28481}"/>
                    </a:ext>
                  </a:extLst>
                </p14:cNvPr>
                <p14:cNvContentPartPr/>
                <p14:nvPr/>
              </p14:nvContentPartPr>
              <p14:xfrm>
                <a:off x="6303620" y="4244816"/>
                <a:ext cx="87120" cy="928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0CBAD4EE-CAB5-420C-C453-911999C2848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285620" y="4226816"/>
                  <a:ext cx="122760" cy="12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597" name="Group 24596">
            <a:extLst>
              <a:ext uri="{FF2B5EF4-FFF2-40B4-BE49-F238E27FC236}">
                <a16:creationId xmlns:a16="http://schemas.microsoft.com/office/drawing/2014/main" id="{CF19B005-A2A6-90C5-4C91-60BB18D3D97C}"/>
              </a:ext>
            </a:extLst>
          </p:cNvPr>
          <p:cNvGrpSpPr/>
          <p:nvPr/>
        </p:nvGrpSpPr>
        <p:grpSpPr>
          <a:xfrm>
            <a:off x="872660" y="3534176"/>
            <a:ext cx="576000" cy="1648800"/>
            <a:chOff x="872660" y="3534176"/>
            <a:chExt cx="576000" cy="164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24577" name="Ink 24576">
                  <a:extLst>
                    <a:ext uri="{FF2B5EF4-FFF2-40B4-BE49-F238E27FC236}">
                      <a16:creationId xmlns:a16="http://schemas.microsoft.com/office/drawing/2014/main" id="{72F43703-C8E1-98D2-649E-5614466F08A0}"/>
                    </a:ext>
                  </a:extLst>
                </p14:cNvPr>
                <p14:cNvContentPartPr/>
                <p14:nvPr/>
              </p14:nvContentPartPr>
              <p14:xfrm>
                <a:off x="1332020" y="3545696"/>
                <a:ext cx="113400" cy="1602000"/>
              </p14:xfrm>
            </p:contentPart>
          </mc:Choice>
          <mc:Fallback xmlns="">
            <p:pic>
              <p:nvPicPr>
                <p:cNvPr id="24577" name="Ink 24576">
                  <a:extLst>
                    <a:ext uri="{FF2B5EF4-FFF2-40B4-BE49-F238E27FC236}">
                      <a16:creationId xmlns:a16="http://schemas.microsoft.com/office/drawing/2014/main" id="{72F43703-C8E1-98D2-649E-5614466F08A0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314380" y="3527696"/>
                  <a:ext cx="149040" cy="163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24578" name="Ink 24577">
                  <a:extLst>
                    <a:ext uri="{FF2B5EF4-FFF2-40B4-BE49-F238E27FC236}">
                      <a16:creationId xmlns:a16="http://schemas.microsoft.com/office/drawing/2014/main" id="{74267533-425E-54D9-298E-4078C3626C4B}"/>
                    </a:ext>
                  </a:extLst>
                </p14:cNvPr>
                <p14:cNvContentPartPr/>
                <p14:nvPr/>
              </p14:nvContentPartPr>
              <p14:xfrm>
                <a:off x="1407620" y="5112416"/>
                <a:ext cx="41040" cy="29520"/>
              </p14:xfrm>
            </p:contentPart>
          </mc:Choice>
          <mc:Fallback xmlns="">
            <p:pic>
              <p:nvPicPr>
                <p:cNvPr id="24578" name="Ink 24577">
                  <a:extLst>
                    <a:ext uri="{FF2B5EF4-FFF2-40B4-BE49-F238E27FC236}">
                      <a16:creationId xmlns:a16="http://schemas.microsoft.com/office/drawing/2014/main" id="{74267533-425E-54D9-298E-4078C3626C4B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389620" y="5094776"/>
                  <a:ext cx="7668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24583" name="Ink 24582">
                  <a:extLst>
                    <a:ext uri="{FF2B5EF4-FFF2-40B4-BE49-F238E27FC236}">
                      <a16:creationId xmlns:a16="http://schemas.microsoft.com/office/drawing/2014/main" id="{8DCB2168-59BB-EC67-8FD2-D57629F9ABD6}"/>
                    </a:ext>
                  </a:extLst>
                </p14:cNvPr>
                <p14:cNvContentPartPr/>
                <p14:nvPr/>
              </p14:nvContentPartPr>
              <p14:xfrm>
                <a:off x="1369100" y="3534896"/>
                <a:ext cx="29520" cy="61920"/>
              </p14:xfrm>
            </p:contentPart>
          </mc:Choice>
          <mc:Fallback xmlns="">
            <p:pic>
              <p:nvPicPr>
                <p:cNvPr id="24583" name="Ink 24582">
                  <a:extLst>
                    <a:ext uri="{FF2B5EF4-FFF2-40B4-BE49-F238E27FC236}">
                      <a16:creationId xmlns:a16="http://schemas.microsoft.com/office/drawing/2014/main" id="{8DCB2168-59BB-EC67-8FD2-D57629F9ABD6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351100" y="3517256"/>
                  <a:ext cx="6516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24584" name="Ink 24583">
                  <a:extLst>
                    <a:ext uri="{FF2B5EF4-FFF2-40B4-BE49-F238E27FC236}">
                      <a16:creationId xmlns:a16="http://schemas.microsoft.com/office/drawing/2014/main" id="{E4736159-FA7A-C591-6F35-7B39EFE03163}"/>
                    </a:ext>
                  </a:extLst>
                </p14:cNvPr>
                <p14:cNvContentPartPr/>
                <p14:nvPr/>
              </p14:nvContentPartPr>
              <p14:xfrm>
                <a:off x="878780" y="3534176"/>
                <a:ext cx="91080" cy="182160"/>
              </p14:xfrm>
            </p:contentPart>
          </mc:Choice>
          <mc:Fallback xmlns="">
            <p:pic>
              <p:nvPicPr>
                <p:cNvPr id="24584" name="Ink 24583">
                  <a:extLst>
                    <a:ext uri="{FF2B5EF4-FFF2-40B4-BE49-F238E27FC236}">
                      <a16:creationId xmlns:a16="http://schemas.microsoft.com/office/drawing/2014/main" id="{E4736159-FA7A-C591-6F35-7B39EFE03163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61140" y="3516536"/>
                  <a:ext cx="12672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24585" name="Ink 24584">
                  <a:extLst>
                    <a:ext uri="{FF2B5EF4-FFF2-40B4-BE49-F238E27FC236}">
                      <a16:creationId xmlns:a16="http://schemas.microsoft.com/office/drawing/2014/main" id="{386B915D-3119-4AB0-BE87-8FAB3E624A66}"/>
                    </a:ext>
                  </a:extLst>
                </p14:cNvPr>
                <p14:cNvContentPartPr/>
                <p14:nvPr/>
              </p14:nvContentPartPr>
              <p14:xfrm>
                <a:off x="872660" y="3545696"/>
                <a:ext cx="141120" cy="173520"/>
              </p14:xfrm>
            </p:contentPart>
          </mc:Choice>
          <mc:Fallback xmlns="">
            <p:pic>
              <p:nvPicPr>
                <p:cNvPr id="24585" name="Ink 24584">
                  <a:extLst>
                    <a:ext uri="{FF2B5EF4-FFF2-40B4-BE49-F238E27FC236}">
                      <a16:creationId xmlns:a16="http://schemas.microsoft.com/office/drawing/2014/main" id="{386B915D-3119-4AB0-BE87-8FAB3E624A66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54660" y="3527696"/>
                  <a:ext cx="17676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24586" name="Ink 24585">
                  <a:extLst>
                    <a:ext uri="{FF2B5EF4-FFF2-40B4-BE49-F238E27FC236}">
                      <a16:creationId xmlns:a16="http://schemas.microsoft.com/office/drawing/2014/main" id="{DBF97397-35D1-1F0A-FDD7-4C2CE56CBD80}"/>
                    </a:ext>
                  </a:extLst>
                </p14:cNvPr>
                <p14:cNvContentPartPr/>
                <p14:nvPr/>
              </p14:nvContentPartPr>
              <p14:xfrm>
                <a:off x="1077500" y="4996856"/>
                <a:ext cx="138240" cy="186120"/>
              </p14:xfrm>
            </p:contentPart>
          </mc:Choice>
          <mc:Fallback xmlns="">
            <p:pic>
              <p:nvPicPr>
                <p:cNvPr id="24586" name="Ink 24585">
                  <a:extLst>
                    <a:ext uri="{FF2B5EF4-FFF2-40B4-BE49-F238E27FC236}">
                      <a16:creationId xmlns:a16="http://schemas.microsoft.com/office/drawing/2014/main" id="{DBF97397-35D1-1F0A-FDD7-4C2CE56CBD80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059500" y="4978856"/>
                  <a:ext cx="173880" cy="221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24595" name="Ink 24594">
                <a:extLst>
                  <a:ext uri="{FF2B5EF4-FFF2-40B4-BE49-F238E27FC236}">
                    <a16:creationId xmlns:a16="http://schemas.microsoft.com/office/drawing/2014/main" id="{53D87A06-677F-1096-C4D9-0BF6167469A3}"/>
                  </a:ext>
                </a:extLst>
              </p14:cNvPr>
              <p14:cNvContentPartPr/>
              <p14:nvPr/>
            </p14:nvContentPartPr>
            <p14:xfrm>
              <a:off x="2435420" y="4996496"/>
              <a:ext cx="43200" cy="64800"/>
            </p14:xfrm>
          </p:contentPart>
        </mc:Choice>
        <mc:Fallback xmlns="">
          <p:pic>
            <p:nvPicPr>
              <p:cNvPr id="24595" name="Ink 24594">
                <a:extLst>
                  <a:ext uri="{FF2B5EF4-FFF2-40B4-BE49-F238E27FC236}">
                    <a16:creationId xmlns:a16="http://schemas.microsoft.com/office/drawing/2014/main" id="{53D87A06-677F-1096-C4D9-0BF6167469A3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417420" y="4978856"/>
                <a:ext cx="78840" cy="100440"/>
              </a:xfrm>
              <a:prstGeom prst="rect">
                <a:avLst/>
              </a:prstGeom>
            </p:spPr>
          </p:pic>
        </mc:Fallback>
      </mc:AlternateContent>
      <p:grpSp>
        <p:nvGrpSpPr>
          <p:cNvPr id="24602" name="Group 24601">
            <a:extLst>
              <a:ext uri="{FF2B5EF4-FFF2-40B4-BE49-F238E27FC236}">
                <a16:creationId xmlns:a16="http://schemas.microsoft.com/office/drawing/2014/main" id="{A2C727DA-9FF5-AB1D-2B33-715D1131BA9A}"/>
              </a:ext>
            </a:extLst>
          </p:cNvPr>
          <p:cNvGrpSpPr/>
          <p:nvPr/>
        </p:nvGrpSpPr>
        <p:grpSpPr>
          <a:xfrm>
            <a:off x="2120780" y="3480536"/>
            <a:ext cx="351000" cy="220320"/>
            <a:chOff x="2120780" y="3480536"/>
            <a:chExt cx="351000" cy="220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24594" name="Ink 24593">
                  <a:extLst>
                    <a:ext uri="{FF2B5EF4-FFF2-40B4-BE49-F238E27FC236}">
                      <a16:creationId xmlns:a16="http://schemas.microsoft.com/office/drawing/2014/main" id="{2D109F56-86D0-947A-B41E-A2A1C0895DEF}"/>
                    </a:ext>
                  </a:extLst>
                </p14:cNvPr>
                <p14:cNvContentPartPr/>
                <p14:nvPr/>
              </p14:nvContentPartPr>
              <p14:xfrm>
                <a:off x="2406980" y="3480536"/>
                <a:ext cx="64800" cy="65160"/>
              </p14:xfrm>
            </p:contentPart>
          </mc:Choice>
          <mc:Fallback xmlns="">
            <p:pic>
              <p:nvPicPr>
                <p:cNvPr id="24594" name="Ink 24593">
                  <a:extLst>
                    <a:ext uri="{FF2B5EF4-FFF2-40B4-BE49-F238E27FC236}">
                      <a16:creationId xmlns:a16="http://schemas.microsoft.com/office/drawing/2014/main" id="{2D109F56-86D0-947A-B41E-A2A1C0895DEF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2388980" y="3462896"/>
                  <a:ext cx="10044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24599" name="Ink 24598">
                  <a:extLst>
                    <a:ext uri="{FF2B5EF4-FFF2-40B4-BE49-F238E27FC236}">
                      <a16:creationId xmlns:a16="http://schemas.microsoft.com/office/drawing/2014/main" id="{B4D3AD66-9B4B-67A1-48F2-C14CE59C0EFE}"/>
                    </a:ext>
                  </a:extLst>
                </p14:cNvPr>
                <p14:cNvContentPartPr/>
                <p14:nvPr/>
              </p14:nvContentPartPr>
              <p14:xfrm>
                <a:off x="2120780" y="3506816"/>
                <a:ext cx="95760" cy="194040"/>
              </p14:xfrm>
            </p:contentPart>
          </mc:Choice>
          <mc:Fallback xmlns="">
            <p:pic>
              <p:nvPicPr>
                <p:cNvPr id="24599" name="Ink 24598">
                  <a:extLst>
                    <a:ext uri="{FF2B5EF4-FFF2-40B4-BE49-F238E27FC236}">
                      <a16:creationId xmlns:a16="http://schemas.microsoft.com/office/drawing/2014/main" id="{B4D3AD66-9B4B-67A1-48F2-C14CE59C0EFE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2103140" y="3489176"/>
                  <a:ext cx="13140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24600" name="Ink 24599">
                  <a:extLst>
                    <a:ext uri="{FF2B5EF4-FFF2-40B4-BE49-F238E27FC236}">
                      <a16:creationId xmlns:a16="http://schemas.microsoft.com/office/drawing/2014/main" id="{5D37EC17-EEBF-4102-5FB4-BC6A2F6A32D5}"/>
                    </a:ext>
                  </a:extLst>
                </p14:cNvPr>
                <p14:cNvContentPartPr/>
                <p14:nvPr/>
              </p14:nvContentPartPr>
              <p14:xfrm>
                <a:off x="2145980" y="3507176"/>
                <a:ext cx="114480" cy="174240"/>
              </p14:xfrm>
            </p:contentPart>
          </mc:Choice>
          <mc:Fallback xmlns="">
            <p:pic>
              <p:nvPicPr>
                <p:cNvPr id="24600" name="Ink 24599">
                  <a:extLst>
                    <a:ext uri="{FF2B5EF4-FFF2-40B4-BE49-F238E27FC236}">
                      <a16:creationId xmlns:a16="http://schemas.microsoft.com/office/drawing/2014/main" id="{5D37EC17-EEBF-4102-5FB4-BC6A2F6A32D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2128340" y="3489176"/>
                  <a:ext cx="150120" cy="209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24601" name="Ink 24600">
                <a:extLst>
                  <a:ext uri="{FF2B5EF4-FFF2-40B4-BE49-F238E27FC236}">
                    <a16:creationId xmlns:a16="http://schemas.microsoft.com/office/drawing/2014/main" id="{3E3048C8-617C-E975-D283-E3E5CA1B0D9F}"/>
                  </a:ext>
                </a:extLst>
              </p14:cNvPr>
              <p14:cNvContentPartPr/>
              <p14:nvPr/>
            </p14:nvContentPartPr>
            <p14:xfrm>
              <a:off x="2160380" y="4889576"/>
              <a:ext cx="97920" cy="228600"/>
            </p14:xfrm>
          </p:contentPart>
        </mc:Choice>
        <mc:Fallback xmlns="">
          <p:pic>
            <p:nvPicPr>
              <p:cNvPr id="24601" name="Ink 24600">
                <a:extLst>
                  <a:ext uri="{FF2B5EF4-FFF2-40B4-BE49-F238E27FC236}">
                    <a16:creationId xmlns:a16="http://schemas.microsoft.com/office/drawing/2014/main" id="{3E3048C8-617C-E975-D283-E3E5CA1B0D9F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2142380" y="4871576"/>
                <a:ext cx="133560" cy="264240"/>
              </a:xfrm>
              <a:prstGeom prst="rect">
                <a:avLst/>
              </a:prstGeom>
            </p:spPr>
          </p:pic>
        </mc:Fallback>
      </mc:AlternateContent>
      <p:grpSp>
        <p:nvGrpSpPr>
          <p:cNvPr id="24634" name="Group 24633">
            <a:extLst>
              <a:ext uri="{FF2B5EF4-FFF2-40B4-BE49-F238E27FC236}">
                <a16:creationId xmlns:a16="http://schemas.microsoft.com/office/drawing/2014/main" id="{5E250119-573C-49A2-81E5-DD85029379D9}"/>
              </a:ext>
            </a:extLst>
          </p:cNvPr>
          <p:cNvGrpSpPr/>
          <p:nvPr/>
        </p:nvGrpSpPr>
        <p:grpSpPr>
          <a:xfrm>
            <a:off x="186140" y="377696"/>
            <a:ext cx="3903480" cy="2810520"/>
            <a:chOff x="186140" y="377696"/>
            <a:chExt cx="3903480" cy="2810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D0BB0319-A2B0-8F3A-20F2-1C68FFEA3C80}"/>
                    </a:ext>
                  </a:extLst>
                </p14:cNvPr>
                <p14:cNvContentPartPr/>
                <p14:nvPr/>
              </p14:nvContentPartPr>
              <p14:xfrm>
                <a:off x="1005860" y="2985896"/>
                <a:ext cx="134280" cy="2023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D0BB0319-A2B0-8F3A-20F2-1C68FFEA3C80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987860" y="2967896"/>
                  <a:ext cx="16992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23C32AAC-AC86-BF3B-084A-A31F1A0AD2BB}"/>
                    </a:ext>
                  </a:extLst>
                </p14:cNvPr>
                <p14:cNvContentPartPr/>
                <p14:nvPr/>
              </p14:nvContentPartPr>
              <p14:xfrm>
                <a:off x="1226540" y="3009296"/>
                <a:ext cx="21600" cy="1760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23C32AAC-AC86-BF3B-084A-A31F1A0AD2BB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208900" y="2991296"/>
                  <a:ext cx="5724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24576" name="Ink 24575">
                  <a:extLst>
                    <a:ext uri="{FF2B5EF4-FFF2-40B4-BE49-F238E27FC236}">
                      <a16:creationId xmlns:a16="http://schemas.microsoft.com/office/drawing/2014/main" id="{DD2A9A1D-1478-E380-FCCC-6FECDAD55148}"/>
                    </a:ext>
                  </a:extLst>
                </p14:cNvPr>
                <p14:cNvContentPartPr/>
                <p14:nvPr/>
              </p14:nvContentPartPr>
              <p14:xfrm>
                <a:off x="1228340" y="2952056"/>
                <a:ext cx="185040" cy="190080"/>
              </p14:xfrm>
            </p:contentPart>
          </mc:Choice>
          <mc:Fallback xmlns="">
            <p:pic>
              <p:nvPicPr>
                <p:cNvPr id="24576" name="Ink 24575">
                  <a:extLst>
                    <a:ext uri="{FF2B5EF4-FFF2-40B4-BE49-F238E27FC236}">
                      <a16:creationId xmlns:a16="http://schemas.microsoft.com/office/drawing/2014/main" id="{DD2A9A1D-1478-E380-FCCC-6FECDAD55148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210340" y="2934056"/>
                  <a:ext cx="22068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24587" name="Ink 24586">
                  <a:extLst>
                    <a:ext uri="{FF2B5EF4-FFF2-40B4-BE49-F238E27FC236}">
                      <a16:creationId xmlns:a16="http://schemas.microsoft.com/office/drawing/2014/main" id="{9808FF03-5E08-8723-E273-855A18A9F89C}"/>
                    </a:ext>
                  </a:extLst>
                </p14:cNvPr>
                <p14:cNvContentPartPr/>
                <p14:nvPr/>
              </p14:nvContentPartPr>
              <p14:xfrm>
                <a:off x="2169740" y="2949536"/>
                <a:ext cx="144720" cy="206280"/>
              </p14:xfrm>
            </p:contentPart>
          </mc:Choice>
          <mc:Fallback xmlns="">
            <p:pic>
              <p:nvPicPr>
                <p:cNvPr id="24587" name="Ink 24586">
                  <a:extLst>
                    <a:ext uri="{FF2B5EF4-FFF2-40B4-BE49-F238E27FC236}">
                      <a16:creationId xmlns:a16="http://schemas.microsoft.com/office/drawing/2014/main" id="{9808FF03-5E08-8723-E273-855A18A9F89C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151740" y="2931536"/>
                  <a:ext cx="18036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24588" name="Ink 24587">
                  <a:extLst>
                    <a:ext uri="{FF2B5EF4-FFF2-40B4-BE49-F238E27FC236}">
                      <a16:creationId xmlns:a16="http://schemas.microsoft.com/office/drawing/2014/main" id="{848F0198-3284-1269-225F-119D99D58F12}"/>
                    </a:ext>
                  </a:extLst>
                </p14:cNvPr>
                <p14:cNvContentPartPr/>
                <p14:nvPr/>
              </p14:nvContentPartPr>
              <p14:xfrm>
                <a:off x="2429660" y="2980856"/>
                <a:ext cx="66600" cy="190080"/>
              </p14:xfrm>
            </p:contentPart>
          </mc:Choice>
          <mc:Fallback xmlns="">
            <p:pic>
              <p:nvPicPr>
                <p:cNvPr id="24588" name="Ink 24587">
                  <a:extLst>
                    <a:ext uri="{FF2B5EF4-FFF2-40B4-BE49-F238E27FC236}">
                      <a16:creationId xmlns:a16="http://schemas.microsoft.com/office/drawing/2014/main" id="{848F0198-3284-1269-225F-119D99D58F12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411660" y="2962856"/>
                  <a:ext cx="10224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24589" name="Ink 24588">
                  <a:extLst>
                    <a:ext uri="{FF2B5EF4-FFF2-40B4-BE49-F238E27FC236}">
                      <a16:creationId xmlns:a16="http://schemas.microsoft.com/office/drawing/2014/main" id="{D1EDD808-C1FC-57D3-5CC1-F5328606B3DF}"/>
                    </a:ext>
                  </a:extLst>
                </p14:cNvPr>
                <p14:cNvContentPartPr/>
                <p14:nvPr/>
              </p14:nvContentPartPr>
              <p14:xfrm>
                <a:off x="2457020" y="2922176"/>
                <a:ext cx="103320" cy="69840"/>
              </p14:xfrm>
            </p:contentPart>
          </mc:Choice>
          <mc:Fallback xmlns="">
            <p:pic>
              <p:nvPicPr>
                <p:cNvPr id="24589" name="Ink 24588">
                  <a:extLst>
                    <a:ext uri="{FF2B5EF4-FFF2-40B4-BE49-F238E27FC236}">
                      <a16:creationId xmlns:a16="http://schemas.microsoft.com/office/drawing/2014/main" id="{D1EDD808-C1FC-57D3-5CC1-F5328606B3DF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439380" y="2904176"/>
                  <a:ext cx="13896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24590" name="Ink 24589">
                  <a:extLst>
                    <a:ext uri="{FF2B5EF4-FFF2-40B4-BE49-F238E27FC236}">
                      <a16:creationId xmlns:a16="http://schemas.microsoft.com/office/drawing/2014/main" id="{14379E09-5439-C156-0523-9B9350F836E7}"/>
                    </a:ext>
                  </a:extLst>
                </p14:cNvPr>
                <p14:cNvContentPartPr/>
                <p14:nvPr/>
              </p14:nvContentPartPr>
              <p14:xfrm>
                <a:off x="2492660" y="3028016"/>
                <a:ext cx="100800" cy="66600"/>
              </p14:xfrm>
            </p:contentPart>
          </mc:Choice>
          <mc:Fallback xmlns="">
            <p:pic>
              <p:nvPicPr>
                <p:cNvPr id="24590" name="Ink 24589">
                  <a:extLst>
                    <a:ext uri="{FF2B5EF4-FFF2-40B4-BE49-F238E27FC236}">
                      <a16:creationId xmlns:a16="http://schemas.microsoft.com/office/drawing/2014/main" id="{14379E09-5439-C156-0523-9B9350F836E7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2475020" y="3010376"/>
                  <a:ext cx="13644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24591" name="Ink 24590">
                  <a:extLst>
                    <a:ext uri="{FF2B5EF4-FFF2-40B4-BE49-F238E27FC236}">
                      <a16:creationId xmlns:a16="http://schemas.microsoft.com/office/drawing/2014/main" id="{AA6029AF-00B8-9E29-B3F5-098C79548969}"/>
                    </a:ext>
                  </a:extLst>
                </p14:cNvPr>
                <p14:cNvContentPartPr/>
                <p14:nvPr/>
              </p14:nvContentPartPr>
              <p14:xfrm>
                <a:off x="2665100" y="2915696"/>
                <a:ext cx="33120" cy="190440"/>
              </p14:xfrm>
            </p:contentPart>
          </mc:Choice>
          <mc:Fallback xmlns="">
            <p:pic>
              <p:nvPicPr>
                <p:cNvPr id="24591" name="Ink 24590">
                  <a:extLst>
                    <a:ext uri="{FF2B5EF4-FFF2-40B4-BE49-F238E27FC236}">
                      <a16:creationId xmlns:a16="http://schemas.microsoft.com/office/drawing/2014/main" id="{AA6029AF-00B8-9E29-B3F5-098C79548969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2647460" y="2897696"/>
                  <a:ext cx="6876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24592" name="Ink 24591">
                  <a:extLst>
                    <a:ext uri="{FF2B5EF4-FFF2-40B4-BE49-F238E27FC236}">
                      <a16:creationId xmlns:a16="http://schemas.microsoft.com/office/drawing/2014/main" id="{C730C604-F3B1-C0F7-0029-7DE0AA705FEA}"/>
                    </a:ext>
                  </a:extLst>
                </p14:cNvPr>
                <p14:cNvContentPartPr/>
                <p14:nvPr/>
              </p14:nvContentPartPr>
              <p14:xfrm>
                <a:off x="2650340" y="2903096"/>
                <a:ext cx="50760" cy="48240"/>
              </p14:xfrm>
            </p:contentPart>
          </mc:Choice>
          <mc:Fallback xmlns="">
            <p:pic>
              <p:nvPicPr>
                <p:cNvPr id="24592" name="Ink 24591">
                  <a:extLst>
                    <a:ext uri="{FF2B5EF4-FFF2-40B4-BE49-F238E27FC236}">
                      <a16:creationId xmlns:a16="http://schemas.microsoft.com/office/drawing/2014/main" id="{C730C604-F3B1-C0F7-0029-7DE0AA705FEA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2632700" y="2885096"/>
                  <a:ext cx="8640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24593" name="Ink 24592">
                  <a:extLst>
                    <a:ext uri="{FF2B5EF4-FFF2-40B4-BE49-F238E27FC236}">
                      <a16:creationId xmlns:a16="http://schemas.microsoft.com/office/drawing/2014/main" id="{2A41FC76-65B8-C87D-F872-E94E4B47AF92}"/>
                    </a:ext>
                  </a:extLst>
                </p14:cNvPr>
                <p14:cNvContentPartPr/>
                <p14:nvPr/>
              </p14:nvContentPartPr>
              <p14:xfrm>
                <a:off x="2675900" y="2987336"/>
                <a:ext cx="123120" cy="46080"/>
              </p14:xfrm>
            </p:contentPart>
          </mc:Choice>
          <mc:Fallback xmlns="">
            <p:pic>
              <p:nvPicPr>
                <p:cNvPr id="24593" name="Ink 24592">
                  <a:extLst>
                    <a:ext uri="{FF2B5EF4-FFF2-40B4-BE49-F238E27FC236}">
                      <a16:creationId xmlns:a16="http://schemas.microsoft.com/office/drawing/2014/main" id="{2A41FC76-65B8-C87D-F872-E94E4B47AF92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2657900" y="2969696"/>
                  <a:ext cx="15876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24603" name="Ink 24602">
                  <a:extLst>
                    <a:ext uri="{FF2B5EF4-FFF2-40B4-BE49-F238E27FC236}">
                      <a16:creationId xmlns:a16="http://schemas.microsoft.com/office/drawing/2014/main" id="{5F732622-33CA-B900-7BFB-A3037087750C}"/>
                    </a:ext>
                  </a:extLst>
                </p14:cNvPr>
                <p14:cNvContentPartPr/>
                <p14:nvPr/>
              </p14:nvContentPartPr>
              <p14:xfrm>
                <a:off x="767900" y="946856"/>
                <a:ext cx="270360" cy="330840"/>
              </p14:xfrm>
            </p:contentPart>
          </mc:Choice>
          <mc:Fallback xmlns="">
            <p:pic>
              <p:nvPicPr>
                <p:cNvPr id="24603" name="Ink 24602">
                  <a:extLst>
                    <a:ext uri="{FF2B5EF4-FFF2-40B4-BE49-F238E27FC236}">
                      <a16:creationId xmlns:a16="http://schemas.microsoft.com/office/drawing/2014/main" id="{5F732622-33CA-B900-7BFB-A3037087750C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750260" y="929216"/>
                  <a:ext cx="306000" cy="36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24604" name="Ink 24603">
                  <a:extLst>
                    <a:ext uri="{FF2B5EF4-FFF2-40B4-BE49-F238E27FC236}">
                      <a16:creationId xmlns:a16="http://schemas.microsoft.com/office/drawing/2014/main" id="{F85557CD-8BBD-5636-5879-26EFBDEA03FE}"/>
                    </a:ext>
                  </a:extLst>
                </p14:cNvPr>
                <p14:cNvContentPartPr/>
                <p14:nvPr/>
              </p14:nvContentPartPr>
              <p14:xfrm>
                <a:off x="1235540" y="1196336"/>
                <a:ext cx="240480" cy="218160"/>
              </p14:xfrm>
            </p:contentPart>
          </mc:Choice>
          <mc:Fallback xmlns="">
            <p:pic>
              <p:nvPicPr>
                <p:cNvPr id="24604" name="Ink 24603">
                  <a:extLst>
                    <a:ext uri="{FF2B5EF4-FFF2-40B4-BE49-F238E27FC236}">
                      <a16:creationId xmlns:a16="http://schemas.microsoft.com/office/drawing/2014/main" id="{F85557CD-8BBD-5636-5879-26EFBDEA03FE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217900" y="1178336"/>
                  <a:ext cx="27612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24605" name="Ink 24604">
                  <a:extLst>
                    <a:ext uri="{FF2B5EF4-FFF2-40B4-BE49-F238E27FC236}">
                      <a16:creationId xmlns:a16="http://schemas.microsoft.com/office/drawing/2014/main" id="{53229A90-C1F6-2EDD-F8BB-03E69B0F5C03}"/>
                    </a:ext>
                  </a:extLst>
                </p14:cNvPr>
                <p14:cNvContentPartPr/>
                <p14:nvPr/>
              </p14:nvContentPartPr>
              <p14:xfrm>
                <a:off x="1608500" y="1089056"/>
                <a:ext cx="125280" cy="234360"/>
              </p14:xfrm>
            </p:contentPart>
          </mc:Choice>
          <mc:Fallback xmlns="">
            <p:pic>
              <p:nvPicPr>
                <p:cNvPr id="24605" name="Ink 24604">
                  <a:extLst>
                    <a:ext uri="{FF2B5EF4-FFF2-40B4-BE49-F238E27FC236}">
                      <a16:creationId xmlns:a16="http://schemas.microsoft.com/office/drawing/2014/main" id="{53229A90-C1F6-2EDD-F8BB-03E69B0F5C03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590500" y="1071416"/>
                  <a:ext cx="16092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24606" name="Ink 24605">
                  <a:extLst>
                    <a:ext uri="{FF2B5EF4-FFF2-40B4-BE49-F238E27FC236}">
                      <a16:creationId xmlns:a16="http://schemas.microsoft.com/office/drawing/2014/main" id="{DE0F4EA3-B275-F7EC-A52F-F35C109229D4}"/>
                    </a:ext>
                  </a:extLst>
                </p14:cNvPr>
                <p14:cNvContentPartPr/>
                <p14:nvPr/>
              </p14:nvContentPartPr>
              <p14:xfrm>
                <a:off x="1815500" y="900776"/>
                <a:ext cx="331560" cy="348840"/>
              </p14:xfrm>
            </p:contentPart>
          </mc:Choice>
          <mc:Fallback xmlns="">
            <p:pic>
              <p:nvPicPr>
                <p:cNvPr id="24606" name="Ink 24605">
                  <a:extLst>
                    <a:ext uri="{FF2B5EF4-FFF2-40B4-BE49-F238E27FC236}">
                      <a16:creationId xmlns:a16="http://schemas.microsoft.com/office/drawing/2014/main" id="{DE0F4EA3-B275-F7EC-A52F-F35C109229D4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797860" y="883136"/>
                  <a:ext cx="367200" cy="38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24607" name="Ink 24606">
                  <a:extLst>
                    <a:ext uri="{FF2B5EF4-FFF2-40B4-BE49-F238E27FC236}">
                      <a16:creationId xmlns:a16="http://schemas.microsoft.com/office/drawing/2014/main" id="{AC1BBF19-A643-60B3-5206-D52CDF9BF24D}"/>
                    </a:ext>
                  </a:extLst>
                </p14:cNvPr>
                <p14:cNvContentPartPr/>
                <p14:nvPr/>
              </p14:nvContentPartPr>
              <p14:xfrm>
                <a:off x="2338580" y="692336"/>
                <a:ext cx="267840" cy="282600"/>
              </p14:xfrm>
            </p:contentPart>
          </mc:Choice>
          <mc:Fallback xmlns="">
            <p:pic>
              <p:nvPicPr>
                <p:cNvPr id="24607" name="Ink 24606">
                  <a:extLst>
                    <a:ext uri="{FF2B5EF4-FFF2-40B4-BE49-F238E27FC236}">
                      <a16:creationId xmlns:a16="http://schemas.microsoft.com/office/drawing/2014/main" id="{AC1BBF19-A643-60B3-5206-D52CDF9BF24D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2320940" y="674696"/>
                  <a:ext cx="30348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24608" name="Ink 24607">
                  <a:extLst>
                    <a:ext uri="{FF2B5EF4-FFF2-40B4-BE49-F238E27FC236}">
                      <a16:creationId xmlns:a16="http://schemas.microsoft.com/office/drawing/2014/main" id="{83CFC261-6CEB-E186-E95D-B37CAD1BE7A3}"/>
                    </a:ext>
                  </a:extLst>
                </p14:cNvPr>
                <p14:cNvContentPartPr/>
                <p14:nvPr/>
              </p14:nvContentPartPr>
              <p14:xfrm>
                <a:off x="2766980" y="852176"/>
                <a:ext cx="176040" cy="121320"/>
              </p14:xfrm>
            </p:contentPart>
          </mc:Choice>
          <mc:Fallback xmlns="">
            <p:pic>
              <p:nvPicPr>
                <p:cNvPr id="24608" name="Ink 24607">
                  <a:extLst>
                    <a:ext uri="{FF2B5EF4-FFF2-40B4-BE49-F238E27FC236}">
                      <a16:creationId xmlns:a16="http://schemas.microsoft.com/office/drawing/2014/main" id="{83CFC261-6CEB-E186-E95D-B37CAD1BE7A3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2748980" y="834176"/>
                  <a:ext cx="21168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24609" name="Ink 24608">
                  <a:extLst>
                    <a:ext uri="{FF2B5EF4-FFF2-40B4-BE49-F238E27FC236}">
                      <a16:creationId xmlns:a16="http://schemas.microsoft.com/office/drawing/2014/main" id="{E1E5D278-F975-D42A-3A69-9B565BA18800}"/>
                    </a:ext>
                  </a:extLst>
                </p14:cNvPr>
                <p14:cNvContentPartPr/>
                <p14:nvPr/>
              </p14:nvContentPartPr>
              <p14:xfrm>
                <a:off x="2869580" y="905096"/>
                <a:ext cx="83520" cy="127800"/>
              </p14:xfrm>
            </p:contentPart>
          </mc:Choice>
          <mc:Fallback xmlns="">
            <p:pic>
              <p:nvPicPr>
                <p:cNvPr id="24609" name="Ink 24608">
                  <a:extLst>
                    <a:ext uri="{FF2B5EF4-FFF2-40B4-BE49-F238E27FC236}">
                      <a16:creationId xmlns:a16="http://schemas.microsoft.com/office/drawing/2014/main" id="{E1E5D278-F975-D42A-3A69-9B565BA18800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2851580" y="887456"/>
                  <a:ext cx="11916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24610" name="Ink 24609">
                  <a:extLst>
                    <a:ext uri="{FF2B5EF4-FFF2-40B4-BE49-F238E27FC236}">
                      <a16:creationId xmlns:a16="http://schemas.microsoft.com/office/drawing/2014/main" id="{3D02AF24-A92C-73DB-C3FA-61FA4DA74B5C}"/>
                    </a:ext>
                  </a:extLst>
                </p14:cNvPr>
                <p14:cNvContentPartPr/>
                <p14:nvPr/>
              </p14:nvContentPartPr>
              <p14:xfrm>
                <a:off x="3099260" y="844616"/>
                <a:ext cx="108720" cy="180360"/>
              </p14:xfrm>
            </p:contentPart>
          </mc:Choice>
          <mc:Fallback xmlns="">
            <p:pic>
              <p:nvPicPr>
                <p:cNvPr id="24610" name="Ink 24609">
                  <a:extLst>
                    <a:ext uri="{FF2B5EF4-FFF2-40B4-BE49-F238E27FC236}">
                      <a16:creationId xmlns:a16="http://schemas.microsoft.com/office/drawing/2014/main" id="{3D02AF24-A92C-73DB-C3FA-61FA4DA74B5C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3081620" y="826616"/>
                  <a:ext cx="14436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24611" name="Ink 24610">
                  <a:extLst>
                    <a:ext uri="{FF2B5EF4-FFF2-40B4-BE49-F238E27FC236}">
                      <a16:creationId xmlns:a16="http://schemas.microsoft.com/office/drawing/2014/main" id="{3D37DD0B-7640-E4A8-93CF-3323B5F40A27}"/>
                    </a:ext>
                  </a:extLst>
                </p14:cNvPr>
                <p14:cNvContentPartPr/>
                <p14:nvPr/>
              </p14:nvContentPartPr>
              <p14:xfrm>
                <a:off x="3194300" y="834896"/>
                <a:ext cx="104400" cy="164880"/>
              </p14:xfrm>
            </p:contentPart>
          </mc:Choice>
          <mc:Fallback xmlns="">
            <p:pic>
              <p:nvPicPr>
                <p:cNvPr id="24611" name="Ink 24610">
                  <a:extLst>
                    <a:ext uri="{FF2B5EF4-FFF2-40B4-BE49-F238E27FC236}">
                      <a16:creationId xmlns:a16="http://schemas.microsoft.com/office/drawing/2014/main" id="{3D37DD0B-7640-E4A8-93CF-3323B5F40A27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3176300" y="816896"/>
                  <a:ext cx="14004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24612" name="Ink 24611">
                  <a:extLst>
                    <a:ext uri="{FF2B5EF4-FFF2-40B4-BE49-F238E27FC236}">
                      <a16:creationId xmlns:a16="http://schemas.microsoft.com/office/drawing/2014/main" id="{DA2EE592-8C82-11A6-E519-01BB681DC09F}"/>
                    </a:ext>
                  </a:extLst>
                </p14:cNvPr>
                <p14:cNvContentPartPr/>
                <p14:nvPr/>
              </p14:nvContentPartPr>
              <p14:xfrm>
                <a:off x="3154340" y="931736"/>
                <a:ext cx="111240" cy="57240"/>
              </p14:xfrm>
            </p:contentPart>
          </mc:Choice>
          <mc:Fallback xmlns="">
            <p:pic>
              <p:nvPicPr>
                <p:cNvPr id="24612" name="Ink 24611">
                  <a:extLst>
                    <a:ext uri="{FF2B5EF4-FFF2-40B4-BE49-F238E27FC236}">
                      <a16:creationId xmlns:a16="http://schemas.microsoft.com/office/drawing/2014/main" id="{DA2EE592-8C82-11A6-E519-01BB681DC09F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3136340" y="913736"/>
                  <a:ext cx="14688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24615" name="Ink 24614">
                  <a:extLst>
                    <a:ext uri="{FF2B5EF4-FFF2-40B4-BE49-F238E27FC236}">
                      <a16:creationId xmlns:a16="http://schemas.microsoft.com/office/drawing/2014/main" id="{BC5F4EB7-790B-4E62-A067-3F5181C56F60}"/>
                    </a:ext>
                  </a:extLst>
                </p14:cNvPr>
                <p14:cNvContentPartPr/>
                <p14:nvPr/>
              </p14:nvContentPartPr>
              <p14:xfrm>
                <a:off x="186140" y="1341416"/>
                <a:ext cx="293040" cy="220320"/>
              </p14:xfrm>
            </p:contentPart>
          </mc:Choice>
          <mc:Fallback xmlns="">
            <p:pic>
              <p:nvPicPr>
                <p:cNvPr id="24615" name="Ink 24614">
                  <a:extLst>
                    <a:ext uri="{FF2B5EF4-FFF2-40B4-BE49-F238E27FC236}">
                      <a16:creationId xmlns:a16="http://schemas.microsoft.com/office/drawing/2014/main" id="{BC5F4EB7-790B-4E62-A067-3F5181C56F60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68140" y="1323776"/>
                  <a:ext cx="32868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24616" name="Ink 24615">
                  <a:extLst>
                    <a:ext uri="{FF2B5EF4-FFF2-40B4-BE49-F238E27FC236}">
                      <a16:creationId xmlns:a16="http://schemas.microsoft.com/office/drawing/2014/main" id="{81588BB7-70F4-FE8B-8ABD-DA05764694DA}"/>
                    </a:ext>
                  </a:extLst>
                </p14:cNvPr>
                <p14:cNvContentPartPr/>
                <p14:nvPr/>
              </p14:nvContentPartPr>
              <p14:xfrm>
                <a:off x="539660" y="976016"/>
                <a:ext cx="254520" cy="681840"/>
              </p14:xfrm>
            </p:contentPart>
          </mc:Choice>
          <mc:Fallback xmlns="">
            <p:pic>
              <p:nvPicPr>
                <p:cNvPr id="24616" name="Ink 24615">
                  <a:extLst>
                    <a:ext uri="{FF2B5EF4-FFF2-40B4-BE49-F238E27FC236}">
                      <a16:creationId xmlns:a16="http://schemas.microsoft.com/office/drawing/2014/main" id="{81588BB7-70F4-FE8B-8ABD-DA05764694DA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21660" y="958016"/>
                  <a:ext cx="290160" cy="71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24617" name="Ink 24616">
                  <a:extLst>
                    <a:ext uri="{FF2B5EF4-FFF2-40B4-BE49-F238E27FC236}">
                      <a16:creationId xmlns:a16="http://schemas.microsoft.com/office/drawing/2014/main" id="{78DAD3A0-1E42-298F-FDDD-3556A9319459}"/>
                    </a:ext>
                  </a:extLst>
                </p14:cNvPr>
                <p14:cNvContentPartPr/>
                <p14:nvPr/>
              </p14:nvContentPartPr>
              <p14:xfrm>
                <a:off x="525980" y="377696"/>
                <a:ext cx="3182400" cy="1355040"/>
              </p14:xfrm>
            </p:contentPart>
          </mc:Choice>
          <mc:Fallback xmlns="">
            <p:pic>
              <p:nvPicPr>
                <p:cNvPr id="24617" name="Ink 24616">
                  <a:extLst>
                    <a:ext uri="{FF2B5EF4-FFF2-40B4-BE49-F238E27FC236}">
                      <a16:creationId xmlns:a16="http://schemas.microsoft.com/office/drawing/2014/main" id="{78DAD3A0-1E42-298F-FDDD-3556A9319459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08340" y="359696"/>
                  <a:ext cx="3218040" cy="139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24619" name="Ink 24618">
                  <a:extLst>
                    <a:ext uri="{FF2B5EF4-FFF2-40B4-BE49-F238E27FC236}">
                      <a16:creationId xmlns:a16="http://schemas.microsoft.com/office/drawing/2014/main" id="{02C56702-7D34-7A53-3F7E-F7BDC5863A2B}"/>
                    </a:ext>
                  </a:extLst>
                </p14:cNvPr>
                <p14:cNvContentPartPr/>
                <p14:nvPr/>
              </p14:nvContentPartPr>
              <p14:xfrm>
                <a:off x="586100" y="2456336"/>
                <a:ext cx="97560" cy="151200"/>
              </p14:xfrm>
            </p:contentPart>
          </mc:Choice>
          <mc:Fallback xmlns="">
            <p:pic>
              <p:nvPicPr>
                <p:cNvPr id="24619" name="Ink 24618">
                  <a:extLst>
                    <a:ext uri="{FF2B5EF4-FFF2-40B4-BE49-F238E27FC236}">
                      <a16:creationId xmlns:a16="http://schemas.microsoft.com/office/drawing/2014/main" id="{02C56702-7D34-7A53-3F7E-F7BDC5863A2B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68460" y="2438336"/>
                  <a:ext cx="13320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24620" name="Ink 24619">
                  <a:extLst>
                    <a:ext uri="{FF2B5EF4-FFF2-40B4-BE49-F238E27FC236}">
                      <a16:creationId xmlns:a16="http://schemas.microsoft.com/office/drawing/2014/main" id="{B34BED73-3FCB-F1D8-63FB-90D322406F47}"/>
                    </a:ext>
                  </a:extLst>
                </p14:cNvPr>
                <p14:cNvContentPartPr/>
                <p14:nvPr/>
              </p14:nvContentPartPr>
              <p14:xfrm>
                <a:off x="572420" y="2337176"/>
                <a:ext cx="107640" cy="125640"/>
              </p14:xfrm>
            </p:contentPart>
          </mc:Choice>
          <mc:Fallback xmlns="">
            <p:pic>
              <p:nvPicPr>
                <p:cNvPr id="24620" name="Ink 24619">
                  <a:extLst>
                    <a:ext uri="{FF2B5EF4-FFF2-40B4-BE49-F238E27FC236}">
                      <a16:creationId xmlns:a16="http://schemas.microsoft.com/office/drawing/2014/main" id="{B34BED73-3FCB-F1D8-63FB-90D322406F47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554420" y="2319536"/>
                  <a:ext cx="14328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24621" name="Ink 24620">
                  <a:extLst>
                    <a:ext uri="{FF2B5EF4-FFF2-40B4-BE49-F238E27FC236}">
                      <a16:creationId xmlns:a16="http://schemas.microsoft.com/office/drawing/2014/main" id="{3BB2AC7B-43AF-C4DB-818B-B157AD8D43BF}"/>
                    </a:ext>
                  </a:extLst>
                </p14:cNvPr>
                <p14:cNvContentPartPr/>
                <p14:nvPr/>
              </p14:nvContentPartPr>
              <p14:xfrm>
                <a:off x="1222580" y="1911296"/>
                <a:ext cx="334440" cy="347400"/>
              </p14:xfrm>
            </p:contentPart>
          </mc:Choice>
          <mc:Fallback xmlns="">
            <p:pic>
              <p:nvPicPr>
                <p:cNvPr id="24621" name="Ink 24620">
                  <a:extLst>
                    <a:ext uri="{FF2B5EF4-FFF2-40B4-BE49-F238E27FC236}">
                      <a16:creationId xmlns:a16="http://schemas.microsoft.com/office/drawing/2014/main" id="{3BB2AC7B-43AF-C4DB-818B-B157AD8D43BF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204940" y="1893656"/>
                  <a:ext cx="370080" cy="38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24622" name="Ink 24621">
                  <a:extLst>
                    <a:ext uri="{FF2B5EF4-FFF2-40B4-BE49-F238E27FC236}">
                      <a16:creationId xmlns:a16="http://schemas.microsoft.com/office/drawing/2014/main" id="{96BAAA3C-B9BD-4207-4A1D-EAF9DEB4DC59}"/>
                    </a:ext>
                  </a:extLst>
                </p14:cNvPr>
                <p14:cNvContentPartPr/>
                <p14:nvPr/>
              </p14:nvContentPartPr>
              <p14:xfrm>
                <a:off x="1757900" y="2130536"/>
                <a:ext cx="234000" cy="191520"/>
              </p14:xfrm>
            </p:contentPart>
          </mc:Choice>
          <mc:Fallback xmlns="">
            <p:pic>
              <p:nvPicPr>
                <p:cNvPr id="24622" name="Ink 24621">
                  <a:extLst>
                    <a:ext uri="{FF2B5EF4-FFF2-40B4-BE49-F238E27FC236}">
                      <a16:creationId xmlns:a16="http://schemas.microsoft.com/office/drawing/2014/main" id="{96BAAA3C-B9BD-4207-4A1D-EAF9DEB4DC59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740260" y="2112536"/>
                  <a:ext cx="26964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24623" name="Ink 24622">
                  <a:extLst>
                    <a:ext uri="{FF2B5EF4-FFF2-40B4-BE49-F238E27FC236}">
                      <a16:creationId xmlns:a16="http://schemas.microsoft.com/office/drawing/2014/main" id="{F8AD23BB-80EE-BF17-29D0-225E26FC4D95}"/>
                    </a:ext>
                  </a:extLst>
                </p14:cNvPr>
                <p14:cNvContentPartPr/>
                <p14:nvPr/>
              </p14:nvContentPartPr>
              <p14:xfrm>
                <a:off x="2044100" y="2031176"/>
                <a:ext cx="114120" cy="176040"/>
              </p14:xfrm>
            </p:contentPart>
          </mc:Choice>
          <mc:Fallback xmlns="">
            <p:pic>
              <p:nvPicPr>
                <p:cNvPr id="24623" name="Ink 24622">
                  <a:extLst>
                    <a:ext uri="{FF2B5EF4-FFF2-40B4-BE49-F238E27FC236}">
                      <a16:creationId xmlns:a16="http://schemas.microsoft.com/office/drawing/2014/main" id="{F8AD23BB-80EE-BF17-29D0-225E26FC4D95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2026100" y="2013176"/>
                  <a:ext cx="14976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24624" name="Ink 24623">
                  <a:extLst>
                    <a:ext uri="{FF2B5EF4-FFF2-40B4-BE49-F238E27FC236}">
                      <a16:creationId xmlns:a16="http://schemas.microsoft.com/office/drawing/2014/main" id="{2FEED12A-F50E-D579-1E12-CD2087450FDB}"/>
                    </a:ext>
                  </a:extLst>
                </p14:cNvPr>
                <p14:cNvContentPartPr/>
                <p14:nvPr/>
              </p14:nvContentPartPr>
              <p14:xfrm>
                <a:off x="2352980" y="1765136"/>
                <a:ext cx="237600" cy="234360"/>
              </p14:xfrm>
            </p:contentPart>
          </mc:Choice>
          <mc:Fallback xmlns="">
            <p:pic>
              <p:nvPicPr>
                <p:cNvPr id="24624" name="Ink 24623">
                  <a:extLst>
                    <a:ext uri="{FF2B5EF4-FFF2-40B4-BE49-F238E27FC236}">
                      <a16:creationId xmlns:a16="http://schemas.microsoft.com/office/drawing/2014/main" id="{2FEED12A-F50E-D579-1E12-CD2087450FDB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2335340" y="1747136"/>
                  <a:ext cx="27324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24625" name="Ink 24624">
                  <a:extLst>
                    <a:ext uri="{FF2B5EF4-FFF2-40B4-BE49-F238E27FC236}">
                      <a16:creationId xmlns:a16="http://schemas.microsoft.com/office/drawing/2014/main" id="{424ABD2C-8826-CA7D-F3EB-28FB9D7D793D}"/>
                    </a:ext>
                  </a:extLst>
                </p14:cNvPr>
                <p14:cNvContentPartPr/>
                <p14:nvPr/>
              </p14:nvContentPartPr>
              <p14:xfrm>
                <a:off x="2683100" y="1478936"/>
                <a:ext cx="257400" cy="353880"/>
              </p14:xfrm>
            </p:contentPart>
          </mc:Choice>
          <mc:Fallback xmlns="">
            <p:pic>
              <p:nvPicPr>
                <p:cNvPr id="24625" name="Ink 24624">
                  <a:extLst>
                    <a:ext uri="{FF2B5EF4-FFF2-40B4-BE49-F238E27FC236}">
                      <a16:creationId xmlns:a16="http://schemas.microsoft.com/office/drawing/2014/main" id="{424ABD2C-8826-CA7D-F3EB-28FB9D7D793D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2665460" y="1461296"/>
                  <a:ext cx="293040" cy="38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24626" name="Ink 24625">
                  <a:extLst>
                    <a:ext uri="{FF2B5EF4-FFF2-40B4-BE49-F238E27FC236}">
                      <a16:creationId xmlns:a16="http://schemas.microsoft.com/office/drawing/2014/main" id="{F2A28DE9-3383-48D9-7281-FA0B46025FB9}"/>
                    </a:ext>
                  </a:extLst>
                </p14:cNvPr>
                <p14:cNvContentPartPr/>
                <p14:nvPr/>
              </p14:nvContentPartPr>
              <p14:xfrm>
                <a:off x="3060740" y="1649576"/>
                <a:ext cx="162000" cy="75960"/>
              </p14:xfrm>
            </p:contentPart>
          </mc:Choice>
          <mc:Fallback xmlns="">
            <p:pic>
              <p:nvPicPr>
                <p:cNvPr id="24626" name="Ink 24625">
                  <a:extLst>
                    <a:ext uri="{FF2B5EF4-FFF2-40B4-BE49-F238E27FC236}">
                      <a16:creationId xmlns:a16="http://schemas.microsoft.com/office/drawing/2014/main" id="{F2A28DE9-3383-48D9-7281-FA0B46025FB9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3042740" y="1631936"/>
                  <a:ext cx="19764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24627" name="Ink 24626">
                  <a:extLst>
                    <a:ext uri="{FF2B5EF4-FFF2-40B4-BE49-F238E27FC236}">
                      <a16:creationId xmlns:a16="http://schemas.microsoft.com/office/drawing/2014/main" id="{599331F4-5F69-CB74-09D6-C9B93365975E}"/>
                    </a:ext>
                  </a:extLst>
                </p14:cNvPr>
                <p14:cNvContentPartPr/>
                <p14:nvPr/>
              </p14:nvContentPartPr>
              <p14:xfrm>
                <a:off x="3128780" y="1693856"/>
                <a:ext cx="95040" cy="175320"/>
              </p14:xfrm>
            </p:contentPart>
          </mc:Choice>
          <mc:Fallback xmlns="">
            <p:pic>
              <p:nvPicPr>
                <p:cNvPr id="24627" name="Ink 24626">
                  <a:extLst>
                    <a:ext uri="{FF2B5EF4-FFF2-40B4-BE49-F238E27FC236}">
                      <a16:creationId xmlns:a16="http://schemas.microsoft.com/office/drawing/2014/main" id="{599331F4-5F69-CB74-09D6-C9B93365975E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3110780" y="1676216"/>
                  <a:ext cx="13068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24628" name="Ink 24627">
                  <a:extLst>
                    <a:ext uri="{FF2B5EF4-FFF2-40B4-BE49-F238E27FC236}">
                      <a16:creationId xmlns:a16="http://schemas.microsoft.com/office/drawing/2014/main" id="{EE81B527-6F4F-0FF9-DA4D-938AF74D24F6}"/>
                    </a:ext>
                  </a:extLst>
                </p14:cNvPr>
                <p14:cNvContentPartPr/>
                <p14:nvPr/>
              </p14:nvContentPartPr>
              <p14:xfrm>
                <a:off x="3315620" y="1657136"/>
                <a:ext cx="84960" cy="110880"/>
              </p14:xfrm>
            </p:contentPart>
          </mc:Choice>
          <mc:Fallback xmlns="">
            <p:pic>
              <p:nvPicPr>
                <p:cNvPr id="24628" name="Ink 24627">
                  <a:extLst>
                    <a:ext uri="{FF2B5EF4-FFF2-40B4-BE49-F238E27FC236}">
                      <a16:creationId xmlns:a16="http://schemas.microsoft.com/office/drawing/2014/main" id="{EE81B527-6F4F-0FF9-DA4D-938AF74D24F6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3297620" y="1639136"/>
                  <a:ext cx="12060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24629" name="Ink 24628">
                  <a:extLst>
                    <a:ext uri="{FF2B5EF4-FFF2-40B4-BE49-F238E27FC236}">
                      <a16:creationId xmlns:a16="http://schemas.microsoft.com/office/drawing/2014/main" id="{22D8E036-1CAE-81EC-3CF2-20257F5BB8F5}"/>
                    </a:ext>
                  </a:extLst>
                </p14:cNvPr>
                <p14:cNvContentPartPr/>
                <p14:nvPr/>
              </p14:nvContentPartPr>
              <p14:xfrm>
                <a:off x="3412460" y="1593056"/>
                <a:ext cx="110880" cy="145440"/>
              </p14:xfrm>
            </p:contentPart>
          </mc:Choice>
          <mc:Fallback xmlns="">
            <p:pic>
              <p:nvPicPr>
                <p:cNvPr id="24629" name="Ink 24628">
                  <a:extLst>
                    <a:ext uri="{FF2B5EF4-FFF2-40B4-BE49-F238E27FC236}">
                      <a16:creationId xmlns:a16="http://schemas.microsoft.com/office/drawing/2014/main" id="{22D8E036-1CAE-81EC-3CF2-20257F5BB8F5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3394460" y="1575416"/>
                  <a:ext cx="14652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24630" name="Ink 24629">
                  <a:extLst>
                    <a:ext uri="{FF2B5EF4-FFF2-40B4-BE49-F238E27FC236}">
                      <a16:creationId xmlns:a16="http://schemas.microsoft.com/office/drawing/2014/main" id="{B1562B7C-3402-DD8F-9F89-15AC237FB329}"/>
                    </a:ext>
                  </a:extLst>
                </p14:cNvPr>
                <p14:cNvContentPartPr/>
                <p14:nvPr/>
              </p14:nvContentPartPr>
              <p14:xfrm>
                <a:off x="3405620" y="1671176"/>
                <a:ext cx="86400" cy="60480"/>
              </p14:xfrm>
            </p:contentPart>
          </mc:Choice>
          <mc:Fallback xmlns="">
            <p:pic>
              <p:nvPicPr>
                <p:cNvPr id="24630" name="Ink 24629">
                  <a:extLst>
                    <a:ext uri="{FF2B5EF4-FFF2-40B4-BE49-F238E27FC236}">
                      <a16:creationId xmlns:a16="http://schemas.microsoft.com/office/drawing/2014/main" id="{B1562B7C-3402-DD8F-9F89-15AC237FB329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3387980" y="1653176"/>
                  <a:ext cx="12204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24631" name="Ink 24630">
                  <a:extLst>
                    <a:ext uri="{FF2B5EF4-FFF2-40B4-BE49-F238E27FC236}">
                      <a16:creationId xmlns:a16="http://schemas.microsoft.com/office/drawing/2014/main" id="{41579C18-A524-7639-8082-A5284B3A98F4}"/>
                    </a:ext>
                  </a:extLst>
                </p14:cNvPr>
                <p14:cNvContentPartPr/>
                <p14:nvPr/>
              </p14:nvContentPartPr>
              <p14:xfrm>
                <a:off x="1587260" y="1096616"/>
                <a:ext cx="2502360" cy="1645200"/>
              </p14:xfrm>
            </p:contentPart>
          </mc:Choice>
          <mc:Fallback xmlns="">
            <p:pic>
              <p:nvPicPr>
                <p:cNvPr id="24631" name="Ink 24630">
                  <a:extLst>
                    <a:ext uri="{FF2B5EF4-FFF2-40B4-BE49-F238E27FC236}">
                      <a16:creationId xmlns:a16="http://schemas.microsoft.com/office/drawing/2014/main" id="{41579C18-A524-7639-8082-A5284B3A98F4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569260" y="1078616"/>
                  <a:ext cx="2538000" cy="168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24633" name="Ink 24632">
                  <a:extLst>
                    <a:ext uri="{FF2B5EF4-FFF2-40B4-BE49-F238E27FC236}">
                      <a16:creationId xmlns:a16="http://schemas.microsoft.com/office/drawing/2014/main" id="{92B381A3-25A1-E32C-2E7F-82C671758507}"/>
                    </a:ext>
                  </a:extLst>
                </p14:cNvPr>
                <p14:cNvContentPartPr/>
                <p14:nvPr/>
              </p14:nvContentPartPr>
              <p14:xfrm>
                <a:off x="1070660" y="1851536"/>
                <a:ext cx="430200" cy="907560"/>
              </p14:xfrm>
            </p:contentPart>
          </mc:Choice>
          <mc:Fallback xmlns="">
            <p:pic>
              <p:nvPicPr>
                <p:cNvPr id="24633" name="Ink 24632">
                  <a:extLst>
                    <a:ext uri="{FF2B5EF4-FFF2-40B4-BE49-F238E27FC236}">
                      <a16:creationId xmlns:a16="http://schemas.microsoft.com/office/drawing/2014/main" id="{92B381A3-25A1-E32C-2E7F-82C671758507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052660" y="1833896"/>
                  <a:ext cx="465840" cy="94320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02" name="Picture 4">
            <a:extLst>
              <a:ext uri="{FF2B5EF4-FFF2-40B4-BE49-F238E27FC236}">
                <a16:creationId xmlns:a16="http://schemas.microsoft.com/office/drawing/2014/main" id="{28F4B405-F310-2D1E-6532-295A36A644A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727"/>
          <a:stretch>
            <a:fillRect/>
          </a:stretch>
        </p:blipFill>
        <p:spPr bwMode="auto">
          <a:xfrm>
            <a:off x="2192338" y="628650"/>
            <a:ext cx="7766050" cy="42176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A5A5253E-598B-3363-6E48-83456037C57F}"/>
              </a:ext>
            </a:extLst>
          </p:cNvPr>
          <p:cNvGrpSpPr/>
          <p:nvPr/>
        </p:nvGrpSpPr>
        <p:grpSpPr>
          <a:xfrm>
            <a:off x="4737704" y="173969"/>
            <a:ext cx="4013280" cy="891720"/>
            <a:chOff x="4737704" y="173969"/>
            <a:chExt cx="4013280" cy="891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1A7555B4-4DF2-1C8C-5CAC-AED2F6814D66}"/>
                    </a:ext>
                  </a:extLst>
                </p14:cNvPr>
                <p14:cNvContentPartPr/>
                <p14:nvPr/>
              </p14:nvContentPartPr>
              <p14:xfrm>
                <a:off x="4737704" y="237689"/>
                <a:ext cx="10800" cy="37980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1A7555B4-4DF2-1C8C-5CAC-AED2F6814D66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720064" y="220049"/>
                  <a:ext cx="46440" cy="41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3A2A3D9-0938-A9DE-F261-C432346522EE}"/>
                    </a:ext>
                  </a:extLst>
                </p14:cNvPr>
                <p14:cNvContentPartPr/>
                <p14:nvPr/>
              </p14:nvContentPartPr>
              <p14:xfrm>
                <a:off x="4740224" y="289169"/>
                <a:ext cx="250920" cy="2444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3A2A3D9-0938-A9DE-F261-C432346522EE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722584" y="271169"/>
                  <a:ext cx="28656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F5A43273-DDC6-FE2F-5EED-1AE2DD137A59}"/>
                    </a:ext>
                  </a:extLst>
                </p14:cNvPr>
                <p14:cNvContentPartPr/>
                <p14:nvPr/>
              </p14:nvContentPartPr>
              <p14:xfrm>
                <a:off x="5136224" y="438209"/>
                <a:ext cx="88920" cy="54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F5A43273-DDC6-FE2F-5EED-1AE2DD137A5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118224" y="420209"/>
                  <a:ext cx="12456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F32F8B9-2840-07B9-16ED-5726E810E569}"/>
                    </a:ext>
                  </a:extLst>
                </p14:cNvPr>
                <p14:cNvContentPartPr/>
                <p14:nvPr/>
              </p14:nvContentPartPr>
              <p14:xfrm>
                <a:off x="5419544" y="305369"/>
                <a:ext cx="460080" cy="2394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F32F8B9-2840-07B9-16ED-5726E810E569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401904" y="287369"/>
                  <a:ext cx="49572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026CB66-7E2E-EB7D-3FF4-C062F022DB6A}"/>
                    </a:ext>
                  </a:extLst>
                </p14:cNvPr>
                <p14:cNvContentPartPr/>
                <p14:nvPr/>
              </p14:nvContentPartPr>
              <p14:xfrm>
                <a:off x="5955584" y="355049"/>
                <a:ext cx="183960" cy="1616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026CB66-7E2E-EB7D-3FF4-C062F022DB6A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5937584" y="337409"/>
                  <a:ext cx="21960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562B1B9-6A01-FB15-AF2F-57C315E3669C}"/>
                    </a:ext>
                  </a:extLst>
                </p14:cNvPr>
                <p14:cNvContentPartPr/>
                <p14:nvPr/>
              </p14:nvContentPartPr>
              <p14:xfrm>
                <a:off x="6201464" y="362249"/>
                <a:ext cx="223560" cy="1310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562B1B9-6A01-FB15-AF2F-57C315E3669C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183464" y="344609"/>
                  <a:ext cx="25920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E495632-4541-D4E1-6DDE-8D2A77C2C813}"/>
                    </a:ext>
                  </a:extLst>
                </p14:cNvPr>
                <p14:cNvContentPartPr/>
                <p14:nvPr/>
              </p14:nvContentPartPr>
              <p14:xfrm>
                <a:off x="6455264" y="329849"/>
                <a:ext cx="160560" cy="1292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E495632-4541-D4E1-6DDE-8D2A77C2C813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437624" y="311849"/>
                  <a:ext cx="19620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4E21891-F995-B8AF-1531-BA5850C2E7DC}"/>
                    </a:ext>
                  </a:extLst>
                </p14:cNvPr>
                <p14:cNvContentPartPr/>
                <p14:nvPr/>
              </p14:nvContentPartPr>
              <p14:xfrm>
                <a:off x="6682424" y="327329"/>
                <a:ext cx="141480" cy="1202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4E21891-F995-B8AF-1531-BA5850C2E7DC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664424" y="309689"/>
                  <a:ext cx="17712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38B0999-E9F7-B66E-F520-4A137E6CA3BF}"/>
                    </a:ext>
                  </a:extLst>
                </p14:cNvPr>
                <p14:cNvContentPartPr/>
                <p14:nvPr/>
              </p14:nvContentPartPr>
              <p14:xfrm>
                <a:off x="6872144" y="192329"/>
                <a:ext cx="69120" cy="3308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38B0999-E9F7-B66E-F520-4A137E6CA3BF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854504" y="174329"/>
                  <a:ext cx="104760" cy="36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C553333-7A64-611E-EAF8-B8C3103B1D98}"/>
                    </a:ext>
                  </a:extLst>
                </p14:cNvPr>
                <p14:cNvContentPartPr/>
                <p14:nvPr/>
              </p14:nvContentPartPr>
              <p14:xfrm>
                <a:off x="7079504" y="347489"/>
                <a:ext cx="129960" cy="255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C553333-7A64-611E-EAF8-B8C3103B1D98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061864" y="329849"/>
                  <a:ext cx="16560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90053CA-50B1-0550-4C63-256CA44FBE23}"/>
                    </a:ext>
                  </a:extLst>
                </p14:cNvPr>
                <p14:cNvContentPartPr/>
                <p14:nvPr/>
              </p14:nvContentPartPr>
              <p14:xfrm>
                <a:off x="7159424" y="416249"/>
                <a:ext cx="101880" cy="100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90053CA-50B1-0550-4C63-256CA44FBE23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141784" y="398609"/>
                  <a:ext cx="13752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18A8FF2-1EBC-25AB-599C-93A4AFA2BEC7}"/>
                    </a:ext>
                  </a:extLst>
                </p14:cNvPr>
                <p14:cNvContentPartPr/>
                <p14:nvPr/>
              </p14:nvContentPartPr>
              <p14:xfrm>
                <a:off x="7494584" y="213929"/>
                <a:ext cx="50040" cy="2919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18A8FF2-1EBC-25AB-599C-93A4AFA2BEC7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476584" y="196289"/>
                  <a:ext cx="8568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498238A-F55B-3184-769C-416DE6E1E1CF}"/>
                    </a:ext>
                  </a:extLst>
                </p14:cNvPr>
                <p14:cNvContentPartPr/>
                <p14:nvPr/>
              </p14:nvContentPartPr>
              <p14:xfrm>
                <a:off x="7519424" y="211049"/>
                <a:ext cx="195120" cy="2228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498238A-F55B-3184-769C-416DE6E1E1CF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7501784" y="193409"/>
                  <a:ext cx="23076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C08FFE8-14BA-156C-6517-CA44C09DE71F}"/>
                    </a:ext>
                  </a:extLst>
                </p14:cNvPr>
                <p14:cNvContentPartPr/>
                <p14:nvPr/>
              </p14:nvContentPartPr>
              <p14:xfrm>
                <a:off x="7876544" y="185129"/>
                <a:ext cx="34560" cy="2941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C08FFE8-14BA-156C-6517-CA44C09DE71F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7858904" y="167129"/>
                  <a:ext cx="70200" cy="32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2D8AEDBA-F709-8D68-8B41-14555323BED0}"/>
                    </a:ext>
                  </a:extLst>
                </p14:cNvPr>
                <p14:cNvContentPartPr/>
                <p14:nvPr/>
              </p14:nvContentPartPr>
              <p14:xfrm>
                <a:off x="7885544" y="204209"/>
                <a:ext cx="259200" cy="1753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2D8AEDBA-F709-8D68-8B41-14555323BED0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7867904" y="186209"/>
                  <a:ext cx="29484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7AD8EAC-C24E-B972-F4B3-68C3DCBC997E}"/>
                    </a:ext>
                  </a:extLst>
                </p14:cNvPr>
                <p14:cNvContentPartPr/>
                <p14:nvPr/>
              </p14:nvContentPartPr>
              <p14:xfrm>
                <a:off x="8265704" y="200969"/>
                <a:ext cx="128520" cy="1929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7AD8EAC-C24E-B972-F4B3-68C3DCBC997E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8247704" y="183329"/>
                  <a:ext cx="16416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69D01412-CFB1-5A0C-D5B9-F94785764ABC}"/>
                    </a:ext>
                  </a:extLst>
                </p14:cNvPr>
                <p14:cNvContentPartPr/>
                <p14:nvPr/>
              </p14:nvContentPartPr>
              <p14:xfrm>
                <a:off x="8520944" y="173969"/>
                <a:ext cx="106560" cy="2559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69D01412-CFB1-5A0C-D5B9-F94785764ABC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8503304" y="156329"/>
                  <a:ext cx="14220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6014258-2F4F-B768-6972-26DBA5E885C3}"/>
                    </a:ext>
                  </a:extLst>
                </p14:cNvPr>
                <p14:cNvContentPartPr/>
                <p14:nvPr/>
              </p14:nvContentPartPr>
              <p14:xfrm>
                <a:off x="4952624" y="799649"/>
                <a:ext cx="82800" cy="2660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6014258-2F4F-B768-6972-26DBA5E885C3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4934624" y="781649"/>
                  <a:ext cx="11844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DD2E92F-D373-C342-9269-CECFB9479573}"/>
                    </a:ext>
                  </a:extLst>
                </p14:cNvPr>
                <p14:cNvContentPartPr/>
                <p14:nvPr/>
              </p14:nvContentPartPr>
              <p14:xfrm>
                <a:off x="4965584" y="761489"/>
                <a:ext cx="121320" cy="1839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DD2E92F-D373-C342-9269-CECFB9479573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4947584" y="743849"/>
                  <a:ext cx="15696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8DA36BA-7D03-0F9E-E587-522DF0362129}"/>
                    </a:ext>
                  </a:extLst>
                </p14:cNvPr>
                <p14:cNvContentPartPr/>
                <p14:nvPr/>
              </p14:nvContentPartPr>
              <p14:xfrm>
                <a:off x="5265824" y="908009"/>
                <a:ext cx="127080" cy="144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8DA36BA-7D03-0F9E-E587-522DF0362129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5248184" y="890369"/>
                  <a:ext cx="1627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0B8E811-553A-1E15-C893-63A4361B277D}"/>
                    </a:ext>
                  </a:extLst>
                </p14:cNvPr>
                <p14:cNvContentPartPr/>
                <p14:nvPr/>
              </p14:nvContentPartPr>
              <p14:xfrm>
                <a:off x="5671904" y="729449"/>
                <a:ext cx="428760" cy="2322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0B8E811-553A-1E15-C893-63A4361B277D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5654264" y="711809"/>
                  <a:ext cx="46440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DDCCCDE3-01FD-C817-44E5-1761E5B9C866}"/>
                    </a:ext>
                  </a:extLst>
                </p14:cNvPr>
                <p14:cNvContentPartPr/>
                <p14:nvPr/>
              </p14:nvContentPartPr>
              <p14:xfrm>
                <a:off x="6142064" y="789569"/>
                <a:ext cx="156600" cy="1494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DDCCCDE3-01FD-C817-44E5-1761E5B9C866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6124064" y="771929"/>
                  <a:ext cx="19224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6EFC579-267F-AA48-72A4-893476FC97DA}"/>
                    </a:ext>
                  </a:extLst>
                </p14:cNvPr>
                <p14:cNvContentPartPr/>
                <p14:nvPr/>
              </p14:nvContentPartPr>
              <p14:xfrm>
                <a:off x="6362384" y="793889"/>
                <a:ext cx="175320" cy="127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6EFC579-267F-AA48-72A4-893476FC97DA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6344744" y="775889"/>
                  <a:ext cx="21096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E279D6B9-D96A-77A0-8CF0-D318338BB836}"/>
                    </a:ext>
                  </a:extLst>
                </p14:cNvPr>
                <p14:cNvContentPartPr/>
                <p14:nvPr/>
              </p14:nvContentPartPr>
              <p14:xfrm>
                <a:off x="6596384" y="812249"/>
                <a:ext cx="180720" cy="1022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E279D6B9-D96A-77A0-8CF0-D318338BB836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6578384" y="794249"/>
                  <a:ext cx="21636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CFC1FE2-8139-830E-F490-E63456DCE29B}"/>
                    </a:ext>
                  </a:extLst>
                </p14:cNvPr>
                <p14:cNvContentPartPr/>
                <p14:nvPr/>
              </p14:nvContentPartPr>
              <p14:xfrm>
                <a:off x="6842984" y="669689"/>
                <a:ext cx="218880" cy="3056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CFC1FE2-8139-830E-F490-E63456DCE29B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6824984" y="651689"/>
                  <a:ext cx="254520" cy="34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0FD16CC-7342-EC18-C639-499B26F25C3C}"/>
                    </a:ext>
                  </a:extLst>
                </p14:cNvPr>
                <p14:cNvContentPartPr/>
                <p14:nvPr/>
              </p14:nvContentPartPr>
              <p14:xfrm>
                <a:off x="7238624" y="785249"/>
                <a:ext cx="99360" cy="194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0FD16CC-7342-EC18-C639-499B26F25C3C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7220624" y="767609"/>
                  <a:ext cx="13500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AB97CCC-A5B6-6A3D-D5FA-876EE0F84778}"/>
                    </a:ext>
                  </a:extLst>
                </p14:cNvPr>
                <p14:cNvContentPartPr/>
                <p14:nvPr/>
              </p14:nvContentPartPr>
              <p14:xfrm>
                <a:off x="7307384" y="830249"/>
                <a:ext cx="50400" cy="187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AB97CCC-A5B6-6A3D-D5FA-876EE0F84778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7289744" y="812609"/>
                  <a:ext cx="8604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9808A21-A44C-1600-BD33-85C7D3D2F58F}"/>
                    </a:ext>
                  </a:extLst>
                </p14:cNvPr>
                <p14:cNvContentPartPr/>
                <p14:nvPr/>
              </p14:nvContentPartPr>
              <p14:xfrm>
                <a:off x="7630304" y="671849"/>
                <a:ext cx="77040" cy="2577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9808A21-A44C-1600-BD33-85C7D3D2F58F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7612664" y="654209"/>
                  <a:ext cx="11268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DC279CD-B640-0D92-7236-07F400550B3F}"/>
                    </a:ext>
                  </a:extLst>
                </p14:cNvPr>
                <p14:cNvContentPartPr/>
                <p14:nvPr/>
              </p14:nvContentPartPr>
              <p14:xfrm>
                <a:off x="7606184" y="695249"/>
                <a:ext cx="164880" cy="73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DC279CD-B640-0D92-7236-07F400550B3F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7588184" y="677609"/>
                  <a:ext cx="20052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5626EF1-6D8E-F2D2-B21D-164847AAEA92}"/>
                    </a:ext>
                  </a:extLst>
                </p14:cNvPr>
                <p14:cNvContentPartPr/>
                <p14:nvPr/>
              </p14:nvContentPartPr>
              <p14:xfrm>
                <a:off x="7933064" y="703529"/>
                <a:ext cx="46440" cy="2037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5626EF1-6D8E-F2D2-B21D-164847AAEA92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7915064" y="685889"/>
                  <a:ext cx="8208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71AEE98-0583-80DF-698D-17903C1259AB}"/>
                    </a:ext>
                  </a:extLst>
                </p14:cNvPr>
                <p14:cNvContentPartPr/>
                <p14:nvPr/>
              </p14:nvContentPartPr>
              <p14:xfrm>
                <a:off x="7943144" y="662489"/>
                <a:ext cx="297360" cy="1299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71AEE98-0583-80DF-698D-17903C1259AB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925144" y="644849"/>
                  <a:ext cx="33300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98069FB-EC4E-3697-83D0-51F57A06A326}"/>
                    </a:ext>
                  </a:extLst>
                </p14:cNvPr>
                <p14:cNvContentPartPr/>
                <p14:nvPr/>
              </p14:nvContentPartPr>
              <p14:xfrm>
                <a:off x="8339144" y="646649"/>
                <a:ext cx="157320" cy="1515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98069FB-EC4E-3697-83D0-51F57A06A326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8321144" y="629009"/>
                  <a:ext cx="1929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1A643F4-2DD8-7084-21C0-1D462D26F1C6}"/>
                    </a:ext>
                  </a:extLst>
                </p14:cNvPr>
                <p14:cNvContentPartPr/>
                <p14:nvPr/>
              </p14:nvContentPartPr>
              <p14:xfrm>
                <a:off x="8658104" y="573569"/>
                <a:ext cx="92880" cy="2001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1A643F4-2DD8-7084-21C0-1D462D26F1C6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8640464" y="555569"/>
                  <a:ext cx="128520" cy="23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2CCA632B-9022-899D-2F0B-E09344D3E14B}"/>
              </a:ext>
            </a:extLst>
          </p:cNvPr>
          <p:cNvGrpSpPr/>
          <p:nvPr/>
        </p:nvGrpSpPr>
        <p:grpSpPr>
          <a:xfrm>
            <a:off x="3771104" y="2791889"/>
            <a:ext cx="511560" cy="32400"/>
            <a:chOff x="3771104" y="2791889"/>
            <a:chExt cx="511560" cy="32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7DFBF15-91A0-78F4-C9CA-730027BAC50A}"/>
                    </a:ext>
                  </a:extLst>
                </p14:cNvPr>
                <p14:cNvContentPartPr/>
                <p14:nvPr/>
              </p14:nvContentPartPr>
              <p14:xfrm>
                <a:off x="3771104" y="2807009"/>
                <a:ext cx="95400" cy="172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7DFBF15-91A0-78F4-C9CA-730027BAC50A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3753104" y="2789369"/>
                  <a:ext cx="13104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799DB0E6-233D-ACC9-EE23-D97A0E017A9F}"/>
                    </a:ext>
                  </a:extLst>
                </p14:cNvPr>
                <p14:cNvContentPartPr/>
                <p14:nvPr/>
              </p14:nvContentPartPr>
              <p14:xfrm>
                <a:off x="3991064" y="2803769"/>
                <a:ext cx="73800" cy="190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799DB0E6-233D-ACC9-EE23-D97A0E017A9F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3973064" y="2785769"/>
                  <a:ext cx="10944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86BC2032-3193-B2BD-C062-ABB708707689}"/>
                    </a:ext>
                  </a:extLst>
                </p14:cNvPr>
                <p14:cNvContentPartPr/>
                <p14:nvPr/>
              </p14:nvContentPartPr>
              <p14:xfrm>
                <a:off x="4198064" y="2791889"/>
                <a:ext cx="84600" cy="68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86BC2032-3193-B2BD-C062-ABB708707689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4180064" y="2773889"/>
                  <a:ext cx="120240" cy="42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601" name="Group 25600">
            <a:extLst>
              <a:ext uri="{FF2B5EF4-FFF2-40B4-BE49-F238E27FC236}">
                <a16:creationId xmlns:a16="http://schemas.microsoft.com/office/drawing/2014/main" id="{FD5BC5DF-D285-CF2B-BDCB-49B0D325A844}"/>
              </a:ext>
            </a:extLst>
          </p:cNvPr>
          <p:cNvGrpSpPr/>
          <p:nvPr/>
        </p:nvGrpSpPr>
        <p:grpSpPr>
          <a:xfrm>
            <a:off x="1728824" y="1784969"/>
            <a:ext cx="1539000" cy="997200"/>
            <a:chOff x="1728824" y="1784969"/>
            <a:chExt cx="1539000" cy="997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A2EE378D-68B0-490A-75E2-640715BDF23E}"/>
                    </a:ext>
                  </a:extLst>
                </p14:cNvPr>
                <p14:cNvContentPartPr/>
                <p14:nvPr/>
              </p14:nvContentPartPr>
              <p14:xfrm>
                <a:off x="1728824" y="2294369"/>
                <a:ext cx="216000" cy="1724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A2EE378D-68B0-490A-75E2-640715BDF23E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711184" y="2276729"/>
                  <a:ext cx="25164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5F67A93C-F1BC-F25E-86AC-6F20D493A2EA}"/>
                    </a:ext>
                  </a:extLst>
                </p14:cNvPr>
                <p14:cNvContentPartPr/>
                <p14:nvPr/>
              </p14:nvContentPartPr>
              <p14:xfrm>
                <a:off x="1934744" y="2217689"/>
                <a:ext cx="79200" cy="1587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5F67A93C-F1BC-F25E-86AC-6F20D493A2EA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916744" y="2200049"/>
                  <a:ext cx="11484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A85FD44-326E-A2AF-D135-E242C3DCB53E}"/>
                    </a:ext>
                  </a:extLst>
                </p14:cNvPr>
                <p14:cNvContentPartPr/>
                <p14:nvPr/>
              </p14:nvContentPartPr>
              <p14:xfrm>
                <a:off x="2078384" y="2121209"/>
                <a:ext cx="100440" cy="2217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A85FD44-326E-A2AF-D135-E242C3DCB53E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2060384" y="2103209"/>
                  <a:ext cx="13608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967067D-FFA5-8FD1-515A-5531595B98E7}"/>
                    </a:ext>
                  </a:extLst>
                </p14:cNvPr>
                <p14:cNvContentPartPr/>
                <p14:nvPr/>
              </p14:nvContentPartPr>
              <p14:xfrm>
                <a:off x="2223104" y="2074049"/>
                <a:ext cx="119160" cy="1119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967067D-FFA5-8FD1-515A-5531595B98E7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2205464" y="2056049"/>
                  <a:ext cx="15480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07A8275-DCE9-BCA7-28B1-9716AB2A713E}"/>
                    </a:ext>
                  </a:extLst>
                </p14:cNvPr>
                <p14:cNvContentPartPr/>
                <p14:nvPr/>
              </p14:nvContentPartPr>
              <p14:xfrm>
                <a:off x="2300864" y="1877129"/>
                <a:ext cx="123120" cy="2437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07A8275-DCE9-BCA7-28B1-9716AB2A713E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2282864" y="1859489"/>
                  <a:ext cx="15876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03E829-1F9B-A66D-AB2B-CEED73207889}"/>
                    </a:ext>
                  </a:extLst>
                </p14:cNvPr>
                <p14:cNvContentPartPr/>
                <p14:nvPr/>
              </p14:nvContentPartPr>
              <p14:xfrm>
                <a:off x="2370344" y="2000249"/>
                <a:ext cx="77040" cy="399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03E829-1F9B-A66D-AB2B-CEED73207889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2352704" y="1982249"/>
                  <a:ext cx="11268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BD6D6637-B375-8007-C8BB-DDEF8879E53D}"/>
                    </a:ext>
                  </a:extLst>
                </p14:cNvPr>
                <p14:cNvContentPartPr/>
                <p14:nvPr/>
              </p14:nvContentPartPr>
              <p14:xfrm>
                <a:off x="2492744" y="1964609"/>
                <a:ext cx="56160" cy="734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BD6D6637-B375-8007-C8BB-DDEF8879E53D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2474744" y="1946609"/>
                  <a:ext cx="9180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A1F26217-5DA3-917B-DFEA-7F0D2082C0E9}"/>
                    </a:ext>
                  </a:extLst>
                </p14:cNvPr>
                <p14:cNvContentPartPr/>
                <p14:nvPr/>
              </p14:nvContentPartPr>
              <p14:xfrm>
                <a:off x="2451704" y="1823849"/>
                <a:ext cx="36360" cy="378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A1F26217-5DA3-917B-DFEA-7F0D2082C0E9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2433704" y="1806209"/>
                  <a:ext cx="7200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9C06856C-9119-5507-1D77-D9180F7BE678}"/>
                    </a:ext>
                  </a:extLst>
                </p14:cNvPr>
                <p14:cNvContentPartPr/>
                <p14:nvPr/>
              </p14:nvContentPartPr>
              <p14:xfrm>
                <a:off x="2601824" y="1853009"/>
                <a:ext cx="81360" cy="1094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9C06856C-9119-5507-1D77-D9180F7BE678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2583824" y="1835369"/>
                  <a:ext cx="11700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43AFBE9-C9F2-0577-FD2D-4F925FEBF01A}"/>
                    </a:ext>
                  </a:extLst>
                </p14:cNvPr>
                <p14:cNvContentPartPr/>
                <p14:nvPr/>
              </p14:nvContentPartPr>
              <p14:xfrm>
                <a:off x="2746904" y="1784969"/>
                <a:ext cx="75240" cy="1296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43AFBE9-C9F2-0577-FD2D-4F925FEBF01A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2728904" y="1767329"/>
                  <a:ext cx="11088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A00D3611-B169-C946-A2BB-4FCF89F42C8D}"/>
                    </a:ext>
                  </a:extLst>
                </p14:cNvPr>
                <p14:cNvContentPartPr/>
                <p14:nvPr/>
              </p14:nvContentPartPr>
              <p14:xfrm>
                <a:off x="2106464" y="2651849"/>
                <a:ext cx="152640" cy="1303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A00D3611-B169-C946-A2BB-4FCF89F42C8D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2088464" y="2634209"/>
                  <a:ext cx="18828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F56FB24C-1AB3-631F-8A45-DA031D4F691D}"/>
                    </a:ext>
                  </a:extLst>
                </p14:cNvPr>
                <p14:cNvContentPartPr/>
                <p14:nvPr/>
              </p14:nvContentPartPr>
              <p14:xfrm>
                <a:off x="2262344" y="2374649"/>
                <a:ext cx="121680" cy="2811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F56FB24C-1AB3-631F-8A45-DA031D4F691D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2244704" y="2357009"/>
                  <a:ext cx="15732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D103C88-81C6-6C63-C018-A6891073C746}"/>
                    </a:ext>
                  </a:extLst>
                </p14:cNvPr>
                <p14:cNvContentPartPr/>
                <p14:nvPr/>
              </p14:nvContentPartPr>
              <p14:xfrm>
                <a:off x="2390864" y="2452409"/>
                <a:ext cx="127080" cy="1256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D103C88-81C6-6C63-C018-A6891073C746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2373224" y="2434409"/>
                  <a:ext cx="16272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424967F-6551-59DD-05C5-27CBADD1C08B}"/>
                    </a:ext>
                  </a:extLst>
                </p14:cNvPr>
                <p14:cNvContentPartPr/>
                <p14:nvPr/>
              </p14:nvContentPartPr>
              <p14:xfrm>
                <a:off x="2592464" y="2371049"/>
                <a:ext cx="78840" cy="1285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424967F-6551-59DD-05C5-27CBADD1C08B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2574824" y="2353409"/>
                  <a:ext cx="1144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23D5973F-0E1D-5C53-F893-608C05571292}"/>
                    </a:ext>
                  </a:extLst>
                </p14:cNvPr>
                <p14:cNvContentPartPr/>
                <p14:nvPr/>
              </p14:nvContentPartPr>
              <p14:xfrm>
                <a:off x="2715944" y="2300489"/>
                <a:ext cx="74520" cy="910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23D5973F-0E1D-5C53-F893-608C05571292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2698304" y="2282489"/>
                  <a:ext cx="11016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EDCE5038-795D-4375-424D-34D37E3FCFEE}"/>
                    </a:ext>
                  </a:extLst>
                </p14:cNvPr>
                <p14:cNvContentPartPr/>
                <p14:nvPr/>
              </p14:nvContentPartPr>
              <p14:xfrm>
                <a:off x="2709464" y="2241449"/>
                <a:ext cx="144000" cy="2379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EDCE5038-795D-4375-424D-34D37E3FCFEE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2691824" y="2223809"/>
                  <a:ext cx="17964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86FACABC-49D0-E5E8-DB9B-42E7D9B37B3C}"/>
                    </a:ext>
                  </a:extLst>
                </p14:cNvPr>
                <p14:cNvContentPartPr/>
                <p14:nvPr/>
              </p14:nvContentPartPr>
              <p14:xfrm>
                <a:off x="2781104" y="2321729"/>
                <a:ext cx="100440" cy="547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86FACABC-49D0-E5E8-DB9B-42E7D9B37B3C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2763104" y="2303729"/>
                  <a:ext cx="13608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D872F731-F610-91AC-B49D-77AE4775F729}"/>
                    </a:ext>
                  </a:extLst>
                </p14:cNvPr>
                <p14:cNvContentPartPr/>
                <p14:nvPr/>
              </p14:nvContentPartPr>
              <p14:xfrm>
                <a:off x="2918264" y="2134529"/>
                <a:ext cx="72720" cy="1468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D872F731-F610-91AC-B49D-77AE4775F729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2900264" y="2116529"/>
                  <a:ext cx="10836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C8568593-39D7-146B-8916-865DDD746A85}"/>
                    </a:ext>
                  </a:extLst>
                </p14:cNvPr>
                <p14:cNvContentPartPr/>
                <p14:nvPr/>
              </p14:nvContentPartPr>
              <p14:xfrm>
                <a:off x="3048944" y="2102849"/>
                <a:ext cx="74880" cy="770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C8568593-39D7-146B-8916-865DDD746A85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3031304" y="2084849"/>
                  <a:ext cx="11052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25600" name="Ink 25599">
                  <a:extLst>
                    <a:ext uri="{FF2B5EF4-FFF2-40B4-BE49-F238E27FC236}">
                      <a16:creationId xmlns:a16="http://schemas.microsoft.com/office/drawing/2014/main" id="{0BA3F6ED-DDFD-D3B8-335A-9DE808B30014}"/>
                    </a:ext>
                  </a:extLst>
                </p14:cNvPr>
                <p14:cNvContentPartPr/>
                <p14:nvPr/>
              </p14:nvContentPartPr>
              <p14:xfrm>
                <a:off x="3131744" y="1993049"/>
                <a:ext cx="136080" cy="101520"/>
              </p14:xfrm>
            </p:contentPart>
          </mc:Choice>
          <mc:Fallback xmlns="">
            <p:pic>
              <p:nvPicPr>
                <p:cNvPr id="25600" name="Ink 25599">
                  <a:extLst>
                    <a:ext uri="{FF2B5EF4-FFF2-40B4-BE49-F238E27FC236}">
                      <a16:creationId xmlns:a16="http://schemas.microsoft.com/office/drawing/2014/main" id="{0BA3F6ED-DDFD-D3B8-335A-9DE808B30014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3113744" y="1975409"/>
                  <a:ext cx="171720" cy="13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610" name="Group 25609">
            <a:extLst>
              <a:ext uri="{FF2B5EF4-FFF2-40B4-BE49-F238E27FC236}">
                <a16:creationId xmlns:a16="http://schemas.microsoft.com/office/drawing/2014/main" id="{E4618818-84D2-785E-93A3-A59231513B2F}"/>
              </a:ext>
            </a:extLst>
          </p:cNvPr>
          <p:cNvGrpSpPr/>
          <p:nvPr/>
        </p:nvGrpSpPr>
        <p:grpSpPr>
          <a:xfrm>
            <a:off x="2952104" y="2557529"/>
            <a:ext cx="513000" cy="749520"/>
            <a:chOff x="2952104" y="2557529"/>
            <a:chExt cx="513000" cy="749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25603" name="Ink 25602">
                  <a:extLst>
                    <a:ext uri="{FF2B5EF4-FFF2-40B4-BE49-F238E27FC236}">
                      <a16:creationId xmlns:a16="http://schemas.microsoft.com/office/drawing/2014/main" id="{50ECCC75-72AB-E696-89A9-4578E9846A10}"/>
                    </a:ext>
                  </a:extLst>
                </p14:cNvPr>
                <p14:cNvContentPartPr/>
                <p14:nvPr/>
              </p14:nvContentPartPr>
              <p14:xfrm>
                <a:off x="3134264" y="3070889"/>
                <a:ext cx="141120" cy="236160"/>
              </p14:xfrm>
            </p:contentPart>
          </mc:Choice>
          <mc:Fallback xmlns="">
            <p:pic>
              <p:nvPicPr>
                <p:cNvPr id="25603" name="Ink 25602">
                  <a:extLst>
                    <a:ext uri="{FF2B5EF4-FFF2-40B4-BE49-F238E27FC236}">
                      <a16:creationId xmlns:a16="http://schemas.microsoft.com/office/drawing/2014/main" id="{50ECCC75-72AB-E696-89A9-4578E9846A10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3116264" y="3053249"/>
                  <a:ext cx="17676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25607" name="Ink 25606">
                  <a:extLst>
                    <a:ext uri="{FF2B5EF4-FFF2-40B4-BE49-F238E27FC236}">
                      <a16:creationId xmlns:a16="http://schemas.microsoft.com/office/drawing/2014/main" id="{C3DA9DCD-BA85-C32E-C5E3-4D1D90BAB489}"/>
                    </a:ext>
                  </a:extLst>
                </p14:cNvPr>
                <p14:cNvContentPartPr/>
                <p14:nvPr/>
              </p14:nvContentPartPr>
              <p14:xfrm>
                <a:off x="2952104" y="2557529"/>
                <a:ext cx="513000" cy="556200"/>
              </p14:xfrm>
            </p:contentPart>
          </mc:Choice>
          <mc:Fallback xmlns="">
            <p:pic>
              <p:nvPicPr>
                <p:cNvPr id="25607" name="Ink 25606">
                  <a:extLst>
                    <a:ext uri="{FF2B5EF4-FFF2-40B4-BE49-F238E27FC236}">
                      <a16:creationId xmlns:a16="http://schemas.microsoft.com/office/drawing/2014/main" id="{C3DA9DCD-BA85-C32E-C5E3-4D1D90BAB489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2934104" y="2539529"/>
                  <a:ext cx="548640" cy="591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609" name="Group 25608">
            <a:extLst>
              <a:ext uri="{FF2B5EF4-FFF2-40B4-BE49-F238E27FC236}">
                <a16:creationId xmlns:a16="http://schemas.microsoft.com/office/drawing/2014/main" id="{69FED9AE-E253-F477-591A-96AB20C77A68}"/>
              </a:ext>
            </a:extLst>
          </p:cNvPr>
          <p:cNvGrpSpPr/>
          <p:nvPr/>
        </p:nvGrpSpPr>
        <p:grpSpPr>
          <a:xfrm>
            <a:off x="4698464" y="2567249"/>
            <a:ext cx="492840" cy="777960"/>
            <a:chOff x="4698464" y="2567249"/>
            <a:chExt cx="492840" cy="777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25604" name="Ink 25603">
                  <a:extLst>
                    <a:ext uri="{FF2B5EF4-FFF2-40B4-BE49-F238E27FC236}">
                      <a16:creationId xmlns:a16="http://schemas.microsoft.com/office/drawing/2014/main" id="{CDD7B520-8684-7394-EF66-CDA57DD82C50}"/>
                    </a:ext>
                  </a:extLst>
                </p14:cNvPr>
                <p14:cNvContentPartPr/>
                <p14:nvPr/>
              </p14:nvContentPartPr>
              <p14:xfrm>
                <a:off x="4761464" y="3124889"/>
                <a:ext cx="99360" cy="220320"/>
              </p14:xfrm>
            </p:contentPart>
          </mc:Choice>
          <mc:Fallback xmlns="">
            <p:pic>
              <p:nvPicPr>
                <p:cNvPr id="25604" name="Ink 25603">
                  <a:extLst>
                    <a:ext uri="{FF2B5EF4-FFF2-40B4-BE49-F238E27FC236}">
                      <a16:creationId xmlns:a16="http://schemas.microsoft.com/office/drawing/2014/main" id="{CDD7B520-8684-7394-EF66-CDA57DD82C50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4743824" y="3107249"/>
                  <a:ext cx="13500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25605" name="Ink 25604">
                  <a:extLst>
                    <a:ext uri="{FF2B5EF4-FFF2-40B4-BE49-F238E27FC236}">
                      <a16:creationId xmlns:a16="http://schemas.microsoft.com/office/drawing/2014/main" id="{D88D8D90-7475-76B8-859A-3343572E38B8}"/>
                    </a:ext>
                  </a:extLst>
                </p14:cNvPr>
                <p14:cNvContentPartPr/>
                <p14:nvPr/>
              </p14:nvContentPartPr>
              <p14:xfrm>
                <a:off x="4759304" y="3125249"/>
                <a:ext cx="198360" cy="198000"/>
              </p14:xfrm>
            </p:contentPart>
          </mc:Choice>
          <mc:Fallback xmlns="">
            <p:pic>
              <p:nvPicPr>
                <p:cNvPr id="25605" name="Ink 25604">
                  <a:extLst>
                    <a:ext uri="{FF2B5EF4-FFF2-40B4-BE49-F238E27FC236}">
                      <a16:creationId xmlns:a16="http://schemas.microsoft.com/office/drawing/2014/main" id="{D88D8D90-7475-76B8-859A-3343572E38B8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4741304" y="3107609"/>
                  <a:ext cx="23400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25608" name="Ink 25607">
                  <a:extLst>
                    <a:ext uri="{FF2B5EF4-FFF2-40B4-BE49-F238E27FC236}">
                      <a16:creationId xmlns:a16="http://schemas.microsoft.com/office/drawing/2014/main" id="{19FBF9BE-A15D-6740-122C-5D82D0992200}"/>
                    </a:ext>
                  </a:extLst>
                </p14:cNvPr>
                <p14:cNvContentPartPr/>
                <p14:nvPr/>
              </p14:nvContentPartPr>
              <p14:xfrm>
                <a:off x="4698464" y="2567249"/>
                <a:ext cx="492840" cy="494640"/>
              </p14:xfrm>
            </p:contentPart>
          </mc:Choice>
          <mc:Fallback xmlns="">
            <p:pic>
              <p:nvPicPr>
                <p:cNvPr id="25608" name="Ink 25607">
                  <a:extLst>
                    <a:ext uri="{FF2B5EF4-FFF2-40B4-BE49-F238E27FC236}">
                      <a16:creationId xmlns:a16="http://schemas.microsoft.com/office/drawing/2014/main" id="{19FBF9BE-A15D-6740-122C-5D82D0992200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4680464" y="2549609"/>
                  <a:ext cx="528480" cy="53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625" name="Group 25624">
            <a:extLst>
              <a:ext uri="{FF2B5EF4-FFF2-40B4-BE49-F238E27FC236}">
                <a16:creationId xmlns:a16="http://schemas.microsoft.com/office/drawing/2014/main" id="{3EC60150-F7BD-4341-0DF6-4DB7AE560E14}"/>
              </a:ext>
            </a:extLst>
          </p:cNvPr>
          <p:cNvGrpSpPr/>
          <p:nvPr/>
        </p:nvGrpSpPr>
        <p:grpSpPr>
          <a:xfrm>
            <a:off x="5004464" y="1796489"/>
            <a:ext cx="1246320" cy="685800"/>
            <a:chOff x="5004464" y="1796489"/>
            <a:chExt cx="1246320" cy="685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25611" name="Ink 25610">
                  <a:extLst>
                    <a:ext uri="{FF2B5EF4-FFF2-40B4-BE49-F238E27FC236}">
                      <a16:creationId xmlns:a16="http://schemas.microsoft.com/office/drawing/2014/main" id="{88D15D31-2FF9-AA14-31D0-8C9C8A3C472E}"/>
                    </a:ext>
                  </a:extLst>
                </p14:cNvPr>
                <p14:cNvContentPartPr/>
                <p14:nvPr/>
              </p14:nvContentPartPr>
              <p14:xfrm>
                <a:off x="5004464" y="2214809"/>
                <a:ext cx="172800" cy="267480"/>
              </p14:xfrm>
            </p:contentPart>
          </mc:Choice>
          <mc:Fallback xmlns="">
            <p:pic>
              <p:nvPicPr>
                <p:cNvPr id="25611" name="Ink 25610">
                  <a:extLst>
                    <a:ext uri="{FF2B5EF4-FFF2-40B4-BE49-F238E27FC236}">
                      <a16:creationId xmlns:a16="http://schemas.microsoft.com/office/drawing/2014/main" id="{88D15D31-2FF9-AA14-31D0-8C9C8A3C472E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4986464" y="2197169"/>
                  <a:ext cx="20844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25612" name="Ink 25611">
                  <a:extLst>
                    <a:ext uri="{FF2B5EF4-FFF2-40B4-BE49-F238E27FC236}">
                      <a16:creationId xmlns:a16="http://schemas.microsoft.com/office/drawing/2014/main" id="{1D4F1B1B-AC43-D827-21BE-E1F0B3D1BEA0}"/>
                    </a:ext>
                  </a:extLst>
                </p14:cNvPr>
                <p14:cNvContentPartPr/>
                <p14:nvPr/>
              </p14:nvContentPartPr>
              <p14:xfrm>
                <a:off x="5014184" y="2290409"/>
                <a:ext cx="122760" cy="114840"/>
              </p14:xfrm>
            </p:contentPart>
          </mc:Choice>
          <mc:Fallback xmlns="">
            <p:pic>
              <p:nvPicPr>
                <p:cNvPr id="25612" name="Ink 25611">
                  <a:extLst>
                    <a:ext uri="{FF2B5EF4-FFF2-40B4-BE49-F238E27FC236}">
                      <a16:creationId xmlns:a16="http://schemas.microsoft.com/office/drawing/2014/main" id="{1D4F1B1B-AC43-D827-21BE-E1F0B3D1BEA0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4996544" y="2272769"/>
                  <a:ext cx="15840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25613" name="Ink 25612">
                  <a:extLst>
                    <a:ext uri="{FF2B5EF4-FFF2-40B4-BE49-F238E27FC236}">
                      <a16:creationId xmlns:a16="http://schemas.microsoft.com/office/drawing/2014/main" id="{C5070E24-1152-D24E-0E3D-29AAD8DE446B}"/>
                    </a:ext>
                  </a:extLst>
                </p14:cNvPr>
                <p14:cNvContentPartPr/>
                <p14:nvPr/>
              </p14:nvContentPartPr>
              <p14:xfrm>
                <a:off x="5293544" y="2047049"/>
                <a:ext cx="100440" cy="156960"/>
              </p14:xfrm>
            </p:contentPart>
          </mc:Choice>
          <mc:Fallback xmlns="">
            <p:pic>
              <p:nvPicPr>
                <p:cNvPr id="25613" name="Ink 25612">
                  <a:extLst>
                    <a:ext uri="{FF2B5EF4-FFF2-40B4-BE49-F238E27FC236}">
                      <a16:creationId xmlns:a16="http://schemas.microsoft.com/office/drawing/2014/main" id="{C5070E24-1152-D24E-0E3D-29AAD8DE446B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5275904" y="2029049"/>
                  <a:ext cx="1360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25614" name="Ink 25613">
                  <a:extLst>
                    <a:ext uri="{FF2B5EF4-FFF2-40B4-BE49-F238E27FC236}">
                      <a16:creationId xmlns:a16="http://schemas.microsoft.com/office/drawing/2014/main" id="{D3034C5C-24F1-CBE1-6541-89485A7987AA}"/>
                    </a:ext>
                  </a:extLst>
                </p14:cNvPr>
                <p14:cNvContentPartPr/>
                <p14:nvPr/>
              </p14:nvContentPartPr>
              <p14:xfrm>
                <a:off x="5323424" y="1943369"/>
                <a:ext cx="151560" cy="189720"/>
              </p14:xfrm>
            </p:contentPart>
          </mc:Choice>
          <mc:Fallback xmlns="">
            <p:pic>
              <p:nvPicPr>
                <p:cNvPr id="25614" name="Ink 25613">
                  <a:extLst>
                    <a:ext uri="{FF2B5EF4-FFF2-40B4-BE49-F238E27FC236}">
                      <a16:creationId xmlns:a16="http://schemas.microsoft.com/office/drawing/2014/main" id="{D3034C5C-24F1-CBE1-6541-89485A7987AA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5305784" y="1925369"/>
                  <a:ext cx="18720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25615" name="Ink 25614">
                  <a:extLst>
                    <a:ext uri="{FF2B5EF4-FFF2-40B4-BE49-F238E27FC236}">
                      <a16:creationId xmlns:a16="http://schemas.microsoft.com/office/drawing/2014/main" id="{20370ADA-B394-ABAC-8EE2-EB2D8E4428BF}"/>
                    </a:ext>
                  </a:extLst>
                </p14:cNvPr>
                <p14:cNvContentPartPr/>
                <p14:nvPr/>
              </p14:nvContentPartPr>
              <p14:xfrm>
                <a:off x="5473904" y="2212289"/>
                <a:ext cx="121680" cy="208440"/>
              </p14:xfrm>
            </p:contentPart>
          </mc:Choice>
          <mc:Fallback xmlns="">
            <p:pic>
              <p:nvPicPr>
                <p:cNvPr id="25615" name="Ink 25614">
                  <a:extLst>
                    <a:ext uri="{FF2B5EF4-FFF2-40B4-BE49-F238E27FC236}">
                      <a16:creationId xmlns:a16="http://schemas.microsoft.com/office/drawing/2014/main" id="{20370ADA-B394-ABAC-8EE2-EB2D8E4428BF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5456264" y="2194289"/>
                  <a:ext cx="15732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25616" name="Ink 25615">
                  <a:extLst>
                    <a:ext uri="{FF2B5EF4-FFF2-40B4-BE49-F238E27FC236}">
                      <a16:creationId xmlns:a16="http://schemas.microsoft.com/office/drawing/2014/main" id="{49B094A9-9934-D703-AA91-B9DABC3BE301}"/>
                    </a:ext>
                  </a:extLst>
                </p14:cNvPr>
                <p14:cNvContentPartPr/>
                <p14:nvPr/>
              </p14:nvContentPartPr>
              <p14:xfrm>
                <a:off x="5502344" y="2188889"/>
                <a:ext cx="135720" cy="133200"/>
              </p14:xfrm>
            </p:contentPart>
          </mc:Choice>
          <mc:Fallback xmlns="">
            <p:pic>
              <p:nvPicPr>
                <p:cNvPr id="25616" name="Ink 25615">
                  <a:extLst>
                    <a:ext uri="{FF2B5EF4-FFF2-40B4-BE49-F238E27FC236}">
                      <a16:creationId xmlns:a16="http://schemas.microsoft.com/office/drawing/2014/main" id="{49B094A9-9934-D703-AA91-B9DABC3BE301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5484344" y="2171249"/>
                  <a:ext cx="17136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25617" name="Ink 25616">
                  <a:extLst>
                    <a:ext uri="{FF2B5EF4-FFF2-40B4-BE49-F238E27FC236}">
                      <a16:creationId xmlns:a16="http://schemas.microsoft.com/office/drawing/2014/main" id="{43FEF48B-7EE6-16FF-C91B-F41BAE53D79B}"/>
                    </a:ext>
                  </a:extLst>
                </p14:cNvPr>
                <p14:cNvContentPartPr/>
                <p14:nvPr/>
              </p14:nvContentPartPr>
              <p14:xfrm>
                <a:off x="5646704" y="2162249"/>
                <a:ext cx="88920" cy="69120"/>
              </p14:xfrm>
            </p:contentPart>
          </mc:Choice>
          <mc:Fallback xmlns="">
            <p:pic>
              <p:nvPicPr>
                <p:cNvPr id="25617" name="Ink 25616">
                  <a:extLst>
                    <a:ext uri="{FF2B5EF4-FFF2-40B4-BE49-F238E27FC236}">
                      <a16:creationId xmlns:a16="http://schemas.microsoft.com/office/drawing/2014/main" id="{43FEF48B-7EE6-16FF-C91B-F41BAE53D79B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5629064" y="2144609"/>
                  <a:ext cx="12456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25618" name="Ink 25617">
                  <a:extLst>
                    <a:ext uri="{FF2B5EF4-FFF2-40B4-BE49-F238E27FC236}">
                      <a16:creationId xmlns:a16="http://schemas.microsoft.com/office/drawing/2014/main" id="{E2EE7D2D-9C15-0A83-746C-F80689BCE3BA}"/>
                    </a:ext>
                  </a:extLst>
                </p14:cNvPr>
                <p14:cNvContentPartPr/>
                <p14:nvPr/>
              </p14:nvContentPartPr>
              <p14:xfrm>
                <a:off x="5725544" y="2126969"/>
                <a:ext cx="79200" cy="68400"/>
              </p14:xfrm>
            </p:contentPart>
          </mc:Choice>
          <mc:Fallback xmlns="">
            <p:pic>
              <p:nvPicPr>
                <p:cNvPr id="25618" name="Ink 25617">
                  <a:extLst>
                    <a:ext uri="{FF2B5EF4-FFF2-40B4-BE49-F238E27FC236}">
                      <a16:creationId xmlns:a16="http://schemas.microsoft.com/office/drawing/2014/main" id="{E2EE7D2D-9C15-0A83-746C-F80689BCE3BA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5707544" y="2109329"/>
                  <a:ext cx="11484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25619" name="Ink 25618">
                  <a:extLst>
                    <a:ext uri="{FF2B5EF4-FFF2-40B4-BE49-F238E27FC236}">
                      <a16:creationId xmlns:a16="http://schemas.microsoft.com/office/drawing/2014/main" id="{EE5A9FE5-C3DD-01D7-A145-8EAC8EC3F847}"/>
                    </a:ext>
                  </a:extLst>
                </p14:cNvPr>
                <p14:cNvContentPartPr/>
                <p14:nvPr/>
              </p14:nvContentPartPr>
              <p14:xfrm>
                <a:off x="5758664" y="2054249"/>
                <a:ext cx="46800" cy="83880"/>
              </p14:xfrm>
            </p:contentPart>
          </mc:Choice>
          <mc:Fallback xmlns="">
            <p:pic>
              <p:nvPicPr>
                <p:cNvPr id="25619" name="Ink 25618">
                  <a:extLst>
                    <a:ext uri="{FF2B5EF4-FFF2-40B4-BE49-F238E27FC236}">
                      <a16:creationId xmlns:a16="http://schemas.microsoft.com/office/drawing/2014/main" id="{EE5A9FE5-C3DD-01D7-A145-8EAC8EC3F847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5741024" y="2036609"/>
                  <a:ext cx="8244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25620" name="Ink 25619">
                  <a:extLst>
                    <a:ext uri="{FF2B5EF4-FFF2-40B4-BE49-F238E27FC236}">
                      <a16:creationId xmlns:a16="http://schemas.microsoft.com/office/drawing/2014/main" id="{E077C02D-CCDC-B274-F834-19770567E6ED}"/>
                    </a:ext>
                  </a:extLst>
                </p14:cNvPr>
                <p14:cNvContentPartPr/>
                <p14:nvPr/>
              </p14:nvContentPartPr>
              <p14:xfrm>
                <a:off x="5826344" y="2017529"/>
                <a:ext cx="38160" cy="81720"/>
              </p14:xfrm>
            </p:contentPart>
          </mc:Choice>
          <mc:Fallback xmlns="">
            <p:pic>
              <p:nvPicPr>
                <p:cNvPr id="25620" name="Ink 25619">
                  <a:extLst>
                    <a:ext uri="{FF2B5EF4-FFF2-40B4-BE49-F238E27FC236}">
                      <a16:creationId xmlns:a16="http://schemas.microsoft.com/office/drawing/2014/main" id="{E077C02D-CCDC-B274-F834-19770567E6ED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5808704" y="1999889"/>
                  <a:ext cx="7380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25621" name="Ink 25620">
                  <a:extLst>
                    <a:ext uri="{FF2B5EF4-FFF2-40B4-BE49-F238E27FC236}">
                      <a16:creationId xmlns:a16="http://schemas.microsoft.com/office/drawing/2014/main" id="{9D681B07-172A-2D53-09CE-72506FDFBDE8}"/>
                    </a:ext>
                  </a:extLst>
                </p14:cNvPr>
                <p14:cNvContentPartPr/>
                <p14:nvPr/>
              </p14:nvContentPartPr>
              <p14:xfrm>
                <a:off x="5771984" y="1949849"/>
                <a:ext cx="25920" cy="16560"/>
              </p14:xfrm>
            </p:contentPart>
          </mc:Choice>
          <mc:Fallback xmlns="">
            <p:pic>
              <p:nvPicPr>
                <p:cNvPr id="25621" name="Ink 25620">
                  <a:extLst>
                    <a:ext uri="{FF2B5EF4-FFF2-40B4-BE49-F238E27FC236}">
                      <a16:creationId xmlns:a16="http://schemas.microsoft.com/office/drawing/2014/main" id="{9D681B07-172A-2D53-09CE-72506FDFBDE8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5754344" y="1932209"/>
                  <a:ext cx="6156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25622" name="Ink 25621">
                  <a:extLst>
                    <a:ext uri="{FF2B5EF4-FFF2-40B4-BE49-F238E27FC236}">
                      <a16:creationId xmlns:a16="http://schemas.microsoft.com/office/drawing/2014/main" id="{AFCD7ECF-B7FD-937B-2E60-FB3327A863F8}"/>
                    </a:ext>
                  </a:extLst>
                </p14:cNvPr>
                <p14:cNvContentPartPr/>
                <p14:nvPr/>
              </p14:nvContentPartPr>
              <p14:xfrm>
                <a:off x="5892224" y="1880729"/>
                <a:ext cx="145080" cy="110160"/>
              </p14:xfrm>
            </p:contentPart>
          </mc:Choice>
          <mc:Fallback xmlns="">
            <p:pic>
              <p:nvPicPr>
                <p:cNvPr id="25622" name="Ink 25621">
                  <a:extLst>
                    <a:ext uri="{FF2B5EF4-FFF2-40B4-BE49-F238E27FC236}">
                      <a16:creationId xmlns:a16="http://schemas.microsoft.com/office/drawing/2014/main" id="{AFCD7ECF-B7FD-937B-2E60-FB3327A863F8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5874584" y="1863089"/>
                  <a:ext cx="18072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25623" name="Ink 25622">
                  <a:extLst>
                    <a:ext uri="{FF2B5EF4-FFF2-40B4-BE49-F238E27FC236}">
                      <a16:creationId xmlns:a16="http://schemas.microsoft.com/office/drawing/2014/main" id="{ACBD5D55-725C-6565-B3EA-82828F9CC41F}"/>
                    </a:ext>
                  </a:extLst>
                </p14:cNvPr>
                <p14:cNvContentPartPr/>
                <p14:nvPr/>
              </p14:nvContentPartPr>
              <p14:xfrm>
                <a:off x="6073664" y="1796489"/>
                <a:ext cx="146160" cy="223200"/>
              </p14:xfrm>
            </p:contentPart>
          </mc:Choice>
          <mc:Fallback xmlns="">
            <p:pic>
              <p:nvPicPr>
                <p:cNvPr id="25623" name="Ink 25622">
                  <a:extLst>
                    <a:ext uri="{FF2B5EF4-FFF2-40B4-BE49-F238E27FC236}">
                      <a16:creationId xmlns:a16="http://schemas.microsoft.com/office/drawing/2014/main" id="{ACBD5D55-725C-6565-B3EA-82828F9CC41F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6056024" y="1778489"/>
                  <a:ext cx="18180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25624" name="Ink 25623">
                  <a:extLst>
                    <a:ext uri="{FF2B5EF4-FFF2-40B4-BE49-F238E27FC236}">
                      <a16:creationId xmlns:a16="http://schemas.microsoft.com/office/drawing/2014/main" id="{35293261-63F6-5C05-95F4-D6F0245FEF91}"/>
                    </a:ext>
                  </a:extLst>
                </p14:cNvPr>
                <p14:cNvContentPartPr/>
                <p14:nvPr/>
              </p14:nvContentPartPr>
              <p14:xfrm>
                <a:off x="6248984" y="1828529"/>
                <a:ext cx="1800" cy="9360"/>
              </p14:xfrm>
            </p:contentPart>
          </mc:Choice>
          <mc:Fallback xmlns="">
            <p:pic>
              <p:nvPicPr>
                <p:cNvPr id="25624" name="Ink 25623">
                  <a:extLst>
                    <a:ext uri="{FF2B5EF4-FFF2-40B4-BE49-F238E27FC236}">
                      <a16:creationId xmlns:a16="http://schemas.microsoft.com/office/drawing/2014/main" id="{35293261-63F6-5C05-95F4-D6F0245FEF91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6231344" y="1810529"/>
                  <a:ext cx="37440" cy="45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632" name="Group 25631">
            <a:extLst>
              <a:ext uri="{FF2B5EF4-FFF2-40B4-BE49-F238E27FC236}">
                <a16:creationId xmlns:a16="http://schemas.microsoft.com/office/drawing/2014/main" id="{DEFF9C1D-4177-7CAA-8FAA-B691F17A749C}"/>
              </a:ext>
            </a:extLst>
          </p:cNvPr>
          <p:cNvGrpSpPr/>
          <p:nvPr/>
        </p:nvGrpSpPr>
        <p:grpSpPr>
          <a:xfrm>
            <a:off x="7638224" y="2763449"/>
            <a:ext cx="490320" cy="144000"/>
            <a:chOff x="7638224" y="2763449"/>
            <a:chExt cx="490320" cy="14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25626" name="Ink 25625">
                  <a:extLst>
                    <a:ext uri="{FF2B5EF4-FFF2-40B4-BE49-F238E27FC236}">
                      <a16:creationId xmlns:a16="http://schemas.microsoft.com/office/drawing/2014/main" id="{E17D660E-74BE-E707-C88A-80A677D38DDB}"/>
                    </a:ext>
                  </a:extLst>
                </p14:cNvPr>
                <p14:cNvContentPartPr/>
                <p14:nvPr/>
              </p14:nvContentPartPr>
              <p14:xfrm>
                <a:off x="7638224" y="2820329"/>
                <a:ext cx="109800" cy="20160"/>
              </p14:xfrm>
            </p:contentPart>
          </mc:Choice>
          <mc:Fallback xmlns="">
            <p:pic>
              <p:nvPicPr>
                <p:cNvPr id="25626" name="Ink 25625">
                  <a:extLst>
                    <a:ext uri="{FF2B5EF4-FFF2-40B4-BE49-F238E27FC236}">
                      <a16:creationId xmlns:a16="http://schemas.microsoft.com/office/drawing/2014/main" id="{E17D660E-74BE-E707-C88A-80A677D38DDB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7620584" y="2802689"/>
                  <a:ext cx="14544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25627" name="Ink 25626">
                  <a:extLst>
                    <a:ext uri="{FF2B5EF4-FFF2-40B4-BE49-F238E27FC236}">
                      <a16:creationId xmlns:a16="http://schemas.microsoft.com/office/drawing/2014/main" id="{4A70D501-6914-0E40-34DA-744FAB79D6EB}"/>
                    </a:ext>
                  </a:extLst>
                </p14:cNvPr>
                <p14:cNvContentPartPr/>
                <p14:nvPr/>
              </p14:nvContentPartPr>
              <p14:xfrm>
                <a:off x="7730384" y="2763449"/>
                <a:ext cx="27360" cy="144000"/>
              </p14:xfrm>
            </p:contentPart>
          </mc:Choice>
          <mc:Fallback xmlns="">
            <p:pic>
              <p:nvPicPr>
                <p:cNvPr id="25627" name="Ink 25626">
                  <a:extLst>
                    <a:ext uri="{FF2B5EF4-FFF2-40B4-BE49-F238E27FC236}">
                      <a16:creationId xmlns:a16="http://schemas.microsoft.com/office/drawing/2014/main" id="{4A70D501-6914-0E40-34DA-744FAB79D6EB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7712744" y="2745449"/>
                  <a:ext cx="6300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25628" name="Ink 25627">
                  <a:extLst>
                    <a:ext uri="{FF2B5EF4-FFF2-40B4-BE49-F238E27FC236}">
                      <a16:creationId xmlns:a16="http://schemas.microsoft.com/office/drawing/2014/main" id="{EAEFC41F-8886-04CF-7DC3-E7C5E45CBDCC}"/>
                    </a:ext>
                  </a:extLst>
                </p14:cNvPr>
                <p14:cNvContentPartPr/>
                <p14:nvPr/>
              </p14:nvContentPartPr>
              <p14:xfrm>
                <a:off x="7833344" y="2848049"/>
                <a:ext cx="81000" cy="8640"/>
              </p14:xfrm>
            </p:contentPart>
          </mc:Choice>
          <mc:Fallback xmlns="">
            <p:pic>
              <p:nvPicPr>
                <p:cNvPr id="25628" name="Ink 25627">
                  <a:extLst>
                    <a:ext uri="{FF2B5EF4-FFF2-40B4-BE49-F238E27FC236}">
                      <a16:creationId xmlns:a16="http://schemas.microsoft.com/office/drawing/2014/main" id="{EAEFC41F-8886-04CF-7DC3-E7C5E45CBDCC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7815704" y="2830409"/>
                  <a:ext cx="11664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25629" name="Ink 25628">
                  <a:extLst>
                    <a:ext uri="{FF2B5EF4-FFF2-40B4-BE49-F238E27FC236}">
                      <a16:creationId xmlns:a16="http://schemas.microsoft.com/office/drawing/2014/main" id="{A5C24AB6-D541-3296-818C-FFF6F0A9D43F}"/>
                    </a:ext>
                  </a:extLst>
                </p14:cNvPr>
                <p14:cNvContentPartPr/>
                <p14:nvPr/>
              </p14:nvContentPartPr>
              <p14:xfrm>
                <a:off x="7895624" y="2784329"/>
                <a:ext cx="9000" cy="111960"/>
              </p14:xfrm>
            </p:contentPart>
          </mc:Choice>
          <mc:Fallback xmlns="">
            <p:pic>
              <p:nvPicPr>
                <p:cNvPr id="25629" name="Ink 25628">
                  <a:extLst>
                    <a:ext uri="{FF2B5EF4-FFF2-40B4-BE49-F238E27FC236}">
                      <a16:creationId xmlns:a16="http://schemas.microsoft.com/office/drawing/2014/main" id="{A5C24AB6-D541-3296-818C-FFF6F0A9D43F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7877984" y="2766689"/>
                  <a:ext cx="4464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25630" name="Ink 25629">
                  <a:extLst>
                    <a:ext uri="{FF2B5EF4-FFF2-40B4-BE49-F238E27FC236}">
                      <a16:creationId xmlns:a16="http://schemas.microsoft.com/office/drawing/2014/main" id="{C0455E3B-A14B-9900-F844-17970A3525D8}"/>
                    </a:ext>
                  </a:extLst>
                </p14:cNvPr>
                <p14:cNvContentPartPr/>
                <p14:nvPr/>
              </p14:nvContentPartPr>
              <p14:xfrm>
                <a:off x="8022344" y="2807729"/>
                <a:ext cx="106200" cy="19080"/>
              </p14:xfrm>
            </p:contentPart>
          </mc:Choice>
          <mc:Fallback xmlns="">
            <p:pic>
              <p:nvPicPr>
                <p:cNvPr id="25630" name="Ink 25629">
                  <a:extLst>
                    <a:ext uri="{FF2B5EF4-FFF2-40B4-BE49-F238E27FC236}">
                      <a16:creationId xmlns:a16="http://schemas.microsoft.com/office/drawing/2014/main" id="{C0455E3B-A14B-9900-F844-17970A3525D8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8004344" y="2789729"/>
                  <a:ext cx="14184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25631" name="Ink 25630">
                  <a:extLst>
                    <a:ext uri="{FF2B5EF4-FFF2-40B4-BE49-F238E27FC236}">
                      <a16:creationId xmlns:a16="http://schemas.microsoft.com/office/drawing/2014/main" id="{ABAAB21A-90BF-A59C-CDD5-9F200658402D}"/>
                    </a:ext>
                  </a:extLst>
                </p14:cNvPr>
                <p14:cNvContentPartPr/>
                <p14:nvPr/>
              </p14:nvContentPartPr>
              <p14:xfrm>
                <a:off x="8070944" y="2766329"/>
                <a:ext cx="15840" cy="123120"/>
              </p14:xfrm>
            </p:contentPart>
          </mc:Choice>
          <mc:Fallback xmlns="">
            <p:pic>
              <p:nvPicPr>
                <p:cNvPr id="25631" name="Ink 25630">
                  <a:extLst>
                    <a:ext uri="{FF2B5EF4-FFF2-40B4-BE49-F238E27FC236}">
                      <a16:creationId xmlns:a16="http://schemas.microsoft.com/office/drawing/2014/main" id="{ABAAB21A-90BF-A59C-CDD5-9F200658402D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8053304" y="2748689"/>
                  <a:ext cx="51480" cy="158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25633" name="Ink 25632">
                <a:extLst>
                  <a:ext uri="{FF2B5EF4-FFF2-40B4-BE49-F238E27FC236}">
                    <a16:creationId xmlns:a16="http://schemas.microsoft.com/office/drawing/2014/main" id="{FA84AB47-0895-3E2B-64BD-78B18BEFAB53}"/>
                  </a:ext>
                </a:extLst>
              </p14:cNvPr>
              <p14:cNvContentPartPr/>
              <p14:nvPr/>
            </p14:nvContentPartPr>
            <p14:xfrm>
              <a:off x="6784664" y="2587049"/>
              <a:ext cx="548640" cy="520560"/>
            </p14:xfrm>
          </p:contentPart>
        </mc:Choice>
        <mc:Fallback xmlns="">
          <p:pic>
            <p:nvPicPr>
              <p:cNvPr id="25633" name="Ink 25632">
                <a:extLst>
                  <a:ext uri="{FF2B5EF4-FFF2-40B4-BE49-F238E27FC236}">
                    <a16:creationId xmlns:a16="http://schemas.microsoft.com/office/drawing/2014/main" id="{FA84AB47-0895-3E2B-64BD-78B18BEFAB53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6766664" y="2569409"/>
                <a:ext cx="584280" cy="556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25634" name="Ink 25633">
                <a:extLst>
                  <a:ext uri="{FF2B5EF4-FFF2-40B4-BE49-F238E27FC236}">
                    <a16:creationId xmlns:a16="http://schemas.microsoft.com/office/drawing/2014/main" id="{9B0DD9CC-91C5-BADC-666A-7D1E6BACD29B}"/>
                  </a:ext>
                </a:extLst>
              </p14:cNvPr>
              <p14:cNvContentPartPr/>
              <p14:nvPr/>
            </p14:nvContentPartPr>
            <p14:xfrm>
              <a:off x="8496824" y="2520809"/>
              <a:ext cx="635040" cy="549360"/>
            </p14:xfrm>
          </p:contentPart>
        </mc:Choice>
        <mc:Fallback xmlns="">
          <p:pic>
            <p:nvPicPr>
              <p:cNvPr id="25634" name="Ink 25633">
                <a:extLst>
                  <a:ext uri="{FF2B5EF4-FFF2-40B4-BE49-F238E27FC236}">
                    <a16:creationId xmlns:a16="http://schemas.microsoft.com/office/drawing/2014/main" id="{9B0DD9CC-91C5-BADC-666A-7D1E6BACD29B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8478824" y="2502809"/>
                <a:ext cx="670680" cy="58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9">
            <p14:nvContentPartPr>
              <p14:cNvPr id="25635" name="Ink 25634">
                <a:extLst>
                  <a:ext uri="{FF2B5EF4-FFF2-40B4-BE49-F238E27FC236}">
                    <a16:creationId xmlns:a16="http://schemas.microsoft.com/office/drawing/2014/main" id="{46F839EB-F018-3D6F-DDBE-3660A24398AE}"/>
                  </a:ext>
                </a:extLst>
              </p14:cNvPr>
              <p14:cNvContentPartPr/>
              <p14:nvPr/>
            </p14:nvContentPartPr>
            <p14:xfrm>
              <a:off x="7064384" y="3231089"/>
              <a:ext cx="121680" cy="143640"/>
            </p14:xfrm>
          </p:contentPart>
        </mc:Choice>
        <mc:Fallback xmlns="">
          <p:pic>
            <p:nvPicPr>
              <p:cNvPr id="25635" name="Ink 25634">
                <a:extLst>
                  <a:ext uri="{FF2B5EF4-FFF2-40B4-BE49-F238E27FC236}">
                    <a16:creationId xmlns:a16="http://schemas.microsoft.com/office/drawing/2014/main" id="{46F839EB-F018-3D6F-DDBE-3660A24398AE}"/>
                  </a:ext>
                </a:extLst>
              </p:cNvPr>
              <p:cNvPicPr/>
              <p:nvPr/>
            </p:nvPicPr>
            <p:blipFill>
              <a:blip r:embed="rId170"/>
              <a:stretch>
                <a:fillRect/>
              </a:stretch>
            </p:blipFill>
            <p:spPr>
              <a:xfrm>
                <a:off x="7046744" y="3213089"/>
                <a:ext cx="157320" cy="179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5638" name="Group 25637">
            <a:extLst>
              <a:ext uri="{FF2B5EF4-FFF2-40B4-BE49-F238E27FC236}">
                <a16:creationId xmlns:a16="http://schemas.microsoft.com/office/drawing/2014/main" id="{A3797FE5-2AEB-0910-89A0-1DE6843FCEA8}"/>
              </a:ext>
            </a:extLst>
          </p:cNvPr>
          <p:cNvGrpSpPr/>
          <p:nvPr/>
        </p:nvGrpSpPr>
        <p:grpSpPr>
          <a:xfrm>
            <a:off x="8723624" y="3201569"/>
            <a:ext cx="109800" cy="185400"/>
            <a:chOff x="8723624" y="3201569"/>
            <a:chExt cx="109800" cy="185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25636" name="Ink 25635">
                  <a:extLst>
                    <a:ext uri="{FF2B5EF4-FFF2-40B4-BE49-F238E27FC236}">
                      <a16:creationId xmlns:a16="http://schemas.microsoft.com/office/drawing/2014/main" id="{41603F18-A480-AD59-2FD3-8CF85F9BBC60}"/>
                    </a:ext>
                  </a:extLst>
                </p14:cNvPr>
                <p14:cNvContentPartPr/>
                <p14:nvPr/>
              </p14:nvContentPartPr>
              <p14:xfrm>
                <a:off x="8736944" y="3275009"/>
                <a:ext cx="70920" cy="111960"/>
              </p14:xfrm>
            </p:contentPart>
          </mc:Choice>
          <mc:Fallback xmlns="">
            <p:pic>
              <p:nvPicPr>
                <p:cNvPr id="25636" name="Ink 25635">
                  <a:extLst>
                    <a:ext uri="{FF2B5EF4-FFF2-40B4-BE49-F238E27FC236}">
                      <a16:creationId xmlns:a16="http://schemas.microsoft.com/office/drawing/2014/main" id="{41603F18-A480-AD59-2FD3-8CF85F9BBC60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8718944" y="3257009"/>
                  <a:ext cx="10656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25637" name="Ink 25636">
                  <a:extLst>
                    <a:ext uri="{FF2B5EF4-FFF2-40B4-BE49-F238E27FC236}">
                      <a16:creationId xmlns:a16="http://schemas.microsoft.com/office/drawing/2014/main" id="{EC0B9142-2EEF-DC4F-6814-7C56CC272A47}"/>
                    </a:ext>
                  </a:extLst>
                </p14:cNvPr>
                <p14:cNvContentPartPr/>
                <p14:nvPr/>
              </p14:nvContentPartPr>
              <p14:xfrm>
                <a:off x="8723624" y="3201569"/>
                <a:ext cx="109800" cy="182880"/>
              </p14:xfrm>
            </p:contentPart>
          </mc:Choice>
          <mc:Fallback xmlns="">
            <p:pic>
              <p:nvPicPr>
                <p:cNvPr id="25637" name="Ink 25636">
                  <a:extLst>
                    <a:ext uri="{FF2B5EF4-FFF2-40B4-BE49-F238E27FC236}">
                      <a16:creationId xmlns:a16="http://schemas.microsoft.com/office/drawing/2014/main" id="{EC0B9142-2EEF-DC4F-6814-7C56CC272A47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8705624" y="3183929"/>
                  <a:ext cx="145440" cy="21852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>
            <a:extLst>
              <a:ext uri="{FF2B5EF4-FFF2-40B4-BE49-F238E27FC236}">
                <a16:creationId xmlns:a16="http://schemas.microsoft.com/office/drawing/2014/main" id="{55AE5536-7E3E-C0FA-79E4-99D79BC76DE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6506" y="-1586"/>
            <a:ext cx="6324600" cy="914400"/>
          </a:xfrm>
        </p:spPr>
        <p:txBody>
          <a:bodyPr/>
          <a:lstStyle/>
          <a:p>
            <a:pPr eaLnBrk="1" hangingPunct="1"/>
            <a:r>
              <a:rPr lang="en-US" altLang="en-US" dirty="0"/>
              <a:t>Complementary MOSFETs (CMOS)</a:t>
            </a:r>
          </a:p>
        </p:txBody>
      </p:sp>
      <p:sp>
        <p:nvSpPr>
          <p:cNvPr id="26627" name="Text Box 3">
            <a:extLst>
              <a:ext uri="{FF2B5EF4-FFF2-40B4-BE49-F238E27FC236}">
                <a16:creationId xmlns:a16="http://schemas.microsoft.com/office/drawing/2014/main" id="{C784E76F-9C8C-12C3-36FC-52787EE203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75325" y="2657476"/>
            <a:ext cx="184150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800" b="1" i="1"/>
          </a:p>
        </p:txBody>
      </p:sp>
      <p:sp>
        <p:nvSpPr>
          <p:cNvPr id="26628" name="Text Box 4">
            <a:extLst>
              <a:ext uri="{FF2B5EF4-FFF2-40B4-BE49-F238E27FC236}">
                <a16:creationId xmlns:a16="http://schemas.microsoft.com/office/drawing/2014/main" id="{014C2436-7858-5588-02B4-7E5F95BF8B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95601" y="5029201"/>
            <a:ext cx="6971011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 b="1" i="1"/>
              <a:t>When V</a:t>
            </a:r>
            <a:r>
              <a:rPr lang="en-US" altLang="en-US" sz="2400" b="1" i="1" baseline="-25000"/>
              <a:t>g </a:t>
            </a:r>
            <a:r>
              <a:rPr lang="en-US" altLang="en-US" sz="2400" b="1" i="1"/>
              <a:t>= V</a:t>
            </a:r>
            <a:r>
              <a:rPr lang="en-US" altLang="en-US" sz="2400" b="1" i="1" baseline="-25000"/>
              <a:t>dd </a:t>
            </a:r>
            <a:r>
              <a:rPr lang="en-US" altLang="en-US" sz="2400" b="1" i="1"/>
              <a:t>, the NFET is on and the PFET is off.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400" b="1" i="1"/>
              <a:t>When V</a:t>
            </a:r>
            <a:r>
              <a:rPr lang="en-US" altLang="en-US" sz="2400" b="1" i="1" baseline="-25000"/>
              <a:t>g</a:t>
            </a:r>
            <a:r>
              <a:rPr lang="en-US" altLang="en-US" sz="2400" b="1" i="1"/>
              <a:t> = 0, the PFET is on and the NFET is off.</a:t>
            </a:r>
          </a:p>
        </p:txBody>
      </p:sp>
      <p:graphicFrame>
        <p:nvGraphicFramePr>
          <p:cNvPr id="26629" name="Object 5">
            <a:extLst>
              <a:ext uri="{FF2B5EF4-FFF2-40B4-BE49-F238E27FC236}">
                <a16:creationId xmlns:a16="http://schemas.microsoft.com/office/drawing/2014/main" id="{A99480F4-1187-040A-CC21-0575AABACF2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647950" y="1838326"/>
          <a:ext cx="7277100" cy="3178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Bitmap Image" r:id="rId2" imgW="9097645" imgH="3971429" progId="Paint.Picture">
                  <p:embed/>
                </p:oleObj>
              </mc:Choice>
              <mc:Fallback>
                <p:oleObj name="Bitmap Image" r:id="rId2" imgW="9097645" imgH="3971429" progId="Paint.Picture">
                  <p:embed/>
                  <p:pic>
                    <p:nvPicPr>
                      <p:cNvPr id="26629" name="Object 5">
                        <a:extLst>
                          <a:ext uri="{FF2B5EF4-FFF2-40B4-BE49-F238E27FC236}">
                            <a16:creationId xmlns:a16="http://schemas.microsoft.com/office/drawing/2014/main" id="{A99480F4-1187-040A-CC21-0575AABACF29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47950" y="1838326"/>
                        <a:ext cx="7277100" cy="31781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630" name="Text Box 6">
            <a:extLst>
              <a:ext uri="{FF2B5EF4-FFF2-40B4-BE49-F238E27FC236}">
                <a16:creationId xmlns:a16="http://schemas.microsoft.com/office/drawing/2014/main" id="{C0BDA0CB-637C-7293-665C-3B65CB2FE3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6201" y="1219201"/>
            <a:ext cx="42767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 b="1" i="1"/>
              <a:t>NFET			           PFET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>
            <a:extLst>
              <a:ext uri="{FF2B5EF4-FFF2-40B4-BE49-F238E27FC236}">
                <a16:creationId xmlns:a16="http://schemas.microsoft.com/office/drawing/2014/main" id="{86065F3E-ACBB-D3DA-3158-782AC1854A2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8448675" cy="757130"/>
          </a:xfrm>
        </p:spPr>
        <p:txBody>
          <a:bodyPr anchor="t">
            <a:spAutoFit/>
          </a:bodyPr>
          <a:lstStyle/>
          <a:p>
            <a:pPr eaLnBrk="1" hangingPunct="1"/>
            <a:r>
              <a:rPr lang="en-US" altLang="en-US" sz="2400" i="1" dirty="0"/>
              <a:t>I</a:t>
            </a:r>
            <a:r>
              <a:rPr lang="en-US" altLang="en-US" sz="2400" baseline="-25000" dirty="0"/>
              <a:t>D</a:t>
            </a:r>
            <a:r>
              <a:rPr lang="en-US" altLang="en-US" sz="2400" dirty="0"/>
              <a:t>-</a:t>
            </a:r>
            <a:r>
              <a:rPr lang="en-US" altLang="en-US" sz="2400" i="1" dirty="0"/>
              <a:t>V</a:t>
            </a:r>
            <a:r>
              <a:rPr lang="en-US" altLang="en-US" sz="2400" baseline="-25000" dirty="0"/>
              <a:t>DS</a:t>
            </a:r>
            <a:r>
              <a:rPr lang="en-US" altLang="en-US" sz="2400" dirty="0"/>
              <a:t>  characteristics expected from a long channel </a:t>
            </a:r>
            <a:br>
              <a:rPr lang="en-US" altLang="en-US" sz="2400" dirty="0"/>
            </a:br>
            <a:r>
              <a:rPr lang="en-US" altLang="en-US" sz="2400" dirty="0"/>
              <a:t>(</a:t>
            </a:r>
            <a:r>
              <a:rPr lang="en-US" altLang="en-US" sz="2400" dirty="0">
                <a:sym typeface="Symbol" panose="05050102010706020507" pitchFamily="18" charset="2"/>
              </a:rPr>
              <a:t></a:t>
            </a:r>
            <a:r>
              <a:rPr lang="en-US" altLang="en-US" sz="2400" i="1" dirty="0">
                <a:sym typeface="Symbol" panose="05050102010706020507" pitchFamily="18" charset="2"/>
              </a:rPr>
              <a:t>L </a:t>
            </a:r>
            <a:r>
              <a:rPr lang="en-US" altLang="en-US" sz="2400" dirty="0">
                <a:sym typeface="Symbol" panose="05050102010706020507" pitchFamily="18" charset="2"/>
              </a:rPr>
              <a:t>&lt;&lt; </a:t>
            </a:r>
            <a:r>
              <a:rPr lang="en-US" altLang="en-US" sz="2400" i="1" dirty="0">
                <a:sym typeface="Symbol" panose="05050102010706020507" pitchFamily="18" charset="2"/>
              </a:rPr>
              <a:t>L</a:t>
            </a:r>
            <a:r>
              <a:rPr lang="en-US" altLang="en-US" sz="2400" dirty="0">
                <a:sym typeface="Symbol" panose="05050102010706020507" pitchFamily="18" charset="2"/>
              </a:rPr>
              <a:t>) MOSFET (n-channel), for various values of </a:t>
            </a:r>
            <a:r>
              <a:rPr lang="en-US" altLang="en-US" sz="2400" i="1" dirty="0">
                <a:sym typeface="Symbol" panose="05050102010706020507" pitchFamily="18" charset="2"/>
              </a:rPr>
              <a:t>V</a:t>
            </a:r>
            <a:r>
              <a:rPr lang="en-US" altLang="en-US" sz="2400" baseline="-25000" dirty="0">
                <a:sym typeface="Symbol" panose="05050102010706020507" pitchFamily="18" charset="2"/>
              </a:rPr>
              <a:t>G</a:t>
            </a:r>
            <a:endParaRPr lang="en-US" altLang="en-US" sz="2400" dirty="0"/>
          </a:p>
        </p:txBody>
      </p:sp>
      <p:pic>
        <p:nvPicPr>
          <p:cNvPr id="30723" name="Picture 3">
            <a:extLst>
              <a:ext uri="{FF2B5EF4-FFF2-40B4-BE49-F238E27FC236}">
                <a16:creationId xmlns:a16="http://schemas.microsoft.com/office/drawing/2014/main" id="{9254F993-7AB3-35C8-445C-3A5D6490E1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05" t="3432" r="5299" b="13965"/>
          <a:stretch>
            <a:fillRect/>
          </a:stretch>
        </p:blipFill>
        <p:spPr bwMode="auto">
          <a:xfrm>
            <a:off x="3009900" y="1433513"/>
            <a:ext cx="6248400" cy="4432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637F4BA2-BAAF-5774-F747-3E29D3CCDC73}"/>
                  </a:ext>
                </a:extLst>
              </p14:cNvPr>
              <p14:cNvContentPartPr/>
              <p14:nvPr/>
            </p14:nvContentPartPr>
            <p14:xfrm>
              <a:off x="1955984" y="2436929"/>
              <a:ext cx="129600" cy="18288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637F4BA2-BAAF-5774-F747-3E29D3CCDC7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937984" y="2418929"/>
                <a:ext cx="165240" cy="21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E1ED7512-3748-893B-5F92-51DC5B08CF5D}"/>
                  </a:ext>
                </a:extLst>
              </p14:cNvPr>
              <p14:cNvContentPartPr/>
              <p14:nvPr/>
            </p14:nvContentPartPr>
            <p14:xfrm>
              <a:off x="9579344" y="1182186"/>
              <a:ext cx="62280" cy="11584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E1ED7512-3748-893B-5F92-51DC5B08CF5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561704" y="1164546"/>
                <a:ext cx="97920" cy="119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F8548A6C-925F-5AE7-A3B2-F2081E990E0D}"/>
                  </a:ext>
                </a:extLst>
              </p14:cNvPr>
              <p14:cNvContentPartPr/>
              <p14:nvPr/>
            </p14:nvContentPartPr>
            <p14:xfrm>
              <a:off x="9527504" y="2256426"/>
              <a:ext cx="1382760" cy="885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F8548A6C-925F-5AE7-A3B2-F2081E990E0D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9509504" y="2238786"/>
                <a:ext cx="1418400" cy="12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169407D9-A7D8-6A33-BD7A-37F8A13E75A7}"/>
                  </a:ext>
                </a:extLst>
              </p14:cNvPr>
              <p14:cNvContentPartPr/>
              <p14:nvPr/>
            </p14:nvContentPartPr>
            <p14:xfrm>
              <a:off x="10801184" y="2179386"/>
              <a:ext cx="99720" cy="20232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169407D9-A7D8-6A33-BD7A-37F8A13E75A7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0783544" y="2161386"/>
                <a:ext cx="135360" cy="237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89FCE814-8A6F-C3B6-226E-E975BC375132}"/>
                  </a:ext>
                </a:extLst>
              </p14:cNvPr>
              <p14:cNvContentPartPr/>
              <p14:nvPr/>
            </p14:nvContentPartPr>
            <p14:xfrm>
              <a:off x="9496184" y="1160226"/>
              <a:ext cx="155880" cy="8964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89FCE814-8A6F-C3B6-226E-E975BC375132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9478544" y="1142586"/>
                <a:ext cx="191520" cy="125280"/>
              </a:xfrm>
              <a:prstGeom prst="rect">
                <a:avLst/>
              </a:prstGeom>
            </p:spPr>
          </p:pic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B1930CDB-C020-9431-F4EF-A1A57E021D6B}"/>
              </a:ext>
            </a:extLst>
          </p:cNvPr>
          <p:cNvGrpSpPr/>
          <p:nvPr/>
        </p:nvGrpSpPr>
        <p:grpSpPr>
          <a:xfrm>
            <a:off x="9821984" y="3031506"/>
            <a:ext cx="885960" cy="387360"/>
            <a:chOff x="9821984" y="3031506"/>
            <a:chExt cx="885960" cy="387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C538BD7-C4DC-60BC-DBA8-0BCC99C17357}"/>
                    </a:ext>
                  </a:extLst>
                </p14:cNvPr>
                <p14:cNvContentPartPr/>
                <p14:nvPr/>
              </p14:nvContentPartPr>
              <p14:xfrm>
                <a:off x="9918824" y="3031506"/>
                <a:ext cx="38160" cy="2995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C538BD7-C4DC-60BC-DBA8-0BCC99C17357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9900824" y="3013866"/>
                  <a:ext cx="7380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887C284-5FE3-5FB7-C23C-41D3858F45F0}"/>
                    </a:ext>
                  </a:extLst>
                </p14:cNvPr>
                <p14:cNvContentPartPr/>
                <p14:nvPr/>
              </p14:nvContentPartPr>
              <p14:xfrm>
                <a:off x="9821984" y="3040866"/>
                <a:ext cx="153720" cy="525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887C284-5FE3-5FB7-C23C-41D3858F45F0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803984" y="3022866"/>
                  <a:ext cx="18936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6F1A3BB-30F3-6A3A-3A64-F84FC9560224}"/>
                    </a:ext>
                  </a:extLst>
                </p14:cNvPr>
                <p14:cNvContentPartPr/>
                <p14:nvPr/>
              </p14:nvContentPartPr>
              <p14:xfrm>
                <a:off x="9881384" y="3270186"/>
                <a:ext cx="77040" cy="460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6F1A3BB-30F3-6A3A-3A64-F84FC9560224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863384" y="3252546"/>
                  <a:ext cx="11268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8717531-6715-44F0-C621-69781C83CB03}"/>
                    </a:ext>
                  </a:extLst>
                </p14:cNvPr>
                <p14:cNvContentPartPr/>
                <p14:nvPr/>
              </p14:nvContentPartPr>
              <p14:xfrm>
                <a:off x="10084784" y="3229506"/>
                <a:ext cx="24480" cy="11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8717531-6715-44F0-C621-69781C83CB03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0066784" y="3211866"/>
                  <a:ext cx="6012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BC20A5F-FBC5-65F0-713B-9A52050A933F}"/>
                    </a:ext>
                  </a:extLst>
                </p14:cNvPr>
                <p14:cNvContentPartPr/>
                <p14:nvPr/>
              </p14:nvContentPartPr>
              <p14:xfrm>
                <a:off x="10080824" y="3207546"/>
                <a:ext cx="131040" cy="1234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BC20A5F-FBC5-65F0-713B-9A52050A933F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0063184" y="3189546"/>
                  <a:ext cx="16668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0886C3B-150B-2656-1725-718ED39CC9A4}"/>
                    </a:ext>
                  </a:extLst>
                </p14:cNvPr>
                <p14:cNvContentPartPr/>
                <p14:nvPr/>
              </p14:nvContentPartPr>
              <p14:xfrm>
                <a:off x="10268744" y="3079026"/>
                <a:ext cx="162000" cy="1756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0886C3B-150B-2656-1725-718ED39CC9A4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0251104" y="3061026"/>
                  <a:ext cx="19764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867EAB5-8BFC-8BD0-F551-976FBF5EDE04}"/>
                    </a:ext>
                  </a:extLst>
                </p14:cNvPr>
                <p14:cNvContentPartPr/>
                <p14:nvPr/>
              </p14:nvContentPartPr>
              <p14:xfrm>
                <a:off x="10567544" y="3262266"/>
                <a:ext cx="20880" cy="1234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867EAB5-8BFC-8BD0-F551-976FBF5EDE04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0549904" y="3244626"/>
                  <a:ext cx="565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2AF33A5E-E41D-B1E3-8ED1-5A81C31C2C66}"/>
                    </a:ext>
                  </a:extLst>
                </p14:cNvPr>
                <p14:cNvContentPartPr/>
                <p14:nvPr/>
              </p14:nvContentPartPr>
              <p14:xfrm>
                <a:off x="10543424" y="3237426"/>
                <a:ext cx="164520" cy="1814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2AF33A5E-E41D-B1E3-8ED1-5A81C31C2C66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0525424" y="3219426"/>
                  <a:ext cx="200160" cy="217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670EE86-ADD2-12F4-103B-DBFD8890CCFA}"/>
              </a:ext>
            </a:extLst>
          </p:cNvPr>
          <p:cNvGrpSpPr/>
          <p:nvPr/>
        </p:nvGrpSpPr>
        <p:grpSpPr>
          <a:xfrm>
            <a:off x="9976064" y="3756186"/>
            <a:ext cx="1600920" cy="1084680"/>
            <a:chOff x="9976064" y="3756186"/>
            <a:chExt cx="1600920" cy="108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3F114F9-694B-CAA0-C5E0-7E25F7A08646}"/>
                    </a:ext>
                  </a:extLst>
                </p14:cNvPr>
                <p14:cNvContentPartPr/>
                <p14:nvPr/>
              </p14:nvContentPartPr>
              <p14:xfrm>
                <a:off x="10052384" y="4002066"/>
                <a:ext cx="97560" cy="8388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3F114F9-694B-CAA0-C5E0-7E25F7A08646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0034384" y="3984066"/>
                  <a:ext cx="133200" cy="87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D8C8EC5-694E-B84C-A749-D880E9A087D5}"/>
                    </a:ext>
                  </a:extLst>
                </p14:cNvPr>
                <p14:cNvContentPartPr/>
                <p14:nvPr/>
              </p14:nvContentPartPr>
              <p14:xfrm>
                <a:off x="10117904" y="4683906"/>
                <a:ext cx="1459080" cy="137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D8C8EC5-694E-B84C-A749-D880E9A087D5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0099904" y="4666266"/>
                  <a:ext cx="149472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890977E-BA54-5513-DA97-71C315A28961}"/>
                    </a:ext>
                  </a:extLst>
                </p14:cNvPr>
                <p14:cNvContentPartPr/>
                <p14:nvPr/>
              </p14:nvContentPartPr>
              <p14:xfrm>
                <a:off x="11442344" y="4608666"/>
                <a:ext cx="121680" cy="1969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890977E-BA54-5513-DA97-71C315A28961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1424344" y="4591026"/>
                  <a:ext cx="15732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E5BF84D-7401-8432-3AB7-6E6CF57BCB15}"/>
                    </a:ext>
                  </a:extLst>
                </p14:cNvPr>
                <p14:cNvContentPartPr/>
                <p14:nvPr/>
              </p14:nvContentPartPr>
              <p14:xfrm>
                <a:off x="10026464" y="3781026"/>
                <a:ext cx="54000" cy="2440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E5BF84D-7401-8432-3AB7-6E6CF57BCB15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0008824" y="3763386"/>
                  <a:ext cx="8964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C83005D-77A3-EFAE-29DE-43DF33A32044}"/>
                    </a:ext>
                  </a:extLst>
                </p14:cNvPr>
                <p14:cNvContentPartPr/>
                <p14:nvPr/>
              </p14:nvContentPartPr>
              <p14:xfrm>
                <a:off x="9976064" y="3756186"/>
                <a:ext cx="93960" cy="954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C83005D-77A3-EFAE-29DE-43DF33A32044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958424" y="3738546"/>
                  <a:ext cx="129600" cy="13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0BB0630-4EB1-F73C-479F-C75EA5512265}"/>
              </a:ext>
            </a:extLst>
          </p:cNvPr>
          <p:cNvGrpSpPr/>
          <p:nvPr/>
        </p:nvGrpSpPr>
        <p:grpSpPr>
          <a:xfrm>
            <a:off x="10649624" y="5019786"/>
            <a:ext cx="609840" cy="370800"/>
            <a:chOff x="10649624" y="5019786"/>
            <a:chExt cx="609840" cy="370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625E1D1E-0C67-CBE1-83E6-F8243A7065FB}"/>
                    </a:ext>
                  </a:extLst>
                </p14:cNvPr>
                <p14:cNvContentPartPr/>
                <p14:nvPr/>
              </p14:nvContentPartPr>
              <p14:xfrm>
                <a:off x="10649624" y="5019786"/>
                <a:ext cx="211320" cy="2347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625E1D1E-0C67-CBE1-83E6-F8243A7065FB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631984" y="5001786"/>
                  <a:ext cx="24696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D70AB0A3-537E-4440-3B8C-21ABB5DA16E3}"/>
                    </a:ext>
                  </a:extLst>
                </p14:cNvPr>
                <p14:cNvContentPartPr/>
                <p14:nvPr/>
              </p14:nvContentPartPr>
              <p14:xfrm>
                <a:off x="10968584" y="5237226"/>
                <a:ext cx="167040" cy="1508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D70AB0A3-537E-4440-3B8C-21ABB5DA16E3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950944" y="5219586"/>
                  <a:ext cx="20268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9CDF04B-6089-14B2-69E3-4E9CD63E5024}"/>
                    </a:ext>
                  </a:extLst>
                </p14:cNvPr>
                <p14:cNvContentPartPr/>
                <p14:nvPr/>
              </p14:nvContentPartPr>
              <p14:xfrm>
                <a:off x="11195744" y="5230386"/>
                <a:ext cx="63720" cy="1602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9CDF04B-6089-14B2-69E3-4E9CD63E5024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1177744" y="5212386"/>
                  <a:ext cx="99360" cy="195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F0B4181-C40F-9644-68E1-A42FCAACACA7}"/>
              </a:ext>
            </a:extLst>
          </p:cNvPr>
          <p:cNvGrpSpPr/>
          <p:nvPr/>
        </p:nvGrpSpPr>
        <p:grpSpPr>
          <a:xfrm>
            <a:off x="10167944" y="2539746"/>
            <a:ext cx="656640" cy="329040"/>
            <a:chOff x="10167944" y="2539746"/>
            <a:chExt cx="656640" cy="32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59BF219A-F817-3C73-E687-3AD69E4D9BCD}"/>
                    </a:ext>
                  </a:extLst>
                </p14:cNvPr>
                <p14:cNvContentPartPr/>
                <p14:nvPr/>
              </p14:nvContentPartPr>
              <p14:xfrm>
                <a:off x="10167944" y="2539746"/>
                <a:ext cx="203040" cy="1843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59BF219A-F817-3C73-E687-3AD69E4D9BCD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149944" y="2522106"/>
                  <a:ext cx="23868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411CC17-1820-4467-9C13-390089F42782}"/>
                    </a:ext>
                  </a:extLst>
                </p14:cNvPr>
                <p14:cNvContentPartPr/>
                <p14:nvPr/>
              </p14:nvContentPartPr>
              <p14:xfrm>
                <a:off x="10537304" y="2663946"/>
                <a:ext cx="32040" cy="2048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411CC17-1820-4467-9C13-390089F42782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519304" y="2646306"/>
                  <a:ext cx="6768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25F3E56-240A-4C27-2994-5EB10A520748}"/>
                    </a:ext>
                  </a:extLst>
                </p14:cNvPr>
                <p14:cNvContentPartPr/>
                <p14:nvPr/>
              </p14:nvContentPartPr>
              <p14:xfrm>
                <a:off x="10516784" y="2659986"/>
                <a:ext cx="127800" cy="1710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25F3E56-240A-4C27-2994-5EB10A520748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499144" y="2641986"/>
                  <a:ext cx="16344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37A0E01-867B-4F23-4C98-9C1D9FC1A475}"/>
                    </a:ext>
                  </a:extLst>
                </p14:cNvPr>
                <p14:cNvContentPartPr/>
                <p14:nvPr/>
              </p14:nvContentPartPr>
              <p14:xfrm>
                <a:off x="10730264" y="2656746"/>
                <a:ext cx="94320" cy="1242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37A0E01-867B-4F23-4C98-9C1D9FC1A475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0712624" y="2638746"/>
                  <a:ext cx="129960" cy="15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A97E141-9CF2-CD26-C350-148F75BF9B3C}"/>
              </a:ext>
            </a:extLst>
          </p:cNvPr>
          <p:cNvGrpSpPr/>
          <p:nvPr/>
        </p:nvGrpSpPr>
        <p:grpSpPr>
          <a:xfrm>
            <a:off x="8968064" y="1676106"/>
            <a:ext cx="464760" cy="241920"/>
            <a:chOff x="8968064" y="1676106"/>
            <a:chExt cx="464760" cy="241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AAB9977-09C5-25CE-0810-30342658B41F}"/>
                    </a:ext>
                  </a:extLst>
                </p14:cNvPr>
                <p14:cNvContentPartPr/>
                <p14:nvPr/>
              </p14:nvContentPartPr>
              <p14:xfrm>
                <a:off x="8993984" y="1678266"/>
                <a:ext cx="123120" cy="2106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AAB9977-09C5-25CE-0810-30342658B41F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975984" y="1660626"/>
                  <a:ext cx="15876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492B1A1-81E2-5CCB-1195-D8AFC358C2DA}"/>
                    </a:ext>
                  </a:extLst>
                </p14:cNvPr>
                <p14:cNvContentPartPr/>
                <p14:nvPr/>
              </p14:nvContentPartPr>
              <p14:xfrm>
                <a:off x="8968064" y="1676106"/>
                <a:ext cx="121320" cy="414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492B1A1-81E2-5CCB-1195-D8AFC358C2DA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950424" y="1658106"/>
                  <a:ext cx="15696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F057FCF1-AC9E-DCE3-E0F4-8167C60ACD4E}"/>
                    </a:ext>
                  </a:extLst>
                </p14:cNvPr>
                <p14:cNvContentPartPr/>
                <p14:nvPr/>
              </p14:nvContentPartPr>
              <p14:xfrm>
                <a:off x="9045464" y="1842786"/>
                <a:ext cx="90000" cy="698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F057FCF1-AC9E-DCE3-E0F4-8167C60ACD4E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027464" y="1825146"/>
                  <a:ext cx="12564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102CB7D-8B87-97CB-544B-CE42D3055FFD}"/>
                    </a:ext>
                  </a:extLst>
                </p14:cNvPr>
                <p14:cNvContentPartPr/>
                <p14:nvPr/>
              </p14:nvContentPartPr>
              <p14:xfrm>
                <a:off x="9200624" y="1812186"/>
                <a:ext cx="83880" cy="1058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102CB7D-8B87-97CB-544B-CE42D3055FFD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182624" y="1794546"/>
                  <a:ext cx="11952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C8EC2994-5E1A-1827-75A7-1747C8BFF5C6}"/>
                    </a:ext>
                  </a:extLst>
                </p14:cNvPr>
                <p14:cNvContentPartPr/>
                <p14:nvPr/>
              </p14:nvContentPartPr>
              <p14:xfrm>
                <a:off x="9223664" y="1762146"/>
                <a:ext cx="87480" cy="1357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C8EC2994-5E1A-1827-75A7-1747C8BFF5C6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206024" y="1744506"/>
                  <a:ext cx="12312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31B5A89-2B19-6699-95A9-6D55F1B8CC8B}"/>
                    </a:ext>
                  </a:extLst>
                </p14:cNvPr>
                <p14:cNvContentPartPr/>
                <p14:nvPr/>
              </p14:nvContentPartPr>
              <p14:xfrm>
                <a:off x="9357944" y="1720746"/>
                <a:ext cx="74880" cy="1303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31B5A89-2B19-6699-95A9-6D55F1B8CC8B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9340304" y="1702746"/>
                  <a:ext cx="110520" cy="165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703BBB26-E668-8F52-D8D9-87DE778A54BE}"/>
              </a:ext>
            </a:extLst>
          </p:cNvPr>
          <p:cNvGrpSpPr/>
          <p:nvPr/>
        </p:nvGrpSpPr>
        <p:grpSpPr>
          <a:xfrm>
            <a:off x="9515264" y="4260906"/>
            <a:ext cx="421200" cy="280800"/>
            <a:chOff x="9515264" y="4260906"/>
            <a:chExt cx="421200" cy="280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2DB6F094-2AA7-2E6E-9404-7267DC3A2304}"/>
                    </a:ext>
                  </a:extLst>
                </p14:cNvPr>
                <p14:cNvContentPartPr/>
                <p14:nvPr/>
              </p14:nvContentPartPr>
              <p14:xfrm>
                <a:off x="9549104" y="4260906"/>
                <a:ext cx="77400" cy="2343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DB6F094-2AA7-2E6E-9404-7267DC3A2304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9531464" y="4243266"/>
                  <a:ext cx="11304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0FABD412-8EEC-493B-6172-2BC121D88885}"/>
                    </a:ext>
                  </a:extLst>
                </p14:cNvPr>
                <p14:cNvContentPartPr/>
                <p14:nvPr/>
              </p14:nvContentPartPr>
              <p14:xfrm>
                <a:off x="9515264" y="4290786"/>
                <a:ext cx="61560" cy="648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0FABD412-8EEC-493B-6172-2BC121D88885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9497624" y="4272786"/>
                  <a:ext cx="9720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2A8CA76-FE10-8AF7-F326-E111EDEC6795}"/>
                    </a:ext>
                  </a:extLst>
                </p14:cNvPr>
                <p14:cNvContentPartPr/>
                <p14:nvPr/>
              </p14:nvContentPartPr>
              <p14:xfrm>
                <a:off x="9569264" y="4489146"/>
                <a:ext cx="88560" cy="525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2A8CA76-FE10-8AF7-F326-E111EDEC6795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9551624" y="4471506"/>
                  <a:ext cx="12420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BC81ABA-2AEC-18B6-62F5-DA854EE87F86}"/>
                    </a:ext>
                  </a:extLst>
                </p14:cNvPr>
                <p14:cNvContentPartPr/>
                <p14:nvPr/>
              </p14:nvContentPartPr>
              <p14:xfrm>
                <a:off x="9702824" y="4429746"/>
                <a:ext cx="59040" cy="734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BC81ABA-2AEC-18B6-62F5-DA854EE87F86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9685184" y="4412106"/>
                  <a:ext cx="9468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CAB2D7C-F7CE-C363-4627-F628442A2FFE}"/>
                    </a:ext>
                  </a:extLst>
                </p14:cNvPr>
                <p14:cNvContentPartPr/>
                <p14:nvPr/>
              </p14:nvContentPartPr>
              <p14:xfrm>
                <a:off x="9701384" y="4386546"/>
                <a:ext cx="108360" cy="972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CAB2D7C-F7CE-C363-4627-F628442A2FFE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9683384" y="4368546"/>
                  <a:ext cx="14400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6D3417B-0F5B-7F54-513C-18EE304A6EA1}"/>
                    </a:ext>
                  </a:extLst>
                </p14:cNvPr>
                <p14:cNvContentPartPr/>
                <p14:nvPr/>
              </p14:nvContentPartPr>
              <p14:xfrm>
                <a:off x="9877064" y="4300506"/>
                <a:ext cx="59400" cy="1537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6D3417B-0F5B-7F54-513C-18EE304A6EA1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9859064" y="4282866"/>
                  <a:ext cx="95040" cy="189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025E61A3-828C-DEEF-50C7-9E1752A31B42}"/>
              </a:ext>
            </a:extLst>
          </p:cNvPr>
          <p:cNvGrpSpPr/>
          <p:nvPr/>
        </p:nvGrpSpPr>
        <p:grpSpPr>
          <a:xfrm>
            <a:off x="10378904" y="5853906"/>
            <a:ext cx="888840" cy="438120"/>
            <a:chOff x="10378904" y="5853906"/>
            <a:chExt cx="888840" cy="438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202008AB-E2BA-86FA-E40E-1D59B3777FBD}"/>
                    </a:ext>
                  </a:extLst>
                </p14:cNvPr>
                <p14:cNvContentPartPr/>
                <p14:nvPr/>
              </p14:nvContentPartPr>
              <p14:xfrm>
                <a:off x="10378904" y="5862906"/>
                <a:ext cx="137880" cy="1998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202008AB-E2BA-86FA-E40E-1D59B3777FBD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0360904" y="5844906"/>
                  <a:ext cx="17352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83E2B39-FC28-8BE4-AC7B-33DA75137193}"/>
                    </a:ext>
                  </a:extLst>
                </p14:cNvPr>
                <p14:cNvContentPartPr/>
                <p14:nvPr/>
              </p14:nvContentPartPr>
              <p14:xfrm>
                <a:off x="10518584" y="6062706"/>
                <a:ext cx="11160" cy="1616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83E2B39-FC28-8BE4-AC7B-33DA75137193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0500584" y="6045066"/>
                  <a:ext cx="4680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50B46C2-AFBA-55C9-8206-059B43DE8261}"/>
                    </a:ext>
                  </a:extLst>
                </p14:cNvPr>
                <p14:cNvContentPartPr/>
                <p14:nvPr/>
              </p14:nvContentPartPr>
              <p14:xfrm>
                <a:off x="10471784" y="6149466"/>
                <a:ext cx="81000" cy="57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50B46C2-AFBA-55C9-8206-059B43DE8261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0454144" y="6131826"/>
                  <a:ext cx="11664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9D1DFFAE-C958-22AE-F63E-E1AE1B4B16F3}"/>
                    </a:ext>
                  </a:extLst>
                </p14:cNvPr>
                <p14:cNvContentPartPr/>
                <p14:nvPr/>
              </p14:nvContentPartPr>
              <p14:xfrm>
                <a:off x="10467824" y="5853906"/>
                <a:ext cx="77040" cy="97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9D1DFFAE-C958-22AE-F63E-E1AE1B4B16F3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0450184" y="5835906"/>
                  <a:ext cx="11268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950F046-05C4-1633-2FFD-9CF49D9536EE}"/>
                    </a:ext>
                  </a:extLst>
                </p14:cNvPr>
                <p14:cNvContentPartPr/>
                <p14:nvPr/>
              </p14:nvContentPartPr>
              <p14:xfrm>
                <a:off x="10724864" y="6106986"/>
                <a:ext cx="20880" cy="1195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950F046-05C4-1633-2FFD-9CF49D9536EE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706864" y="6088986"/>
                  <a:ext cx="5652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CB67FB72-DDA9-07ED-2F29-8633D4DB42EE}"/>
                    </a:ext>
                  </a:extLst>
                </p14:cNvPr>
                <p14:cNvContentPartPr/>
                <p14:nvPr/>
              </p14:nvContentPartPr>
              <p14:xfrm>
                <a:off x="10718384" y="6107706"/>
                <a:ext cx="110880" cy="1303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CB67FB72-DDA9-07ED-2F29-8633D4DB42EE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0700744" y="6089706"/>
                  <a:ext cx="14652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496C21E7-96D3-BE30-0326-E1961089EA25}"/>
                    </a:ext>
                  </a:extLst>
                </p14:cNvPr>
                <p14:cNvContentPartPr/>
                <p14:nvPr/>
              </p14:nvContentPartPr>
              <p14:xfrm>
                <a:off x="10976144" y="5903226"/>
                <a:ext cx="42480" cy="2750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496C21E7-96D3-BE30-0326-E1961089EA25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0958144" y="5885586"/>
                  <a:ext cx="7812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80C0DB8-2F71-9E20-3935-D529BD11C12A}"/>
                    </a:ext>
                  </a:extLst>
                </p14:cNvPr>
                <p14:cNvContentPartPr/>
                <p14:nvPr/>
              </p14:nvContentPartPr>
              <p14:xfrm>
                <a:off x="10844744" y="5962626"/>
                <a:ext cx="102600" cy="1882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80C0DB8-2F71-9E20-3935-D529BD11C12A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0826744" y="5944986"/>
                  <a:ext cx="13824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E6DC3FA4-1991-72BB-E5AB-783A9A8139FC}"/>
                    </a:ext>
                  </a:extLst>
                </p14:cNvPr>
                <p14:cNvContentPartPr/>
                <p14:nvPr/>
              </p14:nvContentPartPr>
              <p14:xfrm>
                <a:off x="10854464" y="5977746"/>
                <a:ext cx="156960" cy="1688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E6DC3FA4-1991-72BB-E5AB-783A9A8139FC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0836464" y="5959746"/>
                  <a:ext cx="19260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0E0BDEAE-A2C1-6F36-6916-91D75CF93CE0}"/>
                    </a:ext>
                  </a:extLst>
                </p14:cNvPr>
                <p14:cNvContentPartPr/>
                <p14:nvPr/>
              </p14:nvContentPartPr>
              <p14:xfrm>
                <a:off x="11120144" y="6122826"/>
                <a:ext cx="147600" cy="1692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0E0BDEAE-A2C1-6F36-6916-91D75CF93CE0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1102504" y="6105186"/>
                  <a:ext cx="183240" cy="20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735" name="Group 30734">
            <a:extLst>
              <a:ext uri="{FF2B5EF4-FFF2-40B4-BE49-F238E27FC236}">
                <a16:creationId xmlns:a16="http://schemas.microsoft.com/office/drawing/2014/main" id="{B5E6FAF7-2979-AF8E-CC2A-3C3837EAF384}"/>
              </a:ext>
            </a:extLst>
          </p:cNvPr>
          <p:cNvGrpSpPr/>
          <p:nvPr/>
        </p:nvGrpSpPr>
        <p:grpSpPr>
          <a:xfrm>
            <a:off x="7918304" y="3334986"/>
            <a:ext cx="1358640" cy="1162800"/>
            <a:chOff x="7918304" y="3334986"/>
            <a:chExt cx="1358640" cy="116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7F8B294-8D2C-4F42-34E3-3F3A35AB8E94}"/>
                    </a:ext>
                  </a:extLst>
                </p14:cNvPr>
                <p14:cNvContentPartPr/>
                <p14:nvPr/>
              </p14:nvContentPartPr>
              <p14:xfrm>
                <a:off x="8099384" y="3994866"/>
                <a:ext cx="161640" cy="2811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7F8B294-8D2C-4F42-34E3-3F3A35AB8E94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8081744" y="3976866"/>
                  <a:ext cx="19728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16E0784-CCDE-4E80-823B-C89FCB8838D0}"/>
                    </a:ext>
                  </a:extLst>
                </p14:cNvPr>
                <p14:cNvContentPartPr/>
                <p14:nvPr/>
              </p14:nvContentPartPr>
              <p14:xfrm>
                <a:off x="8337704" y="4144986"/>
                <a:ext cx="134280" cy="2185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16E0784-CCDE-4E80-823B-C89FCB8838D0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8320064" y="4126986"/>
                  <a:ext cx="16992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5150B94C-C33A-04E1-1662-0093BBFBBD67}"/>
                    </a:ext>
                  </a:extLst>
                </p14:cNvPr>
                <p14:cNvContentPartPr/>
                <p14:nvPr/>
              </p14:nvContentPartPr>
              <p14:xfrm>
                <a:off x="8538944" y="4052466"/>
                <a:ext cx="154800" cy="1922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5150B94C-C33A-04E1-1662-0093BBFBBD67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8520944" y="4034826"/>
                  <a:ext cx="19044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D3C7920-3981-62E1-B924-2166591FAA03}"/>
                    </a:ext>
                  </a:extLst>
                </p14:cNvPr>
                <p14:cNvContentPartPr/>
                <p14:nvPr/>
              </p14:nvContentPartPr>
              <p14:xfrm>
                <a:off x="8728664" y="3932226"/>
                <a:ext cx="156240" cy="2041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D3C7920-3981-62E1-B924-2166591FAA03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8710664" y="3914226"/>
                  <a:ext cx="19188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30720" name="Ink 30719">
                  <a:extLst>
                    <a:ext uri="{FF2B5EF4-FFF2-40B4-BE49-F238E27FC236}">
                      <a16:creationId xmlns:a16="http://schemas.microsoft.com/office/drawing/2014/main" id="{86E400EF-D25E-3588-EDB4-6D38382B5862}"/>
                    </a:ext>
                  </a:extLst>
                </p14:cNvPr>
                <p14:cNvContentPartPr/>
                <p14:nvPr/>
              </p14:nvContentPartPr>
              <p14:xfrm>
                <a:off x="8941424" y="4007826"/>
                <a:ext cx="153360" cy="53280"/>
              </p14:xfrm>
            </p:contentPart>
          </mc:Choice>
          <mc:Fallback xmlns="">
            <p:pic>
              <p:nvPicPr>
                <p:cNvPr id="30720" name="Ink 30719">
                  <a:extLst>
                    <a:ext uri="{FF2B5EF4-FFF2-40B4-BE49-F238E27FC236}">
                      <a16:creationId xmlns:a16="http://schemas.microsoft.com/office/drawing/2014/main" id="{86E400EF-D25E-3588-EDB4-6D38382B5862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8923784" y="3990186"/>
                  <a:ext cx="18900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30721" name="Ink 30720">
                  <a:extLst>
                    <a:ext uri="{FF2B5EF4-FFF2-40B4-BE49-F238E27FC236}">
                      <a16:creationId xmlns:a16="http://schemas.microsoft.com/office/drawing/2014/main" id="{E232B2DD-012A-65DD-6EBD-736CB8AABC8F}"/>
                    </a:ext>
                  </a:extLst>
                </p14:cNvPr>
                <p14:cNvContentPartPr/>
                <p14:nvPr/>
              </p14:nvContentPartPr>
              <p14:xfrm>
                <a:off x="9024224" y="4044186"/>
                <a:ext cx="42120" cy="147960"/>
              </p14:xfrm>
            </p:contentPart>
          </mc:Choice>
          <mc:Fallback xmlns="">
            <p:pic>
              <p:nvPicPr>
                <p:cNvPr id="30721" name="Ink 30720">
                  <a:extLst>
                    <a:ext uri="{FF2B5EF4-FFF2-40B4-BE49-F238E27FC236}">
                      <a16:creationId xmlns:a16="http://schemas.microsoft.com/office/drawing/2014/main" id="{E232B2DD-012A-65DD-6EBD-736CB8AABC8F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9006224" y="4026186"/>
                  <a:ext cx="7776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30724" name="Ink 30723">
                  <a:extLst>
                    <a:ext uri="{FF2B5EF4-FFF2-40B4-BE49-F238E27FC236}">
                      <a16:creationId xmlns:a16="http://schemas.microsoft.com/office/drawing/2014/main" id="{F5E16E30-1DB3-E504-CD3A-434139DD1726}"/>
                    </a:ext>
                  </a:extLst>
                </p14:cNvPr>
                <p14:cNvContentPartPr/>
                <p14:nvPr/>
              </p14:nvContentPartPr>
              <p14:xfrm>
                <a:off x="8128544" y="3839346"/>
                <a:ext cx="1148400" cy="609120"/>
              </p14:xfrm>
            </p:contentPart>
          </mc:Choice>
          <mc:Fallback xmlns="">
            <p:pic>
              <p:nvPicPr>
                <p:cNvPr id="30724" name="Ink 30723">
                  <a:extLst>
                    <a:ext uri="{FF2B5EF4-FFF2-40B4-BE49-F238E27FC236}">
                      <a16:creationId xmlns:a16="http://schemas.microsoft.com/office/drawing/2014/main" id="{F5E16E30-1DB3-E504-CD3A-434139DD1726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8110904" y="3821706"/>
                  <a:ext cx="1184040" cy="64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30725" name="Ink 30724">
                  <a:extLst>
                    <a:ext uri="{FF2B5EF4-FFF2-40B4-BE49-F238E27FC236}">
                      <a16:creationId xmlns:a16="http://schemas.microsoft.com/office/drawing/2014/main" id="{F6623E0B-DF08-5E73-5859-00CABABEBF84}"/>
                    </a:ext>
                  </a:extLst>
                </p14:cNvPr>
                <p14:cNvContentPartPr/>
                <p14:nvPr/>
              </p14:nvContentPartPr>
              <p14:xfrm>
                <a:off x="7985624" y="3939066"/>
                <a:ext cx="126360" cy="558720"/>
              </p14:xfrm>
            </p:contentPart>
          </mc:Choice>
          <mc:Fallback xmlns="">
            <p:pic>
              <p:nvPicPr>
                <p:cNvPr id="30725" name="Ink 30724">
                  <a:extLst>
                    <a:ext uri="{FF2B5EF4-FFF2-40B4-BE49-F238E27FC236}">
                      <a16:creationId xmlns:a16="http://schemas.microsoft.com/office/drawing/2014/main" id="{F6623E0B-DF08-5E73-5859-00CABABEBF84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7967984" y="3921426"/>
                  <a:ext cx="162000" cy="59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30726" name="Ink 30725">
                  <a:extLst>
                    <a:ext uri="{FF2B5EF4-FFF2-40B4-BE49-F238E27FC236}">
                      <a16:creationId xmlns:a16="http://schemas.microsoft.com/office/drawing/2014/main" id="{81CEBC3F-55A7-5A56-29C0-5045EFB6A9D0}"/>
                    </a:ext>
                  </a:extLst>
                </p14:cNvPr>
                <p14:cNvContentPartPr/>
                <p14:nvPr/>
              </p14:nvContentPartPr>
              <p14:xfrm>
                <a:off x="7918304" y="3751866"/>
                <a:ext cx="1192680" cy="320760"/>
              </p14:xfrm>
            </p:contentPart>
          </mc:Choice>
          <mc:Fallback xmlns="">
            <p:pic>
              <p:nvPicPr>
                <p:cNvPr id="30726" name="Ink 30725">
                  <a:extLst>
                    <a:ext uri="{FF2B5EF4-FFF2-40B4-BE49-F238E27FC236}">
                      <a16:creationId xmlns:a16="http://schemas.microsoft.com/office/drawing/2014/main" id="{81CEBC3F-55A7-5A56-29C0-5045EFB6A9D0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7900304" y="3733866"/>
                  <a:ext cx="122832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30728" name="Ink 30727">
                  <a:extLst>
                    <a:ext uri="{FF2B5EF4-FFF2-40B4-BE49-F238E27FC236}">
                      <a16:creationId xmlns:a16="http://schemas.microsoft.com/office/drawing/2014/main" id="{758EA4CF-AA92-32B2-34F3-057F76504A52}"/>
                    </a:ext>
                  </a:extLst>
                </p14:cNvPr>
                <p14:cNvContentPartPr/>
                <p14:nvPr/>
              </p14:nvContentPartPr>
              <p14:xfrm>
                <a:off x="8146904" y="3473586"/>
                <a:ext cx="154080" cy="307800"/>
              </p14:xfrm>
            </p:contentPart>
          </mc:Choice>
          <mc:Fallback xmlns="">
            <p:pic>
              <p:nvPicPr>
                <p:cNvPr id="30728" name="Ink 30727">
                  <a:extLst>
                    <a:ext uri="{FF2B5EF4-FFF2-40B4-BE49-F238E27FC236}">
                      <a16:creationId xmlns:a16="http://schemas.microsoft.com/office/drawing/2014/main" id="{758EA4CF-AA92-32B2-34F3-057F76504A52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8128904" y="3455946"/>
                  <a:ext cx="189720" cy="34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30729" name="Ink 30728">
                  <a:extLst>
                    <a:ext uri="{FF2B5EF4-FFF2-40B4-BE49-F238E27FC236}">
                      <a16:creationId xmlns:a16="http://schemas.microsoft.com/office/drawing/2014/main" id="{70427080-3C14-3488-9339-1540F8E5026B}"/>
                    </a:ext>
                  </a:extLst>
                </p14:cNvPr>
                <p14:cNvContentPartPr/>
                <p14:nvPr/>
              </p14:nvContentPartPr>
              <p14:xfrm>
                <a:off x="8430224" y="3448746"/>
                <a:ext cx="86040" cy="271440"/>
              </p14:xfrm>
            </p:contentPart>
          </mc:Choice>
          <mc:Fallback xmlns="">
            <p:pic>
              <p:nvPicPr>
                <p:cNvPr id="30729" name="Ink 30728">
                  <a:extLst>
                    <a:ext uri="{FF2B5EF4-FFF2-40B4-BE49-F238E27FC236}">
                      <a16:creationId xmlns:a16="http://schemas.microsoft.com/office/drawing/2014/main" id="{70427080-3C14-3488-9339-1540F8E5026B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8412584" y="3431106"/>
                  <a:ext cx="12168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30730" name="Ink 30729">
                  <a:extLst>
                    <a:ext uri="{FF2B5EF4-FFF2-40B4-BE49-F238E27FC236}">
                      <a16:creationId xmlns:a16="http://schemas.microsoft.com/office/drawing/2014/main" id="{C18113C9-9792-0BB7-F2D5-E488B9672C55}"/>
                    </a:ext>
                  </a:extLst>
                </p14:cNvPr>
                <p14:cNvContentPartPr/>
                <p14:nvPr/>
              </p14:nvContentPartPr>
              <p14:xfrm>
                <a:off x="8432024" y="3432186"/>
                <a:ext cx="81360" cy="75240"/>
              </p14:xfrm>
            </p:contentPart>
          </mc:Choice>
          <mc:Fallback xmlns="">
            <p:pic>
              <p:nvPicPr>
                <p:cNvPr id="30730" name="Ink 30729">
                  <a:extLst>
                    <a:ext uri="{FF2B5EF4-FFF2-40B4-BE49-F238E27FC236}">
                      <a16:creationId xmlns:a16="http://schemas.microsoft.com/office/drawing/2014/main" id="{C18113C9-9792-0BB7-F2D5-E488B9672C55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8414024" y="3414546"/>
                  <a:ext cx="11700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30731" name="Ink 30730">
                  <a:extLst>
                    <a:ext uri="{FF2B5EF4-FFF2-40B4-BE49-F238E27FC236}">
                      <a16:creationId xmlns:a16="http://schemas.microsoft.com/office/drawing/2014/main" id="{8FE12B3F-F846-182F-4F26-D73E8F5199F6}"/>
                    </a:ext>
                  </a:extLst>
                </p14:cNvPr>
                <p14:cNvContentPartPr/>
                <p14:nvPr/>
              </p14:nvContentPartPr>
              <p14:xfrm>
                <a:off x="8460824" y="3535506"/>
                <a:ext cx="114120" cy="79560"/>
              </p14:xfrm>
            </p:contentPart>
          </mc:Choice>
          <mc:Fallback xmlns="">
            <p:pic>
              <p:nvPicPr>
                <p:cNvPr id="30731" name="Ink 30730">
                  <a:extLst>
                    <a:ext uri="{FF2B5EF4-FFF2-40B4-BE49-F238E27FC236}">
                      <a16:creationId xmlns:a16="http://schemas.microsoft.com/office/drawing/2014/main" id="{8FE12B3F-F846-182F-4F26-D73E8F5199F6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8443184" y="3517506"/>
                  <a:ext cx="14976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30732" name="Ink 30731">
                  <a:extLst>
                    <a:ext uri="{FF2B5EF4-FFF2-40B4-BE49-F238E27FC236}">
                      <a16:creationId xmlns:a16="http://schemas.microsoft.com/office/drawing/2014/main" id="{76FFAF9C-9BC3-B59C-7200-E4AF5424DF5C}"/>
                    </a:ext>
                  </a:extLst>
                </p14:cNvPr>
                <p14:cNvContentPartPr/>
                <p14:nvPr/>
              </p14:nvContentPartPr>
              <p14:xfrm>
                <a:off x="8686544" y="3407706"/>
                <a:ext cx="71640" cy="271440"/>
              </p14:xfrm>
            </p:contentPart>
          </mc:Choice>
          <mc:Fallback xmlns="">
            <p:pic>
              <p:nvPicPr>
                <p:cNvPr id="30732" name="Ink 30731">
                  <a:extLst>
                    <a:ext uri="{FF2B5EF4-FFF2-40B4-BE49-F238E27FC236}">
                      <a16:creationId xmlns:a16="http://schemas.microsoft.com/office/drawing/2014/main" id="{76FFAF9C-9BC3-B59C-7200-E4AF5424DF5C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8668544" y="3389706"/>
                  <a:ext cx="10728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30733" name="Ink 30732">
                  <a:extLst>
                    <a:ext uri="{FF2B5EF4-FFF2-40B4-BE49-F238E27FC236}">
                      <a16:creationId xmlns:a16="http://schemas.microsoft.com/office/drawing/2014/main" id="{1EDBF09D-CC7C-B2EC-CD34-A2E296B387C6}"/>
                    </a:ext>
                  </a:extLst>
                </p14:cNvPr>
                <p14:cNvContentPartPr/>
                <p14:nvPr/>
              </p14:nvContentPartPr>
              <p14:xfrm>
                <a:off x="8686544" y="3334986"/>
                <a:ext cx="95760" cy="164520"/>
              </p14:xfrm>
            </p:contentPart>
          </mc:Choice>
          <mc:Fallback xmlns="">
            <p:pic>
              <p:nvPicPr>
                <p:cNvPr id="30733" name="Ink 30732">
                  <a:extLst>
                    <a:ext uri="{FF2B5EF4-FFF2-40B4-BE49-F238E27FC236}">
                      <a16:creationId xmlns:a16="http://schemas.microsoft.com/office/drawing/2014/main" id="{1EDBF09D-CC7C-B2EC-CD34-A2E296B387C6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8668544" y="3317346"/>
                  <a:ext cx="13140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30734" name="Ink 30733">
                  <a:extLst>
                    <a:ext uri="{FF2B5EF4-FFF2-40B4-BE49-F238E27FC236}">
                      <a16:creationId xmlns:a16="http://schemas.microsoft.com/office/drawing/2014/main" id="{32D3D79A-1EFF-BABF-19FA-0334627491E2}"/>
                    </a:ext>
                  </a:extLst>
                </p14:cNvPr>
                <p14:cNvContentPartPr/>
                <p14:nvPr/>
              </p14:nvContentPartPr>
              <p14:xfrm>
                <a:off x="8735504" y="3486186"/>
                <a:ext cx="104760" cy="61920"/>
              </p14:xfrm>
            </p:contentPart>
          </mc:Choice>
          <mc:Fallback xmlns="">
            <p:pic>
              <p:nvPicPr>
                <p:cNvPr id="30734" name="Ink 30733">
                  <a:extLst>
                    <a:ext uri="{FF2B5EF4-FFF2-40B4-BE49-F238E27FC236}">
                      <a16:creationId xmlns:a16="http://schemas.microsoft.com/office/drawing/2014/main" id="{32D3D79A-1EFF-BABF-19FA-0334627491E2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8717864" y="3468546"/>
                  <a:ext cx="140400" cy="97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9">
            <p14:nvContentPartPr>
              <p14:cNvPr id="30737" name="Ink 30736">
                <a:extLst>
                  <a:ext uri="{FF2B5EF4-FFF2-40B4-BE49-F238E27FC236}">
                    <a16:creationId xmlns:a16="http://schemas.microsoft.com/office/drawing/2014/main" id="{448B166E-5E4C-BA63-5735-78809D55D03A}"/>
                  </a:ext>
                </a:extLst>
              </p14:cNvPr>
              <p14:cNvContentPartPr/>
              <p14:nvPr/>
            </p14:nvContentPartPr>
            <p14:xfrm>
              <a:off x="3334064" y="5430186"/>
              <a:ext cx="4732200" cy="78120"/>
            </p14:xfrm>
          </p:contentPart>
        </mc:Choice>
        <mc:Fallback xmlns="">
          <p:pic>
            <p:nvPicPr>
              <p:cNvPr id="30737" name="Ink 30736">
                <a:extLst>
                  <a:ext uri="{FF2B5EF4-FFF2-40B4-BE49-F238E27FC236}">
                    <a16:creationId xmlns:a16="http://schemas.microsoft.com/office/drawing/2014/main" id="{448B166E-5E4C-BA63-5735-78809D55D03A}"/>
                  </a:ext>
                </a:extLst>
              </p:cNvPr>
              <p:cNvPicPr/>
              <p:nvPr/>
            </p:nvPicPr>
            <p:blipFill>
              <a:blip r:embed="rId130"/>
              <a:stretch>
                <a:fillRect/>
              </a:stretch>
            </p:blipFill>
            <p:spPr>
              <a:xfrm>
                <a:off x="3316424" y="5412546"/>
                <a:ext cx="4767840" cy="113760"/>
              </a:xfrm>
              <a:prstGeom prst="rect">
                <a:avLst/>
              </a:prstGeom>
            </p:spPr>
          </p:pic>
        </mc:Fallback>
      </mc:AlternateContent>
      <p:grpSp>
        <p:nvGrpSpPr>
          <p:cNvPr id="30741" name="Group 30740">
            <a:extLst>
              <a:ext uri="{FF2B5EF4-FFF2-40B4-BE49-F238E27FC236}">
                <a16:creationId xmlns:a16="http://schemas.microsoft.com/office/drawing/2014/main" id="{628E3CA0-3898-FDCC-1DAF-5039C3592487}"/>
              </a:ext>
            </a:extLst>
          </p:cNvPr>
          <p:cNvGrpSpPr/>
          <p:nvPr/>
        </p:nvGrpSpPr>
        <p:grpSpPr>
          <a:xfrm>
            <a:off x="3280424" y="4489866"/>
            <a:ext cx="4684680" cy="1020960"/>
            <a:chOff x="3280424" y="4489866"/>
            <a:chExt cx="4684680" cy="102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30738" name="Ink 30737">
                  <a:extLst>
                    <a:ext uri="{FF2B5EF4-FFF2-40B4-BE49-F238E27FC236}">
                      <a16:creationId xmlns:a16="http://schemas.microsoft.com/office/drawing/2014/main" id="{B81E5724-B377-A81D-75BC-BC2DAA09C6FD}"/>
                    </a:ext>
                  </a:extLst>
                </p14:cNvPr>
                <p14:cNvContentPartPr/>
                <p14:nvPr/>
              </p14:nvContentPartPr>
              <p14:xfrm>
                <a:off x="3280424" y="5040306"/>
                <a:ext cx="4684680" cy="470520"/>
              </p14:xfrm>
            </p:contentPart>
          </mc:Choice>
          <mc:Fallback xmlns="">
            <p:pic>
              <p:nvPicPr>
                <p:cNvPr id="30738" name="Ink 30737">
                  <a:extLst>
                    <a:ext uri="{FF2B5EF4-FFF2-40B4-BE49-F238E27FC236}">
                      <a16:creationId xmlns:a16="http://schemas.microsoft.com/office/drawing/2014/main" id="{B81E5724-B377-A81D-75BC-BC2DAA09C6FD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3262424" y="5022306"/>
                  <a:ext cx="4720320" cy="50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30739" name="Ink 30738">
                  <a:extLst>
                    <a:ext uri="{FF2B5EF4-FFF2-40B4-BE49-F238E27FC236}">
                      <a16:creationId xmlns:a16="http://schemas.microsoft.com/office/drawing/2014/main" id="{23C765E7-37C1-5CB3-8029-87E3FAF247E3}"/>
                    </a:ext>
                  </a:extLst>
                </p14:cNvPr>
                <p14:cNvContentPartPr/>
                <p14:nvPr/>
              </p14:nvContentPartPr>
              <p14:xfrm>
                <a:off x="5795744" y="4501746"/>
                <a:ext cx="55800" cy="466200"/>
              </p14:xfrm>
            </p:contentPart>
          </mc:Choice>
          <mc:Fallback xmlns="">
            <p:pic>
              <p:nvPicPr>
                <p:cNvPr id="30739" name="Ink 30738">
                  <a:extLst>
                    <a:ext uri="{FF2B5EF4-FFF2-40B4-BE49-F238E27FC236}">
                      <a16:creationId xmlns:a16="http://schemas.microsoft.com/office/drawing/2014/main" id="{23C765E7-37C1-5CB3-8029-87E3FAF247E3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5778104" y="4483746"/>
                  <a:ext cx="91440" cy="50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30740" name="Ink 30739">
                  <a:extLst>
                    <a:ext uri="{FF2B5EF4-FFF2-40B4-BE49-F238E27FC236}">
                      <a16:creationId xmlns:a16="http://schemas.microsoft.com/office/drawing/2014/main" id="{1F1D56D3-D03B-B5EE-A426-FD0E35577042}"/>
                    </a:ext>
                  </a:extLst>
                </p14:cNvPr>
                <p14:cNvContentPartPr/>
                <p14:nvPr/>
              </p14:nvContentPartPr>
              <p14:xfrm>
                <a:off x="5811224" y="4489866"/>
                <a:ext cx="1118880" cy="581040"/>
              </p14:xfrm>
            </p:contentPart>
          </mc:Choice>
          <mc:Fallback xmlns="">
            <p:pic>
              <p:nvPicPr>
                <p:cNvPr id="30740" name="Ink 30739">
                  <a:extLst>
                    <a:ext uri="{FF2B5EF4-FFF2-40B4-BE49-F238E27FC236}">
                      <a16:creationId xmlns:a16="http://schemas.microsoft.com/office/drawing/2014/main" id="{1F1D56D3-D03B-B5EE-A426-FD0E35577042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5793584" y="4472226"/>
                  <a:ext cx="1154520" cy="61668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B7E27-D041-0C73-30C0-59F74DD69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MOSFET current equations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0CBB3A-BB87-89BD-7522-55C18142584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en-US"/>
              <a:t>Slide 1-</a:t>
            </a:r>
            <a:fld id="{09CD9926-94D6-4100-8273-E75A6AC34B12}" type="slidenum">
              <a:rPr lang="en-US" altLang="en-US" smtClean="0"/>
              <a:pPr>
                <a:defRPr/>
              </a:pPr>
              <a:t>29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pic>
        <p:nvPicPr>
          <p:cNvPr id="5" name="Picture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188B42E5-BD7C-D668-FCB4-B1C5ED635C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760" y="839155"/>
            <a:ext cx="8374591" cy="3660223"/>
          </a:xfrm>
          <a:prstGeom prst="rect">
            <a:avLst/>
          </a:prstGeom>
        </p:spPr>
      </p:pic>
      <p:pic>
        <p:nvPicPr>
          <p:cNvPr id="7" name="Picture 6" descr="A graph with a line&#10;&#10;AI-generated content may be incorrect.">
            <a:extLst>
              <a:ext uri="{FF2B5EF4-FFF2-40B4-BE49-F238E27FC236}">
                <a16:creationId xmlns:a16="http://schemas.microsoft.com/office/drawing/2014/main" id="{7144A797-898F-61E8-6212-0E58AFD6021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9431" y="1395687"/>
            <a:ext cx="5017098" cy="3856487"/>
          </a:xfrm>
          <a:prstGeom prst="rect">
            <a:avLst/>
          </a:prstGeom>
        </p:spPr>
      </p:pic>
      <p:pic>
        <p:nvPicPr>
          <p:cNvPr id="8" name="Picture 7" descr="A math equations and numbers&#10;&#10;AI-generated content may be incorrect.">
            <a:extLst>
              <a:ext uri="{FF2B5EF4-FFF2-40B4-BE49-F238E27FC236}">
                <a16:creationId xmlns:a16="http://schemas.microsoft.com/office/drawing/2014/main" id="{8BD74FF7-FBF0-06A0-CC62-AC810582D4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06" y="4623120"/>
            <a:ext cx="5598330" cy="186975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722EBF5A-82A1-2B10-6BA5-276FFE98565D}"/>
                  </a:ext>
                </a:extLst>
              </p14:cNvPr>
              <p14:cNvContentPartPr/>
              <p14:nvPr/>
            </p14:nvContentPartPr>
            <p14:xfrm>
              <a:off x="7172024" y="1753146"/>
              <a:ext cx="2519640" cy="31813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722EBF5A-82A1-2B10-6BA5-276FFE98565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154384" y="1735146"/>
                <a:ext cx="2555280" cy="3216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9171B29C-2692-819F-16FE-93F94E6B17A8}"/>
              </a:ext>
            </a:extLst>
          </p:cNvPr>
          <p:cNvGrpSpPr/>
          <p:nvPr/>
        </p:nvGrpSpPr>
        <p:grpSpPr>
          <a:xfrm>
            <a:off x="8559104" y="3806586"/>
            <a:ext cx="860040" cy="610200"/>
            <a:chOff x="8559104" y="3806586"/>
            <a:chExt cx="860040" cy="61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B8CAD1D-3FCF-F860-26F8-0AFB670AF14B}"/>
                    </a:ext>
                  </a:extLst>
                </p14:cNvPr>
                <p14:cNvContentPartPr/>
                <p14:nvPr/>
              </p14:nvContentPartPr>
              <p14:xfrm>
                <a:off x="8559104" y="4219866"/>
                <a:ext cx="230400" cy="1969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B8CAD1D-3FCF-F860-26F8-0AFB670AF14B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541464" y="4201866"/>
                  <a:ext cx="26604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8BB5805-F9A1-3864-9067-18827A02FA91}"/>
                    </a:ext>
                  </a:extLst>
                </p14:cNvPr>
                <p14:cNvContentPartPr/>
                <p14:nvPr/>
              </p14:nvContentPartPr>
              <p14:xfrm>
                <a:off x="8818304" y="4209426"/>
                <a:ext cx="35280" cy="936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8BB5805-F9A1-3864-9067-18827A02FA91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800304" y="4191786"/>
                  <a:ext cx="7092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7C8D968-5254-37B3-575B-BDF01457BDF7}"/>
                    </a:ext>
                  </a:extLst>
                </p14:cNvPr>
                <p14:cNvContentPartPr/>
                <p14:nvPr/>
              </p14:nvContentPartPr>
              <p14:xfrm>
                <a:off x="8762144" y="4110786"/>
                <a:ext cx="31320" cy="396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7C8D968-5254-37B3-575B-BDF01457BDF7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744504" y="4092786"/>
                  <a:ext cx="6696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026B146-F306-C505-1B3F-B0F931BEABFA}"/>
                    </a:ext>
                  </a:extLst>
                </p14:cNvPr>
                <p14:cNvContentPartPr/>
                <p14:nvPr/>
              </p14:nvContentPartPr>
              <p14:xfrm>
                <a:off x="8892824" y="4047426"/>
                <a:ext cx="156240" cy="1569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026B146-F306-C505-1B3F-B0F931BEABFA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875184" y="4029426"/>
                  <a:ext cx="1918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A703961-26AF-8030-758D-BD757A13BE82}"/>
                    </a:ext>
                  </a:extLst>
                </p14:cNvPr>
                <p14:cNvContentPartPr/>
                <p14:nvPr/>
              </p14:nvContentPartPr>
              <p14:xfrm>
                <a:off x="9085784" y="4004226"/>
                <a:ext cx="69480" cy="882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A703961-26AF-8030-758D-BD757A13BE82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067784" y="3986226"/>
                  <a:ext cx="10512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0EA2AFE-4CC5-9C32-A063-F0DEE4CAB202}"/>
                    </a:ext>
                  </a:extLst>
                </p14:cNvPr>
                <p14:cNvContentPartPr/>
                <p14:nvPr/>
              </p14:nvContentPartPr>
              <p14:xfrm>
                <a:off x="9182624" y="3941586"/>
                <a:ext cx="145080" cy="1227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0EA2AFE-4CC5-9C32-A063-F0DEE4CAB202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164984" y="3923946"/>
                  <a:ext cx="18072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00D7AA1-C407-1CE2-A14F-7288B356829E}"/>
                    </a:ext>
                  </a:extLst>
                </p14:cNvPr>
                <p14:cNvContentPartPr/>
                <p14:nvPr/>
              </p14:nvContentPartPr>
              <p14:xfrm>
                <a:off x="9343184" y="3806586"/>
                <a:ext cx="75960" cy="123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00D7AA1-C407-1CE2-A14F-7288B356829E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325184" y="3788946"/>
                  <a:ext cx="111600" cy="159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939FE35-7DFA-116C-A771-B885EEF5DD72}"/>
              </a:ext>
            </a:extLst>
          </p:cNvPr>
          <p:cNvGrpSpPr/>
          <p:nvPr/>
        </p:nvGrpSpPr>
        <p:grpSpPr>
          <a:xfrm>
            <a:off x="9684824" y="1639386"/>
            <a:ext cx="1971000" cy="457560"/>
            <a:chOff x="9684824" y="1639386"/>
            <a:chExt cx="1971000" cy="457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BB624DDD-BCB0-0C52-62C0-7116BFF316B2}"/>
                    </a:ext>
                  </a:extLst>
                </p14:cNvPr>
                <p14:cNvContentPartPr/>
                <p14:nvPr/>
              </p14:nvContentPartPr>
              <p14:xfrm>
                <a:off x="9684824" y="1696986"/>
                <a:ext cx="44640" cy="3567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BB624DDD-BCB0-0C52-62C0-7116BFF316B2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666824" y="1678986"/>
                  <a:ext cx="80280" cy="39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30798ECB-FC93-8763-A67F-04CFCF750DD8}"/>
                    </a:ext>
                  </a:extLst>
                </p14:cNvPr>
                <p14:cNvContentPartPr/>
                <p14:nvPr/>
              </p14:nvContentPartPr>
              <p14:xfrm>
                <a:off x="9688064" y="1639386"/>
                <a:ext cx="1967760" cy="4575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30798ECB-FC93-8763-A67F-04CFCF750DD8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670424" y="1621386"/>
                  <a:ext cx="2003400" cy="49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0B69E4A-B846-92DB-48AD-C3D2F2A9ACFA}"/>
              </a:ext>
            </a:extLst>
          </p:cNvPr>
          <p:cNvGrpSpPr/>
          <p:nvPr/>
        </p:nvGrpSpPr>
        <p:grpSpPr>
          <a:xfrm>
            <a:off x="10158944" y="2445066"/>
            <a:ext cx="1686240" cy="258120"/>
            <a:chOff x="10158944" y="2445066"/>
            <a:chExt cx="1686240" cy="258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26C1825-E1BF-6F83-2F57-8A779A4C0C65}"/>
                    </a:ext>
                  </a:extLst>
                </p14:cNvPr>
                <p14:cNvContentPartPr/>
                <p14:nvPr/>
              </p14:nvContentPartPr>
              <p14:xfrm>
                <a:off x="10158944" y="2445066"/>
                <a:ext cx="126720" cy="2224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26C1825-E1BF-6F83-2F57-8A779A4C0C65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0140944" y="2427066"/>
                  <a:ext cx="16236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F2447B1-00BC-F876-2327-DC4EA7AA209E}"/>
                    </a:ext>
                  </a:extLst>
                </p14:cNvPr>
                <p14:cNvContentPartPr/>
                <p14:nvPr/>
              </p14:nvContentPartPr>
              <p14:xfrm>
                <a:off x="10354064" y="2582586"/>
                <a:ext cx="166320" cy="1137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F2447B1-00BC-F876-2327-DC4EA7AA209E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0336064" y="2564586"/>
                  <a:ext cx="20196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3C9D05B-5359-A034-7149-74238F62BCAF}"/>
                    </a:ext>
                  </a:extLst>
                </p14:cNvPr>
                <p14:cNvContentPartPr/>
                <p14:nvPr/>
              </p14:nvContentPartPr>
              <p14:xfrm>
                <a:off x="10583744" y="2491866"/>
                <a:ext cx="57240" cy="1731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3C9D05B-5359-A034-7149-74238F62BCAF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0566104" y="2474226"/>
                  <a:ext cx="9288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68515A6-826A-9041-C6D8-744E5C7553AD}"/>
                    </a:ext>
                  </a:extLst>
                </p14:cNvPr>
                <p14:cNvContentPartPr/>
                <p14:nvPr/>
              </p14:nvContentPartPr>
              <p14:xfrm>
                <a:off x="10570424" y="2581506"/>
                <a:ext cx="106560" cy="230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68515A6-826A-9041-C6D8-744E5C7553AD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0552424" y="2563866"/>
                  <a:ext cx="14220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F5DFA0B-8D08-E6D9-8A13-8C38B7FCED99}"/>
                    </a:ext>
                  </a:extLst>
                </p14:cNvPr>
                <p14:cNvContentPartPr/>
                <p14:nvPr/>
              </p14:nvContentPartPr>
              <p14:xfrm>
                <a:off x="10749344" y="2567466"/>
                <a:ext cx="134640" cy="1080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F5DFA0B-8D08-E6D9-8A13-8C38B7FCED99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0731704" y="2549466"/>
                  <a:ext cx="17028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8AAF4EE3-DB15-FEAD-778B-120899F06583}"/>
                    </a:ext>
                  </a:extLst>
                </p14:cNvPr>
                <p14:cNvContentPartPr/>
                <p14:nvPr/>
              </p14:nvContentPartPr>
              <p14:xfrm>
                <a:off x="10871384" y="2585826"/>
                <a:ext cx="38520" cy="1004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8AAF4EE3-DB15-FEAD-778B-120899F06583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0853744" y="2568186"/>
                  <a:ext cx="7416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90C30FA-41FA-7985-C675-B0246F528C02}"/>
                    </a:ext>
                  </a:extLst>
                </p14:cNvPr>
                <p14:cNvContentPartPr/>
                <p14:nvPr/>
              </p14:nvContentPartPr>
              <p14:xfrm>
                <a:off x="10969304" y="2578266"/>
                <a:ext cx="83520" cy="882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90C30FA-41FA-7985-C675-B0246F528C02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0951304" y="2560626"/>
                  <a:ext cx="11916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8030ADB-1D70-A913-BEF3-17D57C884533}"/>
                    </a:ext>
                  </a:extLst>
                </p14:cNvPr>
                <p14:cNvContentPartPr/>
                <p14:nvPr/>
              </p14:nvContentPartPr>
              <p14:xfrm>
                <a:off x="11134184" y="2557746"/>
                <a:ext cx="111600" cy="860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8030ADB-1D70-A913-BEF3-17D57C884533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1116544" y="2540106"/>
                  <a:ext cx="14724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143E258-F93E-B529-E8A8-F89FD665E811}"/>
                    </a:ext>
                  </a:extLst>
                </p14:cNvPr>
                <p14:cNvContentPartPr/>
                <p14:nvPr/>
              </p14:nvContentPartPr>
              <p14:xfrm>
                <a:off x="11322464" y="2487186"/>
                <a:ext cx="63720" cy="2160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143E258-F93E-B529-E8A8-F89FD665E811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1304464" y="2469546"/>
                  <a:ext cx="9936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B7D0DA8D-007D-C5C7-3204-D175B6B7896E}"/>
                    </a:ext>
                  </a:extLst>
                </p14:cNvPr>
                <p14:cNvContentPartPr/>
                <p14:nvPr/>
              </p14:nvContentPartPr>
              <p14:xfrm>
                <a:off x="11326784" y="2560986"/>
                <a:ext cx="195120" cy="1087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B7D0DA8D-007D-C5C7-3204-D175B6B7896E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1308784" y="2543346"/>
                  <a:ext cx="23076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52D83C0-848F-247F-6355-66E67A81D73F}"/>
                    </a:ext>
                  </a:extLst>
                </p14:cNvPr>
                <p14:cNvContentPartPr/>
                <p14:nvPr/>
              </p14:nvContentPartPr>
              <p14:xfrm>
                <a:off x="11477264" y="2490786"/>
                <a:ext cx="19080" cy="367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52D83C0-848F-247F-6355-66E67A81D73F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1459624" y="2473146"/>
                  <a:ext cx="5472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69D93673-4C44-B283-272D-36D5864F1E3F}"/>
                    </a:ext>
                  </a:extLst>
                </p14:cNvPr>
                <p14:cNvContentPartPr/>
                <p14:nvPr/>
              </p14:nvContentPartPr>
              <p14:xfrm>
                <a:off x="11592464" y="2550186"/>
                <a:ext cx="252720" cy="1155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69D93673-4C44-B283-272D-36D5864F1E3F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1574464" y="2532546"/>
                  <a:ext cx="288360" cy="151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F51273BE-5ACA-AC88-CB11-93F9C6AB1C45}"/>
              </a:ext>
            </a:extLst>
          </p:cNvPr>
          <p:cNvGrpSpPr/>
          <p:nvPr/>
        </p:nvGrpSpPr>
        <p:grpSpPr>
          <a:xfrm>
            <a:off x="3189704" y="505746"/>
            <a:ext cx="2936160" cy="821880"/>
            <a:chOff x="3189704" y="505746"/>
            <a:chExt cx="2936160" cy="821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9B6681E-0920-7AE0-6DCC-EE4A17C0D239}"/>
                    </a:ext>
                  </a:extLst>
                </p14:cNvPr>
                <p14:cNvContentPartPr/>
                <p14:nvPr/>
              </p14:nvContentPartPr>
              <p14:xfrm>
                <a:off x="3477704" y="652986"/>
                <a:ext cx="299880" cy="4345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9B6681E-0920-7AE0-6DCC-EE4A17C0D239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3460064" y="634986"/>
                  <a:ext cx="335520" cy="47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FB9A7C0-18DA-8C7F-0723-78C49737E8C8}"/>
                    </a:ext>
                  </a:extLst>
                </p14:cNvPr>
                <p14:cNvContentPartPr/>
                <p14:nvPr/>
              </p14:nvContentPartPr>
              <p14:xfrm>
                <a:off x="3892424" y="920826"/>
                <a:ext cx="233640" cy="1998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FB9A7C0-18DA-8C7F-0723-78C49737E8C8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3874424" y="903186"/>
                  <a:ext cx="26928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9110739-0A2B-7698-4602-59E08261EE03}"/>
                    </a:ext>
                  </a:extLst>
                </p14:cNvPr>
                <p14:cNvContentPartPr/>
                <p14:nvPr/>
              </p14:nvContentPartPr>
              <p14:xfrm>
                <a:off x="4226504" y="930186"/>
                <a:ext cx="102600" cy="1882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9110739-0A2B-7698-4602-59E08261EE03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4208504" y="912186"/>
                  <a:ext cx="13824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24DD726-1F74-C7DB-2268-B4DB0BBBA6AD}"/>
                    </a:ext>
                  </a:extLst>
                </p14:cNvPr>
                <p14:cNvContentPartPr/>
                <p14:nvPr/>
              </p14:nvContentPartPr>
              <p14:xfrm>
                <a:off x="4445744" y="937386"/>
                <a:ext cx="132480" cy="180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24DD726-1F74-C7DB-2268-B4DB0BBBA6AD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4428104" y="919746"/>
                  <a:ext cx="16812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AEAC975-B26B-D0B6-66BE-C6A412D5F02B}"/>
                    </a:ext>
                  </a:extLst>
                </p14:cNvPr>
                <p14:cNvContentPartPr/>
                <p14:nvPr/>
              </p14:nvContentPartPr>
              <p14:xfrm>
                <a:off x="4616744" y="654426"/>
                <a:ext cx="203760" cy="2984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AEAC975-B26B-D0B6-66BE-C6A412D5F02B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4599104" y="636786"/>
                  <a:ext cx="23940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5E708EA-22FD-817A-9E72-2760A8812E6D}"/>
                    </a:ext>
                  </a:extLst>
                </p14:cNvPr>
                <p14:cNvContentPartPr/>
                <p14:nvPr/>
              </p14:nvContentPartPr>
              <p14:xfrm>
                <a:off x="4880264" y="854946"/>
                <a:ext cx="112320" cy="298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5E708EA-22FD-817A-9E72-2760A8812E6D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4862624" y="836946"/>
                  <a:ext cx="14796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3E0142C-8CE2-ACF2-D5B3-36DF4D68B1E9}"/>
                    </a:ext>
                  </a:extLst>
                </p14:cNvPr>
                <p14:cNvContentPartPr/>
                <p14:nvPr/>
              </p14:nvContentPartPr>
              <p14:xfrm>
                <a:off x="4961624" y="876186"/>
                <a:ext cx="21600" cy="1162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3E0142C-8CE2-ACF2-D5B3-36DF4D68B1E9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4943984" y="858186"/>
                  <a:ext cx="5724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02C42506-1EBC-5296-FFEF-F8C32F9EB3BB}"/>
                    </a:ext>
                  </a:extLst>
                </p14:cNvPr>
                <p14:cNvContentPartPr/>
                <p14:nvPr/>
              </p14:nvContentPartPr>
              <p14:xfrm>
                <a:off x="5132264" y="824706"/>
                <a:ext cx="26640" cy="1440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02C42506-1EBC-5296-FFEF-F8C32F9EB3BB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5114264" y="806706"/>
                  <a:ext cx="6228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27CADA7-CE48-194B-12D6-02B62B92BE17}"/>
                    </a:ext>
                  </a:extLst>
                </p14:cNvPr>
                <p14:cNvContentPartPr/>
                <p14:nvPr/>
              </p14:nvContentPartPr>
              <p14:xfrm>
                <a:off x="5240264" y="825786"/>
                <a:ext cx="30960" cy="1674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27CADA7-CE48-194B-12D6-02B62B92BE17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5222264" y="808146"/>
                  <a:ext cx="6660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04B6124-1E6E-43F3-EEEA-7898382488A8}"/>
                    </a:ext>
                  </a:extLst>
                </p14:cNvPr>
                <p14:cNvContentPartPr/>
                <p14:nvPr/>
              </p14:nvContentPartPr>
              <p14:xfrm>
                <a:off x="5164304" y="867546"/>
                <a:ext cx="131760" cy="453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04B6124-1E6E-43F3-EEEA-7898382488A8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5146664" y="849906"/>
                  <a:ext cx="16740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D9557181-4D75-87C3-F2C7-409EFD66CCA9}"/>
                    </a:ext>
                  </a:extLst>
                </p14:cNvPr>
                <p14:cNvContentPartPr/>
                <p14:nvPr/>
              </p14:nvContentPartPr>
              <p14:xfrm>
                <a:off x="3189704" y="626346"/>
                <a:ext cx="437400" cy="7012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9557181-4D75-87C3-F2C7-409EFD66CCA9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3172064" y="608346"/>
                  <a:ext cx="473040" cy="73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6BC77C3-9FE7-3D49-592A-4140A08549F2}"/>
                    </a:ext>
                  </a:extLst>
                </p14:cNvPr>
                <p14:cNvContentPartPr/>
                <p14:nvPr/>
              </p14:nvContentPartPr>
              <p14:xfrm>
                <a:off x="5321624" y="505746"/>
                <a:ext cx="260280" cy="6814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6BC77C3-9FE7-3D49-592A-4140A08549F2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5303624" y="488106"/>
                  <a:ext cx="295920" cy="71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085D1E00-D827-347C-2817-06758B9735CE}"/>
                    </a:ext>
                  </a:extLst>
                </p14:cNvPr>
                <p14:cNvContentPartPr/>
                <p14:nvPr/>
              </p14:nvContentPartPr>
              <p14:xfrm>
                <a:off x="5719424" y="778986"/>
                <a:ext cx="406440" cy="324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085D1E00-D827-347C-2817-06758B9735CE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5701424" y="760986"/>
                  <a:ext cx="44208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2052FC3-74BC-AF53-AE8D-F8CFC6C09550}"/>
                    </a:ext>
                  </a:extLst>
                </p14:cNvPr>
                <p14:cNvContentPartPr/>
                <p14:nvPr/>
              </p14:nvContentPartPr>
              <p14:xfrm>
                <a:off x="5964224" y="708426"/>
                <a:ext cx="141120" cy="2120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2052FC3-74BC-AF53-AE8D-F8CFC6C09550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5946224" y="690786"/>
                  <a:ext cx="176760" cy="24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35ECB2-31BE-C66A-42A5-1E2FC0AF990C}"/>
              </a:ext>
            </a:extLst>
          </p:cNvPr>
          <p:cNvGrpSpPr/>
          <p:nvPr/>
        </p:nvGrpSpPr>
        <p:grpSpPr>
          <a:xfrm>
            <a:off x="2821424" y="2303586"/>
            <a:ext cx="340560" cy="481680"/>
            <a:chOff x="2821424" y="2303586"/>
            <a:chExt cx="340560" cy="481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07E9D0CB-58D3-D42E-55C9-126D23AD0470}"/>
                    </a:ext>
                  </a:extLst>
                </p14:cNvPr>
                <p14:cNvContentPartPr/>
                <p14:nvPr/>
              </p14:nvContentPartPr>
              <p14:xfrm>
                <a:off x="2821424" y="2303586"/>
                <a:ext cx="287280" cy="4276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07E9D0CB-58D3-D42E-55C9-126D23AD0470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2803424" y="2285586"/>
                  <a:ext cx="322920" cy="46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3E025468-E473-D401-412E-B50EF6643A93}"/>
                    </a:ext>
                  </a:extLst>
                </p14:cNvPr>
                <p14:cNvContentPartPr/>
                <p14:nvPr/>
              </p14:nvContentPartPr>
              <p14:xfrm>
                <a:off x="3025544" y="2672586"/>
                <a:ext cx="136440" cy="1126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3E025468-E473-D401-412E-B50EF6643A93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3007904" y="2654586"/>
                  <a:ext cx="172080" cy="14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244A6CD4-5C24-FD12-ECE1-65E4F2F2C804}"/>
              </a:ext>
            </a:extLst>
          </p:cNvPr>
          <p:cNvGrpSpPr/>
          <p:nvPr/>
        </p:nvGrpSpPr>
        <p:grpSpPr>
          <a:xfrm>
            <a:off x="3386624" y="2694906"/>
            <a:ext cx="729360" cy="254880"/>
            <a:chOff x="3386624" y="2694906"/>
            <a:chExt cx="729360" cy="254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61E5CA1B-FB41-2236-626F-D0A7DD3314B6}"/>
                    </a:ext>
                  </a:extLst>
                </p14:cNvPr>
                <p14:cNvContentPartPr/>
                <p14:nvPr/>
              </p14:nvContentPartPr>
              <p14:xfrm>
                <a:off x="3394184" y="2747826"/>
                <a:ext cx="57600" cy="2019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61E5CA1B-FB41-2236-626F-D0A7DD3314B6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3376184" y="2729826"/>
                  <a:ext cx="9324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D9A6DD58-C134-F5DD-4573-1F4A3C901464}"/>
                    </a:ext>
                  </a:extLst>
                </p14:cNvPr>
                <p14:cNvContentPartPr/>
                <p14:nvPr/>
              </p14:nvContentPartPr>
              <p14:xfrm>
                <a:off x="3386624" y="2725506"/>
                <a:ext cx="111960" cy="1965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D9A6DD58-C134-F5DD-4573-1F4A3C901464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3368984" y="2707506"/>
                  <a:ext cx="14760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153435CF-8D47-C642-1DF2-4801C246631E}"/>
                    </a:ext>
                  </a:extLst>
                </p14:cNvPr>
                <p14:cNvContentPartPr/>
                <p14:nvPr/>
              </p14:nvContentPartPr>
              <p14:xfrm>
                <a:off x="3559424" y="2763666"/>
                <a:ext cx="68040" cy="997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153435CF-8D47-C642-1DF2-4801C246631E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3541784" y="2746026"/>
                  <a:ext cx="10368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16D27470-B494-19DC-DD00-272F60E8AEB6}"/>
                    </a:ext>
                  </a:extLst>
                </p14:cNvPr>
                <p14:cNvContentPartPr/>
                <p14:nvPr/>
              </p14:nvContentPartPr>
              <p14:xfrm>
                <a:off x="3704864" y="2769066"/>
                <a:ext cx="158760" cy="997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16D27470-B494-19DC-DD00-272F60E8AEB6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3686864" y="2751066"/>
                  <a:ext cx="19440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6F1B9830-AE36-2840-7ABC-C470EAF05195}"/>
                    </a:ext>
                  </a:extLst>
                </p14:cNvPr>
                <p14:cNvContentPartPr/>
                <p14:nvPr/>
              </p14:nvContentPartPr>
              <p14:xfrm>
                <a:off x="3887024" y="2777706"/>
                <a:ext cx="27720" cy="702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6F1B9830-AE36-2840-7ABC-C470EAF05195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3869024" y="2759706"/>
                  <a:ext cx="6336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B468965-1CD3-04B8-937C-44E55698818A}"/>
                    </a:ext>
                  </a:extLst>
                </p14:cNvPr>
                <p14:cNvContentPartPr/>
                <p14:nvPr/>
              </p14:nvContentPartPr>
              <p14:xfrm>
                <a:off x="3881984" y="2694906"/>
                <a:ext cx="10800" cy="162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B468965-1CD3-04B8-937C-44E55698818A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3864344" y="2676906"/>
                  <a:ext cx="4644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584E674F-93BA-1CDB-56EE-774C09ABE7FE}"/>
                    </a:ext>
                  </a:extLst>
                </p14:cNvPr>
                <p14:cNvContentPartPr/>
                <p14:nvPr/>
              </p14:nvContentPartPr>
              <p14:xfrm>
                <a:off x="3995024" y="2747106"/>
                <a:ext cx="120960" cy="882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584E674F-93BA-1CDB-56EE-774C09ABE7FE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3977024" y="2729106"/>
                  <a:ext cx="156600" cy="123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D97A4BC4-8B12-AE51-7AE5-F4D7A936B38B}"/>
              </a:ext>
            </a:extLst>
          </p:cNvPr>
          <p:cNvGrpSpPr/>
          <p:nvPr/>
        </p:nvGrpSpPr>
        <p:grpSpPr>
          <a:xfrm>
            <a:off x="4441064" y="2558826"/>
            <a:ext cx="1064160" cy="277920"/>
            <a:chOff x="4441064" y="2558826"/>
            <a:chExt cx="1064160" cy="277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59592756-210E-60C3-60CD-42A22C95E929}"/>
                    </a:ext>
                  </a:extLst>
                </p14:cNvPr>
                <p14:cNvContentPartPr/>
                <p14:nvPr/>
              </p14:nvContentPartPr>
              <p14:xfrm>
                <a:off x="4441064" y="2693106"/>
                <a:ext cx="80280" cy="1436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59592756-210E-60C3-60CD-42A22C95E929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4423424" y="2675466"/>
                  <a:ext cx="11592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83B8D8E6-C6E5-B970-72C1-8848E013F606}"/>
                    </a:ext>
                  </a:extLst>
                </p14:cNvPr>
                <p14:cNvContentPartPr/>
                <p14:nvPr/>
              </p14:nvContentPartPr>
              <p14:xfrm>
                <a:off x="4599464" y="2720466"/>
                <a:ext cx="146160" cy="1015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83B8D8E6-C6E5-B970-72C1-8848E013F606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4581464" y="2702826"/>
                  <a:ext cx="18180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E14638EF-A742-9F16-4387-A4C811802739}"/>
                    </a:ext>
                  </a:extLst>
                </p14:cNvPr>
                <p14:cNvContentPartPr/>
                <p14:nvPr/>
              </p14:nvContentPartPr>
              <p14:xfrm>
                <a:off x="4769024" y="2707146"/>
                <a:ext cx="67680" cy="903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E14638EF-A742-9F16-4387-A4C811802739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4751384" y="2689146"/>
                  <a:ext cx="1033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F143B72-DA51-3C16-74BE-9D4171D988F8}"/>
                    </a:ext>
                  </a:extLst>
                </p14:cNvPr>
                <p14:cNvContentPartPr/>
                <p14:nvPr/>
              </p14:nvContentPartPr>
              <p14:xfrm>
                <a:off x="4879544" y="2664306"/>
                <a:ext cx="87840" cy="972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F143B72-DA51-3C16-74BE-9D4171D988F8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4861544" y="2646306"/>
                  <a:ext cx="1234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D9CB5BA6-5217-A3CD-7348-656F5486930C}"/>
                    </a:ext>
                  </a:extLst>
                </p14:cNvPr>
                <p14:cNvContentPartPr/>
                <p14:nvPr/>
              </p14:nvContentPartPr>
              <p14:xfrm>
                <a:off x="5049464" y="2646666"/>
                <a:ext cx="193680" cy="817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D9CB5BA6-5217-A3CD-7348-656F5486930C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5031464" y="2629026"/>
                  <a:ext cx="22932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5836C1C5-08FB-D4C9-7037-6B5C42F4CDFE}"/>
                    </a:ext>
                  </a:extLst>
                </p14:cNvPr>
                <p14:cNvContentPartPr/>
                <p14:nvPr/>
              </p14:nvContentPartPr>
              <p14:xfrm>
                <a:off x="5277344" y="2558826"/>
                <a:ext cx="91080" cy="1767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5836C1C5-08FB-D4C9-7037-6B5C42F4CDFE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5259344" y="2541186"/>
                  <a:ext cx="12672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C904FEBB-15BB-A7AA-9BA8-FFF07249198C}"/>
                    </a:ext>
                  </a:extLst>
                </p14:cNvPr>
                <p14:cNvContentPartPr/>
                <p14:nvPr/>
              </p14:nvContentPartPr>
              <p14:xfrm>
                <a:off x="5302544" y="2620026"/>
                <a:ext cx="115920" cy="392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C904FEBB-15BB-A7AA-9BA8-FFF07249198C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5284544" y="2602386"/>
                  <a:ext cx="15156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56F85827-0E29-046F-144B-74AD5742219B}"/>
                    </a:ext>
                  </a:extLst>
                </p14:cNvPr>
                <p14:cNvContentPartPr/>
                <p14:nvPr/>
              </p14:nvContentPartPr>
              <p14:xfrm>
                <a:off x="5496584" y="2667906"/>
                <a:ext cx="8640" cy="1332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56F85827-0E29-046F-144B-74AD5742219B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5478944" y="2650266"/>
                  <a:ext cx="44280" cy="4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B566855F-AF7C-5F8C-A338-29AA5655C57E}"/>
              </a:ext>
            </a:extLst>
          </p:cNvPr>
          <p:cNvGrpSpPr/>
          <p:nvPr/>
        </p:nvGrpSpPr>
        <p:grpSpPr>
          <a:xfrm>
            <a:off x="3077744" y="1576746"/>
            <a:ext cx="950400" cy="880920"/>
            <a:chOff x="3077744" y="1576746"/>
            <a:chExt cx="950400" cy="88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54CCF27A-C2FC-3B76-D2C3-423A55871A01}"/>
                    </a:ext>
                  </a:extLst>
                </p14:cNvPr>
                <p14:cNvContentPartPr/>
                <p14:nvPr/>
              </p14:nvContentPartPr>
              <p14:xfrm>
                <a:off x="3077744" y="1652346"/>
                <a:ext cx="741240" cy="7531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54CCF27A-C2FC-3B76-D2C3-423A55871A01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3059744" y="1634346"/>
                  <a:ext cx="776880" cy="78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3692738E-2FAA-3A08-5C32-195FE5FCD16D}"/>
                    </a:ext>
                  </a:extLst>
                </p14:cNvPr>
                <p14:cNvContentPartPr/>
                <p14:nvPr/>
              </p14:nvContentPartPr>
              <p14:xfrm>
                <a:off x="3109424" y="1600866"/>
                <a:ext cx="918720" cy="1054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692738E-2FAA-3A08-5C32-195FE5FCD16D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3091424" y="1583226"/>
                  <a:ext cx="95436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9250F20-CA45-93F3-3F16-E0028B8EC12F}"/>
                    </a:ext>
                  </a:extLst>
                </p14:cNvPr>
                <p14:cNvContentPartPr/>
                <p14:nvPr/>
              </p14:nvContentPartPr>
              <p14:xfrm>
                <a:off x="3809264" y="1576746"/>
                <a:ext cx="190440" cy="8809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9250F20-CA45-93F3-3F16-E0028B8EC12F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3791624" y="1558746"/>
                  <a:ext cx="226080" cy="91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C9B9A3BD-9D6C-6792-7854-05E8913158F9}"/>
              </a:ext>
            </a:extLst>
          </p:cNvPr>
          <p:cNvGrpSpPr/>
          <p:nvPr/>
        </p:nvGrpSpPr>
        <p:grpSpPr>
          <a:xfrm>
            <a:off x="2331464" y="5865066"/>
            <a:ext cx="843120" cy="766440"/>
            <a:chOff x="2331464" y="5865066"/>
            <a:chExt cx="843120" cy="766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14174825-0DCA-294D-B561-C86ACC40E071}"/>
                    </a:ext>
                  </a:extLst>
                </p14:cNvPr>
                <p14:cNvContentPartPr/>
                <p14:nvPr/>
              </p14:nvContentPartPr>
              <p14:xfrm>
                <a:off x="2331464" y="5946066"/>
                <a:ext cx="73800" cy="68544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14174825-0DCA-294D-B561-C86ACC40E071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2313464" y="5928426"/>
                  <a:ext cx="109440" cy="72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E7B5ED3-1A4F-63AB-AA4C-B61FBAAFBB03}"/>
                    </a:ext>
                  </a:extLst>
                </p14:cNvPr>
                <p14:cNvContentPartPr/>
                <p14:nvPr/>
              </p14:nvContentPartPr>
              <p14:xfrm>
                <a:off x="2385824" y="5986386"/>
                <a:ext cx="748440" cy="5184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E7B5ED3-1A4F-63AB-AA4C-B61FBAAFBB03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2367824" y="5968746"/>
                  <a:ext cx="78408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F1C38C0A-E9E6-AEED-59FB-D11E12502193}"/>
                    </a:ext>
                  </a:extLst>
                </p14:cNvPr>
                <p14:cNvContentPartPr/>
                <p14:nvPr/>
              </p14:nvContentPartPr>
              <p14:xfrm>
                <a:off x="2366744" y="5865066"/>
                <a:ext cx="807840" cy="7588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F1C38C0A-E9E6-AEED-59FB-D11E12502193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2349104" y="5847426"/>
                  <a:ext cx="843480" cy="79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5FDE22AE-D640-C2D5-15FD-C9674CAF80A5}"/>
              </a:ext>
            </a:extLst>
          </p:cNvPr>
          <p:cNvGrpSpPr/>
          <p:nvPr/>
        </p:nvGrpSpPr>
        <p:grpSpPr>
          <a:xfrm>
            <a:off x="4958744" y="5943546"/>
            <a:ext cx="932400" cy="776160"/>
            <a:chOff x="4958744" y="5943546"/>
            <a:chExt cx="932400" cy="77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6B68267C-8F91-389B-EFAA-B94205B3B7D8}"/>
                    </a:ext>
                  </a:extLst>
                </p14:cNvPr>
                <p14:cNvContentPartPr/>
                <p14:nvPr/>
              </p14:nvContentPartPr>
              <p14:xfrm>
                <a:off x="5025704" y="6021306"/>
                <a:ext cx="16560" cy="6984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6B68267C-8F91-389B-EFAA-B94205B3B7D8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5008064" y="6003306"/>
                  <a:ext cx="52200" cy="73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85A80751-885D-3175-8814-DCF0A4978AB9}"/>
                    </a:ext>
                  </a:extLst>
                </p14:cNvPr>
                <p14:cNvContentPartPr/>
                <p14:nvPr/>
              </p14:nvContentPartPr>
              <p14:xfrm>
                <a:off x="4958744" y="5943546"/>
                <a:ext cx="932400" cy="6645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85A80751-885D-3175-8814-DCF0A4978AB9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4941104" y="5925546"/>
                  <a:ext cx="968040" cy="70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C1083276-D925-3F28-549C-D289B17DBE1D}"/>
              </a:ext>
            </a:extLst>
          </p:cNvPr>
          <p:cNvGrpSpPr/>
          <p:nvPr/>
        </p:nvGrpSpPr>
        <p:grpSpPr>
          <a:xfrm>
            <a:off x="6334304" y="6127866"/>
            <a:ext cx="1245960" cy="282240"/>
            <a:chOff x="6334304" y="6127866"/>
            <a:chExt cx="1245960" cy="28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3878D4E4-8D90-CF25-79FE-9D9D1489630A}"/>
                    </a:ext>
                  </a:extLst>
                </p14:cNvPr>
                <p14:cNvContentPartPr/>
                <p14:nvPr/>
              </p14:nvContentPartPr>
              <p14:xfrm>
                <a:off x="6334304" y="6162066"/>
                <a:ext cx="15480" cy="2480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3878D4E4-8D90-CF25-79FE-9D9D1489630A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6316304" y="6144426"/>
                  <a:ext cx="5112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6FAE0EC8-E438-3DA0-8603-57A927A16A3F}"/>
                    </a:ext>
                  </a:extLst>
                </p14:cNvPr>
                <p14:cNvContentPartPr/>
                <p14:nvPr/>
              </p14:nvContentPartPr>
              <p14:xfrm>
                <a:off x="6337544" y="6164946"/>
                <a:ext cx="228600" cy="18684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6FAE0EC8-E438-3DA0-8603-57A927A16A3F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6319904" y="6147306"/>
                  <a:ext cx="26424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EC6E028C-359E-D502-A536-078AB7A08C59}"/>
                    </a:ext>
                  </a:extLst>
                </p14:cNvPr>
                <p14:cNvContentPartPr/>
                <p14:nvPr/>
              </p14:nvContentPartPr>
              <p14:xfrm>
                <a:off x="6674504" y="6202746"/>
                <a:ext cx="90000" cy="1328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EC6E028C-359E-D502-A536-078AB7A08C59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6656504" y="6184746"/>
                  <a:ext cx="12564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CB83787D-9C7A-AED2-418F-BF89DF7E29C9}"/>
                    </a:ext>
                  </a:extLst>
                </p14:cNvPr>
                <p14:cNvContentPartPr/>
                <p14:nvPr/>
              </p14:nvContentPartPr>
              <p14:xfrm>
                <a:off x="6851984" y="6145506"/>
                <a:ext cx="82440" cy="20484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CB83787D-9C7A-AED2-418F-BF89DF7E29C9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6833984" y="6127866"/>
                  <a:ext cx="11808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B98C1252-033C-016C-FBCF-0852ED378FAB}"/>
                    </a:ext>
                  </a:extLst>
                </p14:cNvPr>
                <p14:cNvContentPartPr/>
                <p14:nvPr/>
              </p14:nvContentPartPr>
              <p14:xfrm>
                <a:off x="7012184" y="6193386"/>
                <a:ext cx="43560" cy="1688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B98C1252-033C-016C-FBCF-0852ED378FAB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6994544" y="6175386"/>
                  <a:ext cx="7920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E75FDAA2-0D6E-15B6-C0F8-489934A8061C}"/>
                    </a:ext>
                  </a:extLst>
                </p14:cNvPr>
                <p14:cNvContentPartPr/>
                <p14:nvPr/>
              </p14:nvContentPartPr>
              <p14:xfrm>
                <a:off x="7028024" y="6127866"/>
                <a:ext cx="76320" cy="622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E75FDAA2-0D6E-15B6-C0F8-489934A8061C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7010384" y="6109866"/>
                  <a:ext cx="11196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2864EA50-F95D-13B3-3F7B-4E4F8127AC10}"/>
                    </a:ext>
                  </a:extLst>
                </p14:cNvPr>
                <p14:cNvContentPartPr/>
                <p14:nvPr/>
              </p14:nvContentPartPr>
              <p14:xfrm>
                <a:off x="7071584" y="6219306"/>
                <a:ext cx="77760" cy="370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2864EA50-F95D-13B3-3F7B-4E4F8127AC10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7053944" y="6201666"/>
                  <a:ext cx="11340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184E2239-7D51-8F41-5BDF-72FDF6D237EC}"/>
                    </a:ext>
                  </a:extLst>
                </p14:cNvPr>
                <p14:cNvContentPartPr/>
                <p14:nvPr/>
              </p14:nvContentPartPr>
              <p14:xfrm>
                <a:off x="7218464" y="6154506"/>
                <a:ext cx="20520" cy="1674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184E2239-7D51-8F41-5BDF-72FDF6D237EC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7200464" y="6136506"/>
                  <a:ext cx="5616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7B653E33-3E69-CED6-27B0-880CBD3E6AF2}"/>
                    </a:ext>
                  </a:extLst>
                </p14:cNvPr>
                <p14:cNvContentPartPr/>
                <p14:nvPr/>
              </p14:nvContentPartPr>
              <p14:xfrm>
                <a:off x="7220264" y="6142626"/>
                <a:ext cx="119880" cy="9648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7B653E33-3E69-CED6-27B0-880CBD3E6AF2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7202624" y="6124626"/>
                  <a:ext cx="15552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90A3E359-8AF1-F3B6-BADE-F0A43A329D08}"/>
                    </a:ext>
                  </a:extLst>
                </p14:cNvPr>
                <p14:cNvContentPartPr/>
                <p14:nvPr/>
              </p14:nvContentPartPr>
              <p14:xfrm>
                <a:off x="7290464" y="6210666"/>
                <a:ext cx="45720" cy="4932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90A3E359-8AF1-F3B6-BADE-F0A43A329D08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7272824" y="6192666"/>
                  <a:ext cx="8136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DFEA5F12-388F-8957-69B6-3B27D986171C}"/>
                    </a:ext>
                  </a:extLst>
                </p14:cNvPr>
                <p14:cNvContentPartPr/>
                <p14:nvPr/>
              </p14:nvContentPartPr>
              <p14:xfrm>
                <a:off x="7273544" y="6276186"/>
                <a:ext cx="52560" cy="536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DFEA5F12-388F-8957-69B6-3B27D986171C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7255904" y="6258546"/>
                  <a:ext cx="8820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749BFEEE-9F26-55F3-E934-8B596DF163CB}"/>
                    </a:ext>
                  </a:extLst>
                </p14:cNvPr>
                <p14:cNvContentPartPr/>
                <p14:nvPr/>
              </p14:nvContentPartPr>
              <p14:xfrm>
                <a:off x="7417904" y="6170346"/>
                <a:ext cx="162360" cy="306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749BFEEE-9F26-55F3-E934-8B596DF163CB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7400264" y="6152346"/>
                  <a:ext cx="1980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21AEFFEA-ED0F-CDAE-453E-6A2A9E67F490}"/>
                    </a:ext>
                  </a:extLst>
                </p14:cNvPr>
                <p14:cNvContentPartPr/>
                <p14:nvPr/>
              </p14:nvContentPartPr>
              <p14:xfrm>
                <a:off x="7505744" y="6146586"/>
                <a:ext cx="37800" cy="20304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21AEFFEA-ED0F-CDAE-453E-6A2A9E67F490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7488104" y="6128586"/>
                  <a:ext cx="73440" cy="238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CC3285A1-FB89-2013-5DC8-8B2ACD4B77E1}"/>
              </a:ext>
            </a:extLst>
          </p:cNvPr>
          <p:cNvGrpSpPr/>
          <p:nvPr/>
        </p:nvGrpSpPr>
        <p:grpSpPr>
          <a:xfrm>
            <a:off x="7888064" y="6061986"/>
            <a:ext cx="1156320" cy="351360"/>
            <a:chOff x="7888064" y="6061986"/>
            <a:chExt cx="1156320" cy="351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05E4EA72-830B-5802-BB9B-323EDE0546C3}"/>
                    </a:ext>
                  </a:extLst>
                </p14:cNvPr>
                <p14:cNvContentPartPr/>
                <p14:nvPr/>
              </p14:nvContentPartPr>
              <p14:xfrm>
                <a:off x="7888064" y="6136146"/>
                <a:ext cx="89640" cy="18180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05E4EA72-830B-5802-BB9B-323EDE0546C3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7870064" y="6118506"/>
                  <a:ext cx="12528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10CADBB4-8EC0-5189-6EF9-E8EF0B967BB5}"/>
                    </a:ext>
                  </a:extLst>
                </p14:cNvPr>
                <p14:cNvContentPartPr/>
                <p14:nvPr/>
              </p14:nvContentPartPr>
              <p14:xfrm>
                <a:off x="8046824" y="6234786"/>
                <a:ext cx="34920" cy="1785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10CADBB4-8EC0-5189-6EF9-E8EF0B967BB5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8029184" y="6216786"/>
                  <a:ext cx="7056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79DEF223-F8AD-7094-8BF6-96C84202A2EE}"/>
                    </a:ext>
                  </a:extLst>
                </p14:cNvPr>
                <p14:cNvContentPartPr/>
                <p14:nvPr/>
              </p14:nvContentPartPr>
              <p14:xfrm>
                <a:off x="8049704" y="6222186"/>
                <a:ext cx="69480" cy="8172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79DEF223-F8AD-7094-8BF6-96C84202A2EE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8031704" y="6204546"/>
                  <a:ext cx="10512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2EE68456-A860-D481-9FAF-D6FB47884CF5}"/>
                    </a:ext>
                  </a:extLst>
                </p14:cNvPr>
                <p14:cNvContentPartPr/>
                <p14:nvPr/>
              </p14:nvContentPartPr>
              <p14:xfrm>
                <a:off x="8144384" y="6194106"/>
                <a:ext cx="75600" cy="979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2EE68456-A860-D481-9FAF-D6FB47884CF5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8126744" y="6176466"/>
                  <a:ext cx="11124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E67415EF-CFD3-4020-58F9-5CF3EA974809}"/>
                    </a:ext>
                  </a:extLst>
                </p14:cNvPr>
                <p14:cNvContentPartPr/>
                <p14:nvPr/>
              </p14:nvContentPartPr>
              <p14:xfrm>
                <a:off x="8345984" y="6207426"/>
                <a:ext cx="155160" cy="11160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E67415EF-CFD3-4020-58F9-5CF3EA974809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8327984" y="6189786"/>
                  <a:ext cx="19080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787BC216-962A-8122-78A6-42006DD4EB2A}"/>
                    </a:ext>
                  </a:extLst>
                </p14:cNvPr>
                <p14:cNvContentPartPr/>
                <p14:nvPr/>
              </p14:nvContentPartPr>
              <p14:xfrm>
                <a:off x="8457584" y="6091506"/>
                <a:ext cx="16200" cy="4356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787BC216-962A-8122-78A6-42006DD4EB2A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8439584" y="6073866"/>
                  <a:ext cx="5184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3F25C1F0-0424-2B3E-8B13-19A64E92FFC4}"/>
                    </a:ext>
                  </a:extLst>
                </p14:cNvPr>
                <p14:cNvContentPartPr/>
                <p14:nvPr/>
              </p14:nvContentPartPr>
              <p14:xfrm>
                <a:off x="8563424" y="6061986"/>
                <a:ext cx="70200" cy="320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3F25C1F0-0424-2B3E-8B13-19A64E92FFC4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8545784" y="6043986"/>
                  <a:ext cx="10584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B8A6CEB1-3D4D-BAC2-A169-9DFC895B18FC}"/>
                    </a:ext>
                  </a:extLst>
                </p14:cNvPr>
                <p14:cNvContentPartPr/>
                <p14:nvPr/>
              </p14:nvContentPartPr>
              <p14:xfrm>
                <a:off x="8558744" y="6208506"/>
                <a:ext cx="196200" cy="9756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B8A6CEB1-3D4D-BAC2-A169-9DFC895B18FC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8541104" y="6190506"/>
                  <a:ext cx="23184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9197E09D-3902-9FA4-745D-5E390D3FB2CE}"/>
                    </a:ext>
                  </a:extLst>
                </p14:cNvPr>
                <p14:cNvContentPartPr/>
                <p14:nvPr/>
              </p14:nvContentPartPr>
              <p14:xfrm>
                <a:off x="8726144" y="6080346"/>
                <a:ext cx="18360" cy="3852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9197E09D-3902-9FA4-745D-5E390D3FB2CE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8708144" y="6062346"/>
                  <a:ext cx="5400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21C1D843-2335-A0DD-3624-02DFAEC243D0}"/>
                    </a:ext>
                  </a:extLst>
                </p14:cNvPr>
                <p14:cNvContentPartPr/>
                <p14:nvPr/>
              </p14:nvContentPartPr>
              <p14:xfrm>
                <a:off x="8817944" y="6171786"/>
                <a:ext cx="99360" cy="11592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21C1D843-2335-A0DD-3624-02DFAEC243D0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8800304" y="6154146"/>
                  <a:ext cx="13500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DFB797CD-9EA2-8438-B7B5-820CB02D9361}"/>
                    </a:ext>
                  </a:extLst>
                </p14:cNvPr>
                <p14:cNvContentPartPr/>
                <p14:nvPr/>
              </p14:nvContentPartPr>
              <p14:xfrm>
                <a:off x="9038624" y="6219666"/>
                <a:ext cx="5760" cy="43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DFB797CD-9EA2-8438-B7B5-820CB02D9361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9020624" y="6202026"/>
                  <a:ext cx="41400" cy="399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8063565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725AFF-FD18-4989-4C6C-5732EA2C8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EF0AA-5621-01D3-11FC-B28CBFC20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MOSFET current equations </a:t>
            </a:r>
          </a:p>
        </p:txBody>
      </p:sp>
      <p:pic>
        <p:nvPicPr>
          <p:cNvPr id="6" name="Picture 5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7BE9F184-887C-D970-8555-2AD51819B4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771" y="800017"/>
            <a:ext cx="5794276" cy="2532463"/>
          </a:xfrm>
          <a:prstGeom prst="rect">
            <a:avLst/>
          </a:prstGeom>
        </p:spPr>
      </p:pic>
      <p:pic>
        <p:nvPicPr>
          <p:cNvPr id="9" name="Picture 8" descr="A math equations and numbers&#10;&#10;AI-generated content may be incorrect.">
            <a:extLst>
              <a:ext uri="{FF2B5EF4-FFF2-40B4-BE49-F238E27FC236}">
                <a16:creationId xmlns:a16="http://schemas.microsoft.com/office/drawing/2014/main" id="{B8FDF083-4658-8DB8-2483-B7858A2877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70" y="3429000"/>
            <a:ext cx="6810827" cy="2274710"/>
          </a:xfrm>
          <a:prstGeom prst="rect">
            <a:avLst/>
          </a:prstGeom>
        </p:spPr>
      </p:pic>
      <p:pic>
        <p:nvPicPr>
          <p:cNvPr id="11" name="Picture 10" descr="A math equations and formulas&#10;&#10;AI-generated content may be incorrect.">
            <a:extLst>
              <a:ext uri="{FF2B5EF4-FFF2-40B4-BE49-F238E27FC236}">
                <a16:creationId xmlns:a16="http://schemas.microsoft.com/office/drawing/2014/main" id="{8B0D85BF-D381-5C1E-0D6B-3AD012D06E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553" y="2478984"/>
            <a:ext cx="5565974" cy="1900031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988E764F-97E7-A03E-39EE-35D9D902946B}"/>
                  </a:ext>
                </a:extLst>
              </p14:cNvPr>
              <p14:cNvContentPartPr/>
              <p14:nvPr/>
            </p14:nvContentPartPr>
            <p14:xfrm>
              <a:off x="6831824" y="2869866"/>
              <a:ext cx="1062360" cy="547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988E764F-97E7-A03E-39EE-35D9D902946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814184" y="2851866"/>
                <a:ext cx="1098000" cy="90360"/>
              </a:xfrm>
              <a:prstGeom prst="rect">
                <a:avLst/>
              </a:prstGeom>
            </p:spPr>
          </p:pic>
        </mc:Fallback>
      </mc:AlternateContent>
      <p:grpSp>
        <p:nvGrpSpPr>
          <p:cNvPr id="8" name="Group 7">
            <a:extLst>
              <a:ext uri="{FF2B5EF4-FFF2-40B4-BE49-F238E27FC236}">
                <a16:creationId xmlns:a16="http://schemas.microsoft.com/office/drawing/2014/main" id="{94BD4A3E-EE3C-2A10-8142-8A279A66DF67}"/>
              </a:ext>
            </a:extLst>
          </p:cNvPr>
          <p:cNvGrpSpPr/>
          <p:nvPr/>
        </p:nvGrpSpPr>
        <p:grpSpPr>
          <a:xfrm>
            <a:off x="2014304" y="1276866"/>
            <a:ext cx="2977560" cy="650160"/>
            <a:chOff x="2014304" y="1276866"/>
            <a:chExt cx="2977560" cy="65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17B03A1B-58E5-D0D8-0BB9-909AB7AA7E9D}"/>
                    </a:ext>
                  </a:extLst>
                </p14:cNvPr>
                <p14:cNvContentPartPr/>
                <p14:nvPr/>
              </p14:nvContentPartPr>
              <p14:xfrm>
                <a:off x="2019344" y="1460466"/>
                <a:ext cx="63720" cy="3729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17B03A1B-58E5-D0D8-0BB9-909AB7AA7E9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001704" y="1442826"/>
                  <a:ext cx="99360" cy="40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740F426-8DEF-EDE3-CE65-BB269C31E9F8}"/>
                    </a:ext>
                  </a:extLst>
                </p14:cNvPr>
                <p14:cNvContentPartPr/>
                <p14:nvPr/>
              </p14:nvContentPartPr>
              <p14:xfrm>
                <a:off x="2014304" y="1276866"/>
                <a:ext cx="2717280" cy="2379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740F426-8DEF-EDE3-CE65-BB269C31E9F8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996664" y="1258866"/>
                  <a:ext cx="275292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BA734B4-5A47-2828-9006-5DD701571961}"/>
                    </a:ext>
                  </a:extLst>
                </p14:cNvPr>
                <p14:cNvContentPartPr/>
                <p14:nvPr/>
              </p14:nvContentPartPr>
              <p14:xfrm>
                <a:off x="2269904" y="1306026"/>
                <a:ext cx="2721960" cy="6210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BA734B4-5A47-2828-9006-5DD701571961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252264" y="1288026"/>
                  <a:ext cx="2757600" cy="65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F332730-E6BB-A700-BC12-4ED52971B7CF}"/>
              </a:ext>
            </a:extLst>
          </p:cNvPr>
          <p:cNvGrpSpPr/>
          <p:nvPr/>
        </p:nvGrpSpPr>
        <p:grpSpPr>
          <a:xfrm>
            <a:off x="9730184" y="4044186"/>
            <a:ext cx="890640" cy="424800"/>
            <a:chOff x="9730184" y="4044186"/>
            <a:chExt cx="890640" cy="42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C3221C8-5901-736F-A82D-092C0F6E6C8A}"/>
                    </a:ext>
                  </a:extLst>
                </p14:cNvPr>
                <p14:cNvContentPartPr/>
                <p14:nvPr/>
              </p14:nvContentPartPr>
              <p14:xfrm>
                <a:off x="9798944" y="4078026"/>
                <a:ext cx="98280" cy="3794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C3221C8-5901-736F-A82D-092C0F6E6C8A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9781304" y="4060386"/>
                  <a:ext cx="133920" cy="41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1C312A5-5898-8C58-06F1-676CCE140E21}"/>
                    </a:ext>
                  </a:extLst>
                </p14:cNvPr>
                <p14:cNvContentPartPr/>
                <p14:nvPr/>
              </p14:nvContentPartPr>
              <p14:xfrm>
                <a:off x="9730184" y="4044186"/>
                <a:ext cx="740880" cy="799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1C312A5-5898-8C58-06F1-676CCE140E21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712544" y="4026186"/>
                  <a:ext cx="77652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A9E4D25-24FA-DC38-4E88-A64030668C97}"/>
                    </a:ext>
                  </a:extLst>
                </p14:cNvPr>
                <p14:cNvContentPartPr/>
                <p14:nvPr/>
              </p14:nvContentPartPr>
              <p14:xfrm>
                <a:off x="9894344" y="4049586"/>
                <a:ext cx="726480" cy="4194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A9E4D25-24FA-DC38-4E88-A64030668C97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876704" y="4031586"/>
                  <a:ext cx="762120" cy="455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DD9E64F-EA4F-F310-E870-9BAFC4B3FC70}"/>
              </a:ext>
            </a:extLst>
          </p:cNvPr>
          <p:cNvGrpSpPr/>
          <p:nvPr/>
        </p:nvGrpSpPr>
        <p:grpSpPr>
          <a:xfrm>
            <a:off x="9035024" y="4786146"/>
            <a:ext cx="386280" cy="402120"/>
            <a:chOff x="9035024" y="4786146"/>
            <a:chExt cx="386280" cy="402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CD35124-2FC2-3E1D-F690-2E1BB5A9982C}"/>
                    </a:ext>
                  </a:extLst>
                </p14:cNvPr>
                <p14:cNvContentPartPr/>
                <p14:nvPr/>
              </p14:nvContentPartPr>
              <p14:xfrm>
                <a:off x="9065984" y="4800906"/>
                <a:ext cx="33120" cy="2815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CD35124-2FC2-3E1D-F690-2E1BB5A9982C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048344" y="4782906"/>
                  <a:ext cx="68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3564CEE9-F6E4-84DB-CFF7-4C3E0FADF31E}"/>
                    </a:ext>
                  </a:extLst>
                </p14:cNvPr>
                <p14:cNvContentPartPr/>
                <p14:nvPr/>
              </p14:nvContentPartPr>
              <p14:xfrm>
                <a:off x="9035024" y="4786146"/>
                <a:ext cx="125640" cy="442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3564CEE9-F6E4-84DB-CFF7-4C3E0FADF31E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017384" y="4768506"/>
                  <a:ext cx="16128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E8D4D6D9-6B07-E9DE-FB74-8A29A7B0FA7A}"/>
                    </a:ext>
                  </a:extLst>
                </p14:cNvPr>
                <p14:cNvContentPartPr/>
                <p14:nvPr/>
              </p14:nvContentPartPr>
              <p14:xfrm>
                <a:off x="9061664" y="5094666"/>
                <a:ext cx="91080" cy="493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E8D4D6D9-6B07-E9DE-FB74-8A29A7B0FA7A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044024" y="5076666"/>
                  <a:ext cx="12672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67E69A0-5EF1-392F-2778-41D8B225C330}"/>
                    </a:ext>
                  </a:extLst>
                </p14:cNvPr>
                <p14:cNvContentPartPr/>
                <p14:nvPr/>
              </p14:nvContentPartPr>
              <p14:xfrm>
                <a:off x="9306104" y="5021586"/>
                <a:ext cx="31680" cy="1666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67E69A0-5EF1-392F-2778-41D8B225C330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288104" y="5003946"/>
                  <a:ext cx="6732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3458D9F-2091-5A61-8A8D-DA0C999F5337}"/>
                    </a:ext>
                  </a:extLst>
                </p14:cNvPr>
                <p14:cNvContentPartPr/>
                <p14:nvPr/>
              </p14:nvContentPartPr>
              <p14:xfrm>
                <a:off x="9311864" y="5019426"/>
                <a:ext cx="109440" cy="1368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3458D9F-2091-5A61-8A8D-DA0C999F5337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9294224" y="5001786"/>
                  <a:ext cx="145080" cy="17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196F0A3-193D-901D-24A0-09130F4EDB86}"/>
              </a:ext>
            </a:extLst>
          </p:cNvPr>
          <p:cNvGrpSpPr/>
          <p:nvPr/>
        </p:nvGrpSpPr>
        <p:grpSpPr>
          <a:xfrm>
            <a:off x="9640184" y="4710186"/>
            <a:ext cx="1661760" cy="355680"/>
            <a:chOff x="9640184" y="4710186"/>
            <a:chExt cx="1661760" cy="355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D6F235F-5E18-ED72-A99B-0182EC1E026C}"/>
                    </a:ext>
                  </a:extLst>
                </p14:cNvPr>
                <p14:cNvContentPartPr/>
                <p14:nvPr/>
              </p14:nvContentPartPr>
              <p14:xfrm>
                <a:off x="9640184" y="4901346"/>
                <a:ext cx="22320" cy="14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D6F235F-5E18-ED72-A99B-0182EC1E026C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622544" y="4883346"/>
                  <a:ext cx="579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8F3CF22-C2D3-A8BB-7377-3E5DAFAFCA2C}"/>
                    </a:ext>
                  </a:extLst>
                </p14:cNvPr>
                <p14:cNvContentPartPr/>
                <p14:nvPr/>
              </p14:nvContentPartPr>
              <p14:xfrm>
                <a:off x="9659264" y="4955346"/>
                <a:ext cx="46440" cy="230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8F3CF22-C2D3-A8BB-7377-3E5DAFAFCA2C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641264" y="4937706"/>
                  <a:ext cx="8208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13A02C4-A69E-6ED8-A4A6-87E91BA1C8AA}"/>
                    </a:ext>
                  </a:extLst>
                </p14:cNvPr>
                <p14:cNvContentPartPr/>
                <p14:nvPr/>
              </p14:nvContentPartPr>
              <p14:xfrm>
                <a:off x="9897944" y="4806666"/>
                <a:ext cx="28800" cy="2592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13A02C4-A69E-6ED8-A4A6-87E91BA1C8AA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879944" y="4788666"/>
                  <a:ext cx="644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CF49847-52BC-C5F5-7FB9-A4167E9BE0DB}"/>
                    </a:ext>
                  </a:extLst>
                </p14:cNvPr>
                <p14:cNvContentPartPr/>
                <p14:nvPr/>
              </p14:nvContentPartPr>
              <p14:xfrm>
                <a:off x="10014584" y="4884426"/>
                <a:ext cx="2880" cy="11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CF49847-52BC-C5F5-7FB9-A4167E9BE0DB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996944" y="4866786"/>
                  <a:ext cx="3852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C616030-8CA1-350C-8D2A-6FC8EB74A629}"/>
                    </a:ext>
                  </a:extLst>
                </p14:cNvPr>
                <p14:cNvContentPartPr/>
                <p14:nvPr/>
              </p14:nvContentPartPr>
              <p14:xfrm>
                <a:off x="10130144" y="4804866"/>
                <a:ext cx="128160" cy="2080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C616030-8CA1-350C-8D2A-6FC8EB74A629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0112504" y="4786866"/>
                  <a:ext cx="16380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5C7CE441-2C0D-15CF-3A81-0514041ACFBE}"/>
                    </a:ext>
                  </a:extLst>
                </p14:cNvPr>
                <p14:cNvContentPartPr/>
                <p14:nvPr/>
              </p14:nvContentPartPr>
              <p14:xfrm>
                <a:off x="10180544" y="4893786"/>
                <a:ext cx="106560" cy="450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5C7CE441-2C0D-15CF-3A81-0514041ACFBE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162904" y="4876146"/>
                  <a:ext cx="14220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43EC6EB-460D-B23F-A1A8-A8984E7C028A}"/>
                    </a:ext>
                  </a:extLst>
                </p14:cNvPr>
                <p14:cNvContentPartPr/>
                <p14:nvPr/>
              </p14:nvContentPartPr>
              <p14:xfrm>
                <a:off x="10473224" y="4812066"/>
                <a:ext cx="75600" cy="226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43EC6EB-460D-B23F-A1A8-A8984E7C028A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455584" y="4794426"/>
                  <a:ext cx="11124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E0C8A021-B12F-209B-7E4B-5D03CF3AE822}"/>
                    </a:ext>
                  </a:extLst>
                </p14:cNvPr>
                <p14:cNvContentPartPr/>
                <p14:nvPr/>
              </p14:nvContentPartPr>
              <p14:xfrm>
                <a:off x="10454864" y="4814226"/>
                <a:ext cx="65880" cy="1659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E0C8A021-B12F-209B-7E4B-5D03CF3AE822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0437224" y="4796226"/>
                  <a:ext cx="10152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819C1DCE-17CF-FCC5-4358-40C36484EFE6}"/>
                    </a:ext>
                  </a:extLst>
                </p14:cNvPr>
                <p14:cNvContentPartPr/>
                <p14:nvPr/>
              </p14:nvContentPartPr>
              <p14:xfrm>
                <a:off x="10644224" y="4877586"/>
                <a:ext cx="274680" cy="1130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819C1DCE-17CF-FCC5-4358-40C36484EFE6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626584" y="4859946"/>
                  <a:ext cx="31032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3525464-7691-BBA0-0A9A-96077B9B17BC}"/>
                    </a:ext>
                  </a:extLst>
                </p14:cNvPr>
                <p14:cNvContentPartPr/>
                <p14:nvPr/>
              </p14:nvContentPartPr>
              <p14:xfrm>
                <a:off x="11034464" y="4715226"/>
                <a:ext cx="56520" cy="2631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3525464-7691-BBA0-0A9A-96077B9B17BC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1016824" y="4697226"/>
                  <a:ext cx="9216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9C3A914-D1CF-88C6-8E38-B7B3E1BA2535}"/>
                    </a:ext>
                  </a:extLst>
                </p14:cNvPr>
                <p14:cNvContentPartPr/>
                <p14:nvPr/>
              </p14:nvContentPartPr>
              <p14:xfrm>
                <a:off x="11056424" y="4710186"/>
                <a:ext cx="160560" cy="2577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9C3A914-D1CF-88C6-8E38-B7B3E1BA2535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1038784" y="4692546"/>
                  <a:ext cx="19620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967043E-F33C-CC4E-2316-D67C8870B873}"/>
                    </a:ext>
                  </a:extLst>
                </p14:cNvPr>
                <p14:cNvContentPartPr/>
                <p14:nvPr/>
              </p14:nvContentPartPr>
              <p14:xfrm>
                <a:off x="11089904" y="4886946"/>
                <a:ext cx="43560" cy="75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967043E-F33C-CC4E-2316-D67C8870B873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1072264" y="4869306"/>
                  <a:ext cx="7920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1CF4E26-E7D7-30EA-9ED4-8B728BC88B82}"/>
                    </a:ext>
                  </a:extLst>
                </p14:cNvPr>
                <p14:cNvContentPartPr/>
                <p14:nvPr/>
              </p14:nvContentPartPr>
              <p14:xfrm>
                <a:off x="11291144" y="4876506"/>
                <a:ext cx="10800" cy="230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1CF4E26-E7D7-30EA-9ED4-8B728BC88B82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1273144" y="4858866"/>
                  <a:ext cx="46440" cy="586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5230076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D5C00-1371-FD38-97E6-65E9A0A1B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AAF45-BAEB-0A6A-CA4E-6163E5817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MOSFET current equations </a:t>
            </a:r>
          </a:p>
        </p:txBody>
      </p:sp>
      <p:pic>
        <p:nvPicPr>
          <p:cNvPr id="6" name="Picture 5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AE32A7A9-6E26-96A5-86F7-35121DEF71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771" y="800017"/>
            <a:ext cx="5794276" cy="2532463"/>
          </a:xfrm>
          <a:prstGeom prst="rect">
            <a:avLst/>
          </a:prstGeom>
        </p:spPr>
      </p:pic>
      <p:pic>
        <p:nvPicPr>
          <p:cNvPr id="9" name="Picture 8" descr="A math equations and numbers&#10;&#10;AI-generated content may be incorrect.">
            <a:extLst>
              <a:ext uri="{FF2B5EF4-FFF2-40B4-BE49-F238E27FC236}">
                <a16:creationId xmlns:a16="http://schemas.microsoft.com/office/drawing/2014/main" id="{D44B29C7-16DB-3E23-8761-B3790DDF62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70" y="3429000"/>
            <a:ext cx="6810827" cy="2274710"/>
          </a:xfrm>
          <a:prstGeom prst="rect">
            <a:avLst/>
          </a:prstGeom>
        </p:spPr>
      </p:pic>
      <p:pic>
        <p:nvPicPr>
          <p:cNvPr id="5" name="Picture 4" descr="A math equation with black text&#10;&#10;AI-generated content may be incorrect.">
            <a:extLst>
              <a:ext uri="{FF2B5EF4-FFF2-40B4-BE49-F238E27FC236}">
                <a16:creationId xmlns:a16="http://schemas.microsoft.com/office/drawing/2014/main" id="{DAB6109F-8963-AFF6-940F-435446B9C3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4717" y="2295504"/>
            <a:ext cx="6145512" cy="2073952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A716B1AE-0A4B-A6D9-2C77-BF003D4F669C}"/>
              </a:ext>
            </a:extLst>
          </p:cNvPr>
          <p:cNvGrpSpPr/>
          <p:nvPr/>
        </p:nvGrpSpPr>
        <p:grpSpPr>
          <a:xfrm>
            <a:off x="2399504" y="2315826"/>
            <a:ext cx="2208960" cy="663120"/>
            <a:chOff x="2399504" y="2315826"/>
            <a:chExt cx="2208960" cy="66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2443A9D6-7987-E6C7-C25F-F42E77958A33}"/>
                    </a:ext>
                  </a:extLst>
                </p14:cNvPr>
                <p14:cNvContentPartPr/>
                <p14:nvPr/>
              </p14:nvContentPartPr>
              <p14:xfrm>
                <a:off x="2427944" y="2315826"/>
                <a:ext cx="49680" cy="6393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2443A9D6-7987-E6C7-C25F-F42E77958A33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410304" y="2298186"/>
                  <a:ext cx="85320" cy="67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D86C6906-6905-0E42-E559-37C138C58E2A}"/>
                    </a:ext>
                  </a:extLst>
                </p14:cNvPr>
                <p14:cNvContentPartPr/>
                <p14:nvPr/>
              </p14:nvContentPartPr>
              <p14:xfrm>
                <a:off x="2399504" y="2339586"/>
                <a:ext cx="1958040" cy="1436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D86C6906-6905-0E42-E559-37C138C58E2A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381864" y="2321586"/>
                  <a:ext cx="199368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BC0F233-F743-266B-0FD9-01D36A12FC36}"/>
                    </a:ext>
                  </a:extLst>
                </p14:cNvPr>
                <p14:cNvContentPartPr/>
                <p14:nvPr/>
              </p14:nvContentPartPr>
              <p14:xfrm>
                <a:off x="2516504" y="2370906"/>
                <a:ext cx="2091960" cy="6080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BC0F233-F743-266B-0FD9-01D36A12FC36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498864" y="2352906"/>
                  <a:ext cx="2127600" cy="64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B002D15F-1F1A-6E83-DD8E-5E5E112036D7}"/>
              </a:ext>
            </a:extLst>
          </p:cNvPr>
          <p:cNvGrpSpPr/>
          <p:nvPr/>
        </p:nvGrpSpPr>
        <p:grpSpPr>
          <a:xfrm>
            <a:off x="8471624" y="3934026"/>
            <a:ext cx="2108520" cy="675720"/>
            <a:chOff x="8471624" y="3934026"/>
            <a:chExt cx="2108520" cy="675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DA6A1C7-9425-1FF6-5121-A1DFDE24CB77}"/>
                    </a:ext>
                  </a:extLst>
                </p14:cNvPr>
                <p14:cNvContentPartPr/>
                <p14:nvPr/>
              </p14:nvContentPartPr>
              <p14:xfrm>
                <a:off x="8498984" y="3975066"/>
                <a:ext cx="47160" cy="5479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DA6A1C7-9425-1FF6-5121-A1DFDE24CB77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480984" y="3957066"/>
                  <a:ext cx="82800" cy="58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A045992-5958-29D3-5454-A2F5D0C1ACA1}"/>
                    </a:ext>
                  </a:extLst>
                </p14:cNvPr>
                <p14:cNvContentPartPr/>
                <p14:nvPr/>
              </p14:nvContentPartPr>
              <p14:xfrm>
                <a:off x="8471624" y="3934026"/>
                <a:ext cx="2108520" cy="6757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A045992-5958-29D3-5454-A2F5D0C1ACA1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453984" y="3916386"/>
                  <a:ext cx="2144160" cy="71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5EA4087A-C4F5-C414-0FB2-34921EDDAC37}"/>
              </a:ext>
            </a:extLst>
          </p:cNvPr>
          <p:cNvGrpSpPr/>
          <p:nvPr/>
        </p:nvGrpSpPr>
        <p:grpSpPr>
          <a:xfrm>
            <a:off x="7900304" y="4979106"/>
            <a:ext cx="2562120" cy="459720"/>
            <a:chOff x="7900304" y="4979106"/>
            <a:chExt cx="2562120" cy="459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A3F698A-BC57-4796-2FA6-279951B1E58A}"/>
                    </a:ext>
                  </a:extLst>
                </p14:cNvPr>
                <p14:cNvContentPartPr/>
                <p14:nvPr/>
              </p14:nvContentPartPr>
              <p14:xfrm>
                <a:off x="8001464" y="5001066"/>
                <a:ext cx="51120" cy="3538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A3F698A-BC57-4796-2FA6-279951B1E58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7983464" y="4983066"/>
                  <a:ext cx="86760" cy="38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3F15183-CA92-47D7-B466-17399200C9C0}"/>
                    </a:ext>
                  </a:extLst>
                </p14:cNvPr>
                <p14:cNvContentPartPr/>
                <p14:nvPr/>
              </p14:nvContentPartPr>
              <p14:xfrm>
                <a:off x="7900304" y="5009706"/>
                <a:ext cx="194400" cy="666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3F15183-CA92-47D7-B466-17399200C9C0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7882664" y="4992066"/>
                  <a:ext cx="23004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A021380-323B-C6B3-15DD-476A10C80BD2}"/>
                    </a:ext>
                  </a:extLst>
                </p14:cNvPr>
                <p14:cNvContentPartPr/>
                <p14:nvPr/>
              </p14:nvContentPartPr>
              <p14:xfrm>
                <a:off x="7992464" y="5288346"/>
                <a:ext cx="128160" cy="378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A021380-323B-C6B3-15DD-476A10C80BD2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974464" y="5270346"/>
                  <a:ext cx="16380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F08FCA8-5DD5-70D4-620C-01F49237698D}"/>
                    </a:ext>
                  </a:extLst>
                </p14:cNvPr>
                <p14:cNvContentPartPr/>
                <p14:nvPr/>
              </p14:nvContentPartPr>
              <p14:xfrm>
                <a:off x="8235104" y="5245866"/>
                <a:ext cx="41400" cy="1774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F08FCA8-5DD5-70D4-620C-01F49237698D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8217104" y="5228226"/>
                  <a:ext cx="7704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84CB830-A140-2479-3622-CEB813D1E604}"/>
                    </a:ext>
                  </a:extLst>
                </p14:cNvPr>
                <p14:cNvContentPartPr/>
                <p14:nvPr/>
              </p14:nvContentPartPr>
              <p14:xfrm>
                <a:off x="8226824" y="5240106"/>
                <a:ext cx="155160" cy="1249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84CB830-A140-2479-3622-CEB813D1E604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209184" y="5222466"/>
                  <a:ext cx="19080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967CDEA-70F5-31C8-9912-03B9A2F4A00E}"/>
                    </a:ext>
                  </a:extLst>
                </p14:cNvPr>
                <p14:cNvContentPartPr/>
                <p14:nvPr/>
              </p14:nvContentPartPr>
              <p14:xfrm>
                <a:off x="8452544" y="5254866"/>
                <a:ext cx="102240" cy="1839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967CDEA-70F5-31C8-9912-03B9A2F4A00E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8434544" y="5236866"/>
                  <a:ext cx="13788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8D82BAC-7A3C-5D47-F5D2-9997FB5171F7}"/>
                    </a:ext>
                  </a:extLst>
                </p14:cNvPr>
                <p14:cNvContentPartPr/>
                <p14:nvPr/>
              </p14:nvContentPartPr>
              <p14:xfrm>
                <a:off x="8633984" y="5278986"/>
                <a:ext cx="136440" cy="1170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8D82BAC-7A3C-5D47-F5D2-9997FB5171F7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615984" y="5260986"/>
                  <a:ext cx="17208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C0D612F-A593-1D63-89CB-3F38E9C194D3}"/>
                    </a:ext>
                  </a:extLst>
                </p14:cNvPr>
                <p14:cNvContentPartPr/>
                <p14:nvPr/>
              </p14:nvContentPartPr>
              <p14:xfrm>
                <a:off x="8847824" y="5205546"/>
                <a:ext cx="64080" cy="2091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C0D612F-A593-1D63-89CB-3F38E9C194D3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829824" y="5187906"/>
                  <a:ext cx="9972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50B4DDA-4564-F9DB-F15A-52064393AAE3}"/>
                    </a:ext>
                  </a:extLst>
                </p14:cNvPr>
                <p14:cNvContentPartPr/>
                <p14:nvPr/>
              </p14:nvContentPartPr>
              <p14:xfrm>
                <a:off x="8818664" y="5267466"/>
                <a:ext cx="170280" cy="619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50B4DDA-4564-F9DB-F15A-52064393AAE3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801024" y="5249466"/>
                  <a:ext cx="20592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5B6A457-8992-8741-0554-0656ED1036DC}"/>
                    </a:ext>
                  </a:extLst>
                </p14:cNvPr>
                <p14:cNvContentPartPr/>
                <p14:nvPr/>
              </p14:nvContentPartPr>
              <p14:xfrm>
                <a:off x="9211784" y="5196186"/>
                <a:ext cx="24480" cy="12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5B6A457-8992-8741-0554-0656ED1036DC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194144" y="5178186"/>
                  <a:ext cx="6012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5BEF302-6647-91BF-DBA6-7945B1E11225}"/>
                    </a:ext>
                  </a:extLst>
                </p14:cNvPr>
                <p14:cNvContentPartPr/>
                <p14:nvPr/>
              </p14:nvContentPartPr>
              <p14:xfrm>
                <a:off x="9195944" y="5241186"/>
                <a:ext cx="91440" cy="327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5BEF302-6647-91BF-DBA6-7945B1E11225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178304" y="5223186"/>
                  <a:ext cx="12708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D75CF235-EEE7-41CE-9F61-3C9F5E316860}"/>
                    </a:ext>
                  </a:extLst>
                </p14:cNvPr>
                <p14:cNvContentPartPr/>
                <p14:nvPr/>
              </p14:nvContentPartPr>
              <p14:xfrm>
                <a:off x="9490784" y="5030226"/>
                <a:ext cx="183600" cy="1792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D75CF235-EEE7-41CE-9F61-3C9F5E316860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473144" y="5012226"/>
                  <a:ext cx="21924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01C5AC8B-1638-ED3D-501B-C2B5D4A6C521}"/>
                    </a:ext>
                  </a:extLst>
                </p14:cNvPr>
                <p14:cNvContentPartPr/>
                <p14:nvPr/>
              </p14:nvContentPartPr>
              <p14:xfrm>
                <a:off x="9586904" y="5098626"/>
                <a:ext cx="84960" cy="2034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01C5AC8B-1638-ED3D-501B-C2B5D4A6C521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9568904" y="5080626"/>
                  <a:ext cx="12060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DD8D078-CD2A-1255-BF2F-6D33CA427B75}"/>
                    </a:ext>
                  </a:extLst>
                </p14:cNvPr>
                <p14:cNvContentPartPr/>
                <p14:nvPr/>
              </p14:nvContentPartPr>
              <p14:xfrm>
                <a:off x="9765104" y="5145426"/>
                <a:ext cx="261000" cy="982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DD8D078-CD2A-1255-BF2F-6D33CA427B75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9747464" y="5127786"/>
                  <a:ext cx="29664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4EFC83B-4B34-2D52-5E92-FDC4E30C43A1}"/>
                    </a:ext>
                  </a:extLst>
                </p14:cNvPr>
                <p14:cNvContentPartPr/>
                <p14:nvPr/>
              </p14:nvContentPartPr>
              <p14:xfrm>
                <a:off x="10161464" y="4979106"/>
                <a:ext cx="23760" cy="2628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4EFC83B-4B34-2D52-5E92-FDC4E30C43A1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0143464" y="4961466"/>
                  <a:ext cx="5940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FA37A97-159C-A8D7-F073-5F5BCE6AD1F4}"/>
                    </a:ext>
                  </a:extLst>
                </p14:cNvPr>
                <p14:cNvContentPartPr/>
                <p14:nvPr/>
              </p14:nvContentPartPr>
              <p14:xfrm>
                <a:off x="10153544" y="5012946"/>
                <a:ext cx="154440" cy="1674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FA37A97-159C-A8D7-F073-5F5BCE6AD1F4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135544" y="4994946"/>
                  <a:ext cx="19008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4D9BA42-14C7-D66D-318E-3E7F54C6E915}"/>
                    </a:ext>
                  </a:extLst>
                </p14:cNvPr>
                <p14:cNvContentPartPr/>
                <p14:nvPr/>
              </p14:nvContentPartPr>
              <p14:xfrm>
                <a:off x="10228784" y="5134986"/>
                <a:ext cx="75240" cy="428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4D9BA42-14C7-D66D-318E-3E7F54C6E915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210784" y="5117346"/>
                  <a:ext cx="11088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C309F2F3-E6F5-963F-0F54-176E797F82FF}"/>
                    </a:ext>
                  </a:extLst>
                </p14:cNvPr>
                <p14:cNvContentPartPr/>
                <p14:nvPr/>
              </p14:nvContentPartPr>
              <p14:xfrm>
                <a:off x="10431464" y="5139666"/>
                <a:ext cx="30960" cy="262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C309F2F3-E6F5-963F-0F54-176E797F82FF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413464" y="5121666"/>
                  <a:ext cx="66600" cy="61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8989424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1" name="Rectangle 3">
            <a:extLst>
              <a:ext uri="{FF2B5EF4-FFF2-40B4-BE49-F238E27FC236}">
                <a16:creationId xmlns:a16="http://schemas.microsoft.com/office/drawing/2014/main" id="{59ADB478-D071-3E01-1AFE-A6C1A2D7E0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0"/>
            <a:ext cx="9314121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dirty="0">
                <a:solidFill>
                  <a:srgbClr val="991B1E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CMOS (Complementary MOS) Inverter</a:t>
            </a:r>
          </a:p>
        </p:txBody>
      </p:sp>
      <p:pic>
        <p:nvPicPr>
          <p:cNvPr id="27652" name="Picture 5">
            <a:extLst>
              <a:ext uri="{FF2B5EF4-FFF2-40B4-BE49-F238E27FC236}">
                <a16:creationId xmlns:a16="http://schemas.microsoft.com/office/drawing/2014/main" id="{2678F65C-C2BC-1220-4631-E31A2D6BBB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323"/>
          <a:stretch>
            <a:fillRect/>
          </a:stretch>
        </p:blipFill>
        <p:spPr bwMode="auto">
          <a:xfrm>
            <a:off x="3276600" y="971551"/>
            <a:ext cx="5562600" cy="4278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270DA-F04A-EEA1-C0E2-12000E0A1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1" name="Rectangle 3">
            <a:extLst>
              <a:ext uri="{FF2B5EF4-FFF2-40B4-BE49-F238E27FC236}">
                <a16:creationId xmlns:a16="http://schemas.microsoft.com/office/drawing/2014/main" id="{D00304D0-8596-8A4C-FF13-C4FFE7BE46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0"/>
            <a:ext cx="9314121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dirty="0">
                <a:solidFill>
                  <a:srgbClr val="991B1E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CMOS (Complementary MOS) Inverter</a:t>
            </a:r>
          </a:p>
        </p:txBody>
      </p:sp>
      <p:pic>
        <p:nvPicPr>
          <p:cNvPr id="27652" name="Picture 5">
            <a:extLst>
              <a:ext uri="{FF2B5EF4-FFF2-40B4-BE49-F238E27FC236}">
                <a16:creationId xmlns:a16="http://schemas.microsoft.com/office/drawing/2014/main" id="{0324E35F-1739-BCD2-C667-C39585C81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323"/>
          <a:stretch>
            <a:fillRect/>
          </a:stretch>
        </p:blipFill>
        <p:spPr bwMode="auto">
          <a:xfrm>
            <a:off x="307932" y="1228334"/>
            <a:ext cx="5562600" cy="4278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A4736AC4-7F47-52DC-C67B-64B6C57BDF7A}"/>
              </a:ext>
            </a:extLst>
          </p:cNvPr>
          <p:cNvGrpSpPr/>
          <p:nvPr/>
        </p:nvGrpSpPr>
        <p:grpSpPr>
          <a:xfrm>
            <a:off x="493304" y="2245986"/>
            <a:ext cx="393840" cy="472680"/>
            <a:chOff x="493304" y="2245986"/>
            <a:chExt cx="393840" cy="472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E198994-0DD4-CC40-F4B3-0C643FB6EC99}"/>
                    </a:ext>
                  </a:extLst>
                </p14:cNvPr>
                <p14:cNvContentPartPr/>
                <p14:nvPr/>
              </p14:nvContentPartPr>
              <p14:xfrm>
                <a:off x="493304" y="2439306"/>
                <a:ext cx="177840" cy="279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E198994-0DD4-CC40-F4B3-0C643FB6EC99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75304" y="2421306"/>
                  <a:ext cx="21348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E90629D-6B11-86EE-03F3-C38DAE5C2C9A}"/>
                    </a:ext>
                  </a:extLst>
                </p14:cNvPr>
                <p14:cNvContentPartPr/>
                <p14:nvPr/>
              </p14:nvContentPartPr>
              <p14:xfrm>
                <a:off x="672224" y="2352546"/>
                <a:ext cx="116640" cy="2624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E90629D-6B11-86EE-03F3-C38DAE5C2C9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54224" y="2334906"/>
                  <a:ext cx="15228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9703F23-41E5-3233-6ABB-57C022A33B81}"/>
                    </a:ext>
                  </a:extLst>
                </p14:cNvPr>
                <p14:cNvContentPartPr/>
                <p14:nvPr/>
              </p14:nvContentPartPr>
              <p14:xfrm>
                <a:off x="708584" y="2245986"/>
                <a:ext cx="178560" cy="2170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9703F23-41E5-3233-6ABB-57C022A33B81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90584" y="2228346"/>
                  <a:ext cx="21420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331DC07-31C4-36B0-EB0E-CCED95CC7CAF}"/>
              </a:ext>
            </a:extLst>
          </p:cNvPr>
          <p:cNvGrpSpPr/>
          <p:nvPr/>
        </p:nvGrpSpPr>
        <p:grpSpPr>
          <a:xfrm>
            <a:off x="4713944" y="2793906"/>
            <a:ext cx="783000" cy="529200"/>
            <a:chOff x="4713944" y="2793906"/>
            <a:chExt cx="783000" cy="529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DBD7079-8020-E79C-BF4A-27E8824A94FD}"/>
                    </a:ext>
                  </a:extLst>
                </p14:cNvPr>
                <p14:cNvContentPartPr/>
                <p14:nvPr/>
              </p14:nvContentPartPr>
              <p14:xfrm>
                <a:off x="4713944" y="3077586"/>
                <a:ext cx="183240" cy="2455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DBD7079-8020-E79C-BF4A-27E8824A94FD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4695944" y="3059586"/>
                  <a:ext cx="21888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639731C-AE8C-ACF5-8C7B-4F07166E5A57}"/>
                    </a:ext>
                  </a:extLst>
                </p14:cNvPr>
                <p14:cNvContentPartPr/>
                <p14:nvPr/>
              </p14:nvContentPartPr>
              <p14:xfrm>
                <a:off x="5003024" y="2998746"/>
                <a:ext cx="201600" cy="1742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639731C-AE8C-ACF5-8C7B-4F07166E5A57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985384" y="2980746"/>
                  <a:ext cx="23724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C3EF117-28D9-CCF5-0A7A-657B08600E99}"/>
                    </a:ext>
                  </a:extLst>
                </p14:cNvPr>
                <p14:cNvContentPartPr/>
                <p14:nvPr/>
              </p14:nvContentPartPr>
              <p14:xfrm>
                <a:off x="5220464" y="2793906"/>
                <a:ext cx="184320" cy="3290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C3EF117-28D9-CCF5-0A7A-657B08600E99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5202464" y="2776266"/>
                  <a:ext cx="219960" cy="36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C35922C-8CF3-5CB0-1802-A2FF9C9137EF}"/>
                    </a:ext>
                  </a:extLst>
                </p14:cNvPr>
                <p14:cNvContentPartPr/>
                <p14:nvPr/>
              </p14:nvContentPartPr>
              <p14:xfrm>
                <a:off x="5232704" y="2952306"/>
                <a:ext cx="39960" cy="442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C35922C-8CF3-5CB0-1802-A2FF9C9137EF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214704" y="2934666"/>
                  <a:ext cx="7560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51DE381-B662-09A1-4A93-AADDF4231D86}"/>
                    </a:ext>
                  </a:extLst>
                </p14:cNvPr>
                <p14:cNvContentPartPr/>
                <p14:nvPr/>
              </p14:nvContentPartPr>
              <p14:xfrm>
                <a:off x="5488304" y="2888586"/>
                <a:ext cx="8640" cy="118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51DE381-B662-09A1-4A93-AADDF4231D86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470304" y="2870586"/>
                  <a:ext cx="44280" cy="47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60596ED-91ED-B91A-6067-D58337242238}"/>
              </a:ext>
            </a:extLst>
          </p:cNvPr>
          <p:cNvGrpSpPr/>
          <p:nvPr/>
        </p:nvGrpSpPr>
        <p:grpSpPr>
          <a:xfrm>
            <a:off x="6189584" y="559026"/>
            <a:ext cx="4192920" cy="2845800"/>
            <a:chOff x="6189584" y="559026"/>
            <a:chExt cx="4192920" cy="2845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587BA641-FB7D-7660-68BD-0E4A7DDF0EAE}"/>
                    </a:ext>
                  </a:extLst>
                </p14:cNvPr>
                <p14:cNvContentPartPr/>
                <p14:nvPr/>
              </p14:nvContentPartPr>
              <p14:xfrm>
                <a:off x="8207744" y="559026"/>
                <a:ext cx="164520" cy="243108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587BA641-FB7D-7660-68BD-0E4A7DDF0EAE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8190104" y="541386"/>
                  <a:ext cx="200160" cy="246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4369BD3-A89F-F284-8EE9-0D0C69CD4ED9}"/>
                    </a:ext>
                  </a:extLst>
                </p14:cNvPr>
                <p14:cNvContentPartPr/>
                <p14:nvPr/>
              </p14:nvContentPartPr>
              <p14:xfrm>
                <a:off x="6189584" y="1450386"/>
                <a:ext cx="4048560" cy="2689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4369BD3-A89F-F284-8EE9-0D0C69CD4ED9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6171584" y="1432386"/>
                  <a:ext cx="408420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F02094D-5815-8402-0AFB-1DE0B0F1C361}"/>
                    </a:ext>
                  </a:extLst>
                </p14:cNvPr>
                <p14:cNvContentPartPr/>
                <p14:nvPr/>
              </p14:nvContentPartPr>
              <p14:xfrm>
                <a:off x="7214504" y="992466"/>
                <a:ext cx="4680" cy="2808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F02094D-5815-8402-0AFB-1DE0B0F1C361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196504" y="974826"/>
                  <a:ext cx="4032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A3DF5CB8-3424-3950-43A6-369531007931}"/>
                    </a:ext>
                  </a:extLst>
                </p14:cNvPr>
                <p14:cNvContentPartPr/>
                <p14:nvPr/>
              </p14:nvContentPartPr>
              <p14:xfrm>
                <a:off x="7332584" y="1070586"/>
                <a:ext cx="23400" cy="1875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A3DF5CB8-3424-3950-43A6-369531007931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314584" y="1052946"/>
                  <a:ext cx="5904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738D6EE-E683-2015-0807-27EEEBE70C28}"/>
                    </a:ext>
                  </a:extLst>
                </p14:cNvPr>
                <p14:cNvContentPartPr/>
                <p14:nvPr/>
              </p14:nvContentPartPr>
              <p14:xfrm>
                <a:off x="7333304" y="978786"/>
                <a:ext cx="191160" cy="2016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738D6EE-E683-2015-0807-27EEEBE70C28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7315664" y="961146"/>
                  <a:ext cx="22680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56DF3DF-AF52-C8FB-2608-1F58CDCC5E06}"/>
                    </a:ext>
                  </a:extLst>
                </p14:cNvPr>
                <p14:cNvContentPartPr/>
                <p14:nvPr/>
              </p14:nvContentPartPr>
              <p14:xfrm>
                <a:off x="8721824" y="1034946"/>
                <a:ext cx="152640" cy="2012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56DF3DF-AF52-C8FB-2608-1F58CDCC5E06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704184" y="1016946"/>
                  <a:ext cx="18828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E23ABFD-5E9B-7361-D902-8E159509563E}"/>
                    </a:ext>
                  </a:extLst>
                </p14:cNvPr>
                <p14:cNvContentPartPr/>
                <p14:nvPr/>
              </p14:nvContentPartPr>
              <p14:xfrm>
                <a:off x="9021704" y="1045026"/>
                <a:ext cx="249480" cy="144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E23ABFD-5E9B-7361-D902-8E159509563E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003704" y="1027026"/>
                  <a:ext cx="28512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A00331D-100D-E1FF-46A9-5BC364B7D02A}"/>
                    </a:ext>
                  </a:extLst>
                </p14:cNvPr>
                <p14:cNvContentPartPr/>
                <p14:nvPr/>
              </p14:nvContentPartPr>
              <p14:xfrm>
                <a:off x="9424184" y="879426"/>
                <a:ext cx="78480" cy="3283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A00331D-100D-E1FF-46A9-5BC364B7D02A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406184" y="861426"/>
                  <a:ext cx="114120" cy="36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E3D18DB-9EAF-587C-83C6-537F9BC64F5C}"/>
                    </a:ext>
                  </a:extLst>
                </p14:cNvPr>
                <p14:cNvContentPartPr/>
                <p14:nvPr/>
              </p14:nvContentPartPr>
              <p14:xfrm>
                <a:off x="9357944" y="1097586"/>
                <a:ext cx="100440" cy="421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E3D18DB-9EAF-587C-83C6-537F9BC64F5C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340304" y="1079586"/>
                  <a:ext cx="13608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176E897-0FDD-EEEB-9CF3-2C93ED90EE60}"/>
                    </a:ext>
                  </a:extLst>
                </p14:cNvPr>
                <p14:cNvContentPartPr/>
                <p14:nvPr/>
              </p14:nvContentPartPr>
              <p14:xfrm>
                <a:off x="9708584" y="1080306"/>
                <a:ext cx="8640" cy="316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176E897-0FDD-EEEB-9CF3-2C93ED90EE60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690944" y="1062306"/>
                  <a:ext cx="4428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7DD9133-4F9E-9438-34D9-278E5C54350D}"/>
                    </a:ext>
                  </a:extLst>
                </p14:cNvPr>
                <p14:cNvContentPartPr/>
                <p14:nvPr/>
              </p14:nvContentPartPr>
              <p14:xfrm>
                <a:off x="6452744" y="1622106"/>
                <a:ext cx="198360" cy="17827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7DD9133-4F9E-9438-34D9-278E5C54350D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6434744" y="1604466"/>
                  <a:ext cx="234000" cy="181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F4F193F4-6054-314E-8C4E-0418E4C1A3DB}"/>
                    </a:ext>
                  </a:extLst>
                </p14:cNvPr>
                <p14:cNvContentPartPr/>
                <p14:nvPr/>
              </p14:nvContentPartPr>
              <p14:xfrm>
                <a:off x="8351024" y="2939346"/>
                <a:ext cx="38880" cy="3794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F4F193F4-6054-314E-8C4E-0418E4C1A3DB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333384" y="2921706"/>
                  <a:ext cx="74520" cy="41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59F6E8B6-423A-BF2D-B9FF-670D0FD3AFC0}"/>
                    </a:ext>
                  </a:extLst>
                </p14:cNvPr>
                <p14:cNvContentPartPr/>
                <p14:nvPr/>
              </p14:nvContentPartPr>
              <p14:xfrm>
                <a:off x="6615824" y="3210066"/>
                <a:ext cx="3651480" cy="1663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59F6E8B6-423A-BF2D-B9FF-670D0FD3AFC0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6597824" y="3192066"/>
                  <a:ext cx="368712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C0B4ABF0-3C15-CF1C-0A8F-DC4E754978FA}"/>
                    </a:ext>
                  </a:extLst>
                </p14:cNvPr>
                <p14:cNvContentPartPr/>
                <p14:nvPr/>
              </p14:nvContentPartPr>
              <p14:xfrm>
                <a:off x="10175864" y="1438506"/>
                <a:ext cx="206640" cy="17906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C0B4ABF0-3C15-CF1C-0A8F-DC4E754978FA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157864" y="1420506"/>
                  <a:ext cx="242280" cy="18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F4619A8-E71C-567E-3B49-B2FC51F57B44}"/>
                    </a:ext>
                  </a:extLst>
                </p14:cNvPr>
                <p14:cNvContentPartPr/>
                <p14:nvPr/>
              </p14:nvContentPartPr>
              <p14:xfrm>
                <a:off x="6388664" y="636426"/>
                <a:ext cx="3821040" cy="1285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F4619A8-E71C-567E-3B49-B2FC51F57B44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6371024" y="618786"/>
                  <a:ext cx="38566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C2A20B2-C815-B423-675E-70F431168A59}"/>
                    </a:ext>
                  </a:extLst>
                </p14:cNvPr>
                <p14:cNvContentPartPr/>
                <p14:nvPr/>
              </p14:nvContentPartPr>
              <p14:xfrm>
                <a:off x="10103504" y="745866"/>
                <a:ext cx="114120" cy="6908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C2A20B2-C815-B423-675E-70F431168A59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085504" y="727866"/>
                  <a:ext cx="149760" cy="72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28A7A27-6C1C-674C-408F-54D92F203BFF}"/>
                    </a:ext>
                  </a:extLst>
                </p14:cNvPr>
                <p14:cNvContentPartPr/>
                <p14:nvPr/>
              </p14:nvContentPartPr>
              <p14:xfrm>
                <a:off x="6359144" y="774306"/>
                <a:ext cx="50760" cy="7549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28A7A27-6C1C-674C-408F-54D92F203BFF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6341144" y="756666"/>
                  <a:ext cx="86400" cy="79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0D12EE93-8D0C-7A5E-2F87-567A3ACC9405}"/>
                    </a:ext>
                  </a:extLst>
                </p14:cNvPr>
                <p14:cNvContentPartPr/>
                <p14:nvPr/>
              </p14:nvContentPartPr>
              <p14:xfrm>
                <a:off x="6641744" y="2207826"/>
                <a:ext cx="3633480" cy="2876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0D12EE93-8D0C-7A5E-2F87-567A3ACC9405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6624104" y="2190186"/>
                  <a:ext cx="366912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74336249-DD21-B82A-B2B7-B1CE1EACB6AA}"/>
                    </a:ext>
                  </a:extLst>
                </p14:cNvPr>
                <p14:cNvContentPartPr/>
                <p14:nvPr/>
              </p14:nvContentPartPr>
              <p14:xfrm>
                <a:off x="7008944" y="1785906"/>
                <a:ext cx="259560" cy="2984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74336249-DD21-B82A-B2B7-B1CE1EACB6AA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6991304" y="1767906"/>
                  <a:ext cx="29520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5B17515C-A5AC-B275-F60C-EAEBE86ABD30}"/>
                    </a:ext>
                  </a:extLst>
                </p14:cNvPr>
                <p14:cNvContentPartPr/>
                <p14:nvPr/>
              </p14:nvContentPartPr>
              <p14:xfrm>
                <a:off x="7402064" y="1992186"/>
                <a:ext cx="42840" cy="1299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5B17515C-A5AC-B275-F60C-EAEBE86ABD30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7384064" y="1974546"/>
                  <a:ext cx="7848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B0D7015-69B7-C513-3EED-DC1F1C0ED43B}"/>
                    </a:ext>
                  </a:extLst>
                </p14:cNvPr>
                <p14:cNvContentPartPr/>
                <p14:nvPr/>
              </p14:nvContentPartPr>
              <p14:xfrm>
                <a:off x="7407824" y="1956546"/>
                <a:ext cx="118440" cy="1522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B0D7015-69B7-C513-3EED-DC1F1C0ED43B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7390184" y="1938546"/>
                  <a:ext cx="15408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9F483DA-593B-EA72-966D-6113AB56461C}"/>
                    </a:ext>
                  </a:extLst>
                </p14:cNvPr>
                <p14:cNvContentPartPr/>
                <p14:nvPr/>
              </p14:nvContentPartPr>
              <p14:xfrm>
                <a:off x="7581704" y="1975266"/>
                <a:ext cx="77040" cy="1346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9F483DA-593B-EA72-966D-6113AB56461C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7564064" y="1957266"/>
                  <a:ext cx="11268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74869987-CFF8-9DAC-1B28-FA8315F1E1F0}"/>
                    </a:ext>
                  </a:extLst>
                </p14:cNvPr>
                <p14:cNvContentPartPr/>
                <p14:nvPr/>
              </p14:nvContentPartPr>
              <p14:xfrm>
                <a:off x="7645784" y="1939626"/>
                <a:ext cx="87840" cy="1562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74869987-CFF8-9DAC-1B28-FA8315F1E1F0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628144" y="1921626"/>
                  <a:ext cx="12348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6365BD8-CD5F-F1A1-7A4E-5DBBB29E9A90}"/>
                    </a:ext>
                  </a:extLst>
                </p14:cNvPr>
                <p14:cNvContentPartPr/>
                <p14:nvPr/>
              </p14:nvContentPartPr>
              <p14:xfrm>
                <a:off x="7342304" y="2683386"/>
                <a:ext cx="231480" cy="2980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6365BD8-CD5F-F1A1-7A4E-5DBBB29E9A90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324304" y="2665746"/>
                  <a:ext cx="267120" cy="33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57" name="Group 27656">
            <a:extLst>
              <a:ext uri="{FF2B5EF4-FFF2-40B4-BE49-F238E27FC236}">
                <a16:creationId xmlns:a16="http://schemas.microsoft.com/office/drawing/2014/main" id="{10FE71CB-7570-2206-E35E-F854DF19960C}"/>
              </a:ext>
            </a:extLst>
          </p:cNvPr>
          <p:cNvGrpSpPr/>
          <p:nvPr/>
        </p:nvGrpSpPr>
        <p:grpSpPr>
          <a:xfrm>
            <a:off x="6462104" y="3757626"/>
            <a:ext cx="2893680" cy="2818800"/>
            <a:chOff x="6462104" y="3757626"/>
            <a:chExt cx="2893680" cy="281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2424C592-7D1C-4471-6435-1314DEA6494E}"/>
                    </a:ext>
                  </a:extLst>
                </p14:cNvPr>
                <p14:cNvContentPartPr/>
                <p14:nvPr/>
              </p14:nvContentPartPr>
              <p14:xfrm>
                <a:off x="8353904" y="3769146"/>
                <a:ext cx="73080" cy="4593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424C592-7D1C-4471-6435-1314DEA6494E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8336264" y="3751146"/>
                  <a:ext cx="108720" cy="49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943D9B4-5250-A917-B22C-6EE7B845A4CE}"/>
                    </a:ext>
                  </a:extLst>
                </p14:cNvPr>
                <p14:cNvContentPartPr/>
                <p14:nvPr/>
              </p14:nvContentPartPr>
              <p14:xfrm>
                <a:off x="7968704" y="4203666"/>
                <a:ext cx="466560" cy="4698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943D9B4-5250-A917-B22C-6EE7B845A4CE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7951064" y="4185666"/>
                  <a:ext cx="502200" cy="50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064D390-479B-E367-E9CF-7E5DF17B07C1}"/>
                    </a:ext>
                  </a:extLst>
                </p14:cNvPr>
                <p14:cNvContentPartPr/>
                <p14:nvPr/>
              </p14:nvContentPartPr>
              <p14:xfrm>
                <a:off x="8086424" y="4636026"/>
                <a:ext cx="498600" cy="5835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064D390-479B-E367-E9CF-7E5DF17B07C1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8068784" y="4618026"/>
                  <a:ext cx="534240" cy="61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E5A1AC7D-F26F-602D-F489-E35CC17A00E6}"/>
                    </a:ext>
                  </a:extLst>
                </p14:cNvPr>
                <p14:cNvContentPartPr/>
                <p14:nvPr/>
              </p14:nvContentPartPr>
              <p14:xfrm>
                <a:off x="8105144" y="5205546"/>
                <a:ext cx="26280" cy="4143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E5A1AC7D-F26F-602D-F489-E35CC17A00E6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8087504" y="5187546"/>
                  <a:ext cx="61920" cy="45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A26651D-0A3C-F86D-2379-68D9689281AB}"/>
                    </a:ext>
                  </a:extLst>
                </p14:cNvPr>
                <p14:cNvContentPartPr/>
                <p14:nvPr/>
              </p14:nvContentPartPr>
              <p14:xfrm>
                <a:off x="8113784" y="5612706"/>
                <a:ext cx="493920" cy="752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A26651D-0A3C-F86D-2379-68D9689281AB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8096144" y="5594706"/>
                  <a:ext cx="52956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1E4AE5EC-F586-2FFF-734B-6DE687A782BF}"/>
                    </a:ext>
                  </a:extLst>
                </p14:cNvPr>
                <p14:cNvContentPartPr/>
                <p14:nvPr/>
              </p14:nvContentPartPr>
              <p14:xfrm>
                <a:off x="8657024" y="5660226"/>
                <a:ext cx="31680" cy="6555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1E4AE5EC-F586-2FFF-734B-6DE687A782BF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8639384" y="5642226"/>
                  <a:ext cx="67320" cy="69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C6493DB-9D2D-68B4-C758-D12CCD1C9835}"/>
                    </a:ext>
                  </a:extLst>
                </p14:cNvPr>
                <p14:cNvContentPartPr/>
                <p14:nvPr/>
              </p14:nvContentPartPr>
              <p14:xfrm>
                <a:off x="7790864" y="4278906"/>
                <a:ext cx="15840" cy="3258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C6493DB-9D2D-68B4-C758-D12CCD1C9835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7772864" y="4260906"/>
                  <a:ext cx="51480" cy="36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9419975-5A6E-2847-2EB2-FF0490A87695}"/>
                    </a:ext>
                  </a:extLst>
                </p14:cNvPr>
                <p14:cNvContentPartPr/>
                <p14:nvPr/>
              </p14:nvContentPartPr>
              <p14:xfrm>
                <a:off x="7665224" y="4453506"/>
                <a:ext cx="133200" cy="1645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9419975-5A6E-2847-2EB2-FF0490A87695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7647584" y="4435866"/>
                  <a:ext cx="16884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CB2864E-6FF5-A679-D65B-4D8227921F59}"/>
                    </a:ext>
                  </a:extLst>
                </p14:cNvPr>
                <p14:cNvContentPartPr/>
                <p14:nvPr/>
              </p14:nvContentPartPr>
              <p14:xfrm>
                <a:off x="7121984" y="4484826"/>
                <a:ext cx="636840" cy="748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CB2864E-6FF5-A679-D65B-4D8227921F59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7103984" y="4467186"/>
                  <a:ext cx="67248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6A0DA5F-F69C-D4E7-5220-AA59509AE344}"/>
                    </a:ext>
                  </a:extLst>
                </p14:cNvPr>
                <p14:cNvContentPartPr/>
                <p14:nvPr/>
              </p14:nvContentPartPr>
              <p14:xfrm>
                <a:off x="7942424" y="5218866"/>
                <a:ext cx="23760" cy="3708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6A0DA5F-F69C-D4E7-5220-AA59509AE344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7924424" y="5200866"/>
                  <a:ext cx="5940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ECC27CE-52C8-5395-9536-949BDD2DBCFC}"/>
                    </a:ext>
                  </a:extLst>
                </p14:cNvPr>
                <p14:cNvContentPartPr/>
                <p14:nvPr/>
              </p14:nvContentPartPr>
              <p14:xfrm>
                <a:off x="7257344" y="5379426"/>
                <a:ext cx="698760" cy="568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ECC27CE-52C8-5395-9536-949BDD2DBCFC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7239704" y="5361426"/>
                  <a:ext cx="73440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E0C30FF-3788-7883-8CE8-5FBA5F77B541}"/>
                    </a:ext>
                  </a:extLst>
                </p14:cNvPr>
                <p14:cNvContentPartPr/>
                <p14:nvPr/>
              </p14:nvContentPartPr>
              <p14:xfrm>
                <a:off x="7106864" y="4524786"/>
                <a:ext cx="70200" cy="9014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E0C30FF-3788-7883-8CE8-5FBA5F77B541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7089224" y="4507146"/>
                  <a:ext cx="105840" cy="9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ED32FC87-F695-16F1-12CF-8F151D7D284B}"/>
                    </a:ext>
                  </a:extLst>
                </p14:cNvPr>
                <p14:cNvContentPartPr/>
                <p14:nvPr/>
              </p14:nvContentPartPr>
              <p14:xfrm>
                <a:off x="8521304" y="4893426"/>
                <a:ext cx="834480" cy="486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ED32FC87-F695-16F1-12CF-8F151D7D284B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8503664" y="4875426"/>
                  <a:ext cx="87012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3A82E755-A908-A601-7A8D-39305776F934}"/>
                    </a:ext>
                  </a:extLst>
                </p14:cNvPr>
                <p14:cNvContentPartPr/>
                <p14:nvPr/>
              </p14:nvContentPartPr>
              <p14:xfrm>
                <a:off x="9235184" y="4820706"/>
                <a:ext cx="17640" cy="158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3A82E755-A908-A601-7A8D-39305776F934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9217544" y="4802706"/>
                  <a:ext cx="5328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E0348EB9-E76D-6BBC-09BA-DCEED9C04173}"/>
                    </a:ext>
                  </a:extLst>
                </p14:cNvPr>
                <p14:cNvContentPartPr/>
                <p14:nvPr/>
              </p14:nvContentPartPr>
              <p14:xfrm>
                <a:off x="6510704" y="4929066"/>
                <a:ext cx="612000" cy="432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E0348EB9-E76D-6BBC-09BA-DCEED9C04173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6493064" y="4911426"/>
                  <a:ext cx="64764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BAC33226-7757-E622-D74D-E52D700B64E2}"/>
                    </a:ext>
                  </a:extLst>
                </p14:cNvPr>
                <p14:cNvContentPartPr/>
                <p14:nvPr/>
              </p14:nvContentPartPr>
              <p14:xfrm>
                <a:off x="6489104" y="4891626"/>
                <a:ext cx="64080" cy="860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BAC33226-7757-E622-D74D-E52D700B64E2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6471464" y="4873626"/>
                  <a:ext cx="9972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75D8BCD2-6A19-15AD-EC06-85D00540064B}"/>
                    </a:ext>
                  </a:extLst>
                </p14:cNvPr>
                <p14:cNvContentPartPr/>
                <p14:nvPr/>
              </p14:nvContentPartPr>
              <p14:xfrm>
                <a:off x="8254904" y="3757626"/>
                <a:ext cx="84600" cy="1072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75D8BCD2-6A19-15AD-EC06-85D00540064B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8237264" y="3739986"/>
                  <a:ext cx="12024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2148B5D-7F99-AD2F-FCC9-E7F538C60958}"/>
                    </a:ext>
                  </a:extLst>
                </p14:cNvPr>
                <p14:cNvContentPartPr/>
                <p14:nvPr/>
              </p14:nvContentPartPr>
              <p14:xfrm>
                <a:off x="8143304" y="3766266"/>
                <a:ext cx="483840" cy="694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92148B5D-7F99-AD2F-FCC9-E7F538C60958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8125304" y="3748266"/>
                  <a:ext cx="51948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6B246DB-C25E-404B-D17F-781DAD13F9A0}"/>
                    </a:ext>
                  </a:extLst>
                </p14:cNvPr>
                <p14:cNvContentPartPr/>
                <p14:nvPr/>
              </p14:nvContentPartPr>
              <p14:xfrm>
                <a:off x="8511224" y="6359706"/>
                <a:ext cx="286920" cy="403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6B246DB-C25E-404B-D17F-781DAD13F9A0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8493224" y="6342066"/>
                  <a:ext cx="32256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76047B32-F06E-EE56-9C36-6CB22254A914}"/>
                    </a:ext>
                  </a:extLst>
                </p14:cNvPr>
                <p14:cNvContentPartPr/>
                <p14:nvPr/>
              </p14:nvContentPartPr>
              <p14:xfrm>
                <a:off x="8535344" y="6366546"/>
                <a:ext cx="132120" cy="1666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76047B32-F06E-EE56-9C36-6CB22254A914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8517344" y="6348546"/>
                  <a:ext cx="16776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27648" name="Ink 27647">
                  <a:extLst>
                    <a:ext uri="{FF2B5EF4-FFF2-40B4-BE49-F238E27FC236}">
                      <a16:creationId xmlns:a16="http://schemas.microsoft.com/office/drawing/2014/main" id="{E0762FA4-F1E9-69AA-2A74-1A8F3A52E09C}"/>
                    </a:ext>
                  </a:extLst>
                </p14:cNvPr>
                <p14:cNvContentPartPr/>
                <p14:nvPr/>
              </p14:nvContentPartPr>
              <p14:xfrm>
                <a:off x="8712824" y="6361146"/>
                <a:ext cx="94680" cy="215280"/>
              </p14:xfrm>
            </p:contentPart>
          </mc:Choice>
          <mc:Fallback xmlns="">
            <p:pic>
              <p:nvPicPr>
                <p:cNvPr id="27648" name="Ink 27647">
                  <a:extLst>
                    <a:ext uri="{FF2B5EF4-FFF2-40B4-BE49-F238E27FC236}">
                      <a16:creationId xmlns:a16="http://schemas.microsoft.com/office/drawing/2014/main" id="{E0762FA4-F1E9-69AA-2A74-1A8F3A52E09C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8694824" y="6343146"/>
                  <a:ext cx="13032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27650" name="Ink 27649">
                  <a:extLst>
                    <a:ext uri="{FF2B5EF4-FFF2-40B4-BE49-F238E27FC236}">
                      <a16:creationId xmlns:a16="http://schemas.microsoft.com/office/drawing/2014/main" id="{2C3E6589-6818-B083-CE84-128A976CC927}"/>
                    </a:ext>
                  </a:extLst>
                </p14:cNvPr>
                <p14:cNvContentPartPr/>
                <p14:nvPr/>
              </p14:nvContentPartPr>
              <p14:xfrm>
                <a:off x="6523304" y="4413186"/>
                <a:ext cx="104040" cy="232200"/>
              </p14:xfrm>
            </p:contentPart>
          </mc:Choice>
          <mc:Fallback xmlns="">
            <p:pic>
              <p:nvPicPr>
                <p:cNvPr id="27650" name="Ink 27649">
                  <a:extLst>
                    <a:ext uri="{FF2B5EF4-FFF2-40B4-BE49-F238E27FC236}">
                      <a16:creationId xmlns:a16="http://schemas.microsoft.com/office/drawing/2014/main" id="{2C3E6589-6818-B083-CE84-128A976CC927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6505304" y="4395186"/>
                  <a:ext cx="13968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27653" name="Ink 27652">
                  <a:extLst>
                    <a:ext uri="{FF2B5EF4-FFF2-40B4-BE49-F238E27FC236}">
                      <a16:creationId xmlns:a16="http://schemas.microsoft.com/office/drawing/2014/main" id="{0EF5A14A-2D85-A8B6-3F71-B905F1164C2D}"/>
                    </a:ext>
                  </a:extLst>
                </p14:cNvPr>
                <p14:cNvContentPartPr/>
                <p14:nvPr/>
              </p14:nvContentPartPr>
              <p14:xfrm>
                <a:off x="6462104" y="4414986"/>
                <a:ext cx="69120" cy="54360"/>
              </p14:xfrm>
            </p:contentPart>
          </mc:Choice>
          <mc:Fallback xmlns="">
            <p:pic>
              <p:nvPicPr>
                <p:cNvPr id="27653" name="Ink 27652">
                  <a:extLst>
                    <a:ext uri="{FF2B5EF4-FFF2-40B4-BE49-F238E27FC236}">
                      <a16:creationId xmlns:a16="http://schemas.microsoft.com/office/drawing/2014/main" id="{0EF5A14A-2D85-A8B6-3F71-B905F1164C2D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6444104" y="4396986"/>
                  <a:ext cx="10476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27654" name="Ink 27653">
                  <a:extLst>
                    <a:ext uri="{FF2B5EF4-FFF2-40B4-BE49-F238E27FC236}">
                      <a16:creationId xmlns:a16="http://schemas.microsoft.com/office/drawing/2014/main" id="{008133AD-22DE-D7A2-28B4-AAFE9DA88769}"/>
                    </a:ext>
                  </a:extLst>
                </p14:cNvPr>
                <p14:cNvContentPartPr/>
                <p14:nvPr/>
              </p14:nvContentPartPr>
              <p14:xfrm>
                <a:off x="6473984" y="4385466"/>
                <a:ext cx="134640" cy="235080"/>
              </p14:xfrm>
            </p:contentPart>
          </mc:Choice>
          <mc:Fallback xmlns="">
            <p:pic>
              <p:nvPicPr>
                <p:cNvPr id="27654" name="Ink 27653">
                  <a:extLst>
                    <a:ext uri="{FF2B5EF4-FFF2-40B4-BE49-F238E27FC236}">
                      <a16:creationId xmlns:a16="http://schemas.microsoft.com/office/drawing/2014/main" id="{008133AD-22DE-D7A2-28B4-AAFE9DA88769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6455984" y="4367466"/>
                  <a:ext cx="17028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27655" name="Ink 27654">
                  <a:extLst>
                    <a:ext uri="{FF2B5EF4-FFF2-40B4-BE49-F238E27FC236}">
                      <a16:creationId xmlns:a16="http://schemas.microsoft.com/office/drawing/2014/main" id="{96CC0331-18DD-7371-1284-E8BF18B8CF27}"/>
                    </a:ext>
                  </a:extLst>
                </p14:cNvPr>
                <p14:cNvContentPartPr/>
                <p14:nvPr/>
              </p14:nvContentPartPr>
              <p14:xfrm>
                <a:off x="6569384" y="4604706"/>
                <a:ext cx="69120" cy="50400"/>
              </p14:xfrm>
            </p:contentPart>
          </mc:Choice>
          <mc:Fallback xmlns="">
            <p:pic>
              <p:nvPicPr>
                <p:cNvPr id="27655" name="Ink 27654">
                  <a:extLst>
                    <a:ext uri="{FF2B5EF4-FFF2-40B4-BE49-F238E27FC236}">
                      <a16:creationId xmlns:a16="http://schemas.microsoft.com/office/drawing/2014/main" id="{96CC0331-18DD-7371-1284-E8BF18B8CF27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6551744" y="4586706"/>
                  <a:ext cx="10476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27656" name="Ink 27655">
                  <a:extLst>
                    <a:ext uri="{FF2B5EF4-FFF2-40B4-BE49-F238E27FC236}">
                      <a16:creationId xmlns:a16="http://schemas.microsoft.com/office/drawing/2014/main" id="{634503F6-8E1F-2BFC-131D-4977FEF1EE45}"/>
                    </a:ext>
                  </a:extLst>
                </p14:cNvPr>
                <p14:cNvContentPartPr/>
                <p14:nvPr/>
              </p14:nvContentPartPr>
              <p14:xfrm>
                <a:off x="6707264" y="4591386"/>
                <a:ext cx="10440" cy="7200"/>
              </p14:xfrm>
            </p:contentPart>
          </mc:Choice>
          <mc:Fallback xmlns="">
            <p:pic>
              <p:nvPicPr>
                <p:cNvPr id="27656" name="Ink 27655">
                  <a:extLst>
                    <a:ext uri="{FF2B5EF4-FFF2-40B4-BE49-F238E27FC236}">
                      <a16:creationId xmlns:a16="http://schemas.microsoft.com/office/drawing/2014/main" id="{634503F6-8E1F-2BFC-131D-4977FEF1EE45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6689264" y="4573386"/>
                  <a:ext cx="46080" cy="42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62" name="Group 27661">
            <a:extLst>
              <a:ext uri="{FF2B5EF4-FFF2-40B4-BE49-F238E27FC236}">
                <a16:creationId xmlns:a16="http://schemas.microsoft.com/office/drawing/2014/main" id="{50AFFC56-F04E-78E0-F786-F60AB00BE536}"/>
              </a:ext>
            </a:extLst>
          </p:cNvPr>
          <p:cNvGrpSpPr/>
          <p:nvPr/>
        </p:nvGrpSpPr>
        <p:grpSpPr>
          <a:xfrm>
            <a:off x="6226304" y="4234266"/>
            <a:ext cx="628200" cy="585360"/>
            <a:chOff x="6226304" y="4234266"/>
            <a:chExt cx="628200" cy="585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27658" name="Ink 27657">
                  <a:extLst>
                    <a:ext uri="{FF2B5EF4-FFF2-40B4-BE49-F238E27FC236}">
                      <a16:creationId xmlns:a16="http://schemas.microsoft.com/office/drawing/2014/main" id="{58707E97-917F-8632-DA58-15A040C9D4B1}"/>
                    </a:ext>
                  </a:extLst>
                </p14:cNvPr>
                <p14:cNvContentPartPr/>
                <p14:nvPr/>
              </p14:nvContentPartPr>
              <p14:xfrm>
                <a:off x="6414944" y="4348746"/>
                <a:ext cx="229680" cy="314640"/>
              </p14:xfrm>
            </p:contentPart>
          </mc:Choice>
          <mc:Fallback xmlns="">
            <p:pic>
              <p:nvPicPr>
                <p:cNvPr id="27658" name="Ink 27657">
                  <a:extLst>
                    <a:ext uri="{FF2B5EF4-FFF2-40B4-BE49-F238E27FC236}">
                      <a16:creationId xmlns:a16="http://schemas.microsoft.com/office/drawing/2014/main" id="{58707E97-917F-8632-DA58-15A040C9D4B1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6396944" y="4330746"/>
                  <a:ext cx="265320" cy="35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27659" name="Ink 27658">
                  <a:extLst>
                    <a:ext uri="{FF2B5EF4-FFF2-40B4-BE49-F238E27FC236}">
                      <a16:creationId xmlns:a16="http://schemas.microsoft.com/office/drawing/2014/main" id="{D1A11C94-59F6-9AAD-E64A-79315FB39DF8}"/>
                    </a:ext>
                  </a:extLst>
                </p14:cNvPr>
                <p14:cNvContentPartPr/>
                <p14:nvPr/>
              </p14:nvContentPartPr>
              <p14:xfrm>
                <a:off x="6584864" y="4639266"/>
                <a:ext cx="80640" cy="71640"/>
              </p14:xfrm>
            </p:contentPart>
          </mc:Choice>
          <mc:Fallback xmlns="">
            <p:pic>
              <p:nvPicPr>
                <p:cNvPr id="27659" name="Ink 27658">
                  <a:extLst>
                    <a:ext uri="{FF2B5EF4-FFF2-40B4-BE49-F238E27FC236}">
                      <a16:creationId xmlns:a16="http://schemas.microsoft.com/office/drawing/2014/main" id="{D1A11C94-59F6-9AAD-E64A-79315FB39DF8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6567224" y="4621626"/>
                  <a:ext cx="11628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27660" name="Ink 27659">
                  <a:extLst>
                    <a:ext uri="{FF2B5EF4-FFF2-40B4-BE49-F238E27FC236}">
                      <a16:creationId xmlns:a16="http://schemas.microsoft.com/office/drawing/2014/main" id="{3CD4E780-432D-7A74-3CCA-3073019B4442}"/>
                    </a:ext>
                  </a:extLst>
                </p14:cNvPr>
                <p14:cNvContentPartPr/>
                <p14:nvPr/>
              </p14:nvContentPartPr>
              <p14:xfrm>
                <a:off x="6226304" y="4234266"/>
                <a:ext cx="628200" cy="585360"/>
              </p14:xfrm>
            </p:contentPart>
          </mc:Choice>
          <mc:Fallback xmlns="">
            <p:pic>
              <p:nvPicPr>
                <p:cNvPr id="27660" name="Ink 27659">
                  <a:extLst>
                    <a:ext uri="{FF2B5EF4-FFF2-40B4-BE49-F238E27FC236}">
                      <a16:creationId xmlns:a16="http://schemas.microsoft.com/office/drawing/2014/main" id="{3CD4E780-432D-7A74-3CCA-3073019B4442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6208304" y="4216626"/>
                  <a:ext cx="663840" cy="62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27661" name="Ink 27660">
                  <a:extLst>
                    <a:ext uri="{FF2B5EF4-FFF2-40B4-BE49-F238E27FC236}">
                      <a16:creationId xmlns:a16="http://schemas.microsoft.com/office/drawing/2014/main" id="{16596122-48B0-F5F1-3B7A-42627B4AC8A3}"/>
                    </a:ext>
                  </a:extLst>
                </p14:cNvPr>
                <p14:cNvContentPartPr/>
                <p14:nvPr/>
              </p14:nvContentPartPr>
              <p14:xfrm>
                <a:off x="6266264" y="4471866"/>
                <a:ext cx="191520" cy="337320"/>
              </p14:xfrm>
            </p:contentPart>
          </mc:Choice>
          <mc:Fallback xmlns="">
            <p:pic>
              <p:nvPicPr>
                <p:cNvPr id="27661" name="Ink 27660">
                  <a:extLst>
                    <a:ext uri="{FF2B5EF4-FFF2-40B4-BE49-F238E27FC236}">
                      <a16:creationId xmlns:a16="http://schemas.microsoft.com/office/drawing/2014/main" id="{16596122-48B0-F5F1-3B7A-42627B4AC8A3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6248624" y="4453866"/>
                  <a:ext cx="227160" cy="37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65" name="Group 27664">
            <a:extLst>
              <a:ext uri="{FF2B5EF4-FFF2-40B4-BE49-F238E27FC236}">
                <a16:creationId xmlns:a16="http://schemas.microsoft.com/office/drawing/2014/main" id="{79E36958-233C-0B39-E6F8-670C03376F73}"/>
              </a:ext>
            </a:extLst>
          </p:cNvPr>
          <p:cNvGrpSpPr/>
          <p:nvPr/>
        </p:nvGrpSpPr>
        <p:grpSpPr>
          <a:xfrm>
            <a:off x="6950984" y="1671066"/>
            <a:ext cx="973440" cy="648000"/>
            <a:chOff x="6950984" y="1671066"/>
            <a:chExt cx="973440" cy="64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27663" name="Ink 27662">
                  <a:extLst>
                    <a:ext uri="{FF2B5EF4-FFF2-40B4-BE49-F238E27FC236}">
                      <a16:creationId xmlns:a16="http://schemas.microsoft.com/office/drawing/2014/main" id="{93A0DA04-92CC-C1EC-AE76-112D4050FC52}"/>
                    </a:ext>
                  </a:extLst>
                </p14:cNvPr>
                <p14:cNvContentPartPr/>
                <p14:nvPr/>
              </p14:nvContentPartPr>
              <p14:xfrm>
                <a:off x="6950984" y="1671066"/>
                <a:ext cx="973440" cy="648000"/>
              </p14:xfrm>
            </p:contentPart>
          </mc:Choice>
          <mc:Fallback xmlns="">
            <p:pic>
              <p:nvPicPr>
                <p:cNvPr id="27663" name="Ink 27662">
                  <a:extLst>
                    <a:ext uri="{FF2B5EF4-FFF2-40B4-BE49-F238E27FC236}">
                      <a16:creationId xmlns:a16="http://schemas.microsoft.com/office/drawing/2014/main" id="{93A0DA04-92CC-C1EC-AE76-112D4050FC52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6933344" y="1653066"/>
                  <a:ext cx="1009080" cy="68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27664" name="Ink 27663">
                  <a:extLst>
                    <a:ext uri="{FF2B5EF4-FFF2-40B4-BE49-F238E27FC236}">
                      <a16:creationId xmlns:a16="http://schemas.microsoft.com/office/drawing/2014/main" id="{E690ACDB-3C76-5072-BBDE-1812EE7F7885}"/>
                    </a:ext>
                  </a:extLst>
                </p14:cNvPr>
                <p14:cNvContentPartPr/>
                <p14:nvPr/>
              </p14:nvContentPartPr>
              <p14:xfrm>
                <a:off x="6980504" y="1851426"/>
                <a:ext cx="25560" cy="423360"/>
              </p14:xfrm>
            </p:contentPart>
          </mc:Choice>
          <mc:Fallback xmlns="">
            <p:pic>
              <p:nvPicPr>
                <p:cNvPr id="27664" name="Ink 27663">
                  <a:extLst>
                    <a:ext uri="{FF2B5EF4-FFF2-40B4-BE49-F238E27FC236}">
                      <a16:creationId xmlns:a16="http://schemas.microsoft.com/office/drawing/2014/main" id="{E690ACDB-3C76-5072-BBDE-1812EE7F7885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6962864" y="1833426"/>
                  <a:ext cx="61200" cy="45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69" name="Group 27668">
            <a:extLst>
              <a:ext uri="{FF2B5EF4-FFF2-40B4-BE49-F238E27FC236}">
                <a16:creationId xmlns:a16="http://schemas.microsoft.com/office/drawing/2014/main" id="{F0A735F0-89C7-1E3E-9680-D1AEF44B982F}"/>
              </a:ext>
            </a:extLst>
          </p:cNvPr>
          <p:cNvGrpSpPr/>
          <p:nvPr/>
        </p:nvGrpSpPr>
        <p:grpSpPr>
          <a:xfrm>
            <a:off x="7335464" y="4057146"/>
            <a:ext cx="378360" cy="369360"/>
            <a:chOff x="7335464" y="4057146"/>
            <a:chExt cx="378360" cy="369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27666" name="Ink 27665">
                  <a:extLst>
                    <a:ext uri="{FF2B5EF4-FFF2-40B4-BE49-F238E27FC236}">
                      <a16:creationId xmlns:a16="http://schemas.microsoft.com/office/drawing/2014/main" id="{780E05D8-F2B1-8B24-7193-1CA57B784EE6}"/>
                    </a:ext>
                  </a:extLst>
                </p14:cNvPr>
                <p14:cNvContentPartPr/>
                <p14:nvPr/>
              </p14:nvContentPartPr>
              <p14:xfrm>
                <a:off x="7477304" y="4166226"/>
                <a:ext cx="77400" cy="182160"/>
              </p14:xfrm>
            </p:contentPart>
          </mc:Choice>
          <mc:Fallback xmlns="">
            <p:pic>
              <p:nvPicPr>
                <p:cNvPr id="27666" name="Ink 27665">
                  <a:extLst>
                    <a:ext uri="{FF2B5EF4-FFF2-40B4-BE49-F238E27FC236}">
                      <a16:creationId xmlns:a16="http://schemas.microsoft.com/office/drawing/2014/main" id="{780E05D8-F2B1-8B24-7193-1CA57B784EE6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7459664" y="4148586"/>
                  <a:ext cx="11304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27667" name="Ink 27666">
                  <a:extLst>
                    <a:ext uri="{FF2B5EF4-FFF2-40B4-BE49-F238E27FC236}">
                      <a16:creationId xmlns:a16="http://schemas.microsoft.com/office/drawing/2014/main" id="{B5224F91-A3D6-151F-4444-A86D53B2146B}"/>
                    </a:ext>
                  </a:extLst>
                </p14:cNvPr>
                <p14:cNvContentPartPr/>
                <p14:nvPr/>
              </p14:nvContentPartPr>
              <p14:xfrm>
                <a:off x="7341224" y="4057146"/>
                <a:ext cx="372600" cy="361080"/>
              </p14:xfrm>
            </p:contentPart>
          </mc:Choice>
          <mc:Fallback xmlns="">
            <p:pic>
              <p:nvPicPr>
                <p:cNvPr id="27667" name="Ink 27666">
                  <a:extLst>
                    <a:ext uri="{FF2B5EF4-FFF2-40B4-BE49-F238E27FC236}">
                      <a16:creationId xmlns:a16="http://schemas.microsoft.com/office/drawing/2014/main" id="{B5224F91-A3D6-151F-4444-A86D53B2146B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7323224" y="4039506"/>
                  <a:ext cx="408240" cy="39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27668" name="Ink 27667">
                  <a:extLst>
                    <a:ext uri="{FF2B5EF4-FFF2-40B4-BE49-F238E27FC236}">
                      <a16:creationId xmlns:a16="http://schemas.microsoft.com/office/drawing/2014/main" id="{B6E8F59A-D366-85B4-58BB-FC532308BE4E}"/>
                    </a:ext>
                  </a:extLst>
                </p14:cNvPr>
                <p14:cNvContentPartPr/>
                <p14:nvPr/>
              </p14:nvContentPartPr>
              <p14:xfrm>
                <a:off x="7335464" y="4198626"/>
                <a:ext cx="57600" cy="227880"/>
              </p14:xfrm>
            </p:contentPart>
          </mc:Choice>
          <mc:Fallback xmlns="">
            <p:pic>
              <p:nvPicPr>
                <p:cNvPr id="27668" name="Ink 27667">
                  <a:extLst>
                    <a:ext uri="{FF2B5EF4-FFF2-40B4-BE49-F238E27FC236}">
                      <a16:creationId xmlns:a16="http://schemas.microsoft.com/office/drawing/2014/main" id="{B6E8F59A-D366-85B4-58BB-FC532308BE4E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7317824" y="4180986"/>
                  <a:ext cx="93240" cy="26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88" name="Group 27687">
            <a:extLst>
              <a:ext uri="{FF2B5EF4-FFF2-40B4-BE49-F238E27FC236}">
                <a16:creationId xmlns:a16="http://schemas.microsoft.com/office/drawing/2014/main" id="{574B46F0-1473-BE05-A396-B636288A62AA}"/>
              </a:ext>
            </a:extLst>
          </p:cNvPr>
          <p:cNvGrpSpPr/>
          <p:nvPr/>
        </p:nvGrpSpPr>
        <p:grpSpPr>
          <a:xfrm>
            <a:off x="8474504" y="5291946"/>
            <a:ext cx="864720" cy="247680"/>
            <a:chOff x="8474504" y="5291946"/>
            <a:chExt cx="864720" cy="247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27676" name="Ink 27675">
                  <a:extLst>
                    <a:ext uri="{FF2B5EF4-FFF2-40B4-BE49-F238E27FC236}">
                      <a16:creationId xmlns:a16="http://schemas.microsoft.com/office/drawing/2014/main" id="{EB6EA0B0-5934-90D9-EF00-A32003E94E49}"/>
                    </a:ext>
                  </a:extLst>
                </p14:cNvPr>
                <p14:cNvContentPartPr/>
                <p14:nvPr/>
              </p14:nvContentPartPr>
              <p14:xfrm>
                <a:off x="8474504" y="5411826"/>
                <a:ext cx="15480" cy="127800"/>
              </p14:xfrm>
            </p:contentPart>
          </mc:Choice>
          <mc:Fallback xmlns="">
            <p:pic>
              <p:nvPicPr>
                <p:cNvPr id="27676" name="Ink 27675">
                  <a:extLst>
                    <a:ext uri="{FF2B5EF4-FFF2-40B4-BE49-F238E27FC236}">
                      <a16:creationId xmlns:a16="http://schemas.microsoft.com/office/drawing/2014/main" id="{EB6EA0B0-5934-90D9-EF00-A32003E94E49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8456864" y="5393826"/>
                  <a:ext cx="5112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27677" name="Ink 27676">
                  <a:extLst>
                    <a:ext uri="{FF2B5EF4-FFF2-40B4-BE49-F238E27FC236}">
                      <a16:creationId xmlns:a16="http://schemas.microsoft.com/office/drawing/2014/main" id="{23DAF747-75D5-7FBD-05C7-080C801FAC6F}"/>
                    </a:ext>
                  </a:extLst>
                </p14:cNvPr>
                <p14:cNvContentPartPr/>
                <p14:nvPr/>
              </p14:nvContentPartPr>
              <p14:xfrm>
                <a:off x="8483504" y="5346666"/>
                <a:ext cx="120240" cy="152280"/>
              </p14:xfrm>
            </p:contentPart>
          </mc:Choice>
          <mc:Fallback xmlns="">
            <p:pic>
              <p:nvPicPr>
                <p:cNvPr id="27677" name="Ink 27676">
                  <a:extLst>
                    <a:ext uri="{FF2B5EF4-FFF2-40B4-BE49-F238E27FC236}">
                      <a16:creationId xmlns:a16="http://schemas.microsoft.com/office/drawing/2014/main" id="{23DAF747-75D5-7FBD-05C7-080C801FAC6F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8465864" y="5328666"/>
                  <a:ext cx="15588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27680" name="Ink 27679">
                  <a:extLst>
                    <a:ext uri="{FF2B5EF4-FFF2-40B4-BE49-F238E27FC236}">
                      <a16:creationId xmlns:a16="http://schemas.microsoft.com/office/drawing/2014/main" id="{6C78AEA2-73D2-4C11-3CFD-FAE842ED04D9}"/>
                    </a:ext>
                  </a:extLst>
                </p14:cNvPr>
                <p14:cNvContentPartPr/>
                <p14:nvPr/>
              </p14:nvContentPartPr>
              <p14:xfrm>
                <a:off x="8761784" y="5341626"/>
                <a:ext cx="28080" cy="183600"/>
              </p14:xfrm>
            </p:contentPart>
          </mc:Choice>
          <mc:Fallback xmlns="">
            <p:pic>
              <p:nvPicPr>
                <p:cNvPr id="27680" name="Ink 27679">
                  <a:extLst>
                    <a:ext uri="{FF2B5EF4-FFF2-40B4-BE49-F238E27FC236}">
                      <a16:creationId xmlns:a16="http://schemas.microsoft.com/office/drawing/2014/main" id="{6C78AEA2-73D2-4C11-3CFD-FAE842ED04D9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8743784" y="5323986"/>
                  <a:ext cx="6372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27681" name="Ink 27680">
                  <a:extLst>
                    <a:ext uri="{FF2B5EF4-FFF2-40B4-BE49-F238E27FC236}">
                      <a16:creationId xmlns:a16="http://schemas.microsoft.com/office/drawing/2014/main" id="{D7C5128D-2CE7-A33A-AE69-AFA355911B05}"/>
                    </a:ext>
                  </a:extLst>
                </p14:cNvPr>
                <p14:cNvContentPartPr/>
                <p14:nvPr/>
              </p14:nvContentPartPr>
              <p14:xfrm>
                <a:off x="8770064" y="5329026"/>
                <a:ext cx="211680" cy="126720"/>
              </p14:xfrm>
            </p:contentPart>
          </mc:Choice>
          <mc:Fallback xmlns="">
            <p:pic>
              <p:nvPicPr>
                <p:cNvPr id="27681" name="Ink 27680">
                  <a:extLst>
                    <a:ext uri="{FF2B5EF4-FFF2-40B4-BE49-F238E27FC236}">
                      <a16:creationId xmlns:a16="http://schemas.microsoft.com/office/drawing/2014/main" id="{D7C5128D-2CE7-A33A-AE69-AFA355911B05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8752424" y="5311386"/>
                  <a:ext cx="24732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27682" name="Ink 27681">
                  <a:extLst>
                    <a:ext uri="{FF2B5EF4-FFF2-40B4-BE49-F238E27FC236}">
                      <a16:creationId xmlns:a16="http://schemas.microsoft.com/office/drawing/2014/main" id="{B14B8E69-7356-9481-2DF8-3D1F4AA9C27D}"/>
                    </a:ext>
                  </a:extLst>
                </p14:cNvPr>
                <p14:cNvContentPartPr/>
                <p14:nvPr/>
              </p14:nvContentPartPr>
              <p14:xfrm>
                <a:off x="9061304" y="5321466"/>
                <a:ext cx="106920" cy="135360"/>
              </p14:xfrm>
            </p:contentPart>
          </mc:Choice>
          <mc:Fallback xmlns="">
            <p:pic>
              <p:nvPicPr>
                <p:cNvPr id="27682" name="Ink 27681">
                  <a:extLst>
                    <a:ext uri="{FF2B5EF4-FFF2-40B4-BE49-F238E27FC236}">
                      <a16:creationId xmlns:a16="http://schemas.microsoft.com/office/drawing/2014/main" id="{B14B8E69-7356-9481-2DF8-3D1F4AA9C27D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9043664" y="5303466"/>
                  <a:ext cx="14256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27683" name="Ink 27682">
                  <a:extLst>
                    <a:ext uri="{FF2B5EF4-FFF2-40B4-BE49-F238E27FC236}">
                      <a16:creationId xmlns:a16="http://schemas.microsoft.com/office/drawing/2014/main" id="{459836D8-0B6B-DDFA-F842-BBE1771324C6}"/>
                    </a:ext>
                  </a:extLst>
                </p14:cNvPr>
                <p14:cNvContentPartPr/>
                <p14:nvPr/>
              </p14:nvContentPartPr>
              <p14:xfrm>
                <a:off x="9269744" y="5291946"/>
                <a:ext cx="69480" cy="230040"/>
              </p14:xfrm>
            </p:contentPart>
          </mc:Choice>
          <mc:Fallback xmlns="">
            <p:pic>
              <p:nvPicPr>
                <p:cNvPr id="27683" name="Ink 27682">
                  <a:extLst>
                    <a:ext uri="{FF2B5EF4-FFF2-40B4-BE49-F238E27FC236}">
                      <a16:creationId xmlns:a16="http://schemas.microsoft.com/office/drawing/2014/main" id="{459836D8-0B6B-DDFA-F842-BBE1771324C6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9251744" y="5273946"/>
                  <a:ext cx="105120" cy="26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87" name="Group 27686">
            <a:extLst>
              <a:ext uri="{FF2B5EF4-FFF2-40B4-BE49-F238E27FC236}">
                <a16:creationId xmlns:a16="http://schemas.microsoft.com/office/drawing/2014/main" id="{90366D5A-C1B4-B27F-0629-F5CF27445D0D}"/>
              </a:ext>
            </a:extLst>
          </p:cNvPr>
          <p:cNvGrpSpPr/>
          <p:nvPr/>
        </p:nvGrpSpPr>
        <p:grpSpPr>
          <a:xfrm>
            <a:off x="7488824" y="5063346"/>
            <a:ext cx="315360" cy="318240"/>
            <a:chOff x="7488824" y="5063346"/>
            <a:chExt cx="315360" cy="31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27684" name="Ink 27683">
                  <a:extLst>
                    <a:ext uri="{FF2B5EF4-FFF2-40B4-BE49-F238E27FC236}">
                      <a16:creationId xmlns:a16="http://schemas.microsoft.com/office/drawing/2014/main" id="{281644D9-E07F-656F-7FEC-CEFB6C26FB8F}"/>
                    </a:ext>
                  </a:extLst>
                </p14:cNvPr>
                <p14:cNvContentPartPr/>
                <p14:nvPr/>
              </p14:nvContentPartPr>
              <p14:xfrm>
                <a:off x="7600064" y="5141106"/>
                <a:ext cx="27720" cy="156600"/>
              </p14:xfrm>
            </p:contentPart>
          </mc:Choice>
          <mc:Fallback xmlns="">
            <p:pic>
              <p:nvPicPr>
                <p:cNvPr id="27684" name="Ink 27683">
                  <a:extLst>
                    <a:ext uri="{FF2B5EF4-FFF2-40B4-BE49-F238E27FC236}">
                      <a16:creationId xmlns:a16="http://schemas.microsoft.com/office/drawing/2014/main" id="{281644D9-E07F-656F-7FEC-CEFB6C26FB8F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7582424" y="5123106"/>
                  <a:ext cx="6336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27685" name="Ink 27684">
                  <a:extLst>
                    <a:ext uri="{FF2B5EF4-FFF2-40B4-BE49-F238E27FC236}">
                      <a16:creationId xmlns:a16="http://schemas.microsoft.com/office/drawing/2014/main" id="{013922DE-CC82-E617-1904-64740EF42001}"/>
                    </a:ext>
                  </a:extLst>
                </p14:cNvPr>
                <p14:cNvContentPartPr/>
                <p14:nvPr/>
              </p14:nvContentPartPr>
              <p14:xfrm>
                <a:off x="7524824" y="5063346"/>
                <a:ext cx="279360" cy="318240"/>
              </p14:xfrm>
            </p:contentPart>
          </mc:Choice>
          <mc:Fallback xmlns="">
            <p:pic>
              <p:nvPicPr>
                <p:cNvPr id="27685" name="Ink 27684">
                  <a:extLst>
                    <a:ext uri="{FF2B5EF4-FFF2-40B4-BE49-F238E27FC236}">
                      <a16:creationId xmlns:a16="http://schemas.microsoft.com/office/drawing/2014/main" id="{013922DE-CC82-E617-1904-64740EF42001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7507184" y="5045346"/>
                  <a:ext cx="315000" cy="35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27686" name="Ink 27685">
                  <a:extLst>
                    <a:ext uri="{FF2B5EF4-FFF2-40B4-BE49-F238E27FC236}">
                      <a16:creationId xmlns:a16="http://schemas.microsoft.com/office/drawing/2014/main" id="{0E488906-6747-7E16-C0AE-62C24EB368E3}"/>
                    </a:ext>
                  </a:extLst>
                </p14:cNvPr>
                <p14:cNvContentPartPr/>
                <p14:nvPr/>
              </p14:nvContentPartPr>
              <p14:xfrm>
                <a:off x="7488824" y="5167386"/>
                <a:ext cx="182880" cy="209160"/>
              </p14:xfrm>
            </p:contentPart>
          </mc:Choice>
          <mc:Fallback xmlns="">
            <p:pic>
              <p:nvPicPr>
                <p:cNvPr id="27686" name="Ink 27685">
                  <a:extLst>
                    <a:ext uri="{FF2B5EF4-FFF2-40B4-BE49-F238E27FC236}">
                      <a16:creationId xmlns:a16="http://schemas.microsoft.com/office/drawing/2014/main" id="{0E488906-6747-7E16-C0AE-62C24EB368E3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7471184" y="5149386"/>
                  <a:ext cx="218520" cy="244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95" name="Group 27694">
            <a:extLst>
              <a:ext uri="{FF2B5EF4-FFF2-40B4-BE49-F238E27FC236}">
                <a16:creationId xmlns:a16="http://schemas.microsoft.com/office/drawing/2014/main" id="{D59F0C32-BA88-518A-D7A1-D7AF582BD1AF}"/>
              </a:ext>
            </a:extLst>
          </p:cNvPr>
          <p:cNvGrpSpPr/>
          <p:nvPr/>
        </p:nvGrpSpPr>
        <p:grpSpPr>
          <a:xfrm>
            <a:off x="9573584" y="5165946"/>
            <a:ext cx="747000" cy="504000"/>
            <a:chOff x="9573584" y="5165946"/>
            <a:chExt cx="747000" cy="50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27689" name="Ink 27688">
                  <a:extLst>
                    <a:ext uri="{FF2B5EF4-FFF2-40B4-BE49-F238E27FC236}">
                      <a16:creationId xmlns:a16="http://schemas.microsoft.com/office/drawing/2014/main" id="{182CF1BF-1C9F-DEBA-1432-B9AC25BD04ED}"/>
                    </a:ext>
                  </a:extLst>
                </p14:cNvPr>
                <p14:cNvContentPartPr/>
                <p14:nvPr/>
              </p14:nvContentPartPr>
              <p14:xfrm>
                <a:off x="9761504" y="5377626"/>
                <a:ext cx="126000" cy="196560"/>
              </p14:xfrm>
            </p:contentPart>
          </mc:Choice>
          <mc:Fallback xmlns="">
            <p:pic>
              <p:nvPicPr>
                <p:cNvPr id="27689" name="Ink 27688">
                  <a:extLst>
                    <a:ext uri="{FF2B5EF4-FFF2-40B4-BE49-F238E27FC236}">
                      <a16:creationId xmlns:a16="http://schemas.microsoft.com/office/drawing/2014/main" id="{182CF1BF-1C9F-DEBA-1432-B9AC25BD04ED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9743504" y="5359986"/>
                  <a:ext cx="16164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27690" name="Ink 27689">
                  <a:extLst>
                    <a:ext uri="{FF2B5EF4-FFF2-40B4-BE49-F238E27FC236}">
                      <a16:creationId xmlns:a16="http://schemas.microsoft.com/office/drawing/2014/main" id="{F82BA96D-3A0E-5326-0868-4883C4315F0F}"/>
                    </a:ext>
                  </a:extLst>
                </p14:cNvPr>
                <p14:cNvContentPartPr/>
                <p14:nvPr/>
              </p14:nvContentPartPr>
              <p14:xfrm>
                <a:off x="9981464" y="5365386"/>
                <a:ext cx="10800" cy="172080"/>
              </p14:xfrm>
            </p:contentPart>
          </mc:Choice>
          <mc:Fallback xmlns="">
            <p:pic>
              <p:nvPicPr>
                <p:cNvPr id="27690" name="Ink 27689">
                  <a:extLst>
                    <a:ext uri="{FF2B5EF4-FFF2-40B4-BE49-F238E27FC236}">
                      <a16:creationId xmlns:a16="http://schemas.microsoft.com/office/drawing/2014/main" id="{F82BA96D-3A0E-5326-0868-4883C4315F0F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9963824" y="5347746"/>
                  <a:ext cx="4644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27691" name="Ink 27690">
                  <a:extLst>
                    <a:ext uri="{FF2B5EF4-FFF2-40B4-BE49-F238E27FC236}">
                      <a16:creationId xmlns:a16="http://schemas.microsoft.com/office/drawing/2014/main" id="{177B518C-C89A-AD35-C03D-EA2D0431BD9B}"/>
                    </a:ext>
                  </a:extLst>
                </p14:cNvPr>
                <p14:cNvContentPartPr/>
                <p14:nvPr/>
              </p14:nvContentPartPr>
              <p14:xfrm>
                <a:off x="9996944" y="5306346"/>
                <a:ext cx="142200" cy="172080"/>
              </p14:xfrm>
            </p:contentPart>
          </mc:Choice>
          <mc:Fallback xmlns="">
            <p:pic>
              <p:nvPicPr>
                <p:cNvPr id="27691" name="Ink 27690">
                  <a:extLst>
                    <a:ext uri="{FF2B5EF4-FFF2-40B4-BE49-F238E27FC236}">
                      <a16:creationId xmlns:a16="http://schemas.microsoft.com/office/drawing/2014/main" id="{177B518C-C89A-AD35-C03D-EA2D0431BD9B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9978944" y="5288706"/>
                  <a:ext cx="17784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27692" name="Ink 27691">
                  <a:extLst>
                    <a:ext uri="{FF2B5EF4-FFF2-40B4-BE49-F238E27FC236}">
                      <a16:creationId xmlns:a16="http://schemas.microsoft.com/office/drawing/2014/main" id="{095256DA-2189-577A-FA1C-8F28D0060781}"/>
                    </a:ext>
                  </a:extLst>
                </p14:cNvPr>
                <p14:cNvContentPartPr/>
                <p14:nvPr/>
              </p14:nvContentPartPr>
              <p14:xfrm>
                <a:off x="9611744" y="5215986"/>
                <a:ext cx="698040" cy="440280"/>
              </p14:xfrm>
            </p:contentPart>
          </mc:Choice>
          <mc:Fallback xmlns="">
            <p:pic>
              <p:nvPicPr>
                <p:cNvPr id="27692" name="Ink 27691">
                  <a:extLst>
                    <a:ext uri="{FF2B5EF4-FFF2-40B4-BE49-F238E27FC236}">
                      <a16:creationId xmlns:a16="http://schemas.microsoft.com/office/drawing/2014/main" id="{095256DA-2189-577A-FA1C-8F28D0060781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9593744" y="5197986"/>
                  <a:ext cx="733680" cy="47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27693" name="Ink 27692">
                  <a:extLst>
                    <a:ext uri="{FF2B5EF4-FFF2-40B4-BE49-F238E27FC236}">
                      <a16:creationId xmlns:a16="http://schemas.microsoft.com/office/drawing/2014/main" id="{10B457B0-359D-2AF8-1583-C5748070C95B}"/>
                    </a:ext>
                  </a:extLst>
                </p14:cNvPr>
                <p14:cNvContentPartPr/>
                <p14:nvPr/>
              </p14:nvContentPartPr>
              <p14:xfrm>
                <a:off x="9600224" y="5262426"/>
                <a:ext cx="95040" cy="407520"/>
              </p14:xfrm>
            </p:contentPart>
          </mc:Choice>
          <mc:Fallback xmlns="">
            <p:pic>
              <p:nvPicPr>
                <p:cNvPr id="27693" name="Ink 27692">
                  <a:extLst>
                    <a:ext uri="{FF2B5EF4-FFF2-40B4-BE49-F238E27FC236}">
                      <a16:creationId xmlns:a16="http://schemas.microsoft.com/office/drawing/2014/main" id="{10B457B0-359D-2AF8-1583-C5748070C95B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9582224" y="5244426"/>
                  <a:ext cx="130680" cy="44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27694" name="Ink 27693">
                  <a:extLst>
                    <a:ext uri="{FF2B5EF4-FFF2-40B4-BE49-F238E27FC236}">
                      <a16:creationId xmlns:a16="http://schemas.microsoft.com/office/drawing/2014/main" id="{DE07DF1B-B22D-1F64-976E-E8D66EEFA64C}"/>
                    </a:ext>
                  </a:extLst>
                </p14:cNvPr>
                <p14:cNvContentPartPr/>
                <p14:nvPr/>
              </p14:nvContentPartPr>
              <p14:xfrm>
                <a:off x="9573584" y="5165946"/>
                <a:ext cx="747000" cy="112320"/>
              </p14:xfrm>
            </p:contentPart>
          </mc:Choice>
          <mc:Fallback xmlns="">
            <p:pic>
              <p:nvPicPr>
                <p:cNvPr id="27694" name="Ink 27693">
                  <a:extLst>
                    <a:ext uri="{FF2B5EF4-FFF2-40B4-BE49-F238E27FC236}">
                      <a16:creationId xmlns:a16="http://schemas.microsoft.com/office/drawing/2014/main" id="{DE07DF1B-B22D-1F64-976E-E8D66EEFA64C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9555584" y="5147946"/>
                  <a:ext cx="782640" cy="14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06" name="Group 27705">
            <a:extLst>
              <a:ext uri="{FF2B5EF4-FFF2-40B4-BE49-F238E27FC236}">
                <a16:creationId xmlns:a16="http://schemas.microsoft.com/office/drawing/2014/main" id="{AD7FDBFC-AB23-1418-F10F-245E2FC8171B}"/>
              </a:ext>
            </a:extLst>
          </p:cNvPr>
          <p:cNvGrpSpPr/>
          <p:nvPr/>
        </p:nvGrpSpPr>
        <p:grpSpPr>
          <a:xfrm>
            <a:off x="8352464" y="3840066"/>
            <a:ext cx="2006640" cy="694800"/>
            <a:chOff x="8352464" y="3840066"/>
            <a:chExt cx="2006640" cy="69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27670" name="Ink 27669">
                  <a:extLst>
                    <a:ext uri="{FF2B5EF4-FFF2-40B4-BE49-F238E27FC236}">
                      <a16:creationId xmlns:a16="http://schemas.microsoft.com/office/drawing/2014/main" id="{E3375016-D6EA-8F00-FAA0-5BF0E1D02291}"/>
                    </a:ext>
                  </a:extLst>
                </p14:cNvPr>
                <p14:cNvContentPartPr/>
                <p14:nvPr/>
              </p14:nvContentPartPr>
              <p14:xfrm>
                <a:off x="8352464" y="4375026"/>
                <a:ext cx="62280" cy="159840"/>
              </p14:xfrm>
            </p:contentPart>
          </mc:Choice>
          <mc:Fallback xmlns="">
            <p:pic>
              <p:nvPicPr>
                <p:cNvPr id="27670" name="Ink 27669">
                  <a:extLst>
                    <a:ext uri="{FF2B5EF4-FFF2-40B4-BE49-F238E27FC236}">
                      <a16:creationId xmlns:a16="http://schemas.microsoft.com/office/drawing/2014/main" id="{E3375016-D6EA-8F00-FAA0-5BF0E1D02291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8334824" y="4357026"/>
                  <a:ext cx="9792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27671" name="Ink 27670">
                  <a:extLst>
                    <a:ext uri="{FF2B5EF4-FFF2-40B4-BE49-F238E27FC236}">
                      <a16:creationId xmlns:a16="http://schemas.microsoft.com/office/drawing/2014/main" id="{563EF1BA-52F5-2B25-E64E-F087C2AEB71D}"/>
                    </a:ext>
                  </a:extLst>
                </p14:cNvPr>
                <p14:cNvContentPartPr/>
                <p14:nvPr/>
              </p14:nvContentPartPr>
              <p14:xfrm>
                <a:off x="8358584" y="4330026"/>
                <a:ext cx="135720" cy="119520"/>
              </p14:xfrm>
            </p:contentPart>
          </mc:Choice>
          <mc:Fallback xmlns="">
            <p:pic>
              <p:nvPicPr>
                <p:cNvPr id="27671" name="Ink 27670">
                  <a:extLst>
                    <a:ext uri="{FF2B5EF4-FFF2-40B4-BE49-F238E27FC236}">
                      <a16:creationId xmlns:a16="http://schemas.microsoft.com/office/drawing/2014/main" id="{563EF1BA-52F5-2B25-E64E-F087C2AEB71D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8340944" y="4312386"/>
                  <a:ext cx="17136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27672" name="Ink 27671">
                  <a:extLst>
                    <a:ext uri="{FF2B5EF4-FFF2-40B4-BE49-F238E27FC236}">
                      <a16:creationId xmlns:a16="http://schemas.microsoft.com/office/drawing/2014/main" id="{4CF56975-4152-BEF2-5D7E-C0280954FBD7}"/>
                    </a:ext>
                  </a:extLst>
                </p14:cNvPr>
                <p14:cNvContentPartPr/>
                <p14:nvPr/>
              </p14:nvContentPartPr>
              <p14:xfrm>
                <a:off x="8579264" y="4362786"/>
                <a:ext cx="20160" cy="126360"/>
              </p14:xfrm>
            </p:contentPart>
          </mc:Choice>
          <mc:Fallback xmlns="">
            <p:pic>
              <p:nvPicPr>
                <p:cNvPr id="27672" name="Ink 27671">
                  <a:extLst>
                    <a:ext uri="{FF2B5EF4-FFF2-40B4-BE49-F238E27FC236}">
                      <a16:creationId xmlns:a16="http://schemas.microsoft.com/office/drawing/2014/main" id="{4CF56975-4152-BEF2-5D7E-C0280954FBD7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8561624" y="4344786"/>
                  <a:ext cx="558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27673" name="Ink 27672">
                  <a:extLst>
                    <a:ext uri="{FF2B5EF4-FFF2-40B4-BE49-F238E27FC236}">
                      <a16:creationId xmlns:a16="http://schemas.microsoft.com/office/drawing/2014/main" id="{BF7AAC83-945D-C1A3-580E-88B941EAD63F}"/>
                    </a:ext>
                  </a:extLst>
                </p14:cNvPr>
                <p14:cNvContentPartPr/>
                <p14:nvPr/>
              </p14:nvContentPartPr>
              <p14:xfrm>
                <a:off x="8621024" y="4305186"/>
                <a:ext cx="205560" cy="118080"/>
              </p14:xfrm>
            </p:contentPart>
          </mc:Choice>
          <mc:Fallback xmlns="">
            <p:pic>
              <p:nvPicPr>
                <p:cNvPr id="27673" name="Ink 27672">
                  <a:extLst>
                    <a:ext uri="{FF2B5EF4-FFF2-40B4-BE49-F238E27FC236}">
                      <a16:creationId xmlns:a16="http://schemas.microsoft.com/office/drawing/2014/main" id="{BF7AAC83-945D-C1A3-580E-88B941EAD63F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8603024" y="4287186"/>
                  <a:ext cx="24120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27674" name="Ink 27673">
                  <a:extLst>
                    <a:ext uri="{FF2B5EF4-FFF2-40B4-BE49-F238E27FC236}">
                      <a16:creationId xmlns:a16="http://schemas.microsoft.com/office/drawing/2014/main" id="{A148D954-8B74-FCEA-4472-38A232192D63}"/>
                    </a:ext>
                  </a:extLst>
                </p14:cNvPr>
                <p14:cNvContentPartPr/>
                <p14:nvPr/>
              </p14:nvContentPartPr>
              <p14:xfrm>
                <a:off x="8914064" y="4291506"/>
                <a:ext cx="83880" cy="123480"/>
              </p14:xfrm>
            </p:contentPart>
          </mc:Choice>
          <mc:Fallback xmlns="">
            <p:pic>
              <p:nvPicPr>
                <p:cNvPr id="27674" name="Ink 27673">
                  <a:extLst>
                    <a:ext uri="{FF2B5EF4-FFF2-40B4-BE49-F238E27FC236}">
                      <a16:creationId xmlns:a16="http://schemas.microsoft.com/office/drawing/2014/main" id="{A148D954-8B74-FCEA-4472-38A232192D63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8896064" y="4273506"/>
                  <a:ext cx="1195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27675" name="Ink 27674">
                  <a:extLst>
                    <a:ext uri="{FF2B5EF4-FFF2-40B4-BE49-F238E27FC236}">
                      <a16:creationId xmlns:a16="http://schemas.microsoft.com/office/drawing/2014/main" id="{54F9E3D0-2673-B775-86EA-907C42A8A6A2}"/>
                    </a:ext>
                  </a:extLst>
                </p14:cNvPr>
                <p14:cNvContentPartPr/>
                <p14:nvPr/>
              </p14:nvContentPartPr>
              <p14:xfrm>
                <a:off x="9087944" y="4231026"/>
                <a:ext cx="96840" cy="214920"/>
              </p14:xfrm>
            </p:contentPart>
          </mc:Choice>
          <mc:Fallback xmlns="">
            <p:pic>
              <p:nvPicPr>
                <p:cNvPr id="27675" name="Ink 27674">
                  <a:extLst>
                    <a:ext uri="{FF2B5EF4-FFF2-40B4-BE49-F238E27FC236}">
                      <a16:creationId xmlns:a16="http://schemas.microsoft.com/office/drawing/2014/main" id="{54F9E3D0-2673-B775-86EA-907C42A8A6A2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9070304" y="4213026"/>
                  <a:ext cx="13248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27696" name="Ink 27695">
                  <a:extLst>
                    <a:ext uri="{FF2B5EF4-FFF2-40B4-BE49-F238E27FC236}">
                      <a16:creationId xmlns:a16="http://schemas.microsoft.com/office/drawing/2014/main" id="{2025B436-EFE0-354B-ECD9-59E8D0B7510E}"/>
                    </a:ext>
                  </a:extLst>
                </p14:cNvPr>
                <p14:cNvContentPartPr/>
                <p14:nvPr/>
              </p14:nvContentPartPr>
              <p14:xfrm>
                <a:off x="9560984" y="4151466"/>
                <a:ext cx="134640" cy="195480"/>
              </p14:xfrm>
            </p:contentPart>
          </mc:Choice>
          <mc:Fallback xmlns="">
            <p:pic>
              <p:nvPicPr>
                <p:cNvPr id="27696" name="Ink 27695">
                  <a:extLst>
                    <a:ext uri="{FF2B5EF4-FFF2-40B4-BE49-F238E27FC236}">
                      <a16:creationId xmlns:a16="http://schemas.microsoft.com/office/drawing/2014/main" id="{2025B436-EFE0-354B-ECD9-59E8D0B7510E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9542984" y="4133826"/>
                  <a:ext cx="17028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27697" name="Ink 27696">
                  <a:extLst>
                    <a:ext uri="{FF2B5EF4-FFF2-40B4-BE49-F238E27FC236}">
                      <a16:creationId xmlns:a16="http://schemas.microsoft.com/office/drawing/2014/main" id="{07BF1285-1FCD-EAA3-BF51-1449ADFEBF82}"/>
                    </a:ext>
                  </a:extLst>
                </p14:cNvPr>
                <p14:cNvContentPartPr/>
                <p14:nvPr/>
              </p14:nvContentPartPr>
              <p14:xfrm>
                <a:off x="9821624" y="4101066"/>
                <a:ext cx="53280" cy="192240"/>
              </p14:xfrm>
            </p:contentPart>
          </mc:Choice>
          <mc:Fallback xmlns="">
            <p:pic>
              <p:nvPicPr>
                <p:cNvPr id="27697" name="Ink 27696">
                  <a:extLst>
                    <a:ext uri="{FF2B5EF4-FFF2-40B4-BE49-F238E27FC236}">
                      <a16:creationId xmlns:a16="http://schemas.microsoft.com/office/drawing/2014/main" id="{07BF1285-1FCD-EAA3-BF51-1449ADFEBF82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9803624" y="4083426"/>
                  <a:ext cx="8892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27698" name="Ink 27697">
                  <a:extLst>
                    <a:ext uri="{FF2B5EF4-FFF2-40B4-BE49-F238E27FC236}">
                      <a16:creationId xmlns:a16="http://schemas.microsoft.com/office/drawing/2014/main" id="{C81E2488-7771-3D3E-FF50-13FBC630E9B7}"/>
                    </a:ext>
                  </a:extLst>
                </p14:cNvPr>
                <p14:cNvContentPartPr/>
                <p14:nvPr/>
              </p14:nvContentPartPr>
              <p14:xfrm>
                <a:off x="9806864" y="4065426"/>
                <a:ext cx="106920" cy="65880"/>
              </p14:xfrm>
            </p:contentPart>
          </mc:Choice>
          <mc:Fallback xmlns="">
            <p:pic>
              <p:nvPicPr>
                <p:cNvPr id="27698" name="Ink 27697">
                  <a:extLst>
                    <a:ext uri="{FF2B5EF4-FFF2-40B4-BE49-F238E27FC236}">
                      <a16:creationId xmlns:a16="http://schemas.microsoft.com/office/drawing/2014/main" id="{C81E2488-7771-3D3E-FF50-13FBC630E9B7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9788864" y="4047786"/>
                  <a:ext cx="14256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27699" name="Ink 27698">
                  <a:extLst>
                    <a:ext uri="{FF2B5EF4-FFF2-40B4-BE49-F238E27FC236}">
                      <a16:creationId xmlns:a16="http://schemas.microsoft.com/office/drawing/2014/main" id="{B278C87F-AFDC-BD10-2907-AE402F63DB91}"/>
                    </a:ext>
                  </a:extLst>
                </p14:cNvPr>
                <p14:cNvContentPartPr/>
                <p14:nvPr/>
              </p14:nvContentPartPr>
              <p14:xfrm>
                <a:off x="9878504" y="4151466"/>
                <a:ext cx="86400" cy="63720"/>
              </p14:xfrm>
            </p:contentPart>
          </mc:Choice>
          <mc:Fallback xmlns="">
            <p:pic>
              <p:nvPicPr>
                <p:cNvPr id="27699" name="Ink 27698">
                  <a:extLst>
                    <a:ext uri="{FF2B5EF4-FFF2-40B4-BE49-F238E27FC236}">
                      <a16:creationId xmlns:a16="http://schemas.microsoft.com/office/drawing/2014/main" id="{B278C87F-AFDC-BD10-2907-AE402F63DB91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9860864" y="4133826"/>
                  <a:ext cx="1220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27700" name="Ink 27699">
                  <a:extLst>
                    <a:ext uri="{FF2B5EF4-FFF2-40B4-BE49-F238E27FC236}">
                      <a16:creationId xmlns:a16="http://schemas.microsoft.com/office/drawing/2014/main" id="{D8D3C659-C9BC-B036-774A-E8FE5FDC8893}"/>
                    </a:ext>
                  </a:extLst>
                </p14:cNvPr>
                <p14:cNvContentPartPr/>
                <p14:nvPr/>
              </p14:nvContentPartPr>
              <p14:xfrm>
                <a:off x="10038344" y="4071546"/>
                <a:ext cx="33480" cy="144000"/>
              </p14:xfrm>
            </p:contentPart>
          </mc:Choice>
          <mc:Fallback xmlns="">
            <p:pic>
              <p:nvPicPr>
                <p:cNvPr id="27700" name="Ink 27699">
                  <a:extLst>
                    <a:ext uri="{FF2B5EF4-FFF2-40B4-BE49-F238E27FC236}">
                      <a16:creationId xmlns:a16="http://schemas.microsoft.com/office/drawing/2014/main" id="{D8D3C659-C9BC-B036-774A-E8FE5FDC8893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10020344" y="4053546"/>
                  <a:ext cx="691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27701" name="Ink 27700">
                  <a:extLst>
                    <a:ext uri="{FF2B5EF4-FFF2-40B4-BE49-F238E27FC236}">
                      <a16:creationId xmlns:a16="http://schemas.microsoft.com/office/drawing/2014/main" id="{AEF391EA-FC78-9DCD-78AE-60742FD4A204}"/>
                    </a:ext>
                  </a:extLst>
                </p14:cNvPr>
                <p14:cNvContentPartPr/>
                <p14:nvPr/>
              </p14:nvContentPartPr>
              <p14:xfrm>
                <a:off x="10031144" y="4022586"/>
                <a:ext cx="77040" cy="79560"/>
              </p14:xfrm>
            </p:contentPart>
          </mc:Choice>
          <mc:Fallback xmlns="">
            <p:pic>
              <p:nvPicPr>
                <p:cNvPr id="27701" name="Ink 27700">
                  <a:extLst>
                    <a:ext uri="{FF2B5EF4-FFF2-40B4-BE49-F238E27FC236}">
                      <a16:creationId xmlns:a16="http://schemas.microsoft.com/office/drawing/2014/main" id="{AEF391EA-FC78-9DCD-78AE-60742FD4A204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0013144" y="4004946"/>
                  <a:ext cx="11268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27702" name="Ink 27701">
                  <a:extLst>
                    <a:ext uri="{FF2B5EF4-FFF2-40B4-BE49-F238E27FC236}">
                      <a16:creationId xmlns:a16="http://schemas.microsoft.com/office/drawing/2014/main" id="{28AC7846-CF93-C96A-1212-FFBA11890730}"/>
                    </a:ext>
                  </a:extLst>
                </p14:cNvPr>
                <p14:cNvContentPartPr/>
                <p14:nvPr/>
              </p14:nvContentPartPr>
              <p14:xfrm>
                <a:off x="10085504" y="4105026"/>
                <a:ext cx="69840" cy="33120"/>
              </p14:xfrm>
            </p:contentPart>
          </mc:Choice>
          <mc:Fallback xmlns="">
            <p:pic>
              <p:nvPicPr>
                <p:cNvPr id="27702" name="Ink 27701">
                  <a:extLst>
                    <a:ext uri="{FF2B5EF4-FFF2-40B4-BE49-F238E27FC236}">
                      <a16:creationId xmlns:a16="http://schemas.microsoft.com/office/drawing/2014/main" id="{28AC7846-CF93-C96A-1212-FFBA11890730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10067864" y="4087026"/>
                  <a:ext cx="10548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27703" name="Ink 27702">
                  <a:extLst>
                    <a:ext uri="{FF2B5EF4-FFF2-40B4-BE49-F238E27FC236}">
                      <a16:creationId xmlns:a16="http://schemas.microsoft.com/office/drawing/2014/main" id="{1F5B1CBA-DBB0-AD75-CDB5-857299BDC6DA}"/>
                    </a:ext>
                  </a:extLst>
                </p14:cNvPr>
                <p14:cNvContentPartPr/>
                <p14:nvPr/>
              </p14:nvContentPartPr>
              <p14:xfrm>
                <a:off x="9468824" y="3840066"/>
                <a:ext cx="890280" cy="601200"/>
              </p14:xfrm>
            </p:contentPart>
          </mc:Choice>
          <mc:Fallback xmlns="">
            <p:pic>
              <p:nvPicPr>
                <p:cNvPr id="27703" name="Ink 27702">
                  <a:extLst>
                    <a:ext uri="{FF2B5EF4-FFF2-40B4-BE49-F238E27FC236}">
                      <a16:creationId xmlns:a16="http://schemas.microsoft.com/office/drawing/2014/main" id="{1F5B1CBA-DBB0-AD75-CDB5-857299BDC6DA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9451184" y="3822066"/>
                  <a:ext cx="925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27704" name="Ink 27703">
                  <a:extLst>
                    <a:ext uri="{FF2B5EF4-FFF2-40B4-BE49-F238E27FC236}">
                      <a16:creationId xmlns:a16="http://schemas.microsoft.com/office/drawing/2014/main" id="{9654BD38-99AB-D581-1088-1E85E0464C68}"/>
                    </a:ext>
                  </a:extLst>
                </p14:cNvPr>
                <p14:cNvContentPartPr/>
                <p14:nvPr/>
              </p14:nvContentPartPr>
              <p14:xfrm>
                <a:off x="9441824" y="4048146"/>
                <a:ext cx="85320" cy="392760"/>
              </p14:xfrm>
            </p:contentPart>
          </mc:Choice>
          <mc:Fallback xmlns="">
            <p:pic>
              <p:nvPicPr>
                <p:cNvPr id="27704" name="Ink 27703">
                  <a:extLst>
                    <a:ext uri="{FF2B5EF4-FFF2-40B4-BE49-F238E27FC236}">
                      <a16:creationId xmlns:a16="http://schemas.microsoft.com/office/drawing/2014/main" id="{9654BD38-99AB-D581-1088-1E85E0464C68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9423824" y="4030506"/>
                  <a:ext cx="12096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27705" name="Ink 27704">
                  <a:extLst>
                    <a:ext uri="{FF2B5EF4-FFF2-40B4-BE49-F238E27FC236}">
                      <a16:creationId xmlns:a16="http://schemas.microsoft.com/office/drawing/2014/main" id="{A912AED2-A220-83B9-2102-74F88CD57B2D}"/>
                    </a:ext>
                  </a:extLst>
                </p14:cNvPr>
                <p14:cNvContentPartPr/>
                <p14:nvPr/>
              </p14:nvContentPartPr>
              <p14:xfrm>
                <a:off x="9374144" y="3854466"/>
                <a:ext cx="845280" cy="235800"/>
              </p14:xfrm>
            </p:contentPart>
          </mc:Choice>
          <mc:Fallback xmlns="">
            <p:pic>
              <p:nvPicPr>
                <p:cNvPr id="27705" name="Ink 27704">
                  <a:extLst>
                    <a:ext uri="{FF2B5EF4-FFF2-40B4-BE49-F238E27FC236}">
                      <a16:creationId xmlns:a16="http://schemas.microsoft.com/office/drawing/2014/main" id="{A912AED2-A220-83B9-2102-74F88CD57B2D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9356504" y="3836466"/>
                  <a:ext cx="880920" cy="27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12" name="Group 27711">
            <a:extLst>
              <a:ext uri="{FF2B5EF4-FFF2-40B4-BE49-F238E27FC236}">
                <a16:creationId xmlns:a16="http://schemas.microsoft.com/office/drawing/2014/main" id="{D152CA56-CE52-6AEA-E7C4-1D840B40330A}"/>
              </a:ext>
            </a:extLst>
          </p:cNvPr>
          <p:cNvGrpSpPr/>
          <p:nvPr/>
        </p:nvGrpSpPr>
        <p:grpSpPr>
          <a:xfrm>
            <a:off x="8191904" y="3473586"/>
            <a:ext cx="541080" cy="198000"/>
            <a:chOff x="8191904" y="3473586"/>
            <a:chExt cx="541080" cy="19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27707" name="Ink 27706">
                  <a:extLst>
                    <a:ext uri="{FF2B5EF4-FFF2-40B4-BE49-F238E27FC236}">
                      <a16:creationId xmlns:a16="http://schemas.microsoft.com/office/drawing/2014/main" id="{71011C29-A2D6-9579-98B2-AB6B35911A60}"/>
                    </a:ext>
                  </a:extLst>
                </p14:cNvPr>
                <p14:cNvContentPartPr/>
                <p14:nvPr/>
              </p14:nvContentPartPr>
              <p14:xfrm>
                <a:off x="8191904" y="3486906"/>
                <a:ext cx="151560" cy="165240"/>
              </p14:xfrm>
            </p:contentPart>
          </mc:Choice>
          <mc:Fallback xmlns="">
            <p:pic>
              <p:nvPicPr>
                <p:cNvPr id="27707" name="Ink 27706">
                  <a:extLst>
                    <a:ext uri="{FF2B5EF4-FFF2-40B4-BE49-F238E27FC236}">
                      <a16:creationId xmlns:a16="http://schemas.microsoft.com/office/drawing/2014/main" id="{71011C29-A2D6-9579-98B2-AB6B35911A60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8173904" y="3469266"/>
                  <a:ext cx="18720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27708" name="Ink 27707">
                  <a:extLst>
                    <a:ext uri="{FF2B5EF4-FFF2-40B4-BE49-F238E27FC236}">
                      <a16:creationId xmlns:a16="http://schemas.microsoft.com/office/drawing/2014/main" id="{3F2643EA-2BE5-0443-9E21-1D348EEE5DDC}"/>
                    </a:ext>
                  </a:extLst>
                </p14:cNvPr>
                <p14:cNvContentPartPr/>
                <p14:nvPr/>
              </p14:nvContentPartPr>
              <p14:xfrm>
                <a:off x="8479184" y="3574386"/>
                <a:ext cx="36360" cy="97200"/>
              </p14:xfrm>
            </p:contentPart>
          </mc:Choice>
          <mc:Fallback xmlns="">
            <p:pic>
              <p:nvPicPr>
                <p:cNvPr id="27708" name="Ink 27707">
                  <a:extLst>
                    <a:ext uri="{FF2B5EF4-FFF2-40B4-BE49-F238E27FC236}">
                      <a16:creationId xmlns:a16="http://schemas.microsoft.com/office/drawing/2014/main" id="{3F2643EA-2BE5-0443-9E21-1D348EEE5DDC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8461544" y="3556746"/>
                  <a:ext cx="7200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27709" name="Ink 27708">
                  <a:extLst>
                    <a:ext uri="{FF2B5EF4-FFF2-40B4-BE49-F238E27FC236}">
                      <a16:creationId xmlns:a16="http://schemas.microsoft.com/office/drawing/2014/main" id="{97576035-7B06-C140-5780-850A4C0594A2}"/>
                    </a:ext>
                  </a:extLst>
                </p14:cNvPr>
                <p14:cNvContentPartPr/>
                <p14:nvPr/>
              </p14:nvContentPartPr>
              <p14:xfrm>
                <a:off x="8458664" y="3535866"/>
                <a:ext cx="117720" cy="126000"/>
              </p14:xfrm>
            </p:contentPart>
          </mc:Choice>
          <mc:Fallback xmlns="">
            <p:pic>
              <p:nvPicPr>
                <p:cNvPr id="27709" name="Ink 27708">
                  <a:extLst>
                    <a:ext uri="{FF2B5EF4-FFF2-40B4-BE49-F238E27FC236}">
                      <a16:creationId xmlns:a16="http://schemas.microsoft.com/office/drawing/2014/main" id="{97576035-7B06-C140-5780-850A4C0594A2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8440664" y="3518226"/>
                  <a:ext cx="15336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27710" name="Ink 27709">
                  <a:extLst>
                    <a:ext uri="{FF2B5EF4-FFF2-40B4-BE49-F238E27FC236}">
                      <a16:creationId xmlns:a16="http://schemas.microsoft.com/office/drawing/2014/main" id="{AE4EA27A-FA9B-60D1-EB36-18AA54D16267}"/>
                    </a:ext>
                  </a:extLst>
                </p14:cNvPr>
                <p14:cNvContentPartPr/>
                <p14:nvPr/>
              </p14:nvContentPartPr>
              <p14:xfrm>
                <a:off x="8612024" y="3532266"/>
                <a:ext cx="70560" cy="104760"/>
              </p14:xfrm>
            </p:contentPart>
          </mc:Choice>
          <mc:Fallback xmlns="">
            <p:pic>
              <p:nvPicPr>
                <p:cNvPr id="27710" name="Ink 27709">
                  <a:extLst>
                    <a:ext uri="{FF2B5EF4-FFF2-40B4-BE49-F238E27FC236}">
                      <a16:creationId xmlns:a16="http://schemas.microsoft.com/office/drawing/2014/main" id="{AE4EA27A-FA9B-60D1-EB36-18AA54D16267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8594384" y="3514626"/>
                  <a:ext cx="10620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27711" name="Ink 27710">
                  <a:extLst>
                    <a:ext uri="{FF2B5EF4-FFF2-40B4-BE49-F238E27FC236}">
                      <a16:creationId xmlns:a16="http://schemas.microsoft.com/office/drawing/2014/main" id="{40E1C42E-491D-4BA4-35CC-6692818EBA07}"/>
                    </a:ext>
                  </a:extLst>
                </p14:cNvPr>
                <p14:cNvContentPartPr/>
                <p14:nvPr/>
              </p14:nvContentPartPr>
              <p14:xfrm>
                <a:off x="8642624" y="3473586"/>
                <a:ext cx="90360" cy="145440"/>
              </p14:xfrm>
            </p:contentPart>
          </mc:Choice>
          <mc:Fallback xmlns="">
            <p:pic>
              <p:nvPicPr>
                <p:cNvPr id="27711" name="Ink 27710">
                  <a:extLst>
                    <a:ext uri="{FF2B5EF4-FFF2-40B4-BE49-F238E27FC236}">
                      <a16:creationId xmlns:a16="http://schemas.microsoft.com/office/drawing/2014/main" id="{40E1C42E-491D-4BA4-35CC-6692818EBA07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8624984" y="3455586"/>
                  <a:ext cx="126000" cy="181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29" name="Group 27728">
            <a:extLst>
              <a:ext uri="{FF2B5EF4-FFF2-40B4-BE49-F238E27FC236}">
                <a16:creationId xmlns:a16="http://schemas.microsoft.com/office/drawing/2014/main" id="{6E072C30-D0A1-5E6E-C099-EB5C8C137A2C}"/>
              </a:ext>
            </a:extLst>
          </p:cNvPr>
          <p:cNvGrpSpPr/>
          <p:nvPr/>
        </p:nvGrpSpPr>
        <p:grpSpPr>
          <a:xfrm>
            <a:off x="10990904" y="3314106"/>
            <a:ext cx="756360" cy="485640"/>
            <a:chOff x="10990904" y="3314106"/>
            <a:chExt cx="756360" cy="485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27713" name="Ink 27712">
                  <a:extLst>
                    <a:ext uri="{FF2B5EF4-FFF2-40B4-BE49-F238E27FC236}">
                      <a16:creationId xmlns:a16="http://schemas.microsoft.com/office/drawing/2014/main" id="{26B07DEC-8491-8946-78D5-2B4D98EEFCE6}"/>
                    </a:ext>
                  </a:extLst>
                </p14:cNvPr>
                <p14:cNvContentPartPr/>
                <p14:nvPr/>
              </p14:nvContentPartPr>
              <p14:xfrm>
                <a:off x="10990904" y="3731346"/>
                <a:ext cx="182520" cy="18360"/>
              </p14:xfrm>
            </p:contentPart>
          </mc:Choice>
          <mc:Fallback xmlns="">
            <p:pic>
              <p:nvPicPr>
                <p:cNvPr id="27713" name="Ink 27712">
                  <a:extLst>
                    <a:ext uri="{FF2B5EF4-FFF2-40B4-BE49-F238E27FC236}">
                      <a16:creationId xmlns:a16="http://schemas.microsoft.com/office/drawing/2014/main" id="{26B07DEC-8491-8946-78D5-2B4D98EEFCE6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10973264" y="3713346"/>
                  <a:ext cx="21816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27714" name="Ink 27713">
                  <a:extLst>
                    <a:ext uri="{FF2B5EF4-FFF2-40B4-BE49-F238E27FC236}">
                      <a16:creationId xmlns:a16="http://schemas.microsoft.com/office/drawing/2014/main" id="{0AE718F1-9744-C4FD-962E-5F0EA0C589B4}"/>
                    </a:ext>
                  </a:extLst>
                </p14:cNvPr>
                <p14:cNvContentPartPr/>
                <p14:nvPr/>
              </p14:nvContentPartPr>
              <p14:xfrm>
                <a:off x="11062184" y="3314106"/>
                <a:ext cx="213120" cy="221760"/>
              </p14:xfrm>
            </p:contentPart>
          </mc:Choice>
          <mc:Fallback xmlns="">
            <p:pic>
              <p:nvPicPr>
                <p:cNvPr id="27714" name="Ink 27713">
                  <a:extLst>
                    <a:ext uri="{FF2B5EF4-FFF2-40B4-BE49-F238E27FC236}">
                      <a16:creationId xmlns:a16="http://schemas.microsoft.com/office/drawing/2014/main" id="{0AE718F1-9744-C4FD-962E-5F0EA0C589B4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11044184" y="3296106"/>
                  <a:ext cx="24876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27715" name="Ink 27714">
                  <a:extLst>
                    <a:ext uri="{FF2B5EF4-FFF2-40B4-BE49-F238E27FC236}">
                      <a16:creationId xmlns:a16="http://schemas.microsoft.com/office/drawing/2014/main" id="{06B4C84D-2DF4-FF95-0A39-56572465A77E}"/>
                    </a:ext>
                  </a:extLst>
                </p14:cNvPr>
                <p14:cNvContentPartPr/>
                <p14:nvPr/>
              </p14:nvContentPartPr>
              <p14:xfrm>
                <a:off x="11337224" y="3502026"/>
                <a:ext cx="35640" cy="135720"/>
              </p14:xfrm>
            </p:contentPart>
          </mc:Choice>
          <mc:Fallback xmlns="">
            <p:pic>
              <p:nvPicPr>
                <p:cNvPr id="27715" name="Ink 27714">
                  <a:extLst>
                    <a:ext uri="{FF2B5EF4-FFF2-40B4-BE49-F238E27FC236}">
                      <a16:creationId xmlns:a16="http://schemas.microsoft.com/office/drawing/2014/main" id="{06B4C84D-2DF4-FF95-0A39-56572465A77E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11319224" y="3484386"/>
                  <a:ext cx="7128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27716" name="Ink 27715">
                  <a:extLst>
                    <a:ext uri="{FF2B5EF4-FFF2-40B4-BE49-F238E27FC236}">
                      <a16:creationId xmlns:a16="http://schemas.microsoft.com/office/drawing/2014/main" id="{E7B9D233-9430-C061-D310-001A9B3B6C21}"/>
                    </a:ext>
                  </a:extLst>
                </p14:cNvPr>
                <p14:cNvContentPartPr/>
                <p14:nvPr/>
              </p14:nvContentPartPr>
              <p14:xfrm>
                <a:off x="11331464" y="3484386"/>
                <a:ext cx="130320" cy="156240"/>
              </p14:xfrm>
            </p:contentPart>
          </mc:Choice>
          <mc:Fallback xmlns="">
            <p:pic>
              <p:nvPicPr>
                <p:cNvPr id="27716" name="Ink 27715">
                  <a:extLst>
                    <a:ext uri="{FF2B5EF4-FFF2-40B4-BE49-F238E27FC236}">
                      <a16:creationId xmlns:a16="http://schemas.microsoft.com/office/drawing/2014/main" id="{E7B9D233-9430-C061-D310-001A9B3B6C21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11313464" y="3466746"/>
                  <a:ext cx="16596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27717" name="Ink 27716">
                  <a:extLst>
                    <a:ext uri="{FF2B5EF4-FFF2-40B4-BE49-F238E27FC236}">
                      <a16:creationId xmlns:a16="http://schemas.microsoft.com/office/drawing/2014/main" id="{12109238-DE2F-3BC6-D27A-707920F466DF}"/>
                    </a:ext>
                  </a:extLst>
                </p14:cNvPr>
                <p14:cNvContentPartPr/>
                <p14:nvPr/>
              </p14:nvContentPartPr>
              <p14:xfrm>
                <a:off x="11561144" y="3462786"/>
                <a:ext cx="60480" cy="180360"/>
              </p14:xfrm>
            </p:contentPart>
          </mc:Choice>
          <mc:Fallback xmlns="">
            <p:pic>
              <p:nvPicPr>
                <p:cNvPr id="27717" name="Ink 27716">
                  <a:extLst>
                    <a:ext uri="{FF2B5EF4-FFF2-40B4-BE49-F238E27FC236}">
                      <a16:creationId xmlns:a16="http://schemas.microsoft.com/office/drawing/2014/main" id="{12109238-DE2F-3BC6-D27A-707920F466DF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11543144" y="3445146"/>
                  <a:ext cx="9612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27718" name="Ink 27717">
                  <a:extLst>
                    <a:ext uri="{FF2B5EF4-FFF2-40B4-BE49-F238E27FC236}">
                      <a16:creationId xmlns:a16="http://schemas.microsoft.com/office/drawing/2014/main" id="{26CE8FC3-015E-84BA-F370-9C33B4DF39C7}"/>
                    </a:ext>
                  </a:extLst>
                </p14:cNvPr>
                <p14:cNvContentPartPr/>
                <p14:nvPr/>
              </p14:nvContentPartPr>
              <p14:xfrm>
                <a:off x="11586344" y="3469266"/>
                <a:ext cx="114840" cy="168120"/>
              </p14:xfrm>
            </p:contentPart>
          </mc:Choice>
          <mc:Fallback xmlns="">
            <p:pic>
              <p:nvPicPr>
                <p:cNvPr id="27718" name="Ink 27717">
                  <a:extLst>
                    <a:ext uri="{FF2B5EF4-FFF2-40B4-BE49-F238E27FC236}">
                      <a16:creationId xmlns:a16="http://schemas.microsoft.com/office/drawing/2014/main" id="{26CE8FC3-015E-84BA-F370-9C33B4DF39C7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11568704" y="3451266"/>
                  <a:ext cx="15048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27719" name="Ink 27718">
                  <a:extLst>
                    <a:ext uri="{FF2B5EF4-FFF2-40B4-BE49-F238E27FC236}">
                      <a16:creationId xmlns:a16="http://schemas.microsoft.com/office/drawing/2014/main" id="{7E535FB3-2811-0B63-B8DF-8B568C1474DB}"/>
                    </a:ext>
                  </a:extLst>
                </p14:cNvPr>
                <p14:cNvContentPartPr/>
                <p14:nvPr/>
              </p14:nvContentPartPr>
              <p14:xfrm>
                <a:off x="11742944" y="3615066"/>
                <a:ext cx="4320" cy="3240"/>
              </p14:xfrm>
            </p:contentPart>
          </mc:Choice>
          <mc:Fallback xmlns="">
            <p:pic>
              <p:nvPicPr>
                <p:cNvPr id="27719" name="Ink 27718">
                  <a:extLst>
                    <a:ext uri="{FF2B5EF4-FFF2-40B4-BE49-F238E27FC236}">
                      <a16:creationId xmlns:a16="http://schemas.microsoft.com/office/drawing/2014/main" id="{7E535FB3-2811-0B63-B8DF-8B568C1474DB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11724944" y="3597426"/>
                  <a:ext cx="399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27728" name="Ink 27727">
                  <a:extLst>
                    <a:ext uri="{FF2B5EF4-FFF2-40B4-BE49-F238E27FC236}">
                      <a16:creationId xmlns:a16="http://schemas.microsoft.com/office/drawing/2014/main" id="{94F76E40-EB94-F9AF-745E-6B9C517634C3}"/>
                    </a:ext>
                  </a:extLst>
                </p14:cNvPr>
                <p14:cNvContentPartPr/>
                <p14:nvPr/>
              </p14:nvContentPartPr>
              <p14:xfrm>
                <a:off x="11048864" y="3727746"/>
                <a:ext cx="69840" cy="72000"/>
              </p14:xfrm>
            </p:contentPart>
          </mc:Choice>
          <mc:Fallback xmlns="">
            <p:pic>
              <p:nvPicPr>
                <p:cNvPr id="27728" name="Ink 27727">
                  <a:extLst>
                    <a:ext uri="{FF2B5EF4-FFF2-40B4-BE49-F238E27FC236}">
                      <a16:creationId xmlns:a16="http://schemas.microsoft.com/office/drawing/2014/main" id="{94F76E40-EB94-F9AF-745E-6B9C517634C3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1030864" y="3710106"/>
                  <a:ext cx="105480" cy="107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35" name="Group 27734">
            <a:extLst>
              <a:ext uri="{FF2B5EF4-FFF2-40B4-BE49-F238E27FC236}">
                <a16:creationId xmlns:a16="http://schemas.microsoft.com/office/drawing/2014/main" id="{84EE0885-4C3C-F364-E21F-1C16809052A9}"/>
              </a:ext>
            </a:extLst>
          </p:cNvPr>
          <p:cNvGrpSpPr/>
          <p:nvPr/>
        </p:nvGrpSpPr>
        <p:grpSpPr>
          <a:xfrm>
            <a:off x="11081264" y="4353426"/>
            <a:ext cx="920520" cy="1580400"/>
            <a:chOff x="11081264" y="4353426"/>
            <a:chExt cx="920520" cy="158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27721" name="Ink 27720">
                  <a:extLst>
                    <a:ext uri="{FF2B5EF4-FFF2-40B4-BE49-F238E27FC236}">
                      <a16:creationId xmlns:a16="http://schemas.microsoft.com/office/drawing/2014/main" id="{0CAE14F1-766D-1FBD-2B72-6A9D70BEC196}"/>
                    </a:ext>
                  </a:extLst>
                </p14:cNvPr>
                <p14:cNvContentPartPr/>
                <p14:nvPr/>
              </p14:nvContentPartPr>
              <p14:xfrm>
                <a:off x="11108624" y="4657626"/>
                <a:ext cx="61200" cy="72720"/>
              </p14:xfrm>
            </p:contentPart>
          </mc:Choice>
          <mc:Fallback xmlns="">
            <p:pic>
              <p:nvPicPr>
                <p:cNvPr id="27721" name="Ink 27720">
                  <a:extLst>
                    <a:ext uri="{FF2B5EF4-FFF2-40B4-BE49-F238E27FC236}">
                      <a16:creationId xmlns:a16="http://schemas.microsoft.com/office/drawing/2014/main" id="{0CAE14F1-766D-1FBD-2B72-6A9D70BEC196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11090984" y="4639986"/>
                  <a:ext cx="9684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27722" name="Ink 27721">
                  <a:extLst>
                    <a:ext uri="{FF2B5EF4-FFF2-40B4-BE49-F238E27FC236}">
                      <a16:creationId xmlns:a16="http://schemas.microsoft.com/office/drawing/2014/main" id="{BE4A53C9-11CA-50B0-A699-76CC93655D8E}"/>
                    </a:ext>
                  </a:extLst>
                </p14:cNvPr>
                <p14:cNvContentPartPr/>
                <p14:nvPr/>
              </p14:nvContentPartPr>
              <p14:xfrm>
                <a:off x="11156504" y="4674186"/>
                <a:ext cx="11160" cy="10800"/>
              </p14:xfrm>
            </p:contentPart>
          </mc:Choice>
          <mc:Fallback xmlns="">
            <p:pic>
              <p:nvPicPr>
                <p:cNvPr id="27722" name="Ink 27721">
                  <a:extLst>
                    <a:ext uri="{FF2B5EF4-FFF2-40B4-BE49-F238E27FC236}">
                      <a16:creationId xmlns:a16="http://schemas.microsoft.com/office/drawing/2014/main" id="{BE4A53C9-11CA-50B0-A699-76CC93655D8E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11138504" y="4656186"/>
                  <a:ext cx="4680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27723" name="Ink 27722">
                  <a:extLst>
                    <a:ext uri="{FF2B5EF4-FFF2-40B4-BE49-F238E27FC236}">
                      <a16:creationId xmlns:a16="http://schemas.microsoft.com/office/drawing/2014/main" id="{0585172B-0722-A97C-FBF3-744B3F10E797}"/>
                    </a:ext>
                  </a:extLst>
                </p14:cNvPr>
                <p14:cNvContentPartPr/>
                <p14:nvPr/>
              </p14:nvContentPartPr>
              <p14:xfrm>
                <a:off x="11106104" y="4674906"/>
                <a:ext cx="388440" cy="21240"/>
              </p14:xfrm>
            </p:contentPart>
          </mc:Choice>
          <mc:Fallback xmlns="">
            <p:pic>
              <p:nvPicPr>
                <p:cNvPr id="27723" name="Ink 27722">
                  <a:extLst>
                    <a:ext uri="{FF2B5EF4-FFF2-40B4-BE49-F238E27FC236}">
                      <a16:creationId xmlns:a16="http://schemas.microsoft.com/office/drawing/2014/main" id="{0585172B-0722-A97C-FBF3-744B3F10E797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11088464" y="4657266"/>
                  <a:ext cx="42408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27724" name="Ink 27723">
                  <a:extLst>
                    <a:ext uri="{FF2B5EF4-FFF2-40B4-BE49-F238E27FC236}">
                      <a16:creationId xmlns:a16="http://schemas.microsoft.com/office/drawing/2014/main" id="{047073F9-0887-45AB-FF3E-EE5B14A22AF9}"/>
                    </a:ext>
                  </a:extLst>
                </p14:cNvPr>
                <p14:cNvContentPartPr/>
                <p14:nvPr/>
              </p14:nvContentPartPr>
              <p14:xfrm>
                <a:off x="11450984" y="4455306"/>
                <a:ext cx="120240" cy="132840"/>
              </p14:xfrm>
            </p:contentPart>
          </mc:Choice>
          <mc:Fallback xmlns="">
            <p:pic>
              <p:nvPicPr>
                <p:cNvPr id="27724" name="Ink 27723">
                  <a:extLst>
                    <a:ext uri="{FF2B5EF4-FFF2-40B4-BE49-F238E27FC236}">
                      <a16:creationId xmlns:a16="http://schemas.microsoft.com/office/drawing/2014/main" id="{047073F9-0887-45AB-FF3E-EE5B14A22AF9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11432984" y="4437306"/>
                  <a:ext cx="15588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27725" name="Ink 27724">
                  <a:extLst>
                    <a:ext uri="{FF2B5EF4-FFF2-40B4-BE49-F238E27FC236}">
                      <a16:creationId xmlns:a16="http://schemas.microsoft.com/office/drawing/2014/main" id="{12AFE6DC-E38D-5804-5C02-629C4C80FF8C}"/>
                    </a:ext>
                  </a:extLst>
                </p14:cNvPr>
                <p14:cNvContentPartPr/>
                <p14:nvPr/>
              </p14:nvContentPartPr>
              <p14:xfrm>
                <a:off x="11681024" y="4450986"/>
                <a:ext cx="121680" cy="82080"/>
              </p14:xfrm>
            </p:contentPart>
          </mc:Choice>
          <mc:Fallback xmlns="">
            <p:pic>
              <p:nvPicPr>
                <p:cNvPr id="27725" name="Ink 27724">
                  <a:extLst>
                    <a:ext uri="{FF2B5EF4-FFF2-40B4-BE49-F238E27FC236}">
                      <a16:creationId xmlns:a16="http://schemas.microsoft.com/office/drawing/2014/main" id="{12AFE6DC-E38D-5804-5C02-629C4C80FF8C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11663024" y="4433346"/>
                  <a:ext cx="15732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27726" name="Ink 27725">
                  <a:extLst>
                    <a:ext uri="{FF2B5EF4-FFF2-40B4-BE49-F238E27FC236}">
                      <a16:creationId xmlns:a16="http://schemas.microsoft.com/office/drawing/2014/main" id="{1DB10DC9-57EA-5769-4E61-12E4743E9D10}"/>
                    </a:ext>
                  </a:extLst>
                </p14:cNvPr>
                <p14:cNvContentPartPr/>
                <p14:nvPr/>
              </p14:nvContentPartPr>
              <p14:xfrm>
                <a:off x="11878664" y="4353426"/>
                <a:ext cx="50040" cy="229320"/>
              </p14:xfrm>
            </p:contentPart>
          </mc:Choice>
          <mc:Fallback xmlns="">
            <p:pic>
              <p:nvPicPr>
                <p:cNvPr id="27726" name="Ink 27725">
                  <a:extLst>
                    <a:ext uri="{FF2B5EF4-FFF2-40B4-BE49-F238E27FC236}">
                      <a16:creationId xmlns:a16="http://schemas.microsoft.com/office/drawing/2014/main" id="{1DB10DC9-57EA-5769-4E61-12E4743E9D10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1860664" y="4335786"/>
                  <a:ext cx="8568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27727" name="Ink 27726">
                  <a:extLst>
                    <a:ext uri="{FF2B5EF4-FFF2-40B4-BE49-F238E27FC236}">
                      <a16:creationId xmlns:a16="http://schemas.microsoft.com/office/drawing/2014/main" id="{7252C5B4-95D0-7505-D551-16D5001DE419}"/>
                    </a:ext>
                  </a:extLst>
                </p14:cNvPr>
                <p14:cNvContentPartPr/>
                <p14:nvPr/>
              </p14:nvContentPartPr>
              <p14:xfrm>
                <a:off x="11871104" y="4419306"/>
                <a:ext cx="130680" cy="47520"/>
              </p14:xfrm>
            </p:contentPart>
          </mc:Choice>
          <mc:Fallback xmlns="">
            <p:pic>
              <p:nvPicPr>
                <p:cNvPr id="27727" name="Ink 27726">
                  <a:extLst>
                    <a:ext uri="{FF2B5EF4-FFF2-40B4-BE49-F238E27FC236}">
                      <a16:creationId xmlns:a16="http://schemas.microsoft.com/office/drawing/2014/main" id="{7252C5B4-95D0-7505-D551-16D5001DE419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1853464" y="4401666"/>
                  <a:ext cx="16632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27731" name="Ink 27730">
                  <a:extLst>
                    <a:ext uri="{FF2B5EF4-FFF2-40B4-BE49-F238E27FC236}">
                      <a16:creationId xmlns:a16="http://schemas.microsoft.com/office/drawing/2014/main" id="{20FD4FDC-7687-2E19-C936-3A283C15F3A3}"/>
                    </a:ext>
                  </a:extLst>
                </p14:cNvPr>
                <p14:cNvContentPartPr/>
                <p14:nvPr/>
              </p14:nvContentPartPr>
              <p14:xfrm>
                <a:off x="11081264" y="4708386"/>
                <a:ext cx="133560" cy="1088640"/>
              </p14:xfrm>
            </p:contentPart>
          </mc:Choice>
          <mc:Fallback xmlns="">
            <p:pic>
              <p:nvPicPr>
                <p:cNvPr id="27731" name="Ink 27730">
                  <a:extLst>
                    <a:ext uri="{FF2B5EF4-FFF2-40B4-BE49-F238E27FC236}">
                      <a16:creationId xmlns:a16="http://schemas.microsoft.com/office/drawing/2014/main" id="{20FD4FDC-7687-2E19-C936-3A283C15F3A3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1063624" y="4690386"/>
                  <a:ext cx="169200" cy="11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27732" name="Ink 27731">
                  <a:extLst>
                    <a:ext uri="{FF2B5EF4-FFF2-40B4-BE49-F238E27FC236}">
                      <a16:creationId xmlns:a16="http://schemas.microsoft.com/office/drawing/2014/main" id="{0DE22F1B-B9D6-ADA7-1838-B5B4994ED7F5}"/>
                    </a:ext>
                  </a:extLst>
                </p14:cNvPr>
                <p14:cNvContentPartPr/>
                <p14:nvPr/>
              </p14:nvContentPartPr>
              <p14:xfrm>
                <a:off x="11093144" y="5754546"/>
                <a:ext cx="272520" cy="34560"/>
              </p14:xfrm>
            </p:contentPart>
          </mc:Choice>
          <mc:Fallback xmlns="">
            <p:pic>
              <p:nvPicPr>
                <p:cNvPr id="27732" name="Ink 27731">
                  <a:extLst>
                    <a:ext uri="{FF2B5EF4-FFF2-40B4-BE49-F238E27FC236}">
                      <a16:creationId xmlns:a16="http://schemas.microsoft.com/office/drawing/2014/main" id="{0DE22F1B-B9D6-ADA7-1838-B5B4994ED7F5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1075504" y="5736906"/>
                  <a:ext cx="30816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27733" name="Ink 27732">
                  <a:extLst>
                    <a:ext uri="{FF2B5EF4-FFF2-40B4-BE49-F238E27FC236}">
                      <a16:creationId xmlns:a16="http://schemas.microsoft.com/office/drawing/2014/main" id="{B8DB780D-30BF-93C9-754B-95B625F098F9}"/>
                    </a:ext>
                  </a:extLst>
                </p14:cNvPr>
                <p14:cNvContentPartPr/>
                <p14:nvPr/>
              </p14:nvContentPartPr>
              <p14:xfrm>
                <a:off x="11105024" y="5764626"/>
                <a:ext cx="152640" cy="165960"/>
              </p14:xfrm>
            </p:contentPart>
          </mc:Choice>
          <mc:Fallback xmlns="">
            <p:pic>
              <p:nvPicPr>
                <p:cNvPr id="27733" name="Ink 27732">
                  <a:extLst>
                    <a:ext uri="{FF2B5EF4-FFF2-40B4-BE49-F238E27FC236}">
                      <a16:creationId xmlns:a16="http://schemas.microsoft.com/office/drawing/2014/main" id="{B8DB780D-30BF-93C9-754B-95B625F098F9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1087384" y="5746986"/>
                  <a:ext cx="18828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27734" name="Ink 27733">
                  <a:extLst>
                    <a:ext uri="{FF2B5EF4-FFF2-40B4-BE49-F238E27FC236}">
                      <a16:creationId xmlns:a16="http://schemas.microsoft.com/office/drawing/2014/main" id="{BC671901-AB5C-4E81-2154-74254187D603}"/>
                    </a:ext>
                  </a:extLst>
                </p14:cNvPr>
                <p14:cNvContentPartPr/>
                <p14:nvPr/>
              </p14:nvContentPartPr>
              <p14:xfrm>
                <a:off x="11218064" y="5756706"/>
                <a:ext cx="113040" cy="177120"/>
              </p14:xfrm>
            </p:contentPart>
          </mc:Choice>
          <mc:Fallback xmlns="">
            <p:pic>
              <p:nvPicPr>
                <p:cNvPr id="27734" name="Ink 27733">
                  <a:extLst>
                    <a:ext uri="{FF2B5EF4-FFF2-40B4-BE49-F238E27FC236}">
                      <a16:creationId xmlns:a16="http://schemas.microsoft.com/office/drawing/2014/main" id="{BC671901-AB5C-4E81-2154-74254187D603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11200064" y="5739066"/>
                  <a:ext cx="148680" cy="212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47">
            <p14:nvContentPartPr>
              <p14:cNvPr id="27736" name="Ink 27735">
                <a:extLst>
                  <a:ext uri="{FF2B5EF4-FFF2-40B4-BE49-F238E27FC236}">
                    <a16:creationId xmlns:a16="http://schemas.microsoft.com/office/drawing/2014/main" id="{E21B0FBB-C900-D93D-084A-D0267E213DA2}"/>
                  </a:ext>
                </a:extLst>
              </p14:cNvPr>
              <p14:cNvContentPartPr/>
              <p14:nvPr/>
            </p14:nvContentPartPr>
            <p14:xfrm>
              <a:off x="11052104" y="3739986"/>
              <a:ext cx="40680" cy="91080"/>
            </p14:xfrm>
          </p:contentPart>
        </mc:Choice>
        <mc:Fallback xmlns="">
          <p:pic>
            <p:nvPicPr>
              <p:cNvPr id="27736" name="Ink 27735">
                <a:extLst>
                  <a:ext uri="{FF2B5EF4-FFF2-40B4-BE49-F238E27FC236}">
                    <a16:creationId xmlns:a16="http://schemas.microsoft.com/office/drawing/2014/main" id="{E21B0FBB-C900-D93D-084A-D0267E213DA2}"/>
                  </a:ext>
                </a:extLst>
              </p:cNvPr>
              <p:cNvPicPr/>
              <p:nvPr/>
            </p:nvPicPr>
            <p:blipFill>
              <a:blip r:embed="rId248"/>
              <a:stretch>
                <a:fillRect/>
              </a:stretch>
            </p:blipFill>
            <p:spPr>
              <a:xfrm>
                <a:off x="11034104" y="3721986"/>
                <a:ext cx="76320" cy="126720"/>
              </a:xfrm>
              <a:prstGeom prst="rect">
                <a:avLst/>
              </a:prstGeom>
            </p:spPr>
          </p:pic>
        </mc:Fallback>
      </mc:AlternateContent>
      <p:grpSp>
        <p:nvGrpSpPr>
          <p:cNvPr id="27740" name="Group 27739">
            <a:extLst>
              <a:ext uri="{FF2B5EF4-FFF2-40B4-BE49-F238E27FC236}">
                <a16:creationId xmlns:a16="http://schemas.microsoft.com/office/drawing/2014/main" id="{AC979D7B-8668-49CD-95DA-67FD195E2C44}"/>
              </a:ext>
            </a:extLst>
          </p:cNvPr>
          <p:cNvGrpSpPr/>
          <p:nvPr/>
        </p:nvGrpSpPr>
        <p:grpSpPr>
          <a:xfrm>
            <a:off x="10646384" y="2911266"/>
            <a:ext cx="1416960" cy="3438720"/>
            <a:chOff x="10646384" y="2911266"/>
            <a:chExt cx="1416960" cy="3438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27737" name="Ink 27736">
                  <a:extLst>
                    <a:ext uri="{FF2B5EF4-FFF2-40B4-BE49-F238E27FC236}">
                      <a16:creationId xmlns:a16="http://schemas.microsoft.com/office/drawing/2014/main" id="{CDEFEE46-B699-ABF0-029F-9EC14C538799}"/>
                    </a:ext>
                  </a:extLst>
                </p14:cNvPr>
                <p14:cNvContentPartPr/>
                <p14:nvPr/>
              </p14:nvContentPartPr>
              <p14:xfrm>
                <a:off x="10672304" y="2911266"/>
                <a:ext cx="144000" cy="3386520"/>
              </p14:xfrm>
            </p:contentPart>
          </mc:Choice>
          <mc:Fallback xmlns="">
            <p:pic>
              <p:nvPicPr>
                <p:cNvPr id="27737" name="Ink 27736">
                  <a:extLst>
                    <a:ext uri="{FF2B5EF4-FFF2-40B4-BE49-F238E27FC236}">
                      <a16:creationId xmlns:a16="http://schemas.microsoft.com/office/drawing/2014/main" id="{CDEFEE46-B699-ABF0-029F-9EC14C538799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10654304" y="2893626"/>
                  <a:ext cx="179640" cy="342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27738" name="Ink 27737">
                  <a:extLst>
                    <a:ext uri="{FF2B5EF4-FFF2-40B4-BE49-F238E27FC236}">
                      <a16:creationId xmlns:a16="http://schemas.microsoft.com/office/drawing/2014/main" id="{A9FE6F3F-F663-864B-AEF0-1F8B746B4208}"/>
                    </a:ext>
                  </a:extLst>
                </p14:cNvPr>
                <p14:cNvContentPartPr/>
                <p14:nvPr/>
              </p14:nvContentPartPr>
              <p14:xfrm>
                <a:off x="10811264" y="3068946"/>
                <a:ext cx="1099080" cy="47160"/>
              </p14:xfrm>
            </p:contentPart>
          </mc:Choice>
          <mc:Fallback xmlns="">
            <p:pic>
              <p:nvPicPr>
                <p:cNvPr id="27738" name="Ink 27737">
                  <a:extLst>
                    <a:ext uri="{FF2B5EF4-FFF2-40B4-BE49-F238E27FC236}">
                      <a16:creationId xmlns:a16="http://schemas.microsoft.com/office/drawing/2014/main" id="{A9FE6F3F-F663-864B-AEF0-1F8B746B4208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10793264" y="3050946"/>
                  <a:ext cx="113472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27739" name="Ink 27738">
                  <a:extLst>
                    <a:ext uri="{FF2B5EF4-FFF2-40B4-BE49-F238E27FC236}">
                      <a16:creationId xmlns:a16="http://schemas.microsoft.com/office/drawing/2014/main" id="{1D52F415-EB4B-4114-1AF0-86CF3BD22952}"/>
                    </a:ext>
                  </a:extLst>
                </p14:cNvPr>
                <p14:cNvContentPartPr/>
                <p14:nvPr/>
              </p14:nvContentPartPr>
              <p14:xfrm>
                <a:off x="10646384" y="3102786"/>
                <a:ext cx="1416960" cy="3247200"/>
              </p14:xfrm>
            </p:contentPart>
          </mc:Choice>
          <mc:Fallback xmlns="">
            <p:pic>
              <p:nvPicPr>
                <p:cNvPr id="27739" name="Ink 27738">
                  <a:extLst>
                    <a:ext uri="{FF2B5EF4-FFF2-40B4-BE49-F238E27FC236}">
                      <a16:creationId xmlns:a16="http://schemas.microsoft.com/office/drawing/2014/main" id="{1D52F415-EB4B-4114-1AF0-86CF3BD22952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10628744" y="3085146"/>
                  <a:ext cx="1452600" cy="3282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43" name="Group 27742">
            <a:extLst>
              <a:ext uri="{FF2B5EF4-FFF2-40B4-BE49-F238E27FC236}">
                <a16:creationId xmlns:a16="http://schemas.microsoft.com/office/drawing/2014/main" id="{843C2596-E148-F738-A30B-5BDCEA27E918}"/>
              </a:ext>
            </a:extLst>
          </p:cNvPr>
          <p:cNvGrpSpPr/>
          <p:nvPr/>
        </p:nvGrpSpPr>
        <p:grpSpPr>
          <a:xfrm>
            <a:off x="8972024" y="1690866"/>
            <a:ext cx="499680" cy="335520"/>
            <a:chOff x="8972024" y="1690866"/>
            <a:chExt cx="499680" cy="33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27741" name="Ink 27740">
                  <a:extLst>
                    <a:ext uri="{FF2B5EF4-FFF2-40B4-BE49-F238E27FC236}">
                      <a16:creationId xmlns:a16="http://schemas.microsoft.com/office/drawing/2014/main" id="{96AB2876-D8B3-F6F5-A0D6-B718B6C6F9DB}"/>
                    </a:ext>
                  </a:extLst>
                </p14:cNvPr>
                <p14:cNvContentPartPr/>
                <p14:nvPr/>
              </p14:nvContentPartPr>
              <p14:xfrm>
                <a:off x="8972024" y="1734426"/>
                <a:ext cx="232200" cy="291960"/>
              </p14:xfrm>
            </p:contentPart>
          </mc:Choice>
          <mc:Fallback xmlns="">
            <p:pic>
              <p:nvPicPr>
                <p:cNvPr id="27741" name="Ink 27740">
                  <a:extLst>
                    <a:ext uri="{FF2B5EF4-FFF2-40B4-BE49-F238E27FC236}">
                      <a16:creationId xmlns:a16="http://schemas.microsoft.com/office/drawing/2014/main" id="{96AB2876-D8B3-F6F5-A0D6-B718B6C6F9DB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8954384" y="1716786"/>
                  <a:ext cx="26784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27742" name="Ink 27741">
                  <a:extLst>
                    <a:ext uri="{FF2B5EF4-FFF2-40B4-BE49-F238E27FC236}">
                      <a16:creationId xmlns:a16="http://schemas.microsoft.com/office/drawing/2014/main" id="{C834FD75-2DEB-853B-A75A-81DF7975EE6E}"/>
                    </a:ext>
                  </a:extLst>
                </p14:cNvPr>
                <p14:cNvContentPartPr/>
                <p14:nvPr/>
              </p14:nvContentPartPr>
              <p14:xfrm>
                <a:off x="9293504" y="1690866"/>
                <a:ext cx="178200" cy="261360"/>
              </p14:xfrm>
            </p:contentPart>
          </mc:Choice>
          <mc:Fallback xmlns="">
            <p:pic>
              <p:nvPicPr>
                <p:cNvPr id="27742" name="Ink 27741">
                  <a:extLst>
                    <a:ext uri="{FF2B5EF4-FFF2-40B4-BE49-F238E27FC236}">
                      <a16:creationId xmlns:a16="http://schemas.microsoft.com/office/drawing/2014/main" id="{C834FD75-2DEB-853B-A75A-81DF7975EE6E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9275864" y="1673226"/>
                  <a:ext cx="213840" cy="297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763779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7245E0-C6B4-B327-EA2C-62DD99827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1" name="Rectangle 3">
            <a:extLst>
              <a:ext uri="{FF2B5EF4-FFF2-40B4-BE49-F238E27FC236}">
                <a16:creationId xmlns:a16="http://schemas.microsoft.com/office/drawing/2014/main" id="{C847EAB4-723E-93BC-E715-3936853D6C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0"/>
            <a:ext cx="9314121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dirty="0">
                <a:solidFill>
                  <a:srgbClr val="991B1E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CMOS (Complementary MOS) Inverter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A2ECD72-B2D8-2DB6-CF8A-63A01BD10FB1}"/>
              </a:ext>
            </a:extLst>
          </p:cNvPr>
          <p:cNvGrpSpPr/>
          <p:nvPr/>
        </p:nvGrpSpPr>
        <p:grpSpPr>
          <a:xfrm>
            <a:off x="6189584" y="559026"/>
            <a:ext cx="4192920" cy="2845800"/>
            <a:chOff x="6189584" y="559026"/>
            <a:chExt cx="4192920" cy="2845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4915C45C-59CE-BFF0-A156-661320DA67B6}"/>
                    </a:ext>
                  </a:extLst>
                </p14:cNvPr>
                <p14:cNvContentPartPr/>
                <p14:nvPr/>
              </p14:nvContentPartPr>
              <p14:xfrm>
                <a:off x="8207744" y="559026"/>
                <a:ext cx="164520" cy="243108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4915C45C-59CE-BFF0-A156-661320DA67B6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189705" y="541026"/>
                  <a:ext cx="200238" cy="246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CEE0F9DD-4D0C-420B-EDD3-49FA894ADE3E}"/>
                    </a:ext>
                  </a:extLst>
                </p14:cNvPr>
                <p14:cNvContentPartPr/>
                <p14:nvPr/>
              </p14:nvContentPartPr>
              <p14:xfrm>
                <a:off x="6189584" y="1450386"/>
                <a:ext cx="4048560" cy="2689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CEE0F9DD-4D0C-420B-EDD3-49FA894ADE3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171584" y="1432386"/>
                  <a:ext cx="408420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A5F0AA36-6AB5-2657-AE4A-0F4E46F6C1E6}"/>
                    </a:ext>
                  </a:extLst>
                </p14:cNvPr>
                <p14:cNvContentPartPr/>
                <p14:nvPr/>
              </p14:nvContentPartPr>
              <p14:xfrm>
                <a:off x="7214504" y="992466"/>
                <a:ext cx="4680" cy="2808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A5F0AA36-6AB5-2657-AE4A-0F4E46F6C1E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196504" y="974443"/>
                  <a:ext cx="40320" cy="316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218A4EF6-5880-D721-277E-2C95D1A20023}"/>
                    </a:ext>
                  </a:extLst>
                </p14:cNvPr>
                <p14:cNvContentPartPr/>
                <p14:nvPr/>
              </p14:nvContentPartPr>
              <p14:xfrm>
                <a:off x="7332584" y="1070586"/>
                <a:ext cx="23400" cy="1875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218A4EF6-5880-D721-277E-2C95D1A2002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314584" y="1052586"/>
                  <a:ext cx="5904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323AB9B-287A-93FF-74A2-A2FA873416DB}"/>
                    </a:ext>
                  </a:extLst>
                </p14:cNvPr>
                <p14:cNvContentPartPr/>
                <p14:nvPr/>
              </p14:nvContentPartPr>
              <p14:xfrm>
                <a:off x="7333304" y="978786"/>
                <a:ext cx="191160" cy="2016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323AB9B-287A-93FF-74A2-A2FA873416D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315304" y="960786"/>
                  <a:ext cx="22680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B1248D5-04C9-C0D8-FBC1-07065EBA63E3}"/>
                    </a:ext>
                  </a:extLst>
                </p14:cNvPr>
                <p14:cNvContentPartPr/>
                <p14:nvPr/>
              </p14:nvContentPartPr>
              <p14:xfrm>
                <a:off x="8721824" y="1034946"/>
                <a:ext cx="152640" cy="2012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B1248D5-04C9-C0D8-FBC1-07065EBA63E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703824" y="1016946"/>
                  <a:ext cx="18828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F213F69-FB82-1BEB-7B0D-FFE710C796ED}"/>
                    </a:ext>
                  </a:extLst>
                </p14:cNvPr>
                <p14:cNvContentPartPr/>
                <p14:nvPr/>
              </p14:nvContentPartPr>
              <p14:xfrm>
                <a:off x="9021704" y="1045026"/>
                <a:ext cx="249480" cy="144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F213F69-FB82-1BEB-7B0D-FFE710C796E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003704" y="1027071"/>
                  <a:ext cx="285120" cy="17991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4BE05F5-C476-6240-B999-218A2EB91599}"/>
                    </a:ext>
                  </a:extLst>
                </p14:cNvPr>
                <p14:cNvContentPartPr/>
                <p14:nvPr/>
              </p14:nvContentPartPr>
              <p14:xfrm>
                <a:off x="9424184" y="879426"/>
                <a:ext cx="78480" cy="3283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4BE05F5-C476-6240-B999-218A2EB915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406184" y="861446"/>
                  <a:ext cx="114120" cy="36392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BA4D833-4B4E-4CF8-9CB4-EE2C7C4D28CB}"/>
                    </a:ext>
                  </a:extLst>
                </p14:cNvPr>
                <p14:cNvContentPartPr/>
                <p14:nvPr/>
              </p14:nvContentPartPr>
              <p14:xfrm>
                <a:off x="9357944" y="1097586"/>
                <a:ext cx="100440" cy="421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BA4D833-4B4E-4CF8-9CB4-EE2C7C4D28C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339944" y="1079586"/>
                  <a:ext cx="13608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4F461F7-9A4B-0BBE-256A-FBB278065910}"/>
                    </a:ext>
                  </a:extLst>
                </p14:cNvPr>
                <p14:cNvContentPartPr/>
                <p14:nvPr/>
              </p14:nvContentPartPr>
              <p14:xfrm>
                <a:off x="9708584" y="1080306"/>
                <a:ext cx="8640" cy="316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4F461F7-9A4B-0BBE-256A-FBB27806591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690584" y="1062306"/>
                  <a:ext cx="4428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7657648-346A-7601-498C-0234B7FCB267}"/>
                    </a:ext>
                  </a:extLst>
                </p14:cNvPr>
                <p14:cNvContentPartPr/>
                <p14:nvPr/>
              </p14:nvContentPartPr>
              <p14:xfrm>
                <a:off x="6452744" y="1622106"/>
                <a:ext cx="198360" cy="17827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7657648-346A-7601-498C-0234B7FCB26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434744" y="1604106"/>
                  <a:ext cx="234000" cy="181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062FE98-907D-995B-6D04-7A2E633D728F}"/>
                    </a:ext>
                  </a:extLst>
                </p14:cNvPr>
                <p14:cNvContentPartPr/>
                <p14:nvPr/>
              </p14:nvContentPartPr>
              <p14:xfrm>
                <a:off x="8351024" y="2939346"/>
                <a:ext cx="38880" cy="3794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062FE98-907D-995B-6D04-7A2E633D728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333024" y="2921346"/>
                  <a:ext cx="74520" cy="41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D2786D9-EA91-0C86-987C-F1DFBB5CE00C}"/>
                    </a:ext>
                  </a:extLst>
                </p14:cNvPr>
                <p14:cNvContentPartPr/>
                <p14:nvPr/>
              </p14:nvContentPartPr>
              <p14:xfrm>
                <a:off x="6615824" y="3210066"/>
                <a:ext cx="3651480" cy="1663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D2786D9-EA91-0C86-987C-F1DFBB5CE00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597826" y="3192066"/>
                  <a:ext cx="3687116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2F1CEDA-FD6C-3A7E-4F38-7253B6AF766A}"/>
                    </a:ext>
                  </a:extLst>
                </p14:cNvPr>
                <p14:cNvContentPartPr/>
                <p14:nvPr/>
              </p14:nvContentPartPr>
              <p14:xfrm>
                <a:off x="10175864" y="1438506"/>
                <a:ext cx="206640" cy="17906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2F1CEDA-FD6C-3A7E-4F38-7253B6AF766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0157895" y="1420506"/>
                  <a:ext cx="242218" cy="18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0643135C-15A0-733F-5B5B-674A5793586C}"/>
                    </a:ext>
                  </a:extLst>
                </p14:cNvPr>
                <p14:cNvContentPartPr/>
                <p14:nvPr/>
              </p14:nvContentPartPr>
              <p14:xfrm>
                <a:off x="6388664" y="636426"/>
                <a:ext cx="3821040" cy="1285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0643135C-15A0-733F-5B5B-674A5793586C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370664" y="618426"/>
                  <a:ext cx="38566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01E5744-B9C0-E9F1-96FB-C603C1235A86}"/>
                    </a:ext>
                  </a:extLst>
                </p14:cNvPr>
                <p14:cNvContentPartPr/>
                <p14:nvPr/>
              </p14:nvContentPartPr>
              <p14:xfrm>
                <a:off x="10103504" y="745866"/>
                <a:ext cx="114120" cy="6908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01E5744-B9C0-E9F1-96FB-C603C1235A8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085561" y="727866"/>
                  <a:ext cx="149648" cy="72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729332E-AF7C-65E9-F5F8-7D4C50A68731}"/>
                    </a:ext>
                  </a:extLst>
                </p14:cNvPr>
                <p14:cNvContentPartPr/>
                <p14:nvPr/>
              </p14:nvContentPartPr>
              <p14:xfrm>
                <a:off x="6359144" y="774306"/>
                <a:ext cx="50760" cy="7549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729332E-AF7C-65E9-F5F8-7D4C50A6873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341144" y="756306"/>
                  <a:ext cx="86400" cy="79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073D5C8-067A-BE21-455A-84925C73034C}"/>
                    </a:ext>
                  </a:extLst>
                </p14:cNvPr>
                <p14:cNvContentPartPr/>
                <p14:nvPr/>
              </p14:nvContentPartPr>
              <p14:xfrm>
                <a:off x="6641744" y="2207826"/>
                <a:ext cx="3633480" cy="2876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073D5C8-067A-BE21-455A-84925C73034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623744" y="2189803"/>
                  <a:ext cx="3669120" cy="32332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5C559D0-7A13-E322-10B0-1FE882C7B81C}"/>
                    </a:ext>
                  </a:extLst>
                </p14:cNvPr>
                <p14:cNvContentPartPr/>
                <p14:nvPr/>
              </p14:nvContentPartPr>
              <p14:xfrm>
                <a:off x="7008944" y="1785906"/>
                <a:ext cx="259560" cy="2984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5C559D0-7A13-E322-10B0-1FE882C7B81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990944" y="1767928"/>
                  <a:ext cx="295200" cy="33403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7F21422-E872-D79C-8295-CC1D809CEF82}"/>
                    </a:ext>
                  </a:extLst>
                </p14:cNvPr>
                <p14:cNvContentPartPr/>
                <p14:nvPr/>
              </p14:nvContentPartPr>
              <p14:xfrm>
                <a:off x="7402064" y="1992186"/>
                <a:ext cx="42840" cy="1299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7F21422-E872-D79C-8295-CC1D809CEF8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384214" y="1974136"/>
                  <a:ext cx="78183" cy="16569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B9E3242-C547-4DC7-A38A-56795D53A7A9}"/>
                    </a:ext>
                  </a:extLst>
                </p14:cNvPr>
                <p14:cNvContentPartPr/>
                <p14:nvPr/>
              </p14:nvContentPartPr>
              <p14:xfrm>
                <a:off x="7407824" y="1956546"/>
                <a:ext cx="118440" cy="1522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B9E3242-C547-4DC7-A38A-56795D53A7A9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389824" y="1938546"/>
                  <a:ext cx="15408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E249526-AF46-BF54-B748-75F7B29ACAAB}"/>
                    </a:ext>
                  </a:extLst>
                </p14:cNvPr>
                <p14:cNvContentPartPr/>
                <p14:nvPr/>
              </p14:nvContentPartPr>
              <p14:xfrm>
                <a:off x="7581704" y="1975266"/>
                <a:ext cx="77040" cy="1346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E249526-AF46-BF54-B748-75F7B29ACAAB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563704" y="1957266"/>
                  <a:ext cx="11268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7923244-9BD2-FC82-B267-2AB8B7B0C5D0}"/>
                    </a:ext>
                  </a:extLst>
                </p14:cNvPr>
                <p14:cNvContentPartPr/>
                <p14:nvPr/>
              </p14:nvContentPartPr>
              <p14:xfrm>
                <a:off x="7645784" y="1939626"/>
                <a:ext cx="87840" cy="1562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7923244-9BD2-FC82-B267-2AB8B7B0C5D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627784" y="1921667"/>
                  <a:ext cx="123480" cy="19179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83E78D7-F5EB-C4C0-8929-7C4D0572F461}"/>
                    </a:ext>
                  </a:extLst>
                </p14:cNvPr>
                <p14:cNvContentPartPr/>
                <p14:nvPr/>
              </p14:nvContentPartPr>
              <p14:xfrm>
                <a:off x="7342304" y="2683386"/>
                <a:ext cx="231480" cy="2980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83E78D7-F5EB-C4C0-8929-7C4D0572F46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324304" y="2665386"/>
                  <a:ext cx="267120" cy="33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57" name="Group 27656">
            <a:extLst>
              <a:ext uri="{FF2B5EF4-FFF2-40B4-BE49-F238E27FC236}">
                <a16:creationId xmlns:a16="http://schemas.microsoft.com/office/drawing/2014/main" id="{6911C4B0-1875-67DC-EE32-237E0F1A8B53}"/>
              </a:ext>
            </a:extLst>
          </p:cNvPr>
          <p:cNvGrpSpPr/>
          <p:nvPr/>
        </p:nvGrpSpPr>
        <p:grpSpPr>
          <a:xfrm>
            <a:off x="546727" y="2690052"/>
            <a:ext cx="2893680" cy="2818800"/>
            <a:chOff x="6462104" y="3757626"/>
            <a:chExt cx="2893680" cy="281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595DD033-D23A-9E73-1407-1B8DCE9A95A4}"/>
                    </a:ext>
                  </a:extLst>
                </p14:cNvPr>
                <p14:cNvContentPartPr/>
                <p14:nvPr/>
              </p14:nvContentPartPr>
              <p14:xfrm>
                <a:off x="8353904" y="3769146"/>
                <a:ext cx="73080" cy="4593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595DD033-D23A-9E73-1407-1B8DCE9A95A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335904" y="3751146"/>
                  <a:ext cx="108720" cy="49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EF330E3-79A4-A05C-3B53-620527641B92}"/>
                    </a:ext>
                  </a:extLst>
                </p14:cNvPr>
                <p14:cNvContentPartPr/>
                <p14:nvPr/>
              </p14:nvContentPartPr>
              <p14:xfrm>
                <a:off x="7968704" y="4203666"/>
                <a:ext cx="466560" cy="4698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EF330E3-79A4-A05C-3B53-620527641B9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950704" y="4185666"/>
                  <a:ext cx="502200" cy="50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16B6994C-F4AD-2E0F-A728-CFB852686555}"/>
                    </a:ext>
                  </a:extLst>
                </p14:cNvPr>
                <p14:cNvContentPartPr/>
                <p14:nvPr/>
              </p14:nvContentPartPr>
              <p14:xfrm>
                <a:off x="8086424" y="4636026"/>
                <a:ext cx="498600" cy="5835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16B6994C-F4AD-2E0F-A728-CFB85268655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068424" y="4618026"/>
                  <a:ext cx="534240" cy="61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6E2C7C72-6574-A294-A9DF-7729105B50A0}"/>
                    </a:ext>
                  </a:extLst>
                </p14:cNvPr>
                <p14:cNvContentPartPr/>
                <p14:nvPr/>
              </p14:nvContentPartPr>
              <p14:xfrm>
                <a:off x="8105144" y="5205546"/>
                <a:ext cx="26280" cy="4143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6E2C7C72-6574-A294-A9DF-7729105B50A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087144" y="5187562"/>
                  <a:ext cx="61920" cy="44996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5E95A22-24F8-2B69-C41E-DDDB70BB0BC3}"/>
                    </a:ext>
                  </a:extLst>
                </p14:cNvPr>
                <p14:cNvContentPartPr/>
                <p14:nvPr/>
              </p14:nvContentPartPr>
              <p14:xfrm>
                <a:off x="8113784" y="5612706"/>
                <a:ext cx="493920" cy="752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5E95A22-24F8-2B69-C41E-DDDB70BB0BC3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095784" y="5594706"/>
                  <a:ext cx="52956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544D1760-9BC6-FCE5-B51F-2267F7C861BA}"/>
                    </a:ext>
                  </a:extLst>
                </p14:cNvPr>
                <p14:cNvContentPartPr/>
                <p14:nvPr/>
              </p14:nvContentPartPr>
              <p14:xfrm>
                <a:off x="8657024" y="5660226"/>
                <a:ext cx="31680" cy="6555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544D1760-9BC6-FCE5-B51F-2267F7C861BA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639024" y="5642236"/>
                  <a:ext cx="67320" cy="6911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E792494-D626-A219-0F57-09ED51B068F1}"/>
                    </a:ext>
                  </a:extLst>
                </p14:cNvPr>
                <p14:cNvContentPartPr/>
                <p14:nvPr/>
              </p14:nvContentPartPr>
              <p14:xfrm>
                <a:off x="7790864" y="4278906"/>
                <a:ext cx="15840" cy="3258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E792494-D626-A219-0F57-09ED51B068F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772864" y="4260906"/>
                  <a:ext cx="51480" cy="36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182F45D-99C7-C1B7-A9B1-77C14E1D885A}"/>
                    </a:ext>
                  </a:extLst>
                </p14:cNvPr>
                <p14:cNvContentPartPr/>
                <p14:nvPr/>
              </p14:nvContentPartPr>
              <p14:xfrm>
                <a:off x="7665224" y="4453506"/>
                <a:ext cx="133200" cy="1645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182F45D-99C7-C1B7-A9B1-77C14E1D885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647224" y="4435506"/>
                  <a:ext cx="16884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DD265182-017C-0E00-2DBF-BEA12914E5AB}"/>
                    </a:ext>
                  </a:extLst>
                </p14:cNvPr>
                <p14:cNvContentPartPr/>
                <p14:nvPr/>
              </p14:nvContentPartPr>
              <p14:xfrm>
                <a:off x="7121984" y="4484826"/>
                <a:ext cx="636840" cy="748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DD265182-017C-0E00-2DBF-BEA12914E5A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103984" y="4466826"/>
                  <a:ext cx="67248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DADE45D0-51B4-CB91-C870-035FAC8BE525}"/>
                    </a:ext>
                  </a:extLst>
                </p14:cNvPr>
                <p14:cNvContentPartPr/>
                <p14:nvPr/>
              </p14:nvContentPartPr>
              <p14:xfrm>
                <a:off x="7942424" y="5218866"/>
                <a:ext cx="23760" cy="3708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ADE45D0-51B4-CB91-C870-035FAC8BE52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924424" y="5200883"/>
                  <a:ext cx="59400" cy="4064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7AE5B7E-9348-FE94-0E06-AC3875C94A74}"/>
                    </a:ext>
                  </a:extLst>
                </p14:cNvPr>
                <p14:cNvContentPartPr/>
                <p14:nvPr/>
              </p14:nvContentPartPr>
              <p14:xfrm>
                <a:off x="7257344" y="5379426"/>
                <a:ext cx="698760" cy="568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7AE5B7E-9348-FE94-0E06-AC3875C94A74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239344" y="5361426"/>
                  <a:ext cx="73440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48939A2-992B-F6B5-91E0-3D5653879AF5}"/>
                    </a:ext>
                  </a:extLst>
                </p14:cNvPr>
                <p14:cNvContentPartPr/>
                <p14:nvPr/>
              </p14:nvContentPartPr>
              <p14:xfrm>
                <a:off x="7106864" y="4524786"/>
                <a:ext cx="70200" cy="9014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48939A2-992B-F6B5-91E0-3D5653879AF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088864" y="4506786"/>
                  <a:ext cx="105840" cy="9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84BDE594-49AA-FA08-2341-8B57FDBB7609}"/>
                    </a:ext>
                  </a:extLst>
                </p14:cNvPr>
                <p14:cNvContentPartPr/>
                <p14:nvPr/>
              </p14:nvContentPartPr>
              <p14:xfrm>
                <a:off x="8521304" y="4893426"/>
                <a:ext cx="834480" cy="486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84BDE594-49AA-FA08-2341-8B57FDBB760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503296" y="4875426"/>
                  <a:ext cx="870135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9EA3C5FC-5F7D-B87A-F62A-48FD14CA8123}"/>
                    </a:ext>
                  </a:extLst>
                </p14:cNvPr>
                <p14:cNvContentPartPr/>
                <p14:nvPr/>
              </p14:nvContentPartPr>
              <p14:xfrm>
                <a:off x="9235184" y="4820706"/>
                <a:ext cx="17640" cy="158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9EA3C5FC-5F7D-B87A-F62A-48FD14CA812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217184" y="4802706"/>
                  <a:ext cx="5328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6F3665AD-9918-4A95-1F2D-0E31D5728E8E}"/>
                    </a:ext>
                  </a:extLst>
                </p14:cNvPr>
                <p14:cNvContentPartPr/>
                <p14:nvPr/>
              </p14:nvContentPartPr>
              <p14:xfrm>
                <a:off x="6510704" y="4929066"/>
                <a:ext cx="612000" cy="432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6F3665AD-9918-4A95-1F2D-0E31D5728E8E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492704" y="4911066"/>
                  <a:ext cx="64764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5120CE4-2021-7FA8-8098-796738968AF1}"/>
                    </a:ext>
                  </a:extLst>
                </p14:cNvPr>
                <p14:cNvContentPartPr/>
                <p14:nvPr/>
              </p14:nvContentPartPr>
              <p14:xfrm>
                <a:off x="6489104" y="4891626"/>
                <a:ext cx="64080" cy="860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5120CE4-2021-7FA8-8098-796738968AF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471104" y="4873626"/>
                  <a:ext cx="9972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39A7C19C-0D7F-9BDE-6B98-9D92C0854194}"/>
                    </a:ext>
                  </a:extLst>
                </p14:cNvPr>
                <p14:cNvContentPartPr/>
                <p14:nvPr/>
              </p14:nvContentPartPr>
              <p14:xfrm>
                <a:off x="8254904" y="3757626"/>
                <a:ext cx="84600" cy="1072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39A7C19C-0D7F-9BDE-6B98-9D92C0854194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236904" y="3739626"/>
                  <a:ext cx="12024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9250AB2-A67E-537F-2EF6-37B360E779F6}"/>
                    </a:ext>
                  </a:extLst>
                </p14:cNvPr>
                <p14:cNvContentPartPr/>
                <p14:nvPr/>
              </p14:nvContentPartPr>
              <p14:xfrm>
                <a:off x="8143304" y="3766266"/>
                <a:ext cx="483840" cy="694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9250AB2-A67E-537F-2EF6-37B360E779F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125317" y="3748266"/>
                  <a:ext cx="519454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F5CA057A-3250-9BEF-39C3-9A6A28FBDEA0}"/>
                    </a:ext>
                  </a:extLst>
                </p14:cNvPr>
                <p14:cNvContentPartPr/>
                <p14:nvPr/>
              </p14:nvContentPartPr>
              <p14:xfrm>
                <a:off x="8511224" y="6359706"/>
                <a:ext cx="286920" cy="403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F5CA057A-3250-9BEF-39C3-9A6A28FBDEA0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493247" y="6341544"/>
                  <a:ext cx="322515" cy="7628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DA3F7D7-FD58-D45D-8D65-34D31253DA75}"/>
                    </a:ext>
                  </a:extLst>
                </p14:cNvPr>
                <p14:cNvContentPartPr/>
                <p14:nvPr/>
              </p14:nvContentPartPr>
              <p14:xfrm>
                <a:off x="8535344" y="6366546"/>
                <a:ext cx="132120" cy="1666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DA3F7D7-FD58-D45D-8D65-34D31253DA75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517344" y="6348585"/>
                  <a:ext cx="167760" cy="20224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27648" name="Ink 27647">
                  <a:extLst>
                    <a:ext uri="{FF2B5EF4-FFF2-40B4-BE49-F238E27FC236}">
                      <a16:creationId xmlns:a16="http://schemas.microsoft.com/office/drawing/2014/main" id="{9C5E6DF5-3309-46B0-66DE-27B81F41D9F6}"/>
                    </a:ext>
                  </a:extLst>
                </p14:cNvPr>
                <p14:cNvContentPartPr/>
                <p14:nvPr/>
              </p14:nvContentPartPr>
              <p14:xfrm>
                <a:off x="8712824" y="6361146"/>
                <a:ext cx="94680" cy="215280"/>
              </p14:xfrm>
            </p:contentPart>
          </mc:Choice>
          <mc:Fallback xmlns="">
            <p:pic>
              <p:nvPicPr>
                <p:cNvPr id="27648" name="Ink 27647">
                  <a:extLst>
                    <a:ext uri="{FF2B5EF4-FFF2-40B4-BE49-F238E27FC236}">
                      <a16:creationId xmlns:a16="http://schemas.microsoft.com/office/drawing/2014/main" id="{9C5E6DF5-3309-46B0-66DE-27B81F41D9F6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694892" y="6343146"/>
                  <a:ext cx="130185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27650" name="Ink 27649">
                  <a:extLst>
                    <a:ext uri="{FF2B5EF4-FFF2-40B4-BE49-F238E27FC236}">
                      <a16:creationId xmlns:a16="http://schemas.microsoft.com/office/drawing/2014/main" id="{A7E81218-136F-34FA-BDD1-B074DF9EDCAA}"/>
                    </a:ext>
                  </a:extLst>
                </p14:cNvPr>
                <p14:cNvContentPartPr/>
                <p14:nvPr/>
              </p14:nvContentPartPr>
              <p14:xfrm>
                <a:off x="6523304" y="4413186"/>
                <a:ext cx="104040" cy="232200"/>
              </p14:xfrm>
            </p:contentPart>
          </mc:Choice>
          <mc:Fallback xmlns="">
            <p:pic>
              <p:nvPicPr>
                <p:cNvPr id="27650" name="Ink 27649">
                  <a:extLst>
                    <a:ext uri="{FF2B5EF4-FFF2-40B4-BE49-F238E27FC236}">
                      <a16:creationId xmlns:a16="http://schemas.microsoft.com/office/drawing/2014/main" id="{A7E81218-136F-34FA-BDD1-B074DF9EDCAA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505304" y="4395214"/>
                  <a:ext cx="139680" cy="26778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27653" name="Ink 27652">
                  <a:extLst>
                    <a:ext uri="{FF2B5EF4-FFF2-40B4-BE49-F238E27FC236}">
                      <a16:creationId xmlns:a16="http://schemas.microsoft.com/office/drawing/2014/main" id="{2659BE3F-1AF8-AFF1-3E2C-77AB423261D4}"/>
                    </a:ext>
                  </a:extLst>
                </p14:cNvPr>
                <p14:cNvContentPartPr/>
                <p14:nvPr/>
              </p14:nvContentPartPr>
              <p14:xfrm>
                <a:off x="6462104" y="4414986"/>
                <a:ext cx="69120" cy="54360"/>
              </p14:xfrm>
            </p:contentPart>
          </mc:Choice>
          <mc:Fallback xmlns="">
            <p:pic>
              <p:nvPicPr>
                <p:cNvPr id="27653" name="Ink 27652">
                  <a:extLst>
                    <a:ext uri="{FF2B5EF4-FFF2-40B4-BE49-F238E27FC236}">
                      <a16:creationId xmlns:a16="http://schemas.microsoft.com/office/drawing/2014/main" id="{2659BE3F-1AF8-AFF1-3E2C-77AB423261D4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444197" y="4396986"/>
                  <a:ext cx="104575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27654" name="Ink 27653">
                  <a:extLst>
                    <a:ext uri="{FF2B5EF4-FFF2-40B4-BE49-F238E27FC236}">
                      <a16:creationId xmlns:a16="http://schemas.microsoft.com/office/drawing/2014/main" id="{595DC90A-AAD6-26B8-A321-6FD43958021C}"/>
                    </a:ext>
                  </a:extLst>
                </p14:cNvPr>
                <p14:cNvContentPartPr/>
                <p14:nvPr/>
              </p14:nvContentPartPr>
              <p14:xfrm>
                <a:off x="6473984" y="4385466"/>
                <a:ext cx="134640" cy="235080"/>
              </p14:xfrm>
            </p:contentPart>
          </mc:Choice>
          <mc:Fallback xmlns="">
            <p:pic>
              <p:nvPicPr>
                <p:cNvPr id="27654" name="Ink 27653">
                  <a:extLst>
                    <a:ext uri="{FF2B5EF4-FFF2-40B4-BE49-F238E27FC236}">
                      <a16:creationId xmlns:a16="http://schemas.microsoft.com/office/drawing/2014/main" id="{595DC90A-AAD6-26B8-A321-6FD43958021C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455984" y="4367466"/>
                  <a:ext cx="17028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7655" name="Ink 27654">
                  <a:extLst>
                    <a:ext uri="{FF2B5EF4-FFF2-40B4-BE49-F238E27FC236}">
                      <a16:creationId xmlns:a16="http://schemas.microsoft.com/office/drawing/2014/main" id="{6A16328C-8AD5-454A-4662-2340E82CE3C8}"/>
                    </a:ext>
                  </a:extLst>
                </p14:cNvPr>
                <p14:cNvContentPartPr/>
                <p14:nvPr/>
              </p14:nvContentPartPr>
              <p14:xfrm>
                <a:off x="6569384" y="4604706"/>
                <a:ext cx="69120" cy="50400"/>
              </p14:xfrm>
            </p:contentPart>
          </mc:Choice>
          <mc:Fallback xmlns="">
            <p:pic>
              <p:nvPicPr>
                <p:cNvPr id="27655" name="Ink 27654">
                  <a:extLst>
                    <a:ext uri="{FF2B5EF4-FFF2-40B4-BE49-F238E27FC236}">
                      <a16:creationId xmlns:a16="http://schemas.microsoft.com/office/drawing/2014/main" id="{6A16328C-8AD5-454A-4662-2340E82CE3C8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551384" y="4586706"/>
                  <a:ext cx="10476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27656" name="Ink 27655">
                  <a:extLst>
                    <a:ext uri="{FF2B5EF4-FFF2-40B4-BE49-F238E27FC236}">
                      <a16:creationId xmlns:a16="http://schemas.microsoft.com/office/drawing/2014/main" id="{C1B34434-A10E-C2E2-ED98-1409CFE8CF74}"/>
                    </a:ext>
                  </a:extLst>
                </p14:cNvPr>
                <p14:cNvContentPartPr/>
                <p14:nvPr/>
              </p14:nvContentPartPr>
              <p14:xfrm>
                <a:off x="6707264" y="4591386"/>
                <a:ext cx="10440" cy="7200"/>
              </p14:xfrm>
            </p:contentPart>
          </mc:Choice>
          <mc:Fallback xmlns="">
            <p:pic>
              <p:nvPicPr>
                <p:cNvPr id="27656" name="Ink 27655">
                  <a:extLst>
                    <a:ext uri="{FF2B5EF4-FFF2-40B4-BE49-F238E27FC236}">
                      <a16:creationId xmlns:a16="http://schemas.microsoft.com/office/drawing/2014/main" id="{C1B34434-A10E-C2E2-ED98-1409CFE8CF74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689264" y="4574243"/>
                  <a:ext cx="46080" cy="41143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62" name="Group 27661">
            <a:extLst>
              <a:ext uri="{FF2B5EF4-FFF2-40B4-BE49-F238E27FC236}">
                <a16:creationId xmlns:a16="http://schemas.microsoft.com/office/drawing/2014/main" id="{45C852DC-3323-1F0E-8FED-3997AC194214}"/>
              </a:ext>
            </a:extLst>
          </p:cNvPr>
          <p:cNvGrpSpPr/>
          <p:nvPr/>
        </p:nvGrpSpPr>
        <p:grpSpPr>
          <a:xfrm>
            <a:off x="310927" y="3166692"/>
            <a:ext cx="628200" cy="585360"/>
            <a:chOff x="6226304" y="4234266"/>
            <a:chExt cx="628200" cy="585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27658" name="Ink 27657">
                  <a:extLst>
                    <a:ext uri="{FF2B5EF4-FFF2-40B4-BE49-F238E27FC236}">
                      <a16:creationId xmlns:a16="http://schemas.microsoft.com/office/drawing/2014/main" id="{6D4253CF-292C-2E5E-C863-FD83B19D9658}"/>
                    </a:ext>
                  </a:extLst>
                </p14:cNvPr>
                <p14:cNvContentPartPr/>
                <p14:nvPr/>
              </p14:nvContentPartPr>
              <p14:xfrm>
                <a:off x="6414944" y="4348746"/>
                <a:ext cx="229680" cy="314640"/>
              </p14:xfrm>
            </p:contentPart>
          </mc:Choice>
          <mc:Fallback xmlns="">
            <p:pic>
              <p:nvPicPr>
                <p:cNvPr id="27658" name="Ink 27657">
                  <a:extLst>
                    <a:ext uri="{FF2B5EF4-FFF2-40B4-BE49-F238E27FC236}">
                      <a16:creationId xmlns:a16="http://schemas.microsoft.com/office/drawing/2014/main" id="{6D4253CF-292C-2E5E-C863-FD83B19D965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396944" y="4330746"/>
                  <a:ext cx="265320" cy="35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27659" name="Ink 27658">
                  <a:extLst>
                    <a:ext uri="{FF2B5EF4-FFF2-40B4-BE49-F238E27FC236}">
                      <a16:creationId xmlns:a16="http://schemas.microsoft.com/office/drawing/2014/main" id="{1E4490D4-5C1A-58E1-7907-61339518E4BC}"/>
                    </a:ext>
                  </a:extLst>
                </p14:cNvPr>
                <p14:cNvContentPartPr/>
                <p14:nvPr/>
              </p14:nvContentPartPr>
              <p14:xfrm>
                <a:off x="6584864" y="4639266"/>
                <a:ext cx="80640" cy="71640"/>
              </p14:xfrm>
            </p:contentPart>
          </mc:Choice>
          <mc:Fallback xmlns="">
            <p:pic>
              <p:nvPicPr>
                <p:cNvPr id="27659" name="Ink 27658">
                  <a:extLst>
                    <a:ext uri="{FF2B5EF4-FFF2-40B4-BE49-F238E27FC236}">
                      <a16:creationId xmlns:a16="http://schemas.microsoft.com/office/drawing/2014/main" id="{1E4490D4-5C1A-58E1-7907-61339518E4B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566783" y="4621266"/>
                  <a:ext cx="11644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27660" name="Ink 27659">
                  <a:extLst>
                    <a:ext uri="{FF2B5EF4-FFF2-40B4-BE49-F238E27FC236}">
                      <a16:creationId xmlns:a16="http://schemas.microsoft.com/office/drawing/2014/main" id="{4FC7755C-3008-C6D0-1564-831F23255E1F}"/>
                    </a:ext>
                  </a:extLst>
                </p14:cNvPr>
                <p14:cNvContentPartPr/>
                <p14:nvPr/>
              </p14:nvContentPartPr>
              <p14:xfrm>
                <a:off x="6226304" y="4234266"/>
                <a:ext cx="628200" cy="585360"/>
              </p14:xfrm>
            </p:contentPart>
          </mc:Choice>
          <mc:Fallback xmlns="">
            <p:pic>
              <p:nvPicPr>
                <p:cNvPr id="27660" name="Ink 27659">
                  <a:extLst>
                    <a:ext uri="{FF2B5EF4-FFF2-40B4-BE49-F238E27FC236}">
                      <a16:creationId xmlns:a16="http://schemas.microsoft.com/office/drawing/2014/main" id="{4FC7755C-3008-C6D0-1564-831F23255E1F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208314" y="4216266"/>
                  <a:ext cx="663820" cy="62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27661" name="Ink 27660">
                  <a:extLst>
                    <a:ext uri="{FF2B5EF4-FFF2-40B4-BE49-F238E27FC236}">
                      <a16:creationId xmlns:a16="http://schemas.microsoft.com/office/drawing/2014/main" id="{706DF65A-E1C7-7E22-84DE-05842EED4E71}"/>
                    </a:ext>
                  </a:extLst>
                </p14:cNvPr>
                <p14:cNvContentPartPr/>
                <p14:nvPr/>
              </p14:nvContentPartPr>
              <p14:xfrm>
                <a:off x="6266264" y="4471866"/>
                <a:ext cx="191520" cy="337320"/>
              </p14:xfrm>
            </p:contentPart>
          </mc:Choice>
          <mc:Fallback xmlns="">
            <p:pic>
              <p:nvPicPr>
                <p:cNvPr id="27661" name="Ink 27660">
                  <a:extLst>
                    <a:ext uri="{FF2B5EF4-FFF2-40B4-BE49-F238E27FC236}">
                      <a16:creationId xmlns:a16="http://schemas.microsoft.com/office/drawing/2014/main" id="{706DF65A-E1C7-7E22-84DE-05842EED4E71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248230" y="4453866"/>
                  <a:ext cx="227227" cy="37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65" name="Group 27664">
            <a:extLst>
              <a:ext uri="{FF2B5EF4-FFF2-40B4-BE49-F238E27FC236}">
                <a16:creationId xmlns:a16="http://schemas.microsoft.com/office/drawing/2014/main" id="{5E4FF1F2-3B6F-FEE7-5E5B-623DEACB399B}"/>
              </a:ext>
            </a:extLst>
          </p:cNvPr>
          <p:cNvGrpSpPr/>
          <p:nvPr/>
        </p:nvGrpSpPr>
        <p:grpSpPr>
          <a:xfrm>
            <a:off x="6950984" y="1671066"/>
            <a:ext cx="973440" cy="648000"/>
            <a:chOff x="6950984" y="1671066"/>
            <a:chExt cx="973440" cy="64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27663" name="Ink 27662">
                  <a:extLst>
                    <a:ext uri="{FF2B5EF4-FFF2-40B4-BE49-F238E27FC236}">
                      <a16:creationId xmlns:a16="http://schemas.microsoft.com/office/drawing/2014/main" id="{51EB7188-55DF-719C-1E47-3EA9429C5623}"/>
                    </a:ext>
                  </a:extLst>
                </p14:cNvPr>
                <p14:cNvContentPartPr/>
                <p14:nvPr/>
              </p14:nvContentPartPr>
              <p14:xfrm>
                <a:off x="6950984" y="1671066"/>
                <a:ext cx="973440" cy="648000"/>
              </p14:xfrm>
            </p:contentPart>
          </mc:Choice>
          <mc:Fallback xmlns="">
            <p:pic>
              <p:nvPicPr>
                <p:cNvPr id="27663" name="Ink 27662">
                  <a:extLst>
                    <a:ext uri="{FF2B5EF4-FFF2-40B4-BE49-F238E27FC236}">
                      <a16:creationId xmlns:a16="http://schemas.microsoft.com/office/drawing/2014/main" id="{51EB7188-55DF-719C-1E47-3EA9429C5623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932984" y="1653066"/>
                  <a:ext cx="1009080" cy="68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27664" name="Ink 27663">
                  <a:extLst>
                    <a:ext uri="{FF2B5EF4-FFF2-40B4-BE49-F238E27FC236}">
                      <a16:creationId xmlns:a16="http://schemas.microsoft.com/office/drawing/2014/main" id="{DA81EA97-9134-A783-F4A1-B9736F738702}"/>
                    </a:ext>
                  </a:extLst>
                </p14:cNvPr>
                <p14:cNvContentPartPr/>
                <p14:nvPr/>
              </p14:nvContentPartPr>
              <p14:xfrm>
                <a:off x="6980504" y="1851426"/>
                <a:ext cx="25560" cy="423360"/>
              </p14:xfrm>
            </p:contentPart>
          </mc:Choice>
          <mc:Fallback xmlns="">
            <p:pic>
              <p:nvPicPr>
                <p:cNvPr id="27664" name="Ink 27663">
                  <a:extLst>
                    <a:ext uri="{FF2B5EF4-FFF2-40B4-BE49-F238E27FC236}">
                      <a16:creationId xmlns:a16="http://schemas.microsoft.com/office/drawing/2014/main" id="{DA81EA97-9134-A783-F4A1-B9736F738702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962504" y="1833426"/>
                  <a:ext cx="61200" cy="45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69" name="Group 27668">
            <a:extLst>
              <a:ext uri="{FF2B5EF4-FFF2-40B4-BE49-F238E27FC236}">
                <a16:creationId xmlns:a16="http://schemas.microsoft.com/office/drawing/2014/main" id="{27FFB8D5-4A73-5045-760B-BEE1ABF2DD7F}"/>
              </a:ext>
            </a:extLst>
          </p:cNvPr>
          <p:cNvGrpSpPr/>
          <p:nvPr/>
        </p:nvGrpSpPr>
        <p:grpSpPr>
          <a:xfrm>
            <a:off x="1420087" y="2989572"/>
            <a:ext cx="378360" cy="369360"/>
            <a:chOff x="7335464" y="4057146"/>
            <a:chExt cx="378360" cy="369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27666" name="Ink 27665">
                  <a:extLst>
                    <a:ext uri="{FF2B5EF4-FFF2-40B4-BE49-F238E27FC236}">
                      <a16:creationId xmlns:a16="http://schemas.microsoft.com/office/drawing/2014/main" id="{C019E076-4332-5802-B7BC-91CD6C773D4A}"/>
                    </a:ext>
                  </a:extLst>
                </p14:cNvPr>
                <p14:cNvContentPartPr/>
                <p14:nvPr/>
              </p14:nvContentPartPr>
              <p14:xfrm>
                <a:off x="7477304" y="4166226"/>
                <a:ext cx="77400" cy="182160"/>
              </p14:xfrm>
            </p:contentPart>
          </mc:Choice>
          <mc:Fallback xmlns="">
            <p:pic>
              <p:nvPicPr>
                <p:cNvPr id="27666" name="Ink 27665">
                  <a:extLst>
                    <a:ext uri="{FF2B5EF4-FFF2-40B4-BE49-F238E27FC236}">
                      <a16:creationId xmlns:a16="http://schemas.microsoft.com/office/drawing/2014/main" id="{C019E076-4332-5802-B7BC-91CD6C773D4A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459304" y="4148226"/>
                  <a:ext cx="11304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27667" name="Ink 27666">
                  <a:extLst>
                    <a:ext uri="{FF2B5EF4-FFF2-40B4-BE49-F238E27FC236}">
                      <a16:creationId xmlns:a16="http://schemas.microsoft.com/office/drawing/2014/main" id="{359E4F7E-E062-09C7-65F8-B665787070A5}"/>
                    </a:ext>
                  </a:extLst>
                </p14:cNvPr>
                <p14:cNvContentPartPr/>
                <p14:nvPr/>
              </p14:nvContentPartPr>
              <p14:xfrm>
                <a:off x="7341224" y="4057146"/>
                <a:ext cx="372600" cy="361080"/>
              </p14:xfrm>
            </p:contentPart>
          </mc:Choice>
          <mc:Fallback xmlns="">
            <p:pic>
              <p:nvPicPr>
                <p:cNvPr id="27667" name="Ink 27666">
                  <a:extLst>
                    <a:ext uri="{FF2B5EF4-FFF2-40B4-BE49-F238E27FC236}">
                      <a16:creationId xmlns:a16="http://schemas.microsoft.com/office/drawing/2014/main" id="{359E4F7E-E062-09C7-65F8-B665787070A5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323224" y="4039146"/>
                  <a:ext cx="408240" cy="39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27668" name="Ink 27667">
                  <a:extLst>
                    <a:ext uri="{FF2B5EF4-FFF2-40B4-BE49-F238E27FC236}">
                      <a16:creationId xmlns:a16="http://schemas.microsoft.com/office/drawing/2014/main" id="{7436E7BA-8638-4029-0901-677CF2657A94}"/>
                    </a:ext>
                  </a:extLst>
                </p14:cNvPr>
                <p14:cNvContentPartPr/>
                <p14:nvPr/>
              </p14:nvContentPartPr>
              <p14:xfrm>
                <a:off x="7335464" y="4198626"/>
                <a:ext cx="57600" cy="227880"/>
              </p14:xfrm>
            </p:contentPart>
          </mc:Choice>
          <mc:Fallback xmlns="">
            <p:pic>
              <p:nvPicPr>
                <p:cNvPr id="27668" name="Ink 27667">
                  <a:extLst>
                    <a:ext uri="{FF2B5EF4-FFF2-40B4-BE49-F238E27FC236}">
                      <a16:creationId xmlns:a16="http://schemas.microsoft.com/office/drawing/2014/main" id="{7436E7BA-8638-4029-0901-677CF2657A94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317351" y="4180598"/>
                  <a:ext cx="93464" cy="263576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88" name="Group 27687">
            <a:extLst>
              <a:ext uri="{FF2B5EF4-FFF2-40B4-BE49-F238E27FC236}">
                <a16:creationId xmlns:a16="http://schemas.microsoft.com/office/drawing/2014/main" id="{D3849FDB-4876-DF7A-81B3-F9DDAFC81456}"/>
              </a:ext>
            </a:extLst>
          </p:cNvPr>
          <p:cNvGrpSpPr/>
          <p:nvPr/>
        </p:nvGrpSpPr>
        <p:grpSpPr>
          <a:xfrm>
            <a:off x="2559127" y="4224372"/>
            <a:ext cx="864720" cy="247680"/>
            <a:chOff x="8474504" y="5291946"/>
            <a:chExt cx="864720" cy="247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27676" name="Ink 27675">
                  <a:extLst>
                    <a:ext uri="{FF2B5EF4-FFF2-40B4-BE49-F238E27FC236}">
                      <a16:creationId xmlns:a16="http://schemas.microsoft.com/office/drawing/2014/main" id="{886A2F80-1B4A-2415-8936-836ED345D3A2}"/>
                    </a:ext>
                  </a:extLst>
                </p14:cNvPr>
                <p14:cNvContentPartPr/>
                <p14:nvPr/>
              </p14:nvContentPartPr>
              <p14:xfrm>
                <a:off x="8474504" y="5411826"/>
                <a:ext cx="15480" cy="127800"/>
              </p14:xfrm>
            </p:contentPart>
          </mc:Choice>
          <mc:Fallback xmlns="">
            <p:pic>
              <p:nvPicPr>
                <p:cNvPr id="27676" name="Ink 27675">
                  <a:extLst>
                    <a:ext uri="{FF2B5EF4-FFF2-40B4-BE49-F238E27FC236}">
                      <a16:creationId xmlns:a16="http://schemas.microsoft.com/office/drawing/2014/main" id="{886A2F80-1B4A-2415-8936-836ED345D3A2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456504" y="5393877"/>
                  <a:ext cx="51120" cy="1633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27677" name="Ink 27676">
                  <a:extLst>
                    <a:ext uri="{FF2B5EF4-FFF2-40B4-BE49-F238E27FC236}">
                      <a16:creationId xmlns:a16="http://schemas.microsoft.com/office/drawing/2014/main" id="{BF5BA45D-3F17-CB97-246C-3921B9AE4BCA}"/>
                    </a:ext>
                  </a:extLst>
                </p14:cNvPr>
                <p14:cNvContentPartPr/>
                <p14:nvPr/>
              </p14:nvContentPartPr>
              <p14:xfrm>
                <a:off x="8483504" y="5346666"/>
                <a:ext cx="120240" cy="152280"/>
              </p14:xfrm>
            </p:contentPart>
          </mc:Choice>
          <mc:Fallback xmlns="">
            <p:pic>
              <p:nvPicPr>
                <p:cNvPr id="27677" name="Ink 27676">
                  <a:extLst>
                    <a:ext uri="{FF2B5EF4-FFF2-40B4-BE49-F238E27FC236}">
                      <a16:creationId xmlns:a16="http://schemas.microsoft.com/office/drawing/2014/main" id="{BF5BA45D-3F17-CB97-246C-3921B9AE4BCA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465504" y="5328708"/>
                  <a:ext cx="155880" cy="18783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27680" name="Ink 27679">
                  <a:extLst>
                    <a:ext uri="{FF2B5EF4-FFF2-40B4-BE49-F238E27FC236}">
                      <a16:creationId xmlns:a16="http://schemas.microsoft.com/office/drawing/2014/main" id="{86FE4818-17F7-16A1-F26B-2C7B950BD810}"/>
                    </a:ext>
                  </a:extLst>
                </p14:cNvPr>
                <p14:cNvContentPartPr/>
                <p14:nvPr/>
              </p14:nvContentPartPr>
              <p14:xfrm>
                <a:off x="8761784" y="5341626"/>
                <a:ext cx="28080" cy="183600"/>
              </p14:xfrm>
            </p:contentPart>
          </mc:Choice>
          <mc:Fallback xmlns="">
            <p:pic>
              <p:nvPicPr>
                <p:cNvPr id="27680" name="Ink 27679">
                  <a:extLst>
                    <a:ext uri="{FF2B5EF4-FFF2-40B4-BE49-F238E27FC236}">
                      <a16:creationId xmlns:a16="http://schemas.microsoft.com/office/drawing/2014/main" id="{86FE4818-17F7-16A1-F26B-2C7B950BD810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8743784" y="5323591"/>
                  <a:ext cx="63720" cy="21931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27681" name="Ink 27680">
                  <a:extLst>
                    <a:ext uri="{FF2B5EF4-FFF2-40B4-BE49-F238E27FC236}">
                      <a16:creationId xmlns:a16="http://schemas.microsoft.com/office/drawing/2014/main" id="{F1CEA50C-D171-FB16-71F3-3E2A46E9B0F2}"/>
                    </a:ext>
                  </a:extLst>
                </p14:cNvPr>
                <p14:cNvContentPartPr/>
                <p14:nvPr/>
              </p14:nvContentPartPr>
              <p14:xfrm>
                <a:off x="8770064" y="5329026"/>
                <a:ext cx="211680" cy="126720"/>
              </p14:xfrm>
            </p:contentPart>
          </mc:Choice>
          <mc:Fallback xmlns="">
            <p:pic>
              <p:nvPicPr>
                <p:cNvPr id="27681" name="Ink 27680">
                  <a:extLst>
                    <a:ext uri="{FF2B5EF4-FFF2-40B4-BE49-F238E27FC236}">
                      <a16:creationId xmlns:a16="http://schemas.microsoft.com/office/drawing/2014/main" id="{F1CEA50C-D171-FB16-71F3-3E2A46E9B0F2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8752064" y="5311026"/>
                  <a:ext cx="24732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27682" name="Ink 27681">
                  <a:extLst>
                    <a:ext uri="{FF2B5EF4-FFF2-40B4-BE49-F238E27FC236}">
                      <a16:creationId xmlns:a16="http://schemas.microsoft.com/office/drawing/2014/main" id="{F84321EB-E413-7722-82F4-AA4F3B8B4B03}"/>
                    </a:ext>
                  </a:extLst>
                </p14:cNvPr>
                <p14:cNvContentPartPr/>
                <p14:nvPr/>
              </p14:nvContentPartPr>
              <p14:xfrm>
                <a:off x="9061304" y="5321466"/>
                <a:ext cx="106920" cy="135360"/>
              </p14:xfrm>
            </p:contentPart>
          </mc:Choice>
          <mc:Fallback xmlns="">
            <p:pic>
              <p:nvPicPr>
                <p:cNvPr id="27682" name="Ink 27681">
                  <a:extLst>
                    <a:ext uri="{FF2B5EF4-FFF2-40B4-BE49-F238E27FC236}">
                      <a16:creationId xmlns:a16="http://schemas.microsoft.com/office/drawing/2014/main" id="{F84321EB-E413-7722-82F4-AA4F3B8B4B03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043304" y="5303466"/>
                  <a:ext cx="14256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27683" name="Ink 27682">
                  <a:extLst>
                    <a:ext uri="{FF2B5EF4-FFF2-40B4-BE49-F238E27FC236}">
                      <a16:creationId xmlns:a16="http://schemas.microsoft.com/office/drawing/2014/main" id="{97E80C3D-819D-AB55-55A4-672E09C7EFD8}"/>
                    </a:ext>
                  </a:extLst>
                </p14:cNvPr>
                <p14:cNvContentPartPr/>
                <p14:nvPr/>
              </p14:nvContentPartPr>
              <p14:xfrm>
                <a:off x="9269744" y="5291946"/>
                <a:ext cx="69480" cy="230040"/>
              </p14:xfrm>
            </p:contentPart>
          </mc:Choice>
          <mc:Fallback xmlns="">
            <p:pic>
              <p:nvPicPr>
                <p:cNvPr id="27683" name="Ink 27682">
                  <a:extLst>
                    <a:ext uri="{FF2B5EF4-FFF2-40B4-BE49-F238E27FC236}">
                      <a16:creationId xmlns:a16="http://schemas.microsoft.com/office/drawing/2014/main" id="{97E80C3D-819D-AB55-55A4-672E09C7EFD8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9251744" y="5273946"/>
                  <a:ext cx="105120" cy="26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87" name="Group 27686">
            <a:extLst>
              <a:ext uri="{FF2B5EF4-FFF2-40B4-BE49-F238E27FC236}">
                <a16:creationId xmlns:a16="http://schemas.microsoft.com/office/drawing/2014/main" id="{47A7A772-D55A-5FD5-5081-9B5843F2F37C}"/>
              </a:ext>
            </a:extLst>
          </p:cNvPr>
          <p:cNvGrpSpPr/>
          <p:nvPr/>
        </p:nvGrpSpPr>
        <p:grpSpPr>
          <a:xfrm>
            <a:off x="1573447" y="3995772"/>
            <a:ext cx="315360" cy="318240"/>
            <a:chOff x="7488824" y="5063346"/>
            <a:chExt cx="315360" cy="31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27684" name="Ink 27683">
                  <a:extLst>
                    <a:ext uri="{FF2B5EF4-FFF2-40B4-BE49-F238E27FC236}">
                      <a16:creationId xmlns:a16="http://schemas.microsoft.com/office/drawing/2014/main" id="{C8DCF2A0-0503-4130-B0CB-58E44FB5A9E1}"/>
                    </a:ext>
                  </a:extLst>
                </p14:cNvPr>
                <p14:cNvContentPartPr/>
                <p14:nvPr/>
              </p14:nvContentPartPr>
              <p14:xfrm>
                <a:off x="7600064" y="5141106"/>
                <a:ext cx="27720" cy="156600"/>
              </p14:xfrm>
            </p:contentPart>
          </mc:Choice>
          <mc:Fallback xmlns="">
            <p:pic>
              <p:nvPicPr>
                <p:cNvPr id="27684" name="Ink 27683">
                  <a:extLst>
                    <a:ext uri="{FF2B5EF4-FFF2-40B4-BE49-F238E27FC236}">
                      <a16:creationId xmlns:a16="http://schemas.microsoft.com/office/drawing/2014/main" id="{C8DCF2A0-0503-4130-B0CB-58E44FB5A9E1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581827" y="5123106"/>
                  <a:ext cx="63829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27685" name="Ink 27684">
                  <a:extLst>
                    <a:ext uri="{FF2B5EF4-FFF2-40B4-BE49-F238E27FC236}">
                      <a16:creationId xmlns:a16="http://schemas.microsoft.com/office/drawing/2014/main" id="{B881F692-AB70-7176-3A3B-6F3C891FA4A8}"/>
                    </a:ext>
                  </a:extLst>
                </p14:cNvPr>
                <p14:cNvContentPartPr/>
                <p14:nvPr/>
              </p14:nvContentPartPr>
              <p14:xfrm>
                <a:off x="7524824" y="5063346"/>
                <a:ext cx="279360" cy="318240"/>
              </p14:xfrm>
            </p:contentPart>
          </mc:Choice>
          <mc:Fallback xmlns="">
            <p:pic>
              <p:nvPicPr>
                <p:cNvPr id="27685" name="Ink 27684">
                  <a:extLst>
                    <a:ext uri="{FF2B5EF4-FFF2-40B4-BE49-F238E27FC236}">
                      <a16:creationId xmlns:a16="http://schemas.microsoft.com/office/drawing/2014/main" id="{B881F692-AB70-7176-3A3B-6F3C891FA4A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506824" y="5045366"/>
                  <a:ext cx="315000" cy="35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27686" name="Ink 27685">
                  <a:extLst>
                    <a:ext uri="{FF2B5EF4-FFF2-40B4-BE49-F238E27FC236}">
                      <a16:creationId xmlns:a16="http://schemas.microsoft.com/office/drawing/2014/main" id="{C6E9E118-F356-47AD-C531-62740964BABE}"/>
                    </a:ext>
                  </a:extLst>
                </p14:cNvPr>
                <p14:cNvContentPartPr/>
                <p14:nvPr/>
              </p14:nvContentPartPr>
              <p14:xfrm>
                <a:off x="7488824" y="5167386"/>
                <a:ext cx="182880" cy="209160"/>
              </p14:xfrm>
            </p:contentPart>
          </mc:Choice>
          <mc:Fallback xmlns="">
            <p:pic>
              <p:nvPicPr>
                <p:cNvPr id="27686" name="Ink 27685">
                  <a:extLst>
                    <a:ext uri="{FF2B5EF4-FFF2-40B4-BE49-F238E27FC236}">
                      <a16:creationId xmlns:a16="http://schemas.microsoft.com/office/drawing/2014/main" id="{C6E9E118-F356-47AD-C531-62740964BABE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470824" y="5149386"/>
                  <a:ext cx="218520" cy="244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95" name="Group 27694">
            <a:extLst>
              <a:ext uri="{FF2B5EF4-FFF2-40B4-BE49-F238E27FC236}">
                <a16:creationId xmlns:a16="http://schemas.microsoft.com/office/drawing/2014/main" id="{DCB6F52A-AA96-FA65-6F15-F48903182299}"/>
              </a:ext>
            </a:extLst>
          </p:cNvPr>
          <p:cNvGrpSpPr/>
          <p:nvPr/>
        </p:nvGrpSpPr>
        <p:grpSpPr>
          <a:xfrm>
            <a:off x="3658207" y="4098372"/>
            <a:ext cx="747000" cy="504000"/>
            <a:chOff x="9573584" y="5165946"/>
            <a:chExt cx="747000" cy="50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27689" name="Ink 27688">
                  <a:extLst>
                    <a:ext uri="{FF2B5EF4-FFF2-40B4-BE49-F238E27FC236}">
                      <a16:creationId xmlns:a16="http://schemas.microsoft.com/office/drawing/2014/main" id="{7A63982B-B7EC-B812-0AA2-E2DD63FE4C62}"/>
                    </a:ext>
                  </a:extLst>
                </p14:cNvPr>
                <p14:cNvContentPartPr/>
                <p14:nvPr/>
              </p14:nvContentPartPr>
              <p14:xfrm>
                <a:off x="9761504" y="5377626"/>
                <a:ext cx="126000" cy="196560"/>
              </p14:xfrm>
            </p:contentPart>
          </mc:Choice>
          <mc:Fallback xmlns="">
            <p:pic>
              <p:nvPicPr>
                <p:cNvPr id="27689" name="Ink 27688">
                  <a:extLst>
                    <a:ext uri="{FF2B5EF4-FFF2-40B4-BE49-F238E27FC236}">
                      <a16:creationId xmlns:a16="http://schemas.microsoft.com/office/drawing/2014/main" id="{7A63982B-B7EC-B812-0AA2-E2DD63FE4C62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9743504" y="5359626"/>
                  <a:ext cx="16164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27690" name="Ink 27689">
                  <a:extLst>
                    <a:ext uri="{FF2B5EF4-FFF2-40B4-BE49-F238E27FC236}">
                      <a16:creationId xmlns:a16="http://schemas.microsoft.com/office/drawing/2014/main" id="{1C33F7B3-9E32-DFA8-312F-F5D7E2EFF4CF}"/>
                    </a:ext>
                  </a:extLst>
                </p14:cNvPr>
                <p14:cNvContentPartPr/>
                <p14:nvPr/>
              </p14:nvContentPartPr>
              <p14:xfrm>
                <a:off x="9981464" y="5365386"/>
                <a:ext cx="10800" cy="172080"/>
              </p14:xfrm>
            </p:contentPart>
          </mc:Choice>
          <mc:Fallback xmlns="">
            <p:pic>
              <p:nvPicPr>
                <p:cNvPr id="27690" name="Ink 27689">
                  <a:extLst>
                    <a:ext uri="{FF2B5EF4-FFF2-40B4-BE49-F238E27FC236}">
                      <a16:creationId xmlns:a16="http://schemas.microsoft.com/office/drawing/2014/main" id="{1C33F7B3-9E32-DFA8-312F-F5D7E2EFF4CF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9963464" y="5347386"/>
                  <a:ext cx="4644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27691" name="Ink 27690">
                  <a:extLst>
                    <a:ext uri="{FF2B5EF4-FFF2-40B4-BE49-F238E27FC236}">
                      <a16:creationId xmlns:a16="http://schemas.microsoft.com/office/drawing/2014/main" id="{0F38EDF3-E05A-0669-A5B9-608DCAD7A816}"/>
                    </a:ext>
                  </a:extLst>
                </p14:cNvPr>
                <p14:cNvContentPartPr/>
                <p14:nvPr/>
              </p14:nvContentPartPr>
              <p14:xfrm>
                <a:off x="9996944" y="5306346"/>
                <a:ext cx="142200" cy="172080"/>
              </p14:xfrm>
            </p:contentPart>
          </mc:Choice>
          <mc:Fallback xmlns="">
            <p:pic>
              <p:nvPicPr>
                <p:cNvPr id="27691" name="Ink 27690">
                  <a:extLst>
                    <a:ext uri="{FF2B5EF4-FFF2-40B4-BE49-F238E27FC236}">
                      <a16:creationId xmlns:a16="http://schemas.microsoft.com/office/drawing/2014/main" id="{0F38EDF3-E05A-0669-A5B9-608DCAD7A816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978944" y="5288346"/>
                  <a:ext cx="17784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27692" name="Ink 27691">
                  <a:extLst>
                    <a:ext uri="{FF2B5EF4-FFF2-40B4-BE49-F238E27FC236}">
                      <a16:creationId xmlns:a16="http://schemas.microsoft.com/office/drawing/2014/main" id="{0FF7C86B-0382-CD4A-6EA4-EA6D240C4F46}"/>
                    </a:ext>
                  </a:extLst>
                </p14:cNvPr>
                <p14:cNvContentPartPr/>
                <p14:nvPr/>
              </p14:nvContentPartPr>
              <p14:xfrm>
                <a:off x="9611744" y="5215986"/>
                <a:ext cx="698040" cy="440280"/>
              </p14:xfrm>
            </p:contentPart>
          </mc:Choice>
          <mc:Fallback xmlns="">
            <p:pic>
              <p:nvPicPr>
                <p:cNvPr id="27692" name="Ink 27691">
                  <a:extLst>
                    <a:ext uri="{FF2B5EF4-FFF2-40B4-BE49-F238E27FC236}">
                      <a16:creationId xmlns:a16="http://schemas.microsoft.com/office/drawing/2014/main" id="{0FF7C86B-0382-CD4A-6EA4-EA6D240C4F46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593744" y="5197986"/>
                  <a:ext cx="733680" cy="47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27693" name="Ink 27692">
                  <a:extLst>
                    <a:ext uri="{FF2B5EF4-FFF2-40B4-BE49-F238E27FC236}">
                      <a16:creationId xmlns:a16="http://schemas.microsoft.com/office/drawing/2014/main" id="{FC9C0626-32E6-E036-FC98-3FAF4467FFCB}"/>
                    </a:ext>
                  </a:extLst>
                </p14:cNvPr>
                <p14:cNvContentPartPr/>
                <p14:nvPr/>
              </p14:nvContentPartPr>
              <p14:xfrm>
                <a:off x="9600224" y="5262426"/>
                <a:ext cx="95040" cy="407520"/>
              </p14:xfrm>
            </p:contentPart>
          </mc:Choice>
          <mc:Fallback xmlns="">
            <p:pic>
              <p:nvPicPr>
                <p:cNvPr id="27693" name="Ink 27692">
                  <a:extLst>
                    <a:ext uri="{FF2B5EF4-FFF2-40B4-BE49-F238E27FC236}">
                      <a16:creationId xmlns:a16="http://schemas.microsoft.com/office/drawing/2014/main" id="{FC9C0626-32E6-E036-FC98-3FAF4467FFCB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9582224" y="5244426"/>
                  <a:ext cx="130680" cy="44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27694" name="Ink 27693">
                  <a:extLst>
                    <a:ext uri="{FF2B5EF4-FFF2-40B4-BE49-F238E27FC236}">
                      <a16:creationId xmlns:a16="http://schemas.microsoft.com/office/drawing/2014/main" id="{C35674F8-DD8D-1A31-B3C9-21BD18C70889}"/>
                    </a:ext>
                  </a:extLst>
                </p14:cNvPr>
                <p14:cNvContentPartPr/>
                <p14:nvPr/>
              </p14:nvContentPartPr>
              <p14:xfrm>
                <a:off x="9573584" y="5165946"/>
                <a:ext cx="747000" cy="112320"/>
              </p14:xfrm>
            </p:contentPart>
          </mc:Choice>
          <mc:Fallback xmlns="">
            <p:pic>
              <p:nvPicPr>
                <p:cNvPr id="27694" name="Ink 27693">
                  <a:extLst>
                    <a:ext uri="{FF2B5EF4-FFF2-40B4-BE49-F238E27FC236}">
                      <a16:creationId xmlns:a16="http://schemas.microsoft.com/office/drawing/2014/main" id="{C35674F8-DD8D-1A31-B3C9-21BD18C7088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555593" y="5147946"/>
                  <a:ext cx="782623" cy="14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06" name="Group 27705">
            <a:extLst>
              <a:ext uri="{FF2B5EF4-FFF2-40B4-BE49-F238E27FC236}">
                <a16:creationId xmlns:a16="http://schemas.microsoft.com/office/drawing/2014/main" id="{B1C43D81-F0BF-3826-3364-C3A014DEFEF3}"/>
              </a:ext>
            </a:extLst>
          </p:cNvPr>
          <p:cNvGrpSpPr/>
          <p:nvPr/>
        </p:nvGrpSpPr>
        <p:grpSpPr>
          <a:xfrm>
            <a:off x="2437087" y="2772492"/>
            <a:ext cx="2006640" cy="694800"/>
            <a:chOff x="8352464" y="3840066"/>
            <a:chExt cx="2006640" cy="69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27670" name="Ink 27669">
                  <a:extLst>
                    <a:ext uri="{FF2B5EF4-FFF2-40B4-BE49-F238E27FC236}">
                      <a16:creationId xmlns:a16="http://schemas.microsoft.com/office/drawing/2014/main" id="{5E39D7A9-7305-32FC-05E2-B6B92CB426FC}"/>
                    </a:ext>
                  </a:extLst>
                </p14:cNvPr>
                <p14:cNvContentPartPr/>
                <p14:nvPr/>
              </p14:nvContentPartPr>
              <p14:xfrm>
                <a:off x="8352464" y="4375026"/>
                <a:ext cx="62280" cy="159840"/>
              </p14:xfrm>
            </p:contentPart>
          </mc:Choice>
          <mc:Fallback xmlns="">
            <p:pic>
              <p:nvPicPr>
                <p:cNvPr id="27670" name="Ink 27669">
                  <a:extLst>
                    <a:ext uri="{FF2B5EF4-FFF2-40B4-BE49-F238E27FC236}">
                      <a16:creationId xmlns:a16="http://schemas.microsoft.com/office/drawing/2014/main" id="{5E39D7A9-7305-32FC-05E2-B6B92CB426FC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8334464" y="4357026"/>
                  <a:ext cx="9792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27671" name="Ink 27670">
                  <a:extLst>
                    <a:ext uri="{FF2B5EF4-FFF2-40B4-BE49-F238E27FC236}">
                      <a16:creationId xmlns:a16="http://schemas.microsoft.com/office/drawing/2014/main" id="{B74D4828-7BD4-5D07-4EF1-DF9CD9F2EB8E}"/>
                    </a:ext>
                  </a:extLst>
                </p14:cNvPr>
                <p14:cNvContentPartPr/>
                <p14:nvPr/>
              </p14:nvContentPartPr>
              <p14:xfrm>
                <a:off x="8358584" y="4330026"/>
                <a:ext cx="135720" cy="119520"/>
              </p14:xfrm>
            </p:contentPart>
          </mc:Choice>
          <mc:Fallback xmlns="">
            <p:pic>
              <p:nvPicPr>
                <p:cNvPr id="27671" name="Ink 27670">
                  <a:extLst>
                    <a:ext uri="{FF2B5EF4-FFF2-40B4-BE49-F238E27FC236}">
                      <a16:creationId xmlns:a16="http://schemas.microsoft.com/office/drawing/2014/main" id="{B74D4828-7BD4-5D07-4EF1-DF9CD9F2EB8E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8340584" y="4311972"/>
                  <a:ext cx="171360" cy="15526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27672" name="Ink 27671">
                  <a:extLst>
                    <a:ext uri="{FF2B5EF4-FFF2-40B4-BE49-F238E27FC236}">
                      <a16:creationId xmlns:a16="http://schemas.microsoft.com/office/drawing/2014/main" id="{03BFD042-F0E4-537D-42DA-12BF985EC5A5}"/>
                    </a:ext>
                  </a:extLst>
                </p14:cNvPr>
                <p14:cNvContentPartPr/>
                <p14:nvPr/>
              </p14:nvContentPartPr>
              <p14:xfrm>
                <a:off x="8579264" y="4362786"/>
                <a:ext cx="20160" cy="126360"/>
              </p14:xfrm>
            </p:contentPart>
          </mc:Choice>
          <mc:Fallback xmlns="">
            <p:pic>
              <p:nvPicPr>
                <p:cNvPr id="27672" name="Ink 27671">
                  <a:extLst>
                    <a:ext uri="{FF2B5EF4-FFF2-40B4-BE49-F238E27FC236}">
                      <a16:creationId xmlns:a16="http://schemas.microsoft.com/office/drawing/2014/main" id="{03BFD042-F0E4-537D-42DA-12BF985EC5A5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8561264" y="4344786"/>
                  <a:ext cx="558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27673" name="Ink 27672">
                  <a:extLst>
                    <a:ext uri="{FF2B5EF4-FFF2-40B4-BE49-F238E27FC236}">
                      <a16:creationId xmlns:a16="http://schemas.microsoft.com/office/drawing/2014/main" id="{335C31CC-90CB-D833-09E0-113291552202}"/>
                    </a:ext>
                  </a:extLst>
                </p14:cNvPr>
                <p14:cNvContentPartPr/>
                <p14:nvPr/>
              </p14:nvContentPartPr>
              <p14:xfrm>
                <a:off x="8621024" y="4305186"/>
                <a:ext cx="205560" cy="118080"/>
              </p14:xfrm>
            </p:contentPart>
          </mc:Choice>
          <mc:Fallback xmlns="">
            <p:pic>
              <p:nvPicPr>
                <p:cNvPr id="27673" name="Ink 27672">
                  <a:extLst>
                    <a:ext uri="{FF2B5EF4-FFF2-40B4-BE49-F238E27FC236}">
                      <a16:creationId xmlns:a16="http://schemas.microsoft.com/office/drawing/2014/main" id="{335C31CC-90CB-D833-09E0-113291552202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8603024" y="4287186"/>
                  <a:ext cx="24120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27674" name="Ink 27673">
                  <a:extLst>
                    <a:ext uri="{FF2B5EF4-FFF2-40B4-BE49-F238E27FC236}">
                      <a16:creationId xmlns:a16="http://schemas.microsoft.com/office/drawing/2014/main" id="{BB823CB5-CFB2-32AD-8E72-4F7848FBADA7}"/>
                    </a:ext>
                  </a:extLst>
                </p14:cNvPr>
                <p14:cNvContentPartPr/>
                <p14:nvPr/>
              </p14:nvContentPartPr>
              <p14:xfrm>
                <a:off x="8914064" y="4291506"/>
                <a:ext cx="83880" cy="123480"/>
              </p14:xfrm>
            </p:contentPart>
          </mc:Choice>
          <mc:Fallback xmlns="">
            <p:pic>
              <p:nvPicPr>
                <p:cNvPr id="27674" name="Ink 27673">
                  <a:extLst>
                    <a:ext uri="{FF2B5EF4-FFF2-40B4-BE49-F238E27FC236}">
                      <a16:creationId xmlns:a16="http://schemas.microsoft.com/office/drawing/2014/main" id="{BB823CB5-CFB2-32AD-8E72-4F7848FBADA7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8896064" y="4273506"/>
                  <a:ext cx="1195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27675" name="Ink 27674">
                  <a:extLst>
                    <a:ext uri="{FF2B5EF4-FFF2-40B4-BE49-F238E27FC236}">
                      <a16:creationId xmlns:a16="http://schemas.microsoft.com/office/drawing/2014/main" id="{76EB26AB-9793-9C46-A721-FC971E2A0815}"/>
                    </a:ext>
                  </a:extLst>
                </p14:cNvPr>
                <p14:cNvContentPartPr/>
                <p14:nvPr/>
              </p14:nvContentPartPr>
              <p14:xfrm>
                <a:off x="9087944" y="4231026"/>
                <a:ext cx="96840" cy="214920"/>
              </p14:xfrm>
            </p:contentPart>
          </mc:Choice>
          <mc:Fallback xmlns="">
            <p:pic>
              <p:nvPicPr>
                <p:cNvPr id="27675" name="Ink 27674">
                  <a:extLst>
                    <a:ext uri="{FF2B5EF4-FFF2-40B4-BE49-F238E27FC236}">
                      <a16:creationId xmlns:a16="http://schemas.microsoft.com/office/drawing/2014/main" id="{76EB26AB-9793-9C46-A721-FC971E2A0815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9069944" y="4213026"/>
                  <a:ext cx="13248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27696" name="Ink 27695">
                  <a:extLst>
                    <a:ext uri="{FF2B5EF4-FFF2-40B4-BE49-F238E27FC236}">
                      <a16:creationId xmlns:a16="http://schemas.microsoft.com/office/drawing/2014/main" id="{03122F57-F589-14B3-C6D6-88ED720CA997}"/>
                    </a:ext>
                  </a:extLst>
                </p14:cNvPr>
                <p14:cNvContentPartPr/>
                <p14:nvPr/>
              </p14:nvContentPartPr>
              <p14:xfrm>
                <a:off x="9560984" y="4151466"/>
                <a:ext cx="134640" cy="195480"/>
              </p14:xfrm>
            </p:contentPart>
          </mc:Choice>
          <mc:Fallback xmlns="">
            <p:pic>
              <p:nvPicPr>
                <p:cNvPr id="27696" name="Ink 27695">
                  <a:extLst>
                    <a:ext uri="{FF2B5EF4-FFF2-40B4-BE49-F238E27FC236}">
                      <a16:creationId xmlns:a16="http://schemas.microsoft.com/office/drawing/2014/main" id="{03122F57-F589-14B3-C6D6-88ED720CA997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9542984" y="4133466"/>
                  <a:ext cx="17028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27697" name="Ink 27696">
                  <a:extLst>
                    <a:ext uri="{FF2B5EF4-FFF2-40B4-BE49-F238E27FC236}">
                      <a16:creationId xmlns:a16="http://schemas.microsoft.com/office/drawing/2014/main" id="{DC36F67B-4310-D176-2739-62505A21F07E}"/>
                    </a:ext>
                  </a:extLst>
                </p14:cNvPr>
                <p14:cNvContentPartPr/>
                <p14:nvPr/>
              </p14:nvContentPartPr>
              <p14:xfrm>
                <a:off x="9821624" y="4101066"/>
                <a:ext cx="53280" cy="192240"/>
              </p14:xfrm>
            </p:contentPart>
          </mc:Choice>
          <mc:Fallback xmlns="">
            <p:pic>
              <p:nvPicPr>
                <p:cNvPr id="27697" name="Ink 27696">
                  <a:extLst>
                    <a:ext uri="{FF2B5EF4-FFF2-40B4-BE49-F238E27FC236}">
                      <a16:creationId xmlns:a16="http://schemas.microsoft.com/office/drawing/2014/main" id="{DC36F67B-4310-D176-2739-62505A21F07E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9803745" y="4083066"/>
                  <a:ext cx="88681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27698" name="Ink 27697">
                  <a:extLst>
                    <a:ext uri="{FF2B5EF4-FFF2-40B4-BE49-F238E27FC236}">
                      <a16:creationId xmlns:a16="http://schemas.microsoft.com/office/drawing/2014/main" id="{ACE379ED-B571-9B5A-8E9C-C604191C6ED6}"/>
                    </a:ext>
                  </a:extLst>
                </p14:cNvPr>
                <p14:cNvContentPartPr/>
                <p14:nvPr/>
              </p14:nvContentPartPr>
              <p14:xfrm>
                <a:off x="9806864" y="4065426"/>
                <a:ext cx="106920" cy="65880"/>
              </p14:xfrm>
            </p:contentPart>
          </mc:Choice>
          <mc:Fallback xmlns="">
            <p:pic>
              <p:nvPicPr>
                <p:cNvPr id="27698" name="Ink 27697">
                  <a:extLst>
                    <a:ext uri="{FF2B5EF4-FFF2-40B4-BE49-F238E27FC236}">
                      <a16:creationId xmlns:a16="http://schemas.microsoft.com/office/drawing/2014/main" id="{ACE379ED-B571-9B5A-8E9C-C604191C6ED6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9788864" y="4047426"/>
                  <a:ext cx="14256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27699" name="Ink 27698">
                  <a:extLst>
                    <a:ext uri="{FF2B5EF4-FFF2-40B4-BE49-F238E27FC236}">
                      <a16:creationId xmlns:a16="http://schemas.microsoft.com/office/drawing/2014/main" id="{754FA273-6F1E-A128-C209-B765BD986AA3}"/>
                    </a:ext>
                  </a:extLst>
                </p14:cNvPr>
                <p14:cNvContentPartPr/>
                <p14:nvPr/>
              </p14:nvContentPartPr>
              <p14:xfrm>
                <a:off x="9878504" y="4151466"/>
                <a:ext cx="86400" cy="63720"/>
              </p14:xfrm>
            </p:contentPart>
          </mc:Choice>
          <mc:Fallback xmlns="">
            <p:pic>
              <p:nvPicPr>
                <p:cNvPr id="27699" name="Ink 27698">
                  <a:extLst>
                    <a:ext uri="{FF2B5EF4-FFF2-40B4-BE49-F238E27FC236}">
                      <a16:creationId xmlns:a16="http://schemas.microsoft.com/office/drawing/2014/main" id="{754FA273-6F1E-A128-C209-B765BD986AA3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9860504" y="4133466"/>
                  <a:ext cx="1220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27700" name="Ink 27699">
                  <a:extLst>
                    <a:ext uri="{FF2B5EF4-FFF2-40B4-BE49-F238E27FC236}">
                      <a16:creationId xmlns:a16="http://schemas.microsoft.com/office/drawing/2014/main" id="{2FB68181-076A-227E-A3EA-1D235DA4BDF3}"/>
                    </a:ext>
                  </a:extLst>
                </p14:cNvPr>
                <p14:cNvContentPartPr/>
                <p14:nvPr/>
              </p14:nvContentPartPr>
              <p14:xfrm>
                <a:off x="10038344" y="4071546"/>
                <a:ext cx="33480" cy="144000"/>
              </p14:xfrm>
            </p:contentPart>
          </mc:Choice>
          <mc:Fallback xmlns="">
            <p:pic>
              <p:nvPicPr>
                <p:cNvPr id="27700" name="Ink 27699">
                  <a:extLst>
                    <a:ext uri="{FF2B5EF4-FFF2-40B4-BE49-F238E27FC236}">
                      <a16:creationId xmlns:a16="http://schemas.microsoft.com/office/drawing/2014/main" id="{2FB68181-076A-227E-A3EA-1D235DA4BDF3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0020344" y="4053546"/>
                  <a:ext cx="691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27701" name="Ink 27700">
                  <a:extLst>
                    <a:ext uri="{FF2B5EF4-FFF2-40B4-BE49-F238E27FC236}">
                      <a16:creationId xmlns:a16="http://schemas.microsoft.com/office/drawing/2014/main" id="{B620C449-5145-5C3E-C812-498ED58B4915}"/>
                    </a:ext>
                  </a:extLst>
                </p14:cNvPr>
                <p14:cNvContentPartPr/>
                <p14:nvPr/>
              </p14:nvContentPartPr>
              <p14:xfrm>
                <a:off x="10031144" y="4022586"/>
                <a:ext cx="77040" cy="79560"/>
              </p14:xfrm>
            </p:contentPart>
          </mc:Choice>
          <mc:Fallback xmlns="">
            <p:pic>
              <p:nvPicPr>
                <p:cNvPr id="27701" name="Ink 27700">
                  <a:extLst>
                    <a:ext uri="{FF2B5EF4-FFF2-40B4-BE49-F238E27FC236}">
                      <a16:creationId xmlns:a16="http://schemas.microsoft.com/office/drawing/2014/main" id="{B620C449-5145-5C3E-C812-498ED58B4915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0013144" y="4004586"/>
                  <a:ext cx="11268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27702" name="Ink 27701">
                  <a:extLst>
                    <a:ext uri="{FF2B5EF4-FFF2-40B4-BE49-F238E27FC236}">
                      <a16:creationId xmlns:a16="http://schemas.microsoft.com/office/drawing/2014/main" id="{07BAD0AA-291D-5D76-AFB7-43AD3040CC85}"/>
                    </a:ext>
                  </a:extLst>
                </p14:cNvPr>
                <p14:cNvContentPartPr/>
                <p14:nvPr/>
              </p14:nvContentPartPr>
              <p14:xfrm>
                <a:off x="10085504" y="4105026"/>
                <a:ext cx="69840" cy="33120"/>
              </p14:xfrm>
            </p:contentPart>
          </mc:Choice>
          <mc:Fallback xmlns="">
            <p:pic>
              <p:nvPicPr>
                <p:cNvPr id="27702" name="Ink 27701">
                  <a:extLst>
                    <a:ext uri="{FF2B5EF4-FFF2-40B4-BE49-F238E27FC236}">
                      <a16:creationId xmlns:a16="http://schemas.microsoft.com/office/drawing/2014/main" id="{07BAD0AA-291D-5D76-AFB7-43AD3040CC85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0067411" y="4087026"/>
                  <a:ext cx="105665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27703" name="Ink 27702">
                  <a:extLst>
                    <a:ext uri="{FF2B5EF4-FFF2-40B4-BE49-F238E27FC236}">
                      <a16:creationId xmlns:a16="http://schemas.microsoft.com/office/drawing/2014/main" id="{075F0391-710A-224A-7D65-8798ACC4C130}"/>
                    </a:ext>
                  </a:extLst>
                </p14:cNvPr>
                <p14:cNvContentPartPr/>
                <p14:nvPr/>
              </p14:nvContentPartPr>
              <p14:xfrm>
                <a:off x="9468824" y="3840066"/>
                <a:ext cx="890280" cy="601200"/>
              </p14:xfrm>
            </p:contentPart>
          </mc:Choice>
          <mc:Fallback xmlns="">
            <p:pic>
              <p:nvPicPr>
                <p:cNvPr id="27703" name="Ink 27702">
                  <a:extLst>
                    <a:ext uri="{FF2B5EF4-FFF2-40B4-BE49-F238E27FC236}">
                      <a16:creationId xmlns:a16="http://schemas.microsoft.com/office/drawing/2014/main" id="{075F0391-710A-224A-7D65-8798ACC4C130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9450824" y="3822066"/>
                  <a:ext cx="925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27704" name="Ink 27703">
                  <a:extLst>
                    <a:ext uri="{FF2B5EF4-FFF2-40B4-BE49-F238E27FC236}">
                      <a16:creationId xmlns:a16="http://schemas.microsoft.com/office/drawing/2014/main" id="{252ADD5E-E8C0-53C4-7551-5DB24344A835}"/>
                    </a:ext>
                  </a:extLst>
                </p14:cNvPr>
                <p14:cNvContentPartPr/>
                <p14:nvPr/>
              </p14:nvContentPartPr>
              <p14:xfrm>
                <a:off x="9441824" y="4048146"/>
                <a:ext cx="85320" cy="392760"/>
              </p14:xfrm>
            </p:contentPart>
          </mc:Choice>
          <mc:Fallback xmlns="">
            <p:pic>
              <p:nvPicPr>
                <p:cNvPr id="27704" name="Ink 27703">
                  <a:extLst>
                    <a:ext uri="{FF2B5EF4-FFF2-40B4-BE49-F238E27FC236}">
                      <a16:creationId xmlns:a16="http://schemas.microsoft.com/office/drawing/2014/main" id="{252ADD5E-E8C0-53C4-7551-5DB24344A835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9423900" y="4030146"/>
                  <a:ext cx="12081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27705" name="Ink 27704">
                  <a:extLst>
                    <a:ext uri="{FF2B5EF4-FFF2-40B4-BE49-F238E27FC236}">
                      <a16:creationId xmlns:a16="http://schemas.microsoft.com/office/drawing/2014/main" id="{B9533CA5-262E-9492-CA26-6AE3FA8E8463}"/>
                    </a:ext>
                  </a:extLst>
                </p14:cNvPr>
                <p14:cNvContentPartPr/>
                <p14:nvPr/>
              </p14:nvContentPartPr>
              <p14:xfrm>
                <a:off x="9374144" y="3854466"/>
                <a:ext cx="845280" cy="235800"/>
              </p14:xfrm>
            </p:contentPart>
          </mc:Choice>
          <mc:Fallback xmlns="">
            <p:pic>
              <p:nvPicPr>
                <p:cNvPr id="27705" name="Ink 27704">
                  <a:extLst>
                    <a:ext uri="{FF2B5EF4-FFF2-40B4-BE49-F238E27FC236}">
                      <a16:creationId xmlns:a16="http://schemas.microsoft.com/office/drawing/2014/main" id="{B9533CA5-262E-9492-CA26-6AE3FA8E8463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9356144" y="3836466"/>
                  <a:ext cx="880920" cy="27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12" name="Group 27711">
            <a:extLst>
              <a:ext uri="{FF2B5EF4-FFF2-40B4-BE49-F238E27FC236}">
                <a16:creationId xmlns:a16="http://schemas.microsoft.com/office/drawing/2014/main" id="{B3AAEA54-FF2C-7C20-3B77-75799EBD72D3}"/>
              </a:ext>
            </a:extLst>
          </p:cNvPr>
          <p:cNvGrpSpPr/>
          <p:nvPr/>
        </p:nvGrpSpPr>
        <p:grpSpPr>
          <a:xfrm>
            <a:off x="2276527" y="2406012"/>
            <a:ext cx="541080" cy="198000"/>
            <a:chOff x="8191904" y="3473586"/>
            <a:chExt cx="541080" cy="19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27707" name="Ink 27706">
                  <a:extLst>
                    <a:ext uri="{FF2B5EF4-FFF2-40B4-BE49-F238E27FC236}">
                      <a16:creationId xmlns:a16="http://schemas.microsoft.com/office/drawing/2014/main" id="{78D84094-B373-B36C-F999-4F5AF0040CAD}"/>
                    </a:ext>
                  </a:extLst>
                </p14:cNvPr>
                <p14:cNvContentPartPr/>
                <p14:nvPr/>
              </p14:nvContentPartPr>
              <p14:xfrm>
                <a:off x="8191904" y="3486906"/>
                <a:ext cx="151560" cy="165240"/>
              </p14:xfrm>
            </p:contentPart>
          </mc:Choice>
          <mc:Fallback xmlns="">
            <p:pic>
              <p:nvPicPr>
                <p:cNvPr id="27707" name="Ink 27706">
                  <a:extLst>
                    <a:ext uri="{FF2B5EF4-FFF2-40B4-BE49-F238E27FC236}">
                      <a16:creationId xmlns:a16="http://schemas.microsoft.com/office/drawing/2014/main" id="{78D84094-B373-B36C-F999-4F5AF0040CA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8173947" y="3468867"/>
                  <a:ext cx="187116" cy="20095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27708" name="Ink 27707">
                  <a:extLst>
                    <a:ext uri="{FF2B5EF4-FFF2-40B4-BE49-F238E27FC236}">
                      <a16:creationId xmlns:a16="http://schemas.microsoft.com/office/drawing/2014/main" id="{8B7CDDC3-396D-0AE5-6FB7-E42ED0E23DAD}"/>
                    </a:ext>
                  </a:extLst>
                </p14:cNvPr>
                <p14:cNvContentPartPr/>
                <p14:nvPr/>
              </p14:nvContentPartPr>
              <p14:xfrm>
                <a:off x="8479184" y="3574386"/>
                <a:ext cx="36360" cy="97200"/>
              </p14:xfrm>
            </p:contentPart>
          </mc:Choice>
          <mc:Fallback xmlns="">
            <p:pic>
              <p:nvPicPr>
                <p:cNvPr id="27708" name="Ink 27707">
                  <a:extLst>
                    <a:ext uri="{FF2B5EF4-FFF2-40B4-BE49-F238E27FC236}">
                      <a16:creationId xmlns:a16="http://schemas.microsoft.com/office/drawing/2014/main" id="{8B7CDDC3-396D-0AE5-6FB7-E42ED0E23DAD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8461184" y="3556386"/>
                  <a:ext cx="7200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27709" name="Ink 27708">
                  <a:extLst>
                    <a:ext uri="{FF2B5EF4-FFF2-40B4-BE49-F238E27FC236}">
                      <a16:creationId xmlns:a16="http://schemas.microsoft.com/office/drawing/2014/main" id="{323F1DFE-D55A-CCE9-06E6-1EACCF182C33}"/>
                    </a:ext>
                  </a:extLst>
                </p14:cNvPr>
                <p14:cNvContentPartPr/>
                <p14:nvPr/>
              </p14:nvContentPartPr>
              <p14:xfrm>
                <a:off x="8458664" y="3535866"/>
                <a:ext cx="117720" cy="126000"/>
              </p14:xfrm>
            </p:contentPart>
          </mc:Choice>
          <mc:Fallback xmlns="">
            <p:pic>
              <p:nvPicPr>
                <p:cNvPr id="27709" name="Ink 27708">
                  <a:extLst>
                    <a:ext uri="{FF2B5EF4-FFF2-40B4-BE49-F238E27FC236}">
                      <a16:creationId xmlns:a16="http://schemas.microsoft.com/office/drawing/2014/main" id="{323F1DFE-D55A-CCE9-06E6-1EACCF182C33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8440664" y="3517866"/>
                  <a:ext cx="15336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27710" name="Ink 27709">
                  <a:extLst>
                    <a:ext uri="{FF2B5EF4-FFF2-40B4-BE49-F238E27FC236}">
                      <a16:creationId xmlns:a16="http://schemas.microsoft.com/office/drawing/2014/main" id="{3C47231C-D621-7894-B988-171CF4D10505}"/>
                    </a:ext>
                  </a:extLst>
                </p14:cNvPr>
                <p14:cNvContentPartPr/>
                <p14:nvPr/>
              </p14:nvContentPartPr>
              <p14:xfrm>
                <a:off x="8612024" y="3532266"/>
                <a:ext cx="70560" cy="104760"/>
              </p14:xfrm>
            </p:contentPart>
          </mc:Choice>
          <mc:Fallback xmlns="">
            <p:pic>
              <p:nvPicPr>
                <p:cNvPr id="27710" name="Ink 27709">
                  <a:extLst>
                    <a:ext uri="{FF2B5EF4-FFF2-40B4-BE49-F238E27FC236}">
                      <a16:creationId xmlns:a16="http://schemas.microsoft.com/office/drawing/2014/main" id="{3C47231C-D621-7894-B988-171CF4D10505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8594024" y="3514266"/>
                  <a:ext cx="10620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27711" name="Ink 27710">
                  <a:extLst>
                    <a:ext uri="{FF2B5EF4-FFF2-40B4-BE49-F238E27FC236}">
                      <a16:creationId xmlns:a16="http://schemas.microsoft.com/office/drawing/2014/main" id="{1C88065E-763C-4918-CA84-3E1D79F6775E}"/>
                    </a:ext>
                  </a:extLst>
                </p14:cNvPr>
                <p14:cNvContentPartPr/>
                <p14:nvPr/>
              </p14:nvContentPartPr>
              <p14:xfrm>
                <a:off x="8642624" y="3473586"/>
                <a:ext cx="90360" cy="145440"/>
              </p14:xfrm>
            </p:contentPart>
          </mc:Choice>
          <mc:Fallback xmlns="">
            <p:pic>
              <p:nvPicPr>
                <p:cNvPr id="27711" name="Ink 27710">
                  <a:extLst>
                    <a:ext uri="{FF2B5EF4-FFF2-40B4-BE49-F238E27FC236}">
                      <a16:creationId xmlns:a16="http://schemas.microsoft.com/office/drawing/2014/main" id="{1C88065E-763C-4918-CA84-3E1D79F6775E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8624624" y="3455586"/>
                  <a:ext cx="126000" cy="181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40" name="Group 27739">
            <a:extLst>
              <a:ext uri="{FF2B5EF4-FFF2-40B4-BE49-F238E27FC236}">
                <a16:creationId xmlns:a16="http://schemas.microsoft.com/office/drawing/2014/main" id="{A994460C-39CC-DCF8-4583-9B1E44580C1A}"/>
              </a:ext>
            </a:extLst>
          </p:cNvPr>
          <p:cNvGrpSpPr/>
          <p:nvPr/>
        </p:nvGrpSpPr>
        <p:grpSpPr>
          <a:xfrm>
            <a:off x="10646384" y="2911266"/>
            <a:ext cx="1416960" cy="3438720"/>
            <a:chOff x="10646384" y="2911266"/>
            <a:chExt cx="1416960" cy="3438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27737" name="Ink 27736">
                  <a:extLst>
                    <a:ext uri="{FF2B5EF4-FFF2-40B4-BE49-F238E27FC236}">
                      <a16:creationId xmlns:a16="http://schemas.microsoft.com/office/drawing/2014/main" id="{F1B7A947-3668-52D0-CE5D-8C3F556A32F8}"/>
                    </a:ext>
                  </a:extLst>
                </p14:cNvPr>
                <p14:cNvContentPartPr/>
                <p14:nvPr/>
              </p14:nvContentPartPr>
              <p14:xfrm>
                <a:off x="10672304" y="2911266"/>
                <a:ext cx="144000" cy="3386520"/>
              </p14:xfrm>
            </p:contentPart>
          </mc:Choice>
          <mc:Fallback xmlns="">
            <p:pic>
              <p:nvPicPr>
                <p:cNvPr id="27737" name="Ink 27736">
                  <a:extLst>
                    <a:ext uri="{FF2B5EF4-FFF2-40B4-BE49-F238E27FC236}">
                      <a16:creationId xmlns:a16="http://schemas.microsoft.com/office/drawing/2014/main" id="{F1B7A947-3668-52D0-CE5D-8C3F556A32F8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0654304" y="2893266"/>
                  <a:ext cx="179640" cy="342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27738" name="Ink 27737">
                  <a:extLst>
                    <a:ext uri="{FF2B5EF4-FFF2-40B4-BE49-F238E27FC236}">
                      <a16:creationId xmlns:a16="http://schemas.microsoft.com/office/drawing/2014/main" id="{A2E5042A-1DE5-BDE9-E8CC-738525E304D4}"/>
                    </a:ext>
                  </a:extLst>
                </p14:cNvPr>
                <p14:cNvContentPartPr/>
                <p14:nvPr/>
              </p14:nvContentPartPr>
              <p14:xfrm>
                <a:off x="10811264" y="3068946"/>
                <a:ext cx="1099080" cy="47160"/>
              </p14:xfrm>
            </p:contentPart>
          </mc:Choice>
          <mc:Fallback xmlns="">
            <p:pic>
              <p:nvPicPr>
                <p:cNvPr id="27738" name="Ink 27737">
                  <a:extLst>
                    <a:ext uri="{FF2B5EF4-FFF2-40B4-BE49-F238E27FC236}">
                      <a16:creationId xmlns:a16="http://schemas.microsoft.com/office/drawing/2014/main" id="{A2E5042A-1DE5-BDE9-E8CC-738525E304D4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0793264" y="3051082"/>
                  <a:ext cx="1134720" cy="8253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27739" name="Ink 27738">
                  <a:extLst>
                    <a:ext uri="{FF2B5EF4-FFF2-40B4-BE49-F238E27FC236}">
                      <a16:creationId xmlns:a16="http://schemas.microsoft.com/office/drawing/2014/main" id="{7E8B2BE1-AF63-7D0D-34EF-D1B941EFA4D6}"/>
                    </a:ext>
                  </a:extLst>
                </p14:cNvPr>
                <p14:cNvContentPartPr/>
                <p14:nvPr/>
              </p14:nvContentPartPr>
              <p14:xfrm>
                <a:off x="10646384" y="3102786"/>
                <a:ext cx="1416960" cy="3247200"/>
              </p14:xfrm>
            </p:contentPart>
          </mc:Choice>
          <mc:Fallback xmlns="">
            <p:pic>
              <p:nvPicPr>
                <p:cNvPr id="27739" name="Ink 27738">
                  <a:extLst>
                    <a:ext uri="{FF2B5EF4-FFF2-40B4-BE49-F238E27FC236}">
                      <a16:creationId xmlns:a16="http://schemas.microsoft.com/office/drawing/2014/main" id="{7E8B2BE1-AF63-7D0D-34EF-D1B941EFA4D6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0628384" y="3084786"/>
                  <a:ext cx="1452600" cy="3282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43" name="Group 27742">
            <a:extLst>
              <a:ext uri="{FF2B5EF4-FFF2-40B4-BE49-F238E27FC236}">
                <a16:creationId xmlns:a16="http://schemas.microsoft.com/office/drawing/2014/main" id="{2946EBBC-CF02-DD50-EB6B-6A913D7E6EA5}"/>
              </a:ext>
            </a:extLst>
          </p:cNvPr>
          <p:cNvGrpSpPr/>
          <p:nvPr/>
        </p:nvGrpSpPr>
        <p:grpSpPr>
          <a:xfrm>
            <a:off x="8972024" y="1690866"/>
            <a:ext cx="499680" cy="335520"/>
            <a:chOff x="8972024" y="1690866"/>
            <a:chExt cx="499680" cy="33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27741" name="Ink 27740">
                  <a:extLst>
                    <a:ext uri="{FF2B5EF4-FFF2-40B4-BE49-F238E27FC236}">
                      <a16:creationId xmlns:a16="http://schemas.microsoft.com/office/drawing/2014/main" id="{DBB62AEC-1BC5-5A0C-8A89-3F8F99544A55}"/>
                    </a:ext>
                  </a:extLst>
                </p14:cNvPr>
                <p14:cNvContentPartPr/>
                <p14:nvPr/>
              </p14:nvContentPartPr>
              <p14:xfrm>
                <a:off x="8972024" y="1734426"/>
                <a:ext cx="232200" cy="291960"/>
              </p14:xfrm>
            </p:contentPart>
          </mc:Choice>
          <mc:Fallback xmlns="">
            <p:pic>
              <p:nvPicPr>
                <p:cNvPr id="27741" name="Ink 27740">
                  <a:extLst>
                    <a:ext uri="{FF2B5EF4-FFF2-40B4-BE49-F238E27FC236}">
                      <a16:creationId xmlns:a16="http://schemas.microsoft.com/office/drawing/2014/main" id="{DBB62AEC-1BC5-5A0C-8A89-3F8F99544A55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8953996" y="1716426"/>
                  <a:ext cx="267895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27742" name="Ink 27741">
                  <a:extLst>
                    <a:ext uri="{FF2B5EF4-FFF2-40B4-BE49-F238E27FC236}">
                      <a16:creationId xmlns:a16="http://schemas.microsoft.com/office/drawing/2014/main" id="{32AB9326-1DAD-6C2C-16D4-1A90A621746E}"/>
                    </a:ext>
                  </a:extLst>
                </p14:cNvPr>
                <p14:cNvContentPartPr/>
                <p14:nvPr/>
              </p14:nvContentPartPr>
              <p14:xfrm>
                <a:off x="9293504" y="1690866"/>
                <a:ext cx="178200" cy="261360"/>
              </p14:xfrm>
            </p:contentPart>
          </mc:Choice>
          <mc:Fallback xmlns="">
            <p:pic>
              <p:nvPicPr>
                <p:cNvPr id="27742" name="Ink 27741">
                  <a:extLst>
                    <a:ext uri="{FF2B5EF4-FFF2-40B4-BE49-F238E27FC236}">
                      <a16:creationId xmlns:a16="http://schemas.microsoft.com/office/drawing/2014/main" id="{32AB9326-1DAD-6C2C-16D4-1A90A621746E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9275468" y="1672866"/>
                  <a:ext cx="213912" cy="297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DFB78870-4F4F-9CBC-9FAE-6D6BE9D0F8BC}"/>
                  </a:ext>
                </a:extLst>
              </p14:cNvPr>
              <p14:cNvContentPartPr/>
              <p14:nvPr/>
            </p14:nvContentPartPr>
            <p14:xfrm>
              <a:off x="4639784" y="1378746"/>
              <a:ext cx="106200" cy="45763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DFB78870-4F4F-9CBC-9FAE-6D6BE9D0F8BC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4621784" y="1361106"/>
                <a:ext cx="141840" cy="461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64812EC9-7555-9CBB-94F5-AFBD641DF828}"/>
                  </a:ext>
                </a:extLst>
              </p14:cNvPr>
              <p14:cNvContentPartPr/>
              <p14:nvPr/>
            </p14:nvContentPartPr>
            <p14:xfrm>
              <a:off x="2046704" y="2269026"/>
              <a:ext cx="1453680" cy="336780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64812EC9-7555-9CBB-94F5-AFBD641DF828}"/>
                  </a:ext>
                </a:extLst>
              </p:cNvPr>
              <p:cNvPicPr/>
              <p:nvPr/>
            </p:nvPicPr>
            <p:blipFill>
              <a:blip r:embed="rId205"/>
              <a:stretch>
                <a:fillRect/>
              </a:stretch>
            </p:blipFill>
            <p:spPr>
              <a:xfrm>
                <a:off x="1992704" y="2161026"/>
                <a:ext cx="1561320" cy="3583440"/>
              </a:xfrm>
              <a:prstGeom prst="rect">
                <a:avLst/>
              </a:prstGeom>
            </p:spPr>
          </p:pic>
        </mc:Fallback>
      </mc:AlternateContent>
      <p:grpSp>
        <p:nvGrpSpPr>
          <p:cNvPr id="27730" name="Group 27729">
            <a:extLst>
              <a:ext uri="{FF2B5EF4-FFF2-40B4-BE49-F238E27FC236}">
                <a16:creationId xmlns:a16="http://schemas.microsoft.com/office/drawing/2014/main" id="{385052EB-F2BE-2D7F-12A6-3400C9DA3BF5}"/>
              </a:ext>
            </a:extLst>
          </p:cNvPr>
          <p:cNvGrpSpPr/>
          <p:nvPr/>
        </p:nvGrpSpPr>
        <p:grpSpPr>
          <a:xfrm>
            <a:off x="5317664" y="1917306"/>
            <a:ext cx="648000" cy="692280"/>
            <a:chOff x="5317664" y="1917306"/>
            <a:chExt cx="648000" cy="692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09B9B0E-CF2B-323D-A124-2057D3D7D07D}"/>
                    </a:ext>
                  </a:extLst>
                </p14:cNvPr>
                <p14:cNvContentPartPr/>
                <p14:nvPr/>
              </p14:nvContentPartPr>
              <p14:xfrm>
                <a:off x="5438984" y="2346066"/>
                <a:ext cx="83160" cy="856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09B9B0E-CF2B-323D-A124-2057D3D7D07D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5420984" y="2328066"/>
                  <a:ext cx="11880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A3595AE-36D2-5725-2EA1-0B23ED3FBB56}"/>
                    </a:ext>
                  </a:extLst>
                </p14:cNvPr>
                <p14:cNvContentPartPr/>
                <p14:nvPr/>
              </p14:nvContentPartPr>
              <p14:xfrm>
                <a:off x="5317664" y="1917306"/>
                <a:ext cx="218160" cy="1908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A3595AE-36D2-5725-2EA1-0B23ED3FBB56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5300024" y="1899666"/>
                  <a:ext cx="25380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0E6F544-348F-2E0B-B973-F015A5708BB3}"/>
                    </a:ext>
                  </a:extLst>
                </p14:cNvPr>
                <p14:cNvContentPartPr/>
                <p14:nvPr/>
              </p14:nvContentPartPr>
              <p14:xfrm>
                <a:off x="5660744" y="2060226"/>
                <a:ext cx="41040" cy="1375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0E6F544-348F-2E0B-B973-F015A5708BB3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5642744" y="2042586"/>
                  <a:ext cx="7668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7EB4DD7B-7096-E958-86B4-EBEDFE4486F2}"/>
                    </a:ext>
                  </a:extLst>
                </p14:cNvPr>
                <p14:cNvContentPartPr/>
                <p14:nvPr/>
              </p14:nvContentPartPr>
              <p14:xfrm>
                <a:off x="5693864" y="2067426"/>
                <a:ext cx="64440" cy="1324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7EB4DD7B-7096-E958-86B4-EBEDFE4486F2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5675864" y="2049426"/>
                  <a:ext cx="10008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E2AECF0-7075-C0F7-8581-7269CC9FF4B6}"/>
                    </a:ext>
                  </a:extLst>
                </p14:cNvPr>
                <p14:cNvContentPartPr/>
                <p14:nvPr/>
              </p14:nvContentPartPr>
              <p14:xfrm>
                <a:off x="5844344" y="2051586"/>
                <a:ext cx="18720" cy="1551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E2AECF0-7075-C0F7-8581-7269CC9FF4B6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5826344" y="2033586"/>
                  <a:ext cx="5436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27649" name="Ink 27648">
                  <a:extLst>
                    <a:ext uri="{FF2B5EF4-FFF2-40B4-BE49-F238E27FC236}">
                      <a16:creationId xmlns:a16="http://schemas.microsoft.com/office/drawing/2014/main" id="{0E1CB464-BC20-4499-4C4E-C736ECF8556D}"/>
                    </a:ext>
                  </a:extLst>
                </p14:cNvPr>
                <p14:cNvContentPartPr/>
                <p14:nvPr/>
              </p14:nvContentPartPr>
              <p14:xfrm>
                <a:off x="5859824" y="2042586"/>
                <a:ext cx="105840" cy="129240"/>
              </p14:xfrm>
            </p:contentPart>
          </mc:Choice>
          <mc:Fallback xmlns="">
            <p:pic>
              <p:nvPicPr>
                <p:cNvPr id="27649" name="Ink 27648">
                  <a:extLst>
                    <a:ext uri="{FF2B5EF4-FFF2-40B4-BE49-F238E27FC236}">
                      <a16:creationId xmlns:a16="http://schemas.microsoft.com/office/drawing/2014/main" id="{0E1CB464-BC20-4499-4C4E-C736ECF8556D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5841824" y="2024586"/>
                  <a:ext cx="14148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27720" name="Ink 27719">
                  <a:extLst>
                    <a:ext uri="{FF2B5EF4-FFF2-40B4-BE49-F238E27FC236}">
                      <a16:creationId xmlns:a16="http://schemas.microsoft.com/office/drawing/2014/main" id="{3CF345D0-78E9-8754-51B3-F1F9A28096D6}"/>
                    </a:ext>
                  </a:extLst>
                </p14:cNvPr>
                <p14:cNvContentPartPr/>
                <p14:nvPr/>
              </p14:nvContentPartPr>
              <p14:xfrm>
                <a:off x="5467064" y="2410866"/>
                <a:ext cx="65160" cy="198720"/>
              </p14:xfrm>
            </p:contentPart>
          </mc:Choice>
          <mc:Fallback xmlns="">
            <p:pic>
              <p:nvPicPr>
                <p:cNvPr id="27720" name="Ink 27719">
                  <a:extLst>
                    <a:ext uri="{FF2B5EF4-FFF2-40B4-BE49-F238E27FC236}">
                      <a16:creationId xmlns:a16="http://schemas.microsoft.com/office/drawing/2014/main" id="{3CF345D0-78E9-8754-51B3-F1F9A28096D6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5449064" y="2393226"/>
                  <a:ext cx="100800" cy="234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61" name="Group 27760">
            <a:extLst>
              <a:ext uri="{FF2B5EF4-FFF2-40B4-BE49-F238E27FC236}">
                <a16:creationId xmlns:a16="http://schemas.microsoft.com/office/drawing/2014/main" id="{679E1ECE-00FC-A7FF-4114-90CA78A9AB0F}"/>
              </a:ext>
            </a:extLst>
          </p:cNvPr>
          <p:cNvGrpSpPr/>
          <p:nvPr/>
        </p:nvGrpSpPr>
        <p:grpSpPr>
          <a:xfrm>
            <a:off x="5504144" y="3166866"/>
            <a:ext cx="1116720" cy="1803960"/>
            <a:chOff x="5504144" y="3166866"/>
            <a:chExt cx="1116720" cy="1803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27744" name="Ink 27743">
                  <a:extLst>
                    <a:ext uri="{FF2B5EF4-FFF2-40B4-BE49-F238E27FC236}">
                      <a16:creationId xmlns:a16="http://schemas.microsoft.com/office/drawing/2014/main" id="{E84908BA-EB8B-8C2F-0FAC-90EE5B311A0C}"/>
                    </a:ext>
                  </a:extLst>
                </p14:cNvPr>
                <p14:cNvContentPartPr/>
                <p14:nvPr/>
              </p14:nvContentPartPr>
              <p14:xfrm>
                <a:off x="5534384" y="3575466"/>
                <a:ext cx="49680" cy="45000"/>
              </p14:xfrm>
            </p:contentPart>
          </mc:Choice>
          <mc:Fallback xmlns="">
            <p:pic>
              <p:nvPicPr>
                <p:cNvPr id="27744" name="Ink 27743">
                  <a:extLst>
                    <a:ext uri="{FF2B5EF4-FFF2-40B4-BE49-F238E27FC236}">
                      <a16:creationId xmlns:a16="http://schemas.microsoft.com/office/drawing/2014/main" id="{E84908BA-EB8B-8C2F-0FAC-90EE5B311A0C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5516384" y="3557826"/>
                  <a:ext cx="8532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27745" name="Ink 27744">
                  <a:extLst>
                    <a:ext uri="{FF2B5EF4-FFF2-40B4-BE49-F238E27FC236}">
                      <a16:creationId xmlns:a16="http://schemas.microsoft.com/office/drawing/2014/main" id="{795D5322-7A54-5744-5E37-2303E74B8DC4}"/>
                    </a:ext>
                  </a:extLst>
                </p14:cNvPr>
                <p14:cNvContentPartPr/>
                <p14:nvPr/>
              </p14:nvContentPartPr>
              <p14:xfrm>
                <a:off x="5504144" y="3551706"/>
                <a:ext cx="410400" cy="43920"/>
              </p14:xfrm>
            </p:contentPart>
          </mc:Choice>
          <mc:Fallback xmlns="">
            <p:pic>
              <p:nvPicPr>
                <p:cNvPr id="27745" name="Ink 27744">
                  <a:extLst>
                    <a:ext uri="{FF2B5EF4-FFF2-40B4-BE49-F238E27FC236}">
                      <a16:creationId xmlns:a16="http://schemas.microsoft.com/office/drawing/2014/main" id="{795D5322-7A54-5744-5E37-2303E74B8DC4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5486144" y="3534066"/>
                  <a:ext cx="44604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27746" name="Ink 27745">
                  <a:extLst>
                    <a:ext uri="{FF2B5EF4-FFF2-40B4-BE49-F238E27FC236}">
                      <a16:creationId xmlns:a16="http://schemas.microsoft.com/office/drawing/2014/main" id="{B5D1B840-CA78-F30F-434E-C124AAA53DC3}"/>
                    </a:ext>
                  </a:extLst>
                </p14:cNvPr>
                <p14:cNvContentPartPr/>
                <p14:nvPr/>
              </p14:nvContentPartPr>
              <p14:xfrm>
                <a:off x="5879264" y="3301506"/>
                <a:ext cx="121680" cy="151200"/>
              </p14:xfrm>
            </p:contentPart>
          </mc:Choice>
          <mc:Fallback xmlns="">
            <p:pic>
              <p:nvPicPr>
                <p:cNvPr id="27746" name="Ink 27745">
                  <a:extLst>
                    <a:ext uri="{FF2B5EF4-FFF2-40B4-BE49-F238E27FC236}">
                      <a16:creationId xmlns:a16="http://schemas.microsoft.com/office/drawing/2014/main" id="{B5D1B840-CA78-F30F-434E-C124AAA53DC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5861624" y="3283866"/>
                  <a:ext cx="15732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27747" name="Ink 27746">
                  <a:extLst>
                    <a:ext uri="{FF2B5EF4-FFF2-40B4-BE49-F238E27FC236}">
                      <a16:creationId xmlns:a16="http://schemas.microsoft.com/office/drawing/2014/main" id="{467D5CA0-2213-FA44-E028-F3DBF88FA256}"/>
                    </a:ext>
                  </a:extLst>
                </p14:cNvPr>
                <p14:cNvContentPartPr/>
                <p14:nvPr/>
              </p14:nvContentPartPr>
              <p14:xfrm>
                <a:off x="6073304" y="3316626"/>
                <a:ext cx="170640" cy="70920"/>
              </p14:xfrm>
            </p:contentPart>
          </mc:Choice>
          <mc:Fallback xmlns="">
            <p:pic>
              <p:nvPicPr>
                <p:cNvPr id="27747" name="Ink 27746">
                  <a:extLst>
                    <a:ext uri="{FF2B5EF4-FFF2-40B4-BE49-F238E27FC236}">
                      <a16:creationId xmlns:a16="http://schemas.microsoft.com/office/drawing/2014/main" id="{467D5CA0-2213-FA44-E028-F3DBF88FA256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6055304" y="3298626"/>
                  <a:ext cx="20628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27748" name="Ink 27747">
                  <a:extLst>
                    <a:ext uri="{FF2B5EF4-FFF2-40B4-BE49-F238E27FC236}">
                      <a16:creationId xmlns:a16="http://schemas.microsoft.com/office/drawing/2014/main" id="{D99F8775-29B3-7BCB-472A-B0D9D680B6A3}"/>
                    </a:ext>
                  </a:extLst>
                </p14:cNvPr>
                <p14:cNvContentPartPr/>
                <p14:nvPr/>
              </p14:nvContentPartPr>
              <p14:xfrm>
                <a:off x="6289304" y="3166866"/>
                <a:ext cx="96840" cy="227160"/>
              </p14:xfrm>
            </p:contentPart>
          </mc:Choice>
          <mc:Fallback xmlns="">
            <p:pic>
              <p:nvPicPr>
                <p:cNvPr id="27748" name="Ink 27747">
                  <a:extLst>
                    <a:ext uri="{FF2B5EF4-FFF2-40B4-BE49-F238E27FC236}">
                      <a16:creationId xmlns:a16="http://schemas.microsoft.com/office/drawing/2014/main" id="{D99F8775-29B3-7BCB-472A-B0D9D680B6A3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6271664" y="3148866"/>
                  <a:ext cx="13248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27749" name="Ink 27748">
                  <a:extLst>
                    <a:ext uri="{FF2B5EF4-FFF2-40B4-BE49-F238E27FC236}">
                      <a16:creationId xmlns:a16="http://schemas.microsoft.com/office/drawing/2014/main" id="{A64D0E97-2FEB-0590-F67F-8C3D8175589D}"/>
                    </a:ext>
                  </a:extLst>
                </p14:cNvPr>
                <p14:cNvContentPartPr/>
                <p14:nvPr/>
              </p14:nvContentPartPr>
              <p14:xfrm>
                <a:off x="6281024" y="3256146"/>
                <a:ext cx="83880" cy="48240"/>
              </p14:xfrm>
            </p:contentPart>
          </mc:Choice>
          <mc:Fallback xmlns="">
            <p:pic>
              <p:nvPicPr>
                <p:cNvPr id="27749" name="Ink 27748">
                  <a:extLst>
                    <a:ext uri="{FF2B5EF4-FFF2-40B4-BE49-F238E27FC236}">
                      <a16:creationId xmlns:a16="http://schemas.microsoft.com/office/drawing/2014/main" id="{A64D0E97-2FEB-0590-F67F-8C3D8175589D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6263384" y="3238146"/>
                  <a:ext cx="11952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27751" name="Ink 27750">
                  <a:extLst>
                    <a:ext uri="{FF2B5EF4-FFF2-40B4-BE49-F238E27FC236}">
                      <a16:creationId xmlns:a16="http://schemas.microsoft.com/office/drawing/2014/main" id="{E392510C-4298-5FCD-3AF4-CE546F6E0F42}"/>
                    </a:ext>
                  </a:extLst>
                </p14:cNvPr>
                <p14:cNvContentPartPr/>
                <p14:nvPr/>
              </p14:nvContentPartPr>
              <p14:xfrm>
                <a:off x="5547344" y="3622986"/>
                <a:ext cx="128880" cy="1154160"/>
              </p14:xfrm>
            </p:contentPart>
          </mc:Choice>
          <mc:Fallback xmlns="">
            <p:pic>
              <p:nvPicPr>
                <p:cNvPr id="27751" name="Ink 27750">
                  <a:extLst>
                    <a:ext uri="{FF2B5EF4-FFF2-40B4-BE49-F238E27FC236}">
                      <a16:creationId xmlns:a16="http://schemas.microsoft.com/office/drawing/2014/main" id="{E392510C-4298-5FCD-3AF4-CE546F6E0F42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5529704" y="3604986"/>
                  <a:ext cx="164520" cy="118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27752" name="Ink 27751">
                  <a:extLst>
                    <a:ext uri="{FF2B5EF4-FFF2-40B4-BE49-F238E27FC236}">
                      <a16:creationId xmlns:a16="http://schemas.microsoft.com/office/drawing/2014/main" id="{F3084EB1-61F3-3403-F58A-FA25AE35FA6A}"/>
                    </a:ext>
                  </a:extLst>
                </p14:cNvPr>
                <p14:cNvContentPartPr/>
                <p14:nvPr/>
              </p14:nvContentPartPr>
              <p14:xfrm>
                <a:off x="5535824" y="4756986"/>
                <a:ext cx="277920" cy="30240"/>
              </p14:xfrm>
            </p:contentPart>
          </mc:Choice>
          <mc:Fallback xmlns="">
            <p:pic>
              <p:nvPicPr>
                <p:cNvPr id="27752" name="Ink 27751">
                  <a:extLst>
                    <a:ext uri="{FF2B5EF4-FFF2-40B4-BE49-F238E27FC236}">
                      <a16:creationId xmlns:a16="http://schemas.microsoft.com/office/drawing/2014/main" id="{F3084EB1-61F3-3403-F58A-FA25AE35FA6A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5517824" y="4739346"/>
                  <a:ext cx="31356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27753" name="Ink 27752">
                  <a:extLst>
                    <a:ext uri="{FF2B5EF4-FFF2-40B4-BE49-F238E27FC236}">
                      <a16:creationId xmlns:a16="http://schemas.microsoft.com/office/drawing/2014/main" id="{3104DC2E-1234-4FD6-7F69-20FC7EF5459B}"/>
                    </a:ext>
                  </a:extLst>
                </p14:cNvPr>
                <p14:cNvContentPartPr/>
                <p14:nvPr/>
              </p14:nvContentPartPr>
              <p14:xfrm>
                <a:off x="5585144" y="4771026"/>
                <a:ext cx="135000" cy="163080"/>
              </p14:xfrm>
            </p:contentPart>
          </mc:Choice>
          <mc:Fallback xmlns="">
            <p:pic>
              <p:nvPicPr>
                <p:cNvPr id="27753" name="Ink 27752">
                  <a:extLst>
                    <a:ext uri="{FF2B5EF4-FFF2-40B4-BE49-F238E27FC236}">
                      <a16:creationId xmlns:a16="http://schemas.microsoft.com/office/drawing/2014/main" id="{3104DC2E-1234-4FD6-7F69-20FC7EF5459B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5567504" y="4753386"/>
                  <a:ext cx="17064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27754" name="Ink 27753">
                  <a:extLst>
                    <a:ext uri="{FF2B5EF4-FFF2-40B4-BE49-F238E27FC236}">
                      <a16:creationId xmlns:a16="http://schemas.microsoft.com/office/drawing/2014/main" id="{AB590A07-2E4F-C92E-3206-5F9B0BDF053B}"/>
                    </a:ext>
                  </a:extLst>
                </p14:cNvPr>
                <p14:cNvContentPartPr/>
                <p14:nvPr/>
              </p14:nvContentPartPr>
              <p14:xfrm>
                <a:off x="5697464" y="4769226"/>
                <a:ext cx="105840" cy="142200"/>
              </p14:xfrm>
            </p:contentPart>
          </mc:Choice>
          <mc:Fallback xmlns="">
            <p:pic>
              <p:nvPicPr>
                <p:cNvPr id="27754" name="Ink 27753">
                  <a:extLst>
                    <a:ext uri="{FF2B5EF4-FFF2-40B4-BE49-F238E27FC236}">
                      <a16:creationId xmlns:a16="http://schemas.microsoft.com/office/drawing/2014/main" id="{AB590A07-2E4F-C92E-3206-5F9B0BDF053B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5679464" y="4751226"/>
                  <a:ext cx="14148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27755" name="Ink 27754">
                  <a:extLst>
                    <a:ext uri="{FF2B5EF4-FFF2-40B4-BE49-F238E27FC236}">
                      <a16:creationId xmlns:a16="http://schemas.microsoft.com/office/drawing/2014/main" id="{5B9E01D7-8023-42FD-1890-55050E667167}"/>
                    </a:ext>
                  </a:extLst>
                </p14:cNvPr>
                <p14:cNvContentPartPr/>
                <p14:nvPr/>
              </p14:nvContentPartPr>
              <p14:xfrm>
                <a:off x="5990504" y="4744026"/>
                <a:ext cx="166680" cy="226800"/>
              </p14:xfrm>
            </p:contentPart>
          </mc:Choice>
          <mc:Fallback xmlns="">
            <p:pic>
              <p:nvPicPr>
                <p:cNvPr id="27755" name="Ink 27754">
                  <a:extLst>
                    <a:ext uri="{FF2B5EF4-FFF2-40B4-BE49-F238E27FC236}">
                      <a16:creationId xmlns:a16="http://schemas.microsoft.com/office/drawing/2014/main" id="{5B9E01D7-8023-42FD-1890-55050E667167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5972504" y="4726026"/>
                  <a:ext cx="20232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27756" name="Ink 27755">
                  <a:extLst>
                    <a:ext uri="{FF2B5EF4-FFF2-40B4-BE49-F238E27FC236}">
                      <a16:creationId xmlns:a16="http://schemas.microsoft.com/office/drawing/2014/main" id="{3AAB20EC-CB9F-295C-737E-4BE63065C11D}"/>
                    </a:ext>
                  </a:extLst>
                </p14:cNvPr>
                <p14:cNvContentPartPr/>
                <p14:nvPr/>
              </p14:nvContentPartPr>
              <p14:xfrm>
                <a:off x="6236744" y="4773906"/>
                <a:ext cx="30600" cy="153360"/>
              </p14:xfrm>
            </p:contentPart>
          </mc:Choice>
          <mc:Fallback xmlns="">
            <p:pic>
              <p:nvPicPr>
                <p:cNvPr id="27756" name="Ink 27755">
                  <a:extLst>
                    <a:ext uri="{FF2B5EF4-FFF2-40B4-BE49-F238E27FC236}">
                      <a16:creationId xmlns:a16="http://schemas.microsoft.com/office/drawing/2014/main" id="{3AAB20EC-CB9F-295C-737E-4BE63065C11D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6218744" y="4756266"/>
                  <a:ext cx="6624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27757" name="Ink 27756">
                  <a:extLst>
                    <a:ext uri="{FF2B5EF4-FFF2-40B4-BE49-F238E27FC236}">
                      <a16:creationId xmlns:a16="http://schemas.microsoft.com/office/drawing/2014/main" id="{D6BF2B64-1E10-0F09-0EC0-3F6858C3E7D5}"/>
                    </a:ext>
                  </a:extLst>
                </p14:cNvPr>
                <p14:cNvContentPartPr/>
                <p14:nvPr/>
              </p14:nvContentPartPr>
              <p14:xfrm>
                <a:off x="6270224" y="4724586"/>
                <a:ext cx="118440" cy="109080"/>
              </p14:xfrm>
            </p:contentPart>
          </mc:Choice>
          <mc:Fallback xmlns="">
            <p:pic>
              <p:nvPicPr>
                <p:cNvPr id="27757" name="Ink 27756">
                  <a:extLst>
                    <a:ext uri="{FF2B5EF4-FFF2-40B4-BE49-F238E27FC236}">
                      <a16:creationId xmlns:a16="http://schemas.microsoft.com/office/drawing/2014/main" id="{D6BF2B64-1E10-0F09-0EC0-3F6858C3E7D5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6252584" y="4706586"/>
                  <a:ext cx="15408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27758" name="Ink 27757">
                  <a:extLst>
                    <a:ext uri="{FF2B5EF4-FFF2-40B4-BE49-F238E27FC236}">
                      <a16:creationId xmlns:a16="http://schemas.microsoft.com/office/drawing/2014/main" id="{B96B9169-75D8-D5B9-EA4C-12ED41BC458E}"/>
                    </a:ext>
                  </a:extLst>
                </p14:cNvPr>
                <p14:cNvContentPartPr/>
                <p14:nvPr/>
              </p14:nvContentPartPr>
              <p14:xfrm>
                <a:off x="6460304" y="4707306"/>
                <a:ext cx="64440" cy="190800"/>
              </p14:xfrm>
            </p:contentPart>
          </mc:Choice>
          <mc:Fallback xmlns="">
            <p:pic>
              <p:nvPicPr>
                <p:cNvPr id="27758" name="Ink 27757">
                  <a:extLst>
                    <a:ext uri="{FF2B5EF4-FFF2-40B4-BE49-F238E27FC236}">
                      <a16:creationId xmlns:a16="http://schemas.microsoft.com/office/drawing/2014/main" id="{B96B9169-75D8-D5B9-EA4C-12ED41BC458E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6442304" y="4689666"/>
                  <a:ext cx="10008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27759" name="Ink 27758">
                  <a:extLst>
                    <a:ext uri="{FF2B5EF4-FFF2-40B4-BE49-F238E27FC236}">
                      <a16:creationId xmlns:a16="http://schemas.microsoft.com/office/drawing/2014/main" id="{1CAC0B2F-8277-441D-433D-70DBDF62AC74}"/>
                    </a:ext>
                  </a:extLst>
                </p14:cNvPr>
                <p14:cNvContentPartPr/>
                <p14:nvPr/>
              </p14:nvContentPartPr>
              <p14:xfrm>
                <a:off x="6477224" y="4716666"/>
                <a:ext cx="143640" cy="217800"/>
              </p14:xfrm>
            </p:contentPart>
          </mc:Choice>
          <mc:Fallback xmlns="">
            <p:pic>
              <p:nvPicPr>
                <p:cNvPr id="27759" name="Ink 27758">
                  <a:extLst>
                    <a:ext uri="{FF2B5EF4-FFF2-40B4-BE49-F238E27FC236}">
                      <a16:creationId xmlns:a16="http://schemas.microsoft.com/office/drawing/2014/main" id="{1CAC0B2F-8277-441D-433D-70DBDF62AC74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6459584" y="4699026"/>
                  <a:ext cx="179280" cy="253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50">
            <p14:nvContentPartPr>
              <p14:cNvPr id="27762" name="Ink 27761">
                <a:extLst>
                  <a:ext uri="{FF2B5EF4-FFF2-40B4-BE49-F238E27FC236}">
                    <a16:creationId xmlns:a16="http://schemas.microsoft.com/office/drawing/2014/main" id="{6AA723C6-15BC-8B6A-245C-C1A452D80EBF}"/>
                  </a:ext>
                </a:extLst>
              </p14:cNvPr>
              <p14:cNvContentPartPr/>
              <p14:nvPr/>
            </p14:nvContentPartPr>
            <p14:xfrm>
              <a:off x="6232064" y="3662946"/>
              <a:ext cx="153720" cy="232200"/>
            </p14:xfrm>
          </p:contentPart>
        </mc:Choice>
        <mc:Fallback xmlns="">
          <p:pic>
            <p:nvPicPr>
              <p:cNvPr id="27762" name="Ink 27761">
                <a:extLst>
                  <a:ext uri="{FF2B5EF4-FFF2-40B4-BE49-F238E27FC236}">
                    <a16:creationId xmlns:a16="http://schemas.microsoft.com/office/drawing/2014/main" id="{6AA723C6-15BC-8B6A-245C-C1A452D80EBF}"/>
                  </a:ext>
                </a:extLst>
              </p:cNvPr>
              <p:cNvPicPr/>
              <p:nvPr/>
            </p:nvPicPr>
            <p:blipFill>
              <a:blip r:embed="rId251"/>
              <a:stretch>
                <a:fillRect/>
              </a:stretch>
            </p:blipFill>
            <p:spPr>
              <a:xfrm>
                <a:off x="6214064" y="3645306"/>
                <a:ext cx="189360" cy="267840"/>
              </a:xfrm>
              <a:prstGeom prst="rect">
                <a:avLst/>
              </a:prstGeom>
            </p:spPr>
          </p:pic>
        </mc:Fallback>
      </mc:AlternateContent>
      <p:grpSp>
        <p:nvGrpSpPr>
          <p:cNvPr id="27765" name="Group 27764">
            <a:extLst>
              <a:ext uri="{FF2B5EF4-FFF2-40B4-BE49-F238E27FC236}">
                <a16:creationId xmlns:a16="http://schemas.microsoft.com/office/drawing/2014/main" id="{8B8FFF5B-74A7-53BF-CDC8-6980E2A62ECF}"/>
              </a:ext>
            </a:extLst>
          </p:cNvPr>
          <p:cNvGrpSpPr/>
          <p:nvPr/>
        </p:nvGrpSpPr>
        <p:grpSpPr>
          <a:xfrm>
            <a:off x="9002264" y="1644426"/>
            <a:ext cx="458280" cy="363240"/>
            <a:chOff x="9002264" y="1644426"/>
            <a:chExt cx="458280" cy="363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27763" name="Ink 27762">
                  <a:extLst>
                    <a:ext uri="{FF2B5EF4-FFF2-40B4-BE49-F238E27FC236}">
                      <a16:creationId xmlns:a16="http://schemas.microsoft.com/office/drawing/2014/main" id="{5426C3CC-C456-63EB-251C-A61D26F5D336}"/>
                    </a:ext>
                  </a:extLst>
                </p14:cNvPr>
                <p14:cNvContentPartPr/>
                <p14:nvPr/>
              </p14:nvContentPartPr>
              <p14:xfrm>
                <a:off x="9002264" y="1725066"/>
                <a:ext cx="176400" cy="282600"/>
              </p14:xfrm>
            </p:contentPart>
          </mc:Choice>
          <mc:Fallback xmlns="">
            <p:pic>
              <p:nvPicPr>
                <p:cNvPr id="27763" name="Ink 27762">
                  <a:extLst>
                    <a:ext uri="{FF2B5EF4-FFF2-40B4-BE49-F238E27FC236}">
                      <a16:creationId xmlns:a16="http://schemas.microsoft.com/office/drawing/2014/main" id="{5426C3CC-C456-63EB-251C-A61D26F5D336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8984624" y="1707066"/>
                  <a:ext cx="21204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27764" name="Ink 27763">
                  <a:extLst>
                    <a:ext uri="{FF2B5EF4-FFF2-40B4-BE49-F238E27FC236}">
                      <a16:creationId xmlns:a16="http://schemas.microsoft.com/office/drawing/2014/main" id="{6B41DD7D-FFD0-6C9A-5139-42510C78708C}"/>
                    </a:ext>
                  </a:extLst>
                </p14:cNvPr>
                <p14:cNvContentPartPr/>
                <p14:nvPr/>
              </p14:nvContentPartPr>
              <p14:xfrm>
                <a:off x="9249944" y="1644426"/>
                <a:ext cx="210600" cy="250560"/>
              </p14:xfrm>
            </p:contentPart>
          </mc:Choice>
          <mc:Fallback xmlns="">
            <p:pic>
              <p:nvPicPr>
                <p:cNvPr id="27764" name="Ink 27763">
                  <a:extLst>
                    <a:ext uri="{FF2B5EF4-FFF2-40B4-BE49-F238E27FC236}">
                      <a16:creationId xmlns:a16="http://schemas.microsoft.com/office/drawing/2014/main" id="{6B41DD7D-FFD0-6C9A-5139-42510C78708C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9232304" y="1626426"/>
                  <a:ext cx="246240" cy="286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76785727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F3560B-1FB9-1ACD-7951-CC9ECD408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1" name="Rectangle 3">
            <a:extLst>
              <a:ext uri="{FF2B5EF4-FFF2-40B4-BE49-F238E27FC236}">
                <a16:creationId xmlns:a16="http://schemas.microsoft.com/office/drawing/2014/main" id="{593A1DFF-B364-ECCA-2E87-64458DE820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0"/>
            <a:ext cx="9314121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dirty="0">
                <a:solidFill>
                  <a:srgbClr val="991B1E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CMOS (Complementary MOS) Inverter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2DB1913-A638-3FDD-8049-B23247F243E0}"/>
              </a:ext>
            </a:extLst>
          </p:cNvPr>
          <p:cNvGrpSpPr/>
          <p:nvPr/>
        </p:nvGrpSpPr>
        <p:grpSpPr>
          <a:xfrm>
            <a:off x="6189584" y="559026"/>
            <a:ext cx="4192920" cy="2845800"/>
            <a:chOff x="6189584" y="559026"/>
            <a:chExt cx="4192920" cy="2845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9E55936A-0317-6522-E223-7FEF95BEB18F}"/>
                    </a:ext>
                  </a:extLst>
                </p14:cNvPr>
                <p14:cNvContentPartPr/>
                <p14:nvPr/>
              </p14:nvContentPartPr>
              <p14:xfrm>
                <a:off x="8207744" y="559026"/>
                <a:ext cx="164520" cy="243108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9E55936A-0317-6522-E223-7FEF95BEB18F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189705" y="541026"/>
                  <a:ext cx="200238" cy="246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C55B455D-6EE3-DC30-931E-BE002894AEE1}"/>
                    </a:ext>
                  </a:extLst>
                </p14:cNvPr>
                <p14:cNvContentPartPr/>
                <p14:nvPr/>
              </p14:nvContentPartPr>
              <p14:xfrm>
                <a:off x="6189584" y="1450386"/>
                <a:ext cx="4048560" cy="2689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C55B455D-6EE3-DC30-931E-BE002894AEE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171584" y="1432386"/>
                  <a:ext cx="408420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5608432-4B2B-7CBE-3B69-2611BE9FFDBC}"/>
                    </a:ext>
                  </a:extLst>
                </p14:cNvPr>
                <p14:cNvContentPartPr/>
                <p14:nvPr/>
              </p14:nvContentPartPr>
              <p14:xfrm>
                <a:off x="7214504" y="992466"/>
                <a:ext cx="4680" cy="2808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5608432-4B2B-7CBE-3B69-2611BE9FFDB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196504" y="974443"/>
                  <a:ext cx="40320" cy="316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3C145BEE-0A88-C8FD-6708-3FB75A42FB7D}"/>
                    </a:ext>
                  </a:extLst>
                </p14:cNvPr>
                <p14:cNvContentPartPr/>
                <p14:nvPr/>
              </p14:nvContentPartPr>
              <p14:xfrm>
                <a:off x="7332584" y="1070586"/>
                <a:ext cx="23400" cy="1875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3C145BEE-0A88-C8FD-6708-3FB75A42FB7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314584" y="1052586"/>
                  <a:ext cx="5904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6D661D6E-FDE4-531D-3BE6-DC9C212E0BA2}"/>
                    </a:ext>
                  </a:extLst>
                </p14:cNvPr>
                <p14:cNvContentPartPr/>
                <p14:nvPr/>
              </p14:nvContentPartPr>
              <p14:xfrm>
                <a:off x="7333304" y="978786"/>
                <a:ext cx="191160" cy="2016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6D661D6E-FDE4-531D-3BE6-DC9C212E0BA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315304" y="960786"/>
                  <a:ext cx="22680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601648E-4D16-2260-60E5-1EE0BC10F1DB}"/>
                    </a:ext>
                  </a:extLst>
                </p14:cNvPr>
                <p14:cNvContentPartPr/>
                <p14:nvPr/>
              </p14:nvContentPartPr>
              <p14:xfrm>
                <a:off x="8721824" y="1034946"/>
                <a:ext cx="152640" cy="2012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601648E-4D16-2260-60E5-1EE0BC10F1DB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703824" y="1016946"/>
                  <a:ext cx="18828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60AE327-6CDC-46F1-C8A5-A956A9660FF1}"/>
                    </a:ext>
                  </a:extLst>
                </p14:cNvPr>
                <p14:cNvContentPartPr/>
                <p14:nvPr/>
              </p14:nvContentPartPr>
              <p14:xfrm>
                <a:off x="9021704" y="1045026"/>
                <a:ext cx="249480" cy="144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60AE327-6CDC-46F1-C8A5-A956A9660FF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003704" y="1027071"/>
                  <a:ext cx="285120" cy="17991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78C4957-924E-7CD4-FB50-17B4242B8F74}"/>
                    </a:ext>
                  </a:extLst>
                </p14:cNvPr>
                <p14:cNvContentPartPr/>
                <p14:nvPr/>
              </p14:nvContentPartPr>
              <p14:xfrm>
                <a:off x="9424184" y="879426"/>
                <a:ext cx="78480" cy="3283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78C4957-924E-7CD4-FB50-17B4242B8F7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406184" y="861446"/>
                  <a:ext cx="114120" cy="36392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3505623-77D4-676B-DFF1-1FCA88ABA87A}"/>
                    </a:ext>
                  </a:extLst>
                </p14:cNvPr>
                <p14:cNvContentPartPr/>
                <p14:nvPr/>
              </p14:nvContentPartPr>
              <p14:xfrm>
                <a:off x="9357944" y="1097586"/>
                <a:ext cx="100440" cy="421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3505623-77D4-676B-DFF1-1FCA88ABA87A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339944" y="1079586"/>
                  <a:ext cx="13608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DFC37A3-D8B3-70D1-CDB0-2E78CA62CE97}"/>
                    </a:ext>
                  </a:extLst>
                </p14:cNvPr>
                <p14:cNvContentPartPr/>
                <p14:nvPr/>
              </p14:nvContentPartPr>
              <p14:xfrm>
                <a:off x="9708584" y="1080306"/>
                <a:ext cx="8640" cy="316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EDFC37A3-D8B3-70D1-CDB0-2E78CA62CE9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690584" y="1062306"/>
                  <a:ext cx="4428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F079C04-9C9D-02E5-AE74-37A5DE1CF7AB}"/>
                    </a:ext>
                  </a:extLst>
                </p14:cNvPr>
                <p14:cNvContentPartPr/>
                <p14:nvPr/>
              </p14:nvContentPartPr>
              <p14:xfrm>
                <a:off x="6452744" y="1622106"/>
                <a:ext cx="198360" cy="17827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F079C04-9C9D-02E5-AE74-37A5DE1CF7A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434744" y="1604106"/>
                  <a:ext cx="234000" cy="181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C3A88D7-BDD1-FB8E-7754-99DA91E2C8F8}"/>
                    </a:ext>
                  </a:extLst>
                </p14:cNvPr>
                <p14:cNvContentPartPr/>
                <p14:nvPr/>
              </p14:nvContentPartPr>
              <p14:xfrm>
                <a:off x="8351024" y="2939346"/>
                <a:ext cx="38880" cy="3794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C3A88D7-BDD1-FB8E-7754-99DA91E2C8F8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333024" y="2921346"/>
                  <a:ext cx="74520" cy="41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AB29CD8-B93B-A483-7D2D-216BA9D5F1FE}"/>
                    </a:ext>
                  </a:extLst>
                </p14:cNvPr>
                <p14:cNvContentPartPr/>
                <p14:nvPr/>
              </p14:nvContentPartPr>
              <p14:xfrm>
                <a:off x="6615824" y="3210066"/>
                <a:ext cx="3651480" cy="1663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AB29CD8-B93B-A483-7D2D-216BA9D5F1F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597826" y="3192066"/>
                  <a:ext cx="3687116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79988B1-E2FB-FA2B-8FF2-4F3D4860CED9}"/>
                    </a:ext>
                  </a:extLst>
                </p14:cNvPr>
                <p14:cNvContentPartPr/>
                <p14:nvPr/>
              </p14:nvContentPartPr>
              <p14:xfrm>
                <a:off x="10175864" y="1438506"/>
                <a:ext cx="206640" cy="17906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79988B1-E2FB-FA2B-8FF2-4F3D4860CED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0157895" y="1420506"/>
                  <a:ext cx="242218" cy="18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FAE76CB-95F4-13F1-8260-B1C2D4F2071A}"/>
                    </a:ext>
                  </a:extLst>
                </p14:cNvPr>
                <p14:cNvContentPartPr/>
                <p14:nvPr/>
              </p14:nvContentPartPr>
              <p14:xfrm>
                <a:off x="6388664" y="636426"/>
                <a:ext cx="3821040" cy="1285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FAE76CB-95F4-13F1-8260-B1C2D4F2071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370664" y="618426"/>
                  <a:ext cx="38566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4F613F3-F674-FF06-C280-3D84E3C4A6F2}"/>
                    </a:ext>
                  </a:extLst>
                </p14:cNvPr>
                <p14:cNvContentPartPr/>
                <p14:nvPr/>
              </p14:nvContentPartPr>
              <p14:xfrm>
                <a:off x="10103504" y="745866"/>
                <a:ext cx="114120" cy="6908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4F613F3-F674-FF06-C280-3D84E3C4A6F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085561" y="727866"/>
                  <a:ext cx="149648" cy="72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0C91A7B-49B8-5F21-457F-A6ADD8F5CAD3}"/>
                    </a:ext>
                  </a:extLst>
                </p14:cNvPr>
                <p14:cNvContentPartPr/>
                <p14:nvPr/>
              </p14:nvContentPartPr>
              <p14:xfrm>
                <a:off x="6359144" y="774306"/>
                <a:ext cx="50760" cy="7549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0C91A7B-49B8-5F21-457F-A6ADD8F5CAD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341144" y="756306"/>
                  <a:ext cx="86400" cy="79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C151F05-CA0A-2F85-9E15-F1FD22941BAB}"/>
                    </a:ext>
                  </a:extLst>
                </p14:cNvPr>
                <p14:cNvContentPartPr/>
                <p14:nvPr/>
              </p14:nvContentPartPr>
              <p14:xfrm>
                <a:off x="6641744" y="2207826"/>
                <a:ext cx="3633480" cy="2876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C151F05-CA0A-2F85-9E15-F1FD22941BAB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623744" y="2189803"/>
                  <a:ext cx="3669120" cy="32332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4223954D-130F-3C9A-ED01-1480B93ED0FF}"/>
                    </a:ext>
                  </a:extLst>
                </p14:cNvPr>
                <p14:cNvContentPartPr/>
                <p14:nvPr/>
              </p14:nvContentPartPr>
              <p14:xfrm>
                <a:off x="7008944" y="1785906"/>
                <a:ext cx="259560" cy="2984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4223954D-130F-3C9A-ED01-1480B93ED0F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990944" y="1767928"/>
                  <a:ext cx="295200" cy="33403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5980C33-08A4-741F-0455-7F1FF1565CA5}"/>
                    </a:ext>
                  </a:extLst>
                </p14:cNvPr>
                <p14:cNvContentPartPr/>
                <p14:nvPr/>
              </p14:nvContentPartPr>
              <p14:xfrm>
                <a:off x="7402064" y="1992186"/>
                <a:ext cx="42840" cy="1299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5980C33-08A4-741F-0455-7F1FF1565CA5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384214" y="1974136"/>
                  <a:ext cx="78183" cy="16569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B1920E2-59CB-1BD5-7ED2-76E401D77A42}"/>
                    </a:ext>
                  </a:extLst>
                </p14:cNvPr>
                <p14:cNvContentPartPr/>
                <p14:nvPr/>
              </p14:nvContentPartPr>
              <p14:xfrm>
                <a:off x="7407824" y="1956546"/>
                <a:ext cx="118440" cy="1522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B1920E2-59CB-1BD5-7ED2-76E401D77A4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389824" y="1938546"/>
                  <a:ext cx="15408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5884F45-C836-0415-7A84-D38C76FF5891}"/>
                    </a:ext>
                  </a:extLst>
                </p14:cNvPr>
                <p14:cNvContentPartPr/>
                <p14:nvPr/>
              </p14:nvContentPartPr>
              <p14:xfrm>
                <a:off x="7581704" y="1975266"/>
                <a:ext cx="77040" cy="1346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5884F45-C836-0415-7A84-D38C76FF589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563704" y="1957266"/>
                  <a:ext cx="11268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4B3C58F-127A-9088-F352-A77AE6841F9F}"/>
                    </a:ext>
                  </a:extLst>
                </p14:cNvPr>
                <p14:cNvContentPartPr/>
                <p14:nvPr/>
              </p14:nvContentPartPr>
              <p14:xfrm>
                <a:off x="7645784" y="1939626"/>
                <a:ext cx="87840" cy="1562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4B3C58F-127A-9088-F352-A77AE6841F9F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627784" y="1921667"/>
                  <a:ext cx="123480" cy="19179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82BB966-9BB9-5040-6C2F-AAE3896A6B33}"/>
                    </a:ext>
                  </a:extLst>
                </p14:cNvPr>
                <p14:cNvContentPartPr/>
                <p14:nvPr/>
              </p14:nvContentPartPr>
              <p14:xfrm>
                <a:off x="7342304" y="2683386"/>
                <a:ext cx="231480" cy="2980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82BB966-9BB9-5040-6C2F-AAE3896A6B33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324304" y="2665386"/>
                  <a:ext cx="267120" cy="33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65" name="Group 27664">
            <a:extLst>
              <a:ext uri="{FF2B5EF4-FFF2-40B4-BE49-F238E27FC236}">
                <a16:creationId xmlns:a16="http://schemas.microsoft.com/office/drawing/2014/main" id="{54B2C36B-1600-D2CA-3624-4677017DC606}"/>
              </a:ext>
            </a:extLst>
          </p:cNvPr>
          <p:cNvGrpSpPr/>
          <p:nvPr/>
        </p:nvGrpSpPr>
        <p:grpSpPr>
          <a:xfrm>
            <a:off x="6950984" y="1671066"/>
            <a:ext cx="973440" cy="648000"/>
            <a:chOff x="6950984" y="1671066"/>
            <a:chExt cx="973440" cy="64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7663" name="Ink 27662">
                  <a:extLst>
                    <a:ext uri="{FF2B5EF4-FFF2-40B4-BE49-F238E27FC236}">
                      <a16:creationId xmlns:a16="http://schemas.microsoft.com/office/drawing/2014/main" id="{FCA18E17-B5A8-9B14-5442-90D2BBA08EA2}"/>
                    </a:ext>
                  </a:extLst>
                </p14:cNvPr>
                <p14:cNvContentPartPr/>
                <p14:nvPr/>
              </p14:nvContentPartPr>
              <p14:xfrm>
                <a:off x="6950984" y="1671066"/>
                <a:ext cx="973440" cy="648000"/>
              </p14:xfrm>
            </p:contentPart>
          </mc:Choice>
          <mc:Fallback xmlns="">
            <p:pic>
              <p:nvPicPr>
                <p:cNvPr id="27663" name="Ink 27662">
                  <a:extLst>
                    <a:ext uri="{FF2B5EF4-FFF2-40B4-BE49-F238E27FC236}">
                      <a16:creationId xmlns:a16="http://schemas.microsoft.com/office/drawing/2014/main" id="{FCA18E17-B5A8-9B14-5442-90D2BBA08EA2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932984" y="1653066"/>
                  <a:ext cx="1009080" cy="68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27664" name="Ink 27663">
                  <a:extLst>
                    <a:ext uri="{FF2B5EF4-FFF2-40B4-BE49-F238E27FC236}">
                      <a16:creationId xmlns:a16="http://schemas.microsoft.com/office/drawing/2014/main" id="{43D9C585-8E44-8314-1978-261578AB158D}"/>
                    </a:ext>
                  </a:extLst>
                </p14:cNvPr>
                <p14:cNvContentPartPr/>
                <p14:nvPr/>
              </p14:nvContentPartPr>
              <p14:xfrm>
                <a:off x="6980504" y="1851426"/>
                <a:ext cx="25560" cy="423360"/>
              </p14:xfrm>
            </p:contentPart>
          </mc:Choice>
          <mc:Fallback xmlns="">
            <p:pic>
              <p:nvPicPr>
                <p:cNvPr id="27664" name="Ink 27663">
                  <a:extLst>
                    <a:ext uri="{FF2B5EF4-FFF2-40B4-BE49-F238E27FC236}">
                      <a16:creationId xmlns:a16="http://schemas.microsoft.com/office/drawing/2014/main" id="{43D9C585-8E44-8314-1978-261578AB158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962504" y="1833426"/>
                  <a:ext cx="61200" cy="45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40" name="Group 27739">
            <a:extLst>
              <a:ext uri="{FF2B5EF4-FFF2-40B4-BE49-F238E27FC236}">
                <a16:creationId xmlns:a16="http://schemas.microsoft.com/office/drawing/2014/main" id="{8EECB602-EB2C-C427-7035-AEC6B957A412}"/>
              </a:ext>
            </a:extLst>
          </p:cNvPr>
          <p:cNvGrpSpPr/>
          <p:nvPr/>
        </p:nvGrpSpPr>
        <p:grpSpPr>
          <a:xfrm>
            <a:off x="10646384" y="2911266"/>
            <a:ext cx="1416960" cy="3438720"/>
            <a:chOff x="10646384" y="2911266"/>
            <a:chExt cx="1416960" cy="3438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27737" name="Ink 27736">
                  <a:extLst>
                    <a:ext uri="{FF2B5EF4-FFF2-40B4-BE49-F238E27FC236}">
                      <a16:creationId xmlns:a16="http://schemas.microsoft.com/office/drawing/2014/main" id="{1F2C2149-9581-C9B9-AFBE-5C82DA59A38C}"/>
                    </a:ext>
                  </a:extLst>
                </p14:cNvPr>
                <p14:cNvContentPartPr/>
                <p14:nvPr/>
              </p14:nvContentPartPr>
              <p14:xfrm>
                <a:off x="10672304" y="2911266"/>
                <a:ext cx="144000" cy="3386520"/>
              </p14:xfrm>
            </p:contentPart>
          </mc:Choice>
          <mc:Fallback xmlns="">
            <p:pic>
              <p:nvPicPr>
                <p:cNvPr id="27737" name="Ink 27736">
                  <a:extLst>
                    <a:ext uri="{FF2B5EF4-FFF2-40B4-BE49-F238E27FC236}">
                      <a16:creationId xmlns:a16="http://schemas.microsoft.com/office/drawing/2014/main" id="{1F2C2149-9581-C9B9-AFBE-5C82DA59A38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654304" y="2893266"/>
                  <a:ext cx="179640" cy="342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27738" name="Ink 27737">
                  <a:extLst>
                    <a:ext uri="{FF2B5EF4-FFF2-40B4-BE49-F238E27FC236}">
                      <a16:creationId xmlns:a16="http://schemas.microsoft.com/office/drawing/2014/main" id="{9307985E-C0B4-B958-1FFC-FD60CE0ACF46}"/>
                    </a:ext>
                  </a:extLst>
                </p14:cNvPr>
                <p14:cNvContentPartPr/>
                <p14:nvPr/>
              </p14:nvContentPartPr>
              <p14:xfrm>
                <a:off x="10811264" y="3068946"/>
                <a:ext cx="1099080" cy="47160"/>
              </p14:xfrm>
            </p:contentPart>
          </mc:Choice>
          <mc:Fallback xmlns="">
            <p:pic>
              <p:nvPicPr>
                <p:cNvPr id="27738" name="Ink 27737">
                  <a:extLst>
                    <a:ext uri="{FF2B5EF4-FFF2-40B4-BE49-F238E27FC236}">
                      <a16:creationId xmlns:a16="http://schemas.microsoft.com/office/drawing/2014/main" id="{9307985E-C0B4-B958-1FFC-FD60CE0ACF4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793264" y="3051082"/>
                  <a:ext cx="1134720" cy="8253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27739" name="Ink 27738">
                  <a:extLst>
                    <a:ext uri="{FF2B5EF4-FFF2-40B4-BE49-F238E27FC236}">
                      <a16:creationId xmlns:a16="http://schemas.microsoft.com/office/drawing/2014/main" id="{F6AF3704-EC35-8BE6-C757-86F32AC731EE}"/>
                    </a:ext>
                  </a:extLst>
                </p14:cNvPr>
                <p14:cNvContentPartPr/>
                <p14:nvPr/>
              </p14:nvContentPartPr>
              <p14:xfrm>
                <a:off x="10646384" y="3102786"/>
                <a:ext cx="1416960" cy="3247200"/>
              </p14:xfrm>
            </p:contentPart>
          </mc:Choice>
          <mc:Fallback xmlns="">
            <p:pic>
              <p:nvPicPr>
                <p:cNvPr id="27739" name="Ink 27738">
                  <a:extLst>
                    <a:ext uri="{FF2B5EF4-FFF2-40B4-BE49-F238E27FC236}">
                      <a16:creationId xmlns:a16="http://schemas.microsoft.com/office/drawing/2014/main" id="{F6AF3704-EC35-8BE6-C757-86F32AC731E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628384" y="3084786"/>
                  <a:ext cx="1452600" cy="3282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43" name="Group 27742">
            <a:extLst>
              <a:ext uri="{FF2B5EF4-FFF2-40B4-BE49-F238E27FC236}">
                <a16:creationId xmlns:a16="http://schemas.microsoft.com/office/drawing/2014/main" id="{87686B95-772F-7581-6356-900989515F94}"/>
              </a:ext>
            </a:extLst>
          </p:cNvPr>
          <p:cNvGrpSpPr/>
          <p:nvPr/>
        </p:nvGrpSpPr>
        <p:grpSpPr>
          <a:xfrm>
            <a:off x="8972024" y="1690866"/>
            <a:ext cx="499680" cy="335520"/>
            <a:chOff x="8972024" y="1690866"/>
            <a:chExt cx="499680" cy="33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27741" name="Ink 27740">
                  <a:extLst>
                    <a:ext uri="{FF2B5EF4-FFF2-40B4-BE49-F238E27FC236}">
                      <a16:creationId xmlns:a16="http://schemas.microsoft.com/office/drawing/2014/main" id="{81776136-2D05-120E-3A06-0E29BECF2B50}"/>
                    </a:ext>
                  </a:extLst>
                </p14:cNvPr>
                <p14:cNvContentPartPr/>
                <p14:nvPr/>
              </p14:nvContentPartPr>
              <p14:xfrm>
                <a:off x="8972024" y="1734426"/>
                <a:ext cx="232200" cy="291960"/>
              </p14:xfrm>
            </p:contentPart>
          </mc:Choice>
          <mc:Fallback xmlns="">
            <p:pic>
              <p:nvPicPr>
                <p:cNvPr id="27741" name="Ink 27740">
                  <a:extLst>
                    <a:ext uri="{FF2B5EF4-FFF2-40B4-BE49-F238E27FC236}">
                      <a16:creationId xmlns:a16="http://schemas.microsoft.com/office/drawing/2014/main" id="{81776136-2D05-120E-3A06-0E29BECF2B5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953996" y="1716426"/>
                  <a:ext cx="267895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27742" name="Ink 27741">
                  <a:extLst>
                    <a:ext uri="{FF2B5EF4-FFF2-40B4-BE49-F238E27FC236}">
                      <a16:creationId xmlns:a16="http://schemas.microsoft.com/office/drawing/2014/main" id="{C50E3771-7672-11D8-845A-0B50FF95A19F}"/>
                    </a:ext>
                  </a:extLst>
                </p14:cNvPr>
                <p14:cNvContentPartPr/>
                <p14:nvPr/>
              </p14:nvContentPartPr>
              <p14:xfrm>
                <a:off x="9293504" y="1690866"/>
                <a:ext cx="178200" cy="261360"/>
              </p14:xfrm>
            </p:contentPart>
          </mc:Choice>
          <mc:Fallback xmlns="">
            <p:pic>
              <p:nvPicPr>
                <p:cNvPr id="27742" name="Ink 27741">
                  <a:extLst>
                    <a:ext uri="{FF2B5EF4-FFF2-40B4-BE49-F238E27FC236}">
                      <a16:creationId xmlns:a16="http://schemas.microsoft.com/office/drawing/2014/main" id="{C50E3771-7672-11D8-845A-0B50FF95A19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275468" y="1672866"/>
                  <a:ext cx="213912" cy="297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1D9A116B-1318-6550-8F0C-9C3D57E5440D}"/>
                  </a:ext>
                </a:extLst>
              </p14:cNvPr>
              <p14:cNvContentPartPr/>
              <p14:nvPr/>
            </p14:nvContentPartPr>
            <p14:xfrm>
              <a:off x="4639784" y="1378746"/>
              <a:ext cx="106200" cy="45763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1D9A116B-1318-6550-8F0C-9C3D57E5440D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4621784" y="1360746"/>
                <a:ext cx="141840" cy="4611960"/>
              </a:xfrm>
              <a:prstGeom prst="rect">
                <a:avLst/>
              </a:prstGeom>
            </p:spPr>
          </p:pic>
        </mc:Fallback>
      </mc:AlternateContent>
      <p:grpSp>
        <p:nvGrpSpPr>
          <p:cNvPr id="27765" name="Group 27764">
            <a:extLst>
              <a:ext uri="{FF2B5EF4-FFF2-40B4-BE49-F238E27FC236}">
                <a16:creationId xmlns:a16="http://schemas.microsoft.com/office/drawing/2014/main" id="{09998AEF-EFAE-02D5-9A77-F4D0925547C9}"/>
              </a:ext>
            </a:extLst>
          </p:cNvPr>
          <p:cNvGrpSpPr/>
          <p:nvPr/>
        </p:nvGrpSpPr>
        <p:grpSpPr>
          <a:xfrm>
            <a:off x="9002264" y="1644426"/>
            <a:ext cx="458280" cy="363240"/>
            <a:chOff x="9002264" y="1644426"/>
            <a:chExt cx="458280" cy="363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27763" name="Ink 27762">
                  <a:extLst>
                    <a:ext uri="{FF2B5EF4-FFF2-40B4-BE49-F238E27FC236}">
                      <a16:creationId xmlns:a16="http://schemas.microsoft.com/office/drawing/2014/main" id="{533420F6-28AD-AB2A-E82E-B44F1CB031BC}"/>
                    </a:ext>
                  </a:extLst>
                </p14:cNvPr>
                <p14:cNvContentPartPr/>
                <p14:nvPr/>
              </p14:nvContentPartPr>
              <p14:xfrm>
                <a:off x="9002264" y="1725066"/>
                <a:ext cx="176400" cy="282600"/>
              </p14:xfrm>
            </p:contentPart>
          </mc:Choice>
          <mc:Fallback xmlns="">
            <p:pic>
              <p:nvPicPr>
                <p:cNvPr id="27763" name="Ink 27762">
                  <a:extLst>
                    <a:ext uri="{FF2B5EF4-FFF2-40B4-BE49-F238E27FC236}">
                      <a16:creationId xmlns:a16="http://schemas.microsoft.com/office/drawing/2014/main" id="{533420F6-28AD-AB2A-E82E-B44F1CB031B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984227" y="1707066"/>
                  <a:ext cx="212113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27764" name="Ink 27763">
                  <a:extLst>
                    <a:ext uri="{FF2B5EF4-FFF2-40B4-BE49-F238E27FC236}">
                      <a16:creationId xmlns:a16="http://schemas.microsoft.com/office/drawing/2014/main" id="{A0D8F1C7-5F49-8868-3F69-3CF2F58B30B6}"/>
                    </a:ext>
                  </a:extLst>
                </p14:cNvPr>
                <p14:cNvContentPartPr/>
                <p14:nvPr/>
              </p14:nvContentPartPr>
              <p14:xfrm>
                <a:off x="9249944" y="1644426"/>
                <a:ext cx="210600" cy="250560"/>
              </p14:xfrm>
            </p:contentPart>
          </mc:Choice>
          <mc:Fallback xmlns="">
            <p:pic>
              <p:nvPicPr>
                <p:cNvPr id="27764" name="Ink 27763">
                  <a:extLst>
                    <a:ext uri="{FF2B5EF4-FFF2-40B4-BE49-F238E27FC236}">
                      <a16:creationId xmlns:a16="http://schemas.microsoft.com/office/drawing/2014/main" id="{A0D8F1C7-5F49-8868-3F69-3CF2F58B30B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231944" y="1626426"/>
                  <a:ext cx="246240" cy="28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18" name="Group 27717">
            <a:extLst>
              <a:ext uri="{FF2B5EF4-FFF2-40B4-BE49-F238E27FC236}">
                <a16:creationId xmlns:a16="http://schemas.microsoft.com/office/drawing/2014/main" id="{A3FE13DD-05AA-86FD-6A52-7B3485D8842F}"/>
              </a:ext>
            </a:extLst>
          </p:cNvPr>
          <p:cNvGrpSpPr/>
          <p:nvPr/>
        </p:nvGrpSpPr>
        <p:grpSpPr>
          <a:xfrm>
            <a:off x="314384" y="1912266"/>
            <a:ext cx="3354120" cy="2880720"/>
            <a:chOff x="314384" y="1912266"/>
            <a:chExt cx="3354120" cy="2880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650A62AD-E09E-2E67-3754-3D9332CF5677}"/>
                    </a:ext>
                  </a:extLst>
                </p14:cNvPr>
                <p14:cNvContentPartPr/>
                <p14:nvPr/>
              </p14:nvContentPartPr>
              <p14:xfrm>
                <a:off x="1735304" y="1912266"/>
                <a:ext cx="876240" cy="28807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650A62AD-E09E-2E67-3754-3D9332CF567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717304" y="1894626"/>
                  <a:ext cx="911880" cy="29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6A335B0-F702-EC0C-5837-8C56E8EA5661}"/>
                    </a:ext>
                  </a:extLst>
                </p14:cNvPr>
                <p14:cNvContentPartPr/>
                <p14:nvPr/>
              </p14:nvContentPartPr>
              <p14:xfrm>
                <a:off x="1526864" y="2420946"/>
                <a:ext cx="79560" cy="4982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6A335B0-F702-EC0C-5837-8C56E8EA5661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509224" y="2403306"/>
                  <a:ext cx="115200" cy="53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FD66C20-47FC-E57C-6CCB-C76FAD37FD5C}"/>
                    </a:ext>
                  </a:extLst>
                </p14:cNvPr>
                <p14:cNvContentPartPr/>
                <p14:nvPr/>
              </p14:nvContentPartPr>
              <p14:xfrm>
                <a:off x="1466024" y="2595906"/>
                <a:ext cx="85680" cy="1440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FD66C20-47FC-E57C-6CCB-C76FAD37FD5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448024" y="2577906"/>
                  <a:ext cx="1213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AB8D4F9-CC6A-04C7-D57D-D9CAB04737CA}"/>
                    </a:ext>
                  </a:extLst>
                </p14:cNvPr>
                <p14:cNvContentPartPr/>
                <p14:nvPr/>
              </p14:nvContentPartPr>
              <p14:xfrm>
                <a:off x="1131224" y="2683026"/>
                <a:ext cx="378360" cy="259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AB8D4F9-CC6A-04C7-D57D-D9CAB04737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113224" y="2665026"/>
                  <a:ext cx="41400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E121411-F9D7-DD0F-13EE-39DD8780B2D5}"/>
                    </a:ext>
                  </a:extLst>
                </p14:cNvPr>
                <p14:cNvContentPartPr/>
                <p14:nvPr/>
              </p14:nvContentPartPr>
              <p14:xfrm>
                <a:off x="1124024" y="2726946"/>
                <a:ext cx="598680" cy="12794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E121411-F9D7-DD0F-13EE-39DD8780B2D5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106384" y="2708946"/>
                  <a:ext cx="634320" cy="131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5D2449E-FA8E-7C55-0955-7F703BA08DAD}"/>
                    </a:ext>
                  </a:extLst>
                </p14:cNvPr>
                <p14:cNvContentPartPr/>
                <p14:nvPr/>
              </p14:nvContentPartPr>
              <p14:xfrm>
                <a:off x="1716584" y="3671226"/>
                <a:ext cx="91800" cy="3812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5D2449E-FA8E-7C55-0955-7F703BA08DA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698944" y="3653586"/>
                  <a:ext cx="127440" cy="41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B5F461E-BF7A-47C3-BD84-BB8AD60FBBA2}"/>
                    </a:ext>
                  </a:extLst>
                </p14:cNvPr>
                <p14:cNvContentPartPr/>
                <p14:nvPr/>
              </p14:nvContentPartPr>
              <p14:xfrm>
                <a:off x="435704" y="3334626"/>
                <a:ext cx="762840" cy="802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B5F461E-BF7A-47C3-BD84-BB8AD60FBBA2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17704" y="3316986"/>
                  <a:ext cx="79848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27652" name="Ink 27651">
                  <a:extLst>
                    <a:ext uri="{FF2B5EF4-FFF2-40B4-BE49-F238E27FC236}">
                      <a16:creationId xmlns:a16="http://schemas.microsoft.com/office/drawing/2014/main" id="{DA1B46C0-4B60-5AEF-413D-35870627CEB1}"/>
                    </a:ext>
                  </a:extLst>
                </p14:cNvPr>
                <p14:cNvContentPartPr/>
                <p14:nvPr/>
              </p14:nvContentPartPr>
              <p14:xfrm>
                <a:off x="343184" y="3340026"/>
                <a:ext cx="107280" cy="111240"/>
              </p14:xfrm>
            </p:contentPart>
          </mc:Choice>
          <mc:Fallback xmlns="">
            <p:pic>
              <p:nvPicPr>
                <p:cNvPr id="27652" name="Ink 27651">
                  <a:extLst>
                    <a:ext uri="{FF2B5EF4-FFF2-40B4-BE49-F238E27FC236}">
                      <a16:creationId xmlns:a16="http://schemas.microsoft.com/office/drawing/2014/main" id="{DA1B46C0-4B60-5AEF-413D-35870627CEB1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25184" y="3322386"/>
                  <a:ext cx="14292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27678" name="Ink 27677">
                  <a:extLst>
                    <a:ext uri="{FF2B5EF4-FFF2-40B4-BE49-F238E27FC236}">
                      <a16:creationId xmlns:a16="http://schemas.microsoft.com/office/drawing/2014/main" id="{4E3CD88C-4C50-40C1-DE5E-2943A00B2631}"/>
                    </a:ext>
                  </a:extLst>
                </p14:cNvPr>
                <p14:cNvContentPartPr/>
                <p14:nvPr/>
              </p14:nvContentPartPr>
              <p14:xfrm>
                <a:off x="314384" y="3034026"/>
                <a:ext cx="79200" cy="228960"/>
              </p14:xfrm>
            </p:contentPart>
          </mc:Choice>
          <mc:Fallback xmlns="">
            <p:pic>
              <p:nvPicPr>
                <p:cNvPr id="27678" name="Ink 27677">
                  <a:extLst>
                    <a:ext uri="{FF2B5EF4-FFF2-40B4-BE49-F238E27FC236}">
                      <a16:creationId xmlns:a16="http://schemas.microsoft.com/office/drawing/2014/main" id="{4E3CD88C-4C50-40C1-DE5E-2943A00B2631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96744" y="3016386"/>
                  <a:ext cx="11484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27679" name="Ink 27678">
                  <a:extLst>
                    <a:ext uri="{FF2B5EF4-FFF2-40B4-BE49-F238E27FC236}">
                      <a16:creationId xmlns:a16="http://schemas.microsoft.com/office/drawing/2014/main" id="{62E762D7-7E8D-A7E4-16E2-330C4D98AF5F}"/>
                    </a:ext>
                  </a:extLst>
                </p14:cNvPr>
                <p14:cNvContentPartPr/>
                <p14:nvPr/>
              </p14:nvContentPartPr>
              <p14:xfrm>
                <a:off x="410864" y="2925666"/>
                <a:ext cx="164160" cy="272880"/>
              </p14:xfrm>
            </p:contentPart>
          </mc:Choice>
          <mc:Fallback xmlns="">
            <p:pic>
              <p:nvPicPr>
                <p:cNvPr id="27679" name="Ink 27678">
                  <a:extLst>
                    <a:ext uri="{FF2B5EF4-FFF2-40B4-BE49-F238E27FC236}">
                      <a16:creationId xmlns:a16="http://schemas.microsoft.com/office/drawing/2014/main" id="{62E762D7-7E8D-A7E4-16E2-330C4D98AF5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93224" y="2907666"/>
                  <a:ext cx="19980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5D6C006-51A5-7951-760A-50B21F7B6E80}"/>
                    </a:ext>
                  </a:extLst>
                </p14:cNvPr>
                <p14:cNvContentPartPr/>
                <p14:nvPr/>
              </p14:nvContentPartPr>
              <p14:xfrm>
                <a:off x="2364224" y="2998026"/>
                <a:ext cx="1039680" cy="1278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5D6C006-51A5-7951-760A-50B21F7B6E80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346224" y="2980026"/>
                  <a:ext cx="107532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BC04F30-EC69-5055-0320-6A6E2DD272B1}"/>
                    </a:ext>
                  </a:extLst>
                </p14:cNvPr>
                <p14:cNvContentPartPr/>
                <p14:nvPr/>
              </p14:nvContentPartPr>
              <p14:xfrm>
                <a:off x="3324704" y="2944026"/>
                <a:ext cx="78120" cy="378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BC04F30-EC69-5055-0320-6A6E2DD272B1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307064" y="2926386"/>
                  <a:ext cx="11376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27713" name="Ink 27712">
                  <a:extLst>
                    <a:ext uri="{FF2B5EF4-FFF2-40B4-BE49-F238E27FC236}">
                      <a16:creationId xmlns:a16="http://schemas.microsoft.com/office/drawing/2014/main" id="{207D5C3F-E992-4402-25F5-B0D428808A8F}"/>
                    </a:ext>
                  </a:extLst>
                </p14:cNvPr>
                <p14:cNvContentPartPr/>
                <p14:nvPr/>
              </p14:nvContentPartPr>
              <p14:xfrm>
                <a:off x="3047864" y="2666106"/>
                <a:ext cx="106920" cy="146880"/>
              </p14:xfrm>
            </p:contentPart>
          </mc:Choice>
          <mc:Fallback xmlns="">
            <p:pic>
              <p:nvPicPr>
                <p:cNvPr id="27713" name="Ink 27712">
                  <a:extLst>
                    <a:ext uri="{FF2B5EF4-FFF2-40B4-BE49-F238E27FC236}">
                      <a16:creationId xmlns:a16="http://schemas.microsoft.com/office/drawing/2014/main" id="{207D5C3F-E992-4402-25F5-B0D428808A8F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030224" y="2648466"/>
                  <a:ext cx="14256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27714" name="Ink 27713">
                  <a:extLst>
                    <a:ext uri="{FF2B5EF4-FFF2-40B4-BE49-F238E27FC236}">
                      <a16:creationId xmlns:a16="http://schemas.microsoft.com/office/drawing/2014/main" id="{9C4D3F65-665A-4A45-3708-91A9C2BCEEA2}"/>
                    </a:ext>
                  </a:extLst>
                </p14:cNvPr>
                <p14:cNvContentPartPr/>
                <p14:nvPr/>
              </p14:nvContentPartPr>
              <p14:xfrm>
                <a:off x="3246584" y="2595906"/>
                <a:ext cx="198360" cy="136800"/>
              </p14:xfrm>
            </p:contentPart>
          </mc:Choice>
          <mc:Fallback xmlns="">
            <p:pic>
              <p:nvPicPr>
                <p:cNvPr id="27714" name="Ink 27713">
                  <a:extLst>
                    <a:ext uri="{FF2B5EF4-FFF2-40B4-BE49-F238E27FC236}">
                      <a16:creationId xmlns:a16="http://schemas.microsoft.com/office/drawing/2014/main" id="{9C4D3F65-665A-4A45-3708-91A9C2BCEEA2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228584" y="2578266"/>
                  <a:ext cx="23400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7715" name="Ink 27714">
                  <a:extLst>
                    <a:ext uri="{FF2B5EF4-FFF2-40B4-BE49-F238E27FC236}">
                      <a16:creationId xmlns:a16="http://schemas.microsoft.com/office/drawing/2014/main" id="{0B7C34EE-7CB7-6343-915F-165FDC90E512}"/>
                    </a:ext>
                  </a:extLst>
                </p14:cNvPr>
                <p14:cNvContentPartPr/>
                <p14:nvPr/>
              </p14:nvContentPartPr>
              <p14:xfrm>
                <a:off x="3495704" y="2433906"/>
                <a:ext cx="145440" cy="311040"/>
              </p14:xfrm>
            </p:contentPart>
          </mc:Choice>
          <mc:Fallback xmlns="">
            <p:pic>
              <p:nvPicPr>
                <p:cNvPr id="27715" name="Ink 27714">
                  <a:extLst>
                    <a:ext uri="{FF2B5EF4-FFF2-40B4-BE49-F238E27FC236}">
                      <a16:creationId xmlns:a16="http://schemas.microsoft.com/office/drawing/2014/main" id="{0B7C34EE-7CB7-6343-915F-165FDC90E512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477704" y="2415906"/>
                  <a:ext cx="181080" cy="3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27716" name="Ink 27715">
                  <a:extLst>
                    <a:ext uri="{FF2B5EF4-FFF2-40B4-BE49-F238E27FC236}">
                      <a16:creationId xmlns:a16="http://schemas.microsoft.com/office/drawing/2014/main" id="{C1AB0E82-5D5E-C31F-87AC-8F4E82FB7E25}"/>
                    </a:ext>
                  </a:extLst>
                </p14:cNvPr>
                <p14:cNvContentPartPr/>
                <p14:nvPr/>
              </p14:nvContentPartPr>
              <p14:xfrm>
                <a:off x="3522344" y="2532906"/>
                <a:ext cx="146160" cy="111960"/>
              </p14:xfrm>
            </p:contentPart>
          </mc:Choice>
          <mc:Fallback xmlns="">
            <p:pic>
              <p:nvPicPr>
                <p:cNvPr id="27716" name="Ink 27715">
                  <a:extLst>
                    <a:ext uri="{FF2B5EF4-FFF2-40B4-BE49-F238E27FC236}">
                      <a16:creationId xmlns:a16="http://schemas.microsoft.com/office/drawing/2014/main" id="{C1AB0E82-5D5E-C31F-87AC-8F4E82FB7E25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504344" y="2514906"/>
                  <a:ext cx="181800" cy="147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27719" name="Ink 27718">
                <a:extLst>
                  <a:ext uri="{FF2B5EF4-FFF2-40B4-BE49-F238E27FC236}">
                    <a16:creationId xmlns:a16="http://schemas.microsoft.com/office/drawing/2014/main" id="{2924F382-5078-2DF9-8ADE-C9D0D2157627}"/>
                  </a:ext>
                </a:extLst>
              </p14:cNvPr>
              <p14:cNvContentPartPr/>
              <p14:nvPr/>
            </p14:nvContentPartPr>
            <p14:xfrm>
              <a:off x="1817024" y="1816146"/>
              <a:ext cx="822600" cy="141120"/>
            </p14:xfrm>
          </p:contentPart>
        </mc:Choice>
        <mc:Fallback xmlns="">
          <p:pic>
            <p:nvPicPr>
              <p:cNvPr id="27719" name="Ink 27718">
                <a:extLst>
                  <a:ext uri="{FF2B5EF4-FFF2-40B4-BE49-F238E27FC236}">
                    <a16:creationId xmlns:a16="http://schemas.microsoft.com/office/drawing/2014/main" id="{2924F382-5078-2DF9-8ADE-C9D0D2157627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1799384" y="1798506"/>
                <a:ext cx="858240" cy="176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7725" name="Group 27724">
            <a:extLst>
              <a:ext uri="{FF2B5EF4-FFF2-40B4-BE49-F238E27FC236}">
                <a16:creationId xmlns:a16="http://schemas.microsoft.com/office/drawing/2014/main" id="{FA4783C3-F405-D349-089B-C72B6430CEB8}"/>
              </a:ext>
            </a:extLst>
          </p:cNvPr>
          <p:cNvGrpSpPr/>
          <p:nvPr/>
        </p:nvGrpSpPr>
        <p:grpSpPr>
          <a:xfrm>
            <a:off x="2397344" y="4747986"/>
            <a:ext cx="374040" cy="589680"/>
            <a:chOff x="2397344" y="4747986"/>
            <a:chExt cx="374040" cy="58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27721" name="Ink 27720">
                  <a:extLst>
                    <a:ext uri="{FF2B5EF4-FFF2-40B4-BE49-F238E27FC236}">
                      <a16:creationId xmlns:a16="http://schemas.microsoft.com/office/drawing/2014/main" id="{96F0CE40-11DD-5934-3E04-0F12C3C4721A}"/>
                    </a:ext>
                  </a:extLst>
                </p14:cNvPr>
                <p14:cNvContentPartPr/>
                <p14:nvPr/>
              </p14:nvContentPartPr>
              <p14:xfrm>
                <a:off x="2587424" y="4747986"/>
                <a:ext cx="35280" cy="265680"/>
              </p14:xfrm>
            </p:contentPart>
          </mc:Choice>
          <mc:Fallback xmlns="">
            <p:pic>
              <p:nvPicPr>
                <p:cNvPr id="27721" name="Ink 27720">
                  <a:extLst>
                    <a:ext uri="{FF2B5EF4-FFF2-40B4-BE49-F238E27FC236}">
                      <a16:creationId xmlns:a16="http://schemas.microsoft.com/office/drawing/2014/main" id="{96F0CE40-11DD-5934-3E04-0F12C3C4721A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569784" y="4729986"/>
                  <a:ext cx="7092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27722" name="Ink 27721">
                  <a:extLst>
                    <a:ext uri="{FF2B5EF4-FFF2-40B4-BE49-F238E27FC236}">
                      <a16:creationId xmlns:a16="http://schemas.microsoft.com/office/drawing/2014/main" id="{0A130F72-2109-2671-3977-90BEF8634750}"/>
                    </a:ext>
                  </a:extLst>
                </p14:cNvPr>
                <p14:cNvContentPartPr/>
                <p14:nvPr/>
              </p14:nvContentPartPr>
              <p14:xfrm>
                <a:off x="2397344" y="5045346"/>
                <a:ext cx="374040" cy="52560"/>
              </p14:xfrm>
            </p:contentPart>
          </mc:Choice>
          <mc:Fallback xmlns="">
            <p:pic>
              <p:nvPicPr>
                <p:cNvPr id="27722" name="Ink 27721">
                  <a:extLst>
                    <a:ext uri="{FF2B5EF4-FFF2-40B4-BE49-F238E27FC236}">
                      <a16:creationId xmlns:a16="http://schemas.microsoft.com/office/drawing/2014/main" id="{0A130F72-2109-2671-3977-90BEF8634750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379344" y="5027346"/>
                  <a:ext cx="40968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27723" name="Ink 27722">
                  <a:extLst>
                    <a:ext uri="{FF2B5EF4-FFF2-40B4-BE49-F238E27FC236}">
                      <a16:creationId xmlns:a16="http://schemas.microsoft.com/office/drawing/2014/main" id="{D107118A-5753-0ACD-0674-797075261A18}"/>
                    </a:ext>
                  </a:extLst>
                </p14:cNvPr>
                <p14:cNvContentPartPr/>
                <p14:nvPr/>
              </p14:nvContentPartPr>
              <p14:xfrm>
                <a:off x="2438744" y="5143986"/>
                <a:ext cx="222840" cy="126720"/>
              </p14:xfrm>
            </p:contentPart>
          </mc:Choice>
          <mc:Fallback xmlns="">
            <p:pic>
              <p:nvPicPr>
                <p:cNvPr id="27723" name="Ink 27722">
                  <a:extLst>
                    <a:ext uri="{FF2B5EF4-FFF2-40B4-BE49-F238E27FC236}">
                      <a16:creationId xmlns:a16="http://schemas.microsoft.com/office/drawing/2014/main" id="{D107118A-5753-0ACD-0674-797075261A18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420744" y="5126346"/>
                  <a:ext cx="25848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27724" name="Ink 27723">
                  <a:extLst>
                    <a:ext uri="{FF2B5EF4-FFF2-40B4-BE49-F238E27FC236}">
                      <a16:creationId xmlns:a16="http://schemas.microsoft.com/office/drawing/2014/main" id="{5FC8A9F2-AB32-493C-B643-5DE07BFB3125}"/>
                    </a:ext>
                  </a:extLst>
                </p14:cNvPr>
                <p14:cNvContentPartPr/>
                <p14:nvPr/>
              </p14:nvContentPartPr>
              <p14:xfrm>
                <a:off x="2636744" y="5048586"/>
                <a:ext cx="90000" cy="289080"/>
              </p14:xfrm>
            </p:contentPart>
          </mc:Choice>
          <mc:Fallback xmlns="">
            <p:pic>
              <p:nvPicPr>
                <p:cNvPr id="27724" name="Ink 27723">
                  <a:extLst>
                    <a:ext uri="{FF2B5EF4-FFF2-40B4-BE49-F238E27FC236}">
                      <a16:creationId xmlns:a16="http://schemas.microsoft.com/office/drawing/2014/main" id="{5FC8A9F2-AB32-493C-B643-5DE07BFB3125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2619104" y="5030586"/>
                  <a:ext cx="125640" cy="32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66" name="Group 27765">
            <a:extLst>
              <a:ext uri="{FF2B5EF4-FFF2-40B4-BE49-F238E27FC236}">
                <a16:creationId xmlns:a16="http://schemas.microsoft.com/office/drawing/2014/main" id="{6C5D9298-D686-842E-7A52-CA4809775BBB}"/>
              </a:ext>
            </a:extLst>
          </p:cNvPr>
          <p:cNvGrpSpPr/>
          <p:nvPr/>
        </p:nvGrpSpPr>
        <p:grpSpPr>
          <a:xfrm>
            <a:off x="2123384" y="2294226"/>
            <a:ext cx="727200" cy="408600"/>
            <a:chOff x="2123384" y="2294226"/>
            <a:chExt cx="727200" cy="408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27726" name="Ink 27725">
                  <a:extLst>
                    <a:ext uri="{FF2B5EF4-FFF2-40B4-BE49-F238E27FC236}">
                      <a16:creationId xmlns:a16="http://schemas.microsoft.com/office/drawing/2014/main" id="{42D058E9-0159-E76C-CCC7-A043BBD14F2F}"/>
                    </a:ext>
                  </a:extLst>
                </p14:cNvPr>
                <p14:cNvContentPartPr/>
                <p14:nvPr/>
              </p14:nvContentPartPr>
              <p14:xfrm>
                <a:off x="2123384" y="2526066"/>
                <a:ext cx="62640" cy="176760"/>
              </p14:xfrm>
            </p:contentPart>
          </mc:Choice>
          <mc:Fallback xmlns="">
            <p:pic>
              <p:nvPicPr>
                <p:cNvPr id="27726" name="Ink 27725">
                  <a:extLst>
                    <a:ext uri="{FF2B5EF4-FFF2-40B4-BE49-F238E27FC236}">
                      <a16:creationId xmlns:a16="http://schemas.microsoft.com/office/drawing/2014/main" id="{42D058E9-0159-E76C-CCC7-A043BBD14F2F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105744" y="2508426"/>
                  <a:ext cx="9828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27727" name="Ink 27726">
                  <a:extLst>
                    <a:ext uri="{FF2B5EF4-FFF2-40B4-BE49-F238E27FC236}">
                      <a16:creationId xmlns:a16="http://schemas.microsoft.com/office/drawing/2014/main" id="{9C2C2EE9-8A33-B6F5-B0C5-9C323D0EEC8B}"/>
                    </a:ext>
                  </a:extLst>
                </p14:cNvPr>
                <p14:cNvContentPartPr/>
                <p14:nvPr/>
              </p14:nvContentPartPr>
              <p14:xfrm>
                <a:off x="2129144" y="2468106"/>
                <a:ext cx="70560" cy="144000"/>
              </p14:xfrm>
            </p:contentPart>
          </mc:Choice>
          <mc:Fallback xmlns="">
            <p:pic>
              <p:nvPicPr>
                <p:cNvPr id="27727" name="Ink 27726">
                  <a:extLst>
                    <a:ext uri="{FF2B5EF4-FFF2-40B4-BE49-F238E27FC236}">
                      <a16:creationId xmlns:a16="http://schemas.microsoft.com/office/drawing/2014/main" id="{9C2C2EE9-8A33-B6F5-B0C5-9C323D0EEC8B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2111504" y="2450106"/>
                  <a:ext cx="10620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27728" name="Ink 27727">
                  <a:extLst>
                    <a:ext uri="{FF2B5EF4-FFF2-40B4-BE49-F238E27FC236}">
                      <a16:creationId xmlns:a16="http://schemas.microsoft.com/office/drawing/2014/main" id="{4CEE1C15-5122-2AC2-785F-B52DBC8A564C}"/>
                    </a:ext>
                  </a:extLst>
                </p14:cNvPr>
                <p14:cNvContentPartPr/>
                <p14:nvPr/>
              </p14:nvContentPartPr>
              <p14:xfrm>
                <a:off x="2294384" y="2439666"/>
                <a:ext cx="248760" cy="168120"/>
              </p14:xfrm>
            </p:contentPart>
          </mc:Choice>
          <mc:Fallback xmlns="">
            <p:pic>
              <p:nvPicPr>
                <p:cNvPr id="27728" name="Ink 27727">
                  <a:extLst>
                    <a:ext uri="{FF2B5EF4-FFF2-40B4-BE49-F238E27FC236}">
                      <a16:creationId xmlns:a16="http://schemas.microsoft.com/office/drawing/2014/main" id="{4CEE1C15-5122-2AC2-785F-B52DBC8A564C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276384" y="2421666"/>
                  <a:ext cx="28440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27729" name="Ink 27728">
                  <a:extLst>
                    <a:ext uri="{FF2B5EF4-FFF2-40B4-BE49-F238E27FC236}">
                      <a16:creationId xmlns:a16="http://schemas.microsoft.com/office/drawing/2014/main" id="{9A354937-834A-7BBC-2F20-EFBB73C4BF5E}"/>
                    </a:ext>
                  </a:extLst>
                </p14:cNvPr>
                <p14:cNvContentPartPr/>
                <p14:nvPr/>
              </p14:nvContentPartPr>
              <p14:xfrm>
                <a:off x="2576264" y="2367306"/>
                <a:ext cx="129600" cy="164160"/>
              </p14:xfrm>
            </p:contentPart>
          </mc:Choice>
          <mc:Fallback xmlns="">
            <p:pic>
              <p:nvPicPr>
                <p:cNvPr id="27729" name="Ink 27728">
                  <a:extLst>
                    <a:ext uri="{FF2B5EF4-FFF2-40B4-BE49-F238E27FC236}">
                      <a16:creationId xmlns:a16="http://schemas.microsoft.com/office/drawing/2014/main" id="{9A354937-834A-7BBC-2F20-EFBB73C4BF5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2558624" y="2349666"/>
                  <a:ext cx="16524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27731" name="Ink 27730">
                  <a:extLst>
                    <a:ext uri="{FF2B5EF4-FFF2-40B4-BE49-F238E27FC236}">
                      <a16:creationId xmlns:a16="http://schemas.microsoft.com/office/drawing/2014/main" id="{BBA554CA-5261-CC65-1DF9-D0AA91E042C4}"/>
                    </a:ext>
                  </a:extLst>
                </p14:cNvPr>
                <p14:cNvContentPartPr/>
                <p14:nvPr/>
              </p14:nvContentPartPr>
              <p14:xfrm>
                <a:off x="2734664" y="2294226"/>
                <a:ext cx="115920" cy="252720"/>
              </p14:xfrm>
            </p:contentPart>
          </mc:Choice>
          <mc:Fallback xmlns="">
            <p:pic>
              <p:nvPicPr>
                <p:cNvPr id="27731" name="Ink 27730">
                  <a:extLst>
                    <a:ext uri="{FF2B5EF4-FFF2-40B4-BE49-F238E27FC236}">
                      <a16:creationId xmlns:a16="http://schemas.microsoft.com/office/drawing/2014/main" id="{BBA554CA-5261-CC65-1DF9-D0AA91E042C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2716664" y="2276586"/>
                  <a:ext cx="151560" cy="288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60" name="Group 27759">
            <a:extLst>
              <a:ext uri="{FF2B5EF4-FFF2-40B4-BE49-F238E27FC236}">
                <a16:creationId xmlns:a16="http://schemas.microsoft.com/office/drawing/2014/main" id="{FCFD0C9A-4BF1-FF65-EAAC-F8B9B0CD964A}"/>
              </a:ext>
            </a:extLst>
          </p:cNvPr>
          <p:cNvGrpSpPr/>
          <p:nvPr/>
        </p:nvGrpSpPr>
        <p:grpSpPr>
          <a:xfrm>
            <a:off x="2471504" y="3574026"/>
            <a:ext cx="768600" cy="343800"/>
            <a:chOff x="2471504" y="3574026"/>
            <a:chExt cx="768600" cy="34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27732" name="Ink 27731">
                  <a:extLst>
                    <a:ext uri="{FF2B5EF4-FFF2-40B4-BE49-F238E27FC236}">
                      <a16:creationId xmlns:a16="http://schemas.microsoft.com/office/drawing/2014/main" id="{FBC21407-FE82-1C59-38C3-17A9A25EEF9E}"/>
                    </a:ext>
                  </a:extLst>
                </p14:cNvPr>
                <p14:cNvContentPartPr/>
                <p14:nvPr/>
              </p14:nvContentPartPr>
              <p14:xfrm>
                <a:off x="2471504" y="3730266"/>
                <a:ext cx="39600" cy="187560"/>
              </p14:xfrm>
            </p:contentPart>
          </mc:Choice>
          <mc:Fallback xmlns="">
            <p:pic>
              <p:nvPicPr>
                <p:cNvPr id="27732" name="Ink 27731">
                  <a:extLst>
                    <a:ext uri="{FF2B5EF4-FFF2-40B4-BE49-F238E27FC236}">
                      <a16:creationId xmlns:a16="http://schemas.microsoft.com/office/drawing/2014/main" id="{FBC21407-FE82-1C59-38C3-17A9A25EEF9E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2453504" y="3712626"/>
                  <a:ext cx="7524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27733" name="Ink 27732">
                  <a:extLst>
                    <a:ext uri="{FF2B5EF4-FFF2-40B4-BE49-F238E27FC236}">
                      <a16:creationId xmlns:a16="http://schemas.microsoft.com/office/drawing/2014/main" id="{62799C48-6F58-9830-0ADD-19D45070A214}"/>
                    </a:ext>
                  </a:extLst>
                </p14:cNvPr>
                <p14:cNvContentPartPr/>
                <p14:nvPr/>
              </p14:nvContentPartPr>
              <p14:xfrm>
                <a:off x="2490224" y="3695706"/>
                <a:ext cx="98640" cy="130680"/>
              </p14:xfrm>
            </p:contentPart>
          </mc:Choice>
          <mc:Fallback xmlns="">
            <p:pic>
              <p:nvPicPr>
                <p:cNvPr id="27733" name="Ink 27732">
                  <a:extLst>
                    <a:ext uri="{FF2B5EF4-FFF2-40B4-BE49-F238E27FC236}">
                      <a16:creationId xmlns:a16="http://schemas.microsoft.com/office/drawing/2014/main" id="{62799C48-6F58-9830-0ADD-19D45070A21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2472584" y="3678066"/>
                  <a:ext cx="13428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27734" name="Ink 27733">
                  <a:extLst>
                    <a:ext uri="{FF2B5EF4-FFF2-40B4-BE49-F238E27FC236}">
                      <a16:creationId xmlns:a16="http://schemas.microsoft.com/office/drawing/2014/main" id="{F1DDBE6C-67C8-1429-9455-8D59B924864E}"/>
                    </a:ext>
                  </a:extLst>
                </p14:cNvPr>
                <p14:cNvContentPartPr/>
                <p14:nvPr/>
              </p14:nvContentPartPr>
              <p14:xfrm>
                <a:off x="2694344" y="3682386"/>
                <a:ext cx="35280" cy="143640"/>
              </p14:xfrm>
            </p:contentPart>
          </mc:Choice>
          <mc:Fallback xmlns="">
            <p:pic>
              <p:nvPicPr>
                <p:cNvPr id="27734" name="Ink 27733">
                  <a:extLst>
                    <a:ext uri="{FF2B5EF4-FFF2-40B4-BE49-F238E27FC236}">
                      <a16:creationId xmlns:a16="http://schemas.microsoft.com/office/drawing/2014/main" id="{F1DDBE6C-67C8-1429-9455-8D59B924864E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2676704" y="3664746"/>
                  <a:ext cx="7092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27735" name="Ink 27734">
                  <a:extLst>
                    <a:ext uri="{FF2B5EF4-FFF2-40B4-BE49-F238E27FC236}">
                      <a16:creationId xmlns:a16="http://schemas.microsoft.com/office/drawing/2014/main" id="{3BD8C36B-EB1B-A1BE-33F3-934D8FAB7AA0}"/>
                    </a:ext>
                  </a:extLst>
                </p14:cNvPr>
                <p14:cNvContentPartPr/>
                <p14:nvPr/>
              </p14:nvContentPartPr>
              <p14:xfrm>
                <a:off x="2707304" y="3642426"/>
                <a:ext cx="188640" cy="140400"/>
              </p14:xfrm>
            </p:contentPart>
          </mc:Choice>
          <mc:Fallback xmlns="">
            <p:pic>
              <p:nvPicPr>
                <p:cNvPr id="27735" name="Ink 27734">
                  <a:extLst>
                    <a:ext uri="{FF2B5EF4-FFF2-40B4-BE49-F238E27FC236}">
                      <a16:creationId xmlns:a16="http://schemas.microsoft.com/office/drawing/2014/main" id="{3BD8C36B-EB1B-A1BE-33F3-934D8FAB7AA0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2689304" y="3624426"/>
                  <a:ext cx="22428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27736" name="Ink 27735">
                  <a:extLst>
                    <a:ext uri="{FF2B5EF4-FFF2-40B4-BE49-F238E27FC236}">
                      <a16:creationId xmlns:a16="http://schemas.microsoft.com/office/drawing/2014/main" id="{2AE50E8C-27BF-3CA8-12F3-B42C67E8EBE2}"/>
                    </a:ext>
                  </a:extLst>
                </p14:cNvPr>
                <p14:cNvContentPartPr/>
                <p14:nvPr/>
              </p14:nvContentPartPr>
              <p14:xfrm>
                <a:off x="2972624" y="3623346"/>
                <a:ext cx="86400" cy="160920"/>
              </p14:xfrm>
            </p:contentPart>
          </mc:Choice>
          <mc:Fallback xmlns="">
            <p:pic>
              <p:nvPicPr>
                <p:cNvPr id="27736" name="Ink 27735">
                  <a:extLst>
                    <a:ext uri="{FF2B5EF4-FFF2-40B4-BE49-F238E27FC236}">
                      <a16:creationId xmlns:a16="http://schemas.microsoft.com/office/drawing/2014/main" id="{2AE50E8C-27BF-3CA8-12F3-B42C67E8EBE2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2954984" y="3605346"/>
                  <a:ext cx="12204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27750" name="Ink 27749">
                  <a:extLst>
                    <a:ext uri="{FF2B5EF4-FFF2-40B4-BE49-F238E27FC236}">
                      <a16:creationId xmlns:a16="http://schemas.microsoft.com/office/drawing/2014/main" id="{1F3ABE3F-D8FD-33ED-7D54-94FDA5DA89EF}"/>
                    </a:ext>
                  </a:extLst>
                </p14:cNvPr>
                <p14:cNvContentPartPr/>
                <p14:nvPr/>
              </p14:nvContentPartPr>
              <p14:xfrm>
                <a:off x="3136064" y="3574026"/>
                <a:ext cx="104040" cy="243000"/>
              </p14:xfrm>
            </p:contentPart>
          </mc:Choice>
          <mc:Fallback xmlns="">
            <p:pic>
              <p:nvPicPr>
                <p:cNvPr id="27750" name="Ink 27749">
                  <a:extLst>
                    <a:ext uri="{FF2B5EF4-FFF2-40B4-BE49-F238E27FC236}">
                      <a16:creationId xmlns:a16="http://schemas.microsoft.com/office/drawing/2014/main" id="{1F3ABE3F-D8FD-33ED-7D54-94FDA5DA89EF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3118424" y="3556026"/>
                  <a:ext cx="139680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72" name="Group 27771">
            <a:extLst>
              <a:ext uri="{FF2B5EF4-FFF2-40B4-BE49-F238E27FC236}">
                <a16:creationId xmlns:a16="http://schemas.microsoft.com/office/drawing/2014/main" id="{B670C1CE-8DE5-C724-910D-668551C93760}"/>
              </a:ext>
            </a:extLst>
          </p:cNvPr>
          <p:cNvGrpSpPr/>
          <p:nvPr/>
        </p:nvGrpSpPr>
        <p:grpSpPr>
          <a:xfrm>
            <a:off x="356504" y="2197386"/>
            <a:ext cx="758880" cy="623160"/>
            <a:chOff x="356504" y="2197386"/>
            <a:chExt cx="758880" cy="623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27767" name="Ink 27766">
                  <a:extLst>
                    <a:ext uri="{FF2B5EF4-FFF2-40B4-BE49-F238E27FC236}">
                      <a16:creationId xmlns:a16="http://schemas.microsoft.com/office/drawing/2014/main" id="{8EC7A3A5-4BA3-8839-C97E-BAAC18C8A2B2}"/>
                    </a:ext>
                  </a:extLst>
                </p14:cNvPr>
                <p14:cNvContentPartPr/>
                <p14:nvPr/>
              </p14:nvContentPartPr>
              <p14:xfrm>
                <a:off x="554864" y="2468826"/>
                <a:ext cx="155520" cy="228960"/>
              </p14:xfrm>
            </p:contentPart>
          </mc:Choice>
          <mc:Fallback xmlns="">
            <p:pic>
              <p:nvPicPr>
                <p:cNvPr id="27767" name="Ink 27766">
                  <a:extLst>
                    <a:ext uri="{FF2B5EF4-FFF2-40B4-BE49-F238E27FC236}">
                      <a16:creationId xmlns:a16="http://schemas.microsoft.com/office/drawing/2014/main" id="{8EC7A3A5-4BA3-8839-C97E-BAAC18C8A2B2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537224" y="2450826"/>
                  <a:ext cx="19116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27768" name="Ink 27767">
                  <a:extLst>
                    <a:ext uri="{FF2B5EF4-FFF2-40B4-BE49-F238E27FC236}">
                      <a16:creationId xmlns:a16="http://schemas.microsoft.com/office/drawing/2014/main" id="{50021967-9B38-3910-50B1-D2504F3FEB25}"/>
                    </a:ext>
                  </a:extLst>
                </p14:cNvPr>
                <p14:cNvContentPartPr/>
                <p14:nvPr/>
              </p14:nvContentPartPr>
              <p14:xfrm>
                <a:off x="755744" y="2335626"/>
                <a:ext cx="138600" cy="218880"/>
              </p14:xfrm>
            </p:contentPart>
          </mc:Choice>
          <mc:Fallback xmlns="">
            <p:pic>
              <p:nvPicPr>
                <p:cNvPr id="27768" name="Ink 27767">
                  <a:extLst>
                    <a:ext uri="{FF2B5EF4-FFF2-40B4-BE49-F238E27FC236}">
                      <a16:creationId xmlns:a16="http://schemas.microsoft.com/office/drawing/2014/main" id="{50021967-9B38-3910-50B1-D2504F3FEB25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37744" y="2317986"/>
                  <a:ext cx="17424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27769" name="Ink 27768">
                  <a:extLst>
                    <a:ext uri="{FF2B5EF4-FFF2-40B4-BE49-F238E27FC236}">
                      <a16:creationId xmlns:a16="http://schemas.microsoft.com/office/drawing/2014/main" id="{2839AB11-BF36-20AA-A99E-471C1A32048F}"/>
                    </a:ext>
                  </a:extLst>
                </p14:cNvPr>
                <p14:cNvContentPartPr/>
                <p14:nvPr/>
              </p14:nvContentPartPr>
              <p14:xfrm>
                <a:off x="539384" y="2198826"/>
                <a:ext cx="576000" cy="621720"/>
              </p14:xfrm>
            </p:contentPart>
          </mc:Choice>
          <mc:Fallback xmlns="">
            <p:pic>
              <p:nvPicPr>
                <p:cNvPr id="27769" name="Ink 27768">
                  <a:extLst>
                    <a:ext uri="{FF2B5EF4-FFF2-40B4-BE49-F238E27FC236}">
                      <a16:creationId xmlns:a16="http://schemas.microsoft.com/office/drawing/2014/main" id="{2839AB11-BF36-20AA-A99E-471C1A32048F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521744" y="2180826"/>
                  <a:ext cx="611640" cy="65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27770" name="Ink 27769">
                  <a:extLst>
                    <a:ext uri="{FF2B5EF4-FFF2-40B4-BE49-F238E27FC236}">
                      <a16:creationId xmlns:a16="http://schemas.microsoft.com/office/drawing/2014/main" id="{E25EAA6E-7B82-99FA-2878-3E6498960838}"/>
                    </a:ext>
                  </a:extLst>
                </p14:cNvPr>
                <p14:cNvContentPartPr/>
                <p14:nvPr/>
              </p14:nvContentPartPr>
              <p14:xfrm>
                <a:off x="356504" y="2418786"/>
                <a:ext cx="174240" cy="337320"/>
              </p14:xfrm>
            </p:contentPart>
          </mc:Choice>
          <mc:Fallback xmlns="">
            <p:pic>
              <p:nvPicPr>
                <p:cNvPr id="27770" name="Ink 27769">
                  <a:extLst>
                    <a:ext uri="{FF2B5EF4-FFF2-40B4-BE49-F238E27FC236}">
                      <a16:creationId xmlns:a16="http://schemas.microsoft.com/office/drawing/2014/main" id="{E25EAA6E-7B82-99FA-2878-3E6498960838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338864" y="2400786"/>
                  <a:ext cx="209880" cy="37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27771" name="Ink 27770">
                  <a:extLst>
                    <a:ext uri="{FF2B5EF4-FFF2-40B4-BE49-F238E27FC236}">
                      <a16:creationId xmlns:a16="http://schemas.microsoft.com/office/drawing/2014/main" id="{7F8DADC5-673C-6D2F-BA20-3FCB9AD2CF2D}"/>
                    </a:ext>
                  </a:extLst>
                </p14:cNvPr>
                <p14:cNvContentPartPr/>
                <p14:nvPr/>
              </p14:nvContentPartPr>
              <p14:xfrm>
                <a:off x="363704" y="2197386"/>
                <a:ext cx="659160" cy="216720"/>
              </p14:xfrm>
            </p:contentPart>
          </mc:Choice>
          <mc:Fallback xmlns="">
            <p:pic>
              <p:nvPicPr>
                <p:cNvPr id="27771" name="Ink 27770">
                  <a:extLst>
                    <a:ext uri="{FF2B5EF4-FFF2-40B4-BE49-F238E27FC236}">
                      <a16:creationId xmlns:a16="http://schemas.microsoft.com/office/drawing/2014/main" id="{7F8DADC5-673C-6D2F-BA20-3FCB9AD2CF2D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346064" y="2179746"/>
                  <a:ext cx="694800" cy="25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77" name="Group 27776">
            <a:extLst>
              <a:ext uri="{FF2B5EF4-FFF2-40B4-BE49-F238E27FC236}">
                <a16:creationId xmlns:a16="http://schemas.microsoft.com/office/drawing/2014/main" id="{E3F30AD3-B754-9A8E-DB4C-5E0FFC202427}"/>
              </a:ext>
            </a:extLst>
          </p:cNvPr>
          <p:cNvGrpSpPr/>
          <p:nvPr/>
        </p:nvGrpSpPr>
        <p:grpSpPr>
          <a:xfrm>
            <a:off x="2955704" y="1796346"/>
            <a:ext cx="573840" cy="482040"/>
            <a:chOff x="2955704" y="1796346"/>
            <a:chExt cx="573840" cy="48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27773" name="Ink 27772">
                  <a:extLst>
                    <a:ext uri="{FF2B5EF4-FFF2-40B4-BE49-F238E27FC236}">
                      <a16:creationId xmlns:a16="http://schemas.microsoft.com/office/drawing/2014/main" id="{1ED88621-E71C-E02D-7CB7-561C8F89FB05}"/>
                    </a:ext>
                  </a:extLst>
                </p14:cNvPr>
                <p14:cNvContentPartPr/>
                <p14:nvPr/>
              </p14:nvContentPartPr>
              <p14:xfrm>
                <a:off x="2955704" y="2184066"/>
                <a:ext cx="150480" cy="94320"/>
              </p14:xfrm>
            </p:contentPart>
          </mc:Choice>
          <mc:Fallback xmlns="">
            <p:pic>
              <p:nvPicPr>
                <p:cNvPr id="27773" name="Ink 27772">
                  <a:extLst>
                    <a:ext uri="{FF2B5EF4-FFF2-40B4-BE49-F238E27FC236}">
                      <a16:creationId xmlns:a16="http://schemas.microsoft.com/office/drawing/2014/main" id="{1ED88621-E71C-E02D-7CB7-561C8F89FB05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938064" y="2166426"/>
                  <a:ext cx="1861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27774" name="Ink 27773">
                  <a:extLst>
                    <a:ext uri="{FF2B5EF4-FFF2-40B4-BE49-F238E27FC236}">
                      <a16:creationId xmlns:a16="http://schemas.microsoft.com/office/drawing/2014/main" id="{C961B852-4C94-79EB-460D-2157085B83D2}"/>
                    </a:ext>
                  </a:extLst>
                </p14:cNvPr>
                <p14:cNvContentPartPr/>
                <p14:nvPr/>
              </p14:nvContentPartPr>
              <p14:xfrm>
                <a:off x="3223904" y="1985706"/>
                <a:ext cx="137880" cy="165240"/>
              </p14:xfrm>
            </p:contentPart>
          </mc:Choice>
          <mc:Fallback xmlns="">
            <p:pic>
              <p:nvPicPr>
                <p:cNvPr id="27774" name="Ink 27773">
                  <a:extLst>
                    <a:ext uri="{FF2B5EF4-FFF2-40B4-BE49-F238E27FC236}">
                      <a16:creationId xmlns:a16="http://schemas.microsoft.com/office/drawing/2014/main" id="{C961B852-4C94-79EB-460D-2157085B83D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3206264" y="1968066"/>
                  <a:ext cx="17352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27775" name="Ink 27774">
                  <a:extLst>
                    <a:ext uri="{FF2B5EF4-FFF2-40B4-BE49-F238E27FC236}">
                      <a16:creationId xmlns:a16="http://schemas.microsoft.com/office/drawing/2014/main" id="{44F22E3B-4C34-6EE0-B2AD-847608149C15}"/>
                    </a:ext>
                  </a:extLst>
                </p14:cNvPr>
                <p14:cNvContentPartPr/>
                <p14:nvPr/>
              </p14:nvContentPartPr>
              <p14:xfrm>
                <a:off x="3378704" y="1917306"/>
                <a:ext cx="75960" cy="146160"/>
              </p14:xfrm>
            </p:contentPart>
          </mc:Choice>
          <mc:Fallback xmlns="">
            <p:pic>
              <p:nvPicPr>
                <p:cNvPr id="27775" name="Ink 27774">
                  <a:extLst>
                    <a:ext uri="{FF2B5EF4-FFF2-40B4-BE49-F238E27FC236}">
                      <a16:creationId xmlns:a16="http://schemas.microsoft.com/office/drawing/2014/main" id="{44F22E3B-4C34-6EE0-B2AD-847608149C15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3361064" y="1899306"/>
                  <a:ext cx="11160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27776" name="Ink 27775">
                  <a:extLst>
                    <a:ext uri="{FF2B5EF4-FFF2-40B4-BE49-F238E27FC236}">
                      <a16:creationId xmlns:a16="http://schemas.microsoft.com/office/drawing/2014/main" id="{E7A77EB0-BEC2-4371-C49E-20831FBE0D61}"/>
                    </a:ext>
                  </a:extLst>
                </p14:cNvPr>
                <p14:cNvContentPartPr/>
                <p14:nvPr/>
              </p14:nvContentPartPr>
              <p14:xfrm>
                <a:off x="3402824" y="1796346"/>
                <a:ext cx="126720" cy="170280"/>
              </p14:xfrm>
            </p:contentPart>
          </mc:Choice>
          <mc:Fallback xmlns="">
            <p:pic>
              <p:nvPicPr>
                <p:cNvPr id="27776" name="Ink 27775">
                  <a:extLst>
                    <a:ext uri="{FF2B5EF4-FFF2-40B4-BE49-F238E27FC236}">
                      <a16:creationId xmlns:a16="http://schemas.microsoft.com/office/drawing/2014/main" id="{E7A77EB0-BEC2-4371-C49E-20831FBE0D61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3385184" y="1778706"/>
                  <a:ext cx="162360" cy="205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87" name="Group 27786">
            <a:extLst>
              <a:ext uri="{FF2B5EF4-FFF2-40B4-BE49-F238E27FC236}">
                <a16:creationId xmlns:a16="http://schemas.microsoft.com/office/drawing/2014/main" id="{A1B803ED-F53B-8050-B30B-DF84161D32C5}"/>
              </a:ext>
            </a:extLst>
          </p:cNvPr>
          <p:cNvGrpSpPr/>
          <p:nvPr/>
        </p:nvGrpSpPr>
        <p:grpSpPr>
          <a:xfrm>
            <a:off x="3458264" y="3458466"/>
            <a:ext cx="470880" cy="363240"/>
            <a:chOff x="3458264" y="3458466"/>
            <a:chExt cx="470880" cy="363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27778" name="Ink 27777">
                  <a:extLst>
                    <a:ext uri="{FF2B5EF4-FFF2-40B4-BE49-F238E27FC236}">
                      <a16:creationId xmlns:a16="http://schemas.microsoft.com/office/drawing/2014/main" id="{A9E45D36-30F3-B98A-2ACE-EA2EDEB9B03A}"/>
                    </a:ext>
                  </a:extLst>
                </p14:cNvPr>
                <p14:cNvContentPartPr/>
                <p14:nvPr/>
              </p14:nvContentPartPr>
              <p14:xfrm>
                <a:off x="3458264" y="3667626"/>
                <a:ext cx="132480" cy="154080"/>
              </p14:xfrm>
            </p:contentPart>
          </mc:Choice>
          <mc:Fallback xmlns="">
            <p:pic>
              <p:nvPicPr>
                <p:cNvPr id="27778" name="Ink 27777">
                  <a:extLst>
                    <a:ext uri="{FF2B5EF4-FFF2-40B4-BE49-F238E27FC236}">
                      <a16:creationId xmlns:a16="http://schemas.microsoft.com/office/drawing/2014/main" id="{A9E45D36-30F3-B98A-2ACE-EA2EDEB9B03A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3440264" y="3649626"/>
                  <a:ext cx="16812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27779" name="Ink 27778">
                  <a:extLst>
                    <a:ext uri="{FF2B5EF4-FFF2-40B4-BE49-F238E27FC236}">
                      <a16:creationId xmlns:a16="http://schemas.microsoft.com/office/drawing/2014/main" id="{20857635-7EEE-88ED-6B4F-4DD0FDAF943B}"/>
                    </a:ext>
                  </a:extLst>
                </p14:cNvPr>
                <p14:cNvContentPartPr/>
                <p14:nvPr/>
              </p14:nvContentPartPr>
              <p14:xfrm>
                <a:off x="3618104" y="3615786"/>
                <a:ext cx="81720" cy="160920"/>
              </p14:xfrm>
            </p:contentPart>
          </mc:Choice>
          <mc:Fallback xmlns="">
            <p:pic>
              <p:nvPicPr>
                <p:cNvPr id="27779" name="Ink 27778">
                  <a:extLst>
                    <a:ext uri="{FF2B5EF4-FFF2-40B4-BE49-F238E27FC236}">
                      <a16:creationId xmlns:a16="http://schemas.microsoft.com/office/drawing/2014/main" id="{20857635-7EEE-88ED-6B4F-4DD0FDAF943B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3600464" y="3598146"/>
                  <a:ext cx="1173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27780" name="Ink 27779">
                  <a:extLst>
                    <a:ext uri="{FF2B5EF4-FFF2-40B4-BE49-F238E27FC236}">
                      <a16:creationId xmlns:a16="http://schemas.microsoft.com/office/drawing/2014/main" id="{9C51ADAF-9E7D-9D37-99F1-61B821F9FC8A}"/>
                    </a:ext>
                  </a:extLst>
                </p14:cNvPr>
                <p14:cNvContentPartPr/>
                <p14:nvPr/>
              </p14:nvContentPartPr>
              <p14:xfrm>
                <a:off x="3630704" y="3539466"/>
                <a:ext cx="51840" cy="78840"/>
              </p14:xfrm>
            </p:contentPart>
          </mc:Choice>
          <mc:Fallback xmlns="">
            <p:pic>
              <p:nvPicPr>
                <p:cNvPr id="27780" name="Ink 27779">
                  <a:extLst>
                    <a:ext uri="{FF2B5EF4-FFF2-40B4-BE49-F238E27FC236}">
                      <a16:creationId xmlns:a16="http://schemas.microsoft.com/office/drawing/2014/main" id="{9C51ADAF-9E7D-9D37-99F1-61B821F9FC8A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3612704" y="3521826"/>
                  <a:ext cx="8748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27781" name="Ink 27780">
                  <a:extLst>
                    <a:ext uri="{FF2B5EF4-FFF2-40B4-BE49-F238E27FC236}">
                      <a16:creationId xmlns:a16="http://schemas.microsoft.com/office/drawing/2014/main" id="{AA9BEB3B-DFFC-4E33-FB76-3715FEB53FDD}"/>
                    </a:ext>
                  </a:extLst>
                </p14:cNvPr>
                <p14:cNvContentPartPr/>
                <p14:nvPr/>
              </p14:nvContentPartPr>
              <p14:xfrm>
                <a:off x="3654824" y="3636306"/>
                <a:ext cx="88920" cy="75960"/>
              </p14:xfrm>
            </p:contentPart>
          </mc:Choice>
          <mc:Fallback xmlns="">
            <p:pic>
              <p:nvPicPr>
                <p:cNvPr id="27781" name="Ink 27780">
                  <a:extLst>
                    <a:ext uri="{FF2B5EF4-FFF2-40B4-BE49-F238E27FC236}">
                      <a16:creationId xmlns:a16="http://schemas.microsoft.com/office/drawing/2014/main" id="{AA9BEB3B-DFFC-4E33-FB76-3715FEB53FDD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3636824" y="3618306"/>
                  <a:ext cx="12456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27782" name="Ink 27781">
                  <a:extLst>
                    <a:ext uri="{FF2B5EF4-FFF2-40B4-BE49-F238E27FC236}">
                      <a16:creationId xmlns:a16="http://schemas.microsoft.com/office/drawing/2014/main" id="{8DF8C26F-018D-6254-019A-07A61A4EFDE2}"/>
                    </a:ext>
                  </a:extLst>
                </p14:cNvPr>
                <p14:cNvContentPartPr/>
                <p14:nvPr/>
              </p14:nvContentPartPr>
              <p14:xfrm>
                <a:off x="3808544" y="3547746"/>
                <a:ext cx="65880" cy="144360"/>
              </p14:xfrm>
            </p:contentPart>
          </mc:Choice>
          <mc:Fallback xmlns="">
            <p:pic>
              <p:nvPicPr>
                <p:cNvPr id="27782" name="Ink 27781">
                  <a:extLst>
                    <a:ext uri="{FF2B5EF4-FFF2-40B4-BE49-F238E27FC236}">
                      <a16:creationId xmlns:a16="http://schemas.microsoft.com/office/drawing/2014/main" id="{8DF8C26F-018D-6254-019A-07A61A4EFDE2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3790544" y="3529746"/>
                  <a:ext cx="10152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27783" name="Ink 27782">
                  <a:extLst>
                    <a:ext uri="{FF2B5EF4-FFF2-40B4-BE49-F238E27FC236}">
                      <a16:creationId xmlns:a16="http://schemas.microsoft.com/office/drawing/2014/main" id="{512B3FB7-EE8C-061F-3E76-72F5EFF5B1E6}"/>
                    </a:ext>
                  </a:extLst>
                </p14:cNvPr>
                <p14:cNvContentPartPr/>
                <p14:nvPr/>
              </p14:nvContentPartPr>
              <p14:xfrm>
                <a:off x="3816824" y="3458466"/>
                <a:ext cx="39960" cy="53640"/>
              </p14:xfrm>
            </p:contentPart>
          </mc:Choice>
          <mc:Fallback xmlns="">
            <p:pic>
              <p:nvPicPr>
                <p:cNvPr id="27783" name="Ink 27782">
                  <a:extLst>
                    <a:ext uri="{FF2B5EF4-FFF2-40B4-BE49-F238E27FC236}">
                      <a16:creationId xmlns:a16="http://schemas.microsoft.com/office/drawing/2014/main" id="{512B3FB7-EE8C-061F-3E76-72F5EFF5B1E6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3799184" y="3440466"/>
                  <a:ext cx="7560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27784" name="Ink 27783">
                  <a:extLst>
                    <a:ext uri="{FF2B5EF4-FFF2-40B4-BE49-F238E27FC236}">
                      <a16:creationId xmlns:a16="http://schemas.microsoft.com/office/drawing/2014/main" id="{DF0E278D-BDC8-DD98-60C1-351E26B1659F}"/>
                    </a:ext>
                  </a:extLst>
                </p14:cNvPr>
                <p14:cNvContentPartPr/>
                <p14:nvPr/>
              </p14:nvContentPartPr>
              <p14:xfrm>
                <a:off x="3872984" y="3611466"/>
                <a:ext cx="44280" cy="50400"/>
              </p14:xfrm>
            </p:contentPart>
          </mc:Choice>
          <mc:Fallback xmlns="">
            <p:pic>
              <p:nvPicPr>
                <p:cNvPr id="27784" name="Ink 27783">
                  <a:extLst>
                    <a:ext uri="{FF2B5EF4-FFF2-40B4-BE49-F238E27FC236}">
                      <a16:creationId xmlns:a16="http://schemas.microsoft.com/office/drawing/2014/main" id="{DF0E278D-BDC8-DD98-60C1-351E26B1659F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3855344" y="3593826"/>
                  <a:ext cx="7992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27786" name="Ink 27785">
                  <a:extLst>
                    <a:ext uri="{FF2B5EF4-FFF2-40B4-BE49-F238E27FC236}">
                      <a16:creationId xmlns:a16="http://schemas.microsoft.com/office/drawing/2014/main" id="{44864939-8FE7-8B1E-C8A1-41B41397FBFB}"/>
                    </a:ext>
                  </a:extLst>
                </p14:cNvPr>
                <p14:cNvContentPartPr/>
                <p14:nvPr/>
              </p14:nvContentPartPr>
              <p14:xfrm>
                <a:off x="3880184" y="3679866"/>
                <a:ext cx="48960" cy="124560"/>
              </p14:xfrm>
            </p:contentPart>
          </mc:Choice>
          <mc:Fallback xmlns="">
            <p:pic>
              <p:nvPicPr>
                <p:cNvPr id="27786" name="Ink 27785">
                  <a:extLst>
                    <a:ext uri="{FF2B5EF4-FFF2-40B4-BE49-F238E27FC236}">
                      <a16:creationId xmlns:a16="http://schemas.microsoft.com/office/drawing/2014/main" id="{44864939-8FE7-8B1E-C8A1-41B41397FBFB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3862184" y="3662226"/>
                  <a:ext cx="84600" cy="160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8">
            <p14:nvContentPartPr>
              <p14:cNvPr id="27789" name="Ink 27788">
                <a:extLst>
                  <a:ext uri="{FF2B5EF4-FFF2-40B4-BE49-F238E27FC236}">
                    <a16:creationId xmlns:a16="http://schemas.microsoft.com/office/drawing/2014/main" id="{0791C9C3-7A11-78BA-8A5F-ECA3F2AB99CB}"/>
                  </a:ext>
                </a:extLst>
              </p14:cNvPr>
              <p14:cNvContentPartPr/>
              <p14:nvPr/>
            </p14:nvContentPartPr>
            <p14:xfrm>
              <a:off x="1698944" y="1492146"/>
              <a:ext cx="2266200" cy="3918960"/>
            </p14:xfrm>
          </p:contentPart>
        </mc:Choice>
        <mc:Fallback xmlns="">
          <p:pic>
            <p:nvPicPr>
              <p:cNvPr id="27789" name="Ink 27788">
                <a:extLst>
                  <a:ext uri="{FF2B5EF4-FFF2-40B4-BE49-F238E27FC236}">
                    <a16:creationId xmlns:a16="http://schemas.microsoft.com/office/drawing/2014/main" id="{0791C9C3-7A11-78BA-8A5F-ECA3F2AB99CB}"/>
                  </a:ext>
                </a:extLst>
              </p:cNvPr>
              <p:cNvPicPr/>
              <p:nvPr/>
            </p:nvPicPr>
            <p:blipFill>
              <a:blip r:embed="rId169"/>
              <a:stretch>
                <a:fillRect/>
              </a:stretch>
            </p:blipFill>
            <p:spPr>
              <a:xfrm>
                <a:off x="1645304" y="1384506"/>
                <a:ext cx="2373840" cy="413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0">
            <p14:nvContentPartPr>
              <p14:cNvPr id="27790" name="Ink 27789">
                <a:extLst>
                  <a:ext uri="{FF2B5EF4-FFF2-40B4-BE49-F238E27FC236}">
                    <a16:creationId xmlns:a16="http://schemas.microsoft.com/office/drawing/2014/main" id="{197532D4-3440-633F-6146-575ECC92F8D6}"/>
                  </a:ext>
                </a:extLst>
              </p14:cNvPr>
              <p14:cNvContentPartPr/>
              <p14:nvPr/>
            </p14:nvContentPartPr>
            <p14:xfrm>
              <a:off x="5105264" y="1642266"/>
              <a:ext cx="241200" cy="55080"/>
            </p14:xfrm>
          </p:contentPart>
        </mc:Choice>
        <mc:Fallback xmlns="">
          <p:pic>
            <p:nvPicPr>
              <p:cNvPr id="27790" name="Ink 27789">
                <a:extLst>
                  <a:ext uri="{FF2B5EF4-FFF2-40B4-BE49-F238E27FC236}">
                    <a16:creationId xmlns:a16="http://schemas.microsoft.com/office/drawing/2014/main" id="{197532D4-3440-633F-6146-575ECC92F8D6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5087624" y="1624266"/>
                <a:ext cx="276840" cy="90720"/>
              </a:xfrm>
              <a:prstGeom prst="rect">
                <a:avLst/>
              </a:prstGeom>
            </p:spPr>
          </p:pic>
        </mc:Fallback>
      </mc:AlternateContent>
      <p:grpSp>
        <p:nvGrpSpPr>
          <p:cNvPr id="27796" name="Group 27795">
            <a:extLst>
              <a:ext uri="{FF2B5EF4-FFF2-40B4-BE49-F238E27FC236}">
                <a16:creationId xmlns:a16="http://schemas.microsoft.com/office/drawing/2014/main" id="{E99C3949-1065-0288-DC92-EE62CD137697}"/>
              </a:ext>
            </a:extLst>
          </p:cNvPr>
          <p:cNvGrpSpPr/>
          <p:nvPr/>
        </p:nvGrpSpPr>
        <p:grpSpPr>
          <a:xfrm>
            <a:off x="5091944" y="1273626"/>
            <a:ext cx="668880" cy="229320"/>
            <a:chOff x="5091944" y="1273626"/>
            <a:chExt cx="668880" cy="229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27791" name="Ink 27790">
                  <a:extLst>
                    <a:ext uri="{FF2B5EF4-FFF2-40B4-BE49-F238E27FC236}">
                      <a16:creationId xmlns:a16="http://schemas.microsoft.com/office/drawing/2014/main" id="{6591B07B-BE06-9A85-BD77-A4D8178C0BC5}"/>
                    </a:ext>
                  </a:extLst>
                </p14:cNvPr>
                <p14:cNvContentPartPr/>
                <p14:nvPr/>
              </p14:nvContentPartPr>
              <p14:xfrm>
                <a:off x="5091944" y="1273626"/>
                <a:ext cx="225360" cy="203400"/>
              </p14:xfrm>
            </p:contentPart>
          </mc:Choice>
          <mc:Fallback xmlns="">
            <p:pic>
              <p:nvPicPr>
                <p:cNvPr id="27791" name="Ink 27790">
                  <a:extLst>
                    <a:ext uri="{FF2B5EF4-FFF2-40B4-BE49-F238E27FC236}">
                      <a16:creationId xmlns:a16="http://schemas.microsoft.com/office/drawing/2014/main" id="{6591B07B-BE06-9A85-BD77-A4D8178C0BC5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073944" y="1255626"/>
                  <a:ext cx="26100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27792" name="Ink 27791">
                  <a:extLst>
                    <a:ext uri="{FF2B5EF4-FFF2-40B4-BE49-F238E27FC236}">
                      <a16:creationId xmlns:a16="http://schemas.microsoft.com/office/drawing/2014/main" id="{BADA9FEF-E81B-C033-F3C0-36E44D14C085}"/>
                    </a:ext>
                  </a:extLst>
                </p14:cNvPr>
                <p14:cNvContentPartPr/>
                <p14:nvPr/>
              </p14:nvContentPartPr>
              <p14:xfrm>
                <a:off x="5456984" y="1355706"/>
                <a:ext cx="30600" cy="147240"/>
              </p14:xfrm>
            </p:contentPart>
          </mc:Choice>
          <mc:Fallback xmlns="">
            <p:pic>
              <p:nvPicPr>
                <p:cNvPr id="27792" name="Ink 27791">
                  <a:extLst>
                    <a:ext uri="{FF2B5EF4-FFF2-40B4-BE49-F238E27FC236}">
                      <a16:creationId xmlns:a16="http://schemas.microsoft.com/office/drawing/2014/main" id="{BADA9FEF-E81B-C033-F3C0-36E44D14C085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438984" y="1337706"/>
                  <a:ext cx="6624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27793" name="Ink 27792">
                  <a:extLst>
                    <a:ext uri="{FF2B5EF4-FFF2-40B4-BE49-F238E27FC236}">
                      <a16:creationId xmlns:a16="http://schemas.microsoft.com/office/drawing/2014/main" id="{A4F58DBD-A6EC-BDBE-77A6-B2EA440895A2}"/>
                    </a:ext>
                  </a:extLst>
                </p14:cNvPr>
                <p14:cNvContentPartPr/>
                <p14:nvPr/>
              </p14:nvContentPartPr>
              <p14:xfrm>
                <a:off x="5460584" y="1348146"/>
                <a:ext cx="113760" cy="135360"/>
              </p14:xfrm>
            </p:contentPart>
          </mc:Choice>
          <mc:Fallback xmlns="">
            <p:pic>
              <p:nvPicPr>
                <p:cNvPr id="27793" name="Ink 27792">
                  <a:extLst>
                    <a:ext uri="{FF2B5EF4-FFF2-40B4-BE49-F238E27FC236}">
                      <a16:creationId xmlns:a16="http://schemas.microsoft.com/office/drawing/2014/main" id="{A4F58DBD-A6EC-BDBE-77A6-B2EA440895A2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442584" y="1330506"/>
                  <a:ext cx="14940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27794" name="Ink 27793">
                  <a:extLst>
                    <a:ext uri="{FF2B5EF4-FFF2-40B4-BE49-F238E27FC236}">
                      <a16:creationId xmlns:a16="http://schemas.microsoft.com/office/drawing/2014/main" id="{FE2DC4D2-3F47-46A4-FE76-12F2A145DA6C}"/>
                    </a:ext>
                  </a:extLst>
                </p14:cNvPr>
                <p14:cNvContentPartPr/>
                <p14:nvPr/>
              </p14:nvContentPartPr>
              <p14:xfrm>
                <a:off x="5646344" y="1331226"/>
                <a:ext cx="31320" cy="150480"/>
              </p14:xfrm>
            </p:contentPart>
          </mc:Choice>
          <mc:Fallback xmlns="">
            <p:pic>
              <p:nvPicPr>
                <p:cNvPr id="27794" name="Ink 27793">
                  <a:extLst>
                    <a:ext uri="{FF2B5EF4-FFF2-40B4-BE49-F238E27FC236}">
                      <a16:creationId xmlns:a16="http://schemas.microsoft.com/office/drawing/2014/main" id="{FE2DC4D2-3F47-46A4-FE76-12F2A145DA6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628704" y="1313586"/>
                  <a:ext cx="6696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27795" name="Ink 27794">
                  <a:extLst>
                    <a:ext uri="{FF2B5EF4-FFF2-40B4-BE49-F238E27FC236}">
                      <a16:creationId xmlns:a16="http://schemas.microsoft.com/office/drawing/2014/main" id="{C9D771AE-AE09-48BC-E976-BF2908FFEDE3}"/>
                    </a:ext>
                  </a:extLst>
                </p14:cNvPr>
                <p14:cNvContentPartPr/>
                <p14:nvPr/>
              </p14:nvContentPartPr>
              <p14:xfrm>
                <a:off x="5650664" y="1321146"/>
                <a:ext cx="110160" cy="151200"/>
              </p14:xfrm>
            </p:contentPart>
          </mc:Choice>
          <mc:Fallback xmlns="">
            <p:pic>
              <p:nvPicPr>
                <p:cNvPr id="27795" name="Ink 27794">
                  <a:extLst>
                    <a:ext uri="{FF2B5EF4-FFF2-40B4-BE49-F238E27FC236}">
                      <a16:creationId xmlns:a16="http://schemas.microsoft.com/office/drawing/2014/main" id="{C9D771AE-AE09-48BC-E976-BF2908FFEDE3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633024" y="1303146"/>
                  <a:ext cx="145800" cy="186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810" name="Group 27809">
            <a:extLst>
              <a:ext uri="{FF2B5EF4-FFF2-40B4-BE49-F238E27FC236}">
                <a16:creationId xmlns:a16="http://schemas.microsoft.com/office/drawing/2014/main" id="{F6EDA228-933E-16F7-1B0D-2CC52D7C2B56}"/>
              </a:ext>
            </a:extLst>
          </p:cNvPr>
          <p:cNvGrpSpPr/>
          <p:nvPr/>
        </p:nvGrpSpPr>
        <p:grpSpPr>
          <a:xfrm>
            <a:off x="5266184" y="3898746"/>
            <a:ext cx="327960" cy="414000"/>
            <a:chOff x="5266184" y="3898746"/>
            <a:chExt cx="327960" cy="41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27804" name="Ink 27803">
                  <a:extLst>
                    <a:ext uri="{FF2B5EF4-FFF2-40B4-BE49-F238E27FC236}">
                      <a16:creationId xmlns:a16="http://schemas.microsoft.com/office/drawing/2014/main" id="{319511F1-8516-E604-F431-974614140435}"/>
                    </a:ext>
                  </a:extLst>
                </p14:cNvPr>
                <p14:cNvContentPartPr/>
                <p14:nvPr/>
              </p14:nvContentPartPr>
              <p14:xfrm>
                <a:off x="5410544" y="3964266"/>
                <a:ext cx="20520" cy="50400"/>
              </p14:xfrm>
            </p:contentPart>
          </mc:Choice>
          <mc:Fallback xmlns="">
            <p:pic>
              <p:nvPicPr>
                <p:cNvPr id="27804" name="Ink 27803">
                  <a:extLst>
                    <a:ext uri="{FF2B5EF4-FFF2-40B4-BE49-F238E27FC236}">
                      <a16:creationId xmlns:a16="http://schemas.microsoft.com/office/drawing/2014/main" id="{319511F1-8516-E604-F431-974614140435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392904" y="3946626"/>
                  <a:ext cx="5616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27805" name="Ink 27804">
                  <a:extLst>
                    <a:ext uri="{FF2B5EF4-FFF2-40B4-BE49-F238E27FC236}">
                      <a16:creationId xmlns:a16="http://schemas.microsoft.com/office/drawing/2014/main" id="{4C6CD8B2-A438-4550-0D56-9EA154456DCB}"/>
                    </a:ext>
                  </a:extLst>
                </p14:cNvPr>
                <p14:cNvContentPartPr/>
                <p14:nvPr/>
              </p14:nvContentPartPr>
              <p14:xfrm>
                <a:off x="5266184" y="4049586"/>
                <a:ext cx="205200" cy="30960"/>
              </p14:xfrm>
            </p:contentPart>
          </mc:Choice>
          <mc:Fallback xmlns="">
            <p:pic>
              <p:nvPicPr>
                <p:cNvPr id="27805" name="Ink 27804">
                  <a:extLst>
                    <a:ext uri="{FF2B5EF4-FFF2-40B4-BE49-F238E27FC236}">
                      <a16:creationId xmlns:a16="http://schemas.microsoft.com/office/drawing/2014/main" id="{4C6CD8B2-A438-4550-0D56-9EA154456DCB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5248544" y="4031946"/>
                  <a:ext cx="24084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27806" name="Ink 27805">
                  <a:extLst>
                    <a:ext uri="{FF2B5EF4-FFF2-40B4-BE49-F238E27FC236}">
                      <a16:creationId xmlns:a16="http://schemas.microsoft.com/office/drawing/2014/main" id="{96C83AD5-D4AB-3855-7EC4-87B09366EC00}"/>
                    </a:ext>
                  </a:extLst>
                </p14:cNvPr>
                <p14:cNvContentPartPr/>
                <p14:nvPr/>
              </p14:nvContentPartPr>
              <p14:xfrm>
                <a:off x="5318024" y="4058226"/>
                <a:ext cx="237600" cy="221760"/>
              </p14:xfrm>
            </p:contentPart>
          </mc:Choice>
          <mc:Fallback xmlns="">
            <p:pic>
              <p:nvPicPr>
                <p:cNvPr id="27806" name="Ink 27805">
                  <a:extLst>
                    <a:ext uri="{FF2B5EF4-FFF2-40B4-BE49-F238E27FC236}">
                      <a16:creationId xmlns:a16="http://schemas.microsoft.com/office/drawing/2014/main" id="{96C83AD5-D4AB-3855-7EC4-87B09366EC00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5300024" y="4040586"/>
                  <a:ext cx="27324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27807" name="Ink 27806">
                  <a:extLst>
                    <a:ext uri="{FF2B5EF4-FFF2-40B4-BE49-F238E27FC236}">
                      <a16:creationId xmlns:a16="http://schemas.microsoft.com/office/drawing/2014/main" id="{A54DC68C-4BCB-5A3C-A278-6A6587A92969}"/>
                    </a:ext>
                  </a:extLst>
                </p14:cNvPr>
                <p14:cNvContentPartPr/>
                <p14:nvPr/>
              </p14:nvContentPartPr>
              <p14:xfrm>
                <a:off x="5480744" y="4017906"/>
                <a:ext cx="113400" cy="294840"/>
              </p14:xfrm>
            </p:contentPart>
          </mc:Choice>
          <mc:Fallback xmlns="">
            <p:pic>
              <p:nvPicPr>
                <p:cNvPr id="27807" name="Ink 27806">
                  <a:extLst>
                    <a:ext uri="{FF2B5EF4-FFF2-40B4-BE49-F238E27FC236}">
                      <a16:creationId xmlns:a16="http://schemas.microsoft.com/office/drawing/2014/main" id="{A54DC68C-4BCB-5A3C-A278-6A6587A92969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5463104" y="3999906"/>
                  <a:ext cx="149040" cy="33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27808" name="Ink 27807">
                  <a:extLst>
                    <a:ext uri="{FF2B5EF4-FFF2-40B4-BE49-F238E27FC236}">
                      <a16:creationId xmlns:a16="http://schemas.microsoft.com/office/drawing/2014/main" id="{BA8DF9E1-ECE2-8405-30AA-31EE66DAF0CF}"/>
                    </a:ext>
                  </a:extLst>
                </p14:cNvPr>
                <p14:cNvContentPartPr/>
                <p14:nvPr/>
              </p14:nvContentPartPr>
              <p14:xfrm>
                <a:off x="5429264" y="4028346"/>
                <a:ext cx="125280" cy="18360"/>
              </p14:xfrm>
            </p:contentPart>
          </mc:Choice>
          <mc:Fallback xmlns="">
            <p:pic>
              <p:nvPicPr>
                <p:cNvPr id="27808" name="Ink 27807">
                  <a:extLst>
                    <a:ext uri="{FF2B5EF4-FFF2-40B4-BE49-F238E27FC236}">
                      <a16:creationId xmlns:a16="http://schemas.microsoft.com/office/drawing/2014/main" id="{BA8DF9E1-ECE2-8405-30AA-31EE66DAF0CF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5411624" y="4010346"/>
                  <a:ext cx="16092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27809" name="Ink 27808">
                  <a:extLst>
                    <a:ext uri="{FF2B5EF4-FFF2-40B4-BE49-F238E27FC236}">
                      <a16:creationId xmlns:a16="http://schemas.microsoft.com/office/drawing/2014/main" id="{256EA546-C66B-C037-5F97-74099495CDD7}"/>
                    </a:ext>
                  </a:extLst>
                </p14:cNvPr>
                <p14:cNvContentPartPr/>
                <p14:nvPr/>
              </p14:nvContentPartPr>
              <p14:xfrm>
                <a:off x="5416664" y="3898746"/>
                <a:ext cx="41400" cy="108000"/>
              </p14:xfrm>
            </p:contentPart>
          </mc:Choice>
          <mc:Fallback xmlns="">
            <p:pic>
              <p:nvPicPr>
                <p:cNvPr id="27809" name="Ink 27808">
                  <a:extLst>
                    <a:ext uri="{FF2B5EF4-FFF2-40B4-BE49-F238E27FC236}">
                      <a16:creationId xmlns:a16="http://schemas.microsoft.com/office/drawing/2014/main" id="{256EA546-C66B-C037-5F97-74099495CDD7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5398664" y="3881106"/>
                  <a:ext cx="77040" cy="14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813" name="Group 27812">
            <a:extLst>
              <a:ext uri="{FF2B5EF4-FFF2-40B4-BE49-F238E27FC236}">
                <a16:creationId xmlns:a16="http://schemas.microsoft.com/office/drawing/2014/main" id="{3591A934-1389-5F93-0236-9079FBBD2697}"/>
              </a:ext>
            </a:extLst>
          </p:cNvPr>
          <p:cNvGrpSpPr/>
          <p:nvPr/>
        </p:nvGrpSpPr>
        <p:grpSpPr>
          <a:xfrm>
            <a:off x="4937864" y="1668906"/>
            <a:ext cx="1173960" cy="1434960"/>
            <a:chOff x="4937864" y="1668906"/>
            <a:chExt cx="1173960" cy="1434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27797" name="Ink 27796">
                  <a:extLst>
                    <a:ext uri="{FF2B5EF4-FFF2-40B4-BE49-F238E27FC236}">
                      <a16:creationId xmlns:a16="http://schemas.microsoft.com/office/drawing/2014/main" id="{DFEF9B91-E0C9-624F-6C33-912D4E37F340}"/>
                    </a:ext>
                  </a:extLst>
                </p14:cNvPr>
                <p14:cNvContentPartPr/>
                <p14:nvPr/>
              </p14:nvContentPartPr>
              <p14:xfrm>
                <a:off x="5228384" y="1668906"/>
                <a:ext cx="708120" cy="1117800"/>
              </p14:xfrm>
            </p:contentPart>
          </mc:Choice>
          <mc:Fallback xmlns="">
            <p:pic>
              <p:nvPicPr>
                <p:cNvPr id="27797" name="Ink 27796">
                  <a:extLst>
                    <a:ext uri="{FF2B5EF4-FFF2-40B4-BE49-F238E27FC236}">
                      <a16:creationId xmlns:a16="http://schemas.microsoft.com/office/drawing/2014/main" id="{DFEF9B91-E0C9-624F-6C33-912D4E37F340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5210384" y="1651266"/>
                  <a:ext cx="743760" cy="11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27798" name="Ink 27797">
                  <a:extLst>
                    <a:ext uri="{FF2B5EF4-FFF2-40B4-BE49-F238E27FC236}">
                      <a16:creationId xmlns:a16="http://schemas.microsoft.com/office/drawing/2014/main" id="{AC13CB63-0AFC-CB6B-A92D-219253D74F9D}"/>
                    </a:ext>
                  </a:extLst>
                </p14:cNvPr>
                <p14:cNvContentPartPr/>
                <p14:nvPr/>
              </p14:nvContentPartPr>
              <p14:xfrm>
                <a:off x="5630144" y="2374506"/>
                <a:ext cx="92520" cy="137880"/>
              </p14:xfrm>
            </p:contentPart>
          </mc:Choice>
          <mc:Fallback xmlns="">
            <p:pic>
              <p:nvPicPr>
                <p:cNvPr id="27798" name="Ink 27797">
                  <a:extLst>
                    <a:ext uri="{FF2B5EF4-FFF2-40B4-BE49-F238E27FC236}">
                      <a16:creationId xmlns:a16="http://schemas.microsoft.com/office/drawing/2014/main" id="{AC13CB63-0AFC-CB6B-A92D-219253D74F9D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5612144" y="2356506"/>
                  <a:ext cx="12816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27799" name="Ink 27798">
                  <a:extLst>
                    <a:ext uri="{FF2B5EF4-FFF2-40B4-BE49-F238E27FC236}">
                      <a16:creationId xmlns:a16="http://schemas.microsoft.com/office/drawing/2014/main" id="{43BA5A7B-8AD1-726D-9ABA-265042EE5051}"/>
                    </a:ext>
                  </a:extLst>
                </p14:cNvPr>
                <p14:cNvContentPartPr/>
                <p14:nvPr/>
              </p14:nvContentPartPr>
              <p14:xfrm>
                <a:off x="5788544" y="2378826"/>
                <a:ext cx="171720" cy="93240"/>
              </p14:xfrm>
            </p:contentPart>
          </mc:Choice>
          <mc:Fallback xmlns="">
            <p:pic>
              <p:nvPicPr>
                <p:cNvPr id="27799" name="Ink 27798">
                  <a:extLst>
                    <a:ext uri="{FF2B5EF4-FFF2-40B4-BE49-F238E27FC236}">
                      <a16:creationId xmlns:a16="http://schemas.microsoft.com/office/drawing/2014/main" id="{43BA5A7B-8AD1-726D-9ABA-265042EE5051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5770544" y="2361186"/>
                  <a:ext cx="20736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27800" name="Ink 27799">
                  <a:extLst>
                    <a:ext uri="{FF2B5EF4-FFF2-40B4-BE49-F238E27FC236}">
                      <a16:creationId xmlns:a16="http://schemas.microsoft.com/office/drawing/2014/main" id="{7DE7A0F4-0006-4BC1-E043-B677B72E4C52}"/>
                    </a:ext>
                  </a:extLst>
                </p14:cNvPr>
                <p14:cNvContentPartPr/>
                <p14:nvPr/>
              </p14:nvContentPartPr>
              <p14:xfrm>
                <a:off x="5999504" y="2247426"/>
                <a:ext cx="71280" cy="194040"/>
              </p14:xfrm>
            </p:contentPart>
          </mc:Choice>
          <mc:Fallback xmlns="">
            <p:pic>
              <p:nvPicPr>
                <p:cNvPr id="27800" name="Ink 27799">
                  <a:extLst>
                    <a:ext uri="{FF2B5EF4-FFF2-40B4-BE49-F238E27FC236}">
                      <a16:creationId xmlns:a16="http://schemas.microsoft.com/office/drawing/2014/main" id="{7DE7A0F4-0006-4BC1-E043-B677B72E4C52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5981504" y="2229786"/>
                  <a:ext cx="10692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27801" name="Ink 27800">
                  <a:extLst>
                    <a:ext uri="{FF2B5EF4-FFF2-40B4-BE49-F238E27FC236}">
                      <a16:creationId xmlns:a16="http://schemas.microsoft.com/office/drawing/2014/main" id="{9A2FB6B1-30C4-653D-F7B6-D60F65097E29}"/>
                    </a:ext>
                  </a:extLst>
                </p14:cNvPr>
                <p14:cNvContentPartPr/>
                <p14:nvPr/>
              </p14:nvContentPartPr>
              <p14:xfrm>
                <a:off x="5981504" y="2292066"/>
                <a:ext cx="130320" cy="81000"/>
              </p14:xfrm>
            </p:contentPart>
          </mc:Choice>
          <mc:Fallback xmlns="">
            <p:pic>
              <p:nvPicPr>
                <p:cNvPr id="27801" name="Ink 27800">
                  <a:extLst>
                    <a:ext uri="{FF2B5EF4-FFF2-40B4-BE49-F238E27FC236}">
                      <a16:creationId xmlns:a16="http://schemas.microsoft.com/office/drawing/2014/main" id="{9A2FB6B1-30C4-653D-F7B6-D60F65097E29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5963504" y="2274426"/>
                  <a:ext cx="16596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27803" name="Ink 27802">
                  <a:extLst>
                    <a:ext uri="{FF2B5EF4-FFF2-40B4-BE49-F238E27FC236}">
                      <a16:creationId xmlns:a16="http://schemas.microsoft.com/office/drawing/2014/main" id="{D594E129-4F72-8EDA-6DBE-AE15591D8FBA}"/>
                    </a:ext>
                  </a:extLst>
                </p14:cNvPr>
                <p14:cNvContentPartPr/>
                <p14:nvPr/>
              </p14:nvContentPartPr>
              <p14:xfrm>
                <a:off x="5267624" y="2774826"/>
                <a:ext cx="68400" cy="113040"/>
              </p14:xfrm>
            </p:contentPart>
          </mc:Choice>
          <mc:Fallback xmlns="">
            <p:pic>
              <p:nvPicPr>
                <p:cNvPr id="27803" name="Ink 27802">
                  <a:extLst>
                    <a:ext uri="{FF2B5EF4-FFF2-40B4-BE49-F238E27FC236}">
                      <a16:creationId xmlns:a16="http://schemas.microsoft.com/office/drawing/2014/main" id="{D594E129-4F72-8EDA-6DBE-AE15591D8FBA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5249984" y="2756826"/>
                  <a:ext cx="1040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27811" name="Ink 27810">
                  <a:extLst>
                    <a:ext uri="{FF2B5EF4-FFF2-40B4-BE49-F238E27FC236}">
                      <a16:creationId xmlns:a16="http://schemas.microsoft.com/office/drawing/2014/main" id="{93AE5A03-DC80-95E0-CB7E-8FB9F157FEF4}"/>
                    </a:ext>
                  </a:extLst>
                </p14:cNvPr>
                <p14:cNvContentPartPr/>
                <p14:nvPr/>
              </p14:nvContentPartPr>
              <p14:xfrm>
                <a:off x="4937864" y="1889226"/>
                <a:ext cx="795240" cy="1214640"/>
              </p14:xfrm>
            </p:contentPart>
          </mc:Choice>
          <mc:Fallback xmlns="">
            <p:pic>
              <p:nvPicPr>
                <p:cNvPr id="27811" name="Ink 27810">
                  <a:extLst>
                    <a:ext uri="{FF2B5EF4-FFF2-40B4-BE49-F238E27FC236}">
                      <a16:creationId xmlns:a16="http://schemas.microsoft.com/office/drawing/2014/main" id="{93AE5A03-DC80-95E0-CB7E-8FB9F157FEF4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4920224" y="1871586"/>
                  <a:ext cx="830880" cy="125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27812" name="Ink 27811">
                  <a:extLst>
                    <a:ext uri="{FF2B5EF4-FFF2-40B4-BE49-F238E27FC236}">
                      <a16:creationId xmlns:a16="http://schemas.microsoft.com/office/drawing/2014/main" id="{630082DA-9BF1-7787-6350-837A4951A68D}"/>
                    </a:ext>
                  </a:extLst>
                </p14:cNvPr>
                <p14:cNvContentPartPr/>
                <p14:nvPr/>
              </p14:nvContentPartPr>
              <p14:xfrm>
                <a:off x="5627984" y="2903346"/>
                <a:ext cx="112680" cy="194760"/>
              </p14:xfrm>
            </p:contentPart>
          </mc:Choice>
          <mc:Fallback xmlns="">
            <p:pic>
              <p:nvPicPr>
                <p:cNvPr id="27812" name="Ink 27811">
                  <a:extLst>
                    <a:ext uri="{FF2B5EF4-FFF2-40B4-BE49-F238E27FC236}">
                      <a16:creationId xmlns:a16="http://schemas.microsoft.com/office/drawing/2014/main" id="{630082DA-9BF1-7787-6350-837A4951A68D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5609984" y="2885706"/>
                  <a:ext cx="148320" cy="230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819" name="Group 27818">
            <a:extLst>
              <a:ext uri="{FF2B5EF4-FFF2-40B4-BE49-F238E27FC236}">
                <a16:creationId xmlns:a16="http://schemas.microsoft.com/office/drawing/2014/main" id="{3D51613E-8346-65EA-E199-F6B1A39D1F53}"/>
              </a:ext>
            </a:extLst>
          </p:cNvPr>
          <p:cNvGrpSpPr/>
          <p:nvPr/>
        </p:nvGrpSpPr>
        <p:grpSpPr>
          <a:xfrm>
            <a:off x="8957264" y="2598426"/>
            <a:ext cx="583560" cy="338760"/>
            <a:chOff x="8957264" y="2598426"/>
            <a:chExt cx="583560" cy="33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27814" name="Ink 27813">
                  <a:extLst>
                    <a:ext uri="{FF2B5EF4-FFF2-40B4-BE49-F238E27FC236}">
                      <a16:creationId xmlns:a16="http://schemas.microsoft.com/office/drawing/2014/main" id="{85FF972E-B979-1075-2904-5794A3C27E2C}"/>
                    </a:ext>
                  </a:extLst>
                </p14:cNvPr>
                <p14:cNvContentPartPr/>
                <p14:nvPr/>
              </p14:nvContentPartPr>
              <p14:xfrm>
                <a:off x="8957264" y="2598426"/>
                <a:ext cx="168120" cy="237960"/>
              </p14:xfrm>
            </p:contentPart>
          </mc:Choice>
          <mc:Fallback xmlns="">
            <p:pic>
              <p:nvPicPr>
                <p:cNvPr id="27814" name="Ink 27813">
                  <a:extLst>
                    <a:ext uri="{FF2B5EF4-FFF2-40B4-BE49-F238E27FC236}">
                      <a16:creationId xmlns:a16="http://schemas.microsoft.com/office/drawing/2014/main" id="{85FF972E-B979-1075-2904-5794A3C27E2C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8939264" y="2580426"/>
                  <a:ext cx="20376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27815" name="Ink 27814">
                  <a:extLst>
                    <a:ext uri="{FF2B5EF4-FFF2-40B4-BE49-F238E27FC236}">
                      <a16:creationId xmlns:a16="http://schemas.microsoft.com/office/drawing/2014/main" id="{840DF764-8957-7CD2-0AB2-E0F0B2277C0F}"/>
                    </a:ext>
                  </a:extLst>
                </p14:cNvPr>
                <p14:cNvContentPartPr/>
                <p14:nvPr/>
              </p14:nvContentPartPr>
              <p14:xfrm>
                <a:off x="9186944" y="2775546"/>
                <a:ext cx="46800" cy="132480"/>
              </p14:xfrm>
            </p:contentPart>
          </mc:Choice>
          <mc:Fallback xmlns="">
            <p:pic>
              <p:nvPicPr>
                <p:cNvPr id="27815" name="Ink 27814">
                  <a:extLst>
                    <a:ext uri="{FF2B5EF4-FFF2-40B4-BE49-F238E27FC236}">
                      <a16:creationId xmlns:a16="http://schemas.microsoft.com/office/drawing/2014/main" id="{840DF764-8957-7CD2-0AB2-E0F0B2277C0F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9169304" y="2757906"/>
                  <a:ext cx="8244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27816" name="Ink 27815">
                  <a:extLst>
                    <a:ext uri="{FF2B5EF4-FFF2-40B4-BE49-F238E27FC236}">
                      <a16:creationId xmlns:a16="http://schemas.microsoft.com/office/drawing/2014/main" id="{31F38679-8496-7BB6-9E66-3E42564982C4}"/>
                    </a:ext>
                  </a:extLst>
                </p14:cNvPr>
                <p14:cNvContentPartPr/>
                <p14:nvPr/>
              </p14:nvContentPartPr>
              <p14:xfrm>
                <a:off x="9219344" y="2771946"/>
                <a:ext cx="122400" cy="162720"/>
              </p14:xfrm>
            </p:contentPart>
          </mc:Choice>
          <mc:Fallback xmlns="">
            <p:pic>
              <p:nvPicPr>
                <p:cNvPr id="27816" name="Ink 27815">
                  <a:extLst>
                    <a:ext uri="{FF2B5EF4-FFF2-40B4-BE49-F238E27FC236}">
                      <a16:creationId xmlns:a16="http://schemas.microsoft.com/office/drawing/2014/main" id="{31F38679-8496-7BB6-9E66-3E42564982C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201344" y="2753946"/>
                  <a:ext cx="15804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27817" name="Ink 27816">
                  <a:extLst>
                    <a:ext uri="{FF2B5EF4-FFF2-40B4-BE49-F238E27FC236}">
                      <a16:creationId xmlns:a16="http://schemas.microsoft.com/office/drawing/2014/main" id="{0C61A7A5-ED2C-E873-AECC-5AA0E2B22A26}"/>
                    </a:ext>
                  </a:extLst>
                </p14:cNvPr>
                <p14:cNvContentPartPr/>
                <p14:nvPr/>
              </p14:nvContentPartPr>
              <p14:xfrm>
                <a:off x="9406184" y="2787066"/>
                <a:ext cx="53640" cy="150120"/>
              </p14:xfrm>
            </p:contentPart>
          </mc:Choice>
          <mc:Fallback xmlns="">
            <p:pic>
              <p:nvPicPr>
                <p:cNvPr id="27817" name="Ink 27816">
                  <a:extLst>
                    <a:ext uri="{FF2B5EF4-FFF2-40B4-BE49-F238E27FC236}">
                      <a16:creationId xmlns:a16="http://schemas.microsoft.com/office/drawing/2014/main" id="{0C61A7A5-ED2C-E873-AECC-5AA0E2B22A26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9388184" y="2769066"/>
                  <a:ext cx="8928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27818" name="Ink 27817">
                  <a:extLst>
                    <a:ext uri="{FF2B5EF4-FFF2-40B4-BE49-F238E27FC236}">
                      <a16:creationId xmlns:a16="http://schemas.microsoft.com/office/drawing/2014/main" id="{66503468-FF5F-5878-701B-8633B9EE974C}"/>
                    </a:ext>
                  </a:extLst>
                </p14:cNvPr>
                <p14:cNvContentPartPr/>
                <p14:nvPr/>
              </p14:nvContentPartPr>
              <p14:xfrm>
                <a:off x="9443624" y="2779506"/>
                <a:ext cx="97200" cy="156240"/>
              </p14:xfrm>
            </p:contentPart>
          </mc:Choice>
          <mc:Fallback xmlns="">
            <p:pic>
              <p:nvPicPr>
                <p:cNvPr id="27818" name="Ink 27817">
                  <a:extLst>
                    <a:ext uri="{FF2B5EF4-FFF2-40B4-BE49-F238E27FC236}">
                      <a16:creationId xmlns:a16="http://schemas.microsoft.com/office/drawing/2014/main" id="{66503468-FF5F-5878-701B-8633B9EE974C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9425984" y="2761866"/>
                  <a:ext cx="132840" cy="1918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74565694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>
            <a:extLst>
              <a:ext uri="{FF2B5EF4-FFF2-40B4-BE49-F238E27FC236}">
                <a16:creationId xmlns:a16="http://schemas.microsoft.com/office/drawing/2014/main" id="{77B00A0D-2389-B5F5-B52D-41D2D3C79F3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618" y="-4726"/>
            <a:ext cx="7772400" cy="723900"/>
          </a:xfrm>
        </p:spPr>
        <p:txBody>
          <a:bodyPr/>
          <a:lstStyle/>
          <a:p>
            <a:pPr eaLnBrk="1" hangingPunct="1"/>
            <a:r>
              <a:rPr lang="en-US" altLang="en-US" sz="4000" i="1" dirty="0"/>
              <a:t>Qualitative discussion: n-MOSFET</a:t>
            </a:r>
          </a:p>
        </p:txBody>
      </p:sp>
      <p:pic>
        <p:nvPicPr>
          <p:cNvPr id="28675" name="Picture 3">
            <a:extLst>
              <a:ext uri="{FF2B5EF4-FFF2-40B4-BE49-F238E27FC236}">
                <a16:creationId xmlns:a16="http://schemas.microsoft.com/office/drawing/2014/main" id="{6EEBA240-2A8B-DEA6-2003-66D07890D4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576"/>
          <a:stretch>
            <a:fillRect/>
          </a:stretch>
        </p:blipFill>
        <p:spPr bwMode="auto">
          <a:xfrm>
            <a:off x="234950" y="856641"/>
            <a:ext cx="3638550" cy="533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8676" name="Text Box 19">
            <a:extLst>
              <a:ext uri="{FF2B5EF4-FFF2-40B4-BE49-F238E27FC236}">
                <a16:creationId xmlns:a16="http://schemas.microsoft.com/office/drawing/2014/main" id="{43B977F2-9295-8D41-CB46-1B52B131DF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80175" y="1079501"/>
            <a:ext cx="2895600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 dirty="0">
                <a:solidFill>
                  <a:schemeClr val="accent2"/>
                </a:solidFill>
              </a:rPr>
              <a:t>V</a:t>
            </a:r>
            <a:r>
              <a:rPr lang="en-US" altLang="en-US" sz="2000" baseline="-25000" dirty="0">
                <a:solidFill>
                  <a:schemeClr val="accent2"/>
                </a:solidFill>
              </a:rPr>
              <a:t>G </a:t>
            </a:r>
            <a:r>
              <a:rPr lang="en-US" altLang="en-US" sz="2000" dirty="0">
                <a:solidFill>
                  <a:schemeClr val="accent2"/>
                </a:solidFill>
              </a:rPr>
              <a:t>&gt; </a:t>
            </a:r>
            <a:r>
              <a:rPr lang="en-US" altLang="en-US" sz="2000" i="1" dirty="0">
                <a:solidFill>
                  <a:schemeClr val="accent2"/>
                </a:solidFill>
              </a:rPr>
              <a:t>V</a:t>
            </a:r>
            <a:r>
              <a:rPr lang="en-US" altLang="en-US" sz="2000" baseline="-25000" dirty="0">
                <a:solidFill>
                  <a:schemeClr val="accent2"/>
                </a:solidFill>
              </a:rPr>
              <a:t>T </a:t>
            </a:r>
            <a:r>
              <a:rPr lang="en-US" altLang="en-US" sz="2000" dirty="0">
                <a:solidFill>
                  <a:schemeClr val="accent2"/>
                </a:solidFill>
              </a:rPr>
              <a:t>; </a:t>
            </a:r>
            <a:r>
              <a:rPr lang="en-US" altLang="en-US" sz="2000" i="1" dirty="0">
                <a:solidFill>
                  <a:schemeClr val="accent2"/>
                </a:solidFill>
              </a:rPr>
              <a:t>V</a:t>
            </a:r>
            <a:r>
              <a:rPr lang="en-US" altLang="en-US" sz="2000" baseline="-25000" dirty="0">
                <a:solidFill>
                  <a:schemeClr val="accent2"/>
                </a:solidFill>
              </a:rPr>
              <a:t>DS</a:t>
            </a:r>
            <a:r>
              <a:rPr lang="en-US" altLang="en-US" sz="2000" dirty="0">
                <a:solidFill>
                  <a:schemeClr val="accent2"/>
                </a:solidFill>
              </a:rPr>
              <a:t> </a:t>
            </a:r>
            <a:r>
              <a:rPr lang="en-US" altLang="en-US" sz="2000" dirty="0">
                <a:solidFill>
                  <a:schemeClr val="accent2"/>
                </a:solidFill>
                <a:sym typeface="Symbol" panose="05050102010706020507" pitchFamily="18" charset="2"/>
              </a:rPr>
              <a:t></a:t>
            </a:r>
            <a:r>
              <a:rPr lang="en-US" altLang="en-US" sz="2000" dirty="0">
                <a:solidFill>
                  <a:schemeClr val="accent2"/>
                </a:solidFill>
              </a:rPr>
              <a:t> 0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 dirty="0">
                <a:solidFill>
                  <a:schemeClr val="accent2"/>
                </a:solidFill>
              </a:rPr>
              <a:t>I</a:t>
            </a:r>
            <a:r>
              <a:rPr lang="en-US" altLang="en-US" sz="2000" baseline="-25000" dirty="0">
                <a:solidFill>
                  <a:schemeClr val="accent2"/>
                </a:solidFill>
              </a:rPr>
              <a:t>D</a:t>
            </a:r>
            <a:r>
              <a:rPr lang="en-US" altLang="en-US" sz="2000" dirty="0">
                <a:solidFill>
                  <a:schemeClr val="accent2"/>
                </a:solidFill>
              </a:rPr>
              <a:t> increases with </a:t>
            </a:r>
            <a:r>
              <a:rPr lang="en-US" altLang="en-US" sz="2000" i="1" dirty="0">
                <a:solidFill>
                  <a:schemeClr val="accent2"/>
                </a:solidFill>
              </a:rPr>
              <a:t>V</a:t>
            </a:r>
            <a:r>
              <a:rPr lang="en-US" altLang="en-US" sz="2000" baseline="-25000" dirty="0">
                <a:solidFill>
                  <a:schemeClr val="accent2"/>
                </a:solidFill>
              </a:rPr>
              <a:t>DS</a:t>
            </a:r>
            <a:endParaRPr lang="en-US" altLang="en-US" sz="2000" dirty="0"/>
          </a:p>
        </p:txBody>
      </p:sp>
      <p:sp>
        <p:nvSpPr>
          <p:cNvPr id="28677" name="Text Box 20">
            <a:extLst>
              <a:ext uri="{FF2B5EF4-FFF2-40B4-BE49-F238E27FC236}">
                <a16:creationId xmlns:a16="http://schemas.microsoft.com/office/drawing/2014/main" id="{FBCA5694-6C6E-C0DC-D7DC-A342776380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77001" y="2298701"/>
            <a:ext cx="3216275" cy="1006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G </a:t>
            </a:r>
            <a:r>
              <a:rPr lang="en-US" altLang="en-US" sz="2000">
                <a:solidFill>
                  <a:schemeClr val="accent2"/>
                </a:solidFill>
              </a:rPr>
              <a:t>&gt;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T</a:t>
            </a:r>
            <a:r>
              <a:rPr lang="en-US" altLang="en-US" sz="2000">
                <a:solidFill>
                  <a:schemeClr val="accent2"/>
                </a:solidFill>
              </a:rPr>
              <a:t>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DS</a:t>
            </a:r>
            <a:r>
              <a:rPr lang="en-US" altLang="en-US" sz="2000">
                <a:solidFill>
                  <a:schemeClr val="accent2"/>
                </a:solidFill>
              </a:rPr>
              <a:t> small, &gt; 0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>
                <a:solidFill>
                  <a:schemeClr val="accent2"/>
                </a:solidFill>
              </a:rPr>
              <a:t>I</a:t>
            </a:r>
            <a:r>
              <a:rPr lang="en-US" altLang="en-US" sz="2000" baseline="-25000">
                <a:solidFill>
                  <a:schemeClr val="accent2"/>
                </a:solidFill>
              </a:rPr>
              <a:t>D</a:t>
            </a:r>
            <a:r>
              <a:rPr lang="en-US" altLang="en-US" sz="2000">
                <a:solidFill>
                  <a:schemeClr val="accent2"/>
                </a:solidFill>
              </a:rPr>
              <a:t> increases with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DS</a:t>
            </a:r>
            <a:r>
              <a:rPr lang="en-US" altLang="en-US" sz="2000">
                <a:solidFill>
                  <a:schemeClr val="accent2"/>
                </a:solidFill>
              </a:rPr>
              <a:t> , but rate of increase decreases.</a:t>
            </a:r>
          </a:p>
        </p:txBody>
      </p:sp>
      <p:sp>
        <p:nvSpPr>
          <p:cNvPr id="28678" name="Text Box 21">
            <a:extLst>
              <a:ext uri="{FF2B5EF4-FFF2-40B4-BE49-F238E27FC236}">
                <a16:creationId xmlns:a16="http://schemas.microsoft.com/office/drawing/2014/main" id="{6E080F32-741D-B058-3D56-46C4D6718A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80175" y="3594101"/>
            <a:ext cx="3657600" cy="1006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G</a:t>
            </a:r>
            <a:r>
              <a:rPr lang="en-US" altLang="en-US" sz="2000">
                <a:solidFill>
                  <a:schemeClr val="accent2"/>
                </a:solidFill>
              </a:rPr>
              <a:t> &gt;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T</a:t>
            </a:r>
            <a:r>
              <a:rPr lang="en-US" altLang="en-US" sz="2000">
                <a:solidFill>
                  <a:schemeClr val="accent2"/>
                </a:solidFill>
              </a:rPr>
              <a:t>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DS</a:t>
            </a:r>
            <a:r>
              <a:rPr lang="en-US" altLang="en-US" sz="2000">
                <a:solidFill>
                  <a:schemeClr val="accent2"/>
                </a:solidFill>
              </a:rPr>
              <a:t> </a:t>
            </a:r>
            <a:r>
              <a:rPr lang="en-US" altLang="en-US" sz="2000">
                <a:solidFill>
                  <a:schemeClr val="accent2"/>
                </a:solidFill>
                <a:sym typeface="Symbol" panose="05050102010706020507" pitchFamily="18" charset="2"/>
              </a:rPr>
              <a:t> pinch-off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>
                <a:solidFill>
                  <a:schemeClr val="accent2"/>
                </a:solidFill>
                <a:sym typeface="Symbol" panose="05050102010706020507" pitchFamily="18" charset="2"/>
              </a:rPr>
              <a:t>I</a:t>
            </a:r>
            <a:r>
              <a:rPr lang="en-US" altLang="en-US" sz="2000" baseline="-25000">
                <a:solidFill>
                  <a:schemeClr val="accent2"/>
                </a:solidFill>
                <a:sym typeface="Symbol" panose="05050102010706020507" pitchFamily="18" charset="2"/>
              </a:rPr>
              <a:t>D</a:t>
            </a:r>
            <a:r>
              <a:rPr lang="en-US" altLang="en-US" sz="2000">
                <a:solidFill>
                  <a:schemeClr val="accent2"/>
                </a:solidFill>
                <a:sym typeface="Symbol" panose="05050102010706020507" pitchFamily="18" charset="2"/>
              </a:rPr>
              <a:t> reaches a saturation value, </a:t>
            </a:r>
            <a:r>
              <a:rPr lang="en-US" altLang="en-US" sz="2000" i="1">
                <a:solidFill>
                  <a:schemeClr val="accent2"/>
                </a:solidFill>
                <a:sym typeface="Symbol" panose="05050102010706020507" pitchFamily="18" charset="2"/>
              </a:rPr>
              <a:t>I</a:t>
            </a:r>
            <a:r>
              <a:rPr lang="en-US" altLang="en-US" sz="2000" baseline="-25000">
                <a:solidFill>
                  <a:schemeClr val="accent2"/>
                </a:solidFill>
                <a:sym typeface="Symbol" panose="05050102010706020507" pitchFamily="18" charset="2"/>
              </a:rPr>
              <a:t>D,sat</a:t>
            </a:r>
            <a:r>
              <a:rPr lang="en-US" altLang="en-US" sz="2000">
                <a:solidFill>
                  <a:schemeClr val="accent2"/>
                </a:solidFill>
                <a:sym typeface="Symbol" panose="05050102010706020507" pitchFamily="18" charset="2"/>
              </a:rPr>
              <a:t> The </a:t>
            </a:r>
            <a:r>
              <a:rPr lang="en-US" altLang="en-US" sz="2000" i="1">
                <a:solidFill>
                  <a:schemeClr val="accent2"/>
                </a:solidFill>
                <a:sym typeface="Symbol" panose="05050102010706020507" pitchFamily="18" charset="2"/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  <a:sym typeface="Symbol" panose="05050102010706020507" pitchFamily="18" charset="2"/>
              </a:rPr>
              <a:t>DS</a:t>
            </a:r>
            <a:r>
              <a:rPr lang="en-US" altLang="en-US" sz="2000">
                <a:solidFill>
                  <a:schemeClr val="accent2"/>
                </a:solidFill>
                <a:sym typeface="Symbol" panose="05050102010706020507" pitchFamily="18" charset="2"/>
              </a:rPr>
              <a:t> value is called </a:t>
            </a:r>
            <a:r>
              <a:rPr lang="en-US" altLang="en-US" sz="2000" i="1">
                <a:solidFill>
                  <a:schemeClr val="accent2"/>
                </a:solidFill>
                <a:sym typeface="Symbol" panose="05050102010706020507" pitchFamily="18" charset="2"/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  <a:sym typeface="Symbol" panose="05050102010706020507" pitchFamily="18" charset="2"/>
              </a:rPr>
              <a:t>DS,sat</a:t>
            </a:r>
            <a:endParaRPr lang="en-US" altLang="en-US" sz="2000">
              <a:solidFill>
                <a:schemeClr val="accent2"/>
              </a:solidFill>
            </a:endParaRPr>
          </a:p>
        </p:txBody>
      </p:sp>
      <p:sp>
        <p:nvSpPr>
          <p:cNvPr id="28679" name="Text Box 22">
            <a:extLst>
              <a:ext uri="{FF2B5EF4-FFF2-40B4-BE49-F238E27FC236}">
                <a16:creationId xmlns:a16="http://schemas.microsoft.com/office/drawing/2014/main" id="{DEB26D5B-FD93-DE64-CE3D-C74A280FFE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18275" y="4860926"/>
            <a:ext cx="3810000" cy="1006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G </a:t>
            </a:r>
            <a:r>
              <a:rPr lang="en-US" altLang="en-US" sz="2000">
                <a:solidFill>
                  <a:schemeClr val="accent2"/>
                </a:solidFill>
              </a:rPr>
              <a:t>&gt;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i="1" baseline="-25000">
                <a:solidFill>
                  <a:schemeClr val="accent2"/>
                </a:solidFill>
              </a:rPr>
              <a:t>T</a:t>
            </a:r>
            <a:r>
              <a:rPr lang="en-US" altLang="en-US" sz="2000">
                <a:solidFill>
                  <a:schemeClr val="accent2"/>
                </a:solidFill>
              </a:rPr>
              <a:t>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DS </a:t>
            </a:r>
            <a:r>
              <a:rPr lang="en-US" altLang="en-US" sz="2000">
                <a:solidFill>
                  <a:schemeClr val="accent2"/>
                </a:solidFill>
              </a:rPr>
              <a:t>&gt;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DS,sat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>
                <a:solidFill>
                  <a:schemeClr val="accent2"/>
                </a:solidFill>
              </a:rPr>
              <a:t>I</a:t>
            </a:r>
            <a:r>
              <a:rPr lang="en-US" altLang="en-US" sz="2000" baseline="-25000">
                <a:solidFill>
                  <a:schemeClr val="accent2"/>
                </a:solidFill>
              </a:rPr>
              <a:t>D</a:t>
            </a:r>
            <a:r>
              <a:rPr lang="en-US" altLang="en-US" sz="2000">
                <a:solidFill>
                  <a:schemeClr val="accent2"/>
                </a:solidFill>
              </a:rPr>
              <a:t> does not increase further, saturation region.</a:t>
            </a:r>
          </a:p>
        </p:txBody>
      </p:sp>
      <p:grpSp>
        <p:nvGrpSpPr>
          <p:cNvPr id="28689" name="Group 28688">
            <a:extLst>
              <a:ext uri="{FF2B5EF4-FFF2-40B4-BE49-F238E27FC236}">
                <a16:creationId xmlns:a16="http://schemas.microsoft.com/office/drawing/2014/main" id="{EEB4B630-1D74-6B0D-E288-DF0D9C497164}"/>
              </a:ext>
            </a:extLst>
          </p:cNvPr>
          <p:cNvGrpSpPr/>
          <p:nvPr/>
        </p:nvGrpSpPr>
        <p:grpSpPr>
          <a:xfrm>
            <a:off x="7725344" y="1944883"/>
            <a:ext cx="4246920" cy="660960"/>
            <a:chOff x="7725344" y="1944883"/>
            <a:chExt cx="4246920" cy="66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46345E6-26B4-491A-BC2B-040EABAE7D71}"/>
                    </a:ext>
                  </a:extLst>
                </p14:cNvPr>
                <p14:cNvContentPartPr/>
                <p14:nvPr/>
              </p14:nvContentPartPr>
              <p14:xfrm>
                <a:off x="7725344" y="2157283"/>
                <a:ext cx="282240" cy="216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46345E6-26B4-491A-BC2B-040EABAE7D71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707704" y="2139643"/>
                  <a:ext cx="31788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FA611F6-8623-209D-A5C5-D1998B4710B1}"/>
                    </a:ext>
                  </a:extLst>
                </p14:cNvPr>
                <p14:cNvContentPartPr/>
                <p14:nvPr/>
              </p14:nvContentPartPr>
              <p14:xfrm>
                <a:off x="7921184" y="2104003"/>
                <a:ext cx="107640" cy="1501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FA611F6-8623-209D-A5C5-D1998B4710B1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903184" y="2086003"/>
                  <a:ext cx="14328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65EE36E-472A-1A62-E4AB-B91F97BAAC8D}"/>
                    </a:ext>
                  </a:extLst>
                </p14:cNvPr>
                <p14:cNvContentPartPr/>
                <p14:nvPr/>
              </p14:nvContentPartPr>
              <p14:xfrm>
                <a:off x="8138984" y="2090323"/>
                <a:ext cx="251280" cy="1022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65EE36E-472A-1A62-E4AB-B91F97BAAC8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121344" y="2072323"/>
                  <a:ext cx="28692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5C90B7C1-CD10-FF44-5C8A-667104A94242}"/>
                    </a:ext>
                  </a:extLst>
                </p14:cNvPr>
                <p14:cNvContentPartPr/>
                <p14:nvPr/>
              </p14:nvContentPartPr>
              <p14:xfrm>
                <a:off x="8473784" y="2077363"/>
                <a:ext cx="73800" cy="1407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5C90B7C1-CD10-FF44-5C8A-667104A94242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455784" y="2059723"/>
                  <a:ext cx="10944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B11EEAD5-78BB-DF78-31CB-483AFB3A1256}"/>
                    </a:ext>
                  </a:extLst>
                </p14:cNvPr>
                <p14:cNvContentPartPr/>
                <p14:nvPr/>
              </p14:nvContentPartPr>
              <p14:xfrm>
                <a:off x="8560904" y="2134603"/>
                <a:ext cx="5760" cy="126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B11EEAD5-78BB-DF78-31CB-483AFB3A1256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543264" y="2116963"/>
                  <a:ext cx="4140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32BEF8E-FBB7-C115-DD2E-122398C567A7}"/>
                    </a:ext>
                  </a:extLst>
                </p14:cNvPr>
                <p14:cNvContentPartPr/>
                <p14:nvPr/>
              </p14:nvContentPartPr>
              <p14:xfrm>
                <a:off x="8548304" y="2124883"/>
                <a:ext cx="50400" cy="943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32BEF8E-FBB7-C115-DD2E-122398C567A7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530304" y="2106883"/>
                  <a:ext cx="8604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4967BF6-F07C-5FF4-9D87-2FEC059057A8}"/>
                    </a:ext>
                  </a:extLst>
                </p14:cNvPr>
                <p14:cNvContentPartPr/>
                <p14:nvPr/>
              </p14:nvContentPartPr>
              <p14:xfrm>
                <a:off x="8640104" y="2121283"/>
                <a:ext cx="90360" cy="1987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4967BF6-F07C-5FF4-9D87-2FEC059057A8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622104" y="2103283"/>
                  <a:ext cx="12600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63585AA-218D-A141-D14E-2D1F84231216}"/>
                    </a:ext>
                  </a:extLst>
                </p14:cNvPr>
                <p14:cNvContentPartPr/>
                <p14:nvPr/>
              </p14:nvContentPartPr>
              <p14:xfrm>
                <a:off x="8648744" y="1983043"/>
                <a:ext cx="11880" cy="172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63585AA-218D-A141-D14E-2D1F84231216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630744" y="1965403"/>
                  <a:ext cx="4752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94F5304A-D831-C7E1-46B4-D36670A7646B}"/>
                    </a:ext>
                  </a:extLst>
                </p14:cNvPr>
                <p14:cNvContentPartPr/>
                <p14:nvPr/>
              </p14:nvContentPartPr>
              <p14:xfrm>
                <a:off x="8795264" y="2116243"/>
                <a:ext cx="79920" cy="867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94F5304A-D831-C7E1-46B4-D36670A7646B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8777264" y="2098243"/>
                  <a:ext cx="11556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0547482-C41A-1A04-05B9-6F6B55F4E3A5}"/>
                    </a:ext>
                  </a:extLst>
                </p14:cNvPr>
                <p14:cNvContentPartPr/>
                <p14:nvPr/>
              </p14:nvContentPartPr>
              <p14:xfrm>
                <a:off x="8941784" y="2075203"/>
                <a:ext cx="52920" cy="1162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0547482-C41A-1A04-05B9-6F6B55F4E3A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8924144" y="2057563"/>
                  <a:ext cx="8856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8A3FD2CD-19BA-B501-8763-BC54D9E4B0CA}"/>
                    </a:ext>
                  </a:extLst>
                </p14:cNvPr>
                <p14:cNvContentPartPr/>
                <p14:nvPr/>
              </p14:nvContentPartPr>
              <p14:xfrm>
                <a:off x="9133664" y="2111923"/>
                <a:ext cx="38160" cy="856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8A3FD2CD-19BA-B501-8763-BC54D9E4B0CA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115664" y="2093923"/>
                  <a:ext cx="7380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51FE786A-D4EE-BEF9-1E3D-F6B10E3BE6C9}"/>
                    </a:ext>
                  </a:extLst>
                </p14:cNvPr>
                <p14:cNvContentPartPr/>
                <p14:nvPr/>
              </p14:nvContentPartPr>
              <p14:xfrm>
                <a:off x="9163184" y="1944883"/>
                <a:ext cx="34200" cy="514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51FE786A-D4EE-BEF9-1E3D-F6B10E3BE6C9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145184" y="1927243"/>
                  <a:ext cx="6984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2E9CE59-7F10-B67F-17B7-A19FEAFF43F9}"/>
                    </a:ext>
                  </a:extLst>
                </p14:cNvPr>
                <p14:cNvContentPartPr/>
                <p14:nvPr/>
              </p14:nvContentPartPr>
              <p14:xfrm>
                <a:off x="9340304" y="1983043"/>
                <a:ext cx="49320" cy="2016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2E9CE59-7F10-B67F-17B7-A19FEAFF43F9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9322304" y="1965403"/>
                  <a:ext cx="8496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6FFDB527-62B1-6EA0-EBF8-38382EC1FA96}"/>
                    </a:ext>
                  </a:extLst>
                </p14:cNvPr>
                <p14:cNvContentPartPr/>
                <p14:nvPr/>
              </p14:nvContentPartPr>
              <p14:xfrm>
                <a:off x="9326624" y="2119843"/>
                <a:ext cx="68040" cy="162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6FFDB527-62B1-6EA0-EBF8-38382EC1FA96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308624" y="2101843"/>
                  <a:ext cx="10368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5ABFE15C-B489-C29F-F7FC-1471C8F89E5A}"/>
                    </a:ext>
                  </a:extLst>
                </p14:cNvPr>
                <p14:cNvContentPartPr/>
                <p14:nvPr/>
              </p14:nvContentPartPr>
              <p14:xfrm>
                <a:off x="9547664" y="2092123"/>
                <a:ext cx="107280" cy="1936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5ABFE15C-B489-C29F-F7FC-1471C8F89E5A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529664" y="2074123"/>
                  <a:ext cx="14292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9AD208FC-C22D-B769-6859-64E9C016B843}"/>
                    </a:ext>
                  </a:extLst>
                </p14:cNvPr>
                <p14:cNvContentPartPr/>
                <p14:nvPr/>
              </p14:nvContentPartPr>
              <p14:xfrm>
                <a:off x="9788504" y="2174203"/>
                <a:ext cx="56880" cy="1206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9AD208FC-C22D-B769-6859-64E9C016B843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770504" y="2156563"/>
                  <a:ext cx="9252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DE939DD-C3B1-E3CD-449C-CBE78F3FBD76}"/>
                    </a:ext>
                  </a:extLst>
                </p14:cNvPr>
                <p14:cNvContentPartPr/>
                <p14:nvPr/>
              </p14:nvContentPartPr>
              <p14:xfrm>
                <a:off x="9963824" y="2078083"/>
                <a:ext cx="102960" cy="1195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DE939DD-C3B1-E3CD-449C-CBE78F3FBD76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945824" y="2060083"/>
                  <a:ext cx="13860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9327DD9-9F39-9792-90A2-D903E6AECEE4}"/>
                    </a:ext>
                  </a:extLst>
                </p14:cNvPr>
                <p14:cNvContentPartPr/>
                <p14:nvPr/>
              </p14:nvContentPartPr>
              <p14:xfrm>
                <a:off x="10150304" y="1994563"/>
                <a:ext cx="40320" cy="1526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9327DD9-9F39-9792-90A2-D903E6AECEE4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0132304" y="1976923"/>
                  <a:ext cx="7596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91794766-8D2E-E1FB-E227-4B1D0C30A608}"/>
                    </a:ext>
                  </a:extLst>
                </p14:cNvPr>
                <p14:cNvContentPartPr/>
                <p14:nvPr/>
              </p14:nvContentPartPr>
              <p14:xfrm>
                <a:off x="10256504" y="2085283"/>
                <a:ext cx="50040" cy="885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91794766-8D2E-E1FB-E227-4B1D0C30A608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238504" y="2067283"/>
                  <a:ext cx="8568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D5B032E9-387A-769B-EA4B-C1E3123BA443}"/>
                    </a:ext>
                  </a:extLst>
                </p14:cNvPr>
                <p14:cNvContentPartPr/>
                <p14:nvPr/>
              </p14:nvContentPartPr>
              <p14:xfrm>
                <a:off x="10450544" y="2098603"/>
                <a:ext cx="46440" cy="824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D5B032E9-387A-769B-EA4B-C1E3123BA443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432544" y="2080603"/>
                  <a:ext cx="8208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57056ECD-0092-3BC8-BB34-1F7B5DD6513F}"/>
                    </a:ext>
                  </a:extLst>
                </p14:cNvPr>
                <p14:cNvContentPartPr/>
                <p14:nvPr/>
              </p14:nvContentPartPr>
              <p14:xfrm>
                <a:off x="10608944" y="2037403"/>
                <a:ext cx="26280" cy="1252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57056ECD-0092-3BC8-BB34-1F7B5DD6513F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0591304" y="2019763"/>
                  <a:ext cx="6192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50791DD-CF54-FA35-0158-7D9948F4D46B}"/>
                    </a:ext>
                  </a:extLst>
                </p14:cNvPr>
                <p14:cNvContentPartPr/>
                <p14:nvPr/>
              </p14:nvContentPartPr>
              <p14:xfrm>
                <a:off x="10574744" y="2066203"/>
                <a:ext cx="281520" cy="1058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50791DD-CF54-FA35-0158-7D9948F4D46B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557104" y="2048563"/>
                  <a:ext cx="31716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060EC06-8E82-6F92-6581-D05BECC25391}"/>
                    </a:ext>
                  </a:extLst>
                </p14:cNvPr>
                <p14:cNvContentPartPr/>
                <p14:nvPr/>
              </p14:nvContentPartPr>
              <p14:xfrm>
                <a:off x="10880024" y="2068723"/>
                <a:ext cx="60120" cy="745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0060EC06-8E82-6F92-6581-D05BECC25391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862024" y="2051083"/>
                  <a:ext cx="9576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1CBCECE-6FDC-454B-AA5B-A890B7DED851}"/>
                    </a:ext>
                  </a:extLst>
                </p14:cNvPr>
                <p14:cNvContentPartPr/>
                <p14:nvPr/>
              </p14:nvContentPartPr>
              <p14:xfrm>
                <a:off x="10966784" y="2074843"/>
                <a:ext cx="169920" cy="903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1CBCECE-6FDC-454B-AA5B-A890B7DED851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948784" y="2056843"/>
                  <a:ext cx="20556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B571768A-7205-FAD0-44B0-AD0D84FDD5FF}"/>
                    </a:ext>
                  </a:extLst>
                </p14:cNvPr>
                <p14:cNvContentPartPr/>
                <p14:nvPr/>
              </p14:nvContentPartPr>
              <p14:xfrm>
                <a:off x="11179184" y="2077363"/>
                <a:ext cx="113760" cy="1238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B571768A-7205-FAD0-44B0-AD0D84FDD5FF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1161184" y="2059363"/>
                  <a:ext cx="14940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F5B22218-AC63-D62C-1D3D-48709079B9D6}"/>
                    </a:ext>
                  </a:extLst>
                </p14:cNvPr>
                <p14:cNvContentPartPr/>
                <p14:nvPr/>
              </p14:nvContentPartPr>
              <p14:xfrm>
                <a:off x="10295024" y="2458603"/>
                <a:ext cx="132840" cy="136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F5B22218-AC63-D62C-1D3D-48709079B9D6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0277384" y="2440963"/>
                  <a:ext cx="16848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E5D50925-88ED-13D1-8621-7068592174B2}"/>
                    </a:ext>
                  </a:extLst>
                </p14:cNvPr>
                <p14:cNvContentPartPr/>
                <p14:nvPr/>
              </p14:nvContentPartPr>
              <p14:xfrm>
                <a:off x="10552064" y="2395963"/>
                <a:ext cx="215280" cy="1054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E5D50925-88ED-13D1-8621-7068592174B2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0534424" y="2377963"/>
                  <a:ext cx="25092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28672" name="Ink 28671">
                  <a:extLst>
                    <a:ext uri="{FF2B5EF4-FFF2-40B4-BE49-F238E27FC236}">
                      <a16:creationId xmlns:a16="http://schemas.microsoft.com/office/drawing/2014/main" id="{F6DCFFE2-B9B9-C1A4-5782-21656CF2940D}"/>
                    </a:ext>
                  </a:extLst>
                </p14:cNvPr>
                <p14:cNvContentPartPr/>
                <p14:nvPr/>
              </p14:nvContentPartPr>
              <p14:xfrm>
                <a:off x="10759064" y="2395243"/>
                <a:ext cx="117720" cy="103680"/>
              </p14:xfrm>
            </p:contentPart>
          </mc:Choice>
          <mc:Fallback xmlns="">
            <p:pic>
              <p:nvPicPr>
                <p:cNvPr id="28672" name="Ink 28671">
                  <a:extLst>
                    <a:ext uri="{FF2B5EF4-FFF2-40B4-BE49-F238E27FC236}">
                      <a16:creationId xmlns:a16="http://schemas.microsoft.com/office/drawing/2014/main" id="{F6DCFFE2-B9B9-C1A4-5782-21656CF2940D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0741424" y="2377603"/>
                  <a:ext cx="15336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28673" name="Ink 28672">
                  <a:extLst>
                    <a:ext uri="{FF2B5EF4-FFF2-40B4-BE49-F238E27FC236}">
                      <a16:creationId xmlns:a16="http://schemas.microsoft.com/office/drawing/2014/main" id="{C6FB41D3-47C4-1F80-67C9-603F0F3E894D}"/>
                    </a:ext>
                  </a:extLst>
                </p14:cNvPr>
                <p14:cNvContentPartPr/>
                <p14:nvPr/>
              </p14:nvContentPartPr>
              <p14:xfrm>
                <a:off x="10961744" y="2399563"/>
                <a:ext cx="38880" cy="99000"/>
              </p14:xfrm>
            </p:contentPart>
          </mc:Choice>
          <mc:Fallback xmlns="">
            <p:pic>
              <p:nvPicPr>
                <p:cNvPr id="28673" name="Ink 28672">
                  <a:extLst>
                    <a:ext uri="{FF2B5EF4-FFF2-40B4-BE49-F238E27FC236}">
                      <a16:creationId xmlns:a16="http://schemas.microsoft.com/office/drawing/2014/main" id="{C6FB41D3-47C4-1F80-67C9-603F0F3E894D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0944104" y="2381923"/>
                  <a:ext cx="7452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28680" name="Ink 28679">
                  <a:extLst>
                    <a:ext uri="{FF2B5EF4-FFF2-40B4-BE49-F238E27FC236}">
                      <a16:creationId xmlns:a16="http://schemas.microsoft.com/office/drawing/2014/main" id="{B22709A4-6C52-AFFE-7E9D-B59B6CFE8559}"/>
                    </a:ext>
                  </a:extLst>
                </p14:cNvPr>
                <p14:cNvContentPartPr/>
                <p14:nvPr/>
              </p14:nvContentPartPr>
              <p14:xfrm>
                <a:off x="10976144" y="2305603"/>
                <a:ext cx="2520" cy="30240"/>
              </p14:xfrm>
            </p:contentPart>
          </mc:Choice>
          <mc:Fallback xmlns="">
            <p:pic>
              <p:nvPicPr>
                <p:cNvPr id="28680" name="Ink 28679">
                  <a:extLst>
                    <a:ext uri="{FF2B5EF4-FFF2-40B4-BE49-F238E27FC236}">
                      <a16:creationId xmlns:a16="http://schemas.microsoft.com/office/drawing/2014/main" id="{B22709A4-6C52-AFFE-7E9D-B59B6CFE8559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0958144" y="2287603"/>
                  <a:ext cx="3816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28681" name="Ink 28680">
                  <a:extLst>
                    <a:ext uri="{FF2B5EF4-FFF2-40B4-BE49-F238E27FC236}">
                      <a16:creationId xmlns:a16="http://schemas.microsoft.com/office/drawing/2014/main" id="{30265311-3DAD-181C-C884-2887805B1B43}"/>
                    </a:ext>
                  </a:extLst>
                </p14:cNvPr>
                <p14:cNvContentPartPr/>
                <p14:nvPr/>
              </p14:nvContentPartPr>
              <p14:xfrm>
                <a:off x="11062904" y="2406043"/>
                <a:ext cx="123480" cy="64440"/>
              </p14:xfrm>
            </p:contentPart>
          </mc:Choice>
          <mc:Fallback xmlns="">
            <p:pic>
              <p:nvPicPr>
                <p:cNvPr id="28681" name="Ink 28680">
                  <a:extLst>
                    <a:ext uri="{FF2B5EF4-FFF2-40B4-BE49-F238E27FC236}">
                      <a16:creationId xmlns:a16="http://schemas.microsoft.com/office/drawing/2014/main" id="{30265311-3DAD-181C-C884-2887805B1B43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1044904" y="2388043"/>
                  <a:ext cx="15912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28682" name="Ink 28681">
                  <a:extLst>
                    <a:ext uri="{FF2B5EF4-FFF2-40B4-BE49-F238E27FC236}">
                      <a16:creationId xmlns:a16="http://schemas.microsoft.com/office/drawing/2014/main" id="{0CE286AF-00DF-4BF8-C1AD-38F7E6BD66EB}"/>
                    </a:ext>
                  </a:extLst>
                </p14:cNvPr>
                <p14:cNvContentPartPr/>
                <p14:nvPr/>
              </p14:nvContentPartPr>
              <p14:xfrm>
                <a:off x="11263064" y="2424043"/>
                <a:ext cx="77400" cy="59760"/>
              </p14:xfrm>
            </p:contentPart>
          </mc:Choice>
          <mc:Fallback xmlns="">
            <p:pic>
              <p:nvPicPr>
                <p:cNvPr id="28682" name="Ink 28681">
                  <a:extLst>
                    <a:ext uri="{FF2B5EF4-FFF2-40B4-BE49-F238E27FC236}">
                      <a16:creationId xmlns:a16="http://schemas.microsoft.com/office/drawing/2014/main" id="{0CE286AF-00DF-4BF8-C1AD-38F7E6BD66EB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1245064" y="2406043"/>
                  <a:ext cx="11304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28683" name="Ink 28682">
                  <a:extLst>
                    <a:ext uri="{FF2B5EF4-FFF2-40B4-BE49-F238E27FC236}">
                      <a16:creationId xmlns:a16="http://schemas.microsoft.com/office/drawing/2014/main" id="{D56EBE2B-8B1E-1DB0-0961-256972BAD5C6}"/>
                    </a:ext>
                  </a:extLst>
                </p14:cNvPr>
                <p14:cNvContentPartPr/>
                <p14:nvPr/>
              </p14:nvContentPartPr>
              <p14:xfrm>
                <a:off x="11384384" y="2413963"/>
                <a:ext cx="80640" cy="70200"/>
              </p14:xfrm>
            </p:contentPart>
          </mc:Choice>
          <mc:Fallback xmlns="">
            <p:pic>
              <p:nvPicPr>
                <p:cNvPr id="28683" name="Ink 28682">
                  <a:extLst>
                    <a:ext uri="{FF2B5EF4-FFF2-40B4-BE49-F238E27FC236}">
                      <a16:creationId xmlns:a16="http://schemas.microsoft.com/office/drawing/2014/main" id="{D56EBE2B-8B1E-1DB0-0961-256972BAD5C6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1366384" y="2396323"/>
                  <a:ext cx="11628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28684" name="Ink 28683">
                  <a:extLst>
                    <a:ext uri="{FF2B5EF4-FFF2-40B4-BE49-F238E27FC236}">
                      <a16:creationId xmlns:a16="http://schemas.microsoft.com/office/drawing/2014/main" id="{90BECB3E-1F2D-1D34-A304-01125B9B45A0}"/>
                    </a:ext>
                  </a:extLst>
                </p14:cNvPr>
                <p14:cNvContentPartPr/>
                <p14:nvPr/>
              </p14:nvContentPartPr>
              <p14:xfrm>
                <a:off x="11549264" y="2387323"/>
                <a:ext cx="6480" cy="73080"/>
              </p14:xfrm>
            </p:contentPart>
          </mc:Choice>
          <mc:Fallback xmlns="">
            <p:pic>
              <p:nvPicPr>
                <p:cNvPr id="28684" name="Ink 28683">
                  <a:extLst>
                    <a:ext uri="{FF2B5EF4-FFF2-40B4-BE49-F238E27FC236}">
                      <a16:creationId xmlns:a16="http://schemas.microsoft.com/office/drawing/2014/main" id="{90BECB3E-1F2D-1D34-A304-01125B9B45A0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1531624" y="2369323"/>
                  <a:ext cx="4212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28685" name="Ink 28684">
                  <a:extLst>
                    <a:ext uri="{FF2B5EF4-FFF2-40B4-BE49-F238E27FC236}">
                      <a16:creationId xmlns:a16="http://schemas.microsoft.com/office/drawing/2014/main" id="{2C42E13A-8DCC-328F-2013-64B6C11CDD68}"/>
                    </a:ext>
                  </a:extLst>
                </p14:cNvPr>
                <p14:cNvContentPartPr/>
                <p14:nvPr/>
              </p14:nvContentPartPr>
              <p14:xfrm>
                <a:off x="11563664" y="2260603"/>
                <a:ext cx="13320" cy="31680"/>
              </p14:xfrm>
            </p:contentPart>
          </mc:Choice>
          <mc:Fallback xmlns="">
            <p:pic>
              <p:nvPicPr>
                <p:cNvPr id="28685" name="Ink 28684">
                  <a:extLst>
                    <a:ext uri="{FF2B5EF4-FFF2-40B4-BE49-F238E27FC236}">
                      <a16:creationId xmlns:a16="http://schemas.microsoft.com/office/drawing/2014/main" id="{2C42E13A-8DCC-328F-2013-64B6C11CDD68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1545664" y="2242603"/>
                  <a:ext cx="4896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28686" name="Ink 28685">
                  <a:extLst>
                    <a:ext uri="{FF2B5EF4-FFF2-40B4-BE49-F238E27FC236}">
                      <a16:creationId xmlns:a16="http://schemas.microsoft.com/office/drawing/2014/main" id="{E818AFD7-7A5D-DD2C-3E56-170D49066179}"/>
                    </a:ext>
                  </a:extLst>
                </p14:cNvPr>
                <p14:cNvContentPartPr/>
                <p14:nvPr/>
              </p14:nvContentPartPr>
              <p14:xfrm>
                <a:off x="11679224" y="2294443"/>
                <a:ext cx="54360" cy="161640"/>
              </p14:xfrm>
            </p:contentPart>
          </mc:Choice>
          <mc:Fallback xmlns="">
            <p:pic>
              <p:nvPicPr>
                <p:cNvPr id="28686" name="Ink 28685">
                  <a:extLst>
                    <a:ext uri="{FF2B5EF4-FFF2-40B4-BE49-F238E27FC236}">
                      <a16:creationId xmlns:a16="http://schemas.microsoft.com/office/drawing/2014/main" id="{E818AFD7-7A5D-DD2C-3E56-170D49066179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1661584" y="2276443"/>
                  <a:ext cx="9000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28687" name="Ink 28686">
                  <a:extLst>
                    <a:ext uri="{FF2B5EF4-FFF2-40B4-BE49-F238E27FC236}">
                      <a16:creationId xmlns:a16="http://schemas.microsoft.com/office/drawing/2014/main" id="{E5DC13A0-2375-195C-263A-FAFE17FAACB3}"/>
                    </a:ext>
                  </a:extLst>
                </p14:cNvPr>
                <p14:cNvContentPartPr/>
                <p14:nvPr/>
              </p14:nvContentPartPr>
              <p14:xfrm>
                <a:off x="11645024" y="2386963"/>
                <a:ext cx="327240" cy="218880"/>
              </p14:xfrm>
            </p:contentPart>
          </mc:Choice>
          <mc:Fallback xmlns="">
            <p:pic>
              <p:nvPicPr>
                <p:cNvPr id="28687" name="Ink 28686">
                  <a:extLst>
                    <a:ext uri="{FF2B5EF4-FFF2-40B4-BE49-F238E27FC236}">
                      <a16:creationId xmlns:a16="http://schemas.microsoft.com/office/drawing/2014/main" id="{E5DC13A0-2375-195C-263A-FAFE17FAACB3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1627024" y="2369323"/>
                  <a:ext cx="362880" cy="25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718" name="Group 28717">
            <a:extLst>
              <a:ext uri="{FF2B5EF4-FFF2-40B4-BE49-F238E27FC236}">
                <a16:creationId xmlns:a16="http://schemas.microsoft.com/office/drawing/2014/main" id="{11B7074C-30C1-B949-97F5-332BBF8830A1}"/>
              </a:ext>
            </a:extLst>
          </p:cNvPr>
          <p:cNvGrpSpPr/>
          <p:nvPr/>
        </p:nvGrpSpPr>
        <p:grpSpPr>
          <a:xfrm>
            <a:off x="4167824" y="688483"/>
            <a:ext cx="3315240" cy="1793160"/>
            <a:chOff x="4167824" y="688483"/>
            <a:chExt cx="3315240" cy="1793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1965881-6851-D80B-9769-C10B70C0378B}"/>
                    </a:ext>
                  </a:extLst>
                </p14:cNvPr>
                <p14:cNvContentPartPr/>
                <p14:nvPr/>
              </p14:nvContentPartPr>
              <p14:xfrm>
                <a:off x="6084824" y="2107963"/>
                <a:ext cx="473040" cy="176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1965881-6851-D80B-9769-C10B70C0378B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6066824" y="2089963"/>
                  <a:ext cx="50868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891857A-7B66-C386-23CA-8D74A8A8CC39}"/>
                    </a:ext>
                  </a:extLst>
                </p14:cNvPr>
                <p14:cNvContentPartPr/>
                <p14:nvPr/>
              </p14:nvContentPartPr>
              <p14:xfrm>
                <a:off x="6716624" y="2046763"/>
                <a:ext cx="56160" cy="1861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891857A-7B66-C386-23CA-8D74A8A8CC39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6698624" y="2028763"/>
                  <a:ext cx="9180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05C59AE-5904-7588-306C-9F09DA759763}"/>
                    </a:ext>
                  </a:extLst>
                </p14:cNvPr>
                <p14:cNvContentPartPr/>
                <p14:nvPr/>
              </p14:nvContentPartPr>
              <p14:xfrm>
                <a:off x="6827864" y="2043883"/>
                <a:ext cx="57600" cy="2484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05C59AE-5904-7588-306C-9F09DA759763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6810224" y="2026243"/>
                  <a:ext cx="9324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7749845-3255-7BAE-30AD-2AF6E7ACCB38}"/>
                    </a:ext>
                  </a:extLst>
                </p14:cNvPr>
                <p14:cNvContentPartPr/>
                <p14:nvPr/>
              </p14:nvContentPartPr>
              <p14:xfrm>
                <a:off x="6714464" y="2161243"/>
                <a:ext cx="110160" cy="165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7749845-3255-7BAE-30AD-2AF6E7ACCB38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6696824" y="2143603"/>
                  <a:ext cx="14580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1C9F7D4-4464-E71A-99C5-FC6326432671}"/>
                    </a:ext>
                  </a:extLst>
                </p14:cNvPr>
                <p14:cNvContentPartPr/>
                <p14:nvPr/>
              </p14:nvContentPartPr>
              <p14:xfrm>
                <a:off x="6965384" y="2134603"/>
                <a:ext cx="85680" cy="712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1C9F7D4-4464-E71A-99C5-FC6326432671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6947384" y="2116963"/>
                  <a:ext cx="12132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7D511B1E-E0E0-3E07-CD12-E97EB4DBF7DD}"/>
                    </a:ext>
                  </a:extLst>
                </p14:cNvPr>
                <p14:cNvContentPartPr/>
                <p14:nvPr/>
              </p14:nvContentPartPr>
              <p14:xfrm>
                <a:off x="7151144" y="2045683"/>
                <a:ext cx="12240" cy="1904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7D511B1E-E0E0-3E07-CD12-E97EB4DBF7DD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7133504" y="2027683"/>
                  <a:ext cx="4788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30A45AB-C8F2-2C82-2100-54220256CF45}"/>
                    </a:ext>
                  </a:extLst>
                </p14:cNvPr>
                <p14:cNvContentPartPr/>
                <p14:nvPr/>
              </p14:nvContentPartPr>
              <p14:xfrm>
                <a:off x="7213064" y="2111563"/>
                <a:ext cx="84240" cy="1346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30A45AB-C8F2-2C82-2100-54220256CF45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7195424" y="2093923"/>
                  <a:ext cx="11988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14B266C-0039-4CA8-B6FD-33D3226D6072}"/>
                    </a:ext>
                  </a:extLst>
                </p14:cNvPr>
                <p14:cNvContentPartPr/>
                <p14:nvPr/>
              </p14:nvContentPartPr>
              <p14:xfrm>
                <a:off x="7403504" y="2118403"/>
                <a:ext cx="79560" cy="1450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14B266C-0039-4CA8-B6FD-33D3226D6072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7385864" y="2100403"/>
                  <a:ext cx="11520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69C46865-5F73-C113-4392-36265D1699DF}"/>
                    </a:ext>
                  </a:extLst>
                </p14:cNvPr>
                <p14:cNvContentPartPr/>
                <p14:nvPr/>
              </p14:nvContentPartPr>
              <p14:xfrm>
                <a:off x="4175024" y="1253323"/>
                <a:ext cx="66960" cy="106524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69C46865-5F73-C113-4392-36265D1699DF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4157024" y="1235323"/>
                  <a:ext cx="102600" cy="11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A13F1AF9-E430-66A9-4947-32D101D5184D}"/>
                    </a:ext>
                  </a:extLst>
                </p14:cNvPr>
                <p14:cNvContentPartPr/>
                <p14:nvPr/>
              </p14:nvContentPartPr>
              <p14:xfrm>
                <a:off x="4167824" y="1191403"/>
                <a:ext cx="1760400" cy="381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A13F1AF9-E430-66A9-4947-32D101D5184D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4149824" y="1173403"/>
                  <a:ext cx="179604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7EB8E74D-8EEE-03F9-5295-A765660DBFC3}"/>
                    </a:ext>
                  </a:extLst>
                </p14:cNvPr>
                <p14:cNvContentPartPr/>
                <p14:nvPr/>
              </p14:nvContentPartPr>
              <p14:xfrm>
                <a:off x="6112184" y="1162243"/>
                <a:ext cx="7200" cy="18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7EB8E74D-8EEE-03F9-5295-A765660DBFC3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6094544" y="1144603"/>
                  <a:ext cx="428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5785797-9781-5299-A017-7AFEB8491823}"/>
                    </a:ext>
                  </a:extLst>
                </p14:cNvPr>
                <p14:cNvContentPartPr/>
                <p14:nvPr/>
              </p14:nvContentPartPr>
              <p14:xfrm>
                <a:off x="4268624" y="1159363"/>
                <a:ext cx="1953360" cy="11635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5785797-9781-5299-A017-7AFEB8491823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4250624" y="1141363"/>
                  <a:ext cx="1989000" cy="11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AD2F06D-9722-BB20-00D3-ADB413FFE4CE}"/>
                    </a:ext>
                  </a:extLst>
                </p14:cNvPr>
                <p14:cNvContentPartPr/>
                <p14:nvPr/>
              </p14:nvContentPartPr>
              <p14:xfrm>
                <a:off x="4204544" y="1255483"/>
                <a:ext cx="490320" cy="3826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AD2F06D-9722-BB20-00D3-ADB413FFE4CE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4186544" y="1237843"/>
                  <a:ext cx="525960" cy="41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FB243BD-6CBA-7182-0FE1-5720E0185F52}"/>
                    </a:ext>
                  </a:extLst>
                </p14:cNvPr>
                <p14:cNvContentPartPr/>
                <p14:nvPr/>
              </p14:nvContentPartPr>
              <p14:xfrm>
                <a:off x="5456264" y="1210843"/>
                <a:ext cx="616320" cy="3859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FB243BD-6CBA-7182-0FE1-5720E0185F52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5438624" y="1192843"/>
                  <a:ext cx="651960" cy="42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C9C2692-480F-1120-E062-9622CCF6C8B7}"/>
                    </a:ext>
                  </a:extLst>
                </p14:cNvPr>
                <p14:cNvContentPartPr/>
                <p14:nvPr/>
              </p14:nvContentPartPr>
              <p14:xfrm>
                <a:off x="5713664" y="1331443"/>
                <a:ext cx="18720" cy="1710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C9C2692-480F-1120-E062-9622CCF6C8B7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5695664" y="1313443"/>
                  <a:ext cx="5436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987455AE-1B33-E523-2362-96C282533E46}"/>
                    </a:ext>
                  </a:extLst>
                </p14:cNvPr>
                <p14:cNvContentPartPr/>
                <p14:nvPr/>
              </p14:nvContentPartPr>
              <p14:xfrm>
                <a:off x="5687744" y="1332163"/>
                <a:ext cx="194040" cy="1342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987455AE-1B33-E523-2362-96C282533E46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5670104" y="1314523"/>
                  <a:ext cx="22968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569ACD0E-E100-E520-5275-4683032FBC1A}"/>
                    </a:ext>
                  </a:extLst>
                </p14:cNvPr>
                <p14:cNvContentPartPr/>
                <p14:nvPr/>
              </p14:nvContentPartPr>
              <p14:xfrm>
                <a:off x="5977544" y="1392283"/>
                <a:ext cx="96480" cy="241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569ACD0E-E100-E520-5275-4683032FBC1A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5959904" y="1374283"/>
                  <a:ext cx="13212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88090DD-2819-77A8-35A1-60CB3A14CD83}"/>
                    </a:ext>
                  </a:extLst>
                </p14:cNvPr>
                <p14:cNvContentPartPr/>
                <p14:nvPr/>
              </p14:nvContentPartPr>
              <p14:xfrm>
                <a:off x="6000584" y="1347283"/>
                <a:ext cx="20880" cy="1832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88090DD-2819-77A8-35A1-60CB3A14CD83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5982944" y="1329283"/>
                  <a:ext cx="5652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8532361-E3A5-F630-50BA-C96D83940712}"/>
                    </a:ext>
                  </a:extLst>
                </p14:cNvPr>
                <p14:cNvContentPartPr/>
                <p14:nvPr/>
              </p14:nvContentPartPr>
              <p14:xfrm>
                <a:off x="4299944" y="1364563"/>
                <a:ext cx="16200" cy="2170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8532361-E3A5-F630-50BA-C96D83940712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4282304" y="1346563"/>
                  <a:ext cx="5184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2E20A09-8513-77D9-48A7-5910FA932D74}"/>
                    </a:ext>
                  </a:extLst>
                </p14:cNvPr>
                <p14:cNvContentPartPr/>
                <p14:nvPr/>
              </p14:nvContentPartPr>
              <p14:xfrm>
                <a:off x="4283024" y="1315963"/>
                <a:ext cx="147600" cy="1933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2E20A09-8513-77D9-48A7-5910FA932D74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4265024" y="1298323"/>
                  <a:ext cx="18324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6DA8D3D3-1BA9-E7BE-6960-C164BD3818AF}"/>
                    </a:ext>
                  </a:extLst>
                </p14:cNvPr>
                <p14:cNvContentPartPr/>
                <p14:nvPr/>
              </p14:nvContentPartPr>
              <p14:xfrm>
                <a:off x="4520624" y="1395523"/>
                <a:ext cx="72000" cy="176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6DA8D3D3-1BA9-E7BE-6960-C164BD3818AF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4502624" y="1377523"/>
                  <a:ext cx="10764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2F1BAD8-3B09-1143-F174-2FAA39131578}"/>
                    </a:ext>
                  </a:extLst>
                </p14:cNvPr>
                <p14:cNvContentPartPr/>
                <p14:nvPr/>
              </p14:nvContentPartPr>
              <p14:xfrm>
                <a:off x="4529264" y="1324243"/>
                <a:ext cx="25200" cy="1000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22F1BAD8-3B09-1143-F174-2FAA39131578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4511624" y="1306603"/>
                  <a:ext cx="6084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DBBD939-32AD-1FF5-2486-24DF18EBC98C}"/>
                    </a:ext>
                  </a:extLst>
                </p14:cNvPr>
                <p14:cNvContentPartPr/>
                <p14:nvPr/>
              </p14:nvContentPartPr>
              <p14:xfrm>
                <a:off x="4767584" y="2080243"/>
                <a:ext cx="30960" cy="2332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DBBD939-32AD-1FF5-2486-24DF18EBC98C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4749584" y="2062243"/>
                  <a:ext cx="6660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4FBFBF2-06B9-9C28-16CF-FDB16BF3C8A1}"/>
                    </a:ext>
                  </a:extLst>
                </p14:cNvPr>
                <p14:cNvContentPartPr/>
                <p14:nvPr/>
              </p14:nvContentPartPr>
              <p14:xfrm>
                <a:off x="4754264" y="2072683"/>
                <a:ext cx="136800" cy="1141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4FBFBF2-06B9-9C28-16CF-FDB16BF3C8A1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4736264" y="2055043"/>
                  <a:ext cx="17244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00AF107-1A3D-D1F0-4DC2-AD1411C60B3C}"/>
                    </a:ext>
                  </a:extLst>
                </p14:cNvPr>
                <p14:cNvContentPartPr/>
                <p14:nvPr/>
              </p14:nvContentPartPr>
              <p14:xfrm>
                <a:off x="4931384" y="2159443"/>
                <a:ext cx="110160" cy="140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00AF107-1A3D-D1F0-4DC2-AD1411C60B3C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4913744" y="2141803"/>
                  <a:ext cx="14580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AE08280-AC11-1003-1AD1-CB3DDA019764}"/>
                    </a:ext>
                  </a:extLst>
                </p14:cNvPr>
                <p14:cNvContentPartPr/>
                <p14:nvPr/>
              </p14:nvContentPartPr>
              <p14:xfrm>
                <a:off x="5163224" y="2068363"/>
                <a:ext cx="83880" cy="1753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AE08280-AC11-1003-1AD1-CB3DDA019764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5145224" y="2050363"/>
                  <a:ext cx="11952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449A067-F404-EE99-6D9C-B2D35D20C5E8}"/>
                    </a:ext>
                  </a:extLst>
                </p14:cNvPr>
                <p14:cNvContentPartPr/>
                <p14:nvPr/>
              </p14:nvContentPartPr>
              <p14:xfrm>
                <a:off x="5324144" y="2151883"/>
                <a:ext cx="76680" cy="1130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449A067-F404-EE99-6D9C-B2D35D20C5E8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5306144" y="2133883"/>
                  <a:ext cx="11232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D1E3C38-9C07-ED7A-A394-9CC28D28D8EE}"/>
                    </a:ext>
                  </a:extLst>
                </p14:cNvPr>
                <p14:cNvContentPartPr/>
                <p14:nvPr/>
              </p14:nvContentPartPr>
              <p14:xfrm>
                <a:off x="5369504" y="2174923"/>
                <a:ext cx="40680" cy="1008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D1E3C38-9C07-ED7A-A394-9CC28D28D8EE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5351504" y="2156923"/>
                  <a:ext cx="7632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F5DF1038-29CD-96CA-AED8-3EEF3C542AB0}"/>
                    </a:ext>
                  </a:extLst>
                </p14:cNvPr>
                <p14:cNvContentPartPr/>
                <p14:nvPr/>
              </p14:nvContentPartPr>
              <p14:xfrm>
                <a:off x="5464904" y="2048203"/>
                <a:ext cx="161640" cy="1962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F5DF1038-29CD-96CA-AED8-3EEF3C542AB0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5447264" y="2030203"/>
                  <a:ext cx="19728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8C2D78F-D95F-8A7B-2C48-CF91E3A3BA45}"/>
                    </a:ext>
                  </a:extLst>
                </p14:cNvPr>
                <p14:cNvContentPartPr/>
                <p14:nvPr/>
              </p14:nvContentPartPr>
              <p14:xfrm>
                <a:off x="5691344" y="2129563"/>
                <a:ext cx="143640" cy="3520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8C2D78F-D95F-8A7B-2C48-CF91E3A3BA45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5673344" y="2111563"/>
                  <a:ext cx="179280" cy="38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28690" name="Ink 28689">
                  <a:extLst>
                    <a:ext uri="{FF2B5EF4-FFF2-40B4-BE49-F238E27FC236}">
                      <a16:creationId xmlns:a16="http://schemas.microsoft.com/office/drawing/2014/main" id="{1D6A0D8B-FE31-64B1-D9C8-CB86FA87A6DE}"/>
                    </a:ext>
                  </a:extLst>
                </p14:cNvPr>
                <p14:cNvContentPartPr/>
                <p14:nvPr/>
              </p14:nvContentPartPr>
              <p14:xfrm>
                <a:off x="4770464" y="1331443"/>
                <a:ext cx="63000" cy="7200"/>
              </p14:xfrm>
            </p:contentPart>
          </mc:Choice>
          <mc:Fallback xmlns="">
            <p:pic>
              <p:nvPicPr>
                <p:cNvPr id="28690" name="Ink 28689">
                  <a:extLst>
                    <a:ext uri="{FF2B5EF4-FFF2-40B4-BE49-F238E27FC236}">
                      <a16:creationId xmlns:a16="http://schemas.microsoft.com/office/drawing/2014/main" id="{1D6A0D8B-FE31-64B1-D9C8-CB86FA87A6DE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4752464" y="1313443"/>
                  <a:ext cx="986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28691" name="Ink 28690">
                  <a:extLst>
                    <a:ext uri="{FF2B5EF4-FFF2-40B4-BE49-F238E27FC236}">
                      <a16:creationId xmlns:a16="http://schemas.microsoft.com/office/drawing/2014/main" id="{D3DB112D-CCE6-53BD-5FE7-664068269503}"/>
                    </a:ext>
                  </a:extLst>
                </p14:cNvPr>
                <p14:cNvContentPartPr/>
                <p14:nvPr/>
              </p14:nvContentPartPr>
              <p14:xfrm>
                <a:off x="4937504" y="1335403"/>
                <a:ext cx="41400" cy="10440"/>
              </p14:xfrm>
            </p:contentPart>
          </mc:Choice>
          <mc:Fallback xmlns="">
            <p:pic>
              <p:nvPicPr>
                <p:cNvPr id="28691" name="Ink 28690">
                  <a:extLst>
                    <a:ext uri="{FF2B5EF4-FFF2-40B4-BE49-F238E27FC236}">
                      <a16:creationId xmlns:a16="http://schemas.microsoft.com/office/drawing/2014/main" id="{D3DB112D-CCE6-53BD-5FE7-664068269503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4919864" y="1317403"/>
                  <a:ext cx="7704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28692" name="Ink 28691">
                  <a:extLst>
                    <a:ext uri="{FF2B5EF4-FFF2-40B4-BE49-F238E27FC236}">
                      <a16:creationId xmlns:a16="http://schemas.microsoft.com/office/drawing/2014/main" id="{02FE84F0-0ECE-2A17-4A76-14F6EE4C670C}"/>
                    </a:ext>
                  </a:extLst>
                </p14:cNvPr>
                <p14:cNvContentPartPr/>
                <p14:nvPr/>
              </p14:nvContentPartPr>
              <p14:xfrm>
                <a:off x="5086184" y="1311283"/>
                <a:ext cx="79200" cy="2520"/>
              </p14:xfrm>
            </p:contentPart>
          </mc:Choice>
          <mc:Fallback xmlns="">
            <p:pic>
              <p:nvPicPr>
                <p:cNvPr id="28692" name="Ink 28691">
                  <a:extLst>
                    <a:ext uri="{FF2B5EF4-FFF2-40B4-BE49-F238E27FC236}">
                      <a16:creationId xmlns:a16="http://schemas.microsoft.com/office/drawing/2014/main" id="{02FE84F0-0ECE-2A17-4A76-14F6EE4C670C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5068184" y="1293643"/>
                  <a:ext cx="1148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28693" name="Ink 28692">
                  <a:extLst>
                    <a:ext uri="{FF2B5EF4-FFF2-40B4-BE49-F238E27FC236}">
                      <a16:creationId xmlns:a16="http://schemas.microsoft.com/office/drawing/2014/main" id="{1DF82796-A4F9-B1A2-CAC9-5F2F41CBEB7A}"/>
                    </a:ext>
                  </a:extLst>
                </p14:cNvPr>
                <p14:cNvContentPartPr/>
                <p14:nvPr/>
              </p14:nvContentPartPr>
              <p14:xfrm>
                <a:off x="5287064" y="1311283"/>
                <a:ext cx="86040" cy="2520"/>
              </p14:xfrm>
            </p:contentPart>
          </mc:Choice>
          <mc:Fallback xmlns="">
            <p:pic>
              <p:nvPicPr>
                <p:cNvPr id="28693" name="Ink 28692">
                  <a:extLst>
                    <a:ext uri="{FF2B5EF4-FFF2-40B4-BE49-F238E27FC236}">
                      <a16:creationId xmlns:a16="http://schemas.microsoft.com/office/drawing/2014/main" id="{1DF82796-A4F9-B1A2-CAC9-5F2F41CBEB7A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5269424" y="1293643"/>
                  <a:ext cx="12168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28695" name="Ink 28694">
                  <a:extLst>
                    <a:ext uri="{FF2B5EF4-FFF2-40B4-BE49-F238E27FC236}">
                      <a16:creationId xmlns:a16="http://schemas.microsoft.com/office/drawing/2014/main" id="{D69156D3-CA39-FBE6-9AC6-B1D7CFA0B99F}"/>
                    </a:ext>
                  </a:extLst>
                </p14:cNvPr>
                <p14:cNvContentPartPr/>
                <p14:nvPr/>
              </p14:nvContentPartPr>
              <p14:xfrm>
                <a:off x="4647704" y="1075123"/>
                <a:ext cx="21600" cy="138600"/>
              </p14:xfrm>
            </p:contentPart>
          </mc:Choice>
          <mc:Fallback xmlns="">
            <p:pic>
              <p:nvPicPr>
                <p:cNvPr id="28695" name="Ink 28694">
                  <a:extLst>
                    <a:ext uri="{FF2B5EF4-FFF2-40B4-BE49-F238E27FC236}">
                      <a16:creationId xmlns:a16="http://schemas.microsoft.com/office/drawing/2014/main" id="{D69156D3-CA39-FBE6-9AC6-B1D7CFA0B99F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4630064" y="1057483"/>
                  <a:ext cx="5724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28696" name="Ink 28695">
                  <a:extLst>
                    <a:ext uri="{FF2B5EF4-FFF2-40B4-BE49-F238E27FC236}">
                      <a16:creationId xmlns:a16="http://schemas.microsoft.com/office/drawing/2014/main" id="{F3CBA685-C55C-9CBE-002D-E879461FCCE6}"/>
                    </a:ext>
                  </a:extLst>
                </p14:cNvPr>
                <p14:cNvContentPartPr/>
                <p14:nvPr/>
              </p14:nvContentPartPr>
              <p14:xfrm>
                <a:off x="4640144" y="968923"/>
                <a:ext cx="889920" cy="101880"/>
              </p14:xfrm>
            </p:contentPart>
          </mc:Choice>
          <mc:Fallback xmlns="">
            <p:pic>
              <p:nvPicPr>
                <p:cNvPr id="28696" name="Ink 28695">
                  <a:extLst>
                    <a:ext uri="{FF2B5EF4-FFF2-40B4-BE49-F238E27FC236}">
                      <a16:creationId xmlns:a16="http://schemas.microsoft.com/office/drawing/2014/main" id="{F3CBA685-C55C-9CBE-002D-E879461FCCE6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4622504" y="950923"/>
                  <a:ext cx="92556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28697" name="Ink 28696">
                  <a:extLst>
                    <a:ext uri="{FF2B5EF4-FFF2-40B4-BE49-F238E27FC236}">
                      <a16:creationId xmlns:a16="http://schemas.microsoft.com/office/drawing/2014/main" id="{F3D82CD2-9497-7F9B-B805-AE7A7D4B2356}"/>
                    </a:ext>
                  </a:extLst>
                </p14:cNvPr>
                <p14:cNvContentPartPr/>
                <p14:nvPr/>
              </p14:nvContentPartPr>
              <p14:xfrm>
                <a:off x="5494784" y="1020403"/>
                <a:ext cx="17640" cy="167040"/>
              </p14:xfrm>
            </p:contentPart>
          </mc:Choice>
          <mc:Fallback xmlns="">
            <p:pic>
              <p:nvPicPr>
                <p:cNvPr id="28697" name="Ink 28696">
                  <a:extLst>
                    <a:ext uri="{FF2B5EF4-FFF2-40B4-BE49-F238E27FC236}">
                      <a16:creationId xmlns:a16="http://schemas.microsoft.com/office/drawing/2014/main" id="{F3D82CD2-9497-7F9B-B805-AE7A7D4B2356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5476784" y="1002763"/>
                  <a:ext cx="5328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28699" name="Ink 28698">
                  <a:extLst>
                    <a:ext uri="{FF2B5EF4-FFF2-40B4-BE49-F238E27FC236}">
                      <a16:creationId xmlns:a16="http://schemas.microsoft.com/office/drawing/2014/main" id="{A2445882-083A-53BE-42B7-F42727479BEE}"/>
                    </a:ext>
                  </a:extLst>
                </p14:cNvPr>
                <p14:cNvContentPartPr/>
                <p14:nvPr/>
              </p14:nvContentPartPr>
              <p14:xfrm>
                <a:off x="5433584" y="896923"/>
                <a:ext cx="510840" cy="176760"/>
              </p14:xfrm>
            </p:contentPart>
          </mc:Choice>
          <mc:Fallback xmlns="">
            <p:pic>
              <p:nvPicPr>
                <p:cNvPr id="28699" name="Ink 28698">
                  <a:extLst>
                    <a:ext uri="{FF2B5EF4-FFF2-40B4-BE49-F238E27FC236}">
                      <a16:creationId xmlns:a16="http://schemas.microsoft.com/office/drawing/2014/main" id="{A2445882-083A-53BE-42B7-F42727479BEE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5415584" y="879283"/>
                  <a:ext cx="54648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28700" name="Ink 28699">
                  <a:extLst>
                    <a:ext uri="{FF2B5EF4-FFF2-40B4-BE49-F238E27FC236}">
                      <a16:creationId xmlns:a16="http://schemas.microsoft.com/office/drawing/2014/main" id="{8BB91645-5038-A345-E55C-396A23CA3F27}"/>
                    </a:ext>
                  </a:extLst>
                </p14:cNvPr>
                <p14:cNvContentPartPr/>
                <p14:nvPr/>
              </p14:nvContentPartPr>
              <p14:xfrm>
                <a:off x="5357624" y="1013923"/>
                <a:ext cx="84600" cy="134640"/>
              </p14:xfrm>
            </p:contentPart>
          </mc:Choice>
          <mc:Fallback xmlns="">
            <p:pic>
              <p:nvPicPr>
                <p:cNvPr id="28700" name="Ink 28699">
                  <a:extLst>
                    <a:ext uri="{FF2B5EF4-FFF2-40B4-BE49-F238E27FC236}">
                      <a16:creationId xmlns:a16="http://schemas.microsoft.com/office/drawing/2014/main" id="{8BB91645-5038-A345-E55C-396A23CA3F27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5339984" y="996283"/>
                  <a:ext cx="12024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28701" name="Ink 28700">
                  <a:extLst>
                    <a:ext uri="{FF2B5EF4-FFF2-40B4-BE49-F238E27FC236}">
                      <a16:creationId xmlns:a16="http://schemas.microsoft.com/office/drawing/2014/main" id="{7A3CA01E-77ED-4202-E833-E975DEE01929}"/>
                    </a:ext>
                  </a:extLst>
                </p14:cNvPr>
                <p14:cNvContentPartPr/>
                <p14:nvPr/>
              </p14:nvContentPartPr>
              <p14:xfrm>
                <a:off x="5993744" y="889363"/>
                <a:ext cx="103320" cy="115200"/>
              </p14:xfrm>
            </p:contentPart>
          </mc:Choice>
          <mc:Fallback xmlns="">
            <p:pic>
              <p:nvPicPr>
                <p:cNvPr id="28701" name="Ink 28700">
                  <a:extLst>
                    <a:ext uri="{FF2B5EF4-FFF2-40B4-BE49-F238E27FC236}">
                      <a16:creationId xmlns:a16="http://schemas.microsoft.com/office/drawing/2014/main" id="{7A3CA01E-77ED-4202-E833-E975DEE01929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5976104" y="871723"/>
                  <a:ext cx="13896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28702" name="Ink 28701">
                  <a:extLst>
                    <a:ext uri="{FF2B5EF4-FFF2-40B4-BE49-F238E27FC236}">
                      <a16:creationId xmlns:a16="http://schemas.microsoft.com/office/drawing/2014/main" id="{21183FEC-6DDF-B233-085F-961E5C87FDFC}"/>
                    </a:ext>
                  </a:extLst>
                </p14:cNvPr>
                <p14:cNvContentPartPr/>
                <p14:nvPr/>
              </p14:nvContentPartPr>
              <p14:xfrm>
                <a:off x="6119384" y="868843"/>
                <a:ext cx="141120" cy="81000"/>
              </p14:xfrm>
            </p:contentPart>
          </mc:Choice>
          <mc:Fallback xmlns="">
            <p:pic>
              <p:nvPicPr>
                <p:cNvPr id="28702" name="Ink 28701">
                  <a:extLst>
                    <a:ext uri="{FF2B5EF4-FFF2-40B4-BE49-F238E27FC236}">
                      <a16:creationId xmlns:a16="http://schemas.microsoft.com/office/drawing/2014/main" id="{21183FEC-6DDF-B233-085F-961E5C87FDFC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6101384" y="850843"/>
                  <a:ext cx="17676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28703" name="Ink 28702">
                  <a:extLst>
                    <a:ext uri="{FF2B5EF4-FFF2-40B4-BE49-F238E27FC236}">
                      <a16:creationId xmlns:a16="http://schemas.microsoft.com/office/drawing/2014/main" id="{D1486E47-5A7E-716B-0C30-3B96F30B250C}"/>
                    </a:ext>
                  </a:extLst>
                </p14:cNvPr>
                <p14:cNvContentPartPr/>
                <p14:nvPr/>
              </p14:nvContentPartPr>
              <p14:xfrm>
                <a:off x="6181664" y="799723"/>
                <a:ext cx="88200" cy="204480"/>
              </p14:xfrm>
            </p:contentPart>
          </mc:Choice>
          <mc:Fallback xmlns="">
            <p:pic>
              <p:nvPicPr>
                <p:cNvPr id="28703" name="Ink 28702">
                  <a:extLst>
                    <a:ext uri="{FF2B5EF4-FFF2-40B4-BE49-F238E27FC236}">
                      <a16:creationId xmlns:a16="http://schemas.microsoft.com/office/drawing/2014/main" id="{D1486E47-5A7E-716B-0C30-3B96F30B250C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6163664" y="782083"/>
                  <a:ext cx="12384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28704" name="Ink 28703">
                  <a:extLst>
                    <a:ext uri="{FF2B5EF4-FFF2-40B4-BE49-F238E27FC236}">
                      <a16:creationId xmlns:a16="http://schemas.microsoft.com/office/drawing/2014/main" id="{B951C9A7-4E17-09AA-5794-19664231BCE1}"/>
                    </a:ext>
                  </a:extLst>
                </p14:cNvPr>
                <p14:cNvContentPartPr/>
                <p14:nvPr/>
              </p14:nvContentPartPr>
              <p14:xfrm>
                <a:off x="6326384" y="854443"/>
                <a:ext cx="32400" cy="101520"/>
              </p14:xfrm>
            </p:contentPart>
          </mc:Choice>
          <mc:Fallback xmlns="">
            <p:pic>
              <p:nvPicPr>
                <p:cNvPr id="28704" name="Ink 28703">
                  <a:extLst>
                    <a:ext uri="{FF2B5EF4-FFF2-40B4-BE49-F238E27FC236}">
                      <a16:creationId xmlns:a16="http://schemas.microsoft.com/office/drawing/2014/main" id="{B951C9A7-4E17-09AA-5794-19664231BCE1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6308744" y="836443"/>
                  <a:ext cx="6804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28705" name="Ink 28704">
                  <a:extLst>
                    <a:ext uri="{FF2B5EF4-FFF2-40B4-BE49-F238E27FC236}">
                      <a16:creationId xmlns:a16="http://schemas.microsoft.com/office/drawing/2014/main" id="{6626F6C5-7F6E-FA55-85E4-50D2CCAE67EB}"/>
                    </a:ext>
                  </a:extLst>
                </p14:cNvPr>
                <p14:cNvContentPartPr/>
                <p14:nvPr/>
              </p14:nvContentPartPr>
              <p14:xfrm>
                <a:off x="6333584" y="752923"/>
                <a:ext cx="32040" cy="47520"/>
              </p14:xfrm>
            </p:contentPart>
          </mc:Choice>
          <mc:Fallback xmlns="">
            <p:pic>
              <p:nvPicPr>
                <p:cNvPr id="28705" name="Ink 28704">
                  <a:extLst>
                    <a:ext uri="{FF2B5EF4-FFF2-40B4-BE49-F238E27FC236}">
                      <a16:creationId xmlns:a16="http://schemas.microsoft.com/office/drawing/2014/main" id="{6626F6C5-7F6E-FA55-85E4-50D2CCAE67EB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6315944" y="735283"/>
                  <a:ext cx="6768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28706" name="Ink 28705">
                  <a:extLst>
                    <a:ext uri="{FF2B5EF4-FFF2-40B4-BE49-F238E27FC236}">
                      <a16:creationId xmlns:a16="http://schemas.microsoft.com/office/drawing/2014/main" id="{15806CF8-CBD9-258D-46E2-C8BB6D4AF1CD}"/>
                    </a:ext>
                  </a:extLst>
                </p14:cNvPr>
                <p14:cNvContentPartPr/>
                <p14:nvPr/>
              </p14:nvContentPartPr>
              <p14:xfrm>
                <a:off x="6422864" y="802603"/>
                <a:ext cx="155880" cy="109440"/>
              </p14:xfrm>
            </p:contentPart>
          </mc:Choice>
          <mc:Fallback xmlns="">
            <p:pic>
              <p:nvPicPr>
                <p:cNvPr id="28706" name="Ink 28705">
                  <a:extLst>
                    <a:ext uri="{FF2B5EF4-FFF2-40B4-BE49-F238E27FC236}">
                      <a16:creationId xmlns:a16="http://schemas.microsoft.com/office/drawing/2014/main" id="{15806CF8-CBD9-258D-46E2-C8BB6D4AF1CD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6405224" y="784603"/>
                  <a:ext cx="19152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28707" name="Ink 28706">
                  <a:extLst>
                    <a:ext uri="{FF2B5EF4-FFF2-40B4-BE49-F238E27FC236}">
                      <a16:creationId xmlns:a16="http://schemas.microsoft.com/office/drawing/2014/main" id="{257FA64E-4CDB-752E-0DF6-36E75DA711BB}"/>
                    </a:ext>
                  </a:extLst>
                </p14:cNvPr>
                <p14:cNvContentPartPr/>
                <p14:nvPr/>
              </p14:nvContentPartPr>
              <p14:xfrm>
                <a:off x="6477224" y="688483"/>
                <a:ext cx="110160" cy="231480"/>
              </p14:xfrm>
            </p:contentPart>
          </mc:Choice>
          <mc:Fallback xmlns="">
            <p:pic>
              <p:nvPicPr>
                <p:cNvPr id="28707" name="Ink 28706">
                  <a:extLst>
                    <a:ext uri="{FF2B5EF4-FFF2-40B4-BE49-F238E27FC236}">
                      <a16:creationId xmlns:a16="http://schemas.microsoft.com/office/drawing/2014/main" id="{257FA64E-4CDB-752E-0DF6-36E75DA711BB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6459224" y="670843"/>
                  <a:ext cx="14580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28708" name="Ink 28707">
                  <a:extLst>
                    <a:ext uri="{FF2B5EF4-FFF2-40B4-BE49-F238E27FC236}">
                      <a16:creationId xmlns:a16="http://schemas.microsoft.com/office/drawing/2014/main" id="{8D5185DF-CA7E-054E-4513-FB46F5E4D98E}"/>
                    </a:ext>
                  </a:extLst>
                </p14:cNvPr>
                <p14:cNvContentPartPr/>
                <p14:nvPr/>
              </p14:nvContentPartPr>
              <p14:xfrm>
                <a:off x="6677384" y="755443"/>
                <a:ext cx="142200" cy="136440"/>
              </p14:xfrm>
            </p:contentPart>
          </mc:Choice>
          <mc:Fallback xmlns="">
            <p:pic>
              <p:nvPicPr>
                <p:cNvPr id="28708" name="Ink 28707">
                  <a:extLst>
                    <a:ext uri="{FF2B5EF4-FFF2-40B4-BE49-F238E27FC236}">
                      <a16:creationId xmlns:a16="http://schemas.microsoft.com/office/drawing/2014/main" id="{8D5185DF-CA7E-054E-4513-FB46F5E4D98E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6659384" y="737803"/>
                  <a:ext cx="17784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28709" name="Ink 28708">
                  <a:extLst>
                    <a:ext uri="{FF2B5EF4-FFF2-40B4-BE49-F238E27FC236}">
                      <a16:creationId xmlns:a16="http://schemas.microsoft.com/office/drawing/2014/main" id="{D473FD97-706C-BE58-3DFC-AFA3F6FCE548}"/>
                    </a:ext>
                  </a:extLst>
                </p14:cNvPr>
                <p14:cNvContentPartPr/>
                <p14:nvPr/>
              </p14:nvContentPartPr>
              <p14:xfrm>
                <a:off x="4709624" y="1045963"/>
                <a:ext cx="9000" cy="10800"/>
              </p14:xfrm>
            </p:contentPart>
          </mc:Choice>
          <mc:Fallback xmlns="">
            <p:pic>
              <p:nvPicPr>
                <p:cNvPr id="28709" name="Ink 28708">
                  <a:extLst>
                    <a:ext uri="{FF2B5EF4-FFF2-40B4-BE49-F238E27FC236}">
                      <a16:creationId xmlns:a16="http://schemas.microsoft.com/office/drawing/2014/main" id="{D473FD97-706C-BE58-3DFC-AFA3F6FCE548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4691984" y="1028323"/>
                  <a:ext cx="4464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28710" name="Ink 28709">
                  <a:extLst>
                    <a:ext uri="{FF2B5EF4-FFF2-40B4-BE49-F238E27FC236}">
                      <a16:creationId xmlns:a16="http://schemas.microsoft.com/office/drawing/2014/main" id="{C453FB0C-2466-0AC2-A2DC-27BF216F005F}"/>
                    </a:ext>
                  </a:extLst>
                </p14:cNvPr>
                <p14:cNvContentPartPr/>
                <p14:nvPr/>
              </p14:nvContentPartPr>
              <p14:xfrm>
                <a:off x="4617464" y="766243"/>
                <a:ext cx="110880" cy="274680"/>
              </p14:xfrm>
            </p:contentPart>
          </mc:Choice>
          <mc:Fallback xmlns="">
            <p:pic>
              <p:nvPicPr>
                <p:cNvPr id="28710" name="Ink 28709">
                  <a:extLst>
                    <a:ext uri="{FF2B5EF4-FFF2-40B4-BE49-F238E27FC236}">
                      <a16:creationId xmlns:a16="http://schemas.microsoft.com/office/drawing/2014/main" id="{C453FB0C-2466-0AC2-A2DC-27BF216F005F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4599464" y="748603"/>
                  <a:ext cx="14652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28711" name="Ink 28710">
                  <a:extLst>
                    <a:ext uri="{FF2B5EF4-FFF2-40B4-BE49-F238E27FC236}">
                      <a16:creationId xmlns:a16="http://schemas.microsoft.com/office/drawing/2014/main" id="{A6B5669B-3350-1BB2-C231-9E4550DE9419}"/>
                    </a:ext>
                  </a:extLst>
                </p14:cNvPr>
                <p14:cNvContentPartPr/>
                <p14:nvPr/>
              </p14:nvContentPartPr>
              <p14:xfrm>
                <a:off x="4613504" y="691723"/>
                <a:ext cx="763200" cy="66960"/>
              </p14:xfrm>
            </p:contentPart>
          </mc:Choice>
          <mc:Fallback xmlns="">
            <p:pic>
              <p:nvPicPr>
                <p:cNvPr id="28711" name="Ink 28710">
                  <a:extLst>
                    <a:ext uri="{FF2B5EF4-FFF2-40B4-BE49-F238E27FC236}">
                      <a16:creationId xmlns:a16="http://schemas.microsoft.com/office/drawing/2014/main" id="{A6B5669B-3350-1BB2-C231-9E4550DE9419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4595864" y="673723"/>
                  <a:ext cx="79884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28712" name="Ink 28711">
                  <a:extLst>
                    <a:ext uri="{FF2B5EF4-FFF2-40B4-BE49-F238E27FC236}">
                      <a16:creationId xmlns:a16="http://schemas.microsoft.com/office/drawing/2014/main" id="{508D8D2F-B5B5-5613-18C4-CDE12E3D3E2C}"/>
                    </a:ext>
                  </a:extLst>
                </p14:cNvPr>
                <p14:cNvContentPartPr/>
                <p14:nvPr/>
              </p14:nvContentPartPr>
              <p14:xfrm>
                <a:off x="5406944" y="700723"/>
                <a:ext cx="112320" cy="257760"/>
              </p14:xfrm>
            </p:contentPart>
          </mc:Choice>
          <mc:Fallback xmlns="">
            <p:pic>
              <p:nvPicPr>
                <p:cNvPr id="28712" name="Ink 28711">
                  <a:extLst>
                    <a:ext uri="{FF2B5EF4-FFF2-40B4-BE49-F238E27FC236}">
                      <a16:creationId xmlns:a16="http://schemas.microsoft.com/office/drawing/2014/main" id="{508D8D2F-B5B5-5613-18C4-CDE12E3D3E2C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5389304" y="683083"/>
                  <a:ext cx="1479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28713" name="Ink 28712">
                  <a:extLst>
                    <a:ext uri="{FF2B5EF4-FFF2-40B4-BE49-F238E27FC236}">
                      <a16:creationId xmlns:a16="http://schemas.microsoft.com/office/drawing/2014/main" id="{154F9695-D976-277B-1343-CA6C1F40BED3}"/>
                    </a:ext>
                  </a:extLst>
                </p14:cNvPr>
                <p14:cNvContentPartPr/>
                <p14:nvPr/>
              </p14:nvContentPartPr>
              <p14:xfrm>
                <a:off x="4795304" y="791083"/>
                <a:ext cx="164880" cy="141120"/>
              </p14:xfrm>
            </p:contentPart>
          </mc:Choice>
          <mc:Fallback xmlns="">
            <p:pic>
              <p:nvPicPr>
                <p:cNvPr id="28713" name="Ink 28712">
                  <a:extLst>
                    <a:ext uri="{FF2B5EF4-FFF2-40B4-BE49-F238E27FC236}">
                      <a16:creationId xmlns:a16="http://schemas.microsoft.com/office/drawing/2014/main" id="{154F9695-D976-277B-1343-CA6C1F40BED3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4777664" y="773083"/>
                  <a:ext cx="20052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28714" name="Ink 28713">
                  <a:extLst>
                    <a:ext uri="{FF2B5EF4-FFF2-40B4-BE49-F238E27FC236}">
                      <a16:creationId xmlns:a16="http://schemas.microsoft.com/office/drawing/2014/main" id="{06251FA4-C4FA-D293-EE7E-F459D251AEFA}"/>
                    </a:ext>
                  </a:extLst>
                </p14:cNvPr>
                <p14:cNvContentPartPr/>
                <p14:nvPr/>
              </p14:nvContentPartPr>
              <p14:xfrm>
                <a:off x="5023544" y="840763"/>
                <a:ext cx="97200" cy="91440"/>
              </p14:xfrm>
            </p:contentPart>
          </mc:Choice>
          <mc:Fallback xmlns="">
            <p:pic>
              <p:nvPicPr>
                <p:cNvPr id="28714" name="Ink 28713">
                  <a:extLst>
                    <a:ext uri="{FF2B5EF4-FFF2-40B4-BE49-F238E27FC236}">
                      <a16:creationId xmlns:a16="http://schemas.microsoft.com/office/drawing/2014/main" id="{06251FA4-C4FA-D293-EE7E-F459D251AEFA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5005544" y="822763"/>
                  <a:ext cx="13284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28715" name="Ink 28714">
                  <a:extLst>
                    <a:ext uri="{FF2B5EF4-FFF2-40B4-BE49-F238E27FC236}">
                      <a16:creationId xmlns:a16="http://schemas.microsoft.com/office/drawing/2014/main" id="{26F332C8-89D2-6619-7BAF-44733EC02DDE}"/>
                    </a:ext>
                  </a:extLst>
                </p14:cNvPr>
                <p14:cNvContentPartPr/>
                <p14:nvPr/>
              </p14:nvContentPartPr>
              <p14:xfrm>
                <a:off x="5185904" y="765523"/>
                <a:ext cx="39240" cy="173520"/>
              </p14:xfrm>
            </p:contentPart>
          </mc:Choice>
          <mc:Fallback xmlns="">
            <p:pic>
              <p:nvPicPr>
                <p:cNvPr id="28715" name="Ink 28714">
                  <a:extLst>
                    <a:ext uri="{FF2B5EF4-FFF2-40B4-BE49-F238E27FC236}">
                      <a16:creationId xmlns:a16="http://schemas.microsoft.com/office/drawing/2014/main" id="{26F332C8-89D2-6619-7BAF-44733EC02DDE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5167904" y="747883"/>
                  <a:ext cx="7488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28716" name="Ink 28715">
                  <a:extLst>
                    <a:ext uri="{FF2B5EF4-FFF2-40B4-BE49-F238E27FC236}">
                      <a16:creationId xmlns:a16="http://schemas.microsoft.com/office/drawing/2014/main" id="{EDF3795F-BA8B-DD83-89C6-80D59C0CB8B3}"/>
                    </a:ext>
                  </a:extLst>
                </p14:cNvPr>
                <p14:cNvContentPartPr/>
                <p14:nvPr/>
              </p14:nvContentPartPr>
              <p14:xfrm>
                <a:off x="5159264" y="856243"/>
                <a:ext cx="50400" cy="30240"/>
              </p14:xfrm>
            </p:contentPart>
          </mc:Choice>
          <mc:Fallback xmlns="">
            <p:pic>
              <p:nvPicPr>
                <p:cNvPr id="28716" name="Ink 28715">
                  <a:extLst>
                    <a:ext uri="{FF2B5EF4-FFF2-40B4-BE49-F238E27FC236}">
                      <a16:creationId xmlns:a16="http://schemas.microsoft.com/office/drawing/2014/main" id="{EDF3795F-BA8B-DD83-89C6-80D59C0CB8B3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5141624" y="838603"/>
                  <a:ext cx="8604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28717" name="Ink 28716">
                  <a:extLst>
                    <a:ext uri="{FF2B5EF4-FFF2-40B4-BE49-F238E27FC236}">
                      <a16:creationId xmlns:a16="http://schemas.microsoft.com/office/drawing/2014/main" id="{B521ACA4-A573-8151-E48A-C61A79ADB2EE}"/>
                    </a:ext>
                  </a:extLst>
                </p14:cNvPr>
                <p14:cNvContentPartPr/>
                <p14:nvPr/>
              </p14:nvContentPartPr>
              <p14:xfrm>
                <a:off x="5291744" y="817723"/>
                <a:ext cx="91080" cy="96120"/>
              </p14:xfrm>
            </p:contentPart>
          </mc:Choice>
          <mc:Fallback xmlns="">
            <p:pic>
              <p:nvPicPr>
                <p:cNvPr id="28717" name="Ink 28716">
                  <a:extLst>
                    <a:ext uri="{FF2B5EF4-FFF2-40B4-BE49-F238E27FC236}">
                      <a16:creationId xmlns:a16="http://schemas.microsoft.com/office/drawing/2014/main" id="{B521ACA4-A573-8151-E48A-C61A79ADB2EE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5273744" y="799723"/>
                  <a:ext cx="126720" cy="131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724" name="Group 28723">
            <a:extLst>
              <a:ext uri="{FF2B5EF4-FFF2-40B4-BE49-F238E27FC236}">
                <a16:creationId xmlns:a16="http://schemas.microsoft.com/office/drawing/2014/main" id="{A1D922CF-9C3D-11F8-2545-AF8F43F1B354}"/>
              </a:ext>
            </a:extLst>
          </p:cNvPr>
          <p:cNvGrpSpPr/>
          <p:nvPr/>
        </p:nvGrpSpPr>
        <p:grpSpPr>
          <a:xfrm>
            <a:off x="3798104" y="701443"/>
            <a:ext cx="605520" cy="559080"/>
            <a:chOff x="3798104" y="701443"/>
            <a:chExt cx="605520" cy="55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28719" name="Ink 28718">
                  <a:extLst>
                    <a:ext uri="{FF2B5EF4-FFF2-40B4-BE49-F238E27FC236}">
                      <a16:creationId xmlns:a16="http://schemas.microsoft.com/office/drawing/2014/main" id="{FE3A552A-AEC0-F819-8D2F-A233B7CC2372}"/>
                    </a:ext>
                  </a:extLst>
                </p14:cNvPr>
                <p14:cNvContentPartPr/>
                <p14:nvPr/>
              </p14:nvContentPartPr>
              <p14:xfrm>
                <a:off x="4017704" y="860923"/>
                <a:ext cx="385920" cy="399600"/>
              </p14:xfrm>
            </p:contentPart>
          </mc:Choice>
          <mc:Fallback xmlns="">
            <p:pic>
              <p:nvPicPr>
                <p:cNvPr id="28719" name="Ink 28718">
                  <a:extLst>
                    <a:ext uri="{FF2B5EF4-FFF2-40B4-BE49-F238E27FC236}">
                      <a16:creationId xmlns:a16="http://schemas.microsoft.com/office/drawing/2014/main" id="{FE3A552A-AEC0-F819-8D2F-A233B7CC2372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4000064" y="842923"/>
                  <a:ext cx="421560" cy="43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28720" name="Ink 28719">
                  <a:extLst>
                    <a:ext uri="{FF2B5EF4-FFF2-40B4-BE49-F238E27FC236}">
                      <a16:creationId xmlns:a16="http://schemas.microsoft.com/office/drawing/2014/main" id="{6328C755-BB58-30FB-CEBC-0E365D32483F}"/>
                    </a:ext>
                  </a:extLst>
                </p14:cNvPr>
                <p14:cNvContentPartPr/>
                <p14:nvPr/>
              </p14:nvContentPartPr>
              <p14:xfrm>
                <a:off x="3990704" y="767683"/>
                <a:ext cx="89640" cy="155880"/>
              </p14:xfrm>
            </p:contentPart>
          </mc:Choice>
          <mc:Fallback xmlns="">
            <p:pic>
              <p:nvPicPr>
                <p:cNvPr id="28720" name="Ink 28719">
                  <a:extLst>
                    <a:ext uri="{FF2B5EF4-FFF2-40B4-BE49-F238E27FC236}">
                      <a16:creationId xmlns:a16="http://schemas.microsoft.com/office/drawing/2014/main" id="{6328C755-BB58-30FB-CEBC-0E365D32483F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3973064" y="750043"/>
                  <a:ext cx="12528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28722" name="Ink 28721">
                  <a:extLst>
                    <a:ext uri="{FF2B5EF4-FFF2-40B4-BE49-F238E27FC236}">
                      <a16:creationId xmlns:a16="http://schemas.microsoft.com/office/drawing/2014/main" id="{1A0F987B-2258-97CD-5B1E-B9C1D94DF520}"/>
                    </a:ext>
                  </a:extLst>
                </p14:cNvPr>
                <p14:cNvContentPartPr/>
                <p14:nvPr/>
              </p14:nvContentPartPr>
              <p14:xfrm>
                <a:off x="3902144" y="795403"/>
                <a:ext cx="195120" cy="228600"/>
              </p14:xfrm>
            </p:contentPart>
          </mc:Choice>
          <mc:Fallback xmlns="">
            <p:pic>
              <p:nvPicPr>
                <p:cNvPr id="28722" name="Ink 28721">
                  <a:extLst>
                    <a:ext uri="{FF2B5EF4-FFF2-40B4-BE49-F238E27FC236}">
                      <a16:creationId xmlns:a16="http://schemas.microsoft.com/office/drawing/2014/main" id="{1A0F987B-2258-97CD-5B1E-B9C1D94DF520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3884504" y="777763"/>
                  <a:ext cx="230760" cy="26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28723" name="Ink 28722">
                  <a:extLst>
                    <a:ext uri="{FF2B5EF4-FFF2-40B4-BE49-F238E27FC236}">
                      <a16:creationId xmlns:a16="http://schemas.microsoft.com/office/drawing/2014/main" id="{8CC0F419-AE3C-1835-26F5-FED48A77226A}"/>
                    </a:ext>
                  </a:extLst>
                </p14:cNvPr>
                <p14:cNvContentPartPr/>
                <p14:nvPr/>
              </p14:nvContentPartPr>
              <p14:xfrm>
                <a:off x="3798104" y="701443"/>
                <a:ext cx="438480" cy="465120"/>
              </p14:xfrm>
            </p:contentPart>
          </mc:Choice>
          <mc:Fallback xmlns="">
            <p:pic>
              <p:nvPicPr>
                <p:cNvPr id="28723" name="Ink 28722">
                  <a:extLst>
                    <a:ext uri="{FF2B5EF4-FFF2-40B4-BE49-F238E27FC236}">
                      <a16:creationId xmlns:a16="http://schemas.microsoft.com/office/drawing/2014/main" id="{8CC0F419-AE3C-1835-26F5-FED48A77226A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3780104" y="683803"/>
                  <a:ext cx="474120" cy="500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733" name="Group 28732">
            <a:extLst>
              <a:ext uri="{FF2B5EF4-FFF2-40B4-BE49-F238E27FC236}">
                <a16:creationId xmlns:a16="http://schemas.microsoft.com/office/drawing/2014/main" id="{4FE57167-4691-02B3-A9D9-BED26C2792D5}"/>
              </a:ext>
            </a:extLst>
          </p:cNvPr>
          <p:cNvGrpSpPr/>
          <p:nvPr/>
        </p:nvGrpSpPr>
        <p:grpSpPr>
          <a:xfrm>
            <a:off x="5799344" y="410203"/>
            <a:ext cx="1632240" cy="828360"/>
            <a:chOff x="5799344" y="410203"/>
            <a:chExt cx="1632240" cy="828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28725" name="Ink 28724">
                  <a:extLst>
                    <a:ext uri="{FF2B5EF4-FFF2-40B4-BE49-F238E27FC236}">
                      <a16:creationId xmlns:a16="http://schemas.microsoft.com/office/drawing/2014/main" id="{78079F98-00EC-1D41-A116-183134C6E5D6}"/>
                    </a:ext>
                  </a:extLst>
                </p14:cNvPr>
                <p14:cNvContentPartPr/>
                <p14:nvPr/>
              </p14:nvContentPartPr>
              <p14:xfrm>
                <a:off x="5818424" y="849403"/>
                <a:ext cx="79920" cy="389160"/>
              </p14:xfrm>
            </p:contentPart>
          </mc:Choice>
          <mc:Fallback xmlns="">
            <p:pic>
              <p:nvPicPr>
                <p:cNvPr id="28725" name="Ink 28724">
                  <a:extLst>
                    <a:ext uri="{FF2B5EF4-FFF2-40B4-BE49-F238E27FC236}">
                      <a16:creationId xmlns:a16="http://schemas.microsoft.com/office/drawing/2014/main" id="{78079F98-00EC-1D41-A116-183134C6E5D6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5800784" y="831403"/>
                  <a:ext cx="115560" cy="42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28726" name="Ink 28725">
                  <a:extLst>
                    <a:ext uri="{FF2B5EF4-FFF2-40B4-BE49-F238E27FC236}">
                      <a16:creationId xmlns:a16="http://schemas.microsoft.com/office/drawing/2014/main" id="{F958B228-F2C1-5576-ADEA-4D511CDFC808}"/>
                    </a:ext>
                  </a:extLst>
                </p14:cNvPr>
                <p14:cNvContentPartPr/>
                <p14:nvPr/>
              </p14:nvContentPartPr>
              <p14:xfrm>
                <a:off x="5799344" y="610723"/>
                <a:ext cx="1164240" cy="189000"/>
              </p14:xfrm>
            </p:contentPart>
          </mc:Choice>
          <mc:Fallback xmlns="">
            <p:pic>
              <p:nvPicPr>
                <p:cNvPr id="28726" name="Ink 28725">
                  <a:extLst>
                    <a:ext uri="{FF2B5EF4-FFF2-40B4-BE49-F238E27FC236}">
                      <a16:creationId xmlns:a16="http://schemas.microsoft.com/office/drawing/2014/main" id="{F958B228-F2C1-5576-ADEA-4D511CDFC808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5781344" y="592723"/>
                  <a:ext cx="119988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28727" name="Ink 28726">
                  <a:extLst>
                    <a:ext uri="{FF2B5EF4-FFF2-40B4-BE49-F238E27FC236}">
                      <a16:creationId xmlns:a16="http://schemas.microsoft.com/office/drawing/2014/main" id="{EF080DD9-ADB5-AB1D-3997-504B09FF049A}"/>
                    </a:ext>
                  </a:extLst>
                </p14:cNvPr>
                <p14:cNvContentPartPr/>
                <p14:nvPr/>
              </p14:nvContentPartPr>
              <p14:xfrm>
                <a:off x="6974744" y="538363"/>
                <a:ext cx="5400" cy="9720"/>
              </p14:xfrm>
            </p:contentPart>
          </mc:Choice>
          <mc:Fallback xmlns="">
            <p:pic>
              <p:nvPicPr>
                <p:cNvPr id="28727" name="Ink 28726">
                  <a:extLst>
                    <a:ext uri="{FF2B5EF4-FFF2-40B4-BE49-F238E27FC236}">
                      <a16:creationId xmlns:a16="http://schemas.microsoft.com/office/drawing/2014/main" id="{EF080DD9-ADB5-AB1D-3997-504B09FF049A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6956744" y="520363"/>
                  <a:ext cx="4104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28729" name="Ink 28728">
                  <a:extLst>
                    <a:ext uri="{FF2B5EF4-FFF2-40B4-BE49-F238E27FC236}">
                      <a16:creationId xmlns:a16="http://schemas.microsoft.com/office/drawing/2014/main" id="{62C6F565-0241-6C88-711C-FA40FEFC9088}"/>
                    </a:ext>
                  </a:extLst>
                </p14:cNvPr>
                <p14:cNvContentPartPr/>
                <p14:nvPr/>
              </p14:nvContentPartPr>
              <p14:xfrm>
                <a:off x="7090304" y="598483"/>
                <a:ext cx="72720" cy="167040"/>
              </p14:xfrm>
            </p:contentPart>
          </mc:Choice>
          <mc:Fallback xmlns="">
            <p:pic>
              <p:nvPicPr>
                <p:cNvPr id="28729" name="Ink 28728">
                  <a:extLst>
                    <a:ext uri="{FF2B5EF4-FFF2-40B4-BE49-F238E27FC236}">
                      <a16:creationId xmlns:a16="http://schemas.microsoft.com/office/drawing/2014/main" id="{62C6F565-0241-6C88-711C-FA40FEFC9088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7072304" y="580483"/>
                  <a:ext cx="10836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28730" name="Ink 28729">
                  <a:extLst>
                    <a:ext uri="{FF2B5EF4-FFF2-40B4-BE49-F238E27FC236}">
                      <a16:creationId xmlns:a16="http://schemas.microsoft.com/office/drawing/2014/main" id="{5579B8AD-539E-D394-7E19-20F1B254AD37}"/>
                    </a:ext>
                  </a:extLst>
                </p14:cNvPr>
                <p14:cNvContentPartPr/>
                <p14:nvPr/>
              </p14:nvContentPartPr>
              <p14:xfrm>
                <a:off x="7112264" y="565363"/>
                <a:ext cx="152280" cy="198720"/>
              </p14:xfrm>
            </p:contentPart>
          </mc:Choice>
          <mc:Fallback xmlns="">
            <p:pic>
              <p:nvPicPr>
                <p:cNvPr id="28730" name="Ink 28729">
                  <a:extLst>
                    <a:ext uri="{FF2B5EF4-FFF2-40B4-BE49-F238E27FC236}">
                      <a16:creationId xmlns:a16="http://schemas.microsoft.com/office/drawing/2014/main" id="{5579B8AD-539E-D394-7E19-20F1B254AD37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7094264" y="547363"/>
                  <a:ext cx="18792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28732" name="Ink 28731">
                  <a:extLst>
                    <a:ext uri="{FF2B5EF4-FFF2-40B4-BE49-F238E27FC236}">
                      <a16:creationId xmlns:a16="http://schemas.microsoft.com/office/drawing/2014/main" id="{547DC332-7DE7-B455-C0AE-2E7CB8D63E12}"/>
                    </a:ext>
                  </a:extLst>
                </p14:cNvPr>
                <p14:cNvContentPartPr/>
                <p14:nvPr/>
              </p14:nvContentPartPr>
              <p14:xfrm>
                <a:off x="6916784" y="410203"/>
                <a:ext cx="514800" cy="464400"/>
              </p14:xfrm>
            </p:contentPart>
          </mc:Choice>
          <mc:Fallback xmlns="">
            <p:pic>
              <p:nvPicPr>
                <p:cNvPr id="28732" name="Ink 28731">
                  <a:extLst>
                    <a:ext uri="{FF2B5EF4-FFF2-40B4-BE49-F238E27FC236}">
                      <a16:creationId xmlns:a16="http://schemas.microsoft.com/office/drawing/2014/main" id="{547DC332-7DE7-B455-C0AE-2E7CB8D63E12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6898784" y="392203"/>
                  <a:ext cx="550440" cy="50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738" name="Group 28737">
            <a:extLst>
              <a:ext uri="{FF2B5EF4-FFF2-40B4-BE49-F238E27FC236}">
                <a16:creationId xmlns:a16="http://schemas.microsoft.com/office/drawing/2014/main" id="{C0AF85EF-BB3F-A9D3-F977-3BAB56909A32}"/>
              </a:ext>
            </a:extLst>
          </p:cNvPr>
          <p:cNvGrpSpPr/>
          <p:nvPr/>
        </p:nvGrpSpPr>
        <p:grpSpPr>
          <a:xfrm>
            <a:off x="7826864" y="206443"/>
            <a:ext cx="663120" cy="378720"/>
            <a:chOff x="7826864" y="206443"/>
            <a:chExt cx="663120" cy="378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28734" name="Ink 28733">
                  <a:extLst>
                    <a:ext uri="{FF2B5EF4-FFF2-40B4-BE49-F238E27FC236}">
                      <a16:creationId xmlns:a16="http://schemas.microsoft.com/office/drawing/2014/main" id="{C48B4EFE-BA74-AC26-0674-C96E3C59A8C0}"/>
                    </a:ext>
                  </a:extLst>
                </p14:cNvPr>
                <p14:cNvContentPartPr/>
                <p14:nvPr/>
              </p14:nvContentPartPr>
              <p14:xfrm>
                <a:off x="7826864" y="206443"/>
                <a:ext cx="214200" cy="257040"/>
              </p14:xfrm>
            </p:contentPart>
          </mc:Choice>
          <mc:Fallback xmlns="">
            <p:pic>
              <p:nvPicPr>
                <p:cNvPr id="28734" name="Ink 28733">
                  <a:extLst>
                    <a:ext uri="{FF2B5EF4-FFF2-40B4-BE49-F238E27FC236}">
                      <a16:creationId xmlns:a16="http://schemas.microsoft.com/office/drawing/2014/main" id="{C48B4EFE-BA74-AC26-0674-C96E3C59A8C0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7808864" y="188803"/>
                  <a:ext cx="24984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28735" name="Ink 28734">
                  <a:extLst>
                    <a:ext uri="{FF2B5EF4-FFF2-40B4-BE49-F238E27FC236}">
                      <a16:creationId xmlns:a16="http://schemas.microsoft.com/office/drawing/2014/main" id="{5F9D4E3A-930E-4566-0E25-B7233D0CF5F7}"/>
                    </a:ext>
                  </a:extLst>
                </p14:cNvPr>
                <p14:cNvContentPartPr/>
                <p14:nvPr/>
              </p14:nvContentPartPr>
              <p14:xfrm>
                <a:off x="8125304" y="412003"/>
                <a:ext cx="95400" cy="173160"/>
              </p14:xfrm>
            </p:contentPart>
          </mc:Choice>
          <mc:Fallback xmlns="">
            <p:pic>
              <p:nvPicPr>
                <p:cNvPr id="28735" name="Ink 28734">
                  <a:extLst>
                    <a:ext uri="{FF2B5EF4-FFF2-40B4-BE49-F238E27FC236}">
                      <a16:creationId xmlns:a16="http://schemas.microsoft.com/office/drawing/2014/main" id="{5F9D4E3A-930E-4566-0E25-B7233D0CF5F7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8107664" y="394363"/>
                  <a:ext cx="13104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28736" name="Ink 28735">
                  <a:extLst>
                    <a:ext uri="{FF2B5EF4-FFF2-40B4-BE49-F238E27FC236}">
                      <a16:creationId xmlns:a16="http://schemas.microsoft.com/office/drawing/2014/main" id="{0242BB05-0708-2A4A-9691-AA83B1CD0931}"/>
                    </a:ext>
                  </a:extLst>
                </p14:cNvPr>
                <p14:cNvContentPartPr/>
                <p14:nvPr/>
              </p14:nvContentPartPr>
              <p14:xfrm>
                <a:off x="8154464" y="412363"/>
                <a:ext cx="104400" cy="125280"/>
              </p14:xfrm>
            </p:contentPart>
          </mc:Choice>
          <mc:Fallback xmlns="">
            <p:pic>
              <p:nvPicPr>
                <p:cNvPr id="28736" name="Ink 28735">
                  <a:extLst>
                    <a:ext uri="{FF2B5EF4-FFF2-40B4-BE49-F238E27FC236}">
                      <a16:creationId xmlns:a16="http://schemas.microsoft.com/office/drawing/2014/main" id="{0242BB05-0708-2A4A-9691-AA83B1CD0931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8136464" y="394723"/>
                  <a:ext cx="14004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28737" name="Ink 28736">
                  <a:extLst>
                    <a:ext uri="{FF2B5EF4-FFF2-40B4-BE49-F238E27FC236}">
                      <a16:creationId xmlns:a16="http://schemas.microsoft.com/office/drawing/2014/main" id="{C306EA25-3A21-2438-8113-6FAEC1465B94}"/>
                    </a:ext>
                  </a:extLst>
                </p14:cNvPr>
                <p14:cNvContentPartPr/>
                <p14:nvPr/>
              </p14:nvContentPartPr>
              <p14:xfrm>
                <a:off x="8383784" y="388243"/>
                <a:ext cx="106200" cy="182160"/>
              </p14:xfrm>
            </p:contentPart>
          </mc:Choice>
          <mc:Fallback xmlns="">
            <p:pic>
              <p:nvPicPr>
                <p:cNvPr id="28737" name="Ink 28736">
                  <a:extLst>
                    <a:ext uri="{FF2B5EF4-FFF2-40B4-BE49-F238E27FC236}">
                      <a16:creationId xmlns:a16="http://schemas.microsoft.com/office/drawing/2014/main" id="{C306EA25-3A21-2438-8113-6FAEC1465B94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8366144" y="370603"/>
                  <a:ext cx="141840" cy="21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749" name="Group 28748">
            <a:extLst>
              <a:ext uri="{FF2B5EF4-FFF2-40B4-BE49-F238E27FC236}">
                <a16:creationId xmlns:a16="http://schemas.microsoft.com/office/drawing/2014/main" id="{11A491C4-8B61-4239-C4B3-C7594AF47808}"/>
              </a:ext>
            </a:extLst>
          </p:cNvPr>
          <p:cNvGrpSpPr/>
          <p:nvPr/>
        </p:nvGrpSpPr>
        <p:grpSpPr>
          <a:xfrm>
            <a:off x="7410344" y="1022563"/>
            <a:ext cx="1070640" cy="511560"/>
            <a:chOff x="7410344" y="1022563"/>
            <a:chExt cx="1070640" cy="511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28739" name="Ink 28738">
                  <a:extLst>
                    <a:ext uri="{FF2B5EF4-FFF2-40B4-BE49-F238E27FC236}">
                      <a16:creationId xmlns:a16="http://schemas.microsoft.com/office/drawing/2014/main" id="{6EBDF32C-FCCC-863A-E883-438DD5214FF7}"/>
                    </a:ext>
                  </a:extLst>
                </p14:cNvPr>
                <p14:cNvContentPartPr/>
                <p14:nvPr/>
              </p14:nvContentPartPr>
              <p14:xfrm>
                <a:off x="7504664" y="1067563"/>
                <a:ext cx="59040" cy="328320"/>
              </p14:xfrm>
            </p:contentPart>
          </mc:Choice>
          <mc:Fallback xmlns="">
            <p:pic>
              <p:nvPicPr>
                <p:cNvPr id="28739" name="Ink 28738">
                  <a:extLst>
                    <a:ext uri="{FF2B5EF4-FFF2-40B4-BE49-F238E27FC236}">
                      <a16:creationId xmlns:a16="http://schemas.microsoft.com/office/drawing/2014/main" id="{6EBDF32C-FCCC-863A-E883-438DD5214FF7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7486664" y="1049563"/>
                  <a:ext cx="94680" cy="36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28740" name="Ink 28739">
                  <a:extLst>
                    <a:ext uri="{FF2B5EF4-FFF2-40B4-BE49-F238E27FC236}">
                      <a16:creationId xmlns:a16="http://schemas.microsoft.com/office/drawing/2014/main" id="{0DBED824-BD46-F749-60B0-AE98AB70FFC5}"/>
                    </a:ext>
                  </a:extLst>
                </p14:cNvPr>
                <p14:cNvContentPartPr/>
                <p14:nvPr/>
              </p14:nvContentPartPr>
              <p14:xfrm>
                <a:off x="7410344" y="1022563"/>
                <a:ext cx="1070640" cy="511560"/>
              </p14:xfrm>
            </p:contentPart>
          </mc:Choice>
          <mc:Fallback xmlns="">
            <p:pic>
              <p:nvPicPr>
                <p:cNvPr id="28740" name="Ink 28739">
                  <a:extLst>
                    <a:ext uri="{FF2B5EF4-FFF2-40B4-BE49-F238E27FC236}">
                      <a16:creationId xmlns:a16="http://schemas.microsoft.com/office/drawing/2014/main" id="{0DBED824-BD46-F749-60B0-AE98AB70FFC5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7392704" y="1004923"/>
                  <a:ext cx="1106280" cy="547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748" name="Group 28747">
            <a:extLst>
              <a:ext uri="{FF2B5EF4-FFF2-40B4-BE49-F238E27FC236}">
                <a16:creationId xmlns:a16="http://schemas.microsoft.com/office/drawing/2014/main" id="{DE4387E0-4A76-66AD-57DC-A99846735FE9}"/>
              </a:ext>
            </a:extLst>
          </p:cNvPr>
          <p:cNvGrpSpPr/>
          <p:nvPr/>
        </p:nvGrpSpPr>
        <p:grpSpPr>
          <a:xfrm>
            <a:off x="8951864" y="1186363"/>
            <a:ext cx="1288440" cy="422280"/>
            <a:chOff x="8951864" y="1186363"/>
            <a:chExt cx="1288440" cy="422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28741" name="Ink 28740">
                  <a:extLst>
                    <a:ext uri="{FF2B5EF4-FFF2-40B4-BE49-F238E27FC236}">
                      <a16:creationId xmlns:a16="http://schemas.microsoft.com/office/drawing/2014/main" id="{9B2FB28B-BD46-45AD-2C74-BEDEF8425F99}"/>
                    </a:ext>
                  </a:extLst>
                </p14:cNvPr>
                <p14:cNvContentPartPr/>
                <p14:nvPr/>
              </p14:nvContentPartPr>
              <p14:xfrm>
                <a:off x="8951864" y="1186363"/>
                <a:ext cx="236160" cy="318600"/>
              </p14:xfrm>
            </p:contentPart>
          </mc:Choice>
          <mc:Fallback xmlns="">
            <p:pic>
              <p:nvPicPr>
                <p:cNvPr id="28741" name="Ink 28740">
                  <a:extLst>
                    <a:ext uri="{FF2B5EF4-FFF2-40B4-BE49-F238E27FC236}">
                      <a16:creationId xmlns:a16="http://schemas.microsoft.com/office/drawing/2014/main" id="{9B2FB28B-BD46-45AD-2C74-BEDEF8425F99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8933864" y="1168723"/>
                  <a:ext cx="271800" cy="35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28742" name="Ink 28741">
                  <a:extLst>
                    <a:ext uri="{FF2B5EF4-FFF2-40B4-BE49-F238E27FC236}">
                      <a16:creationId xmlns:a16="http://schemas.microsoft.com/office/drawing/2014/main" id="{7ED4CCED-34DB-F0D6-7930-C195E1B8B8DB}"/>
                    </a:ext>
                  </a:extLst>
                </p14:cNvPr>
                <p14:cNvContentPartPr/>
                <p14:nvPr/>
              </p14:nvContentPartPr>
              <p14:xfrm>
                <a:off x="9297824" y="1409923"/>
                <a:ext cx="84600" cy="198720"/>
              </p14:xfrm>
            </p:contentPart>
          </mc:Choice>
          <mc:Fallback xmlns="">
            <p:pic>
              <p:nvPicPr>
                <p:cNvPr id="28742" name="Ink 28741">
                  <a:extLst>
                    <a:ext uri="{FF2B5EF4-FFF2-40B4-BE49-F238E27FC236}">
                      <a16:creationId xmlns:a16="http://schemas.microsoft.com/office/drawing/2014/main" id="{7ED4CCED-34DB-F0D6-7930-C195E1B8B8DB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9280184" y="1391923"/>
                  <a:ext cx="12024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28743" name="Ink 28742">
                  <a:extLst>
                    <a:ext uri="{FF2B5EF4-FFF2-40B4-BE49-F238E27FC236}">
                      <a16:creationId xmlns:a16="http://schemas.microsoft.com/office/drawing/2014/main" id="{9335A971-08E2-C8A2-F9F5-B302C3072299}"/>
                    </a:ext>
                  </a:extLst>
                </p14:cNvPr>
                <p14:cNvContentPartPr/>
                <p14:nvPr/>
              </p14:nvContentPartPr>
              <p14:xfrm>
                <a:off x="9310424" y="1417123"/>
                <a:ext cx="136080" cy="123840"/>
              </p14:xfrm>
            </p:contentPart>
          </mc:Choice>
          <mc:Fallback xmlns="">
            <p:pic>
              <p:nvPicPr>
                <p:cNvPr id="28743" name="Ink 28742">
                  <a:extLst>
                    <a:ext uri="{FF2B5EF4-FFF2-40B4-BE49-F238E27FC236}">
                      <a16:creationId xmlns:a16="http://schemas.microsoft.com/office/drawing/2014/main" id="{9335A971-08E2-C8A2-F9F5-B302C3072299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9292424" y="1399483"/>
                  <a:ext cx="17172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28744" name="Ink 28743">
                  <a:extLst>
                    <a:ext uri="{FF2B5EF4-FFF2-40B4-BE49-F238E27FC236}">
                      <a16:creationId xmlns:a16="http://schemas.microsoft.com/office/drawing/2014/main" id="{BBF836F1-9786-9728-06CE-785350FF7CC1}"/>
                    </a:ext>
                  </a:extLst>
                </p14:cNvPr>
                <p14:cNvContentPartPr/>
                <p14:nvPr/>
              </p14:nvContentPartPr>
              <p14:xfrm>
                <a:off x="9564224" y="1382923"/>
                <a:ext cx="140040" cy="179640"/>
              </p14:xfrm>
            </p:contentPart>
          </mc:Choice>
          <mc:Fallback xmlns="">
            <p:pic>
              <p:nvPicPr>
                <p:cNvPr id="28744" name="Ink 28743">
                  <a:extLst>
                    <a:ext uri="{FF2B5EF4-FFF2-40B4-BE49-F238E27FC236}">
                      <a16:creationId xmlns:a16="http://schemas.microsoft.com/office/drawing/2014/main" id="{BBF836F1-9786-9728-06CE-785350FF7CC1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9546224" y="1364923"/>
                  <a:ext cx="17568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28745" name="Ink 28744">
                  <a:extLst>
                    <a:ext uri="{FF2B5EF4-FFF2-40B4-BE49-F238E27FC236}">
                      <a16:creationId xmlns:a16="http://schemas.microsoft.com/office/drawing/2014/main" id="{06E4B4C1-6396-927C-8E1D-DCCFA8001EB5}"/>
                    </a:ext>
                  </a:extLst>
                </p14:cNvPr>
                <p14:cNvContentPartPr/>
                <p14:nvPr/>
              </p14:nvContentPartPr>
              <p14:xfrm>
                <a:off x="9808304" y="1391563"/>
                <a:ext cx="95400" cy="21240"/>
              </p14:xfrm>
            </p:contentPart>
          </mc:Choice>
          <mc:Fallback xmlns="">
            <p:pic>
              <p:nvPicPr>
                <p:cNvPr id="28745" name="Ink 28744">
                  <a:extLst>
                    <a:ext uri="{FF2B5EF4-FFF2-40B4-BE49-F238E27FC236}">
                      <a16:creationId xmlns:a16="http://schemas.microsoft.com/office/drawing/2014/main" id="{06E4B4C1-6396-927C-8E1D-DCCFA8001EB5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9790304" y="1373563"/>
                  <a:ext cx="13104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28746" name="Ink 28745">
                  <a:extLst>
                    <a:ext uri="{FF2B5EF4-FFF2-40B4-BE49-F238E27FC236}">
                      <a16:creationId xmlns:a16="http://schemas.microsoft.com/office/drawing/2014/main" id="{A14E44D8-E06D-D08C-D08E-88EC9A9783F6}"/>
                    </a:ext>
                  </a:extLst>
                </p14:cNvPr>
                <p14:cNvContentPartPr/>
                <p14:nvPr/>
              </p14:nvContentPartPr>
              <p14:xfrm>
                <a:off x="9847184" y="1449163"/>
                <a:ext cx="90360" cy="36360"/>
              </p14:xfrm>
            </p:contentPart>
          </mc:Choice>
          <mc:Fallback xmlns="">
            <p:pic>
              <p:nvPicPr>
                <p:cNvPr id="28746" name="Ink 28745">
                  <a:extLst>
                    <a:ext uri="{FF2B5EF4-FFF2-40B4-BE49-F238E27FC236}">
                      <a16:creationId xmlns:a16="http://schemas.microsoft.com/office/drawing/2014/main" id="{A14E44D8-E06D-D08C-D08E-88EC9A9783F6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9829544" y="1431163"/>
                  <a:ext cx="12600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28747" name="Ink 28746">
                  <a:extLst>
                    <a:ext uri="{FF2B5EF4-FFF2-40B4-BE49-F238E27FC236}">
                      <a16:creationId xmlns:a16="http://schemas.microsoft.com/office/drawing/2014/main" id="{1F4BBD12-234F-7EC0-039E-704E7541F3F7}"/>
                    </a:ext>
                  </a:extLst>
                </p14:cNvPr>
                <p14:cNvContentPartPr/>
                <p14:nvPr/>
              </p14:nvContentPartPr>
              <p14:xfrm>
                <a:off x="10087304" y="1262683"/>
                <a:ext cx="153000" cy="225720"/>
              </p14:xfrm>
            </p:contentPart>
          </mc:Choice>
          <mc:Fallback xmlns="">
            <p:pic>
              <p:nvPicPr>
                <p:cNvPr id="28747" name="Ink 28746">
                  <a:extLst>
                    <a:ext uri="{FF2B5EF4-FFF2-40B4-BE49-F238E27FC236}">
                      <a16:creationId xmlns:a16="http://schemas.microsoft.com/office/drawing/2014/main" id="{1F4BBD12-234F-7EC0-039E-704E7541F3F7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10069664" y="1245043"/>
                  <a:ext cx="188640" cy="26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761" name="Group 28760">
            <a:extLst>
              <a:ext uri="{FF2B5EF4-FFF2-40B4-BE49-F238E27FC236}">
                <a16:creationId xmlns:a16="http://schemas.microsoft.com/office/drawing/2014/main" id="{A3D50B14-BD7D-7988-31AA-EA6D2BBE144B}"/>
              </a:ext>
            </a:extLst>
          </p:cNvPr>
          <p:cNvGrpSpPr/>
          <p:nvPr/>
        </p:nvGrpSpPr>
        <p:grpSpPr>
          <a:xfrm>
            <a:off x="9539384" y="2821123"/>
            <a:ext cx="749160" cy="447840"/>
            <a:chOff x="9539384" y="2821123"/>
            <a:chExt cx="749160" cy="447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28750" name="Ink 28749">
                  <a:extLst>
                    <a:ext uri="{FF2B5EF4-FFF2-40B4-BE49-F238E27FC236}">
                      <a16:creationId xmlns:a16="http://schemas.microsoft.com/office/drawing/2014/main" id="{3E317711-A0F9-8284-750C-91411B9CB883}"/>
                    </a:ext>
                  </a:extLst>
                </p14:cNvPr>
                <p14:cNvContentPartPr/>
                <p14:nvPr/>
              </p14:nvContentPartPr>
              <p14:xfrm>
                <a:off x="9539384" y="2821123"/>
                <a:ext cx="229680" cy="283320"/>
              </p14:xfrm>
            </p:contentPart>
          </mc:Choice>
          <mc:Fallback xmlns="">
            <p:pic>
              <p:nvPicPr>
                <p:cNvPr id="28750" name="Ink 28749">
                  <a:extLst>
                    <a:ext uri="{FF2B5EF4-FFF2-40B4-BE49-F238E27FC236}">
                      <a16:creationId xmlns:a16="http://schemas.microsoft.com/office/drawing/2014/main" id="{3E317711-A0F9-8284-750C-91411B9CB883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9521384" y="2803483"/>
                  <a:ext cx="26532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28751" name="Ink 28750">
                  <a:extLst>
                    <a:ext uri="{FF2B5EF4-FFF2-40B4-BE49-F238E27FC236}">
                      <a16:creationId xmlns:a16="http://schemas.microsoft.com/office/drawing/2014/main" id="{3116D260-F9B5-FE13-B886-7C81DFFBBE23}"/>
                    </a:ext>
                  </a:extLst>
                </p14:cNvPr>
                <p14:cNvContentPartPr/>
                <p14:nvPr/>
              </p14:nvContentPartPr>
              <p14:xfrm>
                <a:off x="9886784" y="3005443"/>
                <a:ext cx="81720" cy="203400"/>
              </p14:xfrm>
            </p:contentPart>
          </mc:Choice>
          <mc:Fallback xmlns="">
            <p:pic>
              <p:nvPicPr>
                <p:cNvPr id="28751" name="Ink 28750">
                  <a:extLst>
                    <a:ext uri="{FF2B5EF4-FFF2-40B4-BE49-F238E27FC236}">
                      <a16:creationId xmlns:a16="http://schemas.microsoft.com/office/drawing/2014/main" id="{3116D260-F9B5-FE13-B886-7C81DFFBBE23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9869144" y="2987803"/>
                  <a:ext cx="11736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28752" name="Ink 28751">
                  <a:extLst>
                    <a:ext uri="{FF2B5EF4-FFF2-40B4-BE49-F238E27FC236}">
                      <a16:creationId xmlns:a16="http://schemas.microsoft.com/office/drawing/2014/main" id="{232E2156-C6E6-636A-E8A1-E55F3B149028}"/>
                    </a:ext>
                  </a:extLst>
                </p14:cNvPr>
                <p14:cNvContentPartPr/>
                <p14:nvPr/>
              </p14:nvContentPartPr>
              <p14:xfrm>
                <a:off x="9903344" y="3045043"/>
                <a:ext cx="70200" cy="223920"/>
              </p14:xfrm>
            </p:contentPart>
          </mc:Choice>
          <mc:Fallback xmlns="">
            <p:pic>
              <p:nvPicPr>
                <p:cNvPr id="28752" name="Ink 28751">
                  <a:extLst>
                    <a:ext uri="{FF2B5EF4-FFF2-40B4-BE49-F238E27FC236}">
                      <a16:creationId xmlns:a16="http://schemas.microsoft.com/office/drawing/2014/main" id="{232E2156-C6E6-636A-E8A1-E55F3B149028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9885704" y="3027043"/>
                  <a:ext cx="10584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28753" name="Ink 28752">
                  <a:extLst>
                    <a:ext uri="{FF2B5EF4-FFF2-40B4-BE49-F238E27FC236}">
                      <a16:creationId xmlns:a16="http://schemas.microsoft.com/office/drawing/2014/main" id="{E0D83B47-7365-14CE-8B81-B66ED2E75F6D}"/>
                    </a:ext>
                  </a:extLst>
                </p14:cNvPr>
                <p14:cNvContentPartPr/>
                <p14:nvPr/>
              </p14:nvContentPartPr>
              <p14:xfrm>
                <a:off x="9940424" y="3029203"/>
                <a:ext cx="152640" cy="193320"/>
              </p14:xfrm>
            </p:contentPart>
          </mc:Choice>
          <mc:Fallback xmlns="">
            <p:pic>
              <p:nvPicPr>
                <p:cNvPr id="28753" name="Ink 28752">
                  <a:extLst>
                    <a:ext uri="{FF2B5EF4-FFF2-40B4-BE49-F238E27FC236}">
                      <a16:creationId xmlns:a16="http://schemas.microsoft.com/office/drawing/2014/main" id="{E0D83B47-7365-14CE-8B81-B66ED2E75F6D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9922424" y="3011203"/>
                  <a:ext cx="18828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28754" name="Ink 28753">
                  <a:extLst>
                    <a:ext uri="{FF2B5EF4-FFF2-40B4-BE49-F238E27FC236}">
                      <a16:creationId xmlns:a16="http://schemas.microsoft.com/office/drawing/2014/main" id="{C0B3808C-CCE9-23DC-A30C-5F34AEA2AD13}"/>
                    </a:ext>
                  </a:extLst>
                </p14:cNvPr>
                <p14:cNvContentPartPr/>
                <p14:nvPr/>
              </p14:nvContentPartPr>
              <p14:xfrm>
                <a:off x="10193144" y="3045403"/>
                <a:ext cx="95400" cy="208080"/>
              </p14:xfrm>
            </p:contentPart>
          </mc:Choice>
          <mc:Fallback xmlns="">
            <p:pic>
              <p:nvPicPr>
                <p:cNvPr id="28754" name="Ink 28753">
                  <a:extLst>
                    <a:ext uri="{FF2B5EF4-FFF2-40B4-BE49-F238E27FC236}">
                      <a16:creationId xmlns:a16="http://schemas.microsoft.com/office/drawing/2014/main" id="{C0B3808C-CCE9-23DC-A30C-5F34AEA2AD13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0175144" y="3027403"/>
                  <a:ext cx="131040" cy="24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760" name="Group 28759">
            <a:extLst>
              <a:ext uri="{FF2B5EF4-FFF2-40B4-BE49-F238E27FC236}">
                <a16:creationId xmlns:a16="http://schemas.microsoft.com/office/drawing/2014/main" id="{6560FD41-CA9E-9978-CD44-55E73457DB07}"/>
              </a:ext>
            </a:extLst>
          </p:cNvPr>
          <p:cNvGrpSpPr/>
          <p:nvPr/>
        </p:nvGrpSpPr>
        <p:grpSpPr>
          <a:xfrm>
            <a:off x="10727384" y="2874763"/>
            <a:ext cx="981720" cy="284040"/>
            <a:chOff x="10727384" y="2874763"/>
            <a:chExt cx="981720" cy="28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28755" name="Ink 28754">
                  <a:extLst>
                    <a:ext uri="{FF2B5EF4-FFF2-40B4-BE49-F238E27FC236}">
                      <a16:creationId xmlns:a16="http://schemas.microsoft.com/office/drawing/2014/main" id="{61008437-D1FC-8524-5CCE-53C26FE01B0B}"/>
                    </a:ext>
                  </a:extLst>
                </p14:cNvPr>
                <p14:cNvContentPartPr/>
                <p14:nvPr/>
              </p14:nvContentPartPr>
              <p14:xfrm>
                <a:off x="10727384" y="2914363"/>
                <a:ext cx="117360" cy="190800"/>
              </p14:xfrm>
            </p:contentPart>
          </mc:Choice>
          <mc:Fallback xmlns="">
            <p:pic>
              <p:nvPicPr>
                <p:cNvPr id="28755" name="Ink 28754">
                  <a:extLst>
                    <a:ext uri="{FF2B5EF4-FFF2-40B4-BE49-F238E27FC236}">
                      <a16:creationId xmlns:a16="http://schemas.microsoft.com/office/drawing/2014/main" id="{61008437-D1FC-8524-5CCE-53C26FE01B0B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10709744" y="2896363"/>
                  <a:ext cx="15300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28756" name="Ink 28755">
                  <a:extLst>
                    <a:ext uri="{FF2B5EF4-FFF2-40B4-BE49-F238E27FC236}">
                      <a16:creationId xmlns:a16="http://schemas.microsoft.com/office/drawing/2014/main" id="{48F026E5-128A-3B15-FCE9-6F244812C609}"/>
                    </a:ext>
                  </a:extLst>
                </p14:cNvPr>
                <p14:cNvContentPartPr/>
                <p14:nvPr/>
              </p14:nvContentPartPr>
              <p14:xfrm>
                <a:off x="10923944" y="2971603"/>
                <a:ext cx="275400" cy="117360"/>
              </p14:xfrm>
            </p:contentPart>
          </mc:Choice>
          <mc:Fallback xmlns="">
            <p:pic>
              <p:nvPicPr>
                <p:cNvPr id="28756" name="Ink 28755">
                  <a:extLst>
                    <a:ext uri="{FF2B5EF4-FFF2-40B4-BE49-F238E27FC236}">
                      <a16:creationId xmlns:a16="http://schemas.microsoft.com/office/drawing/2014/main" id="{48F026E5-128A-3B15-FCE9-6F244812C609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10906304" y="2953963"/>
                  <a:ext cx="31104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28757" name="Ink 28756">
                  <a:extLst>
                    <a:ext uri="{FF2B5EF4-FFF2-40B4-BE49-F238E27FC236}">
                      <a16:creationId xmlns:a16="http://schemas.microsoft.com/office/drawing/2014/main" id="{B285D346-83F9-3273-AC47-38F9F521391C}"/>
                    </a:ext>
                  </a:extLst>
                </p14:cNvPr>
                <p14:cNvContentPartPr/>
                <p14:nvPr/>
              </p14:nvContentPartPr>
              <p14:xfrm>
                <a:off x="11254424" y="3000763"/>
                <a:ext cx="129600" cy="140400"/>
              </p14:xfrm>
            </p:contentPart>
          </mc:Choice>
          <mc:Fallback xmlns="">
            <p:pic>
              <p:nvPicPr>
                <p:cNvPr id="28757" name="Ink 28756">
                  <a:extLst>
                    <a:ext uri="{FF2B5EF4-FFF2-40B4-BE49-F238E27FC236}">
                      <a16:creationId xmlns:a16="http://schemas.microsoft.com/office/drawing/2014/main" id="{B285D346-83F9-3273-AC47-38F9F521391C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11236784" y="2982763"/>
                  <a:ext cx="16524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28758" name="Ink 28757">
                  <a:extLst>
                    <a:ext uri="{FF2B5EF4-FFF2-40B4-BE49-F238E27FC236}">
                      <a16:creationId xmlns:a16="http://schemas.microsoft.com/office/drawing/2014/main" id="{53FA77C5-9D74-9281-0AAA-B7ECE887D53C}"/>
                    </a:ext>
                  </a:extLst>
                </p14:cNvPr>
                <p14:cNvContentPartPr/>
                <p14:nvPr/>
              </p14:nvContentPartPr>
              <p14:xfrm>
                <a:off x="11486264" y="2905363"/>
                <a:ext cx="61200" cy="253440"/>
              </p14:xfrm>
            </p:contentPart>
          </mc:Choice>
          <mc:Fallback xmlns="">
            <p:pic>
              <p:nvPicPr>
                <p:cNvPr id="28758" name="Ink 28757">
                  <a:extLst>
                    <a:ext uri="{FF2B5EF4-FFF2-40B4-BE49-F238E27FC236}">
                      <a16:creationId xmlns:a16="http://schemas.microsoft.com/office/drawing/2014/main" id="{53FA77C5-9D74-9281-0AAA-B7ECE887D53C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11468264" y="2887363"/>
                  <a:ext cx="9684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28759" name="Ink 28758">
                  <a:extLst>
                    <a:ext uri="{FF2B5EF4-FFF2-40B4-BE49-F238E27FC236}">
                      <a16:creationId xmlns:a16="http://schemas.microsoft.com/office/drawing/2014/main" id="{BC85BFF0-1DBD-FA11-2789-AC870BDDE549}"/>
                    </a:ext>
                  </a:extLst>
                </p14:cNvPr>
                <p14:cNvContentPartPr/>
                <p14:nvPr/>
              </p14:nvContentPartPr>
              <p14:xfrm>
                <a:off x="11648624" y="2874763"/>
                <a:ext cx="60480" cy="264960"/>
              </p14:xfrm>
            </p:contentPart>
          </mc:Choice>
          <mc:Fallback xmlns="">
            <p:pic>
              <p:nvPicPr>
                <p:cNvPr id="28759" name="Ink 28758">
                  <a:extLst>
                    <a:ext uri="{FF2B5EF4-FFF2-40B4-BE49-F238E27FC236}">
                      <a16:creationId xmlns:a16="http://schemas.microsoft.com/office/drawing/2014/main" id="{BC85BFF0-1DBD-FA11-2789-AC870BDDE549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11630624" y="2856763"/>
                  <a:ext cx="96120" cy="30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780" name="Group 28779">
            <a:extLst>
              <a:ext uri="{FF2B5EF4-FFF2-40B4-BE49-F238E27FC236}">
                <a16:creationId xmlns:a16="http://schemas.microsoft.com/office/drawing/2014/main" id="{80EAA4F4-00BB-5E15-1ACE-7A21DC2113A7}"/>
              </a:ext>
            </a:extLst>
          </p:cNvPr>
          <p:cNvGrpSpPr/>
          <p:nvPr/>
        </p:nvGrpSpPr>
        <p:grpSpPr>
          <a:xfrm>
            <a:off x="10232024" y="3948283"/>
            <a:ext cx="636840" cy="450360"/>
            <a:chOff x="10232024" y="3948283"/>
            <a:chExt cx="636840" cy="45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28762" name="Ink 28761">
                  <a:extLst>
                    <a:ext uri="{FF2B5EF4-FFF2-40B4-BE49-F238E27FC236}">
                      <a16:creationId xmlns:a16="http://schemas.microsoft.com/office/drawing/2014/main" id="{1A576F04-1231-36CF-A826-581173DED851}"/>
                    </a:ext>
                  </a:extLst>
                </p14:cNvPr>
                <p14:cNvContentPartPr/>
                <p14:nvPr/>
              </p14:nvContentPartPr>
              <p14:xfrm>
                <a:off x="10232024" y="3948283"/>
                <a:ext cx="228960" cy="272520"/>
              </p14:xfrm>
            </p:contentPart>
          </mc:Choice>
          <mc:Fallback xmlns="">
            <p:pic>
              <p:nvPicPr>
                <p:cNvPr id="28762" name="Ink 28761">
                  <a:extLst>
                    <a:ext uri="{FF2B5EF4-FFF2-40B4-BE49-F238E27FC236}">
                      <a16:creationId xmlns:a16="http://schemas.microsoft.com/office/drawing/2014/main" id="{1A576F04-1231-36CF-A826-581173DED851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10214384" y="3930283"/>
                  <a:ext cx="26460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28763" name="Ink 28762">
                  <a:extLst>
                    <a:ext uri="{FF2B5EF4-FFF2-40B4-BE49-F238E27FC236}">
                      <a16:creationId xmlns:a16="http://schemas.microsoft.com/office/drawing/2014/main" id="{CA96C6CE-E909-DE5D-0BDC-977A11E101FF}"/>
                    </a:ext>
                  </a:extLst>
                </p14:cNvPr>
                <p14:cNvContentPartPr/>
                <p14:nvPr/>
              </p14:nvContentPartPr>
              <p14:xfrm>
                <a:off x="10530824" y="4212163"/>
                <a:ext cx="82440" cy="186480"/>
              </p14:xfrm>
            </p:contentPart>
          </mc:Choice>
          <mc:Fallback xmlns="">
            <p:pic>
              <p:nvPicPr>
                <p:cNvPr id="28763" name="Ink 28762">
                  <a:extLst>
                    <a:ext uri="{FF2B5EF4-FFF2-40B4-BE49-F238E27FC236}">
                      <a16:creationId xmlns:a16="http://schemas.microsoft.com/office/drawing/2014/main" id="{CA96C6CE-E909-DE5D-0BDC-977A11E101FF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10513184" y="4194523"/>
                  <a:ext cx="11808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28764" name="Ink 28763">
                  <a:extLst>
                    <a:ext uri="{FF2B5EF4-FFF2-40B4-BE49-F238E27FC236}">
                      <a16:creationId xmlns:a16="http://schemas.microsoft.com/office/drawing/2014/main" id="{9618925E-E729-EACC-2429-AA9D3B1EE51E}"/>
                    </a:ext>
                  </a:extLst>
                </p14:cNvPr>
                <p14:cNvContentPartPr/>
                <p14:nvPr/>
              </p14:nvContentPartPr>
              <p14:xfrm>
                <a:off x="10536584" y="4202443"/>
                <a:ext cx="163440" cy="177480"/>
              </p14:xfrm>
            </p:contentPart>
          </mc:Choice>
          <mc:Fallback xmlns="">
            <p:pic>
              <p:nvPicPr>
                <p:cNvPr id="28764" name="Ink 28763">
                  <a:extLst>
                    <a:ext uri="{FF2B5EF4-FFF2-40B4-BE49-F238E27FC236}">
                      <a16:creationId xmlns:a16="http://schemas.microsoft.com/office/drawing/2014/main" id="{9618925E-E729-EACC-2429-AA9D3B1EE51E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10518944" y="4184443"/>
                  <a:ext cx="199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28765" name="Ink 28764">
                  <a:extLst>
                    <a:ext uri="{FF2B5EF4-FFF2-40B4-BE49-F238E27FC236}">
                      <a16:creationId xmlns:a16="http://schemas.microsoft.com/office/drawing/2014/main" id="{9505E357-C3C4-F225-331A-E87C5DC1BD77}"/>
                    </a:ext>
                  </a:extLst>
                </p14:cNvPr>
                <p14:cNvContentPartPr/>
                <p14:nvPr/>
              </p14:nvContentPartPr>
              <p14:xfrm>
                <a:off x="10758704" y="4173643"/>
                <a:ext cx="110160" cy="192240"/>
              </p14:xfrm>
            </p:contentPart>
          </mc:Choice>
          <mc:Fallback xmlns="">
            <p:pic>
              <p:nvPicPr>
                <p:cNvPr id="28765" name="Ink 28764">
                  <a:extLst>
                    <a:ext uri="{FF2B5EF4-FFF2-40B4-BE49-F238E27FC236}">
                      <a16:creationId xmlns:a16="http://schemas.microsoft.com/office/drawing/2014/main" id="{9505E357-C3C4-F225-331A-E87C5DC1BD77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10740704" y="4155643"/>
                  <a:ext cx="145800" cy="22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779" name="Group 28778">
            <a:extLst>
              <a:ext uri="{FF2B5EF4-FFF2-40B4-BE49-F238E27FC236}">
                <a16:creationId xmlns:a16="http://schemas.microsoft.com/office/drawing/2014/main" id="{97DF1733-AD1B-86B3-5CAF-B943BF7DB638}"/>
              </a:ext>
            </a:extLst>
          </p:cNvPr>
          <p:cNvGrpSpPr/>
          <p:nvPr/>
        </p:nvGrpSpPr>
        <p:grpSpPr>
          <a:xfrm>
            <a:off x="11303024" y="3886003"/>
            <a:ext cx="818280" cy="754920"/>
            <a:chOff x="11303024" y="3886003"/>
            <a:chExt cx="818280" cy="754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28766" name="Ink 28765">
                  <a:extLst>
                    <a:ext uri="{FF2B5EF4-FFF2-40B4-BE49-F238E27FC236}">
                      <a16:creationId xmlns:a16="http://schemas.microsoft.com/office/drawing/2014/main" id="{6FF556E6-D8F5-EBC8-C96A-84ABED184162}"/>
                    </a:ext>
                  </a:extLst>
                </p14:cNvPr>
                <p14:cNvContentPartPr/>
                <p14:nvPr/>
              </p14:nvContentPartPr>
              <p14:xfrm>
                <a:off x="11316704" y="4113883"/>
                <a:ext cx="45360" cy="260640"/>
              </p14:xfrm>
            </p:contentPart>
          </mc:Choice>
          <mc:Fallback xmlns="">
            <p:pic>
              <p:nvPicPr>
                <p:cNvPr id="28766" name="Ink 28765">
                  <a:extLst>
                    <a:ext uri="{FF2B5EF4-FFF2-40B4-BE49-F238E27FC236}">
                      <a16:creationId xmlns:a16="http://schemas.microsoft.com/office/drawing/2014/main" id="{6FF556E6-D8F5-EBC8-C96A-84ABED184162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11299064" y="4095883"/>
                  <a:ext cx="8100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28767" name="Ink 28766">
                  <a:extLst>
                    <a:ext uri="{FF2B5EF4-FFF2-40B4-BE49-F238E27FC236}">
                      <a16:creationId xmlns:a16="http://schemas.microsoft.com/office/drawing/2014/main" id="{97BAB85A-55EA-B010-0AC4-385416470BE1}"/>
                    </a:ext>
                  </a:extLst>
                </p14:cNvPr>
                <p14:cNvContentPartPr/>
                <p14:nvPr/>
              </p14:nvContentPartPr>
              <p14:xfrm>
                <a:off x="11364944" y="4352563"/>
                <a:ext cx="360" cy="360"/>
              </p14:xfrm>
            </p:contentPart>
          </mc:Choice>
          <mc:Fallback xmlns="">
            <p:pic>
              <p:nvPicPr>
                <p:cNvPr id="28767" name="Ink 28766">
                  <a:extLst>
                    <a:ext uri="{FF2B5EF4-FFF2-40B4-BE49-F238E27FC236}">
                      <a16:creationId xmlns:a16="http://schemas.microsoft.com/office/drawing/2014/main" id="{97BAB85A-55EA-B010-0AC4-385416470BE1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11346944" y="4334923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28768" name="Ink 28767">
                  <a:extLst>
                    <a:ext uri="{FF2B5EF4-FFF2-40B4-BE49-F238E27FC236}">
                      <a16:creationId xmlns:a16="http://schemas.microsoft.com/office/drawing/2014/main" id="{D4F3B759-D472-0933-AD59-6D65F812CC84}"/>
                    </a:ext>
                  </a:extLst>
                </p14:cNvPr>
                <p14:cNvContentPartPr/>
                <p14:nvPr/>
              </p14:nvContentPartPr>
              <p14:xfrm>
                <a:off x="11303024" y="4082923"/>
                <a:ext cx="161280" cy="94320"/>
              </p14:xfrm>
            </p:contentPart>
          </mc:Choice>
          <mc:Fallback xmlns="">
            <p:pic>
              <p:nvPicPr>
                <p:cNvPr id="28768" name="Ink 28767">
                  <a:extLst>
                    <a:ext uri="{FF2B5EF4-FFF2-40B4-BE49-F238E27FC236}">
                      <a16:creationId xmlns:a16="http://schemas.microsoft.com/office/drawing/2014/main" id="{D4F3B759-D472-0933-AD59-6D65F812CC84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11285024" y="4064923"/>
                  <a:ext cx="1969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28769" name="Ink 28768">
                  <a:extLst>
                    <a:ext uri="{FF2B5EF4-FFF2-40B4-BE49-F238E27FC236}">
                      <a16:creationId xmlns:a16="http://schemas.microsoft.com/office/drawing/2014/main" id="{27D323C0-5501-F1E3-AF15-EB2AD2FF41EA}"/>
                    </a:ext>
                  </a:extLst>
                </p14:cNvPr>
                <p14:cNvContentPartPr/>
                <p14:nvPr/>
              </p14:nvContentPartPr>
              <p14:xfrm>
                <a:off x="11504264" y="4090483"/>
                <a:ext cx="38160" cy="104760"/>
              </p14:xfrm>
            </p:contentPart>
          </mc:Choice>
          <mc:Fallback xmlns="">
            <p:pic>
              <p:nvPicPr>
                <p:cNvPr id="28769" name="Ink 28768">
                  <a:extLst>
                    <a:ext uri="{FF2B5EF4-FFF2-40B4-BE49-F238E27FC236}">
                      <a16:creationId xmlns:a16="http://schemas.microsoft.com/office/drawing/2014/main" id="{27D323C0-5501-F1E3-AF15-EB2AD2FF41EA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11486264" y="4072843"/>
                  <a:ext cx="7380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28770" name="Ink 28769">
                  <a:extLst>
                    <a:ext uri="{FF2B5EF4-FFF2-40B4-BE49-F238E27FC236}">
                      <a16:creationId xmlns:a16="http://schemas.microsoft.com/office/drawing/2014/main" id="{E90913CB-98B3-53FD-BCE2-6FB7B03216E7}"/>
                    </a:ext>
                  </a:extLst>
                </p14:cNvPr>
                <p14:cNvContentPartPr/>
                <p14:nvPr/>
              </p14:nvContentPartPr>
              <p14:xfrm>
                <a:off x="11548544" y="3990043"/>
                <a:ext cx="4680" cy="16560"/>
              </p14:xfrm>
            </p:contentPart>
          </mc:Choice>
          <mc:Fallback xmlns="">
            <p:pic>
              <p:nvPicPr>
                <p:cNvPr id="28770" name="Ink 28769">
                  <a:extLst>
                    <a:ext uri="{FF2B5EF4-FFF2-40B4-BE49-F238E27FC236}">
                      <a16:creationId xmlns:a16="http://schemas.microsoft.com/office/drawing/2014/main" id="{E90913CB-98B3-53FD-BCE2-6FB7B03216E7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11530904" y="3972043"/>
                  <a:ext cx="4032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28771" name="Ink 28770">
                  <a:extLst>
                    <a:ext uri="{FF2B5EF4-FFF2-40B4-BE49-F238E27FC236}">
                      <a16:creationId xmlns:a16="http://schemas.microsoft.com/office/drawing/2014/main" id="{8432B1E9-8021-723C-DB50-A39F56103B30}"/>
                    </a:ext>
                  </a:extLst>
                </p14:cNvPr>
                <p14:cNvContentPartPr/>
                <p14:nvPr/>
              </p14:nvContentPartPr>
              <p14:xfrm>
                <a:off x="11637464" y="4069963"/>
                <a:ext cx="99360" cy="97200"/>
              </p14:xfrm>
            </p:contentPart>
          </mc:Choice>
          <mc:Fallback xmlns="">
            <p:pic>
              <p:nvPicPr>
                <p:cNvPr id="28771" name="Ink 28770">
                  <a:extLst>
                    <a:ext uri="{FF2B5EF4-FFF2-40B4-BE49-F238E27FC236}">
                      <a16:creationId xmlns:a16="http://schemas.microsoft.com/office/drawing/2014/main" id="{8432B1E9-8021-723C-DB50-A39F56103B30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11619464" y="4051963"/>
                  <a:ext cx="13500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28772" name="Ink 28771">
                  <a:extLst>
                    <a:ext uri="{FF2B5EF4-FFF2-40B4-BE49-F238E27FC236}">
                      <a16:creationId xmlns:a16="http://schemas.microsoft.com/office/drawing/2014/main" id="{7E4C933B-D1B3-5055-93B2-4841379E23B5}"/>
                    </a:ext>
                  </a:extLst>
                </p14:cNvPr>
                <p14:cNvContentPartPr/>
                <p14:nvPr/>
              </p14:nvContentPartPr>
              <p14:xfrm>
                <a:off x="11836904" y="3886003"/>
                <a:ext cx="284400" cy="262080"/>
              </p14:xfrm>
            </p:contentPart>
          </mc:Choice>
          <mc:Fallback xmlns="">
            <p:pic>
              <p:nvPicPr>
                <p:cNvPr id="28772" name="Ink 28771">
                  <a:extLst>
                    <a:ext uri="{FF2B5EF4-FFF2-40B4-BE49-F238E27FC236}">
                      <a16:creationId xmlns:a16="http://schemas.microsoft.com/office/drawing/2014/main" id="{7E4C933B-D1B3-5055-93B2-4841379E23B5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11818904" y="3868363"/>
                  <a:ext cx="32004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28773" name="Ink 28772">
                  <a:extLst>
                    <a:ext uri="{FF2B5EF4-FFF2-40B4-BE49-F238E27FC236}">
                      <a16:creationId xmlns:a16="http://schemas.microsoft.com/office/drawing/2014/main" id="{6020F76C-A845-4D8E-458E-9B701E867DE1}"/>
                    </a:ext>
                  </a:extLst>
                </p14:cNvPr>
                <p14:cNvContentPartPr/>
                <p14:nvPr/>
              </p14:nvContentPartPr>
              <p14:xfrm>
                <a:off x="11618024" y="4426003"/>
                <a:ext cx="122760" cy="161640"/>
              </p14:xfrm>
            </p:contentPart>
          </mc:Choice>
          <mc:Fallback xmlns="">
            <p:pic>
              <p:nvPicPr>
                <p:cNvPr id="28773" name="Ink 28772">
                  <a:extLst>
                    <a:ext uri="{FF2B5EF4-FFF2-40B4-BE49-F238E27FC236}">
                      <a16:creationId xmlns:a16="http://schemas.microsoft.com/office/drawing/2014/main" id="{6020F76C-A845-4D8E-458E-9B701E867DE1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11600024" y="4408363"/>
                  <a:ext cx="15840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28774" name="Ink 28773">
                  <a:extLst>
                    <a:ext uri="{FF2B5EF4-FFF2-40B4-BE49-F238E27FC236}">
                      <a16:creationId xmlns:a16="http://schemas.microsoft.com/office/drawing/2014/main" id="{E97B47F8-4797-750B-5A7A-267D398BCC17}"/>
                    </a:ext>
                  </a:extLst>
                </p14:cNvPr>
                <p14:cNvContentPartPr/>
                <p14:nvPr/>
              </p14:nvContentPartPr>
              <p14:xfrm>
                <a:off x="11869664" y="4353643"/>
                <a:ext cx="23400" cy="287280"/>
              </p14:xfrm>
            </p:contentPart>
          </mc:Choice>
          <mc:Fallback xmlns="">
            <p:pic>
              <p:nvPicPr>
                <p:cNvPr id="28774" name="Ink 28773">
                  <a:extLst>
                    <a:ext uri="{FF2B5EF4-FFF2-40B4-BE49-F238E27FC236}">
                      <a16:creationId xmlns:a16="http://schemas.microsoft.com/office/drawing/2014/main" id="{E97B47F8-4797-750B-5A7A-267D398BCC17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11852024" y="4335643"/>
                  <a:ext cx="5904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28775" name="Ink 28774">
                  <a:extLst>
                    <a:ext uri="{FF2B5EF4-FFF2-40B4-BE49-F238E27FC236}">
                      <a16:creationId xmlns:a16="http://schemas.microsoft.com/office/drawing/2014/main" id="{91E18DC1-F732-40DE-6ED5-E5276C0AFC46}"/>
                    </a:ext>
                  </a:extLst>
                </p14:cNvPr>
                <p14:cNvContentPartPr/>
                <p14:nvPr/>
              </p14:nvContentPartPr>
              <p14:xfrm>
                <a:off x="11786144" y="4474963"/>
                <a:ext cx="129960" cy="56160"/>
              </p14:xfrm>
            </p:contentPart>
          </mc:Choice>
          <mc:Fallback xmlns="">
            <p:pic>
              <p:nvPicPr>
                <p:cNvPr id="28775" name="Ink 28774">
                  <a:extLst>
                    <a:ext uri="{FF2B5EF4-FFF2-40B4-BE49-F238E27FC236}">
                      <a16:creationId xmlns:a16="http://schemas.microsoft.com/office/drawing/2014/main" id="{91E18DC1-F732-40DE-6ED5-E5276C0AFC46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11768144" y="4456963"/>
                  <a:ext cx="16560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28776" name="Ink 28775">
                  <a:extLst>
                    <a:ext uri="{FF2B5EF4-FFF2-40B4-BE49-F238E27FC236}">
                      <a16:creationId xmlns:a16="http://schemas.microsoft.com/office/drawing/2014/main" id="{23353C50-4CCA-6D59-6404-51328878BFE3}"/>
                    </a:ext>
                  </a:extLst>
                </p14:cNvPr>
                <p14:cNvContentPartPr/>
                <p14:nvPr/>
              </p14:nvContentPartPr>
              <p14:xfrm>
                <a:off x="11980544" y="4395043"/>
                <a:ext cx="28440" cy="237600"/>
              </p14:xfrm>
            </p:contentPart>
          </mc:Choice>
          <mc:Fallback xmlns="">
            <p:pic>
              <p:nvPicPr>
                <p:cNvPr id="28776" name="Ink 28775">
                  <a:extLst>
                    <a:ext uri="{FF2B5EF4-FFF2-40B4-BE49-F238E27FC236}">
                      <a16:creationId xmlns:a16="http://schemas.microsoft.com/office/drawing/2014/main" id="{23353C50-4CCA-6D59-6404-51328878BFE3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11962904" y="4377403"/>
                  <a:ext cx="6408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28777" name="Ink 28776">
                  <a:extLst>
                    <a:ext uri="{FF2B5EF4-FFF2-40B4-BE49-F238E27FC236}">
                      <a16:creationId xmlns:a16="http://schemas.microsoft.com/office/drawing/2014/main" id="{79B5A8E2-5E8C-CC7E-00B8-FD3D4C42C00E}"/>
                    </a:ext>
                  </a:extLst>
                </p14:cNvPr>
                <p14:cNvContentPartPr/>
                <p14:nvPr/>
              </p14:nvContentPartPr>
              <p14:xfrm>
                <a:off x="11971544" y="4506283"/>
                <a:ext cx="37440" cy="54360"/>
              </p14:xfrm>
            </p:contentPart>
          </mc:Choice>
          <mc:Fallback xmlns="">
            <p:pic>
              <p:nvPicPr>
                <p:cNvPr id="28777" name="Ink 28776">
                  <a:extLst>
                    <a:ext uri="{FF2B5EF4-FFF2-40B4-BE49-F238E27FC236}">
                      <a16:creationId xmlns:a16="http://schemas.microsoft.com/office/drawing/2014/main" id="{79B5A8E2-5E8C-CC7E-00B8-FD3D4C42C00E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11953904" y="4488283"/>
                  <a:ext cx="73080" cy="9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786" name="Group 28785">
            <a:extLst>
              <a:ext uri="{FF2B5EF4-FFF2-40B4-BE49-F238E27FC236}">
                <a16:creationId xmlns:a16="http://schemas.microsoft.com/office/drawing/2014/main" id="{0E152445-6246-75A6-DD23-B4EAFC7460F6}"/>
              </a:ext>
            </a:extLst>
          </p:cNvPr>
          <p:cNvGrpSpPr/>
          <p:nvPr/>
        </p:nvGrpSpPr>
        <p:grpSpPr>
          <a:xfrm>
            <a:off x="9954464" y="5421763"/>
            <a:ext cx="623160" cy="383760"/>
            <a:chOff x="9954464" y="5421763"/>
            <a:chExt cx="623160" cy="383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28781" name="Ink 28780">
                  <a:extLst>
                    <a:ext uri="{FF2B5EF4-FFF2-40B4-BE49-F238E27FC236}">
                      <a16:creationId xmlns:a16="http://schemas.microsoft.com/office/drawing/2014/main" id="{68AE52BD-5D10-93A1-076E-5ECB5226B58B}"/>
                    </a:ext>
                  </a:extLst>
                </p14:cNvPr>
                <p14:cNvContentPartPr/>
                <p14:nvPr/>
              </p14:nvContentPartPr>
              <p14:xfrm>
                <a:off x="9954464" y="5421763"/>
                <a:ext cx="221400" cy="233640"/>
              </p14:xfrm>
            </p:contentPart>
          </mc:Choice>
          <mc:Fallback xmlns="">
            <p:pic>
              <p:nvPicPr>
                <p:cNvPr id="28781" name="Ink 28780">
                  <a:extLst>
                    <a:ext uri="{FF2B5EF4-FFF2-40B4-BE49-F238E27FC236}">
                      <a16:creationId xmlns:a16="http://schemas.microsoft.com/office/drawing/2014/main" id="{68AE52BD-5D10-93A1-076E-5ECB5226B58B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9936464" y="5403763"/>
                  <a:ext cx="25704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28782" name="Ink 28781">
                  <a:extLst>
                    <a:ext uri="{FF2B5EF4-FFF2-40B4-BE49-F238E27FC236}">
                      <a16:creationId xmlns:a16="http://schemas.microsoft.com/office/drawing/2014/main" id="{7ABF087D-1B5D-2697-C56C-F2E0776CCDEB}"/>
                    </a:ext>
                  </a:extLst>
                </p14:cNvPr>
                <p14:cNvContentPartPr/>
                <p14:nvPr/>
              </p14:nvContentPartPr>
              <p14:xfrm>
                <a:off x="10259024" y="5679523"/>
                <a:ext cx="6840" cy="8640"/>
              </p14:xfrm>
            </p:contentPart>
          </mc:Choice>
          <mc:Fallback xmlns="">
            <p:pic>
              <p:nvPicPr>
                <p:cNvPr id="28782" name="Ink 28781">
                  <a:extLst>
                    <a:ext uri="{FF2B5EF4-FFF2-40B4-BE49-F238E27FC236}">
                      <a16:creationId xmlns:a16="http://schemas.microsoft.com/office/drawing/2014/main" id="{7ABF087D-1B5D-2697-C56C-F2E0776CCDEB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10241024" y="5661523"/>
                  <a:ext cx="4248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28783" name="Ink 28782">
                  <a:extLst>
                    <a:ext uri="{FF2B5EF4-FFF2-40B4-BE49-F238E27FC236}">
                      <a16:creationId xmlns:a16="http://schemas.microsoft.com/office/drawing/2014/main" id="{2788D282-688F-1246-3739-FC196514EF28}"/>
                    </a:ext>
                  </a:extLst>
                </p14:cNvPr>
                <p14:cNvContentPartPr/>
                <p14:nvPr/>
              </p14:nvContentPartPr>
              <p14:xfrm>
                <a:off x="10251464" y="5599603"/>
                <a:ext cx="26640" cy="205920"/>
              </p14:xfrm>
            </p:contentPart>
          </mc:Choice>
          <mc:Fallback xmlns="">
            <p:pic>
              <p:nvPicPr>
                <p:cNvPr id="28783" name="Ink 28782">
                  <a:extLst>
                    <a:ext uri="{FF2B5EF4-FFF2-40B4-BE49-F238E27FC236}">
                      <a16:creationId xmlns:a16="http://schemas.microsoft.com/office/drawing/2014/main" id="{2788D282-688F-1246-3739-FC196514EF28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10233824" y="5581963"/>
                  <a:ext cx="6228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28784" name="Ink 28783">
                  <a:extLst>
                    <a:ext uri="{FF2B5EF4-FFF2-40B4-BE49-F238E27FC236}">
                      <a16:creationId xmlns:a16="http://schemas.microsoft.com/office/drawing/2014/main" id="{E0E3BAD6-3A22-45F8-44EB-BCBF9A3B367E}"/>
                    </a:ext>
                  </a:extLst>
                </p14:cNvPr>
                <p14:cNvContentPartPr/>
                <p14:nvPr/>
              </p14:nvContentPartPr>
              <p14:xfrm>
                <a:off x="10224464" y="5620123"/>
                <a:ext cx="149760" cy="116640"/>
              </p14:xfrm>
            </p:contentPart>
          </mc:Choice>
          <mc:Fallback xmlns="">
            <p:pic>
              <p:nvPicPr>
                <p:cNvPr id="28784" name="Ink 28783">
                  <a:extLst>
                    <a:ext uri="{FF2B5EF4-FFF2-40B4-BE49-F238E27FC236}">
                      <a16:creationId xmlns:a16="http://schemas.microsoft.com/office/drawing/2014/main" id="{E0E3BAD6-3A22-45F8-44EB-BCBF9A3B367E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10206824" y="5602123"/>
                  <a:ext cx="18540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28785" name="Ink 28784">
                  <a:extLst>
                    <a:ext uri="{FF2B5EF4-FFF2-40B4-BE49-F238E27FC236}">
                      <a16:creationId xmlns:a16="http://schemas.microsoft.com/office/drawing/2014/main" id="{C3DCE5E2-614B-28B0-515A-D9D86EA45FF2}"/>
                    </a:ext>
                  </a:extLst>
                </p14:cNvPr>
                <p14:cNvContentPartPr/>
                <p14:nvPr/>
              </p14:nvContentPartPr>
              <p14:xfrm>
                <a:off x="10493384" y="5585203"/>
                <a:ext cx="84240" cy="169560"/>
              </p14:xfrm>
            </p:contentPart>
          </mc:Choice>
          <mc:Fallback xmlns="">
            <p:pic>
              <p:nvPicPr>
                <p:cNvPr id="28785" name="Ink 28784">
                  <a:extLst>
                    <a:ext uri="{FF2B5EF4-FFF2-40B4-BE49-F238E27FC236}">
                      <a16:creationId xmlns:a16="http://schemas.microsoft.com/office/drawing/2014/main" id="{C3DCE5E2-614B-28B0-515A-D9D86EA45FF2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10475384" y="5567203"/>
                  <a:ext cx="1198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805" name="Group 28804">
            <a:extLst>
              <a:ext uri="{FF2B5EF4-FFF2-40B4-BE49-F238E27FC236}">
                <a16:creationId xmlns:a16="http://schemas.microsoft.com/office/drawing/2014/main" id="{377FFB88-C1C5-3006-9634-0A967BA07CB9}"/>
              </a:ext>
            </a:extLst>
          </p:cNvPr>
          <p:cNvGrpSpPr/>
          <p:nvPr/>
        </p:nvGrpSpPr>
        <p:grpSpPr>
          <a:xfrm>
            <a:off x="11372864" y="6012883"/>
            <a:ext cx="651600" cy="257400"/>
            <a:chOff x="11372864" y="6012883"/>
            <a:chExt cx="651600" cy="257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28800" name="Ink 28799">
                  <a:extLst>
                    <a:ext uri="{FF2B5EF4-FFF2-40B4-BE49-F238E27FC236}">
                      <a16:creationId xmlns:a16="http://schemas.microsoft.com/office/drawing/2014/main" id="{6BD7935F-9C2C-9F91-967F-7665AB597339}"/>
                    </a:ext>
                  </a:extLst>
                </p14:cNvPr>
                <p14:cNvContentPartPr/>
                <p14:nvPr/>
              </p14:nvContentPartPr>
              <p14:xfrm>
                <a:off x="11372864" y="6072283"/>
                <a:ext cx="172800" cy="187200"/>
              </p14:xfrm>
            </p:contentPart>
          </mc:Choice>
          <mc:Fallback xmlns="">
            <p:pic>
              <p:nvPicPr>
                <p:cNvPr id="28800" name="Ink 28799">
                  <a:extLst>
                    <a:ext uri="{FF2B5EF4-FFF2-40B4-BE49-F238E27FC236}">
                      <a16:creationId xmlns:a16="http://schemas.microsoft.com/office/drawing/2014/main" id="{6BD7935F-9C2C-9F91-967F-7665AB597339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11355224" y="6054643"/>
                  <a:ext cx="20844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28801" name="Ink 28800">
                  <a:extLst>
                    <a:ext uri="{FF2B5EF4-FFF2-40B4-BE49-F238E27FC236}">
                      <a16:creationId xmlns:a16="http://schemas.microsoft.com/office/drawing/2014/main" id="{0DB02C38-5C74-1F09-8EAA-902C6C62001F}"/>
                    </a:ext>
                  </a:extLst>
                </p14:cNvPr>
                <p14:cNvContentPartPr/>
                <p14:nvPr/>
              </p14:nvContentPartPr>
              <p14:xfrm>
                <a:off x="11630984" y="6146443"/>
                <a:ext cx="59760" cy="123840"/>
              </p14:xfrm>
            </p:contentPart>
          </mc:Choice>
          <mc:Fallback xmlns="">
            <p:pic>
              <p:nvPicPr>
                <p:cNvPr id="28801" name="Ink 28800">
                  <a:extLst>
                    <a:ext uri="{FF2B5EF4-FFF2-40B4-BE49-F238E27FC236}">
                      <a16:creationId xmlns:a16="http://schemas.microsoft.com/office/drawing/2014/main" id="{0DB02C38-5C74-1F09-8EAA-902C6C62001F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1613344" y="6128443"/>
                  <a:ext cx="9540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28802" name="Ink 28801">
                  <a:extLst>
                    <a:ext uri="{FF2B5EF4-FFF2-40B4-BE49-F238E27FC236}">
                      <a16:creationId xmlns:a16="http://schemas.microsoft.com/office/drawing/2014/main" id="{6EC76C4B-06D8-090E-48F7-69DF35AA792D}"/>
                    </a:ext>
                  </a:extLst>
                </p14:cNvPr>
                <p14:cNvContentPartPr/>
                <p14:nvPr/>
              </p14:nvContentPartPr>
              <p14:xfrm>
                <a:off x="11819264" y="6047803"/>
                <a:ext cx="37440" cy="166680"/>
              </p14:xfrm>
            </p:contentPart>
          </mc:Choice>
          <mc:Fallback xmlns="">
            <p:pic>
              <p:nvPicPr>
                <p:cNvPr id="28802" name="Ink 28801">
                  <a:extLst>
                    <a:ext uri="{FF2B5EF4-FFF2-40B4-BE49-F238E27FC236}">
                      <a16:creationId xmlns:a16="http://schemas.microsoft.com/office/drawing/2014/main" id="{6EC76C4B-06D8-090E-48F7-69DF35AA792D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11801624" y="6030163"/>
                  <a:ext cx="7308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28803" name="Ink 28802">
                  <a:extLst>
                    <a:ext uri="{FF2B5EF4-FFF2-40B4-BE49-F238E27FC236}">
                      <a16:creationId xmlns:a16="http://schemas.microsoft.com/office/drawing/2014/main" id="{22B3A77A-E958-55FE-0A7A-7DD331B807F8}"/>
                    </a:ext>
                  </a:extLst>
                </p14:cNvPr>
                <p14:cNvContentPartPr/>
                <p14:nvPr/>
              </p14:nvContentPartPr>
              <p14:xfrm>
                <a:off x="11957144" y="6012883"/>
                <a:ext cx="51480" cy="214200"/>
              </p14:xfrm>
            </p:contentPart>
          </mc:Choice>
          <mc:Fallback xmlns="">
            <p:pic>
              <p:nvPicPr>
                <p:cNvPr id="28803" name="Ink 28802">
                  <a:extLst>
                    <a:ext uri="{FF2B5EF4-FFF2-40B4-BE49-F238E27FC236}">
                      <a16:creationId xmlns:a16="http://schemas.microsoft.com/office/drawing/2014/main" id="{22B3A77A-E958-55FE-0A7A-7DD331B807F8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11939144" y="5995243"/>
                  <a:ext cx="8712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28804" name="Ink 28803">
                  <a:extLst>
                    <a:ext uri="{FF2B5EF4-FFF2-40B4-BE49-F238E27FC236}">
                      <a16:creationId xmlns:a16="http://schemas.microsoft.com/office/drawing/2014/main" id="{2D2EC6DC-E70B-0176-203D-2BBCE5F873B4}"/>
                    </a:ext>
                  </a:extLst>
                </p14:cNvPr>
                <p14:cNvContentPartPr/>
                <p14:nvPr/>
              </p14:nvContentPartPr>
              <p14:xfrm>
                <a:off x="11905664" y="6081283"/>
                <a:ext cx="118800" cy="31680"/>
              </p14:xfrm>
            </p:contentPart>
          </mc:Choice>
          <mc:Fallback xmlns="">
            <p:pic>
              <p:nvPicPr>
                <p:cNvPr id="28804" name="Ink 28803">
                  <a:extLst>
                    <a:ext uri="{FF2B5EF4-FFF2-40B4-BE49-F238E27FC236}">
                      <a16:creationId xmlns:a16="http://schemas.microsoft.com/office/drawing/2014/main" id="{2D2EC6DC-E70B-0176-203D-2BBCE5F873B4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11888024" y="6063643"/>
                  <a:ext cx="154440" cy="67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816" name="Group 28815">
            <a:extLst>
              <a:ext uri="{FF2B5EF4-FFF2-40B4-BE49-F238E27FC236}">
                <a16:creationId xmlns:a16="http://schemas.microsoft.com/office/drawing/2014/main" id="{38DC3B6C-ED7C-9BE7-06BA-3B67167A027C}"/>
              </a:ext>
            </a:extLst>
          </p:cNvPr>
          <p:cNvGrpSpPr/>
          <p:nvPr/>
        </p:nvGrpSpPr>
        <p:grpSpPr>
          <a:xfrm>
            <a:off x="10840784" y="4918483"/>
            <a:ext cx="1325160" cy="991080"/>
            <a:chOff x="10840784" y="4918483"/>
            <a:chExt cx="1325160" cy="99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28787" name="Ink 28786">
                  <a:extLst>
                    <a:ext uri="{FF2B5EF4-FFF2-40B4-BE49-F238E27FC236}">
                      <a16:creationId xmlns:a16="http://schemas.microsoft.com/office/drawing/2014/main" id="{6B51416A-126B-8569-05C3-FC0D05A676C0}"/>
                    </a:ext>
                  </a:extLst>
                </p14:cNvPr>
                <p14:cNvContentPartPr/>
                <p14:nvPr/>
              </p14:nvContentPartPr>
              <p14:xfrm>
                <a:off x="10840784" y="5355523"/>
                <a:ext cx="293760" cy="371160"/>
              </p14:xfrm>
            </p:contentPart>
          </mc:Choice>
          <mc:Fallback xmlns="">
            <p:pic>
              <p:nvPicPr>
                <p:cNvPr id="28787" name="Ink 28786">
                  <a:extLst>
                    <a:ext uri="{FF2B5EF4-FFF2-40B4-BE49-F238E27FC236}">
                      <a16:creationId xmlns:a16="http://schemas.microsoft.com/office/drawing/2014/main" id="{6B51416A-126B-8569-05C3-FC0D05A676C0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0822784" y="5337523"/>
                  <a:ext cx="329400" cy="40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28788" name="Ink 28787">
                  <a:extLst>
                    <a:ext uri="{FF2B5EF4-FFF2-40B4-BE49-F238E27FC236}">
                      <a16:creationId xmlns:a16="http://schemas.microsoft.com/office/drawing/2014/main" id="{27E2245A-93F3-6DFD-5800-70D41381E82C}"/>
                    </a:ext>
                  </a:extLst>
                </p14:cNvPr>
                <p14:cNvContentPartPr/>
                <p14:nvPr/>
              </p14:nvContentPartPr>
              <p14:xfrm>
                <a:off x="11428664" y="5441563"/>
                <a:ext cx="12600" cy="165960"/>
              </p14:xfrm>
            </p:contentPart>
          </mc:Choice>
          <mc:Fallback xmlns="">
            <p:pic>
              <p:nvPicPr>
                <p:cNvPr id="28788" name="Ink 28787">
                  <a:extLst>
                    <a:ext uri="{FF2B5EF4-FFF2-40B4-BE49-F238E27FC236}">
                      <a16:creationId xmlns:a16="http://schemas.microsoft.com/office/drawing/2014/main" id="{27E2245A-93F3-6DFD-5800-70D41381E82C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11411024" y="5423563"/>
                  <a:ext cx="4824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28789" name="Ink 28788">
                  <a:extLst>
                    <a:ext uri="{FF2B5EF4-FFF2-40B4-BE49-F238E27FC236}">
                      <a16:creationId xmlns:a16="http://schemas.microsoft.com/office/drawing/2014/main" id="{DDC82242-9962-1E51-58EE-4F7DF2AADD6B}"/>
                    </a:ext>
                  </a:extLst>
                </p14:cNvPr>
                <p14:cNvContentPartPr/>
                <p14:nvPr/>
              </p14:nvContentPartPr>
              <p14:xfrm>
                <a:off x="11400584" y="5388643"/>
                <a:ext cx="103680" cy="110520"/>
              </p14:xfrm>
            </p:contentPart>
          </mc:Choice>
          <mc:Fallback xmlns="">
            <p:pic>
              <p:nvPicPr>
                <p:cNvPr id="28789" name="Ink 28788">
                  <a:extLst>
                    <a:ext uri="{FF2B5EF4-FFF2-40B4-BE49-F238E27FC236}">
                      <a16:creationId xmlns:a16="http://schemas.microsoft.com/office/drawing/2014/main" id="{DDC82242-9962-1E51-58EE-4F7DF2AADD6B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11382584" y="5370643"/>
                  <a:ext cx="13932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28790" name="Ink 28789">
                  <a:extLst>
                    <a:ext uri="{FF2B5EF4-FFF2-40B4-BE49-F238E27FC236}">
                      <a16:creationId xmlns:a16="http://schemas.microsoft.com/office/drawing/2014/main" id="{AF99136A-86A9-3C80-8D5A-46C3880F8449}"/>
                    </a:ext>
                  </a:extLst>
                </p14:cNvPr>
                <p14:cNvContentPartPr/>
                <p14:nvPr/>
              </p14:nvContentPartPr>
              <p14:xfrm>
                <a:off x="11575544" y="5439403"/>
                <a:ext cx="41040" cy="98640"/>
              </p14:xfrm>
            </p:contentPart>
          </mc:Choice>
          <mc:Fallback xmlns="">
            <p:pic>
              <p:nvPicPr>
                <p:cNvPr id="28790" name="Ink 28789">
                  <a:extLst>
                    <a:ext uri="{FF2B5EF4-FFF2-40B4-BE49-F238E27FC236}">
                      <a16:creationId xmlns:a16="http://schemas.microsoft.com/office/drawing/2014/main" id="{AF99136A-86A9-3C80-8D5A-46C3880F8449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1557544" y="5421403"/>
                  <a:ext cx="7668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28791" name="Ink 28790">
                  <a:extLst>
                    <a:ext uri="{FF2B5EF4-FFF2-40B4-BE49-F238E27FC236}">
                      <a16:creationId xmlns:a16="http://schemas.microsoft.com/office/drawing/2014/main" id="{012580A7-3CD7-08C8-9C37-5125187810C1}"/>
                    </a:ext>
                  </a:extLst>
                </p14:cNvPr>
                <p14:cNvContentPartPr/>
                <p14:nvPr/>
              </p14:nvContentPartPr>
              <p14:xfrm>
                <a:off x="11545304" y="5323483"/>
                <a:ext cx="41040" cy="20160"/>
              </p14:xfrm>
            </p:contentPart>
          </mc:Choice>
          <mc:Fallback xmlns="">
            <p:pic>
              <p:nvPicPr>
                <p:cNvPr id="28791" name="Ink 28790">
                  <a:extLst>
                    <a:ext uri="{FF2B5EF4-FFF2-40B4-BE49-F238E27FC236}">
                      <a16:creationId xmlns:a16="http://schemas.microsoft.com/office/drawing/2014/main" id="{012580A7-3CD7-08C8-9C37-5125187810C1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1527304" y="5305483"/>
                  <a:ext cx="7668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28792" name="Ink 28791">
                  <a:extLst>
                    <a:ext uri="{FF2B5EF4-FFF2-40B4-BE49-F238E27FC236}">
                      <a16:creationId xmlns:a16="http://schemas.microsoft.com/office/drawing/2014/main" id="{43ED7F15-55CC-6FAA-FBC0-1F2A55063CB4}"/>
                    </a:ext>
                  </a:extLst>
                </p14:cNvPr>
                <p14:cNvContentPartPr/>
                <p14:nvPr/>
              </p14:nvContentPartPr>
              <p14:xfrm>
                <a:off x="11680304" y="5386123"/>
                <a:ext cx="119880" cy="101880"/>
              </p14:xfrm>
            </p:contentPart>
          </mc:Choice>
          <mc:Fallback xmlns="">
            <p:pic>
              <p:nvPicPr>
                <p:cNvPr id="28792" name="Ink 28791">
                  <a:extLst>
                    <a:ext uri="{FF2B5EF4-FFF2-40B4-BE49-F238E27FC236}">
                      <a16:creationId xmlns:a16="http://schemas.microsoft.com/office/drawing/2014/main" id="{43ED7F15-55CC-6FAA-FBC0-1F2A55063CB4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11662664" y="5368483"/>
                  <a:ext cx="15552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28793" name="Ink 28792">
                  <a:extLst>
                    <a:ext uri="{FF2B5EF4-FFF2-40B4-BE49-F238E27FC236}">
                      <a16:creationId xmlns:a16="http://schemas.microsoft.com/office/drawing/2014/main" id="{2B41548D-1097-79E1-F461-3594BB7E8BDB}"/>
                    </a:ext>
                  </a:extLst>
                </p14:cNvPr>
                <p14:cNvContentPartPr/>
                <p14:nvPr/>
              </p14:nvContentPartPr>
              <p14:xfrm>
                <a:off x="11875784" y="5329963"/>
                <a:ext cx="211680" cy="161280"/>
              </p14:xfrm>
            </p:contentPart>
          </mc:Choice>
          <mc:Fallback xmlns="">
            <p:pic>
              <p:nvPicPr>
                <p:cNvPr id="28793" name="Ink 28792">
                  <a:extLst>
                    <a:ext uri="{FF2B5EF4-FFF2-40B4-BE49-F238E27FC236}">
                      <a16:creationId xmlns:a16="http://schemas.microsoft.com/office/drawing/2014/main" id="{2B41548D-1097-79E1-F461-3594BB7E8BDB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11857784" y="5311963"/>
                  <a:ext cx="24732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28794" name="Ink 28793">
                  <a:extLst>
                    <a:ext uri="{FF2B5EF4-FFF2-40B4-BE49-F238E27FC236}">
                      <a16:creationId xmlns:a16="http://schemas.microsoft.com/office/drawing/2014/main" id="{4CBC6D06-3803-29AC-4748-476DB4A6E16D}"/>
                    </a:ext>
                  </a:extLst>
                </p14:cNvPr>
                <p14:cNvContentPartPr/>
                <p14:nvPr/>
              </p14:nvContentPartPr>
              <p14:xfrm>
                <a:off x="12135704" y="5395843"/>
                <a:ext cx="30240" cy="31320"/>
              </p14:xfrm>
            </p:contentPart>
          </mc:Choice>
          <mc:Fallback xmlns="">
            <p:pic>
              <p:nvPicPr>
                <p:cNvPr id="28794" name="Ink 28793">
                  <a:extLst>
                    <a:ext uri="{FF2B5EF4-FFF2-40B4-BE49-F238E27FC236}">
                      <a16:creationId xmlns:a16="http://schemas.microsoft.com/office/drawing/2014/main" id="{4CBC6D06-3803-29AC-4748-476DB4A6E16D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12117704" y="5377843"/>
                  <a:ext cx="6588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28795" name="Ink 28794">
                  <a:extLst>
                    <a:ext uri="{FF2B5EF4-FFF2-40B4-BE49-F238E27FC236}">
                      <a16:creationId xmlns:a16="http://schemas.microsoft.com/office/drawing/2014/main" id="{212379BD-AB25-EEA6-914C-1EF7F1D3ACAE}"/>
                    </a:ext>
                  </a:extLst>
                </p14:cNvPr>
                <p14:cNvContentPartPr/>
                <p14:nvPr/>
              </p14:nvContentPartPr>
              <p14:xfrm>
                <a:off x="11592464" y="5745403"/>
                <a:ext cx="95400" cy="164160"/>
              </p14:xfrm>
            </p:contentPart>
          </mc:Choice>
          <mc:Fallback xmlns="">
            <p:pic>
              <p:nvPicPr>
                <p:cNvPr id="28795" name="Ink 28794">
                  <a:extLst>
                    <a:ext uri="{FF2B5EF4-FFF2-40B4-BE49-F238E27FC236}">
                      <a16:creationId xmlns:a16="http://schemas.microsoft.com/office/drawing/2014/main" id="{212379BD-AB25-EEA6-914C-1EF7F1D3ACAE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11574464" y="5727763"/>
                  <a:ext cx="13104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28796" name="Ink 28795">
                  <a:extLst>
                    <a:ext uri="{FF2B5EF4-FFF2-40B4-BE49-F238E27FC236}">
                      <a16:creationId xmlns:a16="http://schemas.microsoft.com/office/drawing/2014/main" id="{E7D408F9-E554-BACD-8877-6AFBB631BC09}"/>
                    </a:ext>
                  </a:extLst>
                </p14:cNvPr>
                <p14:cNvContentPartPr/>
                <p14:nvPr/>
              </p14:nvContentPartPr>
              <p14:xfrm>
                <a:off x="11810984" y="5667283"/>
                <a:ext cx="37800" cy="209520"/>
              </p14:xfrm>
            </p:contentPart>
          </mc:Choice>
          <mc:Fallback xmlns="">
            <p:pic>
              <p:nvPicPr>
                <p:cNvPr id="28796" name="Ink 28795">
                  <a:extLst>
                    <a:ext uri="{FF2B5EF4-FFF2-40B4-BE49-F238E27FC236}">
                      <a16:creationId xmlns:a16="http://schemas.microsoft.com/office/drawing/2014/main" id="{E7D408F9-E554-BACD-8877-6AFBB631BC09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11793344" y="5649643"/>
                  <a:ext cx="7344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28797" name="Ink 28796">
                  <a:extLst>
                    <a:ext uri="{FF2B5EF4-FFF2-40B4-BE49-F238E27FC236}">
                      <a16:creationId xmlns:a16="http://schemas.microsoft.com/office/drawing/2014/main" id="{39674C7D-5301-89EE-CE0E-C9EB354A092F}"/>
                    </a:ext>
                  </a:extLst>
                </p14:cNvPr>
                <p14:cNvContentPartPr/>
                <p14:nvPr/>
              </p14:nvContentPartPr>
              <p14:xfrm>
                <a:off x="11781104" y="5788603"/>
                <a:ext cx="30600" cy="37080"/>
              </p14:xfrm>
            </p:contentPart>
          </mc:Choice>
          <mc:Fallback xmlns="">
            <p:pic>
              <p:nvPicPr>
                <p:cNvPr id="28797" name="Ink 28796">
                  <a:extLst>
                    <a:ext uri="{FF2B5EF4-FFF2-40B4-BE49-F238E27FC236}">
                      <a16:creationId xmlns:a16="http://schemas.microsoft.com/office/drawing/2014/main" id="{39674C7D-5301-89EE-CE0E-C9EB354A092F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11763104" y="5770963"/>
                  <a:ext cx="6624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28798" name="Ink 28797">
                  <a:extLst>
                    <a:ext uri="{FF2B5EF4-FFF2-40B4-BE49-F238E27FC236}">
                      <a16:creationId xmlns:a16="http://schemas.microsoft.com/office/drawing/2014/main" id="{C42B8053-8258-C715-F113-EACC0E85A0BC}"/>
                    </a:ext>
                  </a:extLst>
                </p14:cNvPr>
                <p14:cNvContentPartPr/>
                <p14:nvPr/>
              </p14:nvContentPartPr>
              <p14:xfrm>
                <a:off x="11934104" y="5661163"/>
                <a:ext cx="72720" cy="222840"/>
              </p14:xfrm>
            </p:contentPart>
          </mc:Choice>
          <mc:Fallback xmlns="">
            <p:pic>
              <p:nvPicPr>
                <p:cNvPr id="28798" name="Ink 28797">
                  <a:extLst>
                    <a:ext uri="{FF2B5EF4-FFF2-40B4-BE49-F238E27FC236}">
                      <a16:creationId xmlns:a16="http://schemas.microsoft.com/office/drawing/2014/main" id="{C42B8053-8258-C715-F113-EACC0E85A0BC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11916104" y="5643523"/>
                  <a:ext cx="10836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28799" name="Ink 28798">
                  <a:extLst>
                    <a:ext uri="{FF2B5EF4-FFF2-40B4-BE49-F238E27FC236}">
                      <a16:creationId xmlns:a16="http://schemas.microsoft.com/office/drawing/2014/main" id="{67B7AC3D-1C79-1D3B-27D9-4A3CA43719FF}"/>
                    </a:ext>
                  </a:extLst>
                </p14:cNvPr>
                <p14:cNvContentPartPr/>
                <p14:nvPr/>
              </p14:nvContentPartPr>
              <p14:xfrm>
                <a:off x="11949944" y="5777083"/>
                <a:ext cx="60480" cy="42120"/>
              </p14:xfrm>
            </p:contentPart>
          </mc:Choice>
          <mc:Fallback xmlns="">
            <p:pic>
              <p:nvPicPr>
                <p:cNvPr id="28799" name="Ink 28798">
                  <a:extLst>
                    <a:ext uri="{FF2B5EF4-FFF2-40B4-BE49-F238E27FC236}">
                      <a16:creationId xmlns:a16="http://schemas.microsoft.com/office/drawing/2014/main" id="{67B7AC3D-1C79-1D3B-27D9-4A3CA43719FF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11932304" y="5759443"/>
                  <a:ext cx="9612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28808" name="Ink 28807">
                  <a:extLst>
                    <a:ext uri="{FF2B5EF4-FFF2-40B4-BE49-F238E27FC236}">
                      <a16:creationId xmlns:a16="http://schemas.microsoft.com/office/drawing/2014/main" id="{5E060EAD-4B6E-A08F-5AF1-F01656932B62}"/>
                    </a:ext>
                  </a:extLst>
                </p14:cNvPr>
                <p14:cNvContentPartPr/>
                <p14:nvPr/>
              </p14:nvContentPartPr>
              <p14:xfrm>
                <a:off x="11052104" y="4940443"/>
                <a:ext cx="181080" cy="298800"/>
              </p14:xfrm>
            </p:contentPart>
          </mc:Choice>
          <mc:Fallback xmlns="">
            <p:pic>
              <p:nvPicPr>
                <p:cNvPr id="28808" name="Ink 28807">
                  <a:extLst>
                    <a:ext uri="{FF2B5EF4-FFF2-40B4-BE49-F238E27FC236}">
                      <a16:creationId xmlns:a16="http://schemas.microsoft.com/office/drawing/2014/main" id="{5E060EAD-4B6E-A08F-5AF1-F01656932B62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11034104" y="4922443"/>
                  <a:ext cx="21672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28809" name="Ink 28808">
                  <a:extLst>
                    <a:ext uri="{FF2B5EF4-FFF2-40B4-BE49-F238E27FC236}">
                      <a16:creationId xmlns:a16="http://schemas.microsoft.com/office/drawing/2014/main" id="{057993C0-AC4E-4B23-03C4-B12BEA67B6E9}"/>
                    </a:ext>
                  </a:extLst>
                </p14:cNvPr>
                <p14:cNvContentPartPr/>
                <p14:nvPr/>
              </p14:nvContentPartPr>
              <p14:xfrm>
                <a:off x="11335064" y="5162563"/>
                <a:ext cx="59040" cy="87120"/>
              </p14:xfrm>
            </p:contentPart>
          </mc:Choice>
          <mc:Fallback xmlns="">
            <p:pic>
              <p:nvPicPr>
                <p:cNvPr id="28809" name="Ink 28808">
                  <a:extLst>
                    <a:ext uri="{FF2B5EF4-FFF2-40B4-BE49-F238E27FC236}">
                      <a16:creationId xmlns:a16="http://schemas.microsoft.com/office/drawing/2014/main" id="{057993C0-AC4E-4B23-03C4-B12BEA67B6E9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11317424" y="5144563"/>
                  <a:ext cx="9468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28810" name="Ink 28809">
                  <a:extLst>
                    <a:ext uri="{FF2B5EF4-FFF2-40B4-BE49-F238E27FC236}">
                      <a16:creationId xmlns:a16="http://schemas.microsoft.com/office/drawing/2014/main" id="{C362818E-9BE9-356E-0255-89871CF99ED3}"/>
                    </a:ext>
                  </a:extLst>
                </p14:cNvPr>
                <p14:cNvContentPartPr/>
                <p14:nvPr/>
              </p14:nvContentPartPr>
              <p14:xfrm>
                <a:off x="11336144" y="5104963"/>
                <a:ext cx="86400" cy="130320"/>
              </p14:xfrm>
            </p:contentPart>
          </mc:Choice>
          <mc:Fallback xmlns="">
            <p:pic>
              <p:nvPicPr>
                <p:cNvPr id="28810" name="Ink 28809">
                  <a:extLst>
                    <a:ext uri="{FF2B5EF4-FFF2-40B4-BE49-F238E27FC236}">
                      <a16:creationId xmlns:a16="http://schemas.microsoft.com/office/drawing/2014/main" id="{C362818E-9BE9-356E-0255-89871CF99ED3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1318504" y="5086963"/>
                  <a:ext cx="12204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28811" name="Ink 28810">
                  <a:extLst>
                    <a:ext uri="{FF2B5EF4-FFF2-40B4-BE49-F238E27FC236}">
                      <a16:creationId xmlns:a16="http://schemas.microsoft.com/office/drawing/2014/main" id="{0B597E16-59CA-DCD3-AD0C-0EF26126953F}"/>
                    </a:ext>
                  </a:extLst>
                </p14:cNvPr>
                <p14:cNvContentPartPr/>
                <p14:nvPr/>
              </p14:nvContentPartPr>
              <p14:xfrm>
                <a:off x="11519744" y="5054563"/>
                <a:ext cx="95040" cy="145440"/>
              </p14:xfrm>
            </p:contentPart>
          </mc:Choice>
          <mc:Fallback xmlns="">
            <p:pic>
              <p:nvPicPr>
                <p:cNvPr id="28811" name="Ink 28810">
                  <a:extLst>
                    <a:ext uri="{FF2B5EF4-FFF2-40B4-BE49-F238E27FC236}">
                      <a16:creationId xmlns:a16="http://schemas.microsoft.com/office/drawing/2014/main" id="{0B597E16-59CA-DCD3-AD0C-0EF26126953F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11501744" y="5036923"/>
                  <a:ext cx="13068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28812" name="Ink 28811">
                  <a:extLst>
                    <a:ext uri="{FF2B5EF4-FFF2-40B4-BE49-F238E27FC236}">
                      <a16:creationId xmlns:a16="http://schemas.microsoft.com/office/drawing/2014/main" id="{1497DC4E-7C61-9882-CA6D-62C8DAF27738}"/>
                    </a:ext>
                  </a:extLst>
                </p14:cNvPr>
                <p14:cNvContentPartPr/>
                <p14:nvPr/>
              </p14:nvContentPartPr>
              <p14:xfrm>
                <a:off x="11673464" y="5079403"/>
                <a:ext cx="105120" cy="117720"/>
              </p14:xfrm>
            </p:contentPart>
          </mc:Choice>
          <mc:Fallback xmlns="">
            <p:pic>
              <p:nvPicPr>
                <p:cNvPr id="28812" name="Ink 28811">
                  <a:extLst>
                    <a:ext uri="{FF2B5EF4-FFF2-40B4-BE49-F238E27FC236}">
                      <a16:creationId xmlns:a16="http://schemas.microsoft.com/office/drawing/2014/main" id="{1497DC4E-7C61-9882-CA6D-62C8DAF27738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11655464" y="5061403"/>
                  <a:ext cx="14076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28813" name="Ink 28812">
                  <a:extLst>
                    <a:ext uri="{FF2B5EF4-FFF2-40B4-BE49-F238E27FC236}">
                      <a16:creationId xmlns:a16="http://schemas.microsoft.com/office/drawing/2014/main" id="{CDA36576-CBE1-CF44-1B12-F3C5F05A7ACF}"/>
                    </a:ext>
                  </a:extLst>
                </p14:cNvPr>
                <p14:cNvContentPartPr/>
                <p14:nvPr/>
              </p14:nvContentPartPr>
              <p14:xfrm>
                <a:off x="11877584" y="4918483"/>
                <a:ext cx="72720" cy="250200"/>
              </p14:xfrm>
            </p:contentPart>
          </mc:Choice>
          <mc:Fallback xmlns="">
            <p:pic>
              <p:nvPicPr>
                <p:cNvPr id="28813" name="Ink 28812">
                  <a:extLst>
                    <a:ext uri="{FF2B5EF4-FFF2-40B4-BE49-F238E27FC236}">
                      <a16:creationId xmlns:a16="http://schemas.microsoft.com/office/drawing/2014/main" id="{CDA36576-CBE1-CF44-1B12-F3C5F05A7ACF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11859584" y="4900843"/>
                  <a:ext cx="10836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28814" name="Ink 28813">
                  <a:extLst>
                    <a:ext uri="{FF2B5EF4-FFF2-40B4-BE49-F238E27FC236}">
                      <a16:creationId xmlns:a16="http://schemas.microsoft.com/office/drawing/2014/main" id="{47EF8A63-C015-A5E9-C4F8-66EC4E5CFFE8}"/>
                    </a:ext>
                  </a:extLst>
                </p14:cNvPr>
                <p14:cNvContentPartPr/>
                <p14:nvPr/>
              </p14:nvContentPartPr>
              <p14:xfrm>
                <a:off x="11846264" y="5025043"/>
                <a:ext cx="128880" cy="64080"/>
              </p14:xfrm>
            </p:contentPart>
          </mc:Choice>
          <mc:Fallback xmlns="">
            <p:pic>
              <p:nvPicPr>
                <p:cNvPr id="28814" name="Ink 28813">
                  <a:extLst>
                    <a:ext uri="{FF2B5EF4-FFF2-40B4-BE49-F238E27FC236}">
                      <a16:creationId xmlns:a16="http://schemas.microsoft.com/office/drawing/2014/main" id="{47EF8A63-C015-A5E9-C4F8-66EC4E5CFFE8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11828264" y="5007043"/>
                  <a:ext cx="16452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28815" name="Ink 28814">
                  <a:extLst>
                    <a:ext uri="{FF2B5EF4-FFF2-40B4-BE49-F238E27FC236}">
                      <a16:creationId xmlns:a16="http://schemas.microsoft.com/office/drawing/2014/main" id="{3E5204A8-CF87-C0CF-0033-43FFEA67E5AF}"/>
                    </a:ext>
                  </a:extLst>
                </p14:cNvPr>
                <p14:cNvContentPartPr/>
                <p14:nvPr/>
              </p14:nvContentPartPr>
              <p14:xfrm>
                <a:off x="11485904" y="5245723"/>
                <a:ext cx="15840" cy="114840"/>
              </p14:xfrm>
            </p:contentPart>
          </mc:Choice>
          <mc:Fallback xmlns="">
            <p:pic>
              <p:nvPicPr>
                <p:cNvPr id="28815" name="Ink 28814">
                  <a:extLst>
                    <a:ext uri="{FF2B5EF4-FFF2-40B4-BE49-F238E27FC236}">
                      <a16:creationId xmlns:a16="http://schemas.microsoft.com/office/drawing/2014/main" id="{3E5204A8-CF87-C0CF-0033-43FFEA67E5AF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11467904" y="5228083"/>
                  <a:ext cx="51480" cy="15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821" name="Group 28820">
            <a:extLst>
              <a:ext uri="{FF2B5EF4-FFF2-40B4-BE49-F238E27FC236}">
                <a16:creationId xmlns:a16="http://schemas.microsoft.com/office/drawing/2014/main" id="{8792BCEE-7428-1C70-6D76-2949445160E4}"/>
              </a:ext>
            </a:extLst>
          </p:cNvPr>
          <p:cNvGrpSpPr/>
          <p:nvPr/>
        </p:nvGrpSpPr>
        <p:grpSpPr>
          <a:xfrm>
            <a:off x="1495184" y="1382563"/>
            <a:ext cx="420840" cy="808200"/>
            <a:chOff x="1495184" y="1382563"/>
            <a:chExt cx="420840" cy="808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28817" name="Ink 28816">
                  <a:extLst>
                    <a:ext uri="{FF2B5EF4-FFF2-40B4-BE49-F238E27FC236}">
                      <a16:creationId xmlns:a16="http://schemas.microsoft.com/office/drawing/2014/main" id="{A1193C0C-93B5-5E46-74F4-B400BBFC5D53}"/>
                    </a:ext>
                  </a:extLst>
                </p14:cNvPr>
                <p14:cNvContentPartPr/>
                <p14:nvPr/>
              </p14:nvContentPartPr>
              <p14:xfrm>
                <a:off x="1495184" y="1393723"/>
                <a:ext cx="318960" cy="501480"/>
              </p14:xfrm>
            </p:contentPart>
          </mc:Choice>
          <mc:Fallback xmlns="">
            <p:pic>
              <p:nvPicPr>
                <p:cNvPr id="28817" name="Ink 28816">
                  <a:extLst>
                    <a:ext uri="{FF2B5EF4-FFF2-40B4-BE49-F238E27FC236}">
                      <a16:creationId xmlns:a16="http://schemas.microsoft.com/office/drawing/2014/main" id="{A1193C0C-93B5-5E46-74F4-B400BBFC5D53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1477544" y="1376083"/>
                  <a:ext cx="35460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28818" name="Ink 28817">
                  <a:extLst>
                    <a:ext uri="{FF2B5EF4-FFF2-40B4-BE49-F238E27FC236}">
                      <a16:creationId xmlns:a16="http://schemas.microsoft.com/office/drawing/2014/main" id="{1F924EF8-0AC6-E1A5-5CAE-A55A2C74B7A0}"/>
                    </a:ext>
                  </a:extLst>
                </p14:cNvPr>
                <p14:cNvContentPartPr/>
                <p14:nvPr/>
              </p14:nvContentPartPr>
              <p14:xfrm>
                <a:off x="1689944" y="1382563"/>
                <a:ext cx="226080" cy="163800"/>
              </p14:xfrm>
            </p:contentPart>
          </mc:Choice>
          <mc:Fallback xmlns="">
            <p:pic>
              <p:nvPicPr>
                <p:cNvPr id="28818" name="Ink 28817">
                  <a:extLst>
                    <a:ext uri="{FF2B5EF4-FFF2-40B4-BE49-F238E27FC236}">
                      <a16:creationId xmlns:a16="http://schemas.microsoft.com/office/drawing/2014/main" id="{1F924EF8-0AC6-E1A5-5CAE-A55A2C74B7A0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1671944" y="1364563"/>
                  <a:ext cx="26172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28819" name="Ink 28818">
                  <a:extLst>
                    <a:ext uri="{FF2B5EF4-FFF2-40B4-BE49-F238E27FC236}">
                      <a16:creationId xmlns:a16="http://schemas.microsoft.com/office/drawing/2014/main" id="{184FECDD-4BC5-F591-C85E-FD6E8F70AD2B}"/>
                    </a:ext>
                  </a:extLst>
                </p14:cNvPr>
                <p14:cNvContentPartPr/>
                <p14:nvPr/>
              </p14:nvContentPartPr>
              <p14:xfrm>
                <a:off x="1526504" y="2018683"/>
                <a:ext cx="183240" cy="172080"/>
              </p14:xfrm>
            </p:contentPart>
          </mc:Choice>
          <mc:Fallback xmlns="">
            <p:pic>
              <p:nvPicPr>
                <p:cNvPr id="28819" name="Ink 28818">
                  <a:extLst>
                    <a:ext uri="{FF2B5EF4-FFF2-40B4-BE49-F238E27FC236}">
                      <a16:creationId xmlns:a16="http://schemas.microsoft.com/office/drawing/2014/main" id="{184FECDD-4BC5-F591-C85E-FD6E8F70AD2B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1508864" y="2001043"/>
                  <a:ext cx="21888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28820" name="Ink 28819">
                  <a:extLst>
                    <a:ext uri="{FF2B5EF4-FFF2-40B4-BE49-F238E27FC236}">
                      <a16:creationId xmlns:a16="http://schemas.microsoft.com/office/drawing/2014/main" id="{8D3AC3FF-7364-280B-BFB9-3FA4CE9E25F7}"/>
                    </a:ext>
                  </a:extLst>
                </p14:cNvPr>
                <p14:cNvContentPartPr/>
                <p14:nvPr/>
              </p14:nvContentPartPr>
              <p14:xfrm>
                <a:off x="1746104" y="1904923"/>
                <a:ext cx="74160" cy="21240"/>
              </p14:xfrm>
            </p:contentPart>
          </mc:Choice>
          <mc:Fallback xmlns="">
            <p:pic>
              <p:nvPicPr>
                <p:cNvPr id="28820" name="Ink 28819">
                  <a:extLst>
                    <a:ext uri="{FF2B5EF4-FFF2-40B4-BE49-F238E27FC236}">
                      <a16:creationId xmlns:a16="http://schemas.microsoft.com/office/drawing/2014/main" id="{8D3AC3FF-7364-280B-BFB9-3FA4CE9E25F7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1728464" y="1887283"/>
                  <a:ext cx="109800" cy="5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833" name="Group 28832">
            <a:extLst>
              <a:ext uri="{FF2B5EF4-FFF2-40B4-BE49-F238E27FC236}">
                <a16:creationId xmlns:a16="http://schemas.microsoft.com/office/drawing/2014/main" id="{3A46613E-84FA-D840-3BA5-029EE0915CEA}"/>
              </a:ext>
            </a:extLst>
          </p:cNvPr>
          <p:cNvGrpSpPr/>
          <p:nvPr/>
        </p:nvGrpSpPr>
        <p:grpSpPr>
          <a:xfrm>
            <a:off x="2495264" y="2268163"/>
            <a:ext cx="580320" cy="640440"/>
            <a:chOff x="2495264" y="2268163"/>
            <a:chExt cx="580320" cy="64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28822" name="Ink 28821">
                  <a:extLst>
                    <a:ext uri="{FF2B5EF4-FFF2-40B4-BE49-F238E27FC236}">
                      <a16:creationId xmlns:a16="http://schemas.microsoft.com/office/drawing/2014/main" id="{AB06CA8C-CC94-3C0E-CE3F-A6DF4EF0DCA9}"/>
                    </a:ext>
                  </a:extLst>
                </p14:cNvPr>
                <p14:cNvContentPartPr/>
                <p14:nvPr/>
              </p14:nvContentPartPr>
              <p14:xfrm>
                <a:off x="2500304" y="2268163"/>
                <a:ext cx="134640" cy="582120"/>
              </p14:xfrm>
            </p:contentPart>
          </mc:Choice>
          <mc:Fallback xmlns="">
            <p:pic>
              <p:nvPicPr>
                <p:cNvPr id="28822" name="Ink 28821">
                  <a:extLst>
                    <a:ext uri="{FF2B5EF4-FFF2-40B4-BE49-F238E27FC236}">
                      <a16:creationId xmlns:a16="http://schemas.microsoft.com/office/drawing/2014/main" id="{AB06CA8C-CC94-3C0E-CE3F-A6DF4EF0DCA9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2482664" y="2250163"/>
                  <a:ext cx="170280" cy="61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28823" name="Ink 28822">
                  <a:extLst>
                    <a:ext uri="{FF2B5EF4-FFF2-40B4-BE49-F238E27FC236}">
                      <a16:creationId xmlns:a16="http://schemas.microsoft.com/office/drawing/2014/main" id="{0AC5C87F-3BB3-2353-7366-69769BC074E8}"/>
                    </a:ext>
                  </a:extLst>
                </p14:cNvPr>
                <p14:cNvContentPartPr/>
                <p14:nvPr/>
              </p14:nvContentPartPr>
              <p14:xfrm>
                <a:off x="2495264" y="2316043"/>
                <a:ext cx="580320" cy="592560"/>
              </p14:xfrm>
            </p:contentPart>
          </mc:Choice>
          <mc:Fallback xmlns="">
            <p:pic>
              <p:nvPicPr>
                <p:cNvPr id="28823" name="Ink 28822">
                  <a:extLst>
                    <a:ext uri="{FF2B5EF4-FFF2-40B4-BE49-F238E27FC236}">
                      <a16:creationId xmlns:a16="http://schemas.microsoft.com/office/drawing/2014/main" id="{0AC5C87F-3BB3-2353-7366-69769BC074E8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2477264" y="2298403"/>
                  <a:ext cx="615960" cy="628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832" name="Group 28831">
            <a:extLst>
              <a:ext uri="{FF2B5EF4-FFF2-40B4-BE49-F238E27FC236}">
                <a16:creationId xmlns:a16="http://schemas.microsoft.com/office/drawing/2014/main" id="{1262D1D5-E14E-4664-D43F-59E500B8D972}"/>
              </a:ext>
            </a:extLst>
          </p:cNvPr>
          <p:cNvGrpSpPr/>
          <p:nvPr/>
        </p:nvGrpSpPr>
        <p:grpSpPr>
          <a:xfrm>
            <a:off x="2511104" y="1065763"/>
            <a:ext cx="595440" cy="624240"/>
            <a:chOff x="2511104" y="1065763"/>
            <a:chExt cx="595440" cy="624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28824" name="Ink 28823">
                  <a:extLst>
                    <a:ext uri="{FF2B5EF4-FFF2-40B4-BE49-F238E27FC236}">
                      <a16:creationId xmlns:a16="http://schemas.microsoft.com/office/drawing/2014/main" id="{939174E5-BE48-D35D-B2DE-8843FF2BBDBE}"/>
                    </a:ext>
                  </a:extLst>
                </p14:cNvPr>
                <p14:cNvContentPartPr/>
                <p14:nvPr/>
              </p14:nvContentPartPr>
              <p14:xfrm>
                <a:off x="2511104" y="1171603"/>
                <a:ext cx="87840" cy="518400"/>
              </p14:xfrm>
            </p:contentPart>
          </mc:Choice>
          <mc:Fallback xmlns="">
            <p:pic>
              <p:nvPicPr>
                <p:cNvPr id="28824" name="Ink 28823">
                  <a:extLst>
                    <a:ext uri="{FF2B5EF4-FFF2-40B4-BE49-F238E27FC236}">
                      <a16:creationId xmlns:a16="http://schemas.microsoft.com/office/drawing/2014/main" id="{939174E5-BE48-D35D-B2DE-8843FF2BBDBE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2493464" y="1153603"/>
                  <a:ext cx="123480" cy="55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28825" name="Ink 28824">
                  <a:extLst>
                    <a:ext uri="{FF2B5EF4-FFF2-40B4-BE49-F238E27FC236}">
                      <a16:creationId xmlns:a16="http://schemas.microsoft.com/office/drawing/2014/main" id="{359AE895-AD2F-1360-6211-4D9813227248}"/>
                    </a:ext>
                  </a:extLst>
                </p14:cNvPr>
                <p14:cNvContentPartPr/>
                <p14:nvPr/>
              </p14:nvContentPartPr>
              <p14:xfrm>
                <a:off x="2549624" y="1065763"/>
                <a:ext cx="556920" cy="572040"/>
              </p14:xfrm>
            </p:contentPart>
          </mc:Choice>
          <mc:Fallback xmlns="">
            <p:pic>
              <p:nvPicPr>
                <p:cNvPr id="28825" name="Ink 28824">
                  <a:extLst>
                    <a:ext uri="{FF2B5EF4-FFF2-40B4-BE49-F238E27FC236}">
                      <a16:creationId xmlns:a16="http://schemas.microsoft.com/office/drawing/2014/main" id="{359AE895-AD2F-1360-6211-4D9813227248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2531984" y="1048123"/>
                  <a:ext cx="592560" cy="60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831" name="Group 28830">
            <a:extLst>
              <a:ext uri="{FF2B5EF4-FFF2-40B4-BE49-F238E27FC236}">
                <a16:creationId xmlns:a16="http://schemas.microsoft.com/office/drawing/2014/main" id="{F7C52CC5-98C8-ECA2-84C2-E4750C5C43F0}"/>
              </a:ext>
            </a:extLst>
          </p:cNvPr>
          <p:cNvGrpSpPr/>
          <p:nvPr/>
        </p:nvGrpSpPr>
        <p:grpSpPr>
          <a:xfrm>
            <a:off x="2605064" y="3572443"/>
            <a:ext cx="498600" cy="659520"/>
            <a:chOff x="2605064" y="3572443"/>
            <a:chExt cx="498600" cy="659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28826" name="Ink 28825">
                  <a:extLst>
                    <a:ext uri="{FF2B5EF4-FFF2-40B4-BE49-F238E27FC236}">
                      <a16:creationId xmlns:a16="http://schemas.microsoft.com/office/drawing/2014/main" id="{91BA6795-C4AA-7383-62ED-77C0A7A8852B}"/>
                    </a:ext>
                  </a:extLst>
                </p14:cNvPr>
                <p14:cNvContentPartPr/>
                <p14:nvPr/>
              </p14:nvContentPartPr>
              <p14:xfrm>
                <a:off x="2605064" y="3572443"/>
                <a:ext cx="104400" cy="599400"/>
              </p14:xfrm>
            </p:contentPart>
          </mc:Choice>
          <mc:Fallback xmlns="">
            <p:pic>
              <p:nvPicPr>
                <p:cNvPr id="28826" name="Ink 28825">
                  <a:extLst>
                    <a:ext uri="{FF2B5EF4-FFF2-40B4-BE49-F238E27FC236}">
                      <a16:creationId xmlns:a16="http://schemas.microsoft.com/office/drawing/2014/main" id="{91BA6795-C4AA-7383-62ED-77C0A7A8852B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2587064" y="3554443"/>
                  <a:ext cx="140040" cy="63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28827" name="Ink 28826">
                  <a:extLst>
                    <a:ext uri="{FF2B5EF4-FFF2-40B4-BE49-F238E27FC236}">
                      <a16:creationId xmlns:a16="http://schemas.microsoft.com/office/drawing/2014/main" id="{2EC17637-3C16-B51D-B6F9-49D38CA9316E}"/>
                    </a:ext>
                  </a:extLst>
                </p14:cNvPr>
                <p14:cNvContentPartPr/>
                <p14:nvPr/>
              </p14:nvContentPartPr>
              <p14:xfrm>
                <a:off x="2609384" y="3594763"/>
                <a:ext cx="494280" cy="637200"/>
              </p14:xfrm>
            </p:contentPart>
          </mc:Choice>
          <mc:Fallback xmlns="">
            <p:pic>
              <p:nvPicPr>
                <p:cNvPr id="28827" name="Ink 28826">
                  <a:extLst>
                    <a:ext uri="{FF2B5EF4-FFF2-40B4-BE49-F238E27FC236}">
                      <a16:creationId xmlns:a16="http://schemas.microsoft.com/office/drawing/2014/main" id="{2EC17637-3C16-B51D-B6F9-49D38CA9316E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2591744" y="3577123"/>
                  <a:ext cx="529920" cy="672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830" name="Group 28829">
            <a:extLst>
              <a:ext uri="{FF2B5EF4-FFF2-40B4-BE49-F238E27FC236}">
                <a16:creationId xmlns:a16="http://schemas.microsoft.com/office/drawing/2014/main" id="{E9A69E12-99CD-7E2D-2135-5081074C0D77}"/>
              </a:ext>
            </a:extLst>
          </p:cNvPr>
          <p:cNvGrpSpPr/>
          <p:nvPr/>
        </p:nvGrpSpPr>
        <p:grpSpPr>
          <a:xfrm>
            <a:off x="2429744" y="4840363"/>
            <a:ext cx="731520" cy="743040"/>
            <a:chOff x="2429744" y="4840363"/>
            <a:chExt cx="731520" cy="74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28828" name="Ink 28827">
                  <a:extLst>
                    <a:ext uri="{FF2B5EF4-FFF2-40B4-BE49-F238E27FC236}">
                      <a16:creationId xmlns:a16="http://schemas.microsoft.com/office/drawing/2014/main" id="{7E3AF44B-0FA9-6377-ADDB-53FAC693D32C}"/>
                    </a:ext>
                  </a:extLst>
                </p14:cNvPr>
                <p14:cNvContentPartPr/>
                <p14:nvPr/>
              </p14:nvContentPartPr>
              <p14:xfrm>
                <a:off x="2441264" y="4916683"/>
                <a:ext cx="101160" cy="603360"/>
              </p14:xfrm>
            </p:contentPart>
          </mc:Choice>
          <mc:Fallback xmlns="">
            <p:pic>
              <p:nvPicPr>
                <p:cNvPr id="28828" name="Ink 28827">
                  <a:extLst>
                    <a:ext uri="{FF2B5EF4-FFF2-40B4-BE49-F238E27FC236}">
                      <a16:creationId xmlns:a16="http://schemas.microsoft.com/office/drawing/2014/main" id="{7E3AF44B-0FA9-6377-ADDB-53FAC693D32C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2423264" y="4898683"/>
                  <a:ext cx="136800" cy="63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28829" name="Ink 28828">
                  <a:extLst>
                    <a:ext uri="{FF2B5EF4-FFF2-40B4-BE49-F238E27FC236}">
                      <a16:creationId xmlns:a16="http://schemas.microsoft.com/office/drawing/2014/main" id="{472FE4D9-3205-D843-0524-B53C323A0CDB}"/>
                    </a:ext>
                  </a:extLst>
                </p14:cNvPr>
                <p14:cNvContentPartPr/>
                <p14:nvPr/>
              </p14:nvContentPartPr>
              <p14:xfrm>
                <a:off x="2429744" y="4840363"/>
                <a:ext cx="731520" cy="743040"/>
              </p14:xfrm>
            </p:contentPart>
          </mc:Choice>
          <mc:Fallback xmlns="">
            <p:pic>
              <p:nvPicPr>
                <p:cNvPr id="28829" name="Ink 28828">
                  <a:extLst>
                    <a:ext uri="{FF2B5EF4-FFF2-40B4-BE49-F238E27FC236}">
                      <a16:creationId xmlns:a16="http://schemas.microsoft.com/office/drawing/2014/main" id="{472FE4D9-3205-D843-0524-B53C323A0CDB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2412104" y="4822363"/>
                  <a:ext cx="767160" cy="77868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>
            <a:extLst>
              <a:ext uri="{FF2B5EF4-FFF2-40B4-BE49-F238E27FC236}">
                <a16:creationId xmlns:a16="http://schemas.microsoft.com/office/drawing/2014/main" id="{524030C0-9075-34B2-6C72-9C130E9B017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-3174" y="29009"/>
            <a:ext cx="8826500" cy="867930"/>
          </a:xfrm>
        </p:spPr>
        <p:txBody>
          <a:bodyPr>
            <a:spAutoFit/>
          </a:bodyPr>
          <a:lstStyle/>
          <a:p>
            <a:pPr eaLnBrk="1" hangingPunct="1"/>
            <a:r>
              <a:rPr lang="en-US" altLang="en-US" sz="2800" i="1" dirty="0"/>
              <a:t>Quantitative I</a:t>
            </a:r>
            <a:r>
              <a:rPr lang="en-US" altLang="en-US" sz="2800" i="1" baseline="-25000" dirty="0"/>
              <a:t>D</a:t>
            </a:r>
            <a:r>
              <a:rPr lang="en-US" altLang="en-US" sz="2800" i="1" dirty="0"/>
              <a:t>-V</a:t>
            </a:r>
            <a:r>
              <a:rPr lang="en-US" altLang="en-US" sz="2800" i="1" baseline="-25000" dirty="0"/>
              <a:t>DS</a:t>
            </a:r>
            <a:r>
              <a:rPr lang="en-US" altLang="en-US" sz="2800" i="1" dirty="0"/>
              <a:t> Relationships – 1</a:t>
            </a:r>
            <a:r>
              <a:rPr lang="en-US" altLang="en-US" sz="2800" i="1" baseline="30000" dirty="0"/>
              <a:t>st</a:t>
            </a:r>
            <a:r>
              <a:rPr lang="en-US" altLang="en-US" sz="2800" i="1" dirty="0"/>
              <a:t> attempt</a:t>
            </a:r>
            <a:br>
              <a:rPr lang="en-US" altLang="en-US" sz="2800" i="1" dirty="0"/>
            </a:br>
            <a:r>
              <a:rPr lang="en-US" altLang="en-US" sz="2800" i="1" dirty="0"/>
              <a:t>“Square Law”</a:t>
            </a:r>
          </a:p>
        </p:txBody>
      </p:sp>
      <p:graphicFrame>
        <p:nvGraphicFramePr>
          <p:cNvPr id="35844" name="Object 4">
            <a:extLst>
              <a:ext uri="{FF2B5EF4-FFF2-40B4-BE49-F238E27FC236}">
                <a16:creationId xmlns:a16="http://schemas.microsoft.com/office/drawing/2014/main" id="{564BD821-277C-C71A-06FC-673612FA4D1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626225" y="1727200"/>
          <a:ext cx="1955800" cy="433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091726" imgH="241195" progId="Equation.3">
                  <p:embed/>
                </p:oleObj>
              </mc:Choice>
              <mc:Fallback>
                <p:oleObj name="Equation" r:id="rId2" imgW="1091726" imgH="241195" progId="Equation.3">
                  <p:embed/>
                  <p:pic>
                    <p:nvPicPr>
                      <p:cNvPr id="35844" name="Object 4">
                        <a:extLst>
                          <a:ext uri="{FF2B5EF4-FFF2-40B4-BE49-F238E27FC236}">
                            <a16:creationId xmlns:a16="http://schemas.microsoft.com/office/drawing/2014/main" id="{564BD821-277C-C71A-06FC-673612FA4D1B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26225" y="1727200"/>
                        <a:ext cx="1955800" cy="4333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845" name="Object 5">
            <a:extLst>
              <a:ext uri="{FF2B5EF4-FFF2-40B4-BE49-F238E27FC236}">
                <a16:creationId xmlns:a16="http://schemas.microsoft.com/office/drawing/2014/main" id="{9B733361-6245-88A3-E066-E6B2F9C25DA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128126" y="1727200"/>
          <a:ext cx="923925" cy="387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45863" imgH="228501" progId="Equation.3">
                  <p:embed/>
                </p:oleObj>
              </mc:Choice>
              <mc:Fallback>
                <p:oleObj name="Equation" r:id="rId4" imgW="545863" imgH="228501" progId="Equation.3">
                  <p:embed/>
                  <p:pic>
                    <p:nvPicPr>
                      <p:cNvPr id="35845" name="Object 5">
                        <a:extLst>
                          <a:ext uri="{FF2B5EF4-FFF2-40B4-BE49-F238E27FC236}">
                            <a16:creationId xmlns:a16="http://schemas.microsoft.com/office/drawing/2014/main" id="{9B733361-6245-88A3-E066-E6B2F9C25DA1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28126" y="1727200"/>
                        <a:ext cx="923925" cy="3873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846" name="Text Box 6">
            <a:extLst>
              <a:ext uri="{FF2B5EF4-FFF2-40B4-BE49-F238E27FC236}">
                <a16:creationId xmlns:a16="http://schemas.microsoft.com/office/drawing/2014/main" id="{356E2B5E-0679-990B-F472-6524292E18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93139" y="1651000"/>
            <a:ext cx="2682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/>
              <a:t>;</a:t>
            </a:r>
          </a:p>
        </p:txBody>
      </p:sp>
      <p:sp>
        <p:nvSpPr>
          <p:cNvPr id="35847" name="Text Box 7">
            <a:extLst>
              <a:ext uri="{FF2B5EF4-FFF2-40B4-BE49-F238E27FC236}">
                <a16:creationId xmlns:a16="http://schemas.microsoft.com/office/drawing/2014/main" id="{086137D6-9045-BC3F-3944-C9C4C009BC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47863" y="2298700"/>
            <a:ext cx="8432800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 i="1" dirty="0">
                <a:solidFill>
                  <a:schemeClr val="accent2"/>
                </a:solidFill>
              </a:rPr>
              <a:t>I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D</a:t>
            </a:r>
            <a:r>
              <a:rPr lang="en-US" altLang="en-US" sz="2400" dirty="0">
                <a:solidFill>
                  <a:schemeClr val="accent2"/>
                </a:solidFill>
              </a:rPr>
              <a:t> will increase as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DS</a:t>
            </a:r>
            <a:r>
              <a:rPr lang="en-US" altLang="en-US" sz="2400" dirty="0">
                <a:solidFill>
                  <a:schemeClr val="accent2"/>
                </a:solidFill>
              </a:rPr>
              <a:t> is increased, but when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G </a:t>
            </a:r>
            <a:r>
              <a:rPr lang="en-US" altLang="en-US" sz="2400" dirty="0">
                <a:solidFill>
                  <a:schemeClr val="accent2"/>
                </a:solidFill>
              </a:rPr>
              <a:t>–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DS </a:t>
            </a:r>
            <a:r>
              <a:rPr lang="en-US" altLang="en-US" sz="2400" dirty="0">
                <a:solidFill>
                  <a:schemeClr val="accent2"/>
                </a:solidFill>
              </a:rPr>
              <a:t>=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T</a:t>
            </a:r>
            <a:r>
              <a:rPr lang="en-US" altLang="en-US" sz="2400" dirty="0">
                <a:solidFill>
                  <a:schemeClr val="accent2"/>
                </a:solidFill>
              </a:rPr>
              <a:t>, pinch-off occurs, and current saturates when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DS</a:t>
            </a:r>
            <a:r>
              <a:rPr lang="en-US" altLang="en-US" sz="2400" dirty="0">
                <a:solidFill>
                  <a:schemeClr val="accent2"/>
                </a:solidFill>
              </a:rPr>
              <a:t> is increased further. This value of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DS</a:t>
            </a:r>
            <a:r>
              <a:rPr lang="en-US" altLang="en-US" sz="2400" dirty="0">
                <a:solidFill>
                  <a:schemeClr val="accent2"/>
                </a:solidFill>
              </a:rPr>
              <a:t> is called </a:t>
            </a:r>
            <a:r>
              <a:rPr lang="en-US" altLang="en-US" sz="2400" i="1" dirty="0" err="1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 err="1">
                <a:solidFill>
                  <a:schemeClr val="accent2"/>
                </a:solidFill>
              </a:rPr>
              <a:t>DS,sat</a:t>
            </a:r>
            <a:r>
              <a:rPr lang="en-US" altLang="en-US" sz="2400" dirty="0">
                <a:solidFill>
                  <a:schemeClr val="accent2"/>
                </a:solidFill>
              </a:rPr>
              <a:t>. i.e., </a:t>
            </a:r>
            <a:r>
              <a:rPr lang="en-US" altLang="en-US" sz="2400" i="1" dirty="0" err="1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 err="1">
                <a:solidFill>
                  <a:schemeClr val="accent2"/>
                </a:solidFill>
              </a:rPr>
              <a:t>DS,sat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 </a:t>
            </a:r>
            <a:r>
              <a:rPr lang="en-US" altLang="en-US" sz="2400" dirty="0">
                <a:solidFill>
                  <a:schemeClr val="accent2"/>
                </a:solidFill>
              </a:rPr>
              <a:t>=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G </a:t>
            </a:r>
            <a:r>
              <a:rPr lang="en-US" altLang="en-US" sz="2400" dirty="0">
                <a:solidFill>
                  <a:schemeClr val="accent2"/>
                </a:solidFill>
              </a:rPr>
              <a:t>–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T</a:t>
            </a:r>
            <a:r>
              <a:rPr lang="en-US" altLang="en-US" sz="2400" dirty="0">
                <a:solidFill>
                  <a:schemeClr val="accent2"/>
                </a:solidFill>
              </a:rPr>
              <a:t> and the current when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DS</a:t>
            </a:r>
            <a:r>
              <a:rPr lang="en-US" altLang="en-US" sz="2400" dirty="0">
                <a:solidFill>
                  <a:schemeClr val="accent2"/>
                </a:solidFill>
              </a:rPr>
              <a:t>= </a:t>
            </a:r>
            <a:r>
              <a:rPr lang="en-US" altLang="en-US" sz="2400" i="1" dirty="0" err="1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 err="1">
                <a:solidFill>
                  <a:schemeClr val="accent2"/>
                </a:solidFill>
              </a:rPr>
              <a:t>DS,sat</a:t>
            </a:r>
            <a:r>
              <a:rPr lang="en-US" altLang="en-US" sz="2400" dirty="0">
                <a:solidFill>
                  <a:schemeClr val="accent2"/>
                </a:solidFill>
              </a:rPr>
              <a:t> is called </a:t>
            </a:r>
            <a:r>
              <a:rPr lang="en-US" altLang="en-US" sz="2400" i="1" dirty="0" err="1">
                <a:solidFill>
                  <a:schemeClr val="accent2"/>
                </a:solidFill>
              </a:rPr>
              <a:t>I</a:t>
            </a:r>
            <a:r>
              <a:rPr lang="en-US" altLang="en-US" sz="2400" baseline="-25000" dirty="0" err="1">
                <a:solidFill>
                  <a:schemeClr val="accent2"/>
                </a:solidFill>
              </a:rPr>
              <a:t>DS,sat</a:t>
            </a:r>
            <a:r>
              <a:rPr lang="en-US" altLang="en-US" sz="2400" dirty="0">
                <a:solidFill>
                  <a:schemeClr val="accent2"/>
                </a:solidFill>
              </a:rPr>
              <a:t>. </a:t>
            </a:r>
          </a:p>
        </p:txBody>
      </p:sp>
      <p:graphicFrame>
        <p:nvGraphicFramePr>
          <p:cNvPr id="35849" name="Object 9">
            <a:extLst>
              <a:ext uri="{FF2B5EF4-FFF2-40B4-BE49-F238E27FC236}">
                <a16:creationId xmlns:a16="http://schemas.microsoft.com/office/drawing/2014/main" id="{C267D642-00B9-CFD0-93F9-BE328463067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748463" y="4578350"/>
          <a:ext cx="1535112" cy="463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799753" imgH="241195" progId="Equation.3">
                  <p:embed/>
                </p:oleObj>
              </mc:Choice>
              <mc:Fallback>
                <p:oleObj name="Equation" r:id="rId6" imgW="799753" imgH="241195" progId="Equation.3">
                  <p:embed/>
                  <p:pic>
                    <p:nvPicPr>
                      <p:cNvPr id="35849" name="Object 9">
                        <a:extLst>
                          <a:ext uri="{FF2B5EF4-FFF2-40B4-BE49-F238E27FC236}">
                            <a16:creationId xmlns:a16="http://schemas.microsoft.com/office/drawing/2014/main" id="{C267D642-00B9-CFD0-93F9-BE328463067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48463" y="4578350"/>
                        <a:ext cx="1535112" cy="463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850" name="Object 10">
            <a:extLst>
              <a:ext uri="{FF2B5EF4-FFF2-40B4-BE49-F238E27FC236}">
                <a16:creationId xmlns:a16="http://schemas.microsoft.com/office/drawing/2014/main" id="{8E9B3FDA-991A-6111-9591-1FAB9FC8D62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964613" y="4546600"/>
          <a:ext cx="1087437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545863" imgH="228501" progId="Equation.3">
                  <p:embed/>
                </p:oleObj>
              </mc:Choice>
              <mc:Fallback>
                <p:oleObj name="Equation" r:id="rId8" imgW="545863" imgH="228501" progId="Equation.3">
                  <p:embed/>
                  <p:pic>
                    <p:nvPicPr>
                      <p:cNvPr id="35850" name="Object 10">
                        <a:extLst>
                          <a:ext uri="{FF2B5EF4-FFF2-40B4-BE49-F238E27FC236}">
                            <a16:creationId xmlns:a16="http://schemas.microsoft.com/office/drawing/2014/main" id="{8E9B3FDA-991A-6111-9591-1FAB9FC8D62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964613" y="4546600"/>
                        <a:ext cx="1087437" cy="457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851" name="Text Box 11">
            <a:extLst>
              <a:ext uri="{FF2B5EF4-FFF2-40B4-BE49-F238E27FC236}">
                <a16:creationId xmlns:a16="http://schemas.microsoft.com/office/drawing/2014/main" id="{25031D5A-B52F-91AA-B2A2-9C90B75D2B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55039" y="4505325"/>
            <a:ext cx="2682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/>
              <a:t>;</a:t>
            </a:r>
          </a:p>
        </p:txBody>
      </p:sp>
      <p:sp>
        <p:nvSpPr>
          <p:cNvPr id="35852" name="Text Box 12">
            <a:extLst>
              <a:ext uri="{FF2B5EF4-FFF2-40B4-BE49-F238E27FC236}">
                <a16:creationId xmlns:a16="http://schemas.microsoft.com/office/drawing/2014/main" id="{1BEF5884-3087-0773-BED3-7D924F21B0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38364" y="5470525"/>
            <a:ext cx="796607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>
                <a:solidFill>
                  <a:schemeClr val="accent2"/>
                </a:solidFill>
              </a:rPr>
              <a:t>Here, </a:t>
            </a:r>
            <a:r>
              <a:rPr lang="en-US" altLang="en-US" sz="2400" i="1">
                <a:solidFill>
                  <a:schemeClr val="accent2"/>
                </a:solidFill>
              </a:rPr>
              <a:t>C</a:t>
            </a:r>
            <a:r>
              <a:rPr lang="en-US" altLang="en-US" sz="2400" baseline="-25000">
                <a:solidFill>
                  <a:schemeClr val="accent2"/>
                </a:solidFill>
              </a:rPr>
              <a:t>ox</a:t>
            </a:r>
            <a:r>
              <a:rPr lang="en-US" altLang="en-US" sz="2400">
                <a:solidFill>
                  <a:schemeClr val="accent2"/>
                </a:solidFill>
              </a:rPr>
              <a:t> is the oxide capacitance per unit area, </a:t>
            </a:r>
            <a:r>
              <a:rPr lang="en-US" altLang="en-US" sz="2400" i="1">
                <a:solidFill>
                  <a:schemeClr val="accent2"/>
                </a:solidFill>
              </a:rPr>
              <a:t>C</a:t>
            </a:r>
            <a:r>
              <a:rPr lang="en-US" altLang="en-US" sz="2400" baseline="-25000">
                <a:solidFill>
                  <a:schemeClr val="accent2"/>
                </a:solidFill>
              </a:rPr>
              <a:t>ox </a:t>
            </a:r>
            <a:r>
              <a:rPr lang="en-US" altLang="en-US" sz="2400">
                <a:solidFill>
                  <a:schemeClr val="accent2"/>
                </a:solidFill>
              </a:rPr>
              <a:t>= </a:t>
            </a:r>
            <a:r>
              <a:rPr lang="en-US" altLang="en-US" sz="2400">
                <a:solidFill>
                  <a:schemeClr val="accent2"/>
                </a:solidFill>
                <a:sym typeface="Symbol" panose="05050102010706020507" pitchFamily="18" charset="2"/>
              </a:rPr>
              <a:t></a:t>
            </a:r>
            <a:r>
              <a:rPr lang="en-US" altLang="en-US" sz="2400" baseline="-25000">
                <a:solidFill>
                  <a:schemeClr val="accent2"/>
                </a:solidFill>
                <a:sym typeface="Symbol" panose="05050102010706020507" pitchFamily="18" charset="2"/>
              </a:rPr>
              <a:t>ox </a:t>
            </a:r>
            <a:r>
              <a:rPr lang="en-US" altLang="en-US" sz="2400">
                <a:solidFill>
                  <a:schemeClr val="accent2"/>
                </a:solidFill>
                <a:sym typeface="Symbol" panose="05050102010706020507" pitchFamily="18" charset="2"/>
              </a:rPr>
              <a:t>/ </a:t>
            </a:r>
            <a:r>
              <a:rPr lang="en-US" altLang="en-US" sz="2400" i="1">
                <a:solidFill>
                  <a:schemeClr val="accent2"/>
                </a:solidFill>
                <a:sym typeface="Symbol" panose="05050102010706020507" pitchFamily="18" charset="2"/>
              </a:rPr>
              <a:t>x</a:t>
            </a:r>
            <a:r>
              <a:rPr lang="en-US" altLang="en-US" sz="2400" baseline="-25000">
                <a:solidFill>
                  <a:schemeClr val="accent2"/>
                </a:solidFill>
                <a:sym typeface="Symbol" panose="05050102010706020507" pitchFamily="18" charset="2"/>
              </a:rPr>
              <a:t>ox</a:t>
            </a:r>
            <a:endParaRPr lang="en-US" altLang="en-US" sz="2400"/>
          </a:p>
        </p:txBody>
      </p:sp>
      <p:pic>
        <p:nvPicPr>
          <p:cNvPr id="2" name="Picture 1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B1B1F43D-AE23-D849-0BEA-508DEEE10AD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584" t="60496" r="29705" b="16430"/>
          <a:stretch>
            <a:fillRect/>
          </a:stretch>
        </p:blipFill>
        <p:spPr>
          <a:xfrm>
            <a:off x="2570530" y="4272325"/>
            <a:ext cx="3679091" cy="983887"/>
          </a:xfrm>
          <a:prstGeom prst="rect">
            <a:avLst/>
          </a:prstGeom>
        </p:spPr>
      </p:pic>
      <p:pic>
        <p:nvPicPr>
          <p:cNvPr id="3" name="Picture 2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32D7BE50-5440-88C1-6061-68CD44B1C6B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31" t="22716" r="24669" b="58675"/>
          <a:stretch>
            <a:fillRect/>
          </a:stretch>
        </p:blipFill>
        <p:spPr>
          <a:xfrm>
            <a:off x="2408556" y="1539028"/>
            <a:ext cx="4003040" cy="681144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05B56528-E789-9EB0-6FB6-327E583A8C0F}"/>
              </a:ext>
            </a:extLst>
          </p:cNvPr>
          <p:cNvGrpSpPr/>
          <p:nvPr/>
        </p:nvGrpSpPr>
        <p:grpSpPr>
          <a:xfrm>
            <a:off x="7583144" y="2231803"/>
            <a:ext cx="1837440" cy="627840"/>
            <a:chOff x="7583144" y="2231803"/>
            <a:chExt cx="1837440" cy="627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ABF1F609-8870-3E54-32D8-2D494E269A0B}"/>
                    </a:ext>
                  </a:extLst>
                </p14:cNvPr>
                <p14:cNvContentPartPr/>
                <p14:nvPr/>
              </p14:nvContentPartPr>
              <p14:xfrm>
                <a:off x="7583144" y="2266723"/>
                <a:ext cx="112320" cy="5389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ABF1F609-8870-3E54-32D8-2D494E269A0B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565504" y="2248723"/>
                  <a:ext cx="147960" cy="57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56794F1-C0CC-A442-EF2F-F2489DB5BB2B}"/>
                    </a:ext>
                  </a:extLst>
                </p14:cNvPr>
                <p14:cNvContentPartPr/>
                <p14:nvPr/>
              </p14:nvContentPartPr>
              <p14:xfrm>
                <a:off x="7594664" y="2231803"/>
                <a:ext cx="1825920" cy="6278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56794F1-C0CC-A442-EF2F-F2489DB5BB2B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7577024" y="2214163"/>
                  <a:ext cx="1861560" cy="663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35B93EB-91F3-3888-B124-9F455714B54D}"/>
              </a:ext>
            </a:extLst>
          </p:cNvPr>
          <p:cNvGrpSpPr/>
          <p:nvPr/>
        </p:nvGrpSpPr>
        <p:grpSpPr>
          <a:xfrm>
            <a:off x="4309304" y="632683"/>
            <a:ext cx="4164480" cy="1150560"/>
            <a:chOff x="4309304" y="632683"/>
            <a:chExt cx="4164480" cy="1150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CFFA0AAD-5E71-A185-D5BC-69CA2E6430FB}"/>
                    </a:ext>
                  </a:extLst>
                </p14:cNvPr>
                <p14:cNvContentPartPr/>
                <p14:nvPr/>
              </p14:nvContentPartPr>
              <p14:xfrm>
                <a:off x="4828064" y="963163"/>
                <a:ext cx="297000" cy="5144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CFFA0AAD-5E71-A185-D5BC-69CA2E6430FB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810064" y="945163"/>
                  <a:ext cx="332640" cy="55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9A25CEF-352B-DF21-6CE3-F1332C5DBBFD}"/>
                    </a:ext>
                  </a:extLst>
                </p14:cNvPr>
                <p14:cNvContentPartPr/>
                <p14:nvPr/>
              </p14:nvContentPartPr>
              <p14:xfrm>
                <a:off x="5279144" y="1321363"/>
                <a:ext cx="226800" cy="272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9A25CEF-352B-DF21-6CE3-F1332C5DBBFD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261144" y="1303363"/>
                  <a:ext cx="26244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6E08E5C-3A00-35BC-E852-6A2073347A59}"/>
                    </a:ext>
                  </a:extLst>
                </p14:cNvPr>
                <p14:cNvContentPartPr/>
                <p14:nvPr/>
              </p14:nvContentPartPr>
              <p14:xfrm>
                <a:off x="5643824" y="1310203"/>
                <a:ext cx="141120" cy="2750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6E08E5C-3A00-35BC-E852-6A2073347A59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625824" y="1292203"/>
                  <a:ext cx="17676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7A62652-4C90-0E4D-A527-A8A7A6475A18}"/>
                    </a:ext>
                  </a:extLst>
                </p14:cNvPr>
                <p14:cNvContentPartPr/>
                <p14:nvPr/>
              </p14:nvContentPartPr>
              <p14:xfrm>
                <a:off x="5930384" y="1343683"/>
                <a:ext cx="169920" cy="381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7A62652-4C90-0E4D-A527-A8A7A6475A18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912744" y="1325683"/>
                  <a:ext cx="20556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20ABA66-ACB9-9C4A-C589-C205A13A34C2}"/>
                    </a:ext>
                  </a:extLst>
                </p14:cNvPr>
                <p14:cNvContentPartPr/>
                <p14:nvPr/>
              </p14:nvContentPartPr>
              <p14:xfrm>
                <a:off x="6193544" y="1040923"/>
                <a:ext cx="265680" cy="3855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20ABA66-ACB9-9C4A-C589-C205A13A34C2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6175904" y="1023283"/>
                  <a:ext cx="301320" cy="42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ABB393F-8624-95BE-D758-134E9C62467E}"/>
                    </a:ext>
                  </a:extLst>
                </p14:cNvPr>
                <p14:cNvContentPartPr/>
                <p14:nvPr/>
              </p14:nvContentPartPr>
              <p14:xfrm>
                <a:off x="6628784" y="1301203"/>
                <a:ext cx="45720" cy="1958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ABB393F-8624-95BE-D758-134E9C62467E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6610784" y="1283563"/>
                  <a:ext cx="8136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BE16095-8201-D991-77AD-278B32AACFB3}"/>
                    </a:ext>
                  </a:extLst>
                </p14:cNvPr>
                <p14:cNvContentPartPr/>
                <p14:nvPr/>
              </p14:nvContentPartPr>
              <p14:xfrm>
                <a:off x="6642104" y="1302643"/>
                <a:ext cx="139320" cy="2228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BE16095-8201-D991-77AD-278B32AACFB3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6624464" y="1284643"/>
                  <a:ext cx="17496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D2CF018C-01DC-10B8-B647-17C48E73376F}"/>
                    </a:ext>
                  </a:extLst>
                </p14:cNvPr>
                <p14:cNvContentPartPr/>
                <p14:nvPr/>
              </p14:nvContentPartPr>
              <p14:xfrm>
                <a:off x="6968264" y="1267003"/>
                <a:ext cx="4320" cy="108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D2CF018C-01DC-10B8-B647-17C48E73376F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6950264" y="1249003"/>
                  <a:ext cx="3996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C3503B8-CE4D-2F9B-9E75-C16A31052F3A}"/>
                    </a:ext>
                  </a:extLst>
                </p14:cNvPr>
                <p14:cNvContentPartPr/>
                <p14:nvPr/>
              </p14:nvContentPartPr>
              <p14:xfrm>
                <a:off x="6893024" y="1290043"/>
                <a:ext cx="140040" cy="1724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C3503B8-CE4D-2F9B-9E75-C16A31052F3A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6875024" y="1272403"/>
                  <a:ext cx="17568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64DB444-553B-A715-ADC9-FE9C25E30CA3}"/>
                    </a:ext>
                  </a:extLst>
                </p14:cNvPr>
                <p14:cNvContentPartPr/>
                <p14:nvPr/>
              </p14:nvContentPartPr>
              <p14:xfrm>
                <a:off x="7223864" y="1256563"/>
                <a:ext cx="80280" cy="237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64DB444-553B-A715-ADC9-FE9C25E30CA3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205864" y="1238923"/>
                  <a:ext cx="11592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0D240E3-BA8A-D0AA-2FDF-CD32948CEB30}"/>
                    </a:ext>
                  </a:extLst>
                </p14:cNvPr>
                <p14:cNvContentPartPr/>
                <p14:nvPr/>
              </p14:nvContentPartPr>
              <p14:xfrm>
                <a:off x="7235024" y="1325323"/>
                <a:ext cx="88200" cy="316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0D240E3-BA8A-D0AA-2FDF-CD32948CEB30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217384" y="1307683"/>
                  <a:ext cx="12384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F620E0A-77C3-750A-284B-9B3E5489DA62}"/>
                    </a:ext>
                  </a:extLst>
                </p14:cNvPr>
                <p14:cNvContentPartPr/>
                <p14:nvPr/>
              </p14:nvContentPartPr>
              <p14:xfrm>
                <a:off x="7497464" y="914563"/>
                <a:ext cx="198000" cy="38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F620E0A-77C3-750A-284B-9B3E5489DA62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7479824" y="896923"/>
                  <a:ext cx="233640" cy="42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AF70B4F-5978-3872-B93A-BE7D1A98CAB0}"/>
                    </a:ext>
                  </a:extLst>
                </p14:cNvPr>
                <p14:cNvContentPartPr/>
                <p14:nvPr/>
              </p14:nvContentPartPr>
              <p14:xfrm>
                <a:off x="7816064" y="1173403"/>
                <a:ext cx="132840" cy="349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AF70B4F-5978-3872-B93A-BE7D1A98CAB0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798424" y="1155403"/>
                  <a:ext cx="16848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D45EF9E-11B4-2688-EC2F-FF71FFAC3D5D}"/>
                    </a:ext>
                  </a:extLst>
                </p14:cNvPr>
                <p14:cNvContentPartPr/>
                <p14:nvPr/>
              </p14:nvContentPartPr>
              <p14:xfrm>
                <a:off x="7862144" y="1197883"/>
                <a:ext cx="34920" cy="1148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D45EF9E-11B4-2688-EC2F-FF71FFAC3D5D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7844504" y="1180243"/>
                  <a:ext cx="7056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7A6880B-5B50-7B24-E44B-6194A09D424E}"/>
                    </a:ext>
                  </a:extLst>
                </p14:cNvPr>
                <p14:cNvContentPartPr/>
                <p14:nvPr/>
              </p14:nvContentPartPr>
              <p14:xfrm>
                <a:off x="4309304" y="632683"/>
                <a:ext cx="4164480" cy="10933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7A6880B-5B50-7B24-E44B-6194A09D424E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4291664" y="614683"/>
                  <a:ext cx="4200120" cy="11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5A42C3D-EF1F-3792-5B7B-8764A34DE690}"/>
                    </a:ext>
                  </a:extLst>
                </p14:cNvPr>
                <p14:cNvContentPartPr/>
                <p14:nvPr/>
              </p14:nvContentPartPr>
              <p14:xfrm>
                <a:off x="4634384" y="923203"/>
                <a:ext cx="154080" cy="8600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5A42C3D-EF1F-3792-5B7B-8764A34DE690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4616384" y="905563"/>
                  <a:ext cx="189720" cy="89568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>
            <a:extLst>
              <a:ext uri="{FF2B5EF4-FFF2-40B4-BE49-F238E27FC236}">
                <a16:creationId xmlns:a16="http://schemas.microsoft.com/office/drawing/2014/main" id="{47079780-1E60-9A6B-DE5D-DC910A03E7E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7772400" cy="590931"/>
          </a:xfrm>
        </p:spPr>
        <p:txBody>
          <a:bodyPr anchor="t">
            <a:spAutoFit/>
          </a:bodyPr>
          <a:lstStyle/>
          <a:p>
            <a:pPr eaLnBrk="1" hangingPunct="1"/>
            <a:r>
              <a:rPr lang="en-US" altLang="en-US" sz="3600" i="1" dirty="0"/>
              <a:t>I</a:t>
            </a:r>
            <a:r>
              <a:rPr lang="en-US" altLang="en-US" sz="3600" i="1" baseline="-25000" dirty="0"/>
              <a:t>D</a:t>
            </a:r>
            <a:r>
              <a:rPr lang="en-US" altLang="en-US" sz="3600" i="1" dirty="0"/>
              <a:t>-V</a:t>
            </a:r>
            <a:r>
              <a:rPr lang="en-US" altLang="en-US" sz="3600" i="1" baseline="-25000" dirty="0"/>
              <a:t>DS </a:t>
            </a:r>
            <a:r>
              <a:rPr lang="en-US" altLang="en-US" sz="3600" i="1" dirty="0"/>
              <a:t> characteristics for n-MOSFET</a:t>
            </a:r>
          </a:p>
        </p:txBody>
      </p:sp>
      <p:pic>
        <p:nvPicPr>
          <p:cNvPr id="31747" name="Picture 3">
            <a:extLst>
              <a:ext uri="{FF2B5EF4-FFF2-40B4-BE49-F238E27FC236}">
                <a16:creationId xmlns:a16="http://schemas.microsoft.com/office/drawing/2014/main" id="{4A7F44B8-310D-CE04-59E2-586F514991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39" r="4289" b="14951"/>
          <a:stretch>
            <a:fillRect/>
          </a:stretch>
        </p:blipFill>
        <p:spPr bwMode="auto">
          <a:xfrm>
            <a:off x="2895600" y="1470026"/>
            <a:ext cx="6324600" cy="4551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1748" name="AutoShape 4">
            <a:extLst>
              <a:ext uri="{FF2B5EF4-FFF2-40B4-BE49-F238E27FC236}">
                <a16:creationId xmlns:a16="http://schemas.microsoft.com/office/drawing/2014/main" id="{84B1BA75-81F5-EF6A-9395-EE4DB770F733}"/>
              </a:ext>
            </a:extLst>
          </p:cNvPr>
          <p:cNvSpPr>
            <a:spLocks/>
          </p:cNvSpPr>
          <p:nvPr/>
        </p:nvSpPr>
        <p:spPr bwMode="auto">
          <a:xfrm rot="16200000">
            <a:off x="6019800" y="1174750"/>
            <a:ext cx="381000" cy="2362200"/>
          </a:xfrm>
          <a:prstGeom prst="rightBrace">
            <a:avLst>
              <a:gd name="adj1" fmla="val 51667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2400"/>
          </a:p>
        </p:txBody>
      </p:sp>
      <p:sp>
        <p:nvSpPr>
          <p:cNvPr id="31749" name="AutoShape 5">
            <a:extLst>
              <a:ext uri="{FF2B5EF4-FFF2-40B4-BE49-F238E27FC236}">
                <a16:creationId xmlns:a16="http://schemas.microsoft.com/office/drawing/2014/main" id="{A406EB6D-41E3-58D2-DAF1-3AA8772362A5}"/>
              </a:ext>
            </a:extLst>
          </p:cNvPr>
          <p:cNvSpPr>
            <a:spLocks/>
          </p:cNvSpPr>
          <p:nvPr/>
        </p:nvSpPr>
        <p:spPr bwMode="auto">
          <a:xfrm rot="16200000">
            <a:off x="4076700" y="1746250"/>
            <a:ext cx="228600" cy="1371600"/>
          </a:xfrm>
          <a:prstGeom prst="rightBrace">
            <a:avLst>
              <a:gd name="adj1" fmla="val 50000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2400"/>
          </a:p>
        </p:txBody>
      </p:sp>
      <p:sp>
        <p:nvSpPr>
          <p:cNvPr id="31750" name="Text Box 6">
            <a:extLst>
              <a:ext uri="{FF2B5EF4-FFF2-40B4-BE49-F238E27FC236}">
                <a16:creationId xmlns:a16="http://schemas.microsoft.com/office/drawing/2014/main" id="{9313BA47-C8CA-1D61-C271-07AF8E4AB3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00700" y="1470026"/>
            <a:ext cx="1225550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000">
                <a:solidFill>
                  <a:schemeClr val="accent2"/>
                </a:solidFill>
              </a:rPr>
              <a:t>Saturation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000">
                <a:solidFill>
                  <a:schemeClr val="accent2"/>
                </a:solidFill>
              </a:rPr>
              <a:t>region</a:t>
            </a:r>
            <a:endParaRPr lang="en-US" altLang="en-US" sz="2000"/>
          </a:p>
        </p:txBody>
      </p:sp>
      <p:sp>
        <p:nvSpPr>
          <p:cNvPr id="31751" name="Text Box 7">
            <a:extLst>
              <a:ext uri="{FF2B5EF4-FFF2-40B4-BE49-F238E27FC236}">
                <a16:creationId xmlns:a16="http://schemas.microsoft.com/office/drawing/2014/main" id="{ED1EF211-A8E4-028C-3CA4-EC7BE39D27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52850" y="1555751"/>
            <a:ext cx="846138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000">
                <a:solidFill>
                  <a:schemeClr val="accent2"/>
                </a:solidFill>
              </a:rPr>
              <a:t>Linear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000">
                <a:solidFill>
                  <a:schemeClr val="accent2"/>
                </a:solidFill>
              </a:rPr>
              <a:t>region</a:t>
            </a:r>
            <a:endParaRPr lang="en-US" altLang="en-US" sz="240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>
            <a:extLst>
              <a:ext uri="{FF2B5EF4-FFF2-40B4-BE49-F238E27FC236}">
                <a16:creationId xmlns:a16="http://schemas.microsoft.com/office/drawing/2014/main" id="{B315869A-97DC-E579-63D9-E5F70106BCA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7772400" cy="609600"/>
          </a:xfrm>
        </p:spPr>
        <p:txBody>
          <a:bodyPr/>
          <a:lstStyle/>
          <a:p>
            <a:pPr eaLnBrk="1" hangingPunct="1"/>
            <a:r>
              <a:rPr lang="en-US" altLang="en-US" dirty="0"/>
              <a:t>P-MOSFET N-MOSFET IV Characteristics</a:t>
            </a:r>
          </a:p>
        </p:txBody>
      </p:sp>
      <p:sp>
        <p:nvSpPr>
          <p:cNvPr id="36867" name="Text Box 3">
            <a:extLst>
              <a:ext uri="{FF2B5EF4-FFF2-40B4-BE49-F238E27FC236}">
                <a16:creationId xmlns:a16="http://schemas.microsoft.com/office/drawing/2014/main" id="{E24968BE-B807-CE41-2E7D-D698A91733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95576" y="4533901"/>
            <a:ext cx="7091363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>
                <a:cs typeface="Arial" panose="020B0604020202020204" pitchFamily="34" charset="0"/>
              </a:rPr>
              <a:t>The PMOS IV is qualitatively similar to the NMOS IV, but the current is about half as large. Why?</a:t>
            </a:r>
            <a:endParaRPr lang="en-US" altLang="en-US" sz="2400" b="1" i="1">
              <a:cs typeface="Arial" panose="020B0604020202020204" pitchFamily="34" charset="0"/>
            </a:endParaRPr>
          </a:p>
        </p:txBody>
      </p:sp>
      <p:pic>
        <p:nvPicPr>
          <p:cNvPr id="36868" name="Picture 4">
            <a:extLst>
              <a:ext uri="{FF2B5EF4-FFF2-40B4-BE49-F238E27FC236}">
                <a16:creationId xmlns:a16="http://schemas.microsoft.com/office/drawing/2014/main" id="{BE561DF4-78C0-CF34-66C8-63FAB73AA7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4300" y="976313"/>
            <a:ext cx="4286250" cy="3473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>
            <a:extLst>
              <a:ext uri="{FF2B5EF4-FFF2-40B4-BE49-F238E27FC236}">
                <a16:creationId xmlns:a16="http://schemas.microsoft.com/office/drawing/2014/main" id="{59B78E75-96C9-7DF6-990C-75155506CF2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7772400" cy="576521"/>
          </a:xfrm>
        </p:spPr>
        <p:txBody>
          <a:bodyPr/>
          <a:lstStyle/>
          <a:p>
            <a:pPr eaLnBrk="1" hangingPunct="1"/>
            <a:r>
              <a:rPr lang="en-US" altLang="en-US" i="1" dirty="0"/>
              <a:t>Threshold and Subthreshold</a:t>
            </a:r>
          </a:p>
        </p:txBody>
      </p:sp>
      <p:pic>
        <p:nvPicPr>
          <p:cNvPr id="47107" name="Picture 4">
            <a:extLst>
              <a:ext uri="{FF2B5EF4-FFF2-40B4-BE49-F238E27FC236}">
                <a16:creationId xmlns:a16="http://schemas.microsoft.com/office/drawing/2014/main" id="{3E42FA63-5221-4B36-0353-1E5614543B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1864" y="1270000"/>
            <a:ext cx="7800975" cy="487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43716E91-FC1D-59E2-A236-CC8F38DD726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7772400" cy="466867"/>
          </a:xfrm>
        </p:spPr>
        <p:txBody>
          <a:bodyPr>
            <a:normAutofit fontScale="90000"/>
          </a:bodyPr>
          <a:lstStyle/>
          <a:p>
            <a:r>
              <a:rPr lang="en-US" altLang="zh-TW" dirty="0">
                <a:ea typeface="PMingLiU" panose="02020500000000000000" pitchFamily="18" charset="-120"/>
              </a:rPr>
              <a:t>Subthreshold Current</a:t>
            </a:r>
          </a:p>
        </p:txBody>
      </p:sp>
      <p:grpSp>
        <p:nvGrpSpPr>
          <p:cNvPr id="48131" name="Group 3">
            <a:extLst>
              <a:ext uri="{FF2B5EF4-FFF2-40B4-BE49-F238E27FC236}">
                <a16:creationId xmlns:a16="http://schemas.microsoft.com/office/drawing/2014/main" id="{7F6BC703-B72D-7B31-393A-451024134BEB}"/>
              </a:ext>
            </a:extLst>
          </p:cNvPr>
          <p:cNvGrpSpPr>
            <a:grpSpLocks/>
          </p:cNvGrpSpPr>
          <p:nvPr/>
        </p:nvGrpSpPr>
        <p:grpSpPr bwMode="auto">
          <a:xfrm>
            <a:off x="3302001" y="2055814"/>
            <a:ext cx="4691063" cy="3278187"/>
            <a:chOff x="1120" y="1223"/>
            <a:chExt cx="2955" cy="2065"/>
          </a:xfrm>
        </p:grpSpPr>
        <p:pic>
          <p:nvPicPr>
            <p:cNvPr id="48136" name="Picture 4">
              <a:extLst>
                <a:ext uri="{FF2B5EF4-FFF2-40B4-BE49-F238E27FC236}">
                  <a16:creationId xmlns:a16="http://schemas.microsoft.com/office/drawing/2014/main" id="{ABBCA3F9-EEF9-D292-D10C-4A2F1B21F2C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0" y="1223"/>
              <a:ext cx="2955" cy="19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8137" name="Rectangle 5">
              <a:extLst>
                <a:ext uri="{FF2B5EF4-FFF2-40B4-BE49-F238E27FC236}">
                  <a16:creationId xmlns:a16="http://schemas.microsoft.com/office/drawing/2014/main" id="{892611B2-2D96-033C-42C7-957EA801C9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40" y="1840"/>
              <a:ext cx="144" cy="6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2400"/>
            </a:p>
          </p:txBody>
        </p:sp>
        <p:grpSp>
          <p:nvGrpSpPr>
            <p:cNvPr id="48138" name="Group 6">
              <a:extLst>
                <a:ext uri="{FF2B5EF4-FFF2-40B4-BE49-F238E27FC236}">
                  <a16:creationId xmlns:a16="http://schemas.microsoft.com/office/drawing/2014/main" id="{5C73C4D9-63F6-6F27-6411-E5B3278B664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26" y="1591"/>
              <a:ext cx="254" cy="917"/>
              <a:chOff x="190" y="1327"/>
              <a:chExt cx="211" cy="869"/>
            </a:xfrm>
          </p:grpSpPr>
          <p:sp>
            <p:nvSpPr>
              <p:cNvPr id="48140" name="Rectangle 7">
                <a:extLst>
                  <a:ext uri="{FF2B5EF4-FFF2-40B4-BE49-F238E27FC236}">
                    <a16:creationId xmlns:a16="http://schemas.microsoft.com/office/drawing/2014/main" id="{8D2F7338-2CF3-E03B-A731-22AC7DF435F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5400000">
                <a:off x="267" y="2081"/>
                <a:ext cx="62" cy="16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altLang="zh-TW" sz="2100" b="1" i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I</a:t>
                </a:r>
                <a:endParaRPr lang="en-US" altLang="zh-TW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1" name="Rectangle 8">
                <a:extLst>
                  <a:ext uri="{FF2B5EF4-FFF2-40B4-BE49-F238E27FC236}">
                    <a16:creationId xmlns:a16="http://schemas.microsoft.com/office/drawing/2014/main" id="{4717C16E-8E63-870D-6175-CA745308D13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5400000">
                <a:off x="306" y="2032"/>
                <a:ext cx="61" cy="12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altLang="zh-TW" sz="1600" b="1" i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d</a:t>
                </a:r>
                <a:endParaRPr lang="en-US" altLang="zh-TW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2" name="Rectangle 9">
                <a:extLst>
                  <a:ext uri="{FF2B5EF4-FFF2-40B4-BE49-F238E27FC236}">
                    <a16:creationId xmlns:a16="http://schemas.microsoft.com/office/drawing/2014/main" id="{C29D13BE-3441-EA0A-4B84-3D047B4A72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313" y="1979"/>
                <a:ext cx="48" cy="12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altLang="zh-TW" sz="1600" b="1" i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s</a:t>
                </a:r>
                <a:endParaRPr lang="en-US" altLang="zh-TW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3" name="Rectangle 10">
                <a:extLst>
                  <a:ext uri="{FF2B5EF4-FFF2-40B4-BE49-F238E27FC236}">
                    <a16:creationId xmlns:a16="http://schemas.microsoft.com/office/drawing/2014/main" id="{36704DA9-9DFA-92F6-57C0-C267715DEC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277" y="1903"/>
                <a:ext cx="40" cy="16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zh-TW" altLang="en-US" sz="2100" b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 </a:t>
                </a:r>
                <a:endParaRPr lang="zh-TW" altLang="en-US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4" name="Rectangle 11">
                <a:extLst>
                  <a:ext uri="{FF2B5EF4-FFF2-40B4-BE49-F238E27FC236}">
                    <a16:creationId xmlns:a16="http://schemas.microsoft.com/office/drawing/2014/main" id="{067332FA-3887-151A-B948-29F9015EC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271" y="1861"/>
                <a:ext cx="54" cy="16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zh-TW" altLang="en-US" sz="2100" b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(</a:t>
                </a:r>
                <a:endParaRPr lang="zh-TW" altLang="en-US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5" name="Rectangle 12">
                <a:extLst>
                  <a:ext uri="{FF2B5EF4-FFF2-40B4-BE49-F238E27FC236}">
                    <a16:creationId xmlns:a16="http://schemas.microsoft.com/office/drawing/2014/main" id="{A362E8CB-8B42-D93B-C391-7F0B2FE72E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5400000">
                <a:off x="251" y="1783"/>
                <a:ext cx="92" cy="16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altLang="zh-TW" sz="2100" b="1">
                    <a:solidFill>
                      <a:srgbClr val="000000"/>
                    </a:solidFill>
                    <a:latin typeface="Symbol" panose="05050102010706020507" pitchFamily="18" charset="2"/>
                    <a:ea typeface="PMingLiU" panose="02020500000000000000" pitchFamily="18" charset="-120"/>
                  </a:rPr>
                  <a:t>m</a:t>
                </a:r>
                <a:endParaRPr lang="en-US" altLang="zh-TW" sz="2800" b="1" i="1">
                  <a:latin typeface="Symbol" panose="05050102010706020507" pitchFamily="18" charset="2"/>
                  <a:ea typeface="PMingLiU" panose="02020500000000000000" pitchFamily="18" charset="-120"/>
                </a:endParaRPr>
              </a:p>
            </p:txBody>
          </p:sp>
          <p:sp>
            <p:nvSpPr>
              <p:cNvPr id="48146" name="Rectangle 13">
                <a:extLst>
                  <a:ext uri="{FF2B5EF4-FFF2-40B4-BE49-F238E27FC236}">
                    <a16:creationId xmlns:a16="http://schemas.microsoft.com/office/drawing/2014/main" id="{DB4A4914-41B5-498F-34D1-781C3A26E9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5400000">
                <a:off x="240" y="1641"/>
                <a:ext cx="115" cy="16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altLang="zh-TW" sz="2100" b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A</a:t>
                </a:r>
                <a:endParaRPr lang="en-US" altLang="zh-TW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7" name="Rectangle 14">
                <a:extLst>
                  <a:ext uri="{FF2B5EF4-FFF2-40B4-BE49-F238E27FC236}">
                    <a16:creationId xmlns:a16="http://schemas.microsoft.com/office/drawing/2014/main" id="{67049BCA-ACDF-E43E-A81F-2F0EE7DFB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276" y="1544"/>
                <a:ext cx="45" cy="16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zh-TW" altLang="en-US" sz="2100" b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/</a:t>
                </a:r>
                <a:endParaRPr lang="zh-TW" altLang="en-US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8" name="Rectangle 15">
                <a:extLst>
                  <a:ext uri="{FF2B5EF4-FFF2-40B4-BE49-F238E27FC236}">
                    <a16:creationId xmlns:a16="http://schemas.microsoft.com/office/drawing/2014/main" id="{968CFACF-5E0E-846E-318C-AECD042D16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5400000">
                <a:off x="228" y="1487"/>
                <a:ext cx="92" cy="16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altLang="zh-TW" sz="2100">
                    <a:solidFill>
                      <a:srgbClr val="000000"/>
                    </a:solidFill>
                    <a:latin typeface="Symbol" panose="05050102010706020507" pitchFamily="18" charset="2"/>
                    <a:ea typeface="PMingLiU" panose="02020500000000000000" pitchFamily="18" charset="-120"/>
                  </a:rPr>
                  <a:t>m</a:t>
                </a:r>
                <a:endParaRPr lang="en-US" altLang="zh-TW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9" name="Rectangle 16">
                <a:extLst>
                  <a:ext uri="{FF2B5EF4-FFF2-40B4-BE49-F238E27FC236}">
                    <a16:creationId xmlns:a16="http://schemas.microsoft.com/office/drawing/2014/main" id="{211A65DA-8692-22F6-1842-5CBF745976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231" y="1371"/>
                <a:ext cx="134" cy="16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altLang="zh-TW" sz="2100" b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m</a:t>
                </a:r>
                <a:endParaRPr lang="en-US" altLang="zh-TW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50" name="Rectangle 17">
                <a:extLst>
                  <a:ext uri="{FF2B5EF4-FFF2-40B4-BE49-F238E27FC236}">
                    <a16:creationId xmlns:a16="http://schemas.microsoft.com/office/drawing/2014/main" id="{B5913287-B2E4-D9F2-300A-AEEE480B51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271" y="1269"/>
                <a:ext cx="54" cy="16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zh-TW" altLang="en-US" sz="2100" b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)</a:t>
                </a:r>
                <a:endParaRPr lang="zh-TW" altLang="en-US" sz="2800" b="1" i="1">
                  <a:ea typeface="PMingLiU" panose="02020500000000000000" pitchFamily="18" charset="-120"/>
                </a:endParaRPr>
              </a:p>
            </p:txBody>
          </p:sp>
        </p:grpSp>
        <p:sp>
          <p:nvSpPr>
            <p:cNvPr id="48139" name="Text Box 18">
              <a:extLst>
                <a:ext uri="{FF2B5EF4-FFF2-40B4-BE49-F238E27FC236}">
                  <a16:creationId xmlns:a16="http://schemas.microsoft.com/office/drawing/2014/main" id="{56B17907-AF9C-22FD-2B09-8D8E69DEBD2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00" y="3000"/>
              <a:ext cx="560" cy="2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50000"/>
                </a:spcBef>
                <a:buFontTx/>
                <a:buNone/>
              </a:pPr>
              <a:r>
                <a:rPr lang="en-US" altLang="zh-TW" sz="2400" b="1" i="1">
                  <a:ea typeface="PMingLiU" panose="02020500000000000000" pitchFamily="18" charset="-120"/>
                  <a:cs typeface="Arial" panose="020B0604020202020204" pitchFamily="34" charset="0"/>
                </a:rPr>
                <a:t>V</a:t>
              </a:r>
              <a:r>
                <a:rPr lang="en-US" altLang="zh-TW" sz="2400" b="1" i="1" baseline="-25000">
                  <a:ea typeface="PMingLiU" panose="02020500000000000000" pitchFamily="18" charset="-120"/>
                  <a:cs typeface="Arial" panose="020B0604020202020204" pitchFamily="34" charset="0"/>
                </a:rPr>
                <a:t>gs</a:t>
              </a:r>
            </a:p>
          </p:txBody>
        </p:sp>
      </p:grpSp>
      <p:sp>
        <p:nvSpPr>
          <p:cNvPr id="48132" name="Text Box 19">
            <a:extLst>
              <a:ext uri="{FF2B5EF4-FFF2-40B4-BE49-F238E27FC236}">
                <a16:creationId xmlns:a16="http://schemas.microsoft.com/office/drawing/2014/main" id="{D799D99C-CAA4-138B-51DD-9C7FB35A08A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197100" y="1104900"/>
            <a:ext cx="7772400" cy="4914900"/>
          </a:xfrm>
          <a:noFill/>
        </p:spPr>
        <p:txBody>
          <a:bodyPr/>
          <a:lstStyle/>
          <a:p>
            <a:pPr>
              <a:spcBef>
                <a:spcPct val="50000"/>
              </a:spcBef>
            </a:pPr>
            <a:r>
              <a:rPr lang="en-US" altLang="zh-TW" sz="2400">
                <a:ea typeface="PMingLiU" panose="02020500000000000000" pitchFamily="18" charset="-120"/>
              </a:rPr>
              <a:t>The leakage current that flows at V</a:t>
            </a:r>
            <a:r>
              <a:rPr lang="en-US" altLang="zh-TW" sz="2400" baseline="-25000">
                <a:ea typeface="PMingLiU" panose="02020500000000000000" pitchFamily="18" charset="-120"/>
              </a:rPr>
              <a:t>g</a:t>
            </a:r>
            <a:r>
              <a:rPr lang="en-US" altLang="zh-TW" sz="2400">
                <a:ea typeface="PMingLiU" panose="02020500000000000000" pitchFamily="18" charset="-120"/>
              </a:rPr>
              <a:t>&lt;V</a:t>
            </a:r>
            <a:r>
              <a:rPr lang="en-US" altLang="zh-TW" sz="2400" baseline="-25000">
                <a:ea typeface="PMingLiU" panose="02020500000000000000" pitchFamily="18" charset="-120"/>
              </a:rPr>
              <a:t>t</a:t>
            </a:r>
            <a:r>
              <a:rPr lang="en-US" altLang="zh-TW" sz="2400">
                <a:ea typeface="PMingLiU" panose="02020500000000000000" pitchFamily="18" charset="-120"/>
              </a:rPr>
              <a:t> is called the subthreshold current. Previously we had assumed that current is zero, but in reality that’s not the case.</a:t>
            </a:r>
            <a:endParaRPr lang="en-US" altLang="zh-TW" baseline="-25000">
              <a:ea typeface="PMingLiU" panose="02020500000000000000" pitchFamily="18" charset="-120"/>
            </a:endParaRPr>
          </a:p>
        </p:txBody>
      </p:sp>
      <p:sp>
        <p:nvSpPr>
          <p:cNvPr id="48133" name="Text Box 20">
            <a:extLst>
              <a:ext uri="{FF2B5EF4-FFF2-40B4-BE49-F238E27FC236}">
                <a16:creationId xmlns:a16="http://schemas.microsoft.com/office/drawing/2014/main" id="{7A42A629-6D98-AB45-1F37-994A2AB8B3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26389" y="3121026"/>
            <a:ext cx="2281237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50000"/>
              </a:spcBef>
              <a:buFontTx/>
              <a:buNone/>
            </a:pPr>
            <a:r>
              <a:rPr lang="en-US" altLang="zh-TW" sz="1800">
                <a:ea typeface="PMingLiU" panose="02020500000000000000" pitchFamily="18" charset="-120"/>
                <a:cs typeface="Arial" panose="020B0604020202020204" pitchFamily="34" charset="0"/>
              </a:rPr>
              <a:t>90nm technology. Gate length: 45nm for NMOS, 50nm for PMOS</a:t>
            </a:r>
            <a:endParaRPr lang="zh-TW" altLang="en-US" sz="1600">
              <a:ea typeface="PMingLiU" panose="02020500000000000000" pitchFamily="18" charset="-120"/>
              <a:cs typeface="Arial" panose="020B0604020202020204" pitchFamily="34" charset="0"/>
            </a:endParaRPr>
          </a:p>
        </p:txBody>
      </p:sp>
      <p:sp>
        <p:nvSpPr>
          <p:cNvPr id="48134" name="Text Box 21">
            <a:extLst>
              <a:ext uri="{FF2B5EF4-FFF2-40B4-BE49-F238E27FC236}">
                <a16:creationId xmlns:a16="http://schemas.microsoft.com/office/drawing/2014/main" id="{5856545C-DDEF-EAF0-D10C-633E4E128D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76514" y="5414963"/>
            <a:ext cx="7018337" cy="1098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zh-TW" sz="2000">
                <a:ea typeface="PMingLiU" panose="02020500000000000000" pitchFamily="18" charset="-120"/>
                <a:cs typeface="Arial" panose="020B0604020202020204" pitchFamily="34" charset="0"/>
              </a:rPr>
              <a:t> </a:t>
            </a:r>
            <a:r>
              <a:rPr lang="en-US" altLang="zh-TW" sz="2400">
                <a:ea typeface="PMingLiU" panose="02020500000000000000" pitchFamily="18" charset="-120"/>
                <a:cs typeface="Arial" panose="020B0604020202020204" pitchFamily="34" charset="0"/>
              </a:rPr>
              <a:t>The current at V</a:t>
            </a:r>
            <a:r>
              <a:rPr lang="en-US" altLang="zh-TW" sz="2400" baseline="-25000">
                <a:ea typeface="PMingLiU" panose="02020500000000000000" pitchFamily="18" charset="-120"/>
                <a:cs typeface="Arial" panose="020B0604020202020204" pitchFamily="34" charset="0"/>
              </a:rPr>
              <a:t>gs</a:t>
            </a:r>
            <a:r>
              <a:rPr lang="en-US" altLang="zh-TW" sz="2400">
                <a:ea typeface="PMingLiU" panose="02020500000000000000" pitchFamily="18" charset="-120"/>
                <a:cs typeface="Arial" panose="020B0604020202020204" pitchFamily="34" charset="0"/>
              </a:rPr>
              <a:t>=0 and V</a:t>
            </a:r>
            <a:r>
              <a:rPr lang="en-US" altLang="zh-TW" sz="2400" baseline="-25000">
                <a:ea typeface="PMingLiU" panose="02020500000000000000" pitchFamily="18" charset="-120"/>
                <a:cs typeface="Arial" panose="020B0604020202020204" pitchFamily="34" charset="0"/>
              </a:rPr>
              <a:t>ds</a:t>
            </a:r>
            <a:r>
              <a:rPr lang="en-US" altLang="zh-TW" sz="2400">
                <a:ea typeface="PMingLiU" panose="02020500000000000000" pitchFamily="18" charset="-120"/>
                <a:cs typeface="Arial" panose="020B0604020202020204" pitchFamily="34" charset="0"/>
              </a:rPr>
              <a:t>=V</a:t>
            </a:r>
            <a:r>
              <a:rPr lang="en-US" altLang="zh-TW" sz="2400" baseline="-25000">
                <a:ea typeface="PMingLiU" panose="02020500000000000000" pitchFamily="18" charset="-120"/>
                <a:cs typeface="Arial" panose="020B0604020202020204" pitchFamily="34" charset="0"/>
              </a:rPr>
              <a:t>dd</a:t>
            </a:r>
            <a:r>
              <a:rPr lang="en-US" altLang="zh-TW" sz="2400">
                <a:ea typeface="PMingLiU" panose="02020500000000000000" pitchFamily="18" charset="-120"/>
                <a:cs typeface="Arial" panose="020B0604020202020204" pitchFamily="34" charset="0"/>
              </a:rPr>
              <a:t> is called I</a:t>
            </a:r>
            <a:r>
              <a:rPr lang="en-US" altLang="zh-TW" sz="2400" baseline="-25000">
                <a:ea typeface="PMingLiU" panose="02020500000000000000" pitchFamily="18" charset="-120"/>
                <a:cs typeface="Arial" panose="020B0604020202020204" pitchFamily="34" charset="0"/>
              </a:rPr>
              <a:t>off.</a:t>
            </a:r>
            <a:endParaRPr lang="en-US" altLang="zh-TW" sz="2000" baseline="-25000">
              <a:ea typeface="PMingLiU" panose="02020500000000000000" pitchFamily="18" charset="-120"/>
              <a:cs typeface="Arial" panose="020B0604020202020204" pitchFamily="34" charset="0"/>
            </a:endParaRPr>
          </a:p>
          <a:p>
            <a:pPr algn="ctr">
              <a:spcBef>
                <a:spcPct val="50000"/>
              </a:spcBef>
              <a:buFontTx/>
              <a:buNone/>
            </a:pPr>
            <a:endParaRPr lang="zh-TW" altLang="en-US" sz="2800" b="1" i="1">
              <a:ea typeface="PMingLiU" panose="02020500000000000000" pitchFamily="18" charset="-120"/>
              <a:cs typeface="Arial" panose="020B0604020202020204" pitchFamily="34" charset="0"/>
            </a:endParaRPr>
          </a:p>
        </p:txBody>
      </p:sp>
      <p:sp>
        <p:nvSpPr>
          <p:cNvPr id="48135" name="Text Box 22">
            <a:extLst>
              <a:ext uri="{FF2B5EF4-FFF2-40B4-BE49-F238E27FC236}">
                <a16:creationId xmlns:a16="http://schemas.microsoft.com/office/drawing/2014/main" id="{E9FB1BFD-DE7E-4571-E80F-44FAB9D2E5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13688" y="2882900"/>
            <a:ext cx="2362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50000"/>
              </a:spcBef>
              <a:buFontTx/>
              <a:buNone/>
            </a:pPr>
            <a:r>
              <a:rPr lang="en-US" altLang="zh-TW" sz="1200" b="1" i="1">
                <a:ea typeface="PMingLiU" panose="02020500000000000000" pitchFamily="18" charset="-120"/>
                <a:cs typeface="Arial" panose="020B0604020202020204" pitchFamily="34" charset="0"/>
              </a:rPr>
              <a:t>Intel, T. Ghani et al., IEDM 2003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>
          <a:buFont typeface="Arial" charset="0"/>
          <a:buChar char="•"/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23090</TotalTime>
  <Words>701</Words>
  <Application>Microsoft Office PowerPoint</Application>
  <PresentationFormat>Widescreen</PresentationFormat>
  <Paragraphs>109</Paragraphs>
  <Slides>41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41</vt:i4>
      </vt:variant>
    </vt:vector>
  </HeadingPairs>
  <TitlesOfParts>
    <vt:vector size="51" baseType="lpstr">
      <vt:lpstr>PMingLiU</vt:lpstr>
      <vt:lpstr>Arial</vt:lpstr>
      <vt:lpstr>Calibri</vt:lpstr>
      <vt:lpstr>Cambria Math</vt:lpstr>
      <vt:lpstr>PT Sans</vt:lpstr>
      <vt:lpstr>Symbol</vt:lpstr>
      <vt:lpstr>Times New Roman</vt:lpstr>
      <vt:lpstr>Office Theme</vt:lpstr>
      <vt:lpstr>Bitmap Image</vt:lpstr>
      <vt:lpstr>Equation</vt:lpstr>
      <vt:lpstr>ECE 105: Introduction to Electrical Engineering</vt:lpstr>
      <vt:lpstr>PowerPoint Presentation</vt:lpstr>
      <vt:lpstr>What is a diode</vt:lpstr>
      <vt:lpstr>PowerPoint Presentation</vt:lpstr>
      <vt:lpstr>Forward biasing a diode </vt:lpstr>
      <vt:lpstr>PowerPoint Presentation</vt:lpstr>
      <vt:lpstr>PowerPoint Presentation</vt:lpstr>
      <vt:lpstr>PowerPoint Presentation</vt:lpstr>
      <vt:lpstr>Reverse biasing a diode</vt:lpstr>
      <vt:lpstr>Reverse biasing a diode</vt:lpstr>
      <vt:lpstr>Diode characterization</vt:lpstr>
      <vt:lpstr>Water analogy</vt:lpstr>
      <vt:lpstr>Diode Current Equation</vt:lpstr>
      <vt:lpstr>Diode Current Equation</vt:lpstr>
      <vt:lpstr>PowerPoint Presentation</vt:lpstr>
      <vt:lpstr>Diode Current Equation</vt:lpstr>
      <vt:lpstr>The First Transistor</vt:lpstr>
      <vt:lpstr>Transistor amplification</vt:lpstr>
      <vt:lpstr>1956 Physics Nobel Prize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Complementary MOSFETs (CMOS)</vt:lpstr>
      <vt:lpstr>ID-VDS  characteristics expected from a long channel  (L &lt;&lt; L) MOSFET (n-channel), for various values of VG</vt:lpstr>
      <vt:lpstr>MOSFET current equations </vt:lpstr>
      <vt:lpstr>MOSFET current equations </vt:lpstr>
      <vt:lpstr>MOSFET current equations </vt:lpstr>
      <vt:lpstr>PowerPoint Presentation</vt:lpstr>
      <vt:lpstr>PowerPoint Presentation</vt:lpstr>
      <vt:lpstr>PowerPoint Presentation</vt:lpstr>
      <vt:lpstr>PowerPoint Presentation</vt:lpstr>
      <vt:lpstr>Qualitative discussion: n-MOSFET</vt:lpstr>
      <vt:lpstr>Quantitative ID-VDS Relationships – 1st attempt “Square Law”</vt:lpstr>
      <vt:lpstr>ID-VDS  characteristics for n-MOSFET</vt:lpstr>
      <vt:lpstr>P-MOSFET N-MOSFET IV Characteristics</vt:lpstr>
      <vt:lpstr>Threshold and Subthreshold</vt:lpstr>
      <vt:lpstr>Subthreshold Current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Yasser Khan</dc:creator>
  <cp:lastModifiedBy>Yasser Khan</cp:lastModifiedBy>
  <cp:revision>933</cp:revision>
  <cp:lastPrinted>2017-03-30T23:40:26Z</cp:lastPrinted>
  <dcterms:created xsi:type="dcterms:W3CDTF">2014-02-24T21:19:39Z</dcterms:created>
  <dcterms:modified xsi:type="dcterms:W3CDTF">2026-02-17T22:56:18Z</dcterms:modified>
</cp:coreProperties>
</file>